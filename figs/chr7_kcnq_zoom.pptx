
<file path=[Content_Types].xml><?xml version="1.0" encoding="utf-8"?>
<Types xmlns="http://schemas.openxmlformats.org/package/2006/content-types">
  <Default Extension="xml" ContentType="application/xml"/>
  <Default Extension="jpeg" ContentType="image/jpeg"/>
  <Default Extension="bin" ContentType="application/vnd.openxmlformats-officedocument.presentationml.printerSettings"/>
  <Default Extension="rels" ContentType="application/vnd.openxmlformats-package.relationships+xml"/>
  <Default Extension="gif" ContentType="image/gif"/>
  <Default Extension="png" ContentType="image/png"/>
  <Default Extension="svg" ContentType="image/svg+xml"/>
  <Default Extension="bmp" ContentType="image/bmp"/>
  <Default Extension="emf" ContentType="image/x-emf"/>
  <Default Extension="wmf" ContentType="image/x-wmf"/>
  <Default Extension="tiff" ContentType="image/tiff"/>
  <Default Extension="jpg" ContentType="application/octet-stream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1.xml" ContentType="application/vnd.openxmlformats-officedocument.presentationml.slide+xml"/>
</Types>
</file>

<file path=_rels/.rels><?xml version="1.0" encoding="UTF-8" standalone="yes"?>

<Relationships  xmlns="http://schemas.openxmlformats.org/package/2006/relationships">
<Relationship Id="rId3" Type="http://schemas.openxmlformats.org/package/2006/relationships/metadata/core-properties" Target="docProps/core.xml"/>
<Relationship Id="rId4" Type="http://schemas.openxmlformats.org/officeDocument/2006/relationships/extended-properties" Target="docProps/app.xml"/>
<Relationship Id="rId1" Type="http://schemas.openxmlformats.org/officeDocument/2006/relationships/officeDocument" Target="ppt/presentation.xml"/>
<Relationship Id="rId2" Type="http://schemas.openxmlformats.org/package/2006/relationships/metadata/thumbnail" Target="docProps/thumbnail.jpeg"/>
</Relationships>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8"/>
  </p:sldIdLst>
  <p:sldSz cx="9144000" cy="6858000" type="screen4x3"/>
  <p:notesSz cx="6858000" cy="9144000"/>
  <p:custDataLst>
    <p:tags r:id="rId3"/>
  </p:custData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92" d="100"/>
          <a:sy n="92" d="100"/>
        </p:scale>
        <p:origin x="-1376" y="-104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

<Relationships  xmlns="http://schemas.openxmlformats.org/package/2006/relationships">
<Relationship Id="rId3" Type="http://schemas.openxmlformats.org/officeDocument/2006/relationships/tags" Target="tags/tag1.xml"/>
<Relationship Id="rId4" Type="http://schemas.openxmlformats.org/officeDocument/2006/relationships/presProps" Target="presProps.xml"/>
<Relationship Id="rId5" Type="http://schemas.openxmlformats.org/officeDocument/2006/relationships/viewProps" Target="viewProps.xml"/>
<Relationship Id="rId6" Type="http://schemas.openxmlformats.org/officeDocument/2006/relationships/theme" Target="theme/theme1.xml"/>
<Relationship Id="rId7" Type="http://schemas.openxmlformats.org/officeDocument/2006/relationships/tableStyles" Target="tableStyles.xml"/>
<Relationship Id="rId1" Type="http://schemas.openxmlformats.org/officeDocument/2006/relationships/slideMaster" Target="slideMasters/slideMaster1.xml"/>
<Relationship Id="rId2" Type="http://schemas.openxmlformats.org/officeDocument/2006/relationships/printerSettings" Target="printerSettings/printerSettings1.bin"/>
<Relationship Id="rId8" Type="http://schemas.openxmlformats.org/officeDocument/2006/relationships/slide" Target="slides/slide1.xml"/>
</Relationships>
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21488113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157698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43154558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6839228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12034912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38580797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5599605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0782362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

<Relationships  xmlns="http://schemas.openxmlformats.org/package/2006/relationships">
<Relationship Id="rId1" Type="http://schemas.openxmlformats.org/officeDocument/2006/relationships/slideLayout" Target="../slideLayouts/slideLayout7.xml"/>
</Relationships>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 xmlns:pic="http://schemas.openxmlformats.org/drawingml/2006/picture">
        <p:nvGrpSpPr>
          <p:cNvPr id="2" name=""/>
          <p:cNvGrpSpPr/>
          <p:nvPr/>
        </p:nvGrpSpPr>
        <p:grpSpPr>
          <a:xfrm rot="0">
            <a:off x="0" y="0"/>
            <a:ext cx="9144000" cy="6858000"/>
            <a:chOff x="0" y="0"/>
            <a:chExt cx="9144000" cy="6858000"/>
          </a:xfrm>
        </p:grpSpPr>
        <p:sp>
          <p:nvSpPr>
            <p:cNvPr id="3" name="rc3"/>
            <p:cNvSpPr/>
            <p:nvPr/>
          </p:nvSpPr>
          <p:spPr>
            <a:xfrm>
              <a:off x="0" y="0"/>
              <a:ext cx="9144000" cy="6858000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  <a:ln w="9525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" name="rc4"/>
            <p:cNvSpPr/>
            <p:nvPr/>
          </p:nvSpPr>
          <p:spPr>
            <a:xfrm>
              <a:off x="0" y="0"/>
              <a:ext cx="9144000" cy="6858000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  <a:ln w="13550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" name="rc5"/>
            <p:cNvSpPr/>
            <p:nvPr/>
          </p:nvSpPr>
          <p:spPr>
            <a:xfrm>
              <a:off x="69589" y="69589"/>
              <a:ext cx="9004821" cy="3192888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  <a:ln w="13550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" name="rc6"/>
            <p:cNvSpPr/>
            <p:nvPr/>
          </p:nvSpPr>
          <p:spPr>
            <a:xfrm>
              <a:off x="69589" y="3262477"/>
              <a:ext cx="9004821" cy="3525933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  <a:ln w="13550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" name="rc7"/>
            <p:cNvSpPr/>
            <p:nvPr/>
          </p:nvSpPr>
          <p:spPr>
            <a:xfrm>
              <a:off x="444934" y="145504"/>
              <a:ext cx="8553560" cy="3116972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" name="pl8"/>
            <p:cNvSpPr/>
            <p:nvPr/>
          </p:nvSpPr>
          <p:spPr>
            <a:xfrm>
              <a:off x="444934" y="2027786"/>
              <a:ext cx="317627" cy="1234690"/>
            </a:xfrm>
            <a:custGeom>
              <a:avLst/>
              <a:pathLst>
                <a:path w="317627" h="1234690">
                  <a:moveTo>
                    <a:pt x="0" y="349011"/>
                  </a:moveTo>
                  <a:lnTo>
                    <a:pt x="2193" y="329323"/>
                  </a:lnTo>
                  <a:lnTo>
                    <a:pt x="4387" y="320376"/>
                  </a:lnTo>
                  <a:lnTo>
                    <a:pt x="6581" y="413274"/>
                  </a:lnTo>
                  <a:lnTo>
                    <a:pt x="8775" y="493093"/>
                  </a:lnTo>
                  <a:lnTo>
                    <a:pt x="10968" y="531606"/>
                  </a:lnTo>
                  <a:lnTo>
                    <a:pt x="13162" y="653497"/>
                  </a:lnTo>
                  <a:lnTo>
                    <a:pt x="15356" y="766470"/>
                  </a:lnTo>
                  <a:lnTo>
                    <a:pt x="17550" y="855151"/>
                  </a:lnTo>
                  <a:lnTo>
                    <a:pt x="19744" y="841699"/>
                  </a:lnTo>
                  <a:lnTo>
                    <a:pt x="21937" y="846725"/>
                  </a:lnTo>
                  <a:lnTo>
                    <a:pt x="24131" y="873765"/>
                  </a:lnTo>
                  <a:lnTo>
                    <a:pt x="26325" y="727031"/>
                  </a:lnTo>
                  <a:lnTo>
                    <a:pt x="28519" y="595336"/>
                  </a:lnTo>
                  <a:lnTo>
                    <a:pt x="30712" y="506232"/>
                  </a:lnTo>
                  <a:lnTo>
                    <a:pt x="32906" y="425183"/>
                  </a:lnTo>
                  <a:lnTo>
                    <a:pt x="35100" y="298409"/>
                  </a:lnTo>
                  <a:lnTo>
                    <a:pt x="37294" y="156139"/>
                  </a:lnTo>
                  <a:lnTo>
                    <a:pt x="39488" y="201334"/>
                  </a:lnTo>
                  <a:lnTo>
                    <a:pt x="41681" y="224124"/>
                  </a:lnTo>
                  <a:lnTo>
                    <a:pt x="43875" y="169345"/>
                  </a:lnTo>
                  <a:lnTo>
                    <a:pt x="46069" y="129001"/>
                  </a:lnTo>
                  <a:lnTo>
                    <a:pt x="48263" y="84279"/>
                  </a:lnTo>
                  <a:lnTo>
                    <a:pt x="50457" y="86382"/>
                  </a:lnTo>
                  <a:lnTo>
                    <a:pt x="52650" y="0"/>
                  </a:lnTo>
                  <a:lnTo>
                    <a:pt x="54844" y="510"/>
                  </a:lnTo>
                  <a:lnTo>
                    <a:pt x="57038" y="157394"/>
                  </a:lnTo>
                  <a:lnTo>
                    <a:pt x="59232" y="317732"/>
                  </a:lnTo>
                  <a:lnTo>
                    <a:pt x="61425" y="451435"/>
                  </a:lnTo>
                  <a:lnTo>
                    <a:pt x="63619" y="508322"/>
                  </a:lnTo>
                  <a:lnTo>
                    <a:pt x="65813" y="610533"/>
                  </a:lnTo>
                  <a:lnTo>
                    <a:pt x="68007" y="661564"/>
                  </a:lnTo>
                  <a:lnTo>
                    <a:pt x="70201" y="616033"/>
                  </a:lnTo>
                  <a:lnTo>
                    <a:pt x="72394" y="614611"/>
                  </a:lnTo>
                  <a:lnTo>
                    <a:pt x="74588" y="642762"/>
                  </a:lnTo>
                  <a:lnTo>
                    <a:pt x="76782" y="688089"/>
                  </a:lnTo>
                  <a:lnTo>
                    <a:pt x="78976" y="662782"/>
                  </a:lnTo>
                  <a:lnTo>
                    <a:pt x="81169" y="614801"/>
                  </a:lnTo>
                  <a:lnTo>
                    <a:pt x="83363" y="572421"/>
                  </a:lnTo>
                  <a:lnTo>
                    <a:pt x="85557" y="482485"/>
                  </a:lnTo>
                  <a:lnTo>
                    <a:pt x="87751" y="421787"/>
                  </a:lnTo>
                  <a:lnTo>
                    <a:pt x="89945" y="382789"/>
                  </a:lnTo>
                  <a:lnTo>
                    <a:pt x="92138" y="430726"/>
                  </a:lnTo>
                  <a:lnTo>
                    <a:pt x="94332" y="474620"/>
                  </a:lnTo>
                  <a:lnTo>
                    <a:pt x="96526" y="469416"/>
                  </a:lnTo>
                  <a:lnTo>
                    <a:pt x="98720" y="409832"/>
                  </a:lnTo>
                  <a:lnTo>
                    <a:pt x="100914" y="370196"/>
                  </a:lnTo>
                  <a:lnTo>
                    <a:pt x="103107" y="401712"/>
                  </a:lnTo>
                  <a:lnTo>
                    <a:pt x="105301" y="442918"/>
                  </a:lnTo>
                  <a:lnTo>
                    <a:pt x="107495" y="504896"/>
                  </a:lnTo>
                  <a:lnTo>
                    <a:pt x="109689" y="646086"/>
                  </a:lnTo>
                  <a:lnTo>
                    <a:pt x="111882" y="824358"/>
                  </a:lnTo>
                  <a:lnTo>
                    <a:pt x="114076" y="935712"/>
                  </a:lnTo>
                  <a:lnTo>
                    <a:pt x="116270" y="851960"/>
                  </a:lnTo>
                  <a:lnTo>
                    <a:pt x="118464" y="666622"/>
                  </a:lnTo>
                  <a:lnTo>
                    <a:pt x="120658" y="566484"/>
                  </a:lnTo>
                  <a:lnTo>
                    <a:pt x="122851" y="509325"/>
                  </a:lnTo>
                  <a:lnTo>
                    <a:pt x="125045" y="443243"/>
                  </a:lnTo>
                  <a:lnTo>
                    <a:pt x="127239" y="416243"/>
                  </a:lnTo>
                  <a:lnTo>
                    <a:pt x="129433" y="532104"/>
                  </a:lnTo>
                  <a:lnTo>
                    <a:pt x="131626" y="733053"/>
                  </a:lnTo>
                  <a:lnTo>
                    <a:pt x="133820" y="852806"/>
                  </a:lnTo>
                  <a:lnTo>
                    <a:pt x="136014" y="880839"/>
                  </a:lnTo>
                  <a:lnTo>
                    <a:pt x="138208" y="823539"/>
                  </a:lnTo>
                  <a:lnTo>
                    <a:pt x="140402" y="816153"/>
                  </a:lnTo>
                  <a:lnTo>
                    <a:pt x="142595" y="823175"/>
                  </a:lnTo>
                  <a:lnTo>
                    <a:pt x="144789" y="776347"/>
                  </a:lnTo>
                  <a:lnTo>
                    <a:pt x="146983" y="744835"/>
                  </a:lnTo>
                  <a:lnTo>
                    <a:pt x="149177" y="733175"/>
                  </a:lnTo>
                  <a:lnTo>
                    <a:pt x="151371" y="843517"/>
                  </a:lnTo>
                  <a:lnTo>
                    <a:pt x="153564" y="898623"/>
                  </a:lnTo>
                  <a:lnTo>
                    <a:pt x="155758" y="920506"/>
                  </a:lnTo>
                  <a:lnTo>
                    <a:pt x="157952" y="999430"/>
                  </a:lnTo>
                  <a:lnTo>
                    <a:pt x="160146" y="1059535"/>
                  </a:lnTo>
                  <a:lnTo>
                    <a:pt x="162339" y="1068844"/>
                  </a:lnTo>
                  <a:lnTo>
                    <a:pt x="164533" y="1011226"/>
                  </a:lnTo>
                  <a:lnTo>
                    <a:pt x="166727" y="955853"/>
                  </a:lnTo>
                  <a:lnTo>
                    <a:pt x="168921" y="895834"/>
                  </a:lnTo>
                  <a:lnTo>
                    <a:pt x="171115" y="842469"/>
                  </a:lnTo>
                  <a:lnTo>
                    <a:pt x="173308" y="803451"/>
                  </a:lnTo>
                  <a:lnTo>
                    <a:pt x="175502" y="819930"/>
                  </a:lnTo>
                  <a:lnTo>
                    <a:pt x="177696" y="837993"/>
                  </a:lnTo>
                  <a:lnTo>
                    <a:pt x="179890" y="873172"/>
                  </a:lnTo>
                  <a:lnTo>
                    <a:pt x="182084" y="903359"/>
                  </a:lnTo>
                  <a:lnTo>
                    <a:pt x="184277" y="939758"/>
                  </a:lnTo>
                  <a:lnTo>
                    <a:pt x="186471" y="979840"/>
                  </a:lnTo>
                  <a:lnTo>
                    <a:pt x="188665" y="996031"/>
                  </a:lnTo>
                  <a:lnTo>
                    <a:pt x="190859" y="1048628"/>
                  </a:lnTo>
                  <a:lnTo>
                    <a:pt x="193052" y="1100969"/>
                  </a:lnTo>
                  <a:lnTo>
                    <a:pt x="195246" y="1166606"/>
                  </a:lnTo>
                  <a:lnTo>
                    <a:pt x="197440" y="1188538"/>
                  </a:lnTo>
                  <a:lnTo>
                    <a:pt x="199634" y="1188538"/>
                  </a:lnTo>
                  <a:lnTo>
                    <a:pt x="201828" y="1188538"/>
                  </a:lnTo>
                  <a:lnTo>
                    <a:pt x="204021" y="1188538"/>
                  </a:lnTo>
                  <a:lnTo>
                    <a:pt x="206215" y="1188538"/>
                  </a:lnTo>
                  <a:lnTo>
                    <a:pt x="208409" y="1174331"/>
                  </a:lnTo>
                  <a:lnTo>
                    <a:pt x="210603" y="1109278"/>
                  </a:lnTo>
                  <a:lnTo>
                    <a:pt x="212796" y="1056412"/>
                  </a:lnTo>
                  <a:lnTo>
                    <a:pt x="214990" y="1051190"/>
                  </a:lnTo>
                  <a:lnTo>
                    <a:pt x="217184" y="1051190"/>
                  </a:lnTo>
                  <a:lnTo>
                    <a:pt x="219378" y="1051191"/>
                  </a:lnTo>
                  <a:lnTo>
                    <a:pt x="221572" y="1065397"/>
                  </a:lnTo>
                  <a:lnTo>
                    <a:pt x="223765" y="1130450"/>
                  </a:lnTo>
                  <a:lnTo>
                    <a:pt x="225959" y="1183316"/>
                  </a:lnTo>
                  <a:lnTo>
                    <a:pt x="228153" y="1188538"/>
                  </a:lnTo>
                  <a:lnTo>
                    <a:pt x="230347" y="1188538"/>
                  </a:lnTo>
                  <a:lnTo>
                    <a:pt x="232541" y="1188538"/>
                  </a:lnTo>
                  <a:lnTo>
                    <a:pt x="234734" y="1188538"/>
                  </a:lnTo>
                  <a:lnTo>
                    <a:pt x="236928" y="1188538"/>
                  </a:lnTo>
                  <a:lnTo>
                    <a:pt x="239122" y="1188538"/>
                  </a:lnTo>
                  <a:lnTo>
                    <a:pt x="241316" y="1188538"/>
                  </a:lnTo>
                  <a:lnTo>
                    <a:pt x="243509" y="1188538"/>
                  </a:lnTo>
                  <a:lnTo>
                    <a:pt x="245703" y="1188538"/>
                  </a:lnTo>
                  <a:lnTo>
                    <a:pt x="247897" y="1188538"/>
                  </a:lnTo>
                  <a:lnTo>
                    <a:pt x="250091" y="1188538"/>
                  </a:lnTo>
                  <a:lnTo>
                    <a:pt x="252285" y="1188538"/>
                  </a:lnTo>
                  <a:lnTo>
                    <a:pt x="254478" y="1188538"/>
                  </a:lnTo>
                  <a:lnTo>
                    <a:pt x="256672" y="1188538"/>
                  </a:lnTo>
                  <a:lnTo>
                    <a:pt x="258866" y="1188538"/>
                  </a:lnTo>
                  <a:lnTo>
                    <a:pt x="261060" y="1188538"/>
                  </a:lnTo>
                  <a:lnTo>
                    <a:pt x="263253" y="1188538"/>
                  </a:lnTo>
                  <a:lnTo>
                    <a:pt x="265447" y="1188538"/>
                  </a:lnTo>
                  <a:lnTo>
                    <a:pt x="267641" y="1188538"/>
                  </a:lnTo>
                  <a:lnTo>
                    <a:pt x="269835" y="1188538"/>
                  </a:lnTo>
                  <a:lnTo>
                    <a:pt x="272029" y="1188538"/>
                  </a:lnTo>
                  <a:lnTo>
                    <a:pt x="274222" y="1188538"/>
                  </a:lnTo>
                  <a:lnTo>
                    <a:pt x="276416" y="1188538"/>
                  </a:lnTo>
                  <a:lnTo>
                    <a:pt x="278610" y="1188538"/>
                  </a:lnTo>
                  <a:lnTo>
                    <a:pt x="280804" y="1188538"/>
                  </a:lnTo>
                  <a:lnTo>
                    <a:pt x="282998" y="1188538"/>
                  </a:lnTo>
                  <a:lnTo>
                    <a:pt x="285191" y="1188538"/>
                  </a:lnTo>
                  <a:lnTo>
                    <a:pt x="287385" y="1188538"/>
                  </a:lnTo>
                  <a:lnTo>
                    <a:pt x="289579" y="1188538"/>
                  </a:lnTo>
                  <a:lnTo>
                    <a:pt x="291773" y="1188538"/>
                  </a:lnTo>
                  <a:lnTo>
                    <a:pt x="293966" y="1188538"/>
                  </a:lnTo>
                  <a:lnTo>
                    <a:pt x="296160" y="1188538"/>
                  </a:lnTo>
                  <a:lnTo>
                    <a:pt x="298354" y="1188538"/>
                  </a:lnTo>
                  <a:lnTo>
                    <a:pt x="300548" y="1188538"/>
                  </a:lnTo>
                  <a:lnTo>
                    <a:pt x="302742" y="1188538"/>
                  </a:lnTo>
                  <a:lnTo>
                    <a:pt x="304935" y="1188538"/>
                  </a:lnTo>
                  <a:lnTo>
                    <a:pt x="307129" y="1188538"/>
                  </a:lnTo>
                  <a:lnTo>
                    <a:pt x="309323" y="1188538"/>
                  </a:lnTo>
                  <a:lnTo>
                    <a:pt x="311517" y="1188538"/>
                  </a:lnTo>
                  <a:lnTo>
                    <a:pt x="313711" y="1192939"/>
                  </a:lnTo>
                  <a:lnTo>
                    <a:pt x="315904" y="1220594"/>
                  </a:lnTo>
                  <a:lnTo>
                    <a:pt x="317627" y="1234690"/>
                  </a:lnTo>
                </a:path>
              </a:pathLst>
            </a:custGeom>
            <a:ln w="10840" cap="flat">
              <a:solidFill>
                <a:srgbClr val="0000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" name="pl9"/>
            <p:cNvSpPr/>
            <p:nvPr/>
          </p:nvSpPr>
          <p:spPr>
            <a:xfrm>
              <a:off x="771538" y="391866"/>
              <a:ext cx="3051808" cy="2870611"/>
            </a:xfrm>
            <a:custGeom>
              <a:avLst/>
              <a:pathLst>
                <a:path w="3051808" h="2870611">
                  <a:moveTo>
                    <a:pt x="0" y="2870611"/>
                  </a:moveTo>
                  <a:lnTo>
                    <a:pt x="270" y="2870069"/>
                  </a:lnTo>
                  <a:lnTo>
                    <a:pt x="2463" y="2842412"/>
                  </a:lnTo>
                  <a:lnTo>
                    <a:pt x="4657" y="2824458"/>
                  </a:lnTo>
                  <a:lnTo>
                    <a:pt x="6851" y="2824458"/>
                  </a:lnTo>
                  <a:lnTo>
                    <a:pt x="9045" y="2824458"/>
                  </a:lnTo>
                  <a:lnTo>
                    <a:pt x="11239" y="2824458"/>
                  </a:lnTo>
                  <a:lnTo>
                    <a:pt x="13432" y="2785723"/>
                  </a:lnTo>
                  <a:lnTo>
                    <a:pt x="15626" y="2752449"/>
                  </a:lnTo>
                  <a:lnTo>
                    <a:pt x="17820" y="2752449"/>
                  </a:lnTo>
                  <a:lnTo>
                    <a:pt x="20014" y="2752450"/>
                  </a:lnTo>
                  <a:lnTo>
                    <a:pt x="22208" y="2752450"/>
                  </a:lnTo>
                  <a:lnTo>
                    <a:pt x="24401" y="2752451"/>
                  </a:lnTo>
                  <a:lnTo>
                    <a:pt x="26595" y="2788880"/>
                  </a:lnTo>
                  <a:lnTo>
                    <a:pt x="28789" y="2811208"/>
                  </a:lnTo>
                  <a:lnTo>
                    <a:pt x="30983" y="2815621"/>
                  </a:lnTo>
                  <a:lnTo>
                    <a:pt x="33176" y="2756875"/>
                  </a:lnTo>
                  <a:lnTo>
                    <a:pt x="35370" y="2734954"/>
                  </a:lnTo>
                  <a:lnTo>
                    <a:pt x="37564" y="2712671"/>
                  </a:lnTo>
                  <a:lnTo>
                    <a:pt x="39758" y="2601392"/>
                  </a:lnTo>
                  <a:lnTo>
                    <a:pt x="41952" y="2405560"/>
                  </a:lnTo>
                  <a:lnTo>
                    <a:pt x="44145" y="2177853"/>
                  </a:lnTo>
                  <a:lnTo>
                    <a:pt x="46339" y="2048288"/>
                  </a:lnTo>
                  <a:lnTo>
                    <a:pt x="48533" y="1909340"/>
                  </a:lnTo>
                  <a:lnTo>
                    <a:pt x="50727" y="1787707"/>
                  </a:lnTo>
                  <a:lnTo>
                    <a:pt x="52921" y="1672415"/>
                  </a:lnTo>
                  <a:lnTo>
                    <a:pt x="55114" y="1621510"/>
                  </a:lnTo>
                  <a:lnTo>
                    <a:pt x="57308" y="1602925"/>
                  </a:lnTo>
                  <a:lnTo>
                    <a:pt x="59502" y="1628368"/>
                  </a:lnTo>
                  <a:lnTo>
                    <a:pt x="61696" y="1589711"/>
                  </a:lnTo>
                  <a:lnTo>
                    <a:pt x="63889" y="1564432"/>
                  </a:lnTo>
                  <a:lnTo>
                    <a:pt x="66083" y="1636616"/>
                  </a:lnTo>
                  <a:lnTo>
                    <a:pt x="68277" y="1698891"/>
                  </a:lnTo>
                  <a:lnTo>
                    <a:pt x="70471" y="1715342"/>
                  </a:lnTo>
                  <a:lnTo>
                    <a:pt x="72665" y="1616599"/>
                  </a:lnTo>
                  <a:lnTo>
                    <a:pt x="74858" y="1598034"/>
                  </a:lnTo>
                  <a:lnTo>
                    <a:pt x="77052" y="1614791"/>
                  </a:lnTo>
                  <a:lnTo>
                    <a:pt x="79246" y="1598502"/>
                  </a:lnTo>
                  <a:lnTo>
                    <a:pt x="81440" y="1633453"/>
                  </a:lnTo>
                  <a:lnTo>
                    <a:pt x="83633" y="1721714"/>
                  </a:lnTo>
                  <a:lnTo>
                    <a:pt x="85827" y="1915626"/>
                  </a:lnTo>
                  <a:lnTo>
                    <a:pt x="88021" y="2025112"/>
                  </a:lnTo>
                  <a:lnTo>
                    <a:pt x="90215" y="2023941"/>
                  </a:lnTo>
                  <a:lnTo>
                    <a:pt x="92409" y="2036706"/>
                  </a:lnTo>
                  <a:lnTo>
                    <a:pt x="94602" y="2120790"/>
                  </a:lnTo>
                  <a:lnTo>
                    <a:pt x="96796" y="2181165"/>
                  </a:lnTo>
                  <a:lnTo>
                    <a:pt x="98990" y="2025722"/>
                  </a:lnTo>
                  <a:lnTo>
                    <a:pt x="101184" y="1874384"/>
                  </a:lnTo>
                  <a:lnTo>
                    <a:pt x="103378" y="1827050"/>
                  </a:lnTo>
                  <a:lnTo>
                    <a:pt x="105571" y="1876597"/>
                  </a:lnTo>
                  <a:lnTo>
                    <a:pt x="107765" y="1762089"/>
                  </a:lnTo>
                  <a:lnTo>
                    <a:pt x="109959" y="1615549"/>
                  </a:lnTo>
                  <a:lnTo>
                    <a:pt x="112153" y="1667007"/>
                  </a:lnTo>
                  <a:lnTo>
                    <a:pt x="114346" y="1839321"/>
                  </a:lnTo>
                  <a:lnTo>
                    <a:pt x="116540" y="1992503"/>
                  </a:lnTo>
                  <a:lnTo>
                    <a:pt x="118734" y="2083009"/>
                  </a:lnTo>
                  <a:lnTo>
                    <a:pt x="120928" y="2102961"/>
                  </a:lnTo>
                  <a:lnTo>
                    <a:pt x="123122" y="2060518"/>
                  </a:lnTo>
                  <a:lnTo>
                    <a:pt x="125315" y="1994408"/>
                  </a:lnTo>
                  <a:lnTo>
                    <a:pt x="127509" y="1854017"/>
                  </a:lnTo>
                  <a:lnTo>
                    <a:pt x="129703" y="1679539"/>
                  </a:lnTo>
                  <a:lnTo>
                    <a:pt x="131897" y="1507529"/>
                  </a:lnTo>
                  <a:lnTo>
                    <a:pt x="134090" y="1567134"/>
                  </a:lnTo>
                  <a:lnTo>
                    <a:pt x="136284" y="1714952"/>
                  </a:lnTo>
                  <a:lnTo>
                    <a:pt x="138478" y="1796958"/>
                  </a:lnTo>
                  <a:lnTo>
                    <a:pt x="140672" y="1957555"/>
                  </a:lnTo>
                  <a:lnTo>
                    <a:pt x="142866" y="2100671"/>
                  </a:lnTo>
                  <a:lnTo>
                    <a:pt x="145059" y="2149581"/>
                  </a:lnTo>
                  <a:lnTo>
                    <a:pt x="147253" y="2037278"/>
                  </a:lnTo>
                  <a:lnTo>
                    <a:pt x="149447" y="1885251"/>
                  </a:lnTo>
                  <a:lnTo>
                    <a:pt x="151641" y="1794102"/>
                  </a:lnTo>
                  <a:lnTo>
                    <a:pt x="153835" y="1616447"/>
                  </a:lnTo>
                  <a:lnTo>
                    <a:pt x="156028" y="1450074"/>
                  </a:lnTo>
                  <a:lnTo>
                    <a:pt x="158222" y="1360559"/>
                  </a:lnTo>
                  <a:lnTo>
                    <a:pt x="160416" y="1361862"/>
                  </a:lnTo>
                  <a:lnTo>
                    <a:pt x="162610" y="1518230"/>
                  </a:lnTo>
                  <a:lnTo>
                    <a:pt x="164803" y="1765172"/>
                  </a:lnTo>
                  <a:lnTo>
                    <a:pt x="166997" y="1988514"/>
                  </a:lnTo>
                  <a:lnTo>
                    <a:pt x="169191" y="2157637"/>
                  </a:lnTo>
                  <a:lnTo>
                    <a:pt x="171385" y="2354116"/>
                  </a:lnTo>
                  <a:lnTo>
                    <a:pt x="173579" y="2539982"/>
                  </a:lnTo>
                  <a:lnTo>
                    <a:pt x="175772" y="2500505"/>
                  </a:lnTo>
                  <a:lnTo>
                    <a:pt x="177966" y="2355120"/>
                  </a:lnTo>
                  <a:lnTo>
                    <a:pt x="180160" y="2275374"/>
                  </a:lnTo>
                  <a:lnTo>
                    <a:pt x="182354" y="2331509"/>
                  </a:lnTo>
                  <a:lnTo>
                    <a:pt x="184548" y="2369198"/>
                  </a:lnTo>
                  <a:lnTo>
                    <a:pt x="186741" y="2376188"/>
                  </a:lnTo>
                  <a:lnTo>
                    <a:pt x="188935" y="2444730"/>
                  </a:lnTo>
                  <a:lnTo>
                    <a:pt x="191129" y="2515374"/>
                  </a:lnTo>
                  <a:lnTo>
                    <a:pt x="193323" y="2591721"/>
                  </a:lnTo>
                  <a:lnTo>
                    <a:pt x="195516" y="2611962"/>
                  </a:lnTo>
                  <a:lnTo>
                    <a:pt x="197710" y="2610575"/>
                  </a:lnTo>
                  <a:lnTo>
                    <a:pt x="199904" y="2640040"/>
                  </a:lnTo>
                  <a:lnTo>
                    <a:pt x="202098" y="2710053"/>
                  </a:lnTo>
                  <a:lnTo>
                    <a:pt x="204292" y="2745988"/>
                  </a:lnTo>
                  <a:lnTo>
                    <a:pt x="206485" y="2750104"/>
                  </a:lnTo>
                  <a:lnTo>
                    <a:pt x="208679" y="2719181"/>
                  </a:lnTo>
                  <a:lnTo>
                    <a:pt x="210873" y="2589287"/>
                  </a:lnTo>
                  <a:lnTo>
                    <a:pt x="213067" y="2432332"/>
                  </a:lnTo>
                  <a:lnTo>
                    <a:pt x="215260" y="2331597"/>
                  </a:lnTo>
                  <a:lnTo>
                    <a:pt x="217454" y="2234036"/>
                  </a:lnTo>
                  <a:lnTo>
                    <a:pt x="219648" y="2150624"/>
                  </a:lnTo>
                  <a:lnTo>
                    <a:pt x="221842" y="2100851"/>
                  </a:lnTo>
                  <a:lnTo>
                    <a:pt x="224036" y="2187001"/>
                  </a:lnTo>
                  <a:lnTo>
                    <a:pt x="226229" y="2315576"/>
                  </a:lnTo>
                  <a:lnTo>
                    <a:pt x="228423" y="2370012"/>
                  </a:lnTo>
                  <a:lnTo>
                    <a:pt x="230617" y="2470991"/>
                  </a:lnTo>
                  <a:lnTo>
                    <a:pt x="232811" y="2533721"/>
                  </a:lnTo>
                  <a:lnTo>
                    <a:pt x="235005" y="2540569"/>
                  </a:lnTo>
                  <a:lnTo>
                    <a:pt x="237198" y="2535237"/>
                  </a:lnTo>
                  <a:lnTo>
                    <a:pt x="239392" y="2523430"/>
                  </a:lnTo>
                  <a:lnTo>
                    <a:pt x="241586" y="2545016"/>
                  </a:lnTo>
                  <a:lnTo>
                    <a:pt x="243780" y="2576166"/>
                  </a:lnTo>
                  <a:lnTo>
                    <a:pt x="245973" y="2617861"/>
                  </a:lnTo>
                  <a:lnTo>
                    <a:pt x="248167" y="2672786"/>
                  </a:lnTo>
                  <a:lnTo>
                    <a:pt x="250361" y="2627534"/>
                  </a:lnTo>
                  <a:lnTo>
                    <a:pt x="252555" y="2512751"/>
                  </a:lnTo>
                  <a:lnTo>
                    <a:pt x="254749" y="2322130"/>
                  </a:lnTo>
                  <a:lnTo>
                    <a:pt x="256942" y="2123057"/>
                  </a:lnTo>
                  <a:lnTo>
                    <a:pt x="259136" y="2040664"/>
                  </a:lnTo>
                  <a:lnTo>
                    <a:pt x="261330" y="2048205"/>
                  </a:lnTo>
                  <a:lnTo>
                    <a:pt x="263524" y="2104852"/>
                  </a:lnTo>
                  <a:lnTo>
                    <a:pt x="265717" y="2221047"/>
                  </a:lnTo>
                  <a:lnTo>
                    <a:pt x="267911" y="2301802"/>
                  </a:lnTo>
                  <a:lnTo>
                    <a:pt x="270105" y="2358050"/>
                  </a:lnTo>
                  <a:lnTo>
                    <a:pt x="272299" y="2358427"/>
                  </a:lnTo>
                  <a:lnTo>
                    <a:pt x="274493" y="2280796"/>
                  </a:lnTo>
                  <a:lnTo>
                    <a:pt x="276686" y="2189023"/>
                  </a:lnTo>
                  <a:lnTo>
                    <a:pt x="278880" y="2046835"/>
                  </a:lnTo>
                  <a:lnTo>
                    <a:pt x="281074" y="1995534"/>
                  </a:lnTo>
                  <a:lnTo>
                    <a:pt x="283268" y="2038881"/>
                  </a:lnTo>
                  <a:lnTo>
                    <a:pt x="285462" y="2064657"/>
                  </a:lnTo>
                  <a:lnTo>
                    <a:pt x="287655" y="2078352"/>
                  </a:lnTo>
                  <a:lnTo>
                    <a:pt x="289849" y="2220353"/>
                  </a:lnTo>
                  <a:lnTo>
                    <a:pt x="292043" y="2405171"/>
                  </a:lnTo>
                  <a:lnTo>
                    <a:pt x="294237" y="2599810"/>
                  </a:lnTo>
                  <a:lnTo>
                    <a:pt x="296430" y="2709627"/>
                  </a:lnTo>
                  <a:lnTo>
                    <a:pt x="298624" y="2765869"/>
                  </a:lnTo>
                  <a:lnTo>
                    <a:pt x="300818" y="2821805"/>
                  </a:lnTo>
                  <a:lnTo>
                    <a:pt x="303012" y="2762021"/>
                  </a:lnTo>
                  <a:lnTo>
                    <a:pt x="305206" y="2752806"/>
                  </a:lnTo>
                  <a:lnTo>
                    <a:pt x="307399" y="2758576"/>
                  </a:lnTo>
                  <a:lnTo>
                    <a:pt x="309593" y="2752476"/>
                  </a:lnTo>
                  <a:lnTo>
                    <a:pt x="311787" y="2752477"/>
                  </a:lnTo>
                  <a:lnTo>
                    <a:pt x="313981" y="2772330"/>
                  </a:lnTo>
                  <a:lnTo>
                    <a:pt x="316175" y="2761179"/>
                  </a:lnTo>
                  <a:lnTo>
                    <a:pt x="318368" y="2678224"/>
                  </a:lnTo>
                  <a:lnTo>
                    <a:pt x="320562" y="2535171"/>
                  </a:lnTo>
                  <a:lnTo>
                    <a:pt x="322756" y="2403644"/>
                  </a:lnTo>
                  <a:lnTo>
                    <a:pt x="324950" y="2329261"/>
                  </a:lnTo>
                  <a:lnTo>
                    <a:pt x="327143" y="2260308"/>
                  </a:lnTo>
                  <a:lnTo>
                    <a:pt x="329337" y="2252720"/>
                  </a:lnTo>
                  <a:lnTo>
                    <a:pt x="331531" y="2314132"/>
                  </a:lnTo>
                  <a:lnTo>
                    <a:pt x="333725" y="2430294"/>
                  </a:lnTo>
                  <a:lnTo>
                    <a:pt x="335919" y="2525387"/>
                  </a:lnTo>
                  <a:lnTo>
                    <a:pt x="338112" y="2571317"/>
                  </a:lnTo>
                  <a:lnTo>
                    <a:pt x="340306" y="2594587"/>
                  </a:lnTo>
                  <a:lnTo>
                    <a:pt x="342500" y="2589489"/>
                  </a:lnTo>
                  <a:lnTo>
                    <a:pt x="344694" y="2494691"/>
                  </a:lnTo>
                  <a:lnTo>
                    <a:pt x="346887" y="2356753"/>
                  </a:lnTo>
                  <a:lnTo>
                    <a:pt x="349081" y="2266716"/>
                  </a:lnTo>
                  <a:lnTo>
                    <a:pt x="351275" y="2233862"/>
                  </a:lnTo>
                  <a:lnTo>
                    <a:pt x="353469" y="2217747"/>
                  </a:lnTo>
                  <a:lnTo>
                    <a:pt x="355663" y="2173981"/>
                  </a:lnTo>
                  <a:lnTo>
                    <a:pt x="357856" y="2190078"/>
                  </a:lnTo>
                  <a:lnTo>
                    <a:pt x="360050" y="2278672"/>
                  </a:lnTo>
                  <a:lnTo>
                    <a:pt x="362244" y="2281093"/>
                  </a:lnTo>
                  <a:lnTo>
                    <a:pt x="364438" y="2215148"/>
                  </a:lnTo>
                  <a:lnTo>
                    <a:pt x="366632" y="2103799"/>
                  </a:lnTo>
                  <a:lnTo>
                    <a:pt x="368825" y="2000837"/>
                  </a:lnTo>
                  <a:lnTo>
                    <a:pt x="371019" y="1913707"/>
                  </a:lnTo>
                  <a:lnTo>
                    <a:pt x="373213" y="1800219"/>
                  </a:lnTo>
                  <a:lnTo>
                    <a:pt x="375407" y="1727591"/>
                  </a:lnTo>
                  <a:lnTo>
                    <a:pt x="377600" y="1690806"/>
                  </a:lnTo>
                  <a:lnTo>
                    <a:pt x="379794" y="1691743"/>
                  </a:lnTo>
                  <a:lnTo>
                    <a:pt x="381988" y="1696850"/>
                  </a:lnTo>
                  <a:lnTo>
                    <a:pt x="384182" y="1726945"/>
                  </a:lnTo>
                  <a:lnTo>
                    <a:pt x="386376" y="1748824"/>
                  </a:lnTo>
                  <a:lnTo>
                    <a:pt x="388569" y="1757804"/>
                  </a:lnTo>
                  <a:lnTo>
                    <a:pt x="390763" y="1704569"/>
                  </a:lnTo>
                  <a:lnTo>
                    <a:pt x="392957" y="1709732"/>
                  </a:lnTo>
                  <a:lnTo>
                    <a:pt x="395151" y="1787847"/>
                  </a:lnTo>
                  <a:lnTo>
                    <a:pt x="397344" y="1837119"/>
                  </a:lnTo>
                  <a:lnTo>
                    <a:pt x="399538" y="1868226"/>
                  </a:lnTo>
                  <a:lnTo>
                    <a:pt x="401732" y="1936374"/>
                  </a:lnTo>
                  <a:lnTo>
                    <a:pt x="403926" y="2062887"/>
                  </a:lnTo>
                  <a:lnTo>
                    <a:pt x="406120" y="2204038"/>
                  </a:lnTo>
                  <a:lnTo>
                    <a:pt x="408313" y="2268161"/>
                  </a:lnTo>
                  <a:lnTo>
                    <a:pt x="410507" y="2240337"/>
                  </a:lnTo>
                  <a:lnTo>
                    <a:pt x="412701" y="2260543"/>
                  </a:lnTo>
                  <a:lnTo>
                    <a:pt x="414895" y="2236210"/>
                  </a:lnTo>
                  <a:lnTo>
                    <a:pt x="417089" y="2189041"/>
                  </a:lnTo>
                  <a:lnTo>
                    <a:pt x="419282" y="2067862"/>
                  </a:lnTo>
                  <a:lnTo>
                    <a:pt x="421476" y="1978363"/>
                  </a:lnTo>
                  <a:lnTo>
                    <a:pt x="423670" y="2008426"/>
                  </a:lnTo>
                  <a:lnTo>
                    <a:pt x="425864" y="2073833"/>
                  </a:lnTo>
                  <a:lnTo>
                    <a:pt x="428057" y="2184221"/>
                  </a:lnTo>
                  <a:lnTo>
                    <a:pt x="430251" y="2312825"/>
                  </a:lnTo>
                  <a:lnTo>
                    <a:pt x="432445" y="2451131"/>
                  </a:lnTo>
                  <a:lnTo>
                    <a:pt x="434639" y="2540252"/>
                  </a:lnTo>
                  <a:lnTo>
                    <a:pt x="436833" y="2520355"/>
                  </a:lnTo>
                  <a:lnTo>
                    <a:pt x="439026" y="2394934"/>
                  </a:lnTo>
                  <a:lnTo>
                    <a:pt x="441220" y="2259969"/>
                  </a:lnTo>
                  <a:lnTo>
                    <a:pt x="443414" y="2172229"/>
                  </a:lnTo>
                  <a:lnTo>
                    <a:pt x="445608" y="2137786"/>
                  </a:lnTo>
                  <a:lnTo>
                    <a:pt x="447801" y="2096218"/>
                  </a:lnTo>
                  <a:lnTo>
                    <a:pt x="449995" y="2074995"/>
                  </a:lnTo>
                  <a:lnTo>
                    <a:pt x="452189" y="2119932"/>
                  </a:lnTo>
                  <a:lnTo>
                    <a:pt x="454383" y="2133145"/>
                  </a:lnTo>
                  <a:lnTo>
                    <a:pt x="456577" y="2061602"/>
                  </a:lnTo>
                  <a:lnTo>
                    <a:pt x="458770" y="2020957"/>
                  </a:lnTo>
                  <a:lnTo>
                    <a:pt x="460964" y="2104340"/>
                  </a:lnTo>
                  <a:lnTo>
                    <a:pt x="463158" y="2188501"/>
                  </a:lnTo>
                  <a:lnTo>
                    <a:pt x="465352" y="2240739"/>
                  </a:lnTo>
                  <a:lnTo>
                    <a:pt x="467546" y="2332400"/>
                  </a:lnTo>
                  <a:lnTo>
                    <a:pt x="469739" y="2469390"/>
                  </a:lnTo>
                  <a:lnTo>
                    <a:pt x="471933" y="2552372"/>
                  </a:lnTo>
                  <a:lnTo>
                    <a:pt x="474127" y="2581397"/>
                  </a:lnTo>
                  <a:lnTo>
                    <a:pt x="476321" y="2649482"/>
                  </a:lnTo>
                  <a:lnTo>
                    <a:pt x="478514" y="2685244"/>
                  </a:lnTo>
                  <a:lnTo>
                    <a:pt x="480708" y="2702071"/>
                  </a:lnTo>
                  <a:lnTo>
                    <a:pt x="482902" y="2702583"/>
                  </a:lnTo>
                  <a:lnTo>
                    <a:pt x="485096" y="2698554"/>
                  </a:lnTo>
                  <a:lnTo>
                    <a:pt x="487290" y="2698555"/>
                  </a:lnTo>
                  <a:lnTo>
                    <a:pt x="489483" y="2698557"/>
                  </a:lnTo>
                  <a:lnTo>
                    <a:pt x="491677" y="2742162"/>
                  </a:lnTo>
                  <a:lnTo>
                    <a:pt x="493871" y="2788922"/>
                  </a:lnTo>
                  <a:lnTo>
                    <a:pt x="496065" y="2818451"/>
                  </a:lnTo>
                  <a:lnTo>
                    <a:pt x="498259" y="2751861"/>
                  </a:lnTo>
                  <a:lnTo>
                    <a:pt x="500452" y="2651142"/>
                  </a:lnTo>
                  <a:lnTo>
                    <a:pt x="502646" y="2618683"/>
                  </a:lnTo>
                  <a:lnTo>
                    <a:pt x="504840" y="2554107"/>
                  </a:lnTo>
                  <a:lnTo>
                    <a:pt x="507034" y="2411351"/>
                  </a:lnTo>
                  <a:lnTo>
                    <a:pt x="509227" y="2322281"/>
                  </a:lnTo>
                  <a:lnTo>
                    <a:pt x="511421" y="2341747"/>
                  </a:lnTo>
                  <a:lnTo>
                    <a:pt x="513615" y="2472869"/>
                  </a:lnTo>
                  <a:lnTo>
                    <a:pt x="515809" y="2473955"/>
                  </a:lnTo>
                  <a:lnTo>
                    <a:pt x="518003" y="2512711"/>
                  </a:lnTo>
                  <a:lnTo>
                    <a:pt x="520196" y="2649447"/>
                  </a:lnTo>
                  <a:lnTo>
                    <a:pt x="522390" y="2700235"/>
                  </a:lnTo>
                  <a:lnTo>
                    <a:pt x="524584" y="2627349"/>
                  </a:lnTo>
                  <a:lnTo>
                    <a:pt x="526778" y="2413378"/>
                  </a:lnTo>
                  <a:lnTo>
                    <a:pt x="528971" y="2292098"/>
                  </a:lnTo>
                  <a:lnTo>
                    <a:pt x="531165" y="2249468"/>
                  </a:lnTo>
                  <a:lnTo>
                    <a:pt x="533359" y="2252405"/>
                  </a:lnTo>
                  <a:lnTo>
                    <a:pt x="535553" y="2290074"/>
                  </a:lnTo>
                  <a:lnTo>
                    <a:pt x="537747" y="2379119"/>
                  </a:lnTo>
                  <a:lnTo>
                    <a:pt x="539940" y="2466944"/>
                  </a:lnTo>
                  <a:lnTo>
                    <a:pt x="542134" y="2542209"/>
                  </a:lnTo>
                  <a:lnTo>
                    <a:pt x="544328" y="2558424"/>
                  </a:lnTo>
                  <a:lnTo>
                    <a:pt x="546522" y="2461209"/>
                  </a:lnTo>
                  <a:lnTo>
                    <a:pt x="548716" y="2383389"/>
                  </a:lnTo>
                  <a:lnTo>
                    <a:pt x="550909" y="2318472"/>
                  </a:lnTo>
                  <a:lnTo>
                    <a:pt x="553103" y="2313230"/>
                  </a:lnTo>
                  <a:lnTo>
                    <a:pt x="555297" y="2360076"/>
                  </a:lnTo>
                  <a:lnTo>
                    <a:pt x="557491" y="2410126"/>
                  </a:lnTo>
                  <a:lnTo>
                    <a:pt x="559684" y="2468120"/>
                  </a:lnTo>
                  <a:lnTo>
                    <a:pt x="561878" y="2520235"/>
                  </a:lnTo>
                  <a:lnTo>
                    <a:pt x="564072" y="2620549"/>
                  </a:lnTo>
                  <a:lnTo>
                    <a:pt x="566266" y="2708331"/>
                  </a:lnTo>
                  <a:lnTo>
                    <a:pt x="568460" y="2691423"/>
                  </a:lnTo>
                  <a:lnTo>
                    <a:pt x="570653" y="2681586"/>
                  </a:lnTo>
                  <a:lnTo>
                    <a:pt x="572847" y="2711402"/>
                  </a:lnTo>
                  <a:lnTo>
                    <a:pt x="575041" y="2732280"/>
                  </a:lnTo>
                  <a:lnTo>
                    <a:pt x="577235" y="2732001"/>
                  </a:lnTo>
                  <a:lnTo>
                    <a:pt x="579428" y="2723636"/>
                  </a:lnTo>
                  <a:lnTo>
                    <a:pt x="581622" y="2749448"/>
                  </a:lnTo>
                  <a:lnTo>
                    <a:pt x="583816" y="2751402"/>
                  </a:lnTo>
                  <a:lnTo>
                    <a:pt x="586010" y="2731273"/>
                  </a:lnTo>
                  <a:lnTo>
                    <a:pt x="588204" y="2728052"/>
                  </a:lnTo>
                  <a:lnTo>
                    <a:pt x="590397" y="2728331"/>
                  </a:lnTo>
                  <a:lnTo>
                    <a:pt x="592591" y="2749903"/>
                  </a:lnTo>
                  <a:lnTo>
                    <a:pt x="594785" y="2771540"/>
                  </a:lnTo>
                  <a:lnTo>
                    <a:pt x="596979" y="2781606"/>
                  </a:lnTo>
                  <a:lnTo>
                    <a:pt x="599173" y="2786240"/>
                  </a:lnTo>
                  <a:lnTo>
                    <a:pt x="601366" y="2752740"/>
                  </a:lnTo>
                  <a:lnTo>
                    <a:pt x="603560" y="2752603"/>
                  </a:lnTo>
                  <a:lnTo>
                    <a:pt x="605754" y="2752603"/>
                  </a:lnTo>
                  <a:lnTo>
                    <a:pt x="607948" y="2752604"/>
                  </a:lnTo>
                  <a:lnTo>
                    <a:pt x="610141" y="2752604"/>
                  </a:lnTo>
                  <a:lnTo>
                    <a:pt x="612335" y="2780586"/>
                  </a:lnTo>
                  <a:lnTo>
                    <a:pt x="614529" y="2824321"/>
                  </a:lnTo>
                  <a:lnTo>
                    <a:pt x="616723" y="2824458"/>
                  </a:lnTo>
                  <a:lnTo>
                    <a:pt x="618917" y="2824458"/>
                  </a:lnTo>
                  <a:lnTo>
                    <a:pt x="621110" y="2824458"/>
                  </a:lnTo>
                  <a:lnTo>
                    <a:pt x="623304" y="2824458"/>
                  </a:lnTo>
                  <a:lnTo>
                    <a:pt x="625498" y="2819739"/>
                  </a:lnTo>
                  <a:lnTo>
                    <a:pt x="627692" y="2800008"/>
                  </a:lnTo>
                  <a:lnTo>
                    <a:pt x="629886" y="2800314"/>
                  </a:lnTo>
                  <a:lnTo>
                    <a:pt x="632079" y="2800315"/>
                  </a:lnTo>
                  <a:lnTo>
                    <a:pt x="634273" y="2800316"/>
                  </a:lnTo>
                  <a:lnTo>
                    <a:pt x="636467" y="2800317"/>
                  </a:lnTo>
                  <a:lnTo>
                    <a:pt x="638661" y="2805036"/>
                  </a:lnTo>
                  <a:lnTo>
                    <a:pt x="640854" y="2824766"/>
                  </a:lnTo>
                  <a:lnTo>
                    <a:pt x="643048" y="2824458"/>
                  </a:lnTo>
                  <a:lnTo>
                    <a:pt x="645242" y="2824458"/>
                  </a:lnTo>
                  <a:lnTo>
                    <a:pt x="647436" y="2824458"/>
                  </a:lnTo>
                  <a:lnTo>
                    <a:pt x="649630" y="2824458"/>
                  </a:lnTo>
                  <a:lnTo>
                    <a:pt x="651823" y="2808529"/>
                  </a:lnTo>
                  <a:lnTo>
                    <a:pt x="654017" y="2801803"/>
                  </a:lnTo>
                  <a:lnTo>
                    <a:pt x="656211" y="2811309"/>
                  </a:lnTo>
                  <a:lnTo>
                    <a:pt x="658405" y="2813711"/>
                  </a:lnTo>
                  <a:lnTo>
                    <a:pt x="660598" y="2813712"/>
                  </a:lnTo>
                  <a:lnTo>
                    <a:pt x="662792" y="2833078"/>
                  </a:lnTo>
                  <a:lnTo>
                    <a:pt x="664986" y="2806391"/>
                  </a:lnTo>
                  <a:lnTo>
                    <a:pt x="667180" y="2700912"/>
                  </a:lnTo>
                  <a:lnTo>
                    <a:pt x="669374" y="2525311"/>
                  </a:lnTo>
                  <a:lnTo>
                    <a:pt x="671567" y="2369338"/>
                  </a:lnTo>
                  <a:lnTo>
                    <a:pt x="673761" y="2300428"/>
                  </a:lnTo>
                  <a:lnTo>
                    <a:pt x="675955" y="2206963"/>
                  </a:lnTo>
                  <a:lnTo>
                    <a:pt x="678149" y="2176588"/>
                  </a:lnTo>
                  <a:lnTo>
                    <a:pt x="680343" y="2203774"/>
                  </a:lnTo>
                  <a:lnTo>
                    <a:pt x="682536" y="2274565"/>
                  </a:lnTo>
                  <a:lnTo>
                    <a:pt x="684730" y="2308484"/>
                  </a:lnTo>
                  <a:lnTo>
                    <a:pt x="686924" y="2280830"/>
                  </a:lnTo>
                  <a:lnTo>
                    <a:pt x="689118" y="2267434"/>
                  </a:lnTo>
                  <a:lnTo>
                    <a:pt x="691311" y="2222434"/>
                  </a:lnTo>
                  <a:lnTo>
                    <a:pt x="693505" y="2226445"/>
                  </a:lnTo>
                  <a:lnTo>
                    <a:pt x="695699" y="2210109"/>
                  </a:lnTo>
                  <a:lnTo>
                    <a:pt x="697893" y="2154224"/>
                  </a:lnTo>
                  <a:lnTo>
                    <a:pt x="700087" y="2073607"/>
                  </a:lnTo>
                  <a:lnTo>
                    <a:pt x="702280" y="2028315"/>
                  </a:lnTo>
                  <a:lnTo>
                    <a:pt x="704474" y="1993797"/>
                  </a:lnTo>
                  <a:lnTo>
                    <a:pt x="706668" y="1994187"/>
                  </a:lnTo>
                  <a:lnTo>
                    <a:pt x="708862" y="2098319"/>
                  </a:lnTo>
                  <a:lnTo>
                    <a:pt x="711055" y="2249446"/>
                  </a:lnTo>
                  <a:lnTo>
                    <a:pt x="713249" y="2381264"/>
                  </a:lnTo>
                  <a:lnTo>
                    <a:pt x="715443" y="2507622"/>
                  </a:lnTo>
                  <a:lnTo>
                    <a:pt x="717637" y="2613423"/>
                  </a:lnTo>
                  <a:lnTo>
                    <a:pt x="719831" y="2667427"/>
                  </a:lnTo>
                  <a:lnTo>
                    <a:pt x="722024" y="2478692"/>
                  </a:lnTo>
                  <a:lnTo>
                    <a:pt x="724218" y="2354633"/>
                  </a:lnTo>
                  <a:lnTo>
                    <a:pt x="726412" y="2278094"/>
                  </a:lnTo>
                  <a:lnTo>
                    <a:pt x="728606" y="2142095"/>
                  </a:lnTo>
                  <a:lnTo>
                    <a:pt x="730800" y="2044538"/>
                  </a:lnTo>
                  <a:lnTo>
                    <a:pt x="732993" y="1927761"/>
                  </a:lnTo>
                  <a:lnTo>
                    <a:pt x="735187" y="1968399"/>
                  </a:lnTo>
                  <a:lnTo>
                    <a:pt x="737381" y="1991676"/>
                  </a:lnTo>
                  <a:lnTo>
                    <a:pt x="739575" y="1984333"/>
                  </a:lnTo>
                  <a:lnTo>
                    <a:pt x="741768" y="1951380"/>
                  </a:lnTo>
                  <a:lnTo>
                    <a:pt x="743962" y="1919891"/>
                  </a:lnTo>
                  <a:lnTo>
                    <a:pt x="746156" y="1918409"/>
                  </a:lnTo>
                  <a:lnTo>
                    <a:pt x="748350" y="1939755"/>
                  </a:lnTo>
                  <a:lnTo>
                    <a:pt x="750544" y="1881100"/>
                  </a:lnTo>
                  <a:lnTo>
                    <a:pt x="752737" y="1864651"/>
                  </a:lnTo>
                  <a:lnTo>
                    <a:pt x="754931" y="1947563"/>
                  </a:lnTo>
                  <a:lnTo>
                    <a:pt x="757125" y="1972321"/>
                  </a:lnTo>
                  <a:lnTo>
                    <a:pt x="759319" y="1952602"/>
                  </a:lnTo>
                  <a:lnTo>
                    <a:pt x="761513" y="1911377"/>
                  </a:lnTo>
                  <a:lnTo>
                    <a:pt x="763706" y="1929623"/>
                  </a:lnTo>
                  <a:lnTo>
                    <a:pt x="765900" y="1993340"/>
                  </a:lnTo>
                  <a:lnTo>
                    <a:pt x="768094" y="2035647"/>
                  </a:lnTo>
                  <a:lnTo>
                    <a:pt x="770288" y="2035923"/>
                  </a:lnTo>
                  <a:lnTo>
                    <a:pt x="772481" y="2024411"/>
                  </a:lnTo>
                  <a:lnTo>
                    <a:pt x="774675" y="2011353"/>
                  </a:lnTo>
                  <a:lnTo>
                    <a:pt x="776869" y="2044577"/>
                  </a:lnTo>
                  <a:lnTo>
                    <a:pt x="779063" y="1934701"/>
                  </a:lnTo>
                  <a:lnTo>
                    <a:pt x="781257" y="1743314"/>
                  </a:lnTo>
                  <a:lnTo>
                    <a:pt x="783450" y="1752894"/>
                  </a:lnTo>
                  <a:lnTo>
                    <a:pt x="785644" y="1784200"/>
                  </a:lnTo>
                  <a:lnTo>
                    <a:pt x="787838" y="1764294"/>
                  </a:lnTo>
                  <a:lnTo>
                    <a:pt x="790032" y="1652775"/>
                  </a:lnTo>
                  <a:lnTo>
                    <a:pt x="792225" y="1614336"/>
                  </a:lnTo>
                  <a:lnTo>
                    <a:pt x="794419" y="1631266"/>
                  </a:lnTo>
                  <a:lnTo>
                    <a:pt x="796613" y="1639230"/>
                  </a:lnTo>
                  <a:lnTo>
                    <a:pt x="798807" y="1646436"/>
                  </a:lnTo>
                  <a:lnTo>
                    <a:pt x="801001" y="1654010"/>
                  </a:lnTo>
                  <a:lnTo>
                    <a:pt x="803194" y="1596978"/>
                  </a:lnTo>
                  <a:lnTo>
                    <a:pt x="805388" y="1536239"/>
                  </a:lnTo>
                  <a:lnTo>
                    <a:pt x="807582" y="1569271"/>
                  </a:lnTo>
                  <a:lnTo>
                    <a:pt x="809776" y="1646517"/>
                  </a:lnTo>
                  <a:lnTo>
                    <a:pt x="811970" y="1724933"/>
                  </a:lnTo>
                  <a:lnTo>
                    <a:pt x="814163" y="1832630"/>
                  </a:lnTo>
                  <a:lnTo>
                    <a:pt x="816357" y="1970814"/>
                  </a:lnTo>
                  <a:lnTo>
                    <a:pt x="818551" y="2024185"/>
                  </a:lnTo>
                  <a:lnTo>
                    <a:pt x="820745" y="1925151"/>
                  </a:lnTo>
                  <a:lnTo>
                    <a:pt x="822938" y="1673812"/>
                  </a:lnTo>
                  <a:lnTo>
                    <a:pt x="825132" y="1426086"/>
                  </a:lnTo>
                  <a:lnTo>
                    <a:pt x="827326" y="1253340"/>
                  </a:lnTo>
                  <a:lnTo>
                    <a:pt x="829520" y="1208281"/>
                  </a:lnTo>
                  <a:lnTo>
                    <a:pt x="831714" y="1241386"/>
                  </a:lnTo>
                  <a:lnTo>
                    <a:pt x="833907" y="1270693"/>
                  </a:lnTo>
                  <a:lnTo>
                    <a:pt x="836101" y="1321907"/>
                  </a:lnTo>
                  <a:lnTo>
                    <a:pt x="838295" y="1387389"/>
                  </a:lnTo>
                  <a:lnTo>
                    <a:pt x="840489" y="1372141"/>
                  </a:lnTo>
                  <a:lnTo>
                    <a:pt x="842682" y="1304092"/>
                  </a:lnTo>
                  <a:lnTo>
                    <a:pt x="844876" y="1321334"/>
                  </a:lnTo>
                  <a:lnTo>
                    <a:pt x="847070" y="1406975"/>
                  </a:lnTo>
                  <a:lnTo>
                    <a:pt x="849264" y="1438395"/>
                  </a:lnTo>
                  <a:lnTo>
                    <a:pt x="851458" y="1465953"/>
                  </a:lnTo>
                  <a:lnTo>
                    <a:pt x="853651" y="1492517"/>
                  </a:lnTo>
                  <a:lnTo>
                    <a:pt x="855845" y="1555164"/>
                  </a:lnTo>
                  <a:lnTo>
                    <a:pt x="858039" y="1530964"/>
                  </a:lnTo>
                  <a:lnTo>
                    <a:pt x="860233" y="1492034"/>
                  </a:lnTo>
                  <a:lnTo>
                    <a:pt x="862427" y="1561026"/>
                  </a:lnTo>
                  <a:lnTo>
                    <a:pt x="864620" y="1590072"/>
                  </a:lnTo>
                  <a:lnTo>
                    <a:pt x="866814" y="1579184"/>
                  </a:lnTo>
                  <a:lnTo>
                    <a:pt x="869008" y="1481553"/>
                  </a:lnTo>
                  <a:lnTo>
                    <a:pt x="871202" y="1405321"/>
                  </a:lnTo>
                  <a:lnTo>
                    <a:pt x="873395" y="1432355"/>
                  </a:lnTo>
                  <a:lnTo>
                    <a:pt x="875589" y="1329390"/>
                  </a:lnTo>
                  <a:lnTo>
                    <a:pt x="877783" y="1164396"/>
                  </a:lnTo>
                  <a:lnTo>
                    <a:pt x="879977" y="1144725"/>
                  </a:lnTo>
                  <a:lnTo>
                    <a:pt x="882171" y="1215297"/>
                  </a:lnTo>
                  <a:lnTo>
                    <a:pt x="884364" y="1267952"/>
                  </a:lnTo>
                  <a:lnTo>
                    <a:pt x="886558" y="1248724"/>
                  </a:lnTo>
                  <a:lnTo>
                    <a:pt x="888752" y="1275141"/>
                  </a:lnTo>
                  <a:lnTo>
                    <a:pt x="890946" y="1411285"/>
                  </a:lnTo>
                  <a:lnTo>
                    <a:pt x="893140" y="1445103"/>
                  </a:lnTo>
                  <a:lnTo>
                    <a:pt x="895333" y="1449889"/>
                  </a:lnTo>
                  <a:lnTo>
                    <a:pt x="897527" y="1524804"/>
                  </a:lnTo>
                  <a:lnTo>
                    <a:pt x="899721" y="1604188"/>
                  </a:lnTo>
                  <a:lnTo>
                    <a:pt x="901915" y="1722294"/>
                  </a:lnTo>
                  <a:lnTo>
                    <a:pt x="904108" y="1794161"/>
                  </a:lnTo>
                  <a:lnTo>
                    <a:pt x="906302" y="1902899"/>
                  </a:lnTo>
                  <a:lnTo>
                    <a:pt x="908496" y="1958331"/>
                  </a:lnTo>
                  <a:lnTo>
                    <a:pt x="910690" y="1862622"/>
                  </a:lnTo>
                  <a:lnTo>
                    <a:pt x="912884" y="1745938"/>
                  </a:lnTo>
                  <a:lnTo>
                    <a:pt x="915077" y="1745861"/>
                  </a:lnTo>
                  <a:lnTo>
                    <a:pt x="917271" y="1877435"/>
                  </a:lnTo>
                  <a:lnTo>
                    <a:pt x="919465" y="1969812"/>
                  </a:lnTo>
                  <a:lnTo>
                    <a:pt x="921659" y="2066535"/>
                  </a:lnTo>
                  <a:lnTo>
                    <a:pt x="923852" y="2267628"/>
                  </a:lnTo>
                  <a:lnTo>
                    <a:pt x="926046" y="2378722"/>
                  </a:lnTo>
                  <a:lnTo>
                    <a:pt x="928240" y="2248129"/>
                  </a:lnTo>
                  <a:lnTo>
                    <a:pt x="930434" y="2024263"/>
                  </a:lnTo>
                  <a:lnTo>
                    <a:pt x="932628" y="1826850"/>
                  </a:lnTo>
                  <a:lnTo>
                    <a:pt x="934821" y="1691165"/>
                  </a:lnTo>
                  <a:lnTo>
                    <a:pt x="937015" y="1558269"/>
                  </a:lnTo>
                  <a:lnTo>
                    <a:pt x="939209" y="1532844"/>
                  </a:lnTo>
                  <a:lnTo>
                    <a:pt x="941403" y="1531643"/>
                  </a:lnTo>
                  <a:lnTo>
                    <a:pt x="943597" y="1470896"/>
                  </a:lnTo>
                  <a:lnTo>
                    <a:pt x="945790" y="1430480"/>
                  </a:lnTo>
                  <a:lnTo>
                    <a:pt x="947984" y="1412277"/>
                  </a:lnTo>
                  <a:lnTo>
                    <a:pt x="950178" y="1396792"/>
                  </a:lnTo>
                  <a:lnTo>
                    <a:pt x="952372" y="1476232"/>
                  </a:lnTo>
                  <a:lnTo>
                    <a:pt x="954565" y="1722188"/>
                  </a:lnTo>
                  <a:lnTo>
                    <a:pt x="956759" y="2002914"/>
                  </a:lnTo>
                  <a:lnTo>
                    <a:pt x="958953" y="2187513"/>
                  </a:lnTo>
                  <a:lnTo>
                    <a:pt x="961147" y="2325946"/>
                  </a:lnTo>
                  <a:lnTo>
                    <a:pt x="963341" y="2386383"/>
                  </a:lnTo>
                  <a:lnTo>
                    <a:pt x="965534" y="2264927"/>
                  </a:lnTo>
                  <a:lnTo>
                    <a:pt x="967728" y="2149722"/>
                  </a:lnTo>
                  <a:lnTo>
                    <a:pt x="969922" y="2104546"/>
                  </a:lnTo>
                  <a:lnTo>
                    <a:pt x="972116" y="2042312"/>
                  </a:lnTo>
                  <a:lnTo>
                    <a:pt x="974309" y="1966185"/>
                  </a:lnTo>
                  <a:lnTo>
                    <a:pt x="976503" y="1938880"/>
                  </a:lnTo>
                  <a:lnTo>
                    <a:pt x="978697" y="1959498"/>
                  </a:lnTo>
                  <a:lnTo>
                    <a:pt x="980891" y="2003544"/>
                  </a:lnTo>
                  <a:lnTo>
                    <a:pt x="983085" y="2056810"/>
                  </a:lnTo>
                  <a:lnTo>
                    <a:pt x="985278" y="2222509"/>
                  </a:lnTo>
                  <a:lnTo>
                    <a:pt x="987472" y="2397416"/>
                  </a:lnTo>
                  <a:lnTo>
                    <a:pt x="989666" y="2567454"/>
                  </a:lnTo>
                  <a:lnTo>
                    <a:pt x="991860" y="2725746"/>
                  </a:lnTo>
                  <a:lnTo>
                    <a:pt x="994054" y="2755853"/>
                  </a:lnTo>
                  <a:lnTo>
                    <a:pt x="996247" y="2702464"/>
                  </a:lnTo>
                  <a:lnTo>
                    <a:pt x="998441" y="2669199"/>
                  </a:lnTo>
                  <a:lnTo>
                    <a:pt x="1000635" y="2604795"/>
                  </a:lnTo>
                  <a:lnTo>
                    <a:pt x="1002829" y="2413500"/>
                  </a:lnTo>
                  <a:lnTo>
                    <a:pt x="1005022" y="2196759"/>
                  </a:lnTo>
                  <a:lnTo>
                    <a:pt x="1007216" y="2140401"/>
                  </a:lnTo>
                  <a:lnTo>
                    <a:pt x="1009410" y="2162167"/>
                  </a:lnTo>
                  <a:lnTo>
                    <a:pt x="1011604" y="2048121"/>
                  </a:lnTo>
                  <a:lnTo>
                    <a:pt x="1013798" y="1919455"/>
                  </a:lnTo>
                  <a:lnTo>
                    <a:pt x="1015991" y="1878400"/>
                  </a:lnTo>
                  <a:lnTo>
                    <a:pt x="1018185" y="1774088"/>
                  </a:lnTo>
                  <a:lnTo>
                    <a:pt x="1020379" y="1596093"/>
                  </a:lnTo>
                  <a:lnTo>
                    <a:pt x="1022573" y="1373086"/>
                  </a:lnTo>
                  <a:lnTo>
                    <a:pt x="1024766" y="1221759"/>
                  </a:lnTo>
                  <a:lnTo>
                    <a:pt x="1026960" y="1146266"/>
                  </a:lnTo>
                  <a:lnTo>
                    <a:pt x="1029154" y="1101533"/>
                  </a:lnTo>
                  <a:lnTo>
                    <a:pt x="1031348" y="1128159"/>
                  </a:lnTo>
                  <a:lnTo>
                    <a:pt x="1033542" y="1091838"/>
                  </a:lnTo>
                  <a:lnTo>
                    <a:pt x="1035735" y="1079666"/>
                  </a:lnTo>
                  <a:lnTo>
                    <a:pt x="1037929" y="1103658"/>
                  </a:lnTo>
                  <a:lnTo>
                    <a:pt x="1040123" y="1107933"/>
                  </a:lnTo>
                  <a:lnTo>
                    <a:pt x="1042317" y="1128950"/>
                  </a:lnTo>
                  <a:lnTo>
                    <a:pt x="1044511" y="1140073"/>
                  </a:lnTo>
                  <a:lnTo>
                    <a:pt x="1046704" y="1210407"/>
                  </a:lnTo>
                  <a:lnTo>
                    <a:pt x="1048898" y="1278778"/>
                  </a:lnTo>
                  <a:lnTo>
                    <a:pt x="1051092" y="1322202"/>
                  </a:lnTo>
                  <a:lnTo>
                    <a:pt x="1053286" y="1340097"/>
                  </a:lnTo>
                  <a:lnTo>
                    <a:pt x="1055479" y="1362164"/>
                  </a:lnTo>
                  <a:lnTo>
                    <a:pt x="1057673" y="1426329"/>
                  </a:lnTo>
                  <a:lnTo>
                    <a:pt x="1059867" y="1410313"/>
                  </a:lnTo>
                  <a:lnTo>
                    <a:pt x="1062061" y="1415917"/>
                  </a:lnTo>
                  <a:lnTo>
                    <a:pt x="1064255" y="1428397"/>
                  </a:lnTo>
                  <a:lnTo>
                    <a:pt x="1066448" y="1462298"/>
                  </a:lnTo>
                  <a:lnTo>
                    <a:pt x="1068642" y="1463596"/>
                  </a:lnTo>
                  <a:lnTo>
                    <a:pt x="1070836" y="1454407"/>
                  </a:lnTo>
                  <a:lnTo>
                    <a:pt x="1073030" y="1472957"/>
                  </a:lnTo>
                  <a:lnTo>
                    <a:pt x="1075224" y="1393891"/>
                  </a:lnTo>
                  <a:lnTo>
                    <a:pt x="1077417" y="1354577"/>
                  </a:lnTo>
                  <a:lnTo>
                    <a:pt x="1079611" y="1316968"/>
                  </a:lnTo>
                  <a:lnTo>
                    <a:pt x="1081805" y="1259329"/>
                  </a:lnTo>
                  <a:lnTo>
                    <a:pt x="1083999" y="1236119"/>
                  </a:lnTo>
                  <a:lnTo>
                    <a:pt x="1086192" y="1197870"/>
                  </a:lnTo>
                  <a:lnTo>
                    <a:pt x="1088386" y="1270800"/>
                  </a:lnTo>
                  <a:lnTo>
                    <a:pt x="1090580" y="1414058"/>
                  </a:lnTo>
                  <a:lnTo>
                    <a:pt x="1092774" y="1634401"/>
                  </a:lnTo>
                  <a:lnTo>
                    <a:pt x="1094968" y="1903628"/>
                  </a:lnTo>
                  <a:lnTo>
                    <a:pt x="1097161" y="2014195"/>
                  </a:lnTo>
                  <a:lnTo>
                    <a:pt x="1099355" y="2061833"/>
                  </a:lnTo>
                  <a:lnTo>
                    <a:pt x="1101549" y="2096171"/>
                  </a:lnTo>
                  <a:lnTo>
                    <a:pt x="1103743" y="2042334"/>
                  </a:lnTo>
                  <a:lnTo>
                    <a:pt x="1105936" y="1873118"/>
                  </a:lnTo>
                  <a:lnTo>
                    <a:pt x="1108130" y="1744937"/>
                  </a:lnTo>
                  <a:lnTo>
                    <a:pt x="1110324" y="1863548"/>
                  </a:lnTo>
                  <a:lnTo>
                    <a:pt x="1112518" y="2060984"/>
                  </a:lnTo>
                  <a:lnTo>
                    <a:pt x="1114712" y="2196330"/>
                  </a:lnTo>
                  <a:lnTo>
                    <a:pt x="1116905" y="2267511"/>
                  </a:lnTo>
                  <a:lnTo>
                    <a:pt x="1119099" y="2307696"/>
                  </a:lnTo>
                  <a:lnTo>
                    <a:pt x="1121293" y="2254237"/>
                  </a:lnTo>
                  <a:lnTo>
                    <a:pt x="1123487" y="1987812"/>
                  </a:lnTo>
                  <a:lnTo>
                    <a:pt x="1125681" y="1717706"/>
                  </a:lnTo>
                  <a:lnTo>
                    <a:pt x="1127874" y="1477048"/>
                  </a:lnTo>
                  <a:lnTo>
                    <a:pt x="1130068" y="1304207"/>
                  </a:lnTo>
                  <a:lnTo>
                    <a:pt x="1132262" y="1205615"/>
                  </a:lnTo>
                  <a:lnTo>
                    <a:pt x="1134456" y="1192668"/>
                  </a:lnTo>
                  <a:lnTo>
                    <a:pt x="1136649" y="1315233"/>
                  </a:lnTo>
                  <a:lnTo>
                    <a:pt x="1138843" y="1368470"/>
                  </a:lnTo>
                  <a:lnTo>
                    <a:pt x="1141037" y="1322974"/>
                  </a:lnTo>
                  <a:lnTo>
                    <a:pt x="1143231" y="1331962"/>
                  </a:lnTo>
                  <a:lnTo>
                    <a:pt x="1145425" y="1388161"/>
                  </a:lnTo>
                  <a:lnTo>
                    <a:pt x="1147618" y="1415406"/>
                  </a:lnTo>
                  <a:lnTo>
                    <a:pt x="1149812" y="1404538"/>
                  </a:lnTo>
                  <a:lnTo>
                    <a:pt x="1152006" y="1448093"/>
                  </a:lnTo>
                  <a:lnTo>
                    <a:pt x="1154200" y="1568099"/>
                  </a:lnTo>
                  <a:lnTo>
                    <a:pt x="1156393" y="1573146"/>
                  </a:lnTo>
                  <a:lnTo>
                    <a:pt x="1158587" y="1441798"/>
                  </a:lnTo>
                  <a:lnTo>
                    <a:pt x="1160781" y="1294173"/>
                  </a:lnTo>
                  <a:lnTo>
                    <a:pt x="1162975" y="1177400"/>
                  </a:lnTo>
                  <a:lnTo>
                    <a:pt x="1165169" y="1125676"/>
                  </a:lnTo>
                  <a:lnTo>
                    <a:pt x="1167362" y="1078052"/>
                  </a:lnTo>
                  <a:lnTo>
                    <a:pt x="1169556" y="1031415"/>
                  </a:lnTo>
                  <a:lnTo>
                    <a:pt x="1171750" y="1066780"/>
                  </a:lnTo>
                  <a:lnTo>
                    <a:pt x="1173944" y="1132412"/>
                  </a:lnTo>
                  <a:lnTo>
                    <a:pt x="1176138" y="1082674"/>
                  </a:lnTo>
                  <a:lnTo>
                    <a:pt x="1178331" y="932872"/>
                  </a:lnTo>
                  <a:lnTo>
                    <a:pt x="1180525" y="787240"/>
                  </a:lnTo>
                  <a:lnTo>
                    <a:pt x="1182719" y="697131"/>
                  </a:lnTo>
                  <a:lnTo>
                    <a:pt x="1184913" y="562572"/>
                  </a:lnTo>
                  <a:lnTo>
                    <a:pt x="1187106" y="399925"/>
                  </a:lnTo>
                  <a:lnTo>
                    <a:pt x="1189300" y="310366"/>
                  </a:lnTo>
                  <a:lnTo>
                    <a:pt x="1191494" y="329055"/>
                  </a:lnTo>
                  <a:lnTo>
                    <a:pt x="1193688" y="366015"/>
                  </a:lnTo>
                  <a:lnTo>
                    <a:pt x="1195882" y="367784"/>
                  </a:lnTo>
                  <a:lnTo>
                    <a:pt x="1198075" y="396494"/>
                  </a:lnTo>
                  <a:lnTo>
                    <a:pt x="1200269" y="451784"/>
                  </a:lnTo>
                  <a:lnTo>
                    <a:pt x="1202463" y="614607"/>
                  </a:lnTo>
                  <a:lnTo>
                    <a:pt x="1204657" y="767320"/>
                  </a:lnTo>
                  <a:lnTo>
                    <a:pt x="1206851" y="883336"/>
                  </a:lnTo>
                  <a:lnTo>
                    <a:pt x="1209044" y="994580"/>
                  </a:lnTo>
                  <a:lnTo>
                    <a:pt x="1211238" y="1090978"/>
                  </a:lnTo>
                  <a:lnTo>
                    <a:pt x="1213432" y="1166109"/>
                  </a:lnTo>
                  <a:lnTo>
                    <a:pt x="1215626" y="1133285"/>
                  </a:lnTo>
                  <a:lnTo>
                    <a:pt x="1217819" y="1052895"/>
                  </a:lnTo>
                  <a:lnTo>
                    <a:pt x="1220013" y="940078"/>
                  </a:lnTo>
                  <a:lnTo>
                    <a:pt x="1222207" y="867289"/>
                  </a:lnTo>
                  <a:lnTo>
                    <a:pt x="1224401" y="814077"/>
                  </a:lnTo>
                  <a:lnTo>
                    <a:pt x="1226595" y="770460"/>
                  </a:lnTo>
                  <a:lnTo>
                    <a:pt x="1228788" y="770595"/>
                  </a:lnTo>
                  <a:lnTo>
                    <a:pt x="1230982" y="818108"/>
                  </a:lnTo>
                  <a:lnTo>
                    <a:pt x="1233176" y="948626"/>
                  </a:lnTo>
                  <a:lnTo>
                    <a:pt x="1235370" y="1032061"/>
                  </a:lnTo>
                  <a:lnTo>
                    <a:pt x="1237563" y="1104184"/>
                  </a:lnTo>
                  <a:lnTo>
                    <a:pt x="1239757" y="1212977"/>
                  </a:lnTo>
                  <a:lnTo>
                    <a:pt x="1241951" y="1320617"/>
                  </a:lnTo>
                  <a:lnTo>
                    <a:pt x="1244145" y="1294251"/>
                  </a:lnTo>
                  <a:lnTo>
                    <a:pt x="1246339" y="1164687"/>
                  </a:lnTo>
                  <a:lnTo>
                    <a:pt x="1248532" y="1086182"/>
                  </a:lnTo>
                  <a:lnTo>
                    <a:pt x="1250726" y="1017905"/>
                  </a:lnTo>
                  <a:lnTo>
                    <a:pt x="1252920" y="955731"/>
                  </a:lnTo>
                  <a:lnTo>
                    <a:pt x="1255114" y="854002"/>
                  </a:lnTo>
                  <a:lnTo>
                    <a:pt x="1257308" y="765187"/>
                  </a:lnTo>
                  <a:lnTo>
                    <a:pt x="1259501" y="746545"/>
                  </a:lnTo>
                  <a:lnTo>
                    <a:pt x="1261695" y="708401"/>
                  </a:lnTo>
                  <a:lnTo>
                    <a:pt x="1263889" y="687006"/>
                  </a:lnTo>
                  <a:lnTo>
                    <a:pt x="1266083" y="624659"/>
                  </a:lnTo>
                  <a:lnTo>
                    <a:pt x="1268276" y="575579"/>
                  </a:lnTo>
                  <a:lnTo>
                    <a:pt x="1270470" y="618777"/>
                  </a:lnTo>
                  <a:lnTo>
                    <a:pt x="1272664" y="658359"/>
                  </a:lnTo>
                  <a:lnTo>
                    <a:pt x="1274858" y="759242"/>
                  </a:lnTo>
                  <a:lnTo>
                    <a:pt x="1277052" y="886769"/>
                  </a:lnTo>
                  <a:lnTo>
                    <a:pt x="1279245" y="934017"/>
                  </a:lnTo>
                  <a:lnTo>
                    <a:pt x="1281439" y="938345"/>
                  </a:lnTo>
                  <a:lnTo>
                    <a:pt x="1283633" y="931848"/>
                  </a:lnTo>
                  <a:lnTo>
                    <a:pt x="1285827" y="915459"/>
                  </a:lnTo>
                  <a:lnTo>
                    <a:pt x="1288020" y="852793"/>
                  </a:lnTo>
                  <a:lnTo>
                    <a:pt x="1290214" y="783479"/>
                  </a:lnTo>
                  <a:lnTo>
                    <a:pt x="1292408" y="740987"/>
                  </a:lnTo>
                  <a:lnTo>
                    <a:pt x="1294602" y="696007"/>
                  </a:lnTo>
                  <a:lnTo>
                    <a:pt x="1296796" y="629452"/>
                  </a:lnTo>
                  <a:lnTo>
                    <a:pt x="1298989" y="606124"/>
                  </a:lnTo>
                  <a:lnTo>
                    <a:pt x="1301183" y="670658"/>
                  </a:lnTo>
                  <a:lnTo>
                    <a:pt x="1303377" y="779165"/>
                  </a:lnTo>
                  <a:lnTo>
                    <a:pt x="1305571" y="910924"/>
                  </a:lnTo>
                  <a:lnTo>
                    <a:pt x="1307765" y="1048660"/>
                  </a:lnTo>
                  <a:lnTo>
                    <a:pt x="1309958" y="1113710"/>
                  </a:lnTo>
                  <a:lnTo>
                    <a:pt x="1312152" y="1155879"/>
                  </a:lnTo>
                  <a:lnTo>
                    <a:pt x="1314346" y="1115069"/>
                  </a:lnTo>
                  <a:lnTo>
                    <a:pt x="1316540" y="1024901"/>
                  </a:lnTo>
                  <a:lnTo>
                    <a:pt x="1318733" y="923905"/>
                  </a:lnTo>
                  <a:lnTo>
                    <a:pt x="1320927" y="888109"/>
                  </a:lnTo>
                  <a:lnTo>
                    <a:pt x="1323121" y="954619"/>
                  </a:lnTo>
                  <a:lnTo>
                    <a:pt x="1325315" y="997555"/>
                  </a:lnTo>
                  <a:lnTo>
                    <a:pt x="1327509" y="1013745"/>
                  </a:lnTo>
                  <a:lnTo>
                    <a:pt x="1329702" y="1015986"/>
                  </a:lnTo>
                  <a:lnTo>
                    <a:pt x="1331896" y="1034386"/>
                  </a:lnTo>
                  <a:lnTo>
                    <a:pt x="1334090" y="1059074"/>
                  </a:lnTo>
                  <a:lnTo>
                    <a:pt x="1336284" y="1106143"/>
                  </a:lnTo>
                  <a:lnTo>
                    <a:pt x="1338478" y="1152963"/>
                  </a:lnTo>
                  <a:lnTo>
                    <a:pt x="1340671" y="1202058"/>
                  </a:lnTo>
                  <a:lnTo>
                    <a:pt x="1342865" y="1191839"/>
                  </a:lnTo>
                  <a:lnTo>
                    <a:pt x="1345059" y="1191782"/>
                  </a:lnTo>
                  <a:lnTo>
                    <a:pt x="1347253" y="1148989"/>
                  </a:lnTo>
                  <a:lnTo>
                    <a:pt x="1349446" y="1011416"/>
                  </a:lnTo>
                  <a:lnTo>
                    <a:pt x="1351640" y="926764"/>
                  </a:lnTo>
                  <a:lnTo>
                    <a:pt x="1353834" y="969769"/>
                  </a:lnTo>
                  <a:lnTo>
                    <a:pt x="1356028" y="1075893"/>
                  </a:lnTo>
                  <a:lnTo>
                    <a:pt x="1358222" y="1054455"/>
                  </a:lnTo>
                  <a:lnTo>
                    <a:pt x="1360415" y="1009607"/>
                  </a:lnTo>
                  <a:lnTo>
                    <a:pt x="1362609" y="1043498"/>
                  </a:lnTo>
                  <a:lnTo>
                    <a:pt x="1364803" y="1053515"/>
                  </a:lnTo>
                  <a:lnTo>
                    <a:pt x="1366997" y="938339"/>
                  </a:lnTo>
                  <a:lnTo>
                    <a:pt x="1369190" y="822993"/>
                  </a:lnTo>
                  <a:lnTo>
                    <a:pt x="1371384" y="903761"/>
                  </a:lnTo>
                  <a:lnTo>
                    <a:pt x="1373578" y="1035613"/>
                  </a:lnTo>
                  <a:lnTo>
                    <a:pt x="1375772" y="1186287"/>
                  </a:lnTo>
                  <a:lnTo>
                    <a:pt x="1377966" y="1250345"/>
                  </a:lnTo>
                  <a:lnTo>
                    <a:pt x="1380159" y="1321687"/>
                  </a:lnTo>
                  <a:lnTo>
                    <a:pt x="1382353" y="1418829"/>
                  </a:lnTo>
                  <a:lnTo>
                    <a:pt x="1384547" y="1434587"/>
                  </a:lnTo>
                  <a:lnTo>
                    <a:pt x="1386741" y="1379891"/>
                  </a:lnTo>
                  <a:lnTo>
                    <a:pt x="1388935" y="1219827"/>
                  </a:lnTo>
                  <a:lnTo>
                    <a:pt x="1391128" y="1119726"/>
                  </a:lnTo>
                  <a:lnTo>
                    <a:pt x="1393322" y="1044010"/>
                  </a:lnTo>
                  <a:lnTo>
                    <a:pt x="1395516" y="907146"/>
                  </a:lnTo>
                  <a:lnTo>
                    <a:pt x="1397710" y="810024"/>
                  </a:lnTo>
                  <a:lnTo>
                    <a:pt x="1399903" y="804232"/>
                  </a:lnTo>
                  <a:lnTo>
                    <a:pt x="1402097" y="882152"/>
                  </a:lnTo>
                  <a:lnTo>
                    <a:pt x="1404291" y="931673"/>
                  </a:lnTo>
                  <a:lnTo>
                    <a:pt x="1406485" y="1040763"/>
                  </a:lnTo>
                  <a:lnTo>
                    <a:pt x="1408679" y="1230020"/>
                  </a:lnTo>
                  <a:lnTo>
                    <a:pt x="1410872" y="1385138"/>
                  </a:lnTo>
                  <a:lnTo>
                    <a:pt x="1413066" y="1519704"/>
                  </a:lnTo>
                  <a:lnTo>
                    <a:pt x="1415260" y="1630458"/>
                  </a:lnTo>
                  <a:lnTo>
                    <a:pt x="1417454" y="1734827"/>
                  </a:lnTo>
                  <a:lnTo>
                    <a:pt x="1419647" y="1736505"/>
                  </a:lnTo>
                  <a:lnTo>
                    <a:pt x="1421841" y="1669429"/>
                  </a:lnTo>
                  <a:lnTo>
                    <a:pt x="1424035" y="1524925"/>
                  </a:lnTo>
                  <a:lnTo>
                    <a:pt x="1426229" y="1382742"/>
                  </a:lnTo>
                  <a:lnTo>
                    <a:pt x="1428423" y="1251076"/>
                  </a:lnTo>
                  <a:lnTo>
                    <a:pt x="1430616" y="1103550"/>
                  </a:lnTo>
                  <a:lnTo>
                    <a:pt x="1432810" y="921466"/>
                  </a:lnTo>
                  <a:lnTo>
                    <a:pt x="1435004" y="750016"/>
                  </a:lnTo>
                  <a:lnTo>
                    <a:pt x="1437198" y="672064"/>
                  </a:lnTo>
                  <a:lnTo>
                    <a:pt x="1439392" y="552896"/>
                  </a:lnTo>
                  <a:lnTo>
                    <a:pt x="1441585" y="390772"/>
                  </a:lnTo>
                  <a:lnTo>
                    <a:pt x="1443779" y="359410"/>
                  </a:lnTo>
                  <a:lnTo>
                    <a:pt x="1445973" y="394158"/>
                  </a:lnTo>
                  <a:lnTo>
                    <a:pt x="1448167" y="381690"/>
                  </a:lnTo>
                  <a:lnTo>
                    <a:pt x="1450360" y="385096"/>
                  </a:lnTo>
                  <a:lnTo>
                    <a:pt x="1452554" y="453883"/>
                  </a:lnTo>
                  <a:lnTo>
                    <a:pt x="1454748" y="559748"/>
                  </a:lnTo>
                  <a:lnTo>
                    <a:pt x="1456942" y="531395"/>
                  </a:lnTo>
                  <a:lnTo>
                    <a:pt x="1459136" y="481956"/>
                  </a:lnTo>
                  <a:lnTo>
                    <a:pt x="1461329" y="530384"/>
                  </a:lnTo>
                  <a:lnTo>
                    <a:pt x="1463523" y="545654"/>
                  </a:lnTo>
                  <a:lnTo>
                    <a:pt x="1465717" y="568921"/>
                  </a:lnTo>
                  <a:lnTo>
                    <a:pt x="1467911" y="591171"/>
                  </a:lnTo>
                  <a:lnTo>
                    <a:pt x="1470105" y="667435"/>
                  </a:lnTo>
                  <a:lnTo>
                    <a:pt x="1472298" y="791481"/>
                  </a:lnTo>
                  <a:lnTo>
                    <a:pt x="1474492" y="841974"/>
                  </a:lnTo>
                  <a:lnTo>
                    <a:pt x="1476686" y="902554"/>
                  </a:lnTo>
                  <a:lnTo>
                    <a:pt x="1478880" y="1016173"/>
                  </a:lnTo>
                  <a:lnTo>
                    <a:pt x="1481073" y="1215584"/>
                  </a:lnTo>
                  <a:lnTo>
                    <a:pt x="1483267" y="1342773"/>
                  </a:lnTo>
                  <a:lnTo>
                    <a:pt x="1485461" y="1402811"/>
                  </a:lnTo>
                  <a:lnTo>
                    <a:pt x="1487655" y="1477889"/>
                  </a:lnTo>
                  <a:lnTo>
                    <a:pt x="1489849" y="1602690"/>
                  </a:lnTo>
                  <a:lnTo>
                    <a:pt x="1492042" y="1641593"/>
                  </a:lnTo>
                  <a:lnTo>
                    <a:pt x="1494236" y="1509993"/>
                  </a:lnTo>
                  <a:lnTo>
                    <a:pt x="1496430" y="1405088"/>
                  </a:lnTo>
                  <a:lnTo>
                    <a:pt x="1498624" y="1340012"/>
                  </a:lnTo>
                  <a:lnTo>
                    <a:pt x="1500817" y="1291686"/>
                  </a:lnTo>
                  <a:lnTo>
                    <a:pt x="1503011" y="1196128"/>
                  </a:lnTo>
                  <a:lnTo>
                    <a:pt x="1505205" y="1078018"/>
                  </a:lnTo>
                  <a:lnTo>
                    <a:pt x="1507399" y="1050657"/>
                  </a:lnTo>
                  <a:lnTo>
                    <a:pt x="1509593" y="1043873"/>
                  </a:lnTo>
                  <a:lnTo>
                    <a:pt x="1511786" y="1102967"/>
                  </a:lnTo>
                  <a:lnTo>
                    <a:pt x="1513980" y="1168814"/>
                  </a:lnTo>
                  <a:lnTo>
                    <a:pt x="1516174" y="1159733"/>
                  </a:lnTo>
                  <a:lnTo>
                    <a:pt x="1518368" y="1120993"/>
                  </a:lnTo>
                  <a:lnTo>
                    <a:pt x="1520562" y="1119010"/>
                  </a:lnTo>
                  <a:lnTo>
                    <a:pt x="1522755" y="1243465"/>
                  </a:lnTo>
                  <a:lnTo>
                    <a:pt x="1524949" y="1402624"/>
                  </a:lnTo>
                  <a:lnTo>
                    <a:pt x="1527143" y="1560112"/>
                  </a:lnTo>
                  <a:lnTo>
                    <a:pt x="1529337" y="1652809"/>
                  </a:lnTo>
                  <a:lnTo>
                    <a:pt x="1531530" y="1719283"/>
                  </a:lnTo>
                  <a:lnTo>
                    <a:pt x="1533724" y="1794605"/>
                  </a:lnTo>
                  <a:lnTo>
                    <a:pt x="1535918" y="1811585"/>
                  </a:lnTo>
                  <a:lnTo>
                    <a:pt x="1538112" y="1729398"/>
                  </a:lnTo>
                  <a:lnTo>
                    <a:pt x="1540306" y="1637097"/>
                  </a:lnTo>
                  <a:lnTo>
                    <a:pt x="1542499" y="1618939"/>
                  </a:lnTo>
                  <a:lnTo>
                    <a:pt x="1544693" y="1591903"/>
                  </a:lnTo>
                  <a:lnTo>
                    <a:pt x="1546887" y="1470257"/>
                  </a:lnTo>
                  <a:lnTo>
                    <a:pt x="1549081" y="1316104"/>
                  </a:lnTo>
                  <a:lnTo>
                    <a:pt x="1551274" y="1130782"/>
                  </a:lnTo>
                  <a:lnTo>
                    <a:pt x="1553468" y="949286"/>
                  </a:lnTo>
                  <a:lnTo>
                    <a:pt x="1555662" y="919269"/>
                  </a:lnTo>
                  <a:lnTo>
                    <a:pt x="1557856" y="934687"/>
                  </a:lnTo>
                  <a:lnTo>
                    <a:pt x="1560050" y="938757"/>
                  </a:lnTo>
                  <a:lnTo>
                    <a:pt x="1562243" y="880893"/>
                  </a:lnTo>
                  <a:lnTo>
                    <a:pt x="1564437" y="854598"/>
                  </a:lnTo>
                  <a:lnTo>
                    <a:pt x="1566631" y="893798"/>
                  </a:lnTo>
                  <a:lnTo>
                    <a:pt x="1568825" y="809627"/>
                  </a:lnTo>
                  <a:lnTo>
                    <a:pt x="1571019" y="680603"/>
                  </a:lnTo>
                  <a:lnTo>
                    <a:pt x="1573212" y="585792"/>
                  </a:lnTo>
                  <a:lnTo>
                    <a:pt x="1575406" y="565245"/>
                  </a:lnTo>
                  <a:lnTo>
                    <a:pt x="1577600" y="559032"/>
                  </a:lnTo>
                  <a:lnTo>
                    <a:pt x="1579794" y="471877"/>
                  </a:lnTo>
                  <a:lnTo>
                    <a:pt x="1581987" y="436255"/>
                  </a:lnTo>
                  <a:lnTo>
                    <a:pt x="1584181" y="527579"/>
                  </a:lnTo>
                  <a:lnTo>
                    <a:pt x="1586375" y="679046"/>
                  </a:lnTo>
                  <a:lnTo>
                    <a:pt x="1588569" y="759042"/>
                  </a:lnTo>
                  <a:lnTo>
                    <a:pt x="1590763" y="770267"/>
                  </a:lnTo>
                  <a:lnTo>
                    <a:pt x="1592956" y="810274"/>
                  </a:lnTo>
                  <a:lnTo>
                    <a:pt x="1595150" y="849212"/>
                  </a:lnTo>
                  <a:lnTo>
                    <a:pt x="1597344" y="870853"/>
                  </a:lnTo>
                  <a:lnTo>
                    <a:pt x="1599538" y="829034"/>
                  </a:lnTo>
                  <a:lnTo>
                    <a:pt x="1601731" y="801851"/>
                  </a:lnTo>
                  <a:lnTo>
                    <a:pt x="1603925" y="878810"/>
                  </a:lnTo>
                  <a:lnTo>
                    <a:pt x="1606119" y="956741"/>
                  </a:lnTo>
                  <a:lnTo>
                    <a:pt x="1608313" y="985931"/>
                  </a:lnTo>
                  <a:lnTo>
                    <a:pt x="1610507" y="1035557"/>
                  </a:lnTo>
                  <a:lnTo>
                    <a:pt x="1612700" y="1103085"/>
                  </a:lnTo>
                  <a:lnTo>
                    <a:pt x="1614894" y="1152355"/>
                  </a:lnTo>
                  <a:lnTo>
                    <a:pt x="1617088" y="1234956"/>
                  </a:lnTo>
                  <a:lnTo>
                    <a:pt x="1619282" y="1274068"/>
                  </a:lnTo>
                  <a:lnTo>
                    <a:pt x="1621476" y="1253349"/>
                  </a:lnTo>
                  <a:lnTo>
                    <a:pt x="1623669" y="1192219"/>
                  </a:lnTo>
                  <a:lnTo>
                    <a:pt x="1625863" y="1228066"/>
                  </a:lnTo>
                  <a:lnTo>
                    <a:pt x="1628057" y="1295268"/>
                  </a:lnTo>
                  <a:lnTo>
                    <a:pt x="1630251" y="1229781"/>
                  </a:lnTo>
                  <a:lnTo>
                    <a:pt x="1632444" y="1208786"/>
                  </a:lnTo>
                  <a:lnTo>
                    <a:pt x="1634638" y="1269294"/>
                  </a:lnTo>
                  <a:lnTo>
                    <a:pt x="1636832" y="1299334"/>
                  </a:lnTo>
                  <a:lnTo>
                    <a:pt x="1639026" y="1224370"/>
                  </a:lnTo>
                  <a:lnTo>
                    <a:pt x="1641220" y="1141079"/>
                  </a:lnTo>
                  <a:lnTo>
                    <a:pt x="1643413" y="1157380"/>
                  </a:lnTo>
                  <a:lnTo>
                    <a:pt x="1645607" y="1114777"/>
                  </a:lnTo>
                  <a:lnTo>
                    <a:pt x="1647801" y="1063345"/>
                  </a:lnTo>
                  <a:lnTo>
                    <a:pt x="1649995" y="1032837"/>
                  </a:lnTo>
                  <a:lnTo>
                    <a:pt x="1652189" y="1019111"/>
                  </a:lnTo>
                  <a:lnTo>
                    <a:pt x="1654382" y="1053366"/>
                  </a:lnTo>
                  <a:lnTo>
                    <a:pt x="1656576" y="1027933"/>
                  </a:lnTo>
                  <a:lnTo>
                    <a:pt x="1658770" y="1054387"/>
                  </a:lnTo>
                  <a:lnTo>
                    <a:pt x="1660964" y="1137897"/>
                  </a:lnTo>
                  <a:lnTo>
                    <a:pt x="1663157" y="1177548"/>
                  </a:lnTo>
                  <a:lnTo>
                    <a:pt x="1665351" y="1188998"/>
                  </a:lnTo>
                  <a:lnTo>
                    <a:pt x="1667545" y="1245203"/>
                  </a:lnTo>
                  <a:lnTo>
                    <a:pt x="1669739" y="1415549"/>
                  </a:lnTo>
                  <a:lnTo>
                    <a:pt x="1671933" y="1652005"/>
                  </a:lnTo>
                  <a:lnTo>
                    <a:pt x="1674126" y="1804049"/>
                  </a:lnTo>
                  <a:lnTo>
                    <a:pt x="1676320" y="1950823"/>
                  </a:lnTo>
                  <a:lnTo>
                    <a:pt x="1678514" y="2160204"/>
                  </a:lnTo>
                  <a:lnTo>
                    <a:pt x="1680708" y="2276408"/>
                  </a:lnTo>
                  <a:lnTo>
                    <a:pt x="1682901" y="2215731"/>
                  </a:lnTo>
                  <a:lnTo>
                    <a:pt x="1685095" y="2046875"/>
                  </a:lnTo>
                  <a:lnTo>
                    <a:pt x="1687289" y="1906346"/>
                  </a:lnTo>
                  <a:lnTo>
                    <a:pt x="1689483" y="1885009"/>
                  </a:lnTo>
                  <a:lnTo>
                    <a:pt x="1691677" y="1918649"/>
                  </a:lnTo>
                  <a:lnTo>
                    <a:pt x="1693870" y="1978425"/>
                  </a:lnTo>
                  <a:lnTo>
                    <a:pt x="1696064" y="2103474"/>
                  </a:lnTo>
                  <a:lnTo>
                    <a:pt x="1698258" y="2149065"/>
                  </a:lnTo>
                  <a:lnTo>
                    <a:pt x="1700452" y="2222184"/>
                  </a:lnTo>
                  <a:lnTo>
                    <a:pt x="1702646" y="2281575"/>
                  </a:lnTo>
                  <a:lnTo>
                    <a:pt x="1704839" y="2271401"/>
                  </a:lnTo>
                  <a:lnTo>
                    <a:pt x="1707033" y="2283412"/>
                  </a:lnTo>
                  <a:lnTo>
                    <a:pt x="1709227" y="2263789"/>
                  </a:lnTo>
                  <a:lnTo>
                    <a:pt x="1711421" y="2337979"/>
                  </a:lnTo>
                  <a:lnTo>
                    <a:pt x="1713614" y="2416017"/>
                  </a:lnTo>
                  <a:lnTo>
                    <a:pt x="1715808" y="2436442"/>
                  </a:lnTo>
                  <a:lnTo>
                    <a:pt x="1718002" y="2372432"/>
                  </a:lnTo>
                  <a:lnTo>
                    <a:pt x="1720196" y="2219471"/>
                  </a:lnTo>
                  <a:lnTo>
                    <a:pt x="1722390" y="2111803"/>
                  </a:lnTo>
                  <a:lnTo>
                    <a:pt x="1724583" y="2100106"/>
                  </a:lnTo>
                  <a:lnTo>
                    <a:pt x="1726777" y="2007763"/>
                  </a:lnTo>
                  <a:lnTo>
                    <a:pt x="1728971" y="1885329"/>
                  </a:lnTo>
                  <a:lnTo>
                    <a:pt x="1731165" y="1822896"/>
                  </a:lnTo>
                  <a:lnTo>
                    <a:pt x="1733358" y="1800513"/>
                  </a:lnTo>
                  <a:lnTo>
                    <a:pt x="1735552" y="1848552"/>
                  </a:lnTo>
                  <a:lnTo>
                    <a:pt x="1737746" y="1835337"/>
                  </a:lnTo>
                  <a:lnTo>
                    <a:pt x="1739940" y="1833373"/>
                  </a:lnTo>
                  <a:lnTo>
                    <a:pt x="1742134" y="1835145"/>
                  </a:lnTo>
                  <a:lnTo>
                    <a:pt x="1744327" y="1798031"/>
                  </a:lnTo>
                  <a:lnTo>
                    <a:pt x="1746521" y="1871731"/>
                  </a:lnTo>
                  <a:lnTo>
                    <a:pt x="1748715" y="1923262"/>
                  </a:lnTo>
                  <a:lnTo>
                    <a:pt x="1750909" y="1939750"/>
                  </a:lnTo>
                  <a:lnTo>
                    <a:pt x="1753103" y="1939379"/>
                  </a:lnTo>
                  <a:lnTo>
                    <a:pt x="1755296" y="1912944"/>
                  </a:lnTo>
                  <a:lnTo>
                    <a:pt x="1757490" y="1968989"/>
                  </a:lnTo>
                  <a:lnTo>
                    <a:pt x="1759684" y="1998340"/>
                  </a:lnTo>
                  <a:lnTo>
                    <a:pt x="1761878" y="1952703"/>
                  </a:lnTo>
                  <a:lnTo>
                    <a:pt x="1764071" y="1880867"/>
                  </a:lnTo>
                  <a:lnTo>
                    <a:pt x="1766265" y="1823038"/>
                  </a:lnTo>
                  <a:lnTo>
                    <a:pt x="1768459" y="1819808"/>
                  </a:lnTo>
                  <a:lnTo>
                    <a:pt x="1770653" y="1717650"/>
                  </a:lnTo>
                  <a:lnTo>
                    <a:pt x="1772847" y="1599431"/>
                  </a:lnTo>
                  <a:lnTo>
                    <a:pt x="1775040" y="1651335"/>
                  </a:lnTo>
                  <a:lnTo>
                    <a:pt x="1777234" y="1729379"/>
                  </a:lnTo>
                  <a:lnTo>
                    <a:pt x="1779428" y="1806266"/>
                  </a:lnTo>
                  <a:lnTo>
                    <a:pt x="1781622" y="1839739"/>
                  </a:lnTo>
                  <a:lnTo>
                    <a:pt x="1783816" y="1910137"/>
                  </a:lnTo>
                  <a:lnTo>
                    <a:pt x="1786009" y="2045182"/>
                  </a:lnTo>
                  <a:lnTo>
                    <a:pt x="1788203" y="2026986"/>
                  </a:lnTo>
                  <a:lnTo>
                    <a:pt x="1790397" y="1965885"/>
                  </a:lnTo>
                  <a:lnTo>
                    <a:pt x="1792591" y="1966938"/>
                  </a:lnTo>
                  <a:lnTo>
                    <a:pt x="1794784" y="2062993"/>
                  </a:lnTo>
                  <a:lnTo>
                    <a:pt x="1796978" y="2119807"/>
                  </a:lnTo>
                  <a:lnTo>
                    <a:pt x="1799172" y="2085158"/>
                  </a:lnTo>
                  <a:lnTo>
                    <a:pt x="1801366" y="2143295"/>
                  </a:lnTo>
                  <a:lnTo>
                    <a:pt x="1803560" y="2243776"/>
                  </a:lnTo>
                  <a:lnTo>
                    <a:pt x="1805753" y="2284305"/>
                  </a:lnTo>
                  <a:lnTo>
                    <a:pt x="1807947" y="2253649"/>
                  </a:lnTo>
                  <a:lnTo>
                    <a:pt x="1810141" y="2235739"/>
                  </a:lnTo>
                  <a:lnTo>
                    <a:pt x="1812335" y="2203296"/>
                  </a:lnTo>
                  <a:lnTo>
                    <a:pt x="1814528" y="2152164"/>
                  </a:lnTo>
                  <a:lnTo>
                    <a:pt x="1816722" y="2189748"/>
                  </a:lnTo>
                  <a:lnTo>
                    <a:pt x="1818916" y="2285938"/>
                  </a:lnTo>
                  <a:lnTo>
                    <a:pt x="1821110" y="2352266"/>
                  </a:lnTo>
                  <a:lnTo>
                    <a:pt x="1823304" y="2418103"/>
                  </a:lnTo>
                  <a:lnTo>
                    <a:pt x="1825497" y="2534160"/>
                  </a:lnTo>
                  <a:lnTo>
                    <a:pt x="1827691" y="2576738"/>
                  </a:lnTo>
                  <a:lnTo>
                    <a:pt x="1829885" y="2526194"/>
                  </a:lnTo>
                  <a:lnTo>
                    <a:pt x="1832079" y="2499327"/>
                  </a:lnTo>
                  <a:lnTo>
                    <a:pt x="1834273" y="2507641"/>
                  </a:lnTo>
                  <a:lnTo>
                    <a:pt x="1836466" y="2506971"/>
                  </a:lnTo>
                  <a:lnTo>
                    <a:pt x="1838660" y="2500529"/>
                  </a:lnTo>
                  <a:lnTo>
                    <a:pt x="1840854" y="2489810"/>
                  </a:lnTo>
                  <a:lnTo>
                    <a:pt x="1843048" y="2467378"/>
                  </a:lnTo>
                  <a:lnTo>
                    <a:pt x="1845241" y="2362840"/>
                  </a:lnTo>
                  <a:lnTo>
                    <a:pt x="1847435" y="2221357"/>
                  </a:lnTo>
                  <a:lnTo>
                    <a:pt x="1849629" y="2131127"/>
                  </a:lnTo>
                  <a:lnTo>
                    <a:pt x="1851823" y="2049236"/>
                  </a:lnTo>
                  <a:lnTo>
                    <a:pt x="1854017" y="2017288"/>
                  </a:lnTo>
                  <a:lnTo>
                    <a:pt x="1856210" y="1916632"/>
                  </a:lnTo>
                  <a:lnTo>
                    <a:pt x="1858404" y="1846998"/>
                  </a:lnTo>
                  <a:lnTo>
                    <a:pt x="1860598" y="1879882"/>
                  </a:lnTo>
                  <a:lnTo>
                    <a:pt x="1862792" y="2012393"/>
                  </a:lnTo>
                  <a:lnTo>
                    <a:pt x="1864985" y="2144308"/>
                  </a:lnTo>
                  <a:lnTo>
                    <a:pt x="1867179" y="2153628"/>
                  </a:lnTo>
                  <a:lnTo>
                    <a:pt x="1869373" y="2195527"/>
                  </a:lnTo>
                  <a:lnTo>
                    <a:pt x="1871567" y="2255592"/>
                  </a:lnTo>
                  <a:lnTo>
                    <a:pt x="1873761" y="2204521"/>
                  </a:lnTo>
                  <a:lnTo>
                    <a:pt x="1875954" y="1974916"/>
                  </a:lnTo>
                  <a:lnTo>
                    <a:pt x="1878148" y="1715007"/>
                  </a:lnTo>
                  <a:lnTo>
                    <a:pt x="1880342" y="1593069"/>
                  </a:lnTo>
                  <a:lnTo>
                    <a:pt x="1882536" y="1639830"/>
                  </a:lnTo>
                  <a:lnTo>
                    <a:pt x="1884730" y="1704631"/>
                  </a:lnTo>
                  <a:lnTo>
                    <a:pt x="1886923" y="1764824"/>
                  </a:lnTo>
                  <a:lnTo>
                    <a:pt x="1889117" y="1912918"/>
                  </a:lnTo>
                  <a:lnTo>
                    <a:pt x="1891311" y="2021788"/>
                  </a:lnTo>
                  <a:lnTo>
                    <a:pt x="1893505" y="2003114"/>
                  </a:lnTo>
                  <a:lnTo>
                    <a:pt x="1895698" y="1786318"/>
                  </a:lnTo>
                  <a:lnTo>
                    <a:pt x="1897892" y="1554790"/>
                  </a:lnTo>
                  <a:lnTo>
                    <a:pt x="1900086" y="1460679"/>
                  </a:lnTo>
                  <a:lnTo>
                    <a:pt x="1902280" y="1377679"/>
                  </a:lnTo>
                  <a:lnTo>
                    <a:pt x="1904474" y="1314843"/>
                  </a:lnTo>
                  <a:lnTo>
                    <a:pt x="1906667" y="1333766"/>
                  </a:lnTo>
                  <a:lnTo>
                    <a:pt x="1908861" y="1447211"/>
                  </a:lnTo>
                  <a:lnTo>
                    <a:pt x="1911055" y="1531492"/>
                  </a:lnTo>
                  <a:lnTo>
                    <a:pt x="1913249" y="1491052"/>
                  </a:lnTo>
                  <a:lnTo>
                    <a:pt x="1915443" y="1418122"/>
                  </a:lnTo>
                  <a:lnTo>
                    <a:pt x="1917636" y="1469295"/>
                  </a:lnTo>
                  <a:lnTo>
                    <a:pt x="1919830" y="1512695"/>
                  </a:lnTo>
                  <a:lnTo>
                    <a:pt x="1922024" y="1494101"/>
                  </a:lnTo>
                  <a:lnTo>
                    <a:pt x="1924218" y="1480858"/>
                  </a:lnTo>
                  <a:lnTo>
                    <a:pt x="1926411" y="1516955"/>
                  </a:lnTo>
                  <a:lnTo>
                    <a:pt x="1928605" y="1525425"/>
                  </a:lnTo>
                  <a:lnTo>
                    <a:pt x="1930799" y="1405273"/>
                  </a:lnTo>
                  <a:lnTo>
                    <a:pt x="1932993" y="1253911"/>
                  </a:lnTo>
                  <a:lnTo>
                    <a:pt x="1935187" y="1135457"/>
                  </a:lnTo>
                  <a:lnTo>
                    <a:pt x="1937380" y="1031162"/>
                  </a:lnTo>
                  <a:lnTo>
                    <a:pt x="1939574" y="906652"/>
                  </a:lnTo>
                  <a:lnTo>
                    <a:pt x="1941768" y="806123"/>
                  </a:lnTo>
                  <a:lnTo>
                    <a:pt x="1943962" y="714045"/>
                  </a:lnTo>
                  <a:lnTo>
                    <a:pt x="1946155" y="682206"/>
                  </a:lnTo>
                  <a:lnTo>
                    <a:pt x="1948349" y="675545"/>
                  </a:lnTo>
                  <a:lnTo>
                    <a:pt x="1950543" y="704542"/>
                  </a:lnTo>
                  <a:lnTo>
                    <a:pt x="1952737" y="737592"/>
                  </a:lnTo>
                  <a:lnTo>
                    <a:pt x="1954931" y="817369"/>
                  </a:lnTo>
                  <a:lnTo>
                    <a:pt x="1957124" y="922976"/>
                  </a:lnTo>
                  <a:lnTo>
                    <a:pt x="1959318" y="1039306"/>
                  </a:lnTo>
                  <a:lnTo>
                    <a:pt x="1961512" y="1115855"/>
                  </a:lnTo>
                  <a:lnTo>
                    <a:pt x="1963706" y="1135164"/>
                  </a:lnTo>
                  <a:lnTo>
                    <a:pt x="1965900" y="1113338"/>
                  </a:lnTo>
                  <a:lnTo>
                    <a:pt x="1968093" y="977861"/>
                  </a:lnTo>
                  <a:lnTo>
                    <a:pt x="1970287" y="821326"/>
                  </a:lnTo>
                  <a:lnTo>
                    <a:pt x="1972481" y="617012"/>
                  </a:lnTo>
                  <a:lnTo>
                    <a:pt x="1974675" y="412439"/>
                  </a:lnTo>
                  <a:lnTo>
                    <a:pt x="1976868" y="236274"/>
                  </a:lnTo>
                  <a:lnTo>
                    <a:pt x="1979062" y="114852"/>
                  </a:lnTo>
                  <a:lnTo>
                    <a:pt x="1981256" y="77812"/>
                  </a:lnTo>
                  <a:lnTo>
                    <a:pt x="1983450" y="36050"/>
                  </a:lnTo>
                  <a:lnTo>
                    <a:pt x="1985644" y="0"/>
                  </a:lnTo>
                  <a:lnTo>
                    <a:pt x="1987837" y="14268"/>
                  </a:lnTo>
                  <a:lnTo>
                    <a:pt x="1990031" y="22986"/>
                  </a:lnTo>
                  <a:lnTo>
                    <a:pt x="1992225" y="45546"/>
                  </a:lnTo>
                  <a:lnTo>
                    <a:pt x="1994419" y="84802"/>
                  </a:lnTo>
                  <a:lnTo>
                    <a:pt x="1996612" y="173020"/>
                  </a:lnTo>
                  <a:lnTo>
                    <a:pt x="1998806" y="275637"/>
                  </a:lnTo>
                  <a:lnTo>
                    <a:pt x="2001000" y="455726"/>
                  </a:lnTo>
                  <a:lnTo>
                    <a:pt x="2003194" y="699537"/>
                  </a:lnTo>
                  <a:lnTo>
                    <a:pt x="2005388" y="891630"/>
                  </a:lnTo>
                  <a:lnTo>
                    <a:pt x="2007581" y="1086522"/>
                  </a:lnTo>
                  <a:lnTo>
                    <a:pt x="2009775" y="1225161"/>
                  </a:lnTo>
                  <a:lnTo>
                    <a:pt x="2011969" y="1294705"/>
                  </a:lnTo>
                  <a:lnTo>
                    <a:pt x="2014163" y="1227097"/>
                  </a:lnTo>
                  <a:lnTo>
                    <a:pt x="2016357" y="1102007"/>
                  </a:lnTo>
                  <a:lnTo>
                    <a:pt x="2018550" y="1017108"/>
                  </a:lnTo>
                  <a:lnTo>
                    <a:pt x="2020744" y="921306"/>
                  </a:lnTo>
                  <a:lnTo>
                    <a:pt x="2022938" y="858527"/>
                  </a:lnTo>
                  <a:lnTo>
                    <a:pt x="2025132" y="746774"/>
                  </a:lnTo>
                  <a:lnTo>
                    <a:pt x="2027325" y="618017"/>
                  </a:lnTo>
                  <a:lnTo>
                    <a:pt x="2029519" y="490711"/>
                  </a:lnTo>
                  <a:lnTo>
                    <a:pt x="2031713" y="362402"/>
                  </a:lnTo>
                  <a:lnTo>
                    <a:pt x="2033907" y="213527"/>
                  </a:lnTo>
                  <a:lnTo>
                    <a:pt x="2036101" y="57796"/>
                  </a:lnTo>
                  <a:lnTo>
                    <a:pt x="2038294" y="9719"/>
                  </a:lnTo>
                  <a:lnTo>
                    <a:pt x="2040488" y="26525"/>
                  </a:lnTo>
                  <a:lnTo>
                    <a:pt x="2042682" y="68378"/>
                  </a:lnTo>
                  <a:lnTo>
                    <a:pt x="2044876" y="151779"/>
                  </a:lnTo>
                  <a:lnTo>
                    <a:pt x="2047070" y="293565"/>
                  </a:lnTo>
                  <a:lnTo>
                    <a:pt x="2049263" y="359327"/>
                  </a:lnTo>
                  <a:lnTo>
                    <a:pt x="2051457" y="399686"/>
                  </a:lnTo>
                  <a:lnTo>
                    <a:pt x="2053651" y="458117"/>
                  </a:lnTo>
                  <a:lnTo>
                    <a:pt x="2055845" y="484715"/>
                  </a:lnTo>
                  <a:lnTo>
                    <a:pt x="2058038" y="405202"/>
                  </a:lnTo>
                  <a:lnTo>
                    <a:pt x="2060232" y="365365"/>
                  </a:lnTo>
                  <a:lnTo>
                    <a:pt x="2062426" y="680063"/>
                  </a:lnTo>
                  <a:lnTo>
                    <a:pt x="2064620" y="969619"/>
                  </a:lnTo>
                  <a:lnTo>
                    <a:pt x="2066814" y="1115126"/>
                  </a:lnTo>
                  <a:lnTo>
                    <a:pt x="2069007" y="1276012"/>
                  </a:lnTo>
                  <a:lnTo>
                    <a:pt x="2071201" y="1547754"/>
                  </a:lnTo>
                  <a:lnTo>
                    <a:pt x="2073395" y="1668946"/>
                  </a:lnTo>
                  <a:lnTo>
                    <a:pt x="2075589" y="1403066"/>
                  </a:lnTo>
                  <a:lnTo>
                    <a:pt x="2077782" y="1191474"/>
                  </a:lnTo>
                  <a:lnTo>
                    <a:pt x="2079976" y="1133105"/>
                  </a:lnTo>
                  <a:lnTo>
                    <a:pt x="2082170" y="1105829"/>
                  </a:lnTo>
                  <a:lnTo>
                    <a:pt x="2084364" y="1050169"/>
                  </a:lnTo>
                  <a:lnTo>
                    <a:pt x="2086558" y="1057995"/>
                  </a:lnTo>
                  <a:lnTo>
                    <a:pt x="2088751" y="1224867"/>
                  </a:lnTo>
                  <a:lnTo>
                    <a:pt x="2090945" y="1378709"/>
                  </a:lnTo>
                  <a:lnTo>
                    <a:pt x="2093139" y="1514719"/>
                  </a:lnTo>
                  <a:lnTo>
                    <a:pt x="2095333" y="1607702"/>
                  </a:lnTo>
                  <a:lnTo>
                    <a:pt x="2097527" y="1673106"/>
                  </a:lnTo>
                  <a:lnTo>
                    <a:pt x="2099720" y="1792210"/>
                  </a:lnTo>
                  <a:lnTo>
                    <a:pt x="2101914" y="1759126"/>
                  </a:lnTo>
                  <a:lnTo>
                    <a:pt x="2104108" y="1655904"/>
                  </a:lnTo>
                  <a:lnTo>
                    <a:pt x="2106302" y="1512404"/>
                  </a:lnTo>
                  <a:lnTo>
                    <a:pt x="2108495" y="1435933"/>
                  </a:lnTo>
                  <a:lnTo>
                    <a:pt x="2110689" y="1406654"/>
                  </a:lnTo>
                  <a:lnTo>
                    <a:pt x="2112883" y="1413193"/>
                  </a:lnTo>
                  <a:lnTo>
                    <a:pt x="2115077" y="1435040"/>
                  </a:lnTo>
                  <a:lnTo>
                    <a:pt x="2117271" y="1461860"/>
                  </a:lnTo>
                  <a:lnTo>
                    <a:pt x="2119464" y="1503531"/>
                  </a:lnTo>
                  <a:lnTo>
                    <a:pt x="2121658" y="1504630"/>
                  </a:lnTo>
                  <a:lnTo>
                    <a:pt x="2123852" y="1518343"/>
                  </a:lnTo>
                  <a:lnTo>
                    <a:pt x="2126046" y="1407882"/>
                  </a:lnTo>
                  <a:lnTo>
                    <a:pt x="2128239" y="1375183"/>
                  </a:lnTo>
                  <a:lnTo>
                    <a:pt x="2130433" y="1471248"/>
                  </a:lnTo>
                  <a:lnTo>
                    <a:pt x="2132627" y="1705487"/>
                  </a:lnTo>
                  <a:lnTo>
                    <a:pt x="2134821" y="1807321"/>
                  </a:lnTo>
                  <a:lnTo>
                    <a:pt x="2137015" y="1797463"/>
                  </a:lnTo>
                  <a:lnTo>
                    <a:pt x="2139208" y="1794710"/>
                  </a:lnTo>
                  <a:lnTo>
                    <a:pt x="2141402" y="1802677"/>
                  </a:lnTo>
                  <a:lnTo>
                    <a:pt x="2143596" y="1702770"/>
                  </a:lnTo>
                  <a:lnTo>
                    <a:pt x="2145790" y="1510419"/>
                  </a:lnTo>
                  <a:lnTo>
                    <a:pt x="2147984" y="1508193"/>
                  </a:lnTo>
                  <a:lnTo>
                    <a:pt x="2150177" y="1619633"/>
                  </a:lnTo>
                  <a:lnTo>
                    <a:pt x="2152371" y="1774453"/>
                  </a:lnTo>
                  <a:lnTo>
                    <a:pt x="2154565" y="1872364"/>
                  </a:lnTo>
                  <a:lnTo>
                    <a:pt x="2156759" y="1951969"/>
                  </a:lnTo>
                  <a:lnTo>
                    <a:pt x="2158952" y="2009882"/>
                  </a:lnTo>
                  <a:lnTo>
                    <a:pt x="2161146" y="2048458"/>
                  </a:lnTo>
                  <a:lnTo>
                    <a:pt x="2163340" y="2069109"/>
                  </a:lnTo>
                  <a:lnTo>
                    <a:pt x="2165534" y="2082573"/>
                  </a:lnTo>
                  <a:lnTo>
                    <a:pt x="2167728" y="2057332"/>
                  </a:lnTo>
                  <a:lnTo>
                    <a:pt x="2169921" y="2092655"/>
                  </a:lnTo>
                  <a:lnTo>
                    <a:pt x="2172115" y="2042257"/>
                  </a:lnTo>
                  <a:lnTo>
                    <a:pt x="2174309" y="1902057"/>
                  </a:lnTo>
                  <a:lnTo>
                    <a:pt x="2176503" y="1746114"/>
                  </a:lnTo>
                  <a:lnTo>
                    <a:pt x="2178696" y="1601405"/>
                  </a:lnTo>
                  <a:lnTo>
                    <a:pt x="2180890" y="1614689"/>
                  </a:lnTo>
                  <a:lnTo>
                    <a:pt x="2183084" y="1608669"/>
                  </a:lnTo>
                  <a:lnTo>
                    <a:pt x="2185278" y="1642160"/>
                  </a:lnTo>
                  <a:lnTo>
                    <a:pt x="2187472" y="1687275"/>
                  </a:lnTo>
                  <a:lnTo>
                    <a:pt x="2189665" y="1708447"/>
                  </a:lnTo>
                  <a:lnTo>
                    <a:pt x="2191859" y="1686434"/>
                  </a:lnTo>
                  <a:lnTo>
                    <a:pt x="2194053" y="1583187"/>
                  </a:lnTo>
                  <a:lnTo>
                    <a:pt x="2196247" y="1484862"/>
                  </a:lnTo>
                  <a:lnTo>
                    <a:pt x="2198441" y="1444783"/>
                  </a:lnTo>
                  <a:lnTo>
                    <a:pt x="2200634" y="1465179"/>
                  </a:lnTo>
                  <a:lnTo>
                    <a:pt x="2202828" y="1552790"/>
                  </a:lnTo>
                  <a:lnTo>
                    <a:pt x="2205022" y="1692055"/>
                  </a:lnTo>
                  <a:lnTo>
                    <a:pt x="2207216" y="1707075"/>
                  </a:lnTo>
                  <a:lnTo>
                    <a:pt x="2209409" y="1706065"/>
                  </a:lnTo>
                  <a:lnTo>
                    <a:pt x="2211603" y="1748698"/>
                  </a:lnTo>
                  <a:lnTo>
                    <a:pt x="2213797" y="1784717"/>
                  </a:lnTo>
                  <a:lnTo>
                    <a:pt x="2215991" y="1738454"/>
                  </a:lnTo>
                  <a:lnTo>
                    <a:pt x="2218185" y="1618238"/>
                  </a:lnTo>
                  <a:lnTo>
                    <a:pt x="2220378" y="1664666"/>
                  </a:lnTo>
                  <a:lnTo>
                    <a:pt x="2222572" y="1815434"/>
                  </a:lnTo>
                  <a:lnTo>
                    <a:pt x="2224766" y="1899345"/>
                  </a:lnTo>
                  <a:lnTo>
                    <a:pt x="2226960" y="1950306"/>
                  </a:lnTo>
                  <a:lnTo>
                    <a:pt x="2229154" y="1995910"/>
                  </a:lnTo>
                  <a:lnTo>
                    <a:pt x="2231347" y="2024368"/>
                  </a:lnTo>
                  <a:lnTo>
                    <a:pt x="2233541" y="2044566"/>
                  </a:lnTo>
                  <a:lnTo>
                    <a:pt x="2235735" y="1972755"/>
                  </a:lnTo>
                  <a:lnTo>
                    <a:pt x="2237929" y="1826795"/>
                  </a:lnTo>
                  <a:lnTo>
                    <a:pt x="2240122" y="1679104"/>
                  </a:lnTo>
                  <a:lnTo>
                    <a:pt x="2242316" y="1577443"/>
                  </a:lnTo>
                  <a:lnTo>
                    <a:pt x="2244510" y="1574409"/>
                  </a:lnTo>
                  <a:lnTo>
                    <a:pt x="2246704" y="1576677"/>
                  </a:lnTo>
                  <a:lnTo>
                    <a:pt x="2248898" y="1640610"/>
                  </a:lnTo>
                  <a:lnTo>
                    <a:pt x="2251091" y="1784041"/>
                  </a:lnTo>
                  <a:lnTo>
                    <a:pt x="2253285" y="1948720"/>
                  </a:lnTo>
                  <a:lnTo>
                    <a:pt x="2255479" y="2064323"/>
                  </a:lnTo>
                  <a:lnTo>
                    <a:pt x="2257673" y="2097024"/>
                  </a:lnTo>
                  <a:lnTo>
                    <a:pt x="2259866" y="2004746"/>
                  </a:lnTo>
                  <a:lnTo>
                    <a:pt x="2262060" y="1824626"/>
                  </a:lnTo>
                  <a:lnTo>
                    <a:pt x="2264254" y="1720226"/>
                  </a:lnTo>
                  <a:lnTo>
                    <a:pt x="2266448" y="1661555"/>
                  </a:lnTo>
                  <a:lnTo>
                    <a:pt x="2268642" y="1599634"/>
                  </a:lnTo>
                  <a:lnTo>
                    <a:pt x="2270835" y="1592660"/>
                  </a:lnTo>
                  <a:lnTo>
                    <a:pt x="2273029" y="1674027"/>
                  </a:lnTo>
                  <a:lnTo>
                    <a:pt x="2275223" y="1815584"/>
                  </a:lnTo>
                  <a:lnTo>
                    <a:pt x="2277417" y="1950138"/>
                  </a:lnTo>
                  <a:lnTo>
                    <a:pt x="2279611" y="2034458"/>
                  </a:lnTo>
                  <a:lnTo>
                    <a:pt x="2281804" y="2162410"/>
                  </a:lnTo>
                  <a:lnTo>
                    <a:pt x="2283998" y="2286565"/>
                  </a:lnTo>
                  <a:lnTo>
                    <a:pt x="2286192" y="2408245"/>
                  </a:lnTo>
                  <a:lnTo>
                    <a:pt x="2288386" y="2469514"/>
                  </a:lnTo>
                  <a:lnTo>
                    <a:pt x="2290579" y="2416204"/>
                  </a:lnTo>
                  <a:lnTo>
                    <a:pt x="2292773" y="2429623"/>
                  </a:lnTo>
                  <a:lnTo>
                    <a:pt x="2294967" y="2482795"/>
                  </a:lnTo>
                  <a:lnTo>
                    <a:pt x="2297161" y="2487294"/>
                  </a:lnTo>
                  <a:lnTo>
                    <a:pt x="2299355" y="2490050"/>
                  </a:lnTo>
                  <a:lnTo>
                    <a:pt x="2301548" y="2538575"/>
                  </a:lnTo>
                  <a:lnTo>
                    <a:pt x="2303742" y="2560071"/>
                  </a:lnTo>
                  <a:lnTo>
                    <a:pt x="2305936" y="2430847"/>
                  </a:lnTo>
                  <a:lnTo>
                    <a:pt x="2308130" y="2276727"/>
                  </a:lnTo>
                  <a:lnTo>
                    <a:pt x="2310323" y="2155573"/>
                  </a:lnTo>
                  <a:lnTo>
                    <a:pt x="2312517" y="2049714"/>
                  </a:lnTo>
                  <a:lnTo>
                    <a:pt x="2314711" y="1856175"/>
                  </a:lnTo>
                  <a:lnTo>
                    <a:pt x="2316905" y="1727072"/>
                  </a:lnTo>
                  <a:lnTo>
                    <a:pt x="2319099" y="1754801"/>
                  </a:lnTo>
                  <a:lnTo>
                    <a:pt x="2321292" y="1821600"/>
                  </a:lnTo>
                  <a:lnTo>
                    <a:pt x="2323486" y="1886941"/>
                  </a:lnTo>
                  <a:lnTo>
                    <a:pt x="2325680" y="1947784"/>
                  </a:lnTo>
                  <a:lnTo>
                    <a:pt x="2327874" y="2049738"/>
                  </a:lnTo>
                  <a:lnTo>
                    <a:pt x="2330068" y="2054963"/>
                  </a:lnTo>
                  <a:lnTo>
                    <a:pt x="2332261" y="1965163"/>
                  </a:lnTo>
                  <a:lnTo>
                    <a:pt x="2334455" y="1958266"/>
                  </a:lnTo>
                  <a:lnTo>
                    <a:pt x="2336649" y="2003489"/>
                  </a:lnTo>
                  <a:lnTo>
                    <a:pt x="2338843" y="2098045"/>
                  </a:lnTo>
                  <a:lnTo>
                    <a:pt x="2341036" y="2197321"/>
                  </a:lnTo>
                  <a:lnTo>
                    <a:pt x="2343230" y="2296729"/>
                  </a:lnTo>
                  <a:lnTo>
                    <a:pt x="2345424" y="2410965"/>
                  </a:lnTo>
                  <a:lnTo>
                    <a:pt x="2347618" y="2466040"/>
                  </a:lnTo>
                  <a:lnTo>
                    <a:pt x="2349812" y="2459519"/>
                  </a:lnTo>
                  <a:lnTo>
                    <a:pt x="2352005" y="2430408"/>
                  </a:lnTo>
                  <a:lnTo>
                    <a:pt x="2354199" y="2412254"/>
                  </a:lnTo>
                  <a:lnTo>
                    <a:pt x="2356393" y="2471178"/>
                  </a:lnTo>
                  <a:lnTo>
                    <a:pt x="2358587" y="2569545"/>
                  </a:lnTo>
                  <a:lnTo>
                    <a:pt x="2360781" y="2557240"/>
                  </a:lnTo>
                  <a:lnTo>
                    <a:pt x="2362974" y="2578339"/>
                  </a:lnTo>
                  <a:lnTo>
                    <a:pt x="2365168" y="2542433"/>
                  </a:lnTo>
                  <a:lnTo>
                    <a:pt x="2367362" y="2571599"/>
                  </a:lnTo>
                  <a:lnTo>
                    <a:pt x="2369556" y="2584007"/>
                  </a:lnTo>
                  <a:lnTo>
                    <a:pt x="2371749" y="2528027"/>
                  </a:lnTo>
                  <a:lnTo>
                    <a:pt x="2373943" y="2466172"/>
                  </a:lnTo>
                  <a:lnTo>
                    <a:pt x="2376137" y="2391353"/>
                  </a:lnTo>
                  <a:lnTo>
                    <a:pt x="2378331" y="2384392"/>
                  </a:lnTo>
                  <a:lnTo>
                    <a:pt x="2380525" y="2370678"/>
                  </a:lnTo>
                  <a:lnTo>
                    <a:pt x="2382718" y="2431930"/>
                  </a:lnTo>
                  <a:lnTo>
                    <a:pt x="2384912" y="2523465"/>
                  </a:lnTo>
                  <a:lnTo>
                    <a:pt x="2387106" y="2635653"/>
                  </a:lnTo>
                  <a:lnTo>
                    <a:pt x="2389300" y="2655425"/>
                  </a:lnTo>
                  <a:lnTo>
                    <a:pt x="2391493" y="2599708"/>
                  </a:lnTo>
                  <a:lnTo>
                    <a:pt x="2393687" y="2440374"/>
                  </a:lnTo>
                  <a:lnTo>
                    <a:pt x="2395881" y="2231071"/>
                  </a:lnTo>
                  <a:lnTo>
                    <a:pt x="2398075" y="2025038"/>
                  </a:lnTo>
                  <a:lnTo>
                    <a:pt x="2400269" y="1865019"/>
                  </a:lnTo>
                  <a:lnTo>
                    <a:pt x="2402462" y="1829306"/>
                  </a:lnTo>
                  <a:lnTo>
                    <a:pt x="2404656" y="1853119"/>
                  </a:lnTo>
                  <a:lnTo>
                    <a:pt x="2406850" y="1930344"/>
                  </a:lnTo>
                  <a:lnTo>
                    <a:pt x="2409044" y="2010749"/>
                  </a:lnTo>
                  <a:lnTo>
                    <a:pt x="2411238" y="2018006"/>
                  </a:lnTo>
                  <a:lnTo>
                    <a:pt x="2413431" y="1968771"/>
                  </a:lnTo>
                  <a:lnTo>
                    <a:pt x="2415625" y="1927141"/>
                  </a:lnTo>
                  <a:lnTo>
                    <a:pt x="2417819" y="1795873"/>
                  </a:lnTo>
                  <a:lnTo>
                    <a:pt x="2420013" y="1639761"/>
                  </a:lnTo>
                  <a:lnTo>
                    <a:pt x="2422206" y="1602070"/>
                  </a:lnTo>
                  <a:lnTo>
                    <a:pt x="2424400" y="1693109"/>
                  </a:lnTo>
                  <a:lnTo>
                    <a:pt x="2426594" y="1759775"/>
                  </a:lnTo>
                  <a:lnTo>
                    <a:pt x="2428788" y="1775167"/>
                  </a:lnTo>
                  <a:lnTo>
                    <a:pt x="2430982" y="1895017"/>
                  </a:lnTo>
                  <a:lnTo>
                    <a:pt x="2433175" y="2041948"/>
                  </a:lnTo>
                  <a:lnTo>
                    <a:pt x="2435369" y="2105288"/>
                  </a:lnTo>
                  <a:lnTo>
                    <a:pt x="2437563" y="2106988"/>
                  </a:lnTo>
                  <a:lnTo>
                    <a:pt x="2439757" y="2181598"/>
                  </a:lnTo>
                  <a:lnTo>
                    <a:pt x="2441950" y="2294076"/>
                  </a:lnTo>
                  <a:lnTo>
                    <a:pt x="2444144" y="2327365"/>
                  </a:lnTo>
                  <a:lnTo>
                    <a:pt x="2446338" y="2370611"/>
                  </a:lnTo>
                  <a:lnTo>
                    <a:pt x="2448532" y="2420956"/>
                  </a:lnTo>
                  <a:lnTo>
                    <a:pt x="2450726" y="2453640"/>
                  </a:lnTo>
                  <a:lnTo>
                    <a:pt x="2452919" y="2440547"/>
                  </a:lnTo>
                  <a:lnTo>
                    <a:pt x="2455113" y="2377009"/>
                  </a:lnTo>
                  <a:lnTo>
                    <a:pt x="2457307" y="2362952"/>
                  </a:lnTo>
                  <a:lnTo>
                    <a:pt x="2459501" y="2346341"/>
                  </a:lnTo>
                  <a:lnTo>
                    <a:pt x="2461695" y="2272133"/>
                  </a:lnTo>
                  <a:lnTo>
                    <a:pt x="2463888" y="2191947"/>
                  </a:lnTo>
                  <a:lnTo>
                    <a:pt x="2466082" y="2136123"/>
                  </a:lnTo>
                  <a:lnTo>
                    <a:pt x="2468276" y="2193732"/>
                  </a:lnTo>
                  <a:lnTo>
                    <a:pt x="2470470" y="2185010"/>
                  </a:lnTo>
                  <a:lnTo>
                    <a:pt x="2472663" y="2147167"/>
                  </a:lnTo>
                  <a:lnTo>
                    <a:pt x="2474857" y="2182422"/>
                  </a:lnTo>
                  <a:lnTo>
                    <a:pt x="2477051" y="2237659"/>
                  </a:lnTo>
                  <a:lnTo>
                    <a:pt x="2479245" y="2266320"/>
                  </a:lnTo>
                  <a:lnTo>
                    <a:pt x="2481439" y="2162947"/>
                  </a:lnTo>
                  <a:lnTo>
                    <a:pt x="2483632" y="2068037"/>
                  </a:lnTo>
                  <a:lnTo>
                    <a:pt x="2485826" y="2006187"/>
                  </a:lnTo>
                  <a:lnTo>
                    <a:pt x="2488020" y="1930886"/>
                  </a:lnTo>
                  <a:lnTo>
                    <a:pt x="2490214" y="1879032"/>
                  </a:lnTo>
                  <a:lnTo>
                    <a:pt x="2492408" y="1899129"/>
                  </a:lnTo>
                  <a:lnTo>
                    <a:pt x="2494601" y="2000536"/>
                  </a:lnTo>
                  <a:lnTo>
                    <a:pt x="2496795" y="2092717"/>
                  </a:lnTo>
                  <a:lnTo>
                    <a:pt x="2498989" y="2173963"/>
                  </a:lnTo>
                  <a:lnTo>
                    <a:pt x="2501183" y="2274326"/>
                  </a:lnTo>
                  <a:lnTo>
                    <a:pt x="2503376" y="2325501"/>
                  </a:lnTo>
                  <a:lnTo>
                    <a:pt x="2505570" y="2306678"/>
                  </a:lnTo>
                  <a:lnTo>
                    <a:pt x="2507764" y="2296449"/>
                  </a:lnTo>
                  <a:lnTo>
                    <a:pt x="2509958" y="2351612"/>
                  </a:lnTo>
                  <a:lnTo>
                    <a:pt x="2512152" y="2364647"/>
                  </a:lnTo>
                  <a:lnTo>
                    <a:pt x="2514345" y="2346053"/>
                  </a:lnTo>
                  <a:lnTo>
                    <a:pt x="2516539" y="2308415"/>
                  </a:lnTo>
                  <a:lnTo>
                    <a:pt x="2518733" y="2256744"/>
                  </a:lnTo>
                  <a:lnTo>
                    <a:pt x="2520927" y="2141919"/>
                  </a:lnTo>
                  <a:lnTo>
                    <a:pt x="2523120" y="2033387"/>
                  </a:lnTo>
                  <a:lnTo>
                    <a:pt x="2525314" y="1976777"/>
                  </a:lnTo>
                  <a:lnTo>
                    <a:pt x="2527508" y="1899525"/>
                  </a:lnTo>
                  <a:lnTo>
                    <a:pt x="2529702" y="1896865"/>
                  </a:lnTo>
                  <a:lnTo>
                    <a:pt x="2531896" y="1940299"/>
                  </a:lnTo>
                  <a:lnTo>
                    <a:pt x="2534089" y="1995494"/>
                  </a:lnTo>
                  <a:lnTo>
                    <a:pt x="2536283" y="2045075"/>
                  </a:lnTo>
                  <a:lnTo>
                    <a:pt x="2538477" y="2122151"/>
                  </a:lnTo>
                  <a:lnTo>
                    <a:pt x="2540671" y="2185750"/>
                  </a:lnTo>
                  <a:lnTo>
                    <a:pt x="2542865" y="2228077"/>
                  </a:lnTo>
                  <a:lnTo>
                    <a:pt x="2545058" y="2237795"/>
                  </a:lnTo>
                  <a:lnTo>
                    <a:pt x="2547252" y="2204885"/>
                  </a:lnTo>
                  <a:lnTo>
                    <a:pt x="2549446" y="2130239"/>
                  </a:lnTo>
                  <a:lnTo>
                    <a:pt x="2551640" y="2050733"/>
                  </a:lnTo>
                  <a:lnTo>
                    <a:pt x="2553833" y="1959570"/>
                  </a:lnTo>
                  <a:lnTo>
                    <a:pt x="2556027" y="1936413"/>
                  </a:lnTo>
                  <a:lnTo>
                    <a:pt x="2558221" y="1990040"/>
                  </a:lnTo>
                  <a:lnTo>
                    <a:pt x="2560415" y="2060280"/>
                  </a:lnTo>
                  <a:lnTo>
                    <a:pt x="2562609" y="2136268"/>
                  </a:lnTo>
                  <a:lnTo>
                    <a:pt x="2564802" y="2157510"/>
                  </a:lnTo>
                  <a:lnTo>
                    <a:pt x="2566996" y="2233928"/>
                  </a:lnTo>
                  <a:lnTo>
                    <a:pt x="2569190" y="2239964"/>
                  </a:lnTo>
                  <a:lnTo>
                    <a:pt x="2571384" y="2189516"/>
                  </a:lnTo>
                  <a:lnTo>
                    <a:pt x="2573577" y="2176415"/>
                  </a:lnTo>
                  <a:lnTo>
                    <a:pt x="2575771" y="2187194"/>
                  </a:lnTo>
                  <a:lnTo>
                    <a:pt x="2577965" y="2174818"/>
                  </a:lnTo>
                  <a:lnTo>
                    <a:pt x="2580159" y="2154430"/>
                  </a:lnTo>
                  <a:lnTo>
                    <a:pt x="2582353" y="2145915"/>
                  </a:lnTo>
                  <a:lnTo>
                    <a:pt x="2584546" y="2182876"/>
                  </a:lnTo>
                  <a:lnTo>
                    <a:pt x="2586740" y="2196413"/>
                  </a:lnTo>
                  <a:lnTo>
                    <a:pt x="2588934" y="2204341"/>
                  </a:lnTo>
                  <a:lnTo>
                    <a:pt x="2591128" y="2285624"/>
                  </a:lnTo>
                  <a:lnTo>
                    <a:pt x="2593322" y="2408346"/>
                  </a:lnTo>
                  <a:lnTo>
                    <a:pt x="2595515" y="2504664"/>
                  </a:lnTo>
                  <a:lnTo>
                    <a:pt x="2597709" y="2465186"/>
                  </a:lnTo>
                  <a:lnTo>
                    <a:pt x="2599903" y="2448016"/>
                  </a:lnTo>
                  <a:lnTo>
                    <a:pt x="2602097" y="2475292"/>
                  </a:lnTo>
                  <a:lnTo>
                    <a:pt x="2604290" y="2509418"/>
                  </a:lnTo>
                  <a:lnTo>
                    <a:pt x="2606484" y="2430964"/>
                  </a:lnTo>
                  <a:lnTo>
                    <a:pt x="2608678" y="2329230"/>
                  </a:lnTo>
                  <a:lnTo>
                    <a:pt x="2610872" y="2380629"/>
                  </a:lnTo>
                  <a:lnTo>
                    <a:pt x="2613066" y="2474143"/>
                  </a:lnTo>
                  <a:lnTo>
                    <a:pt x="2615259" y="2532168"/>
                  </a:lnTo>
                  <a:lnTo>
                    <a:pt x="2617453" y="2527327"/>
                  </a:lnTo>
                  <a:lnTo>
                    <a:pt x="2619647" y="2610340"/>
                  </a:lnTo>
                  <a:lnTo>
                    <a:pt x="2621841" y="2732520"/>
                  </a:lnTo>
                  <a:lnTo>
                    <a:pt x="2624035" y="2783049"/>
                  </a:lnTo>
                  <a:lnTo>
                    <a:pt x="2626228" y="2769102"/>
                  </a:lnTo>
                  <a:lnTo>
                    <a:pt x="2628422" y="2694588"/>
                  </a:lnTo>
                  <a:lnTo>
                    <a:pt x="2630616" y="2688857"/>
                  </a:lnTo>
                  <a:lnTo>
                    <a:pt x="2632810" y="2612438"/>
                  </a:lnTo>
                  <a:lnTo>
                    <a:pt x="2635003" y="2506805"/>
                  </a:lnTo>
                  <a:lnTo>
                    <a:pt x="2637197" y="2425123"/>
                  </a:lnTo>
                  <a:lnTo>
                    <a:pt x="2639391" y="2356232"/>
                  </a:lnTo>
                  <a:lnTo>
                    <a:pt x="2641585" y="2338808"/>
                  </a:lnTo>
                  <a:lnTo>
                    <a:pt x="2643779" y="2299069"/>
                  </a:lnTo>
                  <a:lnTo>
                    <a:pt x="2645972" y="2323982"/>
                  </a:lnTo>
                  <a:lnTo>
                    <a:pt x="2648166" y="2408823"/>
                  </a:lnTo>
                  <a:lnTo>
                    <a:pt x="2650360" y="2460678"/>
                  </a:lnTo>
                  <a:lnTo>
                    <a:pt x="2652554" y="2450218"/>
                  </a:lnTo>
                  <a:lnTo>
                    <a:pt x="2654747" y="2410429"/>
                  </a:lnTo>
                  <a:lnTo>
                    <a:pt x="2656941" y="2499786"/>
                  </a:lnTo>
                  <a:lnTo>
                    <a:pt x="2659135" y="2568170"/>
                  </a:lnTo>
                  <a:lnTo>
                    <a:pt x="2661329" y="2511243"/>
                  </a:lnTo>
                  <a:lnTo>
                    <a:pt x="2663523" y="2462678"/>
                  </a:lnTo>
                  <a:lnTo>
                    <a:pt x="2665716" y="2476656"/>
                  </a:lnTo>
                  <a:lnTo>
                    <a:pt x="2667910" y="2518651"/>
                  </a:lnTo>
                  <a:lnTo>
                    <a:pt x="2670104" y="2434702"/>
                  </a:lnTo>
                  <a:lnTo>
                    <a:pt x="2672298" y="2420515"/>
                  </a:lnTo>
                  <a:lnTo>
                    <a:pt x="2674492" y="2458356"/>
                  </a:lnTo>
                  <a:lnTo>
                    <a:pt x="2676685" y="2476214"/>
                  </a:lnTo>
                  <a:lnTo>
                    <a:pt x="2678879" y="2518394"/>
                  </a:lnTo>
                  <a:lnTo>
                    <a:pt x="2681073" y="2541076"/>
                  </a:lnTo>
                  <a:lnTo>
                    <a:pt x="2683267" y="2611028"/>
                  </a:lnTo>
                  <a:lnTo>
                    <a:pt x="2685460" y="2585836"/>
                  </a:lnTo>
                  <a:lnTo>
                    <a:pt x="2687654" y="2615981"/>
                  </a:lnTo>
                  <a:lnTo>
                    <a:pt x="2689848" y="2700331"/>
                  </a:lnTo>
                  <a:lnTo>
                    <a:pt x="2692042" y="2752367"/>
                  </a:lnTo>
                  <a:lnTo>
                    <a:pt x="2694236" y="2739184"/>
                  </a:lnTo>
                  <a:lnTo>
                    <a:pt x="2696429" y="2663047"/>
                  </a:lnTo>
                  <a:lnTo>
                    <a:pt x="2698623" y="2600730"/>
                  </a:lnTo>
                  <a:lnTo>
                    <a:pt x="2700817" y="2534194"/>
                  </a:lnTo>
                  <a:lnTo>
                    <a:pt x="2703011" y="2448413"/>
                  </a:lnTo>
                  <a:lnTo>
                    <a:pt x="2705204" y="2356171"/>
                  </a:lnTo>
                  <a:lnTo>
                    <a:pt x="2707398" y="2432093"/>
                  </a:lnTo>
                  <a:lnTo>
                    <a:pt x="2709592" y="2522514"/>
                  </a:lnTo>
                  <a:lnTo>
                    <a:pt x="2711786" y="2606486"/>
                  </a:lnTo>
                  <a:lnTo>
                    <a:pt x="2713980" y="2642546"/>
                  </a:lnTo>
                  <a:lnTo>
                    <a:pt x="2716173" y="2662137"/>
                  </a:lnTo>
                  <a:lnTo>
                    <a:pt x="2718367" y="2713696"/>
                  </a:lnTo>
                  <a:lnTo>
                    <a:pt x="2720561" y="2649025"/>
                  </a:lnTo>
                  <a:lnTo>
                    <a:pt x="2722755" y="2573921"/>
                  </a:lnTo>
                  <a:lnTo>
                    <a:pt x="2724949" y="2552790"/>
                  </a:lnTo>
                  <a:lnTo>
                    <a:pt x="2727142" y="2568129"/>
                  </a:lnTo>
                  <a:lnTo>
                    <a:pt x="2729336" y="2558929"/>
                  </a:lnTo>
                  <a:lnTo>
                    <a:pt x="2731530" y="2505650"/>
                  </a:lnTo>
                  <a:lnTo>
                    <a:pt x="2733724" y="2521723"/>
                  </a:lnTo>
                  <a:lnTo>
                    <a:pt x="2735917" y="2574296"/>
                  </a:lnTo>
                  <a:lnTo>
                    <a:pt x="2738111" y="2551018"/>
                  </a:lnTo>
                  <a:lnTo>
                    <a:pt x="2740305" y="2430942"/>
                  </a:lnTo>
                  <a:lnTo>
                    <a:pt x="2742499" y="2293510"/>
                  </a:lnTo>
                  <a:lnTo>
                    <a:pt x="2744693" y="2213688"/>
                  </a:lnTo>
                  <a:lnTo>
                    <a:pt x="2746886" y="2126413"/>
                  </a:lnTo>
                  <a:lnTo>
                    <a:pt x="2749080" y="2044257"/>
                  </a:lnTo>
                  <a:lnTo>
                    <a:pt x="2751274" y="2094017"/>
                  </a:lnTo>
                  <a:lnTo>
                    <a:pt x="2753468" y="2249697"/>
                  </a:lnTo>
                  <a:lnTo>
                    <a:pt x="2755661" y="2460763"/>
                  </a:lnTo>
                  <a:lnTo>
                    <a:pt x="2757855" y="2573351"/>
                  </a:lnTo>
                  <a:lnTo>
                    <a:pt x="2760049" y="2643242"/>
                  </a:lnTo>
                  <a:lnTo>
                    <a:pt x="2762243" y="2653318"/>
                  </a:lnTo>
                  <a:lnTo>
                    <a:pt x="2764437" y="2542062"/>
                  </a:lnTo>
                  <a:lnTo>
                    <a:pt x="2766630" y="2462664"/>
                  </a:lnTo>
                  <a:lnTo>
                    <a:pt x="2768824" y="2386434"/>
                  </a:lnTo>
                  <a:lnTo>
                    <a:pt x="2771018" y="2355327"/>
                  </a:lnTo>
                  <a:lnTo>
                    <a:pt x="2773212" y="2301475"/>
                  </a:lnTo>
                  <a:lnTo>
                    <a:pt x="2775406" y="2272917"/>
                  </a:lnTo>
                  <a:lnTo>
                    <a:pt x="2777599" y="2301675"/>
                  </a:lnTo>
                  <a:lnTo>
                    <a:pt x="2779793" y="2238248"/>
                  </a:lnTo>
                  <a:lnTo>
                    <a:pt x="2781987" y="2100113"/>
                  </a:lnTo>
                  <a:lnTo>
                    <a:pt x="2784181" y="2058942"/>
                  </a:lnTo>
                  <a:lnTo>
                    <a:pt x="2786374" y="2095215"/>
                  </a:lnTo>
                  <a:lnTo>
                    <a:pt x="2788568" y="2099578"/>
                  </a:lnTo>
                  <a:lnTo>
                    <a:pt x="2790762" y="2029647"/>
                  </a:lnTo>
                  <a:lnTo>
                    <a:pt x="2792956" y="2034013"/>
                  </a:lnTo>
                  <a:lnTo>
                    <a:pt x="2795150" y="2106841"/>
                  </a:lnTo>
                  <a:lnTo>
                    <a:pt x="2797343" y="2106633"/>
                  </a:lnTo>
                  <a:lnTo>
                    <a:pt x="2799537" y="2050667"/>
                  </a:lnTo>
                  <a:lnTo>
                    <a:pt x="2801731" y="1971525"/>
                  </a:lnTo>
                  <a:lnTo>
                    <a:pt x="2803925" y="1876630"/>
                  </a:lnTo>
                  <a:lnTo>
                    <a:pt x="2806119" y="1751516"/>
                  </a:lnTo>
                  <a:lnTo>
                    <a:pt x="2808312" y="1657794"/>
                  </a:lnTo>
                  <a:lnTo>
                    <a:pt x="2810506" y="1615824"/>
                  </a:lnTo>
                  <a:lnTo>
                    <a:pt x="2812700" y="1621918"/>
                  </a:lnTo>
                  <a:lnTo>
                    <a:pt x="2814894" y="1678327"/>
                  </a:lnTo>
                  <a:lnTo>
                    <a:pt x="2817087" y="1725327"/>
                  </a:lnTo>
                  <a:lnTo>
                    <a:pt x="2819281" y="1748806"/>
                  </a:lnTo>
                  <a:lnTo>
                    <a:pt x="2821475" y="1775373"/>
                  </a:lnTo>
                  <a:lnTo>
                    <a:pt x="2823669" y="1833089"/>
                  </a:lnTo>
                  <a:lnTo>
                    <a:pt x="2825863" y="1813210"/>
                  </a:lnTo>
                  <a:lnTo>
                    <a:pt x="2828056" y="1781821"/>
                  </a:lnTo>
                  <a:lnTo>
                    <a:pt x="2830250" y="1867022"/>
                  </a:lnTo>
                  <a:lnTo>
                    <a:pt x="2832444" y="2054794"/>
                  </a:lnTo>
                  <a:lnTo>
                    <a:pt x="2834638" y="2216107"/>
                  </a:lnTo>
                  <a:lnTo>
                    <a:pt x="2836831" y="2310991"/>
                  </a:lnTo>
                  <a:lnTo>
                    <a:pt x="2839025" y="2412235"/>
                  </a:lnTo>
                  <a:lnTo>
                    <a:pt x="2841219" y="2548974"/>
                  </a:lnTo>
                  <a:lnTo>
                    <a:pt x="2843413" y="2612681"/>
                  </a:lnTo>
                  <a:lnTo>
                    <a:pt x="2845607" y="2609435"/>
                  </a:lnTo>
                  <a:lnTo>
                    <a:pt x="2847800" y="2628419"/>
                  </a:lnTo>
                  <a:lnTo>
                    <a:pt x="2849994" y="2571032"/>
                  </a:lnTo>
                  <a:lnTo>
                    <a:pt x="2852188" y="2480480"/>
                  </a:lnTo>
                  <a:lnTo>
                    <a:pt x="2854382" y="2470000"/>
                  </a:lnTo>
                  <a:lnTo>
                    <a:pt x="2856576" y="2526235"/>
                  </a:lnTo>
                  <a:lnTo>
                    <a:pt x="2858769" y="2543171"/>
                  </a:lnTo>
                  <a:lnTo>
                    <a:pt x="2860963" y="2490555"/>
                  </a:lnTo>
                  <a:lnTo>
                    <a:pt x="2863157" y="2518140"/>
                  </a:lnTo>
                  <a:lnTo>
                    <a:pt x="2865351" y="2579544"/>
                  </a:lnTo>
                  <a:lnTo>
                    <a:pt x="2867544" y="2479771"/>
                  </a:lnTo>
                  <a:lnTo>
                    <a:pt x="2869738" y="2389750"/>
                  </a:lnTo>
                  <a:lnTo>
                    <a:pt x="2871932" y="2380093"/>
                  </a:lnTo>
                  <a:lnTo>
                    <a:pt x="2874126" y="2457821"/>
                  </a:lnTo>
                  <a:lnTo>
                    <a:pt x="2876320" y="2498845"/>
                  </a:lnTo>
                  <a:lnTo>
                    <a:pt x="2878513" y="2519777"/>
                  </a:lnTo>
                  <a:lnTo>
                    <a:pt x="2880707" y="2573113"/>
                  </a:lnTo>
                  <a:lnTo>
                    <a:pt x="2882901" y="2588582"/>
                  </a:lnTo>
                  <a:lnTo>
                    <a:pt x="2885095" y="2560859"/>
                  </a:lnTo>
                  <a:lnTo>
                    <a:pt x="2887288" y="2428386"/>
                  </a:lnTo>
                  <a:lnTo>
                    <a:pt x="2889482" y="2296213"/>
                  </a:lnTo>
                  <a:lnTo>
                    <a:pt x="2891676" y="2263640"/>
                  </a:lnTo>
                  <a:lnTo>
                    <a:pt x="2893870" y="2330845"/>
                  </a:lnTo>
                  <a:lnTo>
                    <a:pt x="2896064" y="2405398"/>
                  </a:lnTo>
                  <a:lnTo>
                    <a:pt x="2898257" y="2472577"/>
                  </a:lnTo>
                  <a:lnTo>
                    <a:pt x="2900451" y="2531777"/>
                  </a:lnTo>
                  <a:lnTo>
                    <a:pt x="2902645" y="2577431"/>
                  </a:lnTo>
                  <a:lnTo>
                    <a:pt x="2904839" y="2567593"/>
                  </a:lnTo>
                  <a:lnTo>
                    <a:pt x="2907033" y="2541945"/>
                  </a:lnTo>
                  <a:lnTo>
                    <a:pt x="2909226" y="2551842"/>
                  </a:lnTo>
                  <a:lnTo>
                    <a:pt x="2911420" y="2462941"/>
                  </a:lnTo>
                  <a:lnTo>
                    <a:pt x="2913614" y="2347098"/>
                  </a:lnTo>
                  <a:lnTo>
                    <a:pt x="2915808" y="2349274"/>
                  </a:lnTo>
                  <a:lnTo>
                    <a:pt x="2918001" y="2455911"/>
                  </a:lnTo>
                  <a:lnTo>
                    <a:pt x="2920195" y="2530366"/>
                  </a:lnTo>
                  <a:lnTo>
                    <a:pt x="2922389" y="2478808"/>
                  </a:lnTo>
                  <a:lnTo>
                    <a:pt x="2924583" y="2481257"/>
                  </a:lnTo>
                  <a:lnTo>
                    <a:pt x="2926777" y="2609959"/>
                  </a:lnTo>
                  <a:lnTo>
                    <a:pt x="2928970" y="2646552"/>
                  </a:lnTo>
                  <a:lnTo>
                    <a:pt x="2931164" y="2533074"/>
                  </a:lnTo>
                  <a:lnTo>
                    <a:pt x="2933358" y="2351081"/>
                  </a:lnTo>
                  <a:lnTo>
                    <a:pt x="2935552" y="2241568"/>
                  </a:lnTo>
                  <a:lnTo>
                    <a:pt x="2937746" y="2205055"/>
                  </a:lnTo>
                  <a:lnTo>
                    <a:pt x="2939939" y="2243141"/>
                  </a:lnTo>
                  <a:lnTo>
                    <a:pt x="2942133" y="2323638"/>
                  </a:lnTo>
                  <a:lnTo>
                    <a:pt x="2944327" y="2396013"/>
                  </a:lnTo>
                  <a:lnTo>
                    <a:pt x="2946521" y="2496785"/>
                  </a:lnTo>
                  <a:lnTo>
                    <a:pt x="2948714" y="2629203"/>
                  </a:lnTo>
                  <a:lnTo>
                    <a:pt x="2950908" y="2705437"/>
                  </a:lnTo>
                  <a:lnTo>
                    <a:pt x="2953102" y="2650129"/>
                  </a:lnTo>
                  <a:lnTo>
                    <a:pt x="2955296" y="2651533"/>
                  </a:lnTo>
                  <a:lnTo>
                    <a:pt x="2957490" y="2678372"/>
                  </a:lnTo>
                  <a:lnTo>
                    <a:pt x="2959683" y="2647146"/>
                  </a:lnTo>
                  <a:lnTo>
                    <a:pt x="2961877" y="2566841"/>
                  </a:lnTo>
                  <a:lnTo>
                    <a:pt x="2964071" y="2562980"/>
                  </a:lnTo>
                  <a:lnTo>
                    <a:pt x="2966265" y="2606706"/>
                  </a:lnTo>
                  <a:lnTo>
                    <a:pt x="2968458" y="2576752"/>
                  </a:lnTo>
                  <a:lnTo>
                    <a:pt x="2970652" y="2528361"/>
                  </a:lnTo>
                  <a:lnTo>
                    <a:pt x="2972846" y="2552553"/>
                  </a:lnTo>
                  <a:lnTo>
                    <a:pt x="2975040" y="2604333"/>
                  </a:lnTo>
                  <a:lnTo>
                    <a:pt x="2977234" y="2627886"/>
                  </a:lnTo>
                  <a:lnTo>
                    <a:pt x="2979427" y="2613589"/>
                  </a:lnTo>
                  <a:lnTo>
                    <a:pt x="2981621" y="2650501"/>
                  </a:lnTo>
                  <a:lnTo>
                    <a:pt x="2983815" y="2729727"/>
                  </a:lnTo>
                  <a:lnTo>
                    <a:pt x="2986009" y="2812821"/>
                  </a:lnTo>
                  <a:lnTo>
                    <a:pt x="2988203" y="2838877"/>
                  </a:lnTo>
                  <a:lnTo>
                    <a:pt x="2990396" y="2795125"/>
                  </a:lnTo>
                  <a:lnTo>
                    <a:pt x="2992590" y="2781909"/>
                  </a:lnTo>
                  <a:lnTo>
                    <a:pt x="2994784" y="2655028"/>
                  </a:lnTo>
                  <a:lnTo>
                    <a:pt x="2996978" y="2523000"/>
                  </a:lnTo>
                  <a:lnTo>
                    <a:pt x="2999171" y="2405201"/>
                  </a:lnTo>
                  <a:lnTo>
                    <a:pt x="3001365" y="2404053"/>
                  </a:lnTo>
                  <a:lnTo>
                    <a:pt x="3003559" y="2468824"/>
                  </a:lnTo>
                  <a:lnTo>
                    <a:pt x="3005753" y="2439784"/>
                  </a:lnTo>
                  <a:lnTo>
                    <a:pt x="3007947" y="2432849"/>
                  </a:lnTo>
                  <a:lnTo>
                    <a:pt x="3010140" y="2487029"/>
                  </a:lnTo>
                  <a:lnTo>
                    <a:pt x="3012334" y="2543535"/>
                  </a:lnTo>
                  <a:lnTo>
                    <a:pt x="3014528" y="2548204"/>
                  </a:lnTo>
                  <a:lnTo>
                    <a:pt x="3016722" y="2539341"/>
                  </a:lnTo>
                  <a:lnTo>
                    <a:pt x="3018915" y="2562974"/>
                  </a:lnTo>
                  <a:lnTo>
                    <a:pt x="3021109" y="2666954"/>
                  </a:lnTo>
                  <a:lnTo>
                    <a:pt x="3023303" y="2763077"/>
                  </a:lnTo>
                  <a:lnTo>
                    <a:pt x="3025497" y="2822772"/>
                  </a:lnTo>
                  <a:lnTo>
                    <a:pt x="3027691" y="2802140"/>
                  </a:lnTo>
                  <a:lnTo>
                    <a:pt x="3029884" y="2761028"/>
                  </a:lnTo>
                  <a:lnTo>
                    <a:pt x="3032078" y="2756760"/>
                  </a:lnTo>
                  <a:lnTo>
                    <a:pt x="3034272" y="2721184"/>
                  </a:lnTo>
                  <a:lnTo>
                    <a:pt x="3036466" y="2636923"/>
                  </a:lnTo>
                  <a:lnTo>
                    <a:pt x="3038660" y="2560780"/>
                  </a:lnTo>
                  <a:lnTo>
                    <a:pt x="3040853" y="2563570"/>
                  </a:lnTo>
                  <a:lnTo>
                    <a:pt x="3043047" y="2626187"/>
                  </a:lnTo>
                  <a:lnTo>
                    <a:pt x="3045241" y="2705027"/>
                  </a:lnTo>
                  <a:lnTo>
                    <a:pt x="3047435" y="2760680"/>
                  </a:lnTo>
                  <a:lnTo>
                    <a:pt x="3049628" y="2819108"/>
                  </a:lnTo>
                  <a:lnTo>
                    <a:pt x="3051808" y="2870611"/>
                  </a:lnTo>
                </a:path>
              </a:pathLst>
            </a:custGeom>
            <a:ln w="10840" cap="flat">
              <a:solidFill>
                <a:srgbClr val="0000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" name="pl10"/>
            <p:cNvSpPr/>
            <p:nvPr/>
          </p:nvSpPr>
          <p:spPr>
            <a:xfrm>
              <a:off x="3831661" y="492359"/>
              <a:ext cx="1913102" cy="2770117"/>
            </a:xfrm>
            <a:custGeom>
              <a:avLst/>
              <a:pathLst>
                <a:path w="1913102" h="2770117">
                  <a:moveTo>
                    <a:pt x="0" y="2770117"/>
                  </a:moveTo>
                  <a:lnTo>
                    <a:pt x="474" y="2747107"/>
                  </a:lnTo>
                  <a:lnTo>
                    <a:pt x="2668" y="2625717"/>
                  </a:lnTo>
                  <a:lnTo>
                    <a:pt x="4862" y="2562538"/>
                  </a:lnTo>
                  <a:lnTo>
                    <a:pt x="7056" y="2465016"/>
                  </a:lnTo>
                  <a:lnTo>
                    <a:pt x="9250" y="2410014"/>
                  </a:lnTo>
                  <a:lnTo>
                    <a:pt x="11443" y="2352557"/>
                  </a:lnTo>
                  <a:lnTo>
                    <a:pt x="13637" y="2415062"/>
                  </a:lnTo>
                  <a:lnTo>
                    <a:pt x="15831" y="2528869"/>
                  </a:lnTo>
                  <a:lnTo>
                    <a:pt x="18025" y="2637979"/>
                  </a:lnTo>
                  <a:lnTo>
                    <a:pt x="20219" y="2680472"/>
                  </a:lnTo>
                  <a:lnTo>
                    <a:pt x="22412" y="2678496"/>
                  </a:lnTo>
                  <a:lnTo>
                    <a:pt x="24606" y="2741865"/>
                  </a:lnTo>
                  <a:lnTo>
                    <a:pt x="26800" y="2713202"/>
                  </a:lnTo>
                  <a:lnTo>
                    <a:pt x="28994" y="2687176"/>
                  </a:lnTo>
                  <a:lnTo>
                    <a:pt x="31187" y="2712577"/>
                  </a:lnTo>
                  <a:lnTo>
                    <a:pt x="33381" y="2728978"/>
                  </a:lnTo>
                  <a:lnTo>
                    <a:pt x="35575" y="2704711"/>
                  </a:lnTo>
                  <a:lnTo>
                    <a:pt x="37769" y="2646200"/>
                  </a:lnTo>
                  <a:lnTo>
                    <a:pt x="39963" y="2664888"/>
                  </a:lnTo>
                  <a:lnTo>
                    <a:pt x="42156" y="2676479"/>
                  </a:lnTo>
                  <a:lnTo>
                    <a:pt x="44350" y="2499396"/>
                  </a:lnTo>
                  <a:lnTo>
                    <a:pt x="46544" y="2383080"/>
                  </a:lnTo>
                  <a:lnTo>
                    <a:pt x="48738" y="2475080"/>
                  </a:lnTo>
                  <a:lnTo>
                    <a:pt x="50932" y="2541935"/>
                  </a:lnTo>
                  <a:lnTo>
                    <a:pt x="53125" y="2517879"/>
                  </a:lnTo>
                  <a:lnTo>
                    <a:pt x="55319" y="2440431"/>
                  </a:lnTo>
                  <a:lnTo>
                    <a:pt x="57513" y="2452054"/>
                  </a:lnTo>
                  <a:lnTo>
                    <a:pt x="59707" y="2473040"/>
                  </a:lnTo>
                  <a:lnTo>
                    <a:pt x="61900" y="2397518"/>
                  </a:lnTo>
                  <a:lnTo>
                    <a:pt x="64094" y="2373590"/>
                  </a:lnTo>
                  <a:lnTo>
                    <a:pt x="66288" y="2409672"/>
                  </a:lnTo>
                  <a:lnTo>
                    <a:pt x="68482" y="2482340"/>
                  </a:lnTo>
                  <a:lnTo>
                    <a:pt x="70676" y="2511249"/>
                  </a:lnTo>
                  <a:lnTo>
                    <a:pt x="72869" y="2506472"/>
                  </a:lnTo>
                  <a:lnTo>
                    <a:pt x="75063" y="2517151"/>
                  </a:lnTo>
                  <a:lnTo>
                    <a:pt x="77257" y="2554072"/>
                  </a:lnTo>
                  <a:lnTo>
                    <a:pt x="79451" y="2592631"/>
                  </a:lnTo>
                  <a:lnTo>
                    <a:pt x="81644" y="2565738"/>
                  </a:lnTo>
                  <a:lnTo>
                    <a:pt x="83838" y="2589616"/>
                  </a:lnTo>
                  <a:lnTo>
                    <a:pt x="86032" y="2676596"/>
                  </a:lnTo>
                  <a:lnTo>
                    <a:pt x="88226" y="2621064"/>
                  </a:lnTo>
                  <a:lnTo>
                    <a:pt x="90420" y="2494178"/>
                  </a:lnTo>
                  <a:lnTo>
                    <a:pt x="92613" y="2401366"/>
                  </a:lnTo>
                  <a:lnTo>
                    <a:pt x="94807" y="2333024"/>
                  </a:lnTo>
                  <a:lnTo>
                    <a:pt x="97001" y="2282620"/>
                  </a:lnTo>
                  <a:lnTo>
                    <a:pt x="99195" y="2174862"/>
                  </a:lnTo>
                  <a:lnTo>
                    <a:pt x="101389" y="2098477"/>
                  </a:lnTo>
                  <a:lnTo>
                    <a:pt x="103582" y="2079153"/>
                  </a:lnTo>
                  <a:lnTo>
                    <a:pt x="105776" y="2032740"/>
                  </a:lnTo>
                  <a:lnTo>
                    <a:pt x="107970" y="2040707"/>
                  </a:lnTo>
                  <a:lnTo>
                    <a:pt x="110164" y="2023814"/>
                  </a:lnTo>
                  <a:lnTo>
                    <a:pt x="112357" y="1971416"/>
                  </a:lnTo>
                  <a:lnTo>
                    <a:pt x="114551" y="1960788"/>
                  </a:lnTo>
                  <a:lnTo>
                    <a:pt x="116745" y="1904768"/>
                  </a:lnTo>
                  <a:lnTo>
                    <a:pt x="118939" y="1834385"/>
                  </a:lnTo>
                  <a:lnTo>
                    <a:pt x="121133" y="1747211"/>
                  </a:lnTo>
                  <a:lnTo>
                    <a:pt x="123326" y="1633981"/>
                  </a:lnTo>
                  <a:lnTo>
                    <a:pt x="125520" y="1580923"/>
                  </a:lnTo>
                  <a:lnTo>
                    <a:pt x="127714" y="1534940"/>
                  </a:lnTo>
                  <a:lnTo>
                    <a:pt x="129908" y="1438015"/>
                  </a:lnTo>
                  <a:lnTo>
                    <a:pt x="132101" y="1444577"/>
                  </a:lnTo>
                  <a:lnTo>
                    <a:pt x="134295" y="1453609"/>
                  </a:lnTo>
                  <a:lnTo>
                    <a:pt x="136489" y="1439609"/>
                  </a:lnTo>
                  <a:lnTo>
                    <a:pt x="138683" y="1479680"/>
                  </a:lnTo>
                  <a:lnTo>
                    <a:pt x="140877" y="1499169"/>
                  </a:lnTo>
                  <a:lnTo>
                    <a:pt x="143070" y="1587886"/>
                  </a:lnTo>
                  <a:lnTo>
                    <a:pt x="145264" y="1572582"/>
                  </a:lnTo>
                  <a:lnTo>
                    <a:pt x="147458" y="1549868"/>
                  </a:lnTo>
                  <a:lnTo>
                    <a:pt x="149652" y="1573993"/>
                  </a:lnTo>
                  <a:lnTo>
                    <a:pt x="151846" y="1487375"/>
                  </a:lnTo>
                  <a:lnTo>
                    <a:pt x="154039" y="1504333"/>
                  </a:lnTo>
                  <a:lnTo>
                    <a:pt x="156233" y="1461585"/>
                  </a:lnTo>
                  <a:lnTo>
                    <a:pt x="158427" y="1392800"/>
                  </a:lnTo>
                  <a:lnTo>
                    <a:pt x="160621" y="1329803"/>
                  </a:lnTo>
                  <a:lnTo>
                    <a:pt x="162814" y="1308264"/>
                  </a:lnTo>
                  <a:lnTo>
                    <a:pt x="165008" y="1343638"/>
                  </a:lnTo>
                  <a:lnTo>
                    <a:pt x="167202" y="1337103"/>
                  </a:lnTo>
                  <a:lnTo>
                    <a:pt x="169396" y="1344590"/>
                  </a:lnTo>
                  <a:lnTo>
                    <a:pt x="171590" y="1397767"/>
                  </a:lnTo>
                  <a:lnTo>
                    <a:pt x="173783" y="1435057"/>
                  </a:lnTo>
                  <a:lnTo>
                    <a:pt x="175977" y="1395888"/>
                  </a:lnTo>
                  <a:lnTo>
                    <a:pt x="178171" y="1361183"/>
                  </a:lnTo>
                  <a:lnTo>
                    <a:pt x="180365" y="1292262"/>
                  </a:lnTo>
                  <a:lnTo>
                    <a:pt x="182559" y="1258485"/>
                  </a:lnTo>
                  <a:lnTo>
                    <a:pt x="184752" y="1283755"/>
                  </a:lnTo>
                  <a:lnTo>
                    <a:pt x="186946" y="1307139"/>
                  </a:lnTo>
                  <a:lnTo>
                    <a:pt x="189140" y="1380744"/>
                  </a:lnTo>
                  <a:lnTo>
                    <a:pt x="191334" y="1468436"/>
                  </a:lnTo>
                  <a:lnTo>
                    <a:pt x="193527" y="1485752"/>
                  </a:lnTo>
                  <a:lnTo>
                    <a:pt x="195721" y="1469601"/>
                  </a:lnTo>
                  <a:lnTo>
                    <a:pt x="197915" y="1392565"/>
                  </a:lnTo>
                  <a:lnTo>
                    <a:pt x="200109" y="1344784"/>
                  </a:lnTo>
                  <a:lnTo>
                    <a:pt x="202303" y="1283811"/>
                  </a:lnTo>
                  <a:lnTo>
                    <a:pt x="204496" y="1145800"/>
                  </a:lnTo>
                  <a:lnTo>
                    <a:pt x="206690" y="1095357"/>
                  </a:lnTo>
                  <a:lnTo>
                    <a:pt x="208884" y="1078458"/>
                  </a:lnTo>
                  <a:lnTo>
                    <a:pt x="211078" y="1045110"/>
                  </a:lnTo>
                  <a:lnTo>
                    <a:pt x="213271" y="995306"/>
                  </a:lnTo>
                  <a:lnTo>
                    <a:pt x="215465" y="968363"/>
                  </a:lnTo>
                  <a:lnTo>
                    <a:pt x="217659" y="1005542"/>
                  </a:lnTo>
                  <a:lnTo>
                    <a:pt x="219853" y="1026965"/>
                  </a:lnTo>
                  <a:lnTo>
                    <a:pt x="222047" y="983210"/>
                  </a:lnTo>
                  <a:lnTo>
                    <a:pt x="224240" y="975108"/>
                  </a:lnTo>
                  <a:lnTo>
                    <a:pt x="226434" y="984021"/>
                  </a:lnTo>
                  <a:lnTo>
                    <a:pt x="228628" y="971641"/>
                  </a:lnTo>
                  <a:lnTo>
                    <a:pt x="230822" y="959391"/>
                  </a:lnTo>
                  <a:lnTo>
                    <a:pt x="233016" y="1013870"/>
                  </a:lnTo>
                  <a:lnTo>
                    <a:pt x="235209" y="1094546"/>
                  </a:lnTo>
                  <a:lnTo>
                    <a:pt x="237403" y="1240208"/>
                  </a:lnTo>
                  <a:lnTo>
                    <a:pt x="239597" y="1384304"/>
                  </a:lnTo>
                  <a:lnTo>
                    <a:pt x="241791" y="1470750"/>
                  </a:lnTo>
                  <a:lnTo>
                    <a:pt x="243984" y="1581838"/>
                  </a:lnTo>
                  <a:lnTo>
                    <a:pt x="246178" y="1569375"/>
                  </a:lnTo>
                  <a:lnTo>
                    <a:pt x="248372" y="1594918"/>
                  </a:lnTo>
                  <a:lnTo>
                    <a:pt x="250566" y="1566528"/>
                  </a:lnTo>
                  <a:lnTo>
                    <a:pt x="252760" y="1539253"/>
                  </a:lnTo>
                  <a:lnTo>
                    <a:pt x="254953" y="1567643"/>
                  </a:lnTo>
                  <a:lnTo>
                    <a:pt x="257147" y="1572475"/>
                  </a:lnTo>
                  <a:lnTo>
                    <a:pt x="259341" y="1610015"/>
                  </a:lnTo>
                  <a:lnTo>
                    <a:pt x="261535" y="1612832"/>
                  </a:lnTo>
                  <a:lnTo>
                    <a:pt x="263728" y="1589914"/>
                  </a:lnTo>
                  <a:lnTo>
                    <a:pt x="265922" y="1527422"/>
                  </a:lnTo>
                  <a:lnTo>
                    <a:pt x="268116" y="1472980"/>
                  </a:lnTo>
                  <a:lnTo>
                    <a:pt x="270310" y="1378212"/>
                  </a:lnTo>
                  <a:lnTo>
                    <a:pt x="272504" y="1213243"/>
                  </a:lnTo>
                  <a:lnTo>
                    <a:pt x="274697" y="1008444"/>
                  </a:lnTo>
                  <a:lnTo>
                    <a:pt x="276891" y="813773"/>
                  </a:lnTo>
                  <a:lnTo>
                    <a:pt x="279085" y="608440"/>
                  </a:lnTo>
                  <a:lnTo>
                    <a:pt x="281279" y="439864"/>
                  </a:lnTo>
                  <a:lnTo>
                    <a:pt x="283473" y="325734"/>
                  </a:lnTo>
                  <a:lnTo>
                    <a:pt x="285666" y="282609"/>
                  </a:lnTo>
                  <a:lnTo>
                    <a:pt x="287860" y="229773"/>
                  </a:lnTo>
                  <a:lnTo>
                    <a:pt x="290054" y="123363"/>
                  </a:lnTo>
                  <a:lnTo>
                    <a:pt x="292248" y="81195"/>
                  </a:lnTo>
                  <a:lnTo>
                    <a:pt x="294441" y="71875"/>
                  </a:lnTo>
                  <a:lnTo>
                    <a:pt x="296635" y="112752"/>
                  </a:lnTo>
                  <a:lnTo>
                    <a:pt x="298829" y="190942"/>
                  </a:lnTo>
                  <a:lnTo>
                    <a:pt x="301023" y="301856"/>
                  </a:lnTo>
                  <a:lnTo>
                    <a:pt x="303217" y="491123"/>
                  </a:lnTo>
                  <a:lnTo>
                    <a:pt x="305410" y="678046"/>
                  </a:lnTo>
                  <a:lnTo>
                    <a:pt x="307604" y="759289"/>
                  </a:lnTo>
                  <a:lnTo>
                    <a:pt x="309798" y="751822"/>
                  </a:lnTo>
                  <a:lnTo>
                    <a:pt x="311992" y="708533"/>
                  </a:lnTo>
                  <a:lnTo>
                    <a:pt x="314186" y="676379"/>
                  </a:lnTo>
                  <a:lnTo>
                    <a:pt x="316379" y="636375"/>
                  </a:lnTo>
                  <a:lnTo>
                    <a:pt x="318573" y="596983"/>
                  </a:lnTo>
                  <a:lnTo>
                    <a:pt x="320767" y="617880"/>
                  </a:lnTo>
                  <a:lnTo>
                    <a:pt x="322961" y="675235"/>
                  </a:lnTo>
                  <a:lnTo>
                    <a:pt x="325154" y="701091"/>
                  </a:lnTo>
                  <a:lnTo>
                    <a:pt x="327348" y="711801"/>
                  </a:lnTo>
                  <a:lnTo>
                    <a:pt x="329542" y="728103"/>
                  </a:lnTo>
                  <a:lnTo>
                    <a:pt x="331736" y="716369"/>
                  </a:lnTo>
                  <a:lnTo>
                    <a:pt x="333930" y="697270"/>
                  </a:lnTo>
                  <a:lnTo>
                    <a:pt x="336123" y="692264"/>
                  </a:lnTo>
                  <a:lnTo>
                    <a:pt x="338317" y="784270"/>
                  </a:lnTo>
                  <a:lnTo>
                    <a:pt x="340511" y="930660"/>
                  </a:lnTo>
                  <a:lnTo>
                    <a:pt x="342705" y="1009883"/>
                  </a:lnTo>
                  <a:lnTo>
                    <a:pt x="344898" y="1078728"/>
                  </a:lnTo>
                  <a:lnTo>
                    <a:pt x="347092" y="1078966"/>
                  </a:lnTo>
                  <a:lnTo>
                    <a:pt x="349286" y="1013856"/>
                  </a:lnTo>
                  <a:lnTo>
                    <a:pt x="351480" y="892062"/>
                  </a:lnTo>
                  <a:lnTo>
                    <a:pt x="353674" y="748899"/>
                  </a:lnTo>
                  <a:lnTo>
                    <a:pt x="355867" y="642224"/>
                  </a:lnTo>
                  <a:lnTo>
                    <a:pt x="358061" y="573849"/>
                  </a:lnTo>
                  <a:lnTo>
                    <a:pt x="360255" y="561808"/>
                  </a:lnTo>
                  <a:lnTo>
                    <a:pt x="362449" y="571251"/>
                  </a:lnTo>
                  <a:lnTo>
                    <a:pt x="364643" y="634496"/>
                  </a:lnTo>
                  <a:lnTo>
                    <a:pt x="366836" y="740840"/>
                  </a:lnTo>
                  <a:lnTo>
                    <a:pt x="369030" y="776737"/>
                  </a:lnTo>
                  <a:lnTo>
                    <a:pt x="371224" y="776836"/>
                  </a:lnTo>
                  <a:lnTo>
                    <a:pt x="373418" y="828373"/>
                  </a:lnTo>
                  <a:lnTo>
                    <a:pt x="375611" y="906191"/>
                  </a:lnTo>
                  <a:lnTo>
                    <a:pt x="377805" y="959063"/>
                  </a:lnTo>
                  <a:lnTo>
                    <a:pt x="379999" y="941099"/>
                  </a:lnTo>
                  <a:lnTo>
                    <a:pt x="382193" y="941366"/>
                  </a:lnTo>
                  <a:lnTo>
                    <a:pt x="384387" y="900419"/>
                  </a:lnTo>
                  <a:lnTo>
                    <a:pt x="386580" y="788478"/>
                  </a:lnTo>
                  <a:lnTo>
                    <a:pt x="388774" y="708242"/>
                  </a:lnTo>
                  <a:lnTo>
                    <a:pt x="390968" y="575788"/>
                  </a:lnTo>
                  <a:lnTo>
                    <a:pt x="393162" y="403889"/>
                  </a:lnTo>
                  <a:lnTo>
                    <a:pt x="395355" y="318883"/>
                  </a:lnTo>
                  <a:lnTo>
                    <a:pt x="397549" y="305917"/>
                  </a:lnTo>
                  <a:lnTo>
                    <a:pt x="399743" y="262198"/>
                  </a:lnTo>
                  <a:lnTo>
                    <a:pt x="401937" y="182259"/>
                  </a:lnTo>
                  <a:lnTo>
                    <a:pt x="404131" y="181213"/>
                  </a:lnTo>
                  <a:lnTo>
                    <a:pt x="406324" y="216327"/>
                  </a:lnTo>
                  <a:lnTo>
                    <a:pt x="408518" y="239791"/>
                  </a:lnTo>
                  <a:lnTo>
                    <a:pt x="410712" y="302734"/>
                  </a:lnTo>
                  <a:lnTo>
                    <a:pt x="412906" y="421707"/>
                  </a:lnTo>
                  <a:lnTo>
                    <a:pt x="415100" y="554133"/>
                  </a:lnTo>
                  <a:lnTo>
                    <a:pt x="417293" y="633576"/>
                  </a:lnTo>
                  <a:lnTo>
                    <a:pt x="419487" y="744041"/>
                  </a:lnTo>
                  <a:lnTo>
                    <a:pt x="421681" y="752937"/>
                  </a:lnTo>
                  <a:lnTo>
                    <a:pt x="423875" y="642035"/>
                  </a:lnTo>
                  <a:lnTo>
                    <a:pt x="426068" y="514688"/>
                  </a:lnTo>
                  <a:lnTo>
                    <a:pt x="428262" y="395885"/>
                  </a:lnTo>
                  <a:lnTo>
                    <a:pt x="430456" y="325395"/>
                  </a:lnTo>
                  <a:lnTo>
                    <a:pt x="432650" y="250609"/>
                  </a:lnTo>
                  <a:lnTo>
                    <a:pt x="434844" y="271927"/>
                  </a:lnTo>
                  <a:lnTo>
                    <a:pt x="437037" y="350762"/>
                  </a:lnTo>
                  <a:lnTo>
                    <a:pt x="439231" y="459932"/>
                  </a:lnTo>
                  <a:lnTo>
                    <a:pt x="441425" y="641331"/>
                  </a:lnTo>
                  <a:lnTo>
                    <a:pt x="443619" y="733094"/>
                  </a:lnTo>
                  <a:lnTo>
                    <a:pt x="445813" y="772788"/>
                  </a:lnTo>
                  <a:lnTo>
                    <a:pt x="448006" y="756813"/>
                  </a:lnTo>
                  <a:lnTo>
                    <a:pt x="450200" y="733272"/>
                  </a:lnTo>
                  <a:lnTo>
                    <a:pt x="452394" y="670132"/>
                  </a:lnTo>
                  <a:lnTo>
                    <a:pt x="454588" y="538538"/>
                  </a:lnTo>
                  <a:lnTo>
                    <a:pt x="456781" y="492054"/>
                  </a:lnTo>
                  <a:lnTo>
                    <a:pt x="458975" y="472086"/>
                  </a:lnTo>
                  <a:lnTo>
                    <a:pt x="461169" y="448451"/>
                  </a:lnTo>
                  <a:lnTo>
                    <a:pt x="463363" y="437021"/>
                  </a:lnTo>
                  <a:lnTo>
                    <a:pt x="465557" y="460717"/>
                  </a:lnTo>
                  <a:lnTo>
                    <a:pt x="467750" y="391453"/>
                  </a:lnTo>
                  <a:lnTo>
                    <a:pt x="469944" y="301465"/>
                  </a:lnTo>
                  <a:lnTo>
                    <a:pt x="472138" y="306264"/>
                  </a:lnTo>
                  <a:lnTo>
                    <a:pt x="474332" y="371232"/>
                  </a:lnTo>
                  <a:lnTo>
                    <a:pt x="476525" y="430790"/>
                  </a:lnTo>
                  <a:lnTo>
                    <a:pt x="478719" y="434481"/>
                  </a:lnTo>
                  <a:lnTo>
                    <a:pt x="480913" y="463524"/>
                  </a:lnTo>
                  <a:lnTo>
                    <a:pt x="483107" y="438845"/>
                  </a:lnTo>
                  <a:lnTo>
                    <a:pt x="485301" y="365624"/>
                  </a:lnTo>
                  <a:lnTo>
                    <a:pt x="487494" y="249104"/>
                  </a:lnTo>
                  <a:lnTo>
                    <a:pt x="489688" y="124958"/>
                  </a:lnTo>
                  <a:lnTo>
                    <a:pt x="491882" y="41261"/>
                  </a:lnTo>
                  <a:lnTo>
                    <a:pt x="494076" y="0"/>
                  </a:lnTo>
                  <a:lnTo>
                    <a:pt x="496270" y="6650"/>
                  </a:lnTo>
                  <a:lnTo>
                    <a:pt x="498463" y="672"/>
                  </a:lnTo>
                  <a:lnTo>
                    <a:pt x="500657" y="28588"/>
                  </a:lnTo>
                  <a:lnTo>
                    <a:pt x="502851" y="63775"/>
                  </a:lnTo>
                  <a:lnTo>
                    <a:pt x="505045" y="113927"/>
                  </a:lnTo>
                  <a:lnTo>
                    <a:pt x="507238" y="181632"/>
                  </a:lnTo>
                  <a:lnTo>
                    <a:pt x="509432" y="277647"/>
                  </a:lnTo>
                  <a:lnTo>
                    <a:pt x="511626" y="334283"/>
                  </a:lnTo>
                  <a:lnTo>
                    <a:pt x="513820" y="357004"/>
                  </a:lnTo>
                  <a:lnTo>
                    <a:pt x="516014" y="405580"/>
                  </a:lnTo>
                  <a:lnTo>
                    <a:pt x="518207" y="459817"/>
                  </a:lnTo>
                  <a:lnTo>
                    <a:pt x="520401" y="475820"/>
                  </a:lnTo>
                  <a:lnTo>
                    <a:pt x="522595" y="415140"/>
                  </a:lnTo>
                  <a:lnTo>
                    <a:pt x="524789" y="361405"/>
                  </a:lnTo>
                  <a:lnTo>
                    <a:pt x="526982" y="334110"/>
                  </a:lnTo>
                  <a:lnTo>
                    <a:pt x="529176" y="319614"/>
                  </a:lnTo>
                  <a:lnTo>
                    <a:pt x="531370" y="268860"/>
                  </a:lnTo>
                  <a:lnTo>
                    <a:pt x="533564" y="221042"/>
                  </a:lnTo>
                  <a:lnTo>
                    <a:pt x="535758" y="257060"/>
                  </a:lnTo>
                  <a:lnTo>
                    <a:pt x="537951" y="331810"/>
                  </a:lnTo>
                  <a:lnTo>
                    <a:pt x="540145" y="434119"/>
                  </a:lnTo>
                  <a:lnTo>
                    <a:pt x="542339" y="575621"/>
                  </a:lnTo>
                  <a:lnTo>
                    <a:pt x="544533" y="791025"/>
                  </a:lnTo>
                  <a:lnTo>
                    <a:pt x="546727" y="1080312"/>
                  </a:lnTo>
                  <a:lnTo>
                    <a:pt x="548920" y="1301272"/>
                  </a:lnTo>
                  <a:lnTo>
                    <a:pt x="551114" y="1481860"/>
                  </a:lnTo>
                  <a:lnTo>
                    <a:pt x="553308" y="1721131"/>
                  </a:lnTo>
                  <a:lnTo>
                    <a:pt x="555502" y="1947286"/>
                  </a:lnTo>
                  <a:lnTo>
                    <a:pt x="557695" y="2009724"/>
                  </a:lnTo>
                  <a:lnTo>
                    <a:pt x="559889" y="1885320"/>
                  </a:lnTo>
                  <a:lnTo>
                    <a:pt x="562083" y="1860820"/>
                  </a:lnTo>
                  <a:lnTo>
                    <a:pt x="564277" y="1967273"/>
                  </a:lnTo>
                  <a:lnTo>
                    <a:pt x="566471" y="1973481"/>
                  </a:lnTo>
                  <a:lnTo>
                    <a:pt x="568664" y="1801476"/>
                  </a:lnTo>
                  <a:lnTo>
                    <a:pt x="570858" y="1730109"/>
                  </a:lnTo>
                  <a:lnTo>
                    <a:pt x="573052" y="1829649"/>
                  </a:lnTo>
                  <a:lnTo>
                    <a:pt x="575246" y="1839302"/>
                  </a:lnTo>
                  <a:lnTo>
                    <a:pt x="577439" y="1771725"/>
                  </a:lnTo>
                  <a:lnTo>
                    <a:pt x="579633" y="1782812"/>
                  </a:lnTo>
                  <a:lnTo>
                    <a:pt x="581827" y="1847954"/>
                  </a:lnTo>
                  <a:lnTo>
                    <a:pt x="584021" y="1919332"/>
                  </a:lnTo>
                  <a:lnTo>
                    <a:pt x="586215" y="1995735"/>
                  </a:lnTo>
                  <a:lnTo>
                    <a:pt x="588408" y="2025736"/>
                  </a:lnTo>
                  <a:lnTo>
                    <a:pt x="590602" y="1980135"/>
                  </a:lnTo>
                  <a:lnTo>
                    <a:pt x="592796" y="1886683"/>
                  </a:lnTo>
                  <a:lnTo>
                    <a:pt x="594990" y="1798001"/>
                  </a:lnTo>
                  <a:lnTo>
                    <a:pt x="597184" y="1654445"/>
                  </a:lnTo>
                  <a:lnTo>
                    <a:pt x="599377" y="1489819"/>
                  </a:lnTo>
                  <a:lnTo>
                    <a:pt x="601571" y="1445618"/>
                  </a:lnTo>
                  <a:lnTo>
                    <a:pt x="603765" y="1497940"/>
                  </a:lnTo>
                  <a:lnTo>
                    <a:pt x="605959" y="1524980"/>
                  </a:lnTo>
                  <a:lnTo>
                    <a:pt x="608152" y="1602446"/>
                  </a:lnTo>
                  <a:lnTo>
                    <a:pt x="610346" y="1753523"/>
                  </a:lnTo>
                  <a:lnTo>
                    <a:pt x="612540" y="1857444"/>
                  </a:lnTo>
                  <a:lnTo>
                    <a:pt x="614734" y="1931825"/>
                  </a:lnTo>
                  <a:lnTo>
                    <a:pt x="616928" y="1973104"/>
                  </a:lnTo>
                  <a:lnTo>
                    <a:pt x="619121" y="2002467"/>
                  </a:lnTo>
                  <a:lnTo>
                    <a:pt x="621315" y="2076453"/>
                  </a:lnTo>
                  <a:lnTo>
                    <a:pt x="623509" y="2113473"/>
                  </a:lnTo>
                  <a:lnTo>
                    <a:pt x="625703" y="2074616"/>
                  </a:lnTo>
                  <a:lnTo>
                    <a:pt x="627897" y="2012509"/>
                  </a:lnTo>
                  <a:lnTo>
                    <a:pt x="630090" y="1975998"/>
                  </a:lnTo>
                  <a:lnTo>
                    <a:pt x="632284" y="1955442"/>
                  </a:lnTo>
                  <a:lnTo>
                    <a:pt x="634478" y="1876681"/>
                  </a:lnTo>
                  <a:lnTo>
                    <a:pt x="636672" y="1816223"/>
                  </a:lnTo>
                  <a:lnTo>
                    <a:pt x="638865" y="1826949"/>
                  </a:lnTo>
                  <a:lnTo>
                    <a:pt x="641059" y="1841666"/>
                  </a:lnTo>
                  <a:lnTo>
                    <a:pt x="643253" y="1796200"/>
                  </a:lnTo>
                  <a:lnTo>
                    <a:pt x="645447" y="1783673"/>
                  </a:lnTo>
                  <a:lnTo>
                    <a:pt x="647641" y="1884182"/>
                  </a:lnTo>
                  <a:lnTo>
                    <a:pt x="649834" y="2001171"/>
                  </a:lnTo>
                  <a:lnTo>
                    <a:pt x="652028" y="2033743"/>
                  </a:lnTo>
                  <a:lnTo>
                    <a:pt x="654222" y="2017636"/>
                  </a:lnTo>
                  <a:lnTo>
                    <a:pt x="656416" y="2012043"/>
                  </a:lnTo>
                  <a:lnTo>
                    <a:pt x="658609" y="1910483"/>
                  </a:lnTo>
                  <a:lnTo>
                    <a:pt x="660803" y="1814326"/>
                  </a:lnTo>
                  <a:lnTo>
                    <a:pt x="662997" y="1729075"/>
                  </a:lnTo>
                  <a:lnTo>
                    <a:pt x="665191" y="1756836"/>
                  </a:lnTo>
                  <a:lnTo>
                    <a:pt x="667385" y="1795004"/>
                  </a:lnTo>
                  <a:lnTo>
                    <a:pt x="669578" y="1839323"/>
                  </a:lnTo>
                  <a:lnTo>
                    <a:pt x="671772" y="1913385"/>
                  </a:lnTo>
                  <a:lnTo>
                    <a:pt x="673966" y="1860704"/>
                  </a:lnTo>
                  <a:lnTo>
                    <a:pt x="676160" y="1713537"/>
                  </a:lnTo>
                  <a:lnTo>
                    <a:pt x="678354" y="1572209"/>
                  </a:lnTo>
                  <a:lnTo>
                    <a:pt x="680547" y="1463613"/>
                  </a:lnTo>
                  <a:lnTo>
                    <a:pt x="682741" y="1365062"/>
                  </a:lnTo>
                  <a:lnTo>
                    <a:pt x="684935" y="1294293"/>
                  </a:lnTo>
                  <a:lnTo>
                    <a:pt x="687129" y="1283077"/>
                  </a:lnTo>
                  <a:lnTo>
                    <a:pt x="689322" y="1313638"/>
                  </a:lnTo>
                  <a:lnTo>
                    <a:pt x="691516" y="1313889"/>
                  </a:lnTo>
                  <a:lnTo>
                    <a:pt x="693710" y="1327677"/>
                  </a:lnTo>
                  <a:lnTo>
                    <a:pt x="695904" y="1413564"/>
                  </a:lnTo>
                  <a:lnTo>
                    <a:pt x="698098" y="1615649"/>
                  </a:lnTo>
                  <a:lnTo>
                    <a:pt x="700291" y="1830163"/>
                  </a:lnTo>
                  <a:lnTo>
                    <a:pt x="702485" y="2070491"/>
                  </a:lnTo>
                  <a:lnTo>
                    <a:pt x="704679" y="2267370"/>
                  </a:lnTo>
                  <a:lnTo>
                    <a:pt x="706873" y="2385322"/>
                  </a:lnTo>
                  <a:lnTo>
                    <a:pt x="709066" y="2432112"/>
                  </a:lnTo>
                  <a:lnTo>
                    <a:pt x="711260" y="2232366"/>
                  </a:lnTo>
                  <a:lnTo>
                    <a:pt x="713454" y="1984721"/>
                  </a:lnTo>
                  <a:lnTo>
                    <a:pt x="715648" y="1774005"/>
                  </a:lnTo>
                  <a:lnTo>
                    <a:pt x="717842" y="1592304"/>
                  </a:lnTo>
                  <a:lnTo>
                    <a:pt x="720035" y="1461432"/>
                  </a:lnTo>
                  <a:lnTo>
                    <a:pt x="722229" y="1333167"/>
                  </a:lnTo>
                  <a:lnTo>
                    <a:pt x="724423" y="1390850"/>
                  </a:lnTo>
                  <a:lnTo>
                    <a:pt x="726617" y="1466080"/>
                  </a:lnTo>
                  <a:lnTo>
                    <a:pt x="728811" y="1476985"/>
                  </a:lnTo>
                  <a:lnTo>
                    <a:pt x="731004" y="1549187"/>
                  </a:lnTo>
                  <a:lnTo>
                    <a:pt x="733198" y="1618197"/>
                  </a:lnTo>
                  <a:lnTo>
                    <a:pt x="735392" y="1669634"/>
                  </a:lnTo>
                  <a:lnTo>
                    <a:pt x="737586" y="1588089"/>
                  </a:lnTo>
                  <a:lnTo>
                    <a:pt x="739779" y="1537714"/>
                  </a:lnTo>
                  <a:lnTo>
                    <a:pt x="741973" y="1575994"/>
                  </a:lnTo>
                  <a:lnTo>
                    <a:pt x="744167" y="1589637"/>
                  </a:lnTo>
                  <a:lnTo>
                    <a:pt x="746361" y="1479170"/>
                  </a:lnTo>
                  <a:lnTo>
                    <a:pt x="748555" y="1390049"/>
                  </a:lnTo>
                  <a:lnTo>
                    <a:pt x="750748" y="1430698"/>
                  </a:lnTo>
                  <a:lnTo>
                    <a:pt x="752942" y="1328877"/>
                  </a:lnTo>
                  <a:lnTo>
                    <a:pt x="755136" y="1110648"/>
                  </a:lnTo>
                  <a:lnTo>
                    <a:pt x="757330" y="924691"/>
                  </a:lnTo>
                  <a:lnTo>
                    <a:pt x="759524" y="995857"/>
                  </a:lnTo>
                  <a:lnTo>
                    <a:pt x="761717" y="1048035"/>
                  </a:lnTo>
                  <a:lnTo>
                    <a:pt x="763911" y="961721"/>
                  </a:lnTo>
                  <a:lnTo>
                    <a:pt x="766105" y="937877"/>
                  </a:lnTo>
                  <a:lnTo>
                    <a:pt x="768299" y="1052109"/>
                  </a:lnTo>
                  <a:lnTo>
                    <a:pt x="770492" y="1118887"/>
                  </a:lnTo>
                  <a:lnTo>
                    <a:pt x="772686" y="1047150"/>
                  </a:lnTo>
                  <a:lnTo>
                    <a:pt x="774880" y="943559"/>
                  </a:lnTo>
                  <a:lnTo>
                    <a:pt x="777074" y="979948"/>
                  </a:lnTo>
                  <a:lnTo>
                    <a:pt x="779268" y="1085124"/>
                  </a:lnTo>
                  <a:lnTo>
                    <a:pt x="781461" y="1065881"/>
                  </a:lnTo>
                  <a:lnTo>
                    <a:pt x="783655" y="1042210"/>
                  </a:lnTo>
                  <a:lnTo>
                    <a:pt x="785849" y="1006960"/>
                  </a:lnTo>
                  <a:lnTo>
                    <a:pt x="788043" y="1000864"/>
                  </a:lnTo>
                  <a:lnTo>
                    <a:pt x="790236" y="996671"/>
                  </a:lnTo>
                  <a:lnTo>
                    <a:pt x="792430" y="1003644"/>
                  </a:lnTo>
                  <a:lnTo>
                    <a:pt x="794624" y="984797"/>
                  </a:lnTo>
                  <a:lnTo>
                    <a:pt x="796818" y="924022"/>
                  </a:lnTo>
                  <a:lnTo>
                    <a:pt x="799012" y="862879"/>
                  </a:lnTo>
                  <a:lnTo>
                    <a:pt x="801205" y="804831"/>
                  </a:lnTo>
                  <a:lnTo>
                    <a:pt x="803399" y="724301"/>
                  </a:lnTo>
                  <a:lnTo>
                    <a:pt x="805593" y="619972"/>
                  </a:lnTo>
                  <a:lnTo>
                    <a:pt x="807787" y="576549"/>
                  </a:lnTo>
                  <a:lnTo>
                    <a:pt x="809981" y="576036"/>
                  </a:lnTo>
                  <a:lnTo>
                    <a:pt x="812174" y="687476"/>
                  </a:lnTo>
                  <a:lnTo>
                    <a:pt x="814368" y="782576"/>
                  </a:lnTo>
                  <a:lnTo>
                    <a:pt x="816562" y="823964"/>
                  </a:lnTo>
                  <a:lnTo>
                    <a:pt x="818756" y="851933"/>
                  </a:lnTo>
                  <a:lnTo>
                    <a:pt x="820949" y="838600"/>
                  </a:lnTo>
                  <a:lnTo>
                    <a:pt x="823143" y="867799"/>
                  </a:lnTo>
                  <a:lnTo>
                    <a:pt x="825337" y="804938"/>
                  </a:lnTo>
                  <a:lnTo>
                    <a:pt x="827531" y="773363"/>
                  </a:lnTo>
                  <a:lnTo>
                    <a:pt x="829725" y="820633"/>
                  </a:lnTo>
                  <a:lnTo>
                    <a:pt x="831918" y="830471"/>
                  </a:lnTo>
                  <a:lnTo>
                    <a:pt x="834112" y="864983"/>
                  </a:lnTo>
                  <a:lnTo>
                    <a:pt x="836306" y="849261"/>
                  </a:lnTo>
                  <a:lnTo>
                    <a:pt x="838500" y="880676"/>
                  </a:lnTo>
                  <a:lnTo>
                    <a:pt x="840693" y="962290"/>
                  </a:lnTo>
                  <a:lnTo>
                    <a:pt x="842887" y="918676"/>
                  </a:lnTo>
                  <a:lnTo>
                    <a:pt x="845081" y="833789"/>
                  </a:lnTo>
                  <a:lnTo>
                    <a:pt x="847275" y="750882"/>
                  </a:lnTo>
                  <a:lnTo>
                    <a:pt x="849469" y="752071"/>
                  </a:lnTo>
                  <a:lnTo>
                    <a:pt x="851662" y="720377"/>
                  </a:lnTo>
                  <a:lnTo>
                    <a:pt x="853856" y="579866"/>
                  </a:lnTo>
                  <a:lnTo>
                    <a:pt x="856050" y="530006"/>
                  </a:lnTo>
                  <a:lnTo>
                    <a:pt x="858244" y="565131"/>
                  </a:lnTo>
                  <a:lnTo>
                    <a:pt x="860438" y="616180"/>
                  </a:lnTo>
                  <a:lnTo>
                    <a:pt x="862631" y="572555"/>
                  </a:lnTo>
                  <a:lnTo>
                    <a:pt x="864825" y="578479"/>
                  </a:lnTo>
                  <a:lnTo>
                    <a:pt x="867019" y="650046"/>
                  </a:lnTo>
                  <a:lnTo>
                    <a:pt x="869213" y="728832"/>
                  </a:lnTo>
                  <a:lnTo>
                    <a:pt x="871406" y="845442"/>
                  </a:lnTo>
                  <a:lnTo>
                    <a:pt x="873600" y="917685"/>
                  </a:lnTo>
                  <a:lnTo>
                    <a:pt x="875794" y="945026"/>
                  </a:lnTo>
                  <a:lnTo>
                    <a:pt x="877988" y="886140"/>
                  </a:lnTo>
                  <a:lnTo>
                    <a:pt x="880182" y="809255"/>
                  </a:lnTo>
                  <a:lnTo>
                    <a:pt x="882375" y="770310"/>
                  </a:lnTo>
                  <a:lnTo>
                    <a:pt x="884569" y="800523"/>
                  </a:lnTo>
                  <a:lnTo>
                    <a:pt x="886763" y="854265"/>
                  </a:lnTo>
                  <a:lnTo>
                    <a:pt x="888957" y="894566"/>
                  </a:lnTo>
                  <a:lnTo>
                    <a:pt x="891151" y="943898"/>
                  </a:lnTo>
                  <a:lnTo>
                    <a:pt x="893344" y="937665"/>
                  </a:lnTo>
                  <a:lnTo>
                    <a:pt x="895538" y="870051"/>
                  </a:lnTo>
                  <a:lnTo>
                    <a:pt x="897732" y="689104"/>
                  </a:lnTo>
                  <a:lnTo>
                    <a:pt x="899926" y="574805"/>
                  </a:lnTo>
                  <a:lnTo>
                    <a:pt x="902119" y="556286"/>
                  </a:lnTo>
                  <a:lnTo>
                    <a:pt x="904313" y="523363"/>
                  </a:lnTo>
                  <a:lnTo>
                    <a:pt x="906507" y="541970"/>
                  </a:lnTo>
                  <a:lnTo>
                    <a:pt x="908701" y="531664"/>
                  </a:lnTo>
                  <a:lnTo>
                    <a:pt x="910895" y="522848"/>
                  </a:lnTo>
                  <a:lnTo>
                    <a:pt x="913088" y="505411"/>
                  </a:lnTo>
                  <a:lnTo>
                    <a:pt x="915282" y="486058"/>
                  </a:lnTo>
                  <a:lnTo>
                    <a:pt x="917476" y="414931"/>
                  </a:lnTo>
                  <a:lnTo>
                    <a:pt x="919670" y="314245"/>
                  </a:lnTo>
                  <a:lnTo>
                    <a:pt x="921863" y="270478"/>
                  </a:lnTo>
                  <a:lnTo>
                    <a:pt x="924057" y="227223"/>
                  </a:lnTo>
                  <a:lnTo>
                    <a:pt x="926251" y="154894"/>
                  </a:lnTo>
                  <a:lnTo>
                    <a:pt x="928445" y="76538"/>
                  </a:lnTo>
                  <a:lnTo>
                    <a:pt x="930639" y="66538"/>
                  </a:lnTo>
                  <a:lnTo>
                    <a:pt x="932832" y="87315"/>
                  </a:lnTo>
                  <a:lnTo>
                    <a:pt x="935026" y="123288"/>
                  </a:lnTo>
                  <a:lnTo>
                    <a:pt x="937220" y="147055"/>
                  </a:lnTo>
                  <a:lnTo>
                    <a:pt x="939414" y="182461"/>
                  </a:lnTo>
                  <a:lnTo>
                    <a:pt x="941608" y="209464"/>
                  </a:lnTo>
                  <a:lnTo>
                    <a:pt x="943801" y="289254"/>
                  </a:lnTo>
                  <a:lnTo>
                    <a:pt x="945995" y="346695"/>
                  </a:lnTo>
                  <a:lnTo>
                    <a:pt x="948189" y="327290"/>
                  </a:lnTo>
                  <a:lnTo>
                    <a:pt x="950383" y="382529"/>
                  </a:lnTo>
                  <a:lnTo>
                    <a:pt x="952576" y="489217"/>
                  </a:lnTo>
                  <a:lnTo>
                    <a:pt x="954770" y="563876"/>
                  </a:lnTo>
                  <a:lnTo>
                    <a:pt x="956964" y="642605"/>
                  </a:lnTo>
                  <a:lnTo>
                    <a:pt x="959158" y="759315"/>
                  </a:lnTo>
                  <a:lnTo>
                    <a:pt x="961352" y="1004153"/>
                  </a:lnTo>
                  <a:lnTo>
                    <a:pt x="963545" y="1168307"/>
                  </a:lnTo>
                  <a:lnTo>
                    <a:pt x="965739" y="1291417"/>
                  </a:lnTo>
                  <a:lnTo>
                    <a:pt x="967933" y="1409411"/>
                  </a:lnTo>
                  <a:lnTo>
                    <a:pt x="970127" y="1437870"/>
                  </a:lnTo>
                  <a:lnTo>
                    <a:pt x="972320" y="1484307"/>
                  </a:lnTo>
                  <a:lnTo>
                    <a:pt x="974514" y="1419991"/>
                  </a:lnTo>
                  <a:lnTo>
                    <a:pt x="976708" y="1328614"/>
                  </a:lnTo>
                  <a:lnTo>
                    <a:pt x="978902" y="1239481"/>
                  </a:lnTo>
                  <a:lnTo>
                    <a:pt x="981096" y="1215998"/>
                  </a:lnTo>
                  <a:lnTo>
                    <a:pt x="983289" y="1258436"/>
                  </a:lnTo>
                  <a:lnTo>
                    <a:pt x="985483" y="1254440"/>
                  </a:lnTo>
                  <a:lnTo>
                    <a:pt x="987677" y="1300779"/>
                  </a:lnTo>
                  <a:lnTo>
                    <a:pt x="989871" y="1381852"/>
                  </a:lnTo>
                  <a:lnTo>
                    <a:pt x="992065" y="1399678"/>
                  </a:lnTo>
                  <a:lnTo>
                    <a:pt x="994258" y="1384611"/>
                  </a:lnTo>
                  <a:lnTo>
                    <a:pt x="996452" y="1323383"/>
                  </a:lnTo>
                  <a:lnTo>
                    <a:pt x="998646" y="1245914"/>
                  </a:lnTo>
                  <a:lnTo>
                    <a:pt x="1000840" y="1113288"/>
                  </a:lnTo>
                  <a:lnTo>
                    <a:pt x="1003033" y="1006638"/>
                  </a:lnTo>
                  <a:lnTo>
                    <a:pt x="1005227" y="959728"/>
                  </a:lnTo>
                  <a:lnTo>
                    <a:pt x="1007421" y="936075"/>
                  </a:lnTo>
                  <a:lnTo>
                    <a:pt x="1009615" y="829393"/>
                  </a:lnTo>
                  <a:lnTo>
                    <a:pt x="1011809" y="683960"/>
                  </a:lnTo>
                  <a:lnTo>
                    <a:pt x="1014002" y="589123"/>
                  </a:lnTo>
                  <a:lnTo>
                    <a:pt x="1016196" y="519629"/>
                  </a:lnTo>
                  <a:lnTo>
                    <a:pt x="1018390" y="449754"/>
                  </a:lnTo>
                  <a:lnTo>
                    <a:pt x="1020584" y="377590"/>
                  </a:lnTo>
                  <a:lnTo>
                    <a:pt x="1022778" y="426713"/>
                  </a:lnTo>
                  <a:lnTo>
                    <a:pt x="1024971" y="583860"/>
                  </a:lnTo>
                  <a:lnTo>
                    <a:pt x="1027165" y="686265"/>
                  </a:lnTo>
                  <a:lnTo>
                    <a:pt x="1029359" y="696260"/>
                  </a:lnTo>
                  <a:lnTo>
                    <a:pt x="1031553" y="634400"/>
                  </a:lnTo>
                  <a:lnTo>
                    <a:pt x="1033746" y="572578"/>
                  </a:lnTo>
                  <a:lnTo>
                    <a:pt x="1035940" y="475031"/>
                  </a:lnTo>
                  <a:lnTo>
                    <a:pt x="1038134" y="375081"/>
                  </a:lnTo>
                  <a:lnTo>
                    <a:pt x="1040328" y="337035"/>
                  </a:lnTo>
                  <a:lnTo>
                    <a:pt x="1042522" y="344161"/>
                  </a:lnTo>
                  <a:lnTo>
                    <a:pt x="1044715" y="411982"/>
                  </a:lnTo>
                  <a:lnTo>
                    <a:pt x="1046909" y="444222"/>
                  </a:lnTo>
                  <a:lnTo>
                    <a:pt x="1049103" y="488373"/>
                  </a:lnTo>
                  <a:lnTo>
                    <a:pt x="1051297" y="495466"/>
                  </a:lnTo>
                  <a:lnTo>
                    <a:pt x="1053490" y="474265"/>
                  </a:lnTo>
                  <a:lnTo>
                    <a:pt x="1055684" y="460938"/>
                  </a:lnTo>
                  <a:lnTo>
                    <a:pt x="1057878" y="420362"/>
                  </a:lnTo>
                  <a:lnTo>
                    <a:pt x="1060072" y="408538"/>
                  </a:lnTo>
                  <a:lnTo>
                    <a:pt x="1062266" y="456550"/>
                  </a:lnTo>
                  <a:lnTo>
                    <a:pt x="1064459" y="571806"/>
                  </a:lnTo>
                  <a:lnTo>
                    <a:pt x="1066653" y="630370"/>
                  </a:lnTo>
                  <a:lnTo>
                    <a:pt x="1068847" y="679034"/>
                  </a:lnTo>
                  <a:lnTo>
                    <a:pt x="1071041" y="830023"/>
                  </a:lnTo>
                  <a:lnTo>
                    <a:pt x="1073235" y="953346"/>
                  </a:lnTo>
                  <a:lnTo>
                    <a:pt x="1075428" y="995065"/>
                  </a:lnTo>
                  <a:lnTo>
                    <a:pt x="1077622" y="1043230"/>
                  </a:lnTo>
                  <a:lnTo>
                    <a:pt x="1079816" y="1246722"/>
                  </a:lnTo>
                  <a:lnTo>
                    <a:pt x="1082010" y="1424773"/>
                  </a:lnTo>
                  <a:lnTo>
                    <a:pt x="1084203" y="1408674"/>
                  </a:lnTo>
                  <a:lnTo>
                    <a:pt x="1086397" y="1352546"/>
                  </a:lnTo>
                  <a:lnTo>
                    <a:pt x="1088591" y="1288781"/>
                  </a:lnTo>
                  <a:lnTo>
                    <a:pt x="1090785" y="1118307"/>
                  </a:lnTo>
                  <a:lnTo>
                    <a:pt x="1092979" y="879194"/>
                  </a:lnTo>
                  <a:lnTo>
                    <a:pt x="1095172" y="702994"/>
                  </a:lnTo>
                  <a:lnTo>
                    <a:pt x="1097366" y="619037"/>
                  </a:lnTo>
                  <a:lnTo>
                    <a:pt x="1099560" y="506167"/>
                  </a:lnTo>
                  <a:lnTo>
                    <a:pt x="1101754" y="409185"/>
                  </a:lnTo>
                  <a:lnTo>
                    <a:pt x="1103947" y="383020"/>
                  </a:lnTo>
                  <a:lnTo>
                    <a:pt x="1106141" y="308822"/>
                  </a:lnTo>
                  <a:lnTo>
                    <a:pt x="1108335" y="232103"/>
                  </a:lnTo>
                  <a:lnTo>
                    <a:pt x="1110529" y="237751"/>
                  </a:lnTo>
                  <a:lnTo>
                    <a:pt x="1112723" y="393277"/>
                  </a:lnTo>
                  <a:lnTo>
                    <a:pt x="1114916" y="557797"/>
                  </a:lnTo>
                  <a:lnTo>
                    <a:pt x="1117110" y="625020"/>
                  </a:lnTo>
                  <a:lnTo>
                    <a:pt x="1119304" y="662370"/>
                  </a:lnTo>
                  <a:lnTo>
                    <a:pt x="1121498" y="705625"/>
                  </a:lnTo>
                  <a:lnTo>
                    <a:pt x="1123692" y="819723"/>
                  </a:lnTo>
                  <a:lnTo>
                    <a:pt x="1125885" y="882598"/>
                  </a:lnTo>
                  <a:lnTo>
                    <a:pt x="1128079" y="902959"/>
                  </a:lnTo>
                  <a:lnTo>
                    <a:pt x="1130273" y="974273"/>
                  </a:lnTo>
                  <a:lnTo>
                    <a:pt x="1132467" y="1051102"/>
                  </a:lnTo>
                  <a:lnTo>
                    <a:pt x="1134660" y="1114153"/>
                  </a:lnTo>
                  <a:lnTo>
                    <a:pt x="1136854" y="1046069"/>
                  </a:lnTo>
                  <a:lnTo>
                    <a:pt x="1139048" y="1058649"/>
                  </a:lnTo>
                  <a:lnTo>
                    <a:pt x="1141242" y="1127330"/>
                  </a:lnTo>
                  <a:lnTo>
                    <a:pt x="1143436" y="1071644"/>
                  </a:lnTo>
                  <a:lnTo>
                    <a:pt x="1145629" y="1038697"/>
                  </a:lnTo>
                  <a:lnTo>
                    <a:pt x="1147823" y="1048431"/>
                  </a:lnTo>
                  <a:lnTo>
                    <a:pt x="1150017" y="1011176"/>
                  </a:lnTo>
                  <a:lnTo>
                    <a:pt x="1152211" y="880295"/>
                  </a:lnTo>
                  <a:lnTo>
                    <a:pt x="1154404" y="767226"/>
                  </a:lnTo>
                  <a:lnTo>
                    <a:pt x="1156598" y="810436"/>
                  </a:lnTo>
                  <a:lnTo>
                    <a:pt x="1158792" y="866994"/>
                  </a:lnTo>
                  <a:lnTo>
                    <a:pt x="1160986" y="855964"/>
                  </a:lnTo>
                  <a:lnTo>
                    <a:pt x="1163180" y="919605"/>
                  </a:lnTo>
                  <a:lnTo>
                    <a:pt x="1165373" y="1065448"/>
                  </a:lnTo>
                  <a:lnTo>
                    <a:pt x="1167567" y="1203045"/>
                  </a:lnTo>
                  <a:lnTo>
                    <a:pt x="1169761" y="1291228"/>
                  </a:lnTo>
                  <a:lnTo>
                    <a:pt x="1171955" y="1414660"/>
                  </a:lnTo>
                  <a:lnTo>
                    <a:pt x="1174149" y="1575876"/>
                  </a:lnTo>
                  <a:lnTo>
                    <a:pt x="1176342" y="1709822"/>
                  </a:lnTo>
                  <a:lnTo>
                    <a:pt x="1178536" y="1669662"/>
                  </a:lnTo>
                  <a:lnTo>
                    <a:pt x="1180730" y="1541665"/>
                  </a:lnTo>
                  <a:lnTo>
                    <a:pt x="1182924" y="1402879"/>
                  </a:lnTo>
                  <a:lnTo>
                    <a:pt x="1185117" y="1208955"/>
                  </a:lnTo>
                  <a:lnTo>
                    <a:pt x="1187311" y="969109"/>
                  </a:lnTo>
                  <a:lnTo>
                    <a:pt x="1189505" y="724576"/>
                  </a:lnTo>
                  <a:lnTo>
                    <a:pt x="1191699" y="668019"/>
                  </a:lnTo>
                  <a:lnTo>
                    <a:pt x="1193893" y="694548"/>
                  </a:lnTo>
                  <a:lnTo>
                    <a:pt x="1196086" y="741007"/>
                  </a:lnTo>
                  <a:lnTo>
                    <a:pt x="1198280" y="793043"/>
                  </a:lnTo>
                  <a:lnTo>
                    <a:pt x="1200474" y="830594"/>
                  </a:lnTo>
                  <a:lnTo>
                    <a:pt x="1202668" y="844721"/>
                  </a:lnTo>
                  <a:lnTo>
                    <a:pt x="1204862" y="727186"/>
                  </a:lnTo>
                  <a:lnTo>
                    <a:pt x="1207055" y="587180"/>
                  </a:lnTo>
                  <a:lnTo>
                    <a:pt x="1209249" y="471975"/>
                  </a:lnTo>
                  <a:lnTo>
                    <a:pt x="1211443" y="389844"/>
                  </a:lnTo>
                  <a:lnTo>
                    <a:pt x="1213637" y="289231"/>
                  </a:lnTo>
                  <a:lnTo>
                    <a:pt x="1215830" y="228539"/>
                  </a:lnTo>
                  <a:lnTo>
                    <a:pt x="1218024" y="259341"/>
                  </a:lnTo>
                  <a:lnTo>
                    <a:pt x="1220218" y="360517"/>
                  </a:lnTo>
                  <a:lnTo>
                    <a:pt x="1222412" y="469622"/>
                  </a:lnTo>
                  <a:lnTo>
                    <a:pt x="1224606" y="495884"/>
                  </a:lnTo>
                  <a:lnTo>
                    <a:pt x="1226799" y="571627"/>
                  </a:lnTo>
                  <a:lnTo>
                    <a:pt x="1228993" y="629600"/>
                  </a:lnTo>
                  <a:lnTo>
                    <a:pt x="1231187" y="601298"/>
                  </a:lnTo>
                  <a:lnTo>
                    <a:pt x="1233381" y="477180"/>
                  </a:lnTo>
                  <a:lnTo>
                    <a:pt x="1235574" y="415738"/>
                  </a:lnTo>
                  <a:lnTo>
                    <a:pt x="1237768" y="535958"/>
                  </a:lnTo>
                  <a:lnTo>
                    <a:pt x="1239962" y="644317"/>
                  </a:lnTo>
                  <a:lnTo>
                    <a:pt x="1242156" y="678106"/>
                  </a:lnTo>
                  <a:lnTo>
                    <a:pt x="1244350" y="786449"/>
                  </a:lnTo>
                  <a:lnTo>
                    <a:pt x="1246543" y="952257"/>
                  </a:lnTo>
                  <a:lnTo>
                    <a:pt x="1248737" y="990477"/>
                  </a:lnTo>
                  <a:lnTo>
                    <a:pt x="1250931" y="838615"/>
                  </a:lnTo>
                  <a:lnTo>
                    <a:pt x="1253125" y="683948"/>
                  </a:lnTo>
                  <a:lnTo>
                    <a:pt x="1255319" y="617420"/>
                  </a:lnTo>
                  <a:lnTo>
                    <a:pt x="1257512" y="522712"/>
                  </a:lnTo>
                  <a:lnTo>
                    <a:pt x="1259706" y="428088"/>
                  </a:lnTo>
                  <a:lnTo>
                    <a:pt x="1261900" y="421220"/>
                  </a:lnTo>
                  <a:lnTo>
                    <a:pt x="1264094" y="438981"/>
                  </a:lnTo>
                  <a:lnTo>
                    <a:pt x="1266287" y="413424"/>
                  </a:lnTo>
                  <a:lnTo>
                    <a:pt x="1268481" y="411389"/>
                  </a:lnTo>
                  <a:lnTo>
                    <a:pt x="1270675" y="436657"/>
                  </a:lnTo>
                  <a:lnTo>
                    <a:pt x="1272869" y="425928"/>
                  </a:lnTo>
                  <a:lnTo>
                    <a:pt x="1275063" y="406683"/>
                  </a:lnTo>
                  <a:lnTo>
                    <a:pt x="1277256" y="456276"/>
                  </a:lnTo>
                  <a:lnTo>
                    <a:pt x="1279450" y="533858"/>
                  </a:lnTo>
                  <a:lnTo>
                    <a:pt x="1281644" y="562283"/>
                  </a:lnTo>
                  <a:lnTo>
                    <a:pt x="1283838" y="560660"/>
                  </a:lnTo>
                  <a:lnTo>
                    <a:pt x="1286031" y="535246"/>
                  </a:lnTo>
                  <a:lnTo>
                    <a:pt x="1288225" y="513661"/>
                  </a:lnTo>
                  <a:lnTo>
                    <a:pt x="1290419" y="525455"/>
                  </a:lnTo>
                  <a:lnTo>
                    <a:pt x="1292613" y="665694"/>
                  </a:lnTo>
                  <a:lnTo>
                    <a:pt x="1294807" y="720011"/>
                  </a:lnTo>
                  <a:lnTo>
                    <a:pt x="1297000" y="689328"/>
                  </a:lnTo>
                  <a:lnTo>
                    <a:pt x="1299194" y="662512"/>
                  </a:lnTo>
                  <a:lnTo>
                    <a:pt x="1301388" y="592271"/>
                  </a:lnTo>
                  <a:lnTo>
                    <a:pt x="1303582" y="522038"/>
                  </a:lnTo>
                  <a:lnTo>
                    <a:pt x="1305776" y="356525"/>
                  </a:lnTo>
                  <a:lnTo>
                    <a:pt x="1307969" y="277568"/>
                  </a:lnTo>
                  <a:lnTo>
                    <a:pt x="1310163" y="269207"/>
                  </a:lnTo>
                  <a:lnTo>
                    <a:pt x="1312357" y="279534"/>
                  </a:lnTo>
                  <a:lnTo>
                    <a:pt x="1314551" y="292353"/>
                  </a:lnTo>
                  <a:lnTo>
                    <a:pt x="1316744" y="272284"/>
                  </a:lnTo>
                  <a:lnTo>
                    <a:pt x="1318938" y="268171"/>
                  </a:lnTo>
                  <a:lnTo>
                    <a:pt x="1321132" y="262960"/>
                  </a:lnTo>
                  <a:lnTo>
                    <a:pt x="1323326" y="268859"/>
                  </a:lnTo>
                  <a:lnTo>
                    <a:pt x="1325520" y="298986"/>
                  </a:lnTo>
                  <a:lnTo>
                    <a:pt x="1327713" y="294051"/>
                  </a:lnTo>
                  <a:lnTo>
                    <a:pt x="1329907" y="215888"/>
                  </a:lnTo>
                  <a:lnTo>
                    <a:pt x="1332101" y="182799"/>
                  </a:lnTo>
                  <a:lnTo>
                    <a:pt x="1334295" y="154915"/>
                  </a:lnTo>
                  <a:lnTo>
                    <a:pt x="1336489" y="129944"/>
                  </a:lnTo>
                  <a:lnTo>
                    <a:pt x="1338682" y="136176"/>
                  </a:lnTo>
                  <a:lnTo>
                    <a:pt x="1340876" y="141236"/>
                  </a:lnTo>
                  <a:lnTo>
                    <a:pt x="1343070" y="177824"/>
                  </a:lnTo>
                  <a:lnTo>
                    <a:pt x="1345264" y="153165"/>
                  </a:lnTo>
                  <a:lnTo>
                    <a:pt x="1347457" y="138774"/>
                  </a:lnTo>
                  <a:lnTo>
                    <a:pt x="1349651" y="123694"/>
                  </a:lnTo>
                  <a:lnTo>
                    <a:pt x="1351845" y="111571"/>
                  </a:lnTo>
                  <a:lnTo>
                    <a:pt x="1354039" y="165647"/>
                  </a:lnTo>
                  <a:lnTo>
                    <a:pt x="1356233" y="257283"/>
                  </a:lnTo>
                  <a:lnTo>
                    <a:pt x="1358426" y="324359"/>
                  </a:lnTo>
                  <a:lnTo>
                    <a:pt x="1360620" y="345539"/>
                  </a:lnTo>
                  <a:lnTo>
                    <a:pt x="1362814" y="339331"/>
                  </a:lnTo>
                  <a:lnTo>
                    <a:pt x="1365008" y="316462"/>
                  </a:lnTo>
                  <a:lnTo>
                    <a:pt x="1367201" y="268895"/>
                  </a:lnTo>
                  <a:lnTo>
                    <a:pt x="1369395" y="186801"/>
                  </a:lnTo>
                  <a:lnTo>
                    <a:pt x="1371589" y="118445"/>
                  </a:lnTo>
                  <a:lnTo>
                    <a:pt x="1373783" y="102849"/>
                  </a:lnTo>
                  <a:lnTo>
                    <a:pt x="1375977" y="147218"/>
                  </a:lnTo>
                  <a:lnTo>
                    <a:pt x="1378170" y="154416"/>
                  </a:lnTo>
                  <a:lnTo>
                    <a:pt x="1380364" y="214969"/>
                  </a:lnTo>
                  <a:lnTo>
                    <a:pt x="1382558" y="349986"/>
                  </a:lnTo>
                  <a:lnTo>
                    <a:pt x="1384752" y="389026"/>
                  </a:lnTo>
                  <a:lnTo>
                    <a:pt x="1386946" y="380267"/>
                  </a:lnTo>
                  <a:lnTo>
                    <a:pt x="1389139" y="356678"/>
                  </a:lnTo>
                  <a:lnTo>
                    <a:pt x="1391333" y="362669"/>
                  </a:lnTo>
                  <a:lnTo>
                    <a:pt x="1393527" y="344834"/>
                  </a:lnTo>
                  <a:lnTo>
                    <a:pt x="1395721" y="230705"/>
                  </a:lnTo>
                  <a:lnTo>
                    <a:pt x="1397914" y="192432"/>
                  </a:lnTo>
                  <a:lnTo>
                    <a:pt x="1400108" y="208095"/>
                  </a:lnTo>
                  <a:lnTo>
                    <a:pt x="1402302" y="263525"/>
                  </a:lnTo>
                  <a:lnTo>
                    <a:pt x="1404496" y="310995"/>
                  </a:lnTo>
                  <a:lnTo>
                    <a:pt x="1406690" y="272434"/>
                  </a:lnTo>
                  <a:lnTo>
                    <a:pt x="1408883" y="251459"/>
                  </a:lnTo>
                  <a:lnTo>
                    <a:pt x="1411077" y="249458"/>
                  </a:lnTo>
                  <a:lnTo>
                    <a:pt x="1413271" y="221388"/>
                  </a:lnTo>
                  <a:lnTo>
                    <a:pt x="1415465" y="158718"/>
                  </a:lnTo>
                  <a:lnTo>
                    <a:pt x="1417658" y="87429"/>
                  </a:lnTo>
                  <a:lnTo>
                    <a:pt x="1419852" y="90629"/>
                  </a:lnTo>
                  <a:lnTo>
                    <a:pt x="1422046" y="138067"/>
                  </a:lnTo>
                  <a:lnTo>
                    <a:pt x="1424240" y="161209"/>
                  </a:lnTo>
                  <a:lnTo>
                    <a:pt x="1426434" y="161960"/>
                  </a:lnTo>
                  <a:lnTo>
                    <a:pt x="1428627" y="121220"/>
                  </a:lnTo>
                  <a:lnTo>
                    <a:pt x="1430821" y="115353"/>
                  </a:lnTo>
                  <a:lnTo>
                    <a:pt x="1433015" y="119766"/>
                  </a:lnTo>
                  <a:lnTo>
                    <a:pt x="1435209" y="155323"/>
                  </a:lnTo>
                  <a:lnTo>
                    <a:pt x="1437403" y="203785"/>
                  </a:lnTo>
                  <a:lnTo>
                    <a:pt x="1439596" y="256482"/>
                  </a:lnTo>
                  <a:lnTo>
                    <a:pt x="1441790" y="324187"/>
                  </a:lnTo>
                  <a:lnTo>
                    <a:pt x="1443984" y="368321"/>
                  </a:lnTo>
                  <a:lnTo>
                    <a:pt x="1446178" y="396437"/>
                  </a:lnTo>
                  <a:lnTo>
                    <a:pt x="1448371" y="359730"/>
                  </a:lnTo>
                  <a:lnTo>
                    <a:pt x="1450565" y="318023"/>
                  </a:lnTo>
                  <a:lnTo>
                    <a:pt x="1452759" y="314577"/>
                  </a:lnTo>
                  <a:lnTo>
                    <a:pt x="1454953" y="307257"/>
                  </a:lnTo>
                  <a:lnTo>
                    <a:pt x="1457147" y="296271"/>
                  </a:lnTo>
                  <a:lnTo>
                    <a:pt x="1459340" y="318272"/>
                  </a:lnTo>
                  <a:lnTo>
                    <a:pt x="1461534" y="361954"/>
                  </a:lnTo>
                  <a:lnTo>
                    <a:pt x="1463728" y="400818"/>
                  </a:lnTo>
                  <a:lnTo>
                    <a:pt x="1465922" y="440478"/>
                  </a:lnTo>
                  <a:lnTo>
                    <a:pt x="1468116" y="498385"/>
                  </a:lnTo>
                  <a:lnTo>
                    <a:pt x="1470309" y="553397"/>
                  </a:lnTo>
                  <a:lnTo>
                    <a:pt x="1472503" y="596844"/>
                  </a:lnTo>
                  <a:lnTo>
                    <a:pt x="1474697" y="588441"/>
                  </a:lnTo>
                  <a:lnTo>
                    <a:pt x="1476891" y="526998"/>
                  </a:lnTo>
                  <a:lnTo>
                    <a:pt x="1479084" y="463104"/>
                  </a:lnTo>
                  <a:lnTo>
                    <a:pt x="1481278" y="405864"/>
                  </a:lnTo>
                  <a:lnTo>
                    <a:pt x="1483472" y="372132"/>
                  </a:lnTo>
                  <a:lnTo>
                    <a:pt x="1485666" y="297178"/>
                  </a:lnTo>
                  <a:lnTo>
                    <a:pt x="1487860" y="331275"/>
                  </a:lnTo>
                  <a:lnTo>
                    <a:pt x="1490053" y="488996"/>
                  </a:lnTo>
                  <a:lnTo>
                    <a:pt x="1492247" y="704053"/>
                  </a:lnTo>
                  <a:lnTo>
                    <a:pt x="1494441" y="957786"/>
                  </a:lnTo>
                  <a:lnTo>
                    <a:pt x="1496635" y="1124955"/>
                  </a:lnTo>
                  <a:lnTo>
                    <a:pt x="1498828" y="1255524"/>
                  </a:lnTo>
                  <a:lnTo>
                    <a:pt x="1501022" y="1331382"/>
                  </a:lnTo>
                  <a:lnTo>
                    <a:pt x="1503216" y="1361362"/>
                  </a:lnTo>
                  <a:lnTo>
                    <a:pt x="1505410" y="1315079"/>
                  </a:lnTo>
                  <a:lnTo>
                    <a:pt x="1507604" y="1146381"/>
                  </a:lnTo>
                  <a:lnTo>
                    <a:pt x="1509797" y="995583"/>
                  </a:lnTo>
                  <a:lnTo>
                    <a:pt x="1511991" y="855282"/>
                  </a:lnTo>
                  <a:lnTo>
                    <a:pt x="1514185" y="767724"/>
                  </a:lnTo>
                  <a:lnTo>
                    <a:pt x="1516379" y="716050"/>
                  </a:lnTo>
                  <a:lnTo>
                    <a:pt x="1518573" y="746336"/>
                  </a:lnTo>
                  <a:lnTo>
                    <a:pt x="1520766" y="926577"/>
                  </a:lnTo>
                  <a:lnTo>
                    <a:pt x="1522960" y="1122772"/>
                  </a:lnTo>
                  <a:lnTo>
                    <a:pt x="1525154" y="1442725"/>
                  </a:lnTo>
                  <a:lnTo>
                    <a:pt x="1527348" y="1633980"/>
                  </a:lnTo>
                  <a:lnTo>
                    <a:pt x="1529541" y="1755313"/>
                  </a:lnTo>
                  <a:lnTo>
                    <a:pt x="1531735" y="1846752"/>
                  </a:lnTo>
                  <a:lnTo>
                    <a:pt x="1533929" y="1887692"/>
                  </a:lnTo>
                  <a:lnTo>
                    <a:pt x="1536123" y="1942040"/>
                  </a:lnTo>
                  <a:lnTo>
                    <a:pt x="1538317" y="1856659"/>
                  </a:lnTo>
                  <a:lnTo>
                    <a:pt x="1540510" y="1920935"/>
                  </a:lnTo>
                  <a:lnTo>
                    <a:pt x="1542704" y="2103913"/>
                  </a:lnTo>
                  <a:lnTo>
                    <a:pt x="1544898" y="2245204"/>
                  </a:lnTo>
                  <a:lnTo>
                    <a:pt x="1547092" y="2327955"/>
                  </a:lnTo>
                  <a:lnTo>
                    <a:pt x="1549285" y="2374690"/>
                  </a:lnTo>
                  <a:lnTo>
                    <a:pt x="1551479" y="2426433"/>
                  </a:lnTo>
                  <a:lnTo>
                    <a:pt x="1553673" y="2376293"/>
                  </a:lnTo>
                  <a:lnTo>
                    <a:pt x="1555867" y="2189225"/>
                  </a:lnTo>
                  <a:lnTo>
                    <a:pt x="1558061" y="1982789"/>
                  </a:lnTo>
                  <a:lnTo>
                    <a:pt x="1560254" y="1752669"/>
                  </a:lnTo>
                  <a:lnTo>
                    <a:pt x="1562448" y="1629203"/>
                  </a:lnTo>
                  <a:lnTo>
                    <a:pt x="1564642" y="1635058"/>
                  </a:lnTo>
                  <a:lnTo>
                    <a:pt x="1566836" y="1548127"/>
                  </a:lnTo>
                  <a:lnTo>
                    <a:pt x="1569030" y="1515311"/>
                  </a:lnTo>
                  <a:lnTo>
                    <a:pt x="1571223" y="1518078"/>
                  </a:lnTo>
                  <a:lnTo>
                    <a:pt x="1573417" y="1683836"/>
                  </a:lnTo>
                  <a:lnTo>
                    <a:pt x="1575611" y="1816946"/>
                  </a:lnTo>
                  <a:lnTo>
                    <a:pt x="1577805" y="1785945"/>
                  </a:lnTo>
                  <a:lnTo>
                    <a:pt x="1579998" y="1757473"/>
                  </a:lnTo>
                  <a:lnTo>
                    <a:pt x="1582192" y="1734728"/>
                  </a:lnTo>
                  <a:lnTo>
                    <a:pt x="1584386" y="1854686"/>
                  </a:lnTo>
                  <a:lnTo>
                    <a:pt x="1586580" y="1915907"/>
                  </a:lnTo>
                  <a:lnTo>
                    <a:pt x="1588774" y="1978905"/>
                  </a:lnTo>
                  <a:lnTo>
                    <a:pt x="1590967" y="2124846"/>
                  </a:lnTo>
                  <a:lnTo>
                    <a:pt x="1593161" y="2331889"/>
                  </a:lnTo>
                  <a:lnTo>
                    <a:pt x="1595355" y="2412542"/>
                  </a:lnTo>
                  <a:lnTo>
                    <a:pt x="1597549" y="2245008"/>
                  </a:lnTo>
                  <a:lnTo>
                    <a:pt x="1599743" y="2025680"/>
                  </a:lnTo>
                  <a:lnTo>
                    <a:pt x="1601936" y="1861299"/>
                  </a:lnTo>
                  <a:lnTo>
                    <a:pt x="1604130" y="1753784"/>
                  </a:lnTo>
                  <a:lnTo>
                    <a:pt x="1606324" y="1706672"/>
                  </a:lnTo>
                  <a:lnTo>
                    <a:pt x="1608518" y="1756707"/>
                  </a:lnTo>
                  <a:lnTo>
                    <a:pt x="1610711" y="1814720"/>
                  </a:lnTo>
                  <a:lnTo>
                    <a:pt x="1612905" y="1868787"/>
                  </a:lnTo>
                  <a:lnTo>
                    <a:pt x="1615099" y="1885313"/>
                  </a:lnTo>
                  <a:lnTo>
                    <a:pt x="1617293" y="1787315"/>
                  </a:lnTo>
                  <a:lnTo>
                    <a:pt x="1619487" y="1633450"/>
                  </a:lnTo>
                  <a:lnTo>
                    <a:pt x="1621680" y="1571372"/>
                  </a:lnTo>
                  <a:lnTo>
                    <a:pt x="1623874" y="1664478"/>
                  </a:lnTo>
                  <a:lnTo>
                    <a:pt x="1626068" y="1765873"/>
                  </a:lnTo>
                  <a:lnTo>
                    <a:pt x="1628262" y="1817505"/>
                  </a:lnTo>
                  <a:lnTo>
                    <a:pt x="1630455" y="1935800"/>
                  </a:lnTo>
                  <a:lnTo>
                    <a:pt x="1632649" y="2121677"/>
                  </a:lnTo>
                  <a:lnTo>
                    <a:pt x="1634843" y="2233254"/>
                  </a:lnTo>
                  <a:lnTo>
                    <a:pt x="1637037" y="2247369"/>
                  </a:lnTo>
                  <a:lnTo>
                    <a:pt x="1639231" y="2205515"/>
                  </a:lnTo>
                  <a:lnTo>
                    <a:pt x="1641424" y="2181405"/>
                  </a:lnTo>
                  <a:lnTo>
                    <a:pt x="1643618" y="2255556"/>
                  </a:lnTo>
                  <a:lnTo>
                    <a:pt x="1645812" y="2313293"/>
                  </a:lnTo>
                  <a:lnTo>
                    <a:pt x="1648006" y="2377432"/>
                  </a:lnTo>
                  <a:lnTo>
                    <a:pt x="1650200" y="2463444"/>
                  </a:lnTo>
                  <a:lnTo>
                    <a:pt x="1652393" y="2590565"/>
                  </a:lnTo>
                  <a:lnTo>
                    <a:pt x="1654587" y="2710896"/>
                  </a:lnTo>
                  <a:lnTo>
                    <a:pt x="1656781" y="2670265"/>
                  </a:lnTo>
                  <a:lnTo>
                    <a:pt x="1658975" y="2539206"/>
                  </a:lnTo>
                  <a:lnTo>
                    <a:pt x="1661168" y="2450791"/>
                  </a:lnTo>
                  <a:lnTo>
                    <a:pt x="1663362" y="2443046"/>
                  </a:lnTo>
                  <a:lnTo>
                    <a:pt x="1665556" y="2438199"/>
                  </a:lnTo>
                  <a:lnTo>
                    <a:pt x="1667750" y="2329157"/>
                  </a:lnTo>
                  <a:lnTo>
                    <a:pt x="1669944" y="2150592"/>
                  </a:lnTo>
                  <a:lnTo>
                    <a:pt x="1672137" y="2123440"/>
                  </a:lnTo>
                  <a:lnTo>
                    <a:pt x="1674331" y="2160028"/>
                  </a:lnTo>
                  <a:lnTo>
                    <a:pt x="1676525" y="2117816"/>
                  </a:lnTo>
                  <a:lnTo>
                    <a:pt x="1678719" y="2008594"/>
                  </a:lnTo>
                  <a:lnTo>
                    <a:pt x="1680912" y="2029845"/>
                  </a:lnTo>
                  <a:lnTo>
                    <a:pt x="1683106" y="2220801"/>
                  </a:lnTo>
                  <a:lnTo>
                    <a:pt x="1685300" y="2359088"/>
                  </a:lnTo>
                  <a:lnTo>
                    <a:pt x="1687494" y="2367364"/>
                  </a:lnTo>
                  <a:lnTo>
                    <a:pt x="1689688" y="2401262"/>
                  </a:lnTo>
                  <a:lnTo>
                    <a:pt x="1691881" y="2512119"/>
                  </a:lnTo>
                  <a:lnTo>
                    <a:pt x="1694075" y="2540388"/>
                  </a:lnTo>
                  <a:lnTo>
                    <a:pt x="1696269" y="2482921"/>
                  </a:lnTo>
                  <a:lnTo>
                    <a:pt x="1698463" y="2475656"/>
                  </a:lnTo>
                  <a:lnTo>
                    <a:pt x="1700657" y="2517386"/>
                  </a:lnTo>
                  <a:lnTo>
                    <a:pt x="1702850" y="2488304"/>
                  </a:lnTo>
                  <a:lnTo>
                    <a:pt x="1705044" y="2466627"/>
                  </a:lnTo>
                  <a:lnTo>
                    <a:pt x="1707238" y="2503326"/>
                  </a:lnTo>
                  <a:lnTo>
                    <a:pt x="1709432" y="2453524"/>
                  </a:lnTo>
                  <a:lnTo>
                    <a:pt x="1711625" y="2260091"/>
                  </a:lnTo>
                  <a:lnTo>
                    <a:pt x="1713819" y="2106289"/>
                  </a:lnTo>
                  <a:lnTo>
                    <a:pt x="1716013" y="2066233"/>
                  </a:lnTo>
                  <a:lnTo>
                    <a:pt x="1718207" y="2069970"/>
                  </a:lnTo>
                  <a:lnTo>
                    <a:pt x="1720401" y="2079433"/>
                  </a:lnTo>
                  <a:lnTo>
                    <a:pt x="1722594" y="2228008"/>
                  </a:lnTo>
                  <a:lnTo>
                    <a:pt x="1724788" y="2467047"/>
                  </a:lnTo>
                  <a:lnTo>
                    <a:pt x="1726982" y="2651343"/>
                  </a:lnTo>
                  <a:lnTo>
                    <a:pt x="1729176" y="2717930"/>
                  </a:lnTo>
                  <a:lnTo>
                    <a:pt x="1731369" y="2722953"/>
                  </a:lnTo>
                  <a:lnTo>
                    <a:pt x="1733563" y="2690590"/>
                  </a:lnTo>
                  <a:lnTo>
                    <a:pt x="1735757" y="2597891"/>
                  </a:lnTo>
                  <a:lnTo>
                    <a:pt x="1737951" y="2527896"/>
                  </a:lnTo>
                  <a:lnTo>
                    <a:pt x="1740145" y="2498812"/>
                  </a:lnTo>
                  <a:lnTo>
                    <a:pt x="1742338" y="2517423"/>
                  </a:lnTo>
                  <a:lnTo>
                    <a:pt x="1744532" y="2533557"/>
                  </a:lnTo>
                  <a:lnTo>
                    <a:pt x="1746726" y="2579282"/>
                  </a:lnTo>
                  <a:lnTo>
                    <a:pt x="1748920" y="2638014"/>
                  </a:lnTo>
                  <a:lnTo>
                    <a:pt x="1751114" y="2651358"/>
                  </a:lnTo>
                  <a:lnTo>
                    <a:pt x="1753307" y="2651765"/>
                  </a:lnTo>
                  <a:lnTo>
                    <a:pt x="1755501" y="2651766"/>
                  </a:lnTo>
                  <a:lnTo>
                    <a:pt x="1757695" y="2646140"/>
                  </a:lnTo>
                  <a:lnTo>
                    <a:pt x="1759889" y="2614108"/>
                  </a:lnTo>
                  <a:lnTo>
                    <a:pt x="1762082" y="2625661"/>
                  </a:lnTo>
                  <a:lnTo>
                    <a:pt x="1764276" y="2684702"/>
                  </a:lnTo>
                  <a:lnTo>
                    <a:pt x="1766470" y="2709117"/>
                  </a:lnTo>
                  <a:lnTo>
                    <a:pt x="1768664" y="2704563"/>
                  </a:lnTo>
                  <a:lnTo>
                    <a:pt x="1770858" y="2683210"/>
                  </a:lnTo>
                  <a:lnTo>
                    <a:pt x="1773051" y="2665555"/>
                  </a:lnTo>
                  <a:lnTo>
                    <a:pt x="1775245" y="2640197"/>
                  </a:lnTo>
                  <a:lnTo>
                    <a:pt x="1777439" y="2624979"/>
                  </a:lnTo>
                  <a:lnTo>
                    <a:pt x="1779633" y="2588321"/>
                  </a:lnTo>
                  <a:lnTo>
                    <a:pt x="1781827" y="2560844"/>
                  </a:lnTo>
                  <a:lnTo>
                    <a:pt x="1784020" y="2560933"/>
                  </a:lnTo>
                  <a:lnTo>
                    <a:pt x="1786214" y="2605537"/>
                  </a:lnTo>
                  <a:lnTo>
                    <a:pt x="1788408" y="2663428"/>
                  </a:lnTo>
                  <a:lnTo>
                    <a:pt x="1790602" y="2680551"/>
                  </a:lnTo>
                  <a:lnTo>
                    <a:pt x="1792795" y="2668243"/>
                  </a:lnTo>
                  <a:lnTo>
                    <a:pt x="1794989" y="2658926"/>
                  </a:lnTo>
                  <a:lnTo>
                    <a:pt x="1797183" y="2636323"/>
                  </a:lnTo>
                  <a:lnTo>
                    <a:pt x="1799377" y="2611753"/>
                  </a:lnTo>
                  <a:lnTo>
                    <a:pt x="1801571" y="2554186"/>
                  </a:lnTo>
                  <a:lnTo>
                    <a:pt x="1803764" y="2522632"/>
                  </a:lnTo>
                  <a:lnTo>
                    <a:pt x="1805958" y="2547183"/>
                  </a:lnTo>
                  <a:lnTo>
                    <a:pt x="1808152" y="2588531"/>
                  </a:lnTo>
                  <a:lnTo>
                    <a:pt x="1810346" y="2638024"/>
                  </a:lnTo>
                  <a:lnTo>
                    <a:pt x="1812539" y="2667678"/>
                  </a:lnTo>
                  <a:lnTo>
                    <a:pt x="1814733" y="2715125"/>
                  </a:lnTo>
                  <a:lnTo>
                    <a:pt x="1816927" y="2723965"/>
                  </a:lnTo>
                  <a:lnTo>
                    <a:pt x="1819121" y="2723965"/>
                  </a:lnTo>
                  <a:lnTo>
                    <a:pt x="1821315" y="2723965"/>
                  </a:lnTo>
                  <a:lnTo>
                    <a:pt x="1823508" y="2723965"/>
                  </a:lnTo>
                  <a:lnTo>
                    <a:pt x="1825702" y="2719479"/>
                  </a:lnTo>
                  <a:lnTo>
                    <a:pt x="1827896" y="2676436"/>
                  </a:lnTo>
                  <a:lnTo>
                    <a:pt x="1830090" y="2651453"/>
                  </a:lnTo>
                  <a:lnTo>
                    <a:pt x="1832284" y="2651454"/>
                  </a:lnTo>
                  <a:lnTo>
                    <a:pt x="1834477" y="2651454"/>
                  </a:lnTo>
                  <a:lnTo>
                    <a:pt x="1836671" y="2651454"/>
                  </a:lnTo>
                  <a:lnTo>
                    <a:pt x="1838865" y="2655939"/>
                  </a:lnTo>
                  <a:lnTo>
                    <a:pt x="1841059" y="2698982"/>
                  </a:lnTo>
                  <a:lnTo>
                    <a:pt x="1843252" y="2723965"/>
                  </a:lnTo>
                  <a:lnTo>
                    <a:pt x="1845446" y="2723424"/>
                  </a:lnTo>
                  <a:lnTo>
                    <a:pt x="1847640" y="2687403"/>
                  </a:lnTo>
                  <a:lnTo>
                    <a:pt x="1849834" y="2612934"/>
                  </a:lnTo>
                  <a:lnTo>
                    <a:pt x="1852028" y="2588639"/>
                  </a:lnTo>
                  <a:lnTo>
                    <a:pt x="1854221" y="2588640"/>
                  </a:lnTo>
                  <a:lnTo>
                    <a:pt x="1856415" y="2588641"/>
                  </a:lnTo>
                  <a:lnTo>
                    <a:pt x="1858609" y="2589183"/>
                  </a:lnTo>
                  <a:lnTo>
                    <a:pt x="1860803" y="2625202"/>
                  </a:lnTo>
                  <a:lnTo>
                    <a:pt x="1862996" y="2699671"/>
                  </a:lnTo>
                  <a:lnTo>
                    <a:pt x="1865190" y="2723965"/>
                  </a:lnTo>
                  <a:lnTo>
                    <a:pt x="1867384" y="2708788"/>
                  </a:lnTo>
                  <a:lnTo>
                    <a:pt x="1869578" y="2661341"/>
                  </a:lnTo>
                  <a:lnTo>
                    <a:pt x="1871772" y="2661838"/>
                  </a:lnTo>
                  <a:lnTo>
                    <a:pt x="1873965" y="2690044"/>
                  </a:lnTo>
                  <a:lnTo>
                    <a:pt x="1876159" y="2699788"/>
                  </a:lnTo>
                  <a:lnTo>
                    <a:pt x="1878353" y="2679685"/>
                  </a:lnTo>
                  <a:lnTo>
                    <a:pt x="1880547" y="2653892"/>
                  </a:lnTo>
                  <a:lnTo>
                    <a:pt x="1882741" y="2688491"/>
                  </a:lnTo>
                  <a:lnTo>
                    <a:pt x="1884934" y="2639328"/>
                  </a:lnTo>
                  <a:lnTo>
                    <a:pt x="1887128" y="2533830"/>
                  </a:lnTo>
                  <a:lnTo>
                    <a:pt x="1889322" y="2495877"/>
                  </a:lnTo>
                  <a:lnTo>
                    <a:pt x="1891516" y="2442164"/>
                  </a:lnTo>
                  <a:lnTo>
                    <a:pt x="1893709" y="2464555"/>
                  </a:lnTo>
                  <a:lnTo>
                    <a:pt x="1895903" y="2413912"/>
                  </a:lnTo>
                  <a:lnTo>
                    <a:pt x="1898097" y="2418217"/>
                  </a:lnTo>
                  <a:lnTo>
                    <a:pt x="1900291" y="2495507"/>
                  </a:lnTo>
                  <a:lnTo>
                    <a:pt x="1902485" y="2523716"/>
                  </a:lnTo>
                  <a:lnTo>
                    <a:pt x="1904678" y="2597531"/>
                  </a:lnTo>
                  <a:lnTo>
                    <a:pt x="1906872" y="2616110"/>
                  </a:lnTo>
                  <a:lnTo>
                    <a:pt x="1909066" y="2686821"/>
                  </a:lnTo>
                  <a:lnTo>
                    <a:pt x="1911260" y="2759389"/>
                  </a:lnTo>
                  <a:lnTo>
                    <a:pt x="1913102" y="2770117"/>
                  </a:lnTo>
                </a:path>
              </a:pathLst>
            </a:custGeom>
            <a:ln w="10840" cap="flat">
              <a:solidFill>
                <a:srgbClr val="0000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" name="pl11"/>
            <p:cNvSpPr/>
            <p:nvPr/>
          </p:nvSpPr>
          <p:spPr>
            <a:xfrm>
              <a:off x="5752318" y="3142554"/>
              <a:ext cx="38724" cy="119923"/>
            </a:xfrm>
            <a:custGeom>
              <a:avLst/>
              <a:pathLst>
                <a:path w="38724" h="119923">
                  <a:moveTo>
                    <a:pt x="0" y="119923"/>
                  </a:moveTo>
                  <a:lnTo>
                    <a:pt x="1571" y="114753"/>
                  </a:lnTo>
                  <a:lnTo>
                    <a:pt x="3765" y="86546"/>
                  </a:lnTo>
                  <a:lnTo>
                    <a:pt x="5958" y="73770"/>
                  </a:lnTo>
                  <a:lnTo>
                    <a:pt x="8152" y="73770"/>
                  </a:lnTo>
                  <a:lnTo>
                    <a:pt x="10346" y="73770"/>
                  </a:lnTo>
                  <a:lnTo>
                    <a:pt x="12540" y="73770"/>
                  </a:lnTo>
                  <a:lnTo>
                    <a:pt x="14733" y="73770"/>
                  </a:lnTo>
                  <a:lnTo>
                    <a:pt x="16927" y="73770"/>
                  </a:lnTo>
                  <a:lnTo>
                    <a:pt x="19121" y="73770"/>
                  </a:lnTo>
                  <a:lnTo>
                    <a:pt x="21315" y="67492"/>
                  </a:lnTo>
                  <a:lnTo>
                    <a:pt x="23509" y="30477"/>
                  </a:lnTo>
                  <a:lnTo>
                    <a:pt x="25702" y="0"/>
                  </a:lnTo>
                  <a:lnTo>
                    <a:pt x="27896" y="7134"/>
                  </a:lnTo>
                  <a:lnTo>
                    <a:pt x="30090" y="35341"/>
                  </a:lnTo>
                  <a:lnTo>
                    <a:pt x="32284" y="48115"/>
                  </a:lnTo>
                  <a:lnTo>
                    <a:pt x="34478" y="54394"/>
                  </a:lnTo>
                  <a:lnTo>
                    <a:pt x="36671" y="91409"/>
                  </a:lnTo>
                  <a:lnTo>
                    <a:pt x="38724" y="119923"/>
                  </a:lnTo>
                </a:path>
              </a:pathLst>
            </a:custGeom>
            <a:ln w="10840" cap="flat">
              <a:solidFill>
                <a:srgbClr val="0000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" name="pl12"/>
            <p:cNvSpPr/>
            <p:nvPr/>
          </p:nvSpPr>
          <p:spPr>
            <a:xfrm>
              <a:off x="5791788" y="2789361"/>
              <a:ext cx="160846" cy="473116"/>
            </a:xfrm>
            <a:custGeom>
              <a:avLst/>
              <a:pathLst>
                <a:path w="160846" h="473116">
                  <a:moveTo>
                    <a:pt x="0" y="473116"/>
                  </a:moveTo>
                  <a:lnTo>
                    <a:pt x="1589" y="467946"/>
                  </a:lnTo>
                  <a:lnTo>
                    <a:pt x="3783" y="439739"/>
                  </a:lnTo>
                  <a:lnTo>
                    <a:pt x="5977" y="426963"/>
                  </a:lnTo>
                  <a:lnTo>
                    <a:pt x="8171" y="426963"/>
                  </a:lnTo>
                  <a:lnTo>
                    <a:pt x="10364" y="426963"/>
                  </a:lnTo>
                  <a:lnTo>
                    <a:pt x="12558" y="426963"/>
                  </a:lnTo>
                  <a:lnTo>
                    <a:pt x="14752" y="426963"/>
                  </a:lnTo>
                  <a:lnTo>
                    <a:pt x="16946" y="426963"/>
                  </a:lnTo>
                  <a:lnTo>
                    <a:pt x="19140" y="426963"/>
                  </a:lnTo>
                  <a:lnTo>
                    <a:pt x="21333" y="426963"/>
                  </a:lnTo>
                  <a:lnTo>
                    <a:pt x="23527" y="426963"/>
                  </a:lnTo>
                  <a:lnTo>
                    <a:pt x="25721" y="418142"/>
                  </a:lnTo>
                  <a:lnTo>
                    <a:pt x="27915" y="347770"/>
                  </a:lnTo>
                  <a:lnTo>
                    <a:pt x="30108" y="255877"/>
                  </a:lnTo>
                  <a:lnTo>
                    <a:pt x="32302" y="236243"/>
                  </a:lnTo>
                  <a:lnTo>
                    <a:pt x="34496" y="236244"/>
                  </a:lnTo>
                  <a:lnTo>
                    <a:pt x="36690" y="236245"/>
                  </a:lnTo>
                  <a:lnTo>
                    <a:pt x="38884" y="245066"/>
                  </a:lnTo>
                  <a:lnTo>
                    <a:pt x="41077" y="315438"/>
                  </a:lnTo>
                  <a:lnTo>
                    <a:pt x="43271" y="364174"/>
                  </a:lnTo>
                  <a:lnTo>
                    <a:pt x="45465" y="279758"/>
                  </a:lnTo>
                  <a:lnTo>
                    <a:pt x="47659" y="196157"/>
                  </a:lnTo>
                  <a:lnTo>
                    <a:pt x="49853" y="179081"/>
                  </a:lnTo>
                  <a:lnTo>
                    <a:pt x="52046" y="179083"/>
                  </a:lnTo>
                  <a:lnTo>
                    <a:pt x="54240" y="179084"/>
                  </a:lnTo>
                  <a:lnTo>
                    <a:pt x="56434" y="222239"/>
                  </a:lnTo>
                  <a:lnTo>
                    <a:pt x="58628" y="326288"/>
                  </a:lnTo>
                  <a:lnTo>
                    <a:pt x="60821" y="409889"/>
                  </a:lnTo>
                  <a:lnTo>
                    <a:pt x="63015" y="426963"/>
                  </a:lnTo>
                  <a:lnTo>
                    <a:pt x="65209" y="426963"/>
                  </a:lnTo>
                  <a:lnTo>
                    <a:pt x="67403" y="426963"/>
                  </a:lnTo>
                  <a:lnTo>
                    <a:pt x="69597" y="422115"/>
                  </a:lnTo>
                  <a:lnTo>
                    <a:pt x="71790" y="403939"/>
                  </a:lnTo>
                  <a:lnTo>
                    <a:pt x="73984" y="380006"/>
                  </a:lnTo>
                  <a:lnTo>
                    <a:pt x="76178" y="301994"/>
                  </a:lnTo>
                  <a:lnTo>
                    <a:pt x="78372" y="269941"/>
                  </a:lnTo>
                  <a:lnTo>
                    <a:pt x="80565" y="269942"/>
                  </a:lnTo>
                  <a:lnTo>
                    <a:pt x="82759" y="287731"/>
                  </a:lnTo>
                  <a:lnTo>
                    <a:pt x="84953" y="334114"/>
                  </a:lnTo>
                  <a:lnTo>
                    <a:pt x="87147" y="364804"/>
                  </a:lnTo>
                  <a:lnTo>
                    <a:pt x="89341" y="442816"/>
                  </a:lnTo>
                  <a:lnTo>
                    <a:pt x="91534" y="442850"/>
                  </a:lnTo>
                  <a:lnTo>
                    <a:pt x="93728" y="369606"/>
                  </a:lnTo>
                  <a:lnTo>
                    <a:pt x="95922" y="326376"/>
                  </a:lnTo>
                  <a:lnTo>
                    <a:pt x="98116" y="232541"/>
                  </a:lnTo>
                  <a:lnTo>
                    <a:pt x="100310" y="148967"/>
                  </a:lnTo>
                  <a:lnTo>
                    <a:pt x="102503" y="30729"/>
                  </a:lnTo>
                  <a:lnTo>
                    <a:pt x="104697" y="0"/>
                  </a:lnTo>
                  <a:lnTo>
                    <a:pt x="106891" y="37218"/>
                  </a:lnTo>
                  <a:lnTo>
                    <a:pt x="109085" y="25139"/>
                  </a:lnTo>
                  <a:lnTo>
                    <a:pt x="111278" y="56227"/>
                  </a:lnTo>
                  <a:lnTo>
                    <a:pt x="113472" y="96757"/>
                  </a:lnTo>
                  <a:lnTo>
                    <a:pt x="115666" y="215922"/>
                  </a:lnTo>
                  <a:lnTo>
                    <a:pt x="117860" y="302838"/>
                  </a:lnTo>
                  <a:lnTo>
                    <a:pt x="120054" y="336954"/>
                  </a:lnTo>
                  <a:lnTo>
                    <a:pt x="122247" y="387831"/>
                  </a:lnTo>
                  <a:lnTo>
                    <a:pt x="124441" y="384277"/>
                  </a:lnTo>
                  <a:lnTo>
                    <a:pt x="126635" y="394019"/>
                  </a:lnTo>
                  <a:lnTo>
                    <a:pt x="128829" y="346795"/>
                  </a:lnTo>
                  <a:lnTo>
                    <a:pt x="131022" y="299539"/>
                  </a:lnTo>
                  <a:lnTo>
                    <a:pt x="133216" y="299947"/>
                  </a:lnTo>
                  <a:lnTo>
                    <a:pt x="135410" y="288389"/>
                  </a:lnTo>
                  <a:lnTo>
                    <a:pt x="137604" y="332931"/>
                  </a:lnTo>
                  <a:lnTo>
                    <a:pt x="139798" y="313039"/>
                  </a:lnTo>
                  <a:lnTo>
                    <a:pt x="141991" y="337361"/>
                  </a:lnTo>
                  <a:lnTo>
                    <a:pt x="144185" y="355557"/>
                  </a:lnTo>
                  <a:lnTo>
                    <a:pt x="146379" y="357353"/>
                  </a:lnTo>
                  <a:lnTo>
                    <a:pt x="148573" y="330780"/>
                  </a:lnTo>
                  <a:lnTo>
                    <a:pt x="150767" y="290308"/>
                  </a:lnTo>
                  <a:lnTo>
                    <a:pt x="152960" y="328842"/>
                  </a:lnTo>
                  <a:lnTo>
                    <a:pt x="155154" y="364888"/>
                  </a:lnTo>
                  <a:lnTo>
                    <a:pt x="157348" y="418053"/>
                  </a:lnTo>
                  <a:lnTo>
                    <a:pt x="159542" y="444428"/>
                  </a:lnTo>
                  <a:lnTo>
                    <a:pt x="160846" y="473116"/>
                  </a:lnTo>
                </a:path>
              </a:pathLst>
            </a:custGeom>
            <a:ln w="10840" cap="flat">
              <a:solidFill>
                <a:srgbClr val="0000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" name="pl13"/>
            <p:cNvSpPr/>
            <p:nvPr/>
          </p:nvSpPr>
          <p:spPr>
            <a:xfrm>
              <a:off x="5962261" y="145504"/>
              <a:ext cx="2818542" cy="3116972"/>
            </a:xfrm>
            <a:custGeom>
              <a:avLst/>
              <a:pathLst>
                <a:path w="2818542" h="3116972">
                  <a:moveTo>
                    <a:pt x="0" y="3116972"/>
                  </a:moveTo>
                  <a:lnTo>
                    <a:pt x="38" y="3116125"/>
                  </a:lnTo>
                  <a:lnTo>
                    <a:pt x="2232" y="3089452"/>
                  </a:lnTo>
                  <a:lnTo>
                    <a:pt x="4426" y="3070820"/>
                  </a:lnTo>
                  <a:lnTo>
                    <a:pt x="6619" y="3070820"/>
                  </a:lnTo>
                  <a:lnTo>
                    <a:pt x="8813" y="3070820"/>
                  </a:lnTo>
                  <a:lnTo>
                    <a:pt x="11007" y="3070820"/>
                  </a:lnTo>
                  <a:lnTo>
                    <a:pt x="13201" y="3070820"/>
                  </a:lnTo>
                  <a:lnTo>
                    <a:pt x="15395" y="3070820"/>
                  </a:lnTo>
                  <a:lnTo>
                    <a:pt x="17588" y="3070820"/>
                  </a:lnTo>
                  <a:lnTo>
                    <a:pt x="19782" y="3055427"/>
                  </a:lnTo>
                  <a:lnTo>
                    <a:pt x="21976" y="3016543"/>
                  </a:lnTo>
                  <a:lnTo>
                    <a:pt x="24170" y="3001045"/>
                  </a:lnTo>
                  <a:lnTo>
                    <a:pt x="26363" y="2984437"/>
                  </a:lnTo>
                  <a:lnTo>
                    <a:pt x="28557" y="2892423"/>
                  </a:lnTo>
                  <a:lnTo>
                    <a:pt x="30751" y="2772214"/>
                  </a:lnTo>
                  <a:lnTo>
                    <a:pt x="32945" y="2725017"/>
                  </a:lnTo>
                  <a:lnTo>
                    <a:pt x="35139" y="2715598"/>
                  </a:lnTo>
                  <a:lnTo>
                    <a:pt x="37332" y="2673044"/>
                  </a:lnTo>
                  <a:lnTo>
                    <a:pt x="39526" y="2575363"/>
                  </a:lnTo>
                  <a:lnTo>
                    <a:pt x="41720" y="2574000"/>
                  </a:lnTo>
                  <a:lnTo>
                    <a:pt x="43914" y="2645781"/>
                  </a:lnTo>
                  <a:lnTo>
                    <a:pt x="46107" y="2657620"/>
                  </a:lnTo>
                  <a:lnTo>
                    <a:pt x="48301" y="2626488"/>
                  </a:lnTo>
                  <a:lnTo>
                    <a:pt x="50495" y="2607689"/>
                  </a:lnTo>
                  <a:lnTo>
                    <a:pt x="52689" y="2613991"/>
                  </a:lnTo>
                  <a:lnTo>
                    <a:pt x="54883" y="2563170"/>
                  </a:lnTo>
                  <a:lnTo>
                    <a:pt x="57076" y="2451999"/>
                  </a:lnTo>
                  <a:lnTo>
                    <a:pt x="59270" y="2419787"/>
                  </a:lnTo>
                  <a:lnTo>
                    <a:pt x="61464" y="2469983"/>
                  </a:lnTo>
                  <a:lnTo>
                    <a:pt x="63658" y="2542865"/>
                  </a:lnTo>
                  <a:lnTo>
                    <a:pt x="65852" y="2590068"/>
                  </a:lnTo>
                  <a:lnTo>
                    <a:pt x="68045" y="2649745"/>
                  </a:lnTo>
                  <a:lnTo>
                    <a:pt x="70239" y="2709838"/>
                  </a:lnTo>
                  <a:lnTo>
                    <a:pt x="72433" y="2722771"/>
                  </a:lnTo>
                  <a:lnTo>
                    <a:pt x="74627" y="2724857"/>
                  </a:lnTo>
                  <a:lnTo>
                    <a:pt x="76820" y="2694804"/>
                  </a:lnTo>
                  <a:lnTo>
                    <a:pt x="79014" y="2721472"/>
                  </a:lnTo>
                  <a:lnTo>
                    <a:pt x="81208" y="2796322"/>
                  </a:lnTo>
                  <a:lnTo>
                    <a:pt x="83402" y="2803940"/>
                  </a:lnTo>
                  <a:lnTo>
                    <a:pt x="85596" y="2781783"/>
                  </a:lnTo>
                  <a:lnTo>
                    <a:pt x="87789" y="2736751"/>
                  </a:lnTo>
                  <a:lnTo>
                    <a:pt x="89983" y="2650805"/>
                  </a:lnTo>
                  <a:lnTo>
                    <a:pt x="92177" y="2552741"/>
                  </a:lnTo>
                  <a:lnTo>
                    <a:pt x="94371" y="2491077"/>
                  </a:lnTo>
                  <a:lnTo>
                    <a:pt x="96564" y="2530679"/>
                  </a:lnTo>
                  <a:lnTo>
                    <a:pt x="98758" y="2579212"/>
                  </a:lnTo>
                  <a:lnTo>
                    <a:pt x="100952" y="2623703"/>
                  </a:lnTo>
                  <a:lnTo>
                    <a:pt x="103146" y="2702396"/>
                  </a:lnTo>
                  <a:lnTo>
                    <a:pt x="105340" y="2766552"/>
                  </a:lnTo>
                  <a:lnTo>
                    <a:pt x="107533" y="2775014"/>
                  </a:lnTo>
                  <a:lnTo>
                    <a:pt x="109727" y="2782582"/>
                  </a:lnTo>
                  <a:lnTo>
                    <a:pt x="111921" y="2815419"/>
                  </a:lnTo>
                  <a:lnTo>
                    <a:pt x="114115" y="2770816"/>
                  </a:lnTo>
                  <a:lnTo>
                    <a:pt x="116309" y="2695153"/>
                  </a:lnTo>
                  <a:lnTo>
                    <a:pt x="118502" y="2674740"/>
                  </a:lnTo>
                  <a:lnTo>
                    <a:pt x="120696" y="2704038"/>
                  </a:lnTo>
                  <a:lnTo>
                    <a:pt x="122890" y="2734085"/>
                  </a:lnTo>
                  <a:lnTo>
                    <a:pt x="125084" y="2756539"/>
                  </a:lnTo>
                  <a:lnTo>
                    <a:pt x="127277" y="2825021"/>
                  </a:lnTo>
                  <a:lnTo>
                    <a:pt x="129471" y="2845160"/>
                  </a:lnTo>
                  <a:lnTo>
                    <a:pt x="131665" y="2866222"/>
                  </a:lnTo>
                  <a:lnTo>
                    <a:pt x="133859" y="2873020"/>
                  </a:lnTo>
                  <a:lnTo>
                    <a:pt x="136053" y="2798291"/>
                  </a:lnTo>
                  <a:lnTo>
                    <a:pt x="138246" y="2700568"/>
                  </a:lnTo>
                  <a:lnTo>
                    <a:pt x="140440" y="2657147"/>
                  </a:lnTo>
                  <a:lnTo>
                    <a:pt x="142634" y="2785805"/>
                  </a:lnTo>
                  <a:lnTo>
                    <a:pt x="144828" y="2840225"/>
                  </a:lnTo>
                  <a:lnTo>
                    <a:pt x="147021" y="2838580"/>
                  </a:lnTo>
                  <a:lnTo>
                    <a:pt x="149215" y="2897573"/>
                  </a:lnTo>
                  <a:lnTo>
                    <a:pt x="151409" y="2848817"/>
                  </a:lnTo>
                  <a:lnTo>
                    <a:pt x="153603" y="2776894"/>
                  </a:lnTo>
                  <a:lnTo>
                    <a:pt x="155797" y="2745384"/>
                  </a:lnTo>
                  <a:lnTo>
                    <a:pt x="157990" y="2740933"/>
                  </a:lnTo>
                  <a:lnTo>
                    <a:pt x="160184" y="2678700"/>
                  </a:lnTo>
                  <a:lnTo>
                    <a:pt x="162378" y="2618031"/>
                  </a:lnTo>
                  <a:lnTo>
                    <a:pt x="164572" y="2725568"/>
                  </a:lnTo>
                  <a:lnTo>
                    <a:pt x="166766" y="2856369"/>
                  </a:lnTo>
                  <a:lnTo>
                    <a:pt x="168959" y="2826654"/>
                  </a:lnTo>
                  <a:lnTo>
                    <a:pt x="171153" y="2774742"/>
                  </a:lnTo>
                  <a:lnTo>
                    <a:pt x="173347" y="2803276"/>
                  </a:lnTo>
                  <a:lnTo>
                    <a:pt x="175541" y="2934915"/>
                  </a:lnTo>
                  <a:lnTo>
                    <a:pt x="177734" y="2983500"/>
                  </a:lnTo>
                  <a:lnTo>
                    <a:pt x="179928" y="2931299"/>
                  </a:lnTo>
                  <a:lnTo>
                    <a:pt x="182122" y="2933393"/>
                  </a:lnTo>
                  <a:lnTo>
                    <a:pt x="184316" y="2970790"/>
                  </a:lnTo>
                  <a:lnTo>
                    <a:pt x="186510" y="2998025"/>
                  </a:lnTo>
                  <a:lnTo>
                    <a:pt x="188703" y="2949271"/>
                  </a:lnTo>
                  <a:lnTo>
                    <a:pt x="190897" y="2836149"/>
                  </a:lnTo>
                  <a:lnTo>
                    <a:pt x="193091" y="2779211"/>
                  </a:lnTo>
                  <a:lnTo>
                    <a:pt x="195285" y="2801680"/>
                  </a:lnTo>
                  <a:lnTo>
                    <a:pt x="197479" y="2875661"/>
                  </a:lnTo>
                  <a:lnTo>
                    <a:pt x="199672" y="2917692"/>
                  </a:lnTo>
                  <a:lnTo>
                    <a:pt x="201866" y="2839650"/>
                  </a:lnTo>
                  <a:lnTo>
                    <a:pt x="204060" y="2907756"/>
                  </a:lnTo>
                  <a:lnTo>
                    <a:pt x="206254" y="3032904"/>
                  </a:lnTo>
                  <a:lnTo>
                    <a:pt x="208447" y="3016298"/>
                  </a:lnTo>
                  <a:lnTo>
                    <a:pt x="210641" y="2910387"/>
                  </a:lnTo>
                  <a:lnTo>
                    <a:pt x="212835" y="2831298"/>
                  </a:lnTo>
                  <a:lnTo>
                    <a:pt x="215029" y="2878633"/>
                  </a:lnTo>
                  <a:lnTo>
                    <a:pt x="217223" y="2917363"/>
                  </a:lnTo>
                  <a:lnTo>
                    <a:pt x="219416" y="2902437"/>
                  </a:lnTo>
                  <a:lnTo>
                    <a:pt x="221610" y="2911761"/>
                  </a:lnTo>
                  <a:lnTo>
                    <a:pt x="223804" y="2925286"/>
                  </a:lnTo>
                  <a:lnTo>
                    <a:pt x="225998" y="2958676"/>
                  </a:lnTo>
                  <a:lnTo>
                    <a:pt x="228191" y="2943100"/>
                  </a:lnTo>
                  <a:lnTo>
                    <a:pt x="230385" y="2893020"/>
                  </a:lnTo>
                  <a:lnTo>
                    <a:pt x="232579" y="2860486"/>
                  </a:lnTo>
                  <a:lnTo>
                    <a:pt x="234773" y="2843642"/>
                  </a:lnTo>
                  <a:lnTo>
                    <a:pt x="236967" y="2877570"/>
                  </a:lnTo>
                  <a:lnTo>
                    <a:pt x="239160" y="2935491"/>
                  </a:lnTo>
                  <a:lnTo>
                    <a:pt x="241354" y="2944067"/>
                  </a:lnTo>
                  <a:lnTo>
                    <a:pt x="243548" y="2954152"/>
                  </a:lnTo>
                  <a:lnTo>
                    <a:pt x="245742" y="2941733"/>
                  </a:lnTo>
                  <a:lnTo>
                    <a:pt x="247936" y="2955649"/>
                  </a:lnTo>
                  <a:lnTo>
                    <a:pt x="250129" y="2993853"/>
                  </a:lnTo>
                  <a:lnTo>
                    <a:pt x="252323" y="2958871"/>
                  </a:lnTo>
                  <a:lnTo>
                    <a:pt x="254517" y="2978977"/>
                  </a:lnTo>
                  <a:lnTo>
                    <a:pt x="256711" y="2929013"/>
                  </a:lnTo>
                  <a:lnTo>
                    <a:pt x="258904" y="2914997"/>
                  </a:lnTo>
                  <a:lnTo>
                    <a:pt x="261098" y="2897012"/>
                  </a:lnTo>
                  <a:lnTo>
                    <a:pt x="263292" y="2825408"/>
                  </a:lnTo>
                  <a:lnTo>
                    <a:pt x="265486" y="2742859"/>
                  </a:lnTo>
                  <a:lnTo>
                    <a:pt x="267680" y="2647501"/>
                  </a:lnTo>
                  <a:lnTo>
                    <a:pt x="269873" y="2649265"/>
                  </a:lnTo>
                  <a:lnTo>
                    <a:pt x="272067" y="2638238"/>
                  </a:lnTo>
                  <a:lnTo>
                    <a:pt x="274261" y="2617704"/>
                  </a:lnTo>
                  <a:lnTo>
                    <a:pt x="276455" y="2610266"/>
                  </a:lnTo>
                  <a:lnTo>
                    <a:pt x="278648" y="2554705"/>
                  </a:lnTo>
                  <a:lnTo>
                    <a:pt x="280842" y="2567081"/>
                  </a:lnTo>
                  <a:lnTo>
                    <a:pt x="283036" y="2560632"/>
                  </a:lnTo>
                  <a:lnTo>
                    <a:pt x="285230" y="2525958"/>
                  </a:lnTo>
                  <a:lnTo>
                    <a:pt x="287424" y="2453399"/>
                  </a:lnTo>
                  <a:lnTo>
                    <a:pt x="289617" y="2326423"/>
                  </a:lnTo>
                  <a:lnTo>
                    <a:pt x="291811" y="2314515"/>
                  </a:lnTo>
                  <a:lnTo>
                    <a:pt x="294005" y="2304119"/>
                  </a:lnTo>
                  <a:lnTo>
                    <a:pt x="296199" y="2243684"/>
                  </a:lnTo>
                  <a:lnTo>
                    <a:pt x="298393" y="2233907"/>
                  </a:lnTo>
                  <a:lnTo>
                    <a:pt x="300586" y="2331131"/>
                  </a:lnTo>
                  <a:lnTo>
                    <a:pt x="302780" y="2468204"/>
                  </a:lnTo>
                  <a:lnTo>
                    <a:pt x="304974" y="2576340"/>
                  </a:lnTo>
                  <a:lnTo>
                    <a:pt x="307168" y="2615788"/>
                  </a:lnTo>
                  <a:lnTo>
                    <a:pt x="309361" y="2677824"/>
                  </a:lnTo>
                  <a:lnTo>
                    <a:pt x="311555" y="2741008"/>
                  </a:lnTo>
                  <a:lnTo>
                    <a:pt x="313749" y="2733440"/>
                  </a:lnTo>
                  <a:lnTo>
                    <a:pt x="315943" y="2766703"/>
                  </a:lnTo>
                  <a:lnTo>
                    <a:pt x="318137" y="2812858"/>
                  </a:lnTo>
                  <a:lnTo>
                    <a:pt x="320330" y="2870403"/>
                  </a:lnTo>
                  <a:lnTo>
                    <a:pt x="322524" y="2919144"/>
                  </a:lnTo>
                  <a:lnTo>
                    <a:pt x="324718" y="2926093"/>
                  </a:lnTo>
                  <a:lnTo>
                    <a:pt x="326912" y="2966976"/>
                  </a:lnTo>
                  <a:lnTo>
                    <a:pt x="329106" y="2995705"/>
                  </a:lnTo>
                  <a:lnTo>
                    <a:pt x="331299" y="3016255"/>
                  </a:lnTo>
                  <a:lnTo>
                    <a:pt x="333493" y="3026781"/>
                  </a:lnTo>
                  <a:lnTo>
                    <a:pt x="335687" y="2958646"/>
                  </a:lnTo>
                  <a:lnTo>
                    <a:pt x="337881" y="2928338"/>
                  </a:lnTo>
                  <a:lnTo>
                    <a:pt x="340074" y="2888931"/>
                  </a:lnTo>
                  <a:lnTo>
                    <a:pt x="342268" y="2866854"/>
                  </a:lnTo>
                  <a:lnTo>
                    <a:pt x="344462" y="2830214"/>
                  </a:lnTo>
                  <a:lnTo>
                    <a:pt x="346656" y="2790050"/>
                  </a:lnTo>
                  <a:lnTo>
                    <a:pt x="348850" y="2864058"/>
                  </a:lnTo>
                  <a:lnTo>
                    <a:pt x="351043" y="2847766"/>
                  </a:lnTo>
                  <a:lnTo>
                    <a:pt x="353237" y="2763039"/>
                  </a:lnTo>
                  <a:lnTo>
                    <a:pt x="355431" y="2659928"/>
                  </a:lnTo>
                  <a:lnTo>
                    <a:pt x="357625" y="2661806"/>
                  </a:lnTo>
                  <a:lnTo>
                    <a:pt x="359818" y="2647453"/>
                  </a:lnTo>
                  <a:lnTo>
                    <a:pt x="362012" y="2606733"/>
                  </a:lnTo>
                  <a:lnTo>
                    <a:pt x="364206" y="2605745"/>
                  </a:lnTo>
                  <a:lnTo>
                    <a:pt x="366400" y="2660108"/>
                  </a:lnTo>
                  <a:lnTo>
                    <a:pt x="368594" y="2753045"/>
                  </a:lnTo>
                  <a:lnTo>
                    <a:pt x="370787" y="2823057"/>
                  </a:lnTo>
                  <a:lnTo>
                    <a:pt x="372981" y="2903710"/>
                  </a:lnTo>
                  <a:lnTo>
                    <a:pt x="375175" y="2948590"/>
                  </a:lnTo>
                  <a:lnTo>
                    <a:pt x="377369" y="2984026"/>
                  </a:lnTo>
                  <a:lnTo>
                    <a:pt x="379563" y="3039175"/>
                  </a:lnTo>
                  <a:lnTo>
                    <a:pt x="381756" y="3056036"/>
                  </a:lnTo>
                  <a:lnTo>
                    <a:pt x="383950" y="2980071"/>
                  </a:lnTo>
                  <a:lnTo>
                    <a:pt x="386144" y="2912952"/>
                  </a:lnTo>
                  <a:lnTo>
                    <a:pt x="388338" y="2886531"/>
                  </a:lnTo>
                  <a:lnTo>
                    <a:pt x="390531" y="2917672"/>
                  </a:lnTo>
                  <a:lnTo>
                    <a:pt x="392725" y="2929795"/>
                  </a:lnTo>
                  <a:lnTo>
                    <a:pt x="394919" y="2878344"/>
                  </a:lnTo>
                  <a:lnTo>
                    <a:pt x="397113" y="2888493"/>
                  </a:lnTo>
                  <a:lnTo>
                    <a:pt x="399307" y="2872230"/>
                  </a:lnTo>
                  <a:lnTo>
                    <a:pt x="401500" y="2826708"/>
                  </a:lnTo>
                  <a:lnTo>
                    <a:pt x="403694" y="2802869"/>
                  </a:lnTo>
                  <a:lnTo>
                    <a:pt x="405888" y="2739172"/>
                  </a:lnTo>
                  <a:lnTo>
                    <a:pt x="408082" y="2649540"/>
                  </a:lnTo>
                  <a:lnTo>
                    <a:pt x="410275" y="2609717"/>
                  </a:lnTo>
                  <a:lnTo>
                    <a:pt x="412469" y="2690606"/>
                  </a:lnTo>
                  <a:lnTo>
                    <a:pt x="414663" y="2732744"/>
                  </a:lnTo>
                  <a:lnTo>
                    <a:pt x="416857" y="2690624"/>
                  </a:lnTo>
                  <a:lnTo>
                    <a:pt x="419051" y="2654340"/>
                  </a:lnTo>
                  <a:lnTo>
                    <a:pt x="421244" y="2645386"/>
                  </a:lnTo>
                  <a:lnTo>
                    <a:pt x="423438" y="2527299"/>
                  </a:lnTo>
                  <a:lnTo>
                    <a:pt x="425632" y="2363958"/>
                  </a:lnTo>
                  <a:lnTo>
                    <a:pt x="427826" y="2336994"/>
                  </a:lnTo>
                  <a:lnTo>
                    <a:pt x="430020" y="2363395"/>
                  </a:lnTo>
                  <a:lnTo>
                    <a:pt x="432213" y="2380056"/>
                  </a:lnTo>
                  <a:lnTo>
                    <a:pt x="434407" y="2507048"/>
                  </a:lnTo>
                  <a:lnTo>
                    <a:pt x="436601" y="2626435"/>
                  </a:lnTo>
                  <a:lnTo>
                    <a:pt x="438795" y="2697385"/>
                  </a:lnTo>
                  <a:lnTo>
                    <a:pt x="440988" y="2683394"/>
                  </a:lnTo>
                  <a:lnTo>
                    <a:pt x="443182" y="2704084"/>
                  </a:lnTo>
                  <a:lnTo>
                    <a:pt x="445376" y="2683677"/>
                  </a:lnTo>
                  <a:lnTo>
                    <a:pt x="447570" y="2645672"/>
                  </a:lnTo>
                  <a:lnTo>
                    <a:pt x="449764" y="2649403"/>
                  </a:lnTo>
                  <a:lnTo>
                    <a:pt x="451957" y="2569750"/>
                  </a:lnTo>
                  <a:lnTo>
                    <a:pt x="454151" y="2443785"/>
                  </a:lnTo>
                  <a:lnTo>
                    <a:pt x="456345" y="2249464"/>
                  </a:lnTo>
                  <a:lnTo>
                    <a:pt x="458539" y="2120516"/>
                  </a:lnTo>
                  <a:lnTo>
                    <a:pt x="460733" y="1921913"/>
                  </a:lnTo>
                  <a:lnTo>
                    <a:pt x="462926" y="1718857"/>
                  </a:lnTo>
                  <a:lnTo>
                    <a:pt x="465120" y="1588838"/>
                  </a:lnTo>
                  <a:lnTo>
                    <a:pt x="467314" y="1469081"/>
                  </a:lnTo>
                  <a:lnTo>
                    <a:pt x="469508" y="1398288"/>
                  </a:lnTo>
                  <a:lnTo>
                    <a:pt x="471701" y="1412171"/>
                  </a:lnTo>
                  <a:lnTo>
                    <a:pt x="473895" y="1496654"/>
                  </a:lnTo>
                  <a:lnTo>
                    <a:pt x="476089" y="1559822"/>
                  </a:lnTo>
                  <a:lnTo>
                    <a:pt x="478283" y="1597754"/>
                  </a:lnTo>
                  <a:lnTo>
                    <a:pt x="480477" y="1624286"/>
                  </a:lnTo>
                  <a:lnTo>
                    <a:pt x="482670" y="1609078"/>
                  </a:lnTo>
                  <a:lnTo>
                    <a:pt x="484864" y="1536822"/>
                  </a:lnTo>
                  <a:lnTo>
                    <a:pt x="487058" y="1372560"/>
                  </a:lnTo>
                  <a:lnTo>
                    <a:pt x="489252" y="1272167"/>
                  </a:lnTo>
                  <a:lnTo>
                    <a:pt x="491445" y="1206856"/>
                  </a:lnTo>
                  <a:lnTo>
                    <a:pt x="493639" y="1152789"/>
                  </a:lnTo>
                  <a:lnTo>
                    <a:pt x="495833" y="1121465"/>
                  </a:lnTo>
                  <a:lnTo>
                    <a:pt x="498027" y="1047877"/>
                  </a:lnTo>
                  <a:lnTo>
                    <a:pt x="500221" y="991182"/>
                  </a:lnTo>
                  <a:lnTo>
                    <a:pt x="502414" y="917015"/>
                  </a:lnTo>
                  <a:lnTo>
                    <a:pt x="504608" y="915727"/>
                  </a:lnTo>
                  <a:lnTo>
                    <a:pt x="506802" y="970137"/>
                  </a:lnTo>
                  <a:lnTo>
                    <a:pt x="508996" y="1015189"/>
                  </a:lnTo>
                  <a:lnTo>
                    <a:pt x="511190" y="1094195"/>
                  </a:lnTo>
                  <a:lnTo>
                    <a:pt x="513383" y="1164299"/>
                  </a:lnTo>
                  <a:lnTo>
                    <a:pt x="515577" y="1244439"/>
                  </a:lnTo>
                  <a:lnTo>
                    <a:pt x="517771" y="1261399"/>
                  </a:lnTo>
                  <a:lnTo>
                    <a:pt x="519965" y="1239374"/>
                  </a:lnTo>
                  <a:lnTo>
                    <a:pt x="522158" y="1222176"/>
                  </a:lnTo>
                  <a:lnTo>
                    <a:pt x="524352" y="1260352"/>
                  </a:lnTo>
                  <a:lnTo>
                    <a:pt x="526546" y="1353492"/>
                  </a:lnTo>
                  <a:lnTo>
                    <a:pt x="528740" y="1425636"/>
                  </a:lnTo>
                  <a:lnTo>
                    <a:pt x="530934" y="1550850"/>
                  </a:lnTo>
                  <a:lnTo>
                    <a:pt x="533127" y="1705440"/>
                  </a:lnTo>
                  <a:lnTo>
                    <a:pt x="535321" y="1893418"/>
                  </a:lnTo>
                  <a:lnTo>
                    <a:pt x="537515" y="2023762"/>
                  </a:lnTo>
                  <a:lnTo>
                    <a:pt x="539709" y="2063286"/>
                  </a:lnTo>
                  <a:lnTo>
                    <a:pt x="541902" y="2120449"/>
                  </a:lnTo>
                  <a:lnTo>
                    <a:pt x="544096" y="2261321"/>
                  </a:lnTo>
                  <a:lnTo>
                    <a:pt x="546290" y="2284126"/>
                  </a:lnTo>
                  <a:lnTo>
                    <a:pt x="548484" y="2130402"/>
                  </a:lnTo>
                  <a:lnTo>
                    <a:pt x="550678" y="1906128"/>
                  </a:lnTo>
                  <a:lnTo>
                    <a:pt x="552871" y="1751526"/>
                  </a:lnTo>
                  <a:lnTo>
                    <a:pt x="555065" y="1606615"/>
                  </a:lnTo>
                  <a:lnTo>
                    <a:pt x="557259" y="1311482"/>
                  </a:lnTo>
                  <a:lnTo>
                    <a:pt x="559453" y="1125669"/>
                  </a:lnTo>
                  <a:lnTo>
                    <a:pt x="561647" y="1100626"/>
                  </a:lnTo>
                  <a:lnTo>
                    <a:pt x="563840" y="1077490"/>
                  </a:lnTo>
                  <a:lnTo>
                    <a:pt x="566034" y="1049957"/>
                  </a:lnTo>
                  <a:lnTo>
                    <a:pt x="568228" y="1065732"/>
                  </a:lnTo>
                  <a:lnTo>
                    <a:pt x="570422" y="1143033"/>
                  </a:lnTo>
                  <a:lnTo>
                    <a:pt x="572615" y="1181129"/>
                  </a:lnTo>
                  <a:lnTo>
                    <a:pt x="574809" y="1204139"/>
                  </a:lnTo>
                  <a:lnTo>
                    <a:pt x="577003" y="1295204"/>
                  </a:lnTo>
                  <a:lnTo>
                    <a:pt x="579197" y="1329294"/>
                  </a:lnTo>
                  <a:lnTo>
                    <a:pt x="581391" y="1254793"/>
                  </a:lnTo>
                  <a:lnTo>
                    <a:pt x="583584" y="1131754"/>
                  </a:lnTo>
                  <a:lnTo>
                    <a:pt x="585778" y="1049041"/>
                  </a:lnTo>
                  <a:lnTo>
                    <a:pt x="587972" y="954181"/>
                  </a:lnTo>
                  <a:lnTo>
                    <a:pt x="590166" y="802450"/>
                  </a:lnTo>
                  <a:lnTo>
                    <a:pt x="592360" y="705251"/>
                  </a:lnTo>
                  <a:lnTo>
                    <a:pt x="594553" y="656674"/>
                  </a:lnTo>
                  <a:lnTo>
                    <a:pt x="596747" y="683844"/>
                  </a:lnTo>
                  <a:lnTo>
                    <a:pt x="598941" y="713976"/>
                  </a:lnTo>
                  <a:lnTo>
                    <a:pt x="601135" y="716910"/>
                  </a:lnTo>
                  <a:lnTo>
                    <a:pt x="603328" y="808570"/>
                  </a:lnTo>
                  <a:lnTo>
                    <a:pt x="605522" y="974916"/>
                  </a:lnTo>
                  <a:lnTo>
                    <a:pt x="607716" y="1078006"/>
                  </a:lnTo>
                  <a:lnTo>
                    <a:pt x="609910" y="1040447"/>
                  </a:lnTo>
                  <a:lnTo>
                    <a:pt x="612104" y="1023839"/>
                  </a:lnTo>
                  <a:lnTo>
                    <a:pt x="614297" y="1091219"/>
                  </a:lnTo>
                  <a:lnTo>
                    <a:pt x="616491" y="1144240"/>
                  </a:lnTo>
                  <a:lnTo>
                    <a:pt x="618685" y="1120951"/>
                  </a:lnTo>
                  <a:lnTo>
                    <a:pt x="620879" y="1163379"/>
                  </a:lnTo>
                  <a:lnTo>
                    <a:pt x="623072" y="1231983"/>
                  </a:lnTo>
                  <a:lnTo>
                    <a:pt x="625266" y="1230234"/>
                  </a:lnTo>
                  <a:lnTo>
                    <a:pt x="627460" y="1173474"/>
                  </a:lnTo>
                  <a:lnTo>
                    <a:pt x="629654" y="1052658"/>
                  </a:lnTo>
                  <a:lnTo>
                    <a:pt x="631848" y="965487"/>
                  </a:lnTo>
                  <a:lnTo>
                    <a:pt x="634041" y="902548"/>
                  </a:lnTo>
                  <a:lnTo>
                    <a:pt x="636235" y="920219"/>
                  </a:lnTo>
                  <a:lnTo>
                    <a:pt x="638429" y="1100213"/>
                  </a:lnTo>
                  <a:lnTo>
                    <a:pt x="640623" y="1319538"/>
                  </a:lnTo>
                  <a:lnTo>
                    <a:pt x="642817" y="1438657"/>
                  </a:lnTo>
                  <a:lnTo>
                    <a:pt x="645010" y="1505324"/>
                  </a:lnTo>
                  <a:lnTo>
                    <a:pt x="647204" y="1485124"/>
                  </a:lnTo>
                  <a:lnTo>
                    <a:pt x="649398" y="1426379"/>
                  </a:lnTo>
                  <a:lnTo>
                    <a:pt x="651592" y="1254847"/>
                  </a:lnTo>
                  <a:lnTo>
                    <a:pt x="653785" y="1055737"/>
                  </a:lnTo>
                  <a:lnTo>
                    <a:pt x="655979" y="985556"/>
                  </a:lnTo>
                  <a:lnTo>
                    <a:pt x="658173" y="957114"/>
                  </a:lnTo>
                  <a:lnTo>
                    <a:pt x="660367" y="965128"/>
                  </a:lnTo>
                  <a:lnTo>
                    <a:pt x="662561" y="964882"/>
                  </a:lnTo>
                  <a:lnTo>
                    <a:pt x="664754" y="950261"/>
                  </a:lnTo>
                  <a:lnTo>
                    <a:pt x="666948" y="931948"/>
                  </a:lnTo>
                  <a:lnTo>
                    <a:pt x="669142" y="942246"/>
                  </a:lnTo>
                  <a:lnTo>
                    <a:pt x="671336" y="949124"/>
                  </a:lnTo>
                  <a:lnTo>
                    <a:pt x="673529" y="883327"/>
                  </a:lnTo>
                  <a:lnTo>
                    <a:pt x="675723" y="829322"/>
                  </a:lnTo>
                  <a:lnTo>
                    <a:pt x="677917" y="845055"/>
                  </a:lnTo>
                  <a:lnTo>
                    <a:pt x="680111" y="842046"/>
                  </a:lnTo>
                  <a:lnTo>
                    <a:pt x="682305" y="805165"/>
                  </a:lnTo>
                  <a:lnTo>
                    <a:pt x="684498" y="749578"/>
                  </a:lnTo>
                  <a:lnTo>
                    <a:pt x="686692" y="746012"/>
                  </a:lnTo>
                  <a:lnTo>
                    <a:pt x="688886" y="757607"/>
                  </a:lnTo>
                  <a:lnTo>
                    <a:pt x="691080" y="739205"/>
                  </a:lnTo>
                  <a:lnTo>
                    <a:pt x="693274" y="768198"/>
                  </a:lnTo>
                  <a:lnTo>
                    <a:pt x="695467" y="833236"/>
                  </a:lnTo>
                  <a:lnTo>
                    <a:pt x="697661" y="907992"/>
                  </a:lnTo>
                  <a:lnTo>
                    <a:pt x="699855" y="954149"/>
                  </a:lnTo>
                  <a:lnTo>
                    <a:pt x="702049" y="1010060"/>
                  </a:lnTo>
                  <a:lnTo>
                    <a:pt x="704242" y="1079149"/>
                  </a:lnTo>
                  <a:lnTo>
                    <a:pt x="706436" y="1139074"/>
                  </a:lnTo>
                  <a:lnTo>
                    <a:pt x="708630" y="1167481"/>
                  </a:lnTo>
                  <a:lnTo>
                    <a:pt x="710824" y="1132268"/>
                  </a:lnTo>
                  <a:lnTo>
                    <a:pt x="713018" y="1121700"/>
                  </a:lnTo>
                  <a:lnTo>
                    <a:pt x="715211" y="1062909"/>
                  </a:lnTo>
                  <a:lnTo>
                    <a:pt x="717405" y="999071"/>
                  </a:lnTo>
                  <a:lnTo>
                    <a:pt x="719599" y="887720"/>
                  </a:lnTo>
                  <a:lnTo>
                    <a:pt x="721793" y="776009"/>
                  </a:lnTo>
                  <a:lnTo>
                    <a:pt x="723986" y="781816"/>
                  </a:lnTo>
                  <a:lnTo>
                    <a:pt x="726180" y="836017"/>
                  </a:lnTo>
                  <a:lnTo>
                    <a:pt x="728374" y="881194"/>
                  </a:lnTo>
                  <a:lnTo>
                    <a:pt x="730568" y="863151"/>
                  </a:lnTo>
                  <a:lnTo>
                    <a:pt x="732762" y="851460"/>
                  </a:lnTo>
                  <a:lnTo>
                    <a:pt x="734955" y="897714"/>
                  </a:lnTo>
                  <a:lnTo>
                    <a:pt x="737149" y="916718"/>
                  </a:lnTo>
                  <a:lnTo>
                    <a:pt x="739343" y="915016"/>
                  </a:lnTo>
                  <a:lnTo>
                    <a:pt x="741537" y="967488"/>
                  </a:lnTo>
                  <a:lnTo>
                    <a:pt x="743731" y="1039610"/>
                  </a:lnTo>
                  <a:lnTo>
                    <a:pt x="745924" y="1069651"/>
                  </a:lnTo>
                  <a:lnTo>
                    <a:pt x="748118" y="1016798"/>
                  </a:lnTo>
                  <a:lnTo>
                    <a:pt x="750312" y="1035986"/>
                  </a:lnTo>
                  <a:lnTo>
                    <a:pt x="752506" y="1050536"/>
                  </a:lnTo>
                  <a:lnTo>
                    <a:pt x="754699" y="1015744"/>
                  </a:lnTo>
                  <a:lnTo>
                    <a:pt x="756893" y="973853"/>
                  </a:lnTo>
                  <a:lnTo>
                    <a:pt x="759087" y="980171"/>
                  </a:lnTo>
                  <a:lnTo>
                    <a:pt x="761281" y="1028516"/>
                  </a:lnTo>
                  <a:lnTo>
                    <a:pt x="763475" y="944874"/>
                  </a:lnTo>
                  <a:lnTo>
                    <a:pt x="765668" y="833850"/>
                  </a:lnTo>
                  <a:lnTo>
                    <a:pt x="767862" y="786062"/>
                  </a:lnTo>
                  <a:lnTo>
                    <a:pt x="770056" y="820852"/>
                  </a:lnTo>
                  <a:lnTo>
                    <a:pt x="772250" y="883710"/>
                  </a:lnTo>
                  <a:lnTo>
                    <a:pt x="774444" y="888682"/>
                  </a:lnTo>
                  <a:lnTo>
                    <a:pt x="776637" y="928528"/>
                  </a:lnTo>
                  <a:lnTo>
                    <a:pt x="778831" y="1008500"/>
                  </a:lnTo>
                  <a:lnTo>
                    <a:pt x="781025" y="1007492"/>
                  </a:lnTo>
                  <a:lnTo>
                    <a:pt x="783219" y="984831"/>
                  </a:lnTo>
                  <a:lnTo>
                    <a:pt x="785412" y="934597"/>
                  </a:lnTo>
                  <a:lnTo>
                    <a:pt x="787606" y="922828"/>
                  </a:lnTo>
                  <a:lnTo>
                    <a:pt x="789800" y="921721"/>
                  </a:lnTo>
                  <a:lnTo>
                    <a:pt x="791994" y="867315"/>
                  </a:lnTo>
                  <a:lnTo>
                    <a:pt x="794188" y="891608"/>
                  </a:lnTo>
                  <a:lnTo>
                    <a:pt x="796381" y="886075"/>
                  </a:lnTo>
                  <a:lnTo>
                    <a:pt x="798575" y="944209"/>
                  </a:lnTo>
                  <a:lnTo>
                    <a:pt x="800769" y="1001438"/>
                  </a:lnTo>
                  <a:lnTo>
                    <a:pt x="802963" y="1005308"/>
                  </a:lnTo>
                  <a:lnTo>
                    <a:pt x="805156" y="1030725"/>
                  </a:lnTo>
                  <a:lnTo>
                    <a:pt x="807350" y="997716"/>
                  </a:lnTo>
                  <a:lnTo>
                    <a:pt x="809544" y="976718"/>
                  </a:lnTo>
                  <a:lnTo>
                    <a:pt x="811738" y="886563"/>
                  </a:lnTo>
                  <a:lnTo>
                    <a:pt x="813932" y="818510"/>
                  </a:lnTo>
                  <a:lnTo>
                    <a:pt x="816125" y="838685"/>
                  </a:lnTo>
                  <a:lnTo>
                    <a:pt x="818319" y="866487"/>
                  </a:lnTo>
                  <a:lnTo>
                    <a:pt x="820513" y="825935"/>
                  </a:lnTo>
                  <a:lnTo>
                    <a:pt x="822707" y="769797"/>
                  </a:lnTo>
                  <a:lnTo>
                    <a:pt x="824901" y="778498"/>
                  </a:lnTo>
                  <a:lnTo>
                    <a:pt x="827094" y="777064"/>
                  </a:lnTo>
                  <a:lnTo>
                    <a:pt x="829288" y="706342"/>
                  </a:lnTo>
                  <a:lnTo>
                    <a:pt x="831482" y="656966"/>
                  </a:lnTo>
                  <a:lnTo>
                    <a:pt x="833676" y="792873"/>
                  </a:lnTo>
                  <a:lnTo>
                    <a:pt x="835869" y="1032352"/>
                  </a:lnTo>
                  <a:lnTo>
                    <a:pt x="838063" y="1143915"/>
                  </a:lnTo>
                  <a:lnTo>
                    <a:pt x="840257" y="1167945"/>
                  </a:lnTo>
                  <a:lnTo>
                    <a:pt x="842451" y="1223054"/>
                  </a:lnTo>
                  <a:lnTo>
                    <a:pt x="844645" y="1307697"/>
                  </a:lnTo>
                  <a:lnTo>
                    <a:pt x="846838" y="1224571"/>
                  </a:lnTo>
                  <a:lnTo>
                    <a:pt x="849032" y="980355"/>
                  </a:lnTo>
                  <a:lnTo>
                    <a:pt x="851226" y="882944"/>
                  </a:lnTo>
                  <a:lnTo>
                    <a:pt x="853420" y="846215"/>
                  </a:lnTo>
                  <a:lnTo>
                    <a:pt x="855613" y="814478"/>
                  </a:lnTo>
                  <a:lnTo>
                    <a:pt x="857807" y="758477"/>
                  </a:lnTo>
                  <a:lnTo>
                    <a:pt x="860001" y="785903"/>
                  </a:lnTo>
                  <a:lnTo>
                    <a:pt x="862195" y="869512"/>
                  </a:lnTo>
                  <a:lnTo>
                    <a:pt x="864389" y="885608"/>
                  </a:lnTo>
                  <a:lnTo>
                    <a:pt x="866582" y="927129"/>
                  </a:lnTo>
                  <a:lnTo>
                    <a:pt x="868776" y="932843"/>
                  </a:lnTo>
                  <a:lnTo>
                    <a:pt x="870970" y="997076"/>
                  </a:lnTo>
                  <a:lnTo>
                    <a:pt x="873164" y="1079926"/>
                  </a:lnTo>
                  <a:lnTo>
                    <a:pt x="875358" y="1154874"/>
                  </a:lnTo>
                  <a:lnTo>
                    <a:pt x="877551" y="1255368"/>
                  </a:lnTo>
                  <a:lnTo>
                    <a:pt x="879745" y="1383276"/>
                  </a:lnTo>
                  <a:lnTo>
                    <a:pt x="881939" y="1589953"/>
                  </a:lnTo>
                  <a:lnTo>
                    <a:pt x="884133" y="1593872"/>
                  </a:lnTo>
                  <a:lnTo>
                    <a:pt x="886326" y="1488156"/>
                  </a:lnTo>
                  <a:lnTo>
                    <a:pt x="888520" y="1394766"/>
                  </a:lnTo>
                  <a:lnTo>
                    <a:pt x="890714" y="1264757"/>
                  </a:lnTo>
                  <a:lnTo>
                    <a:pt x="892908" y="1075507"/>
                  </a:lnTo>
                  <a:lnTo>
                    <a:pt x="895102" y="895407"/>
                  </a:lnTo>
                  <a:lnTo>
                    <a:pt x="897295" y="845496"/>
                  </a:lnTo>
                  <a:lnTo>
                    <a:pt x="899489" y="861094"/>
                  </a:lnTo>
                  <a:lnTo>
                    <a:pt x="901683" y="861354"/>
                  </a:lnTo>
                  <a:lnTo>
                    <a:pt x="903877" y="847255"/>
                  </a:lnTo>
                  <a:lnTo>
                    <a:pt x="906071" y="926269"/>
                  </a:lnTo>
                  <a:lnTo>
                    <a:pt x="908264" y="987265"/>
                  </a:lnTo>
                  <a:lnTo>
                    <a:pt x="910458" y="1035451"/>
                  </a:lnTo>
                  <a:lnTo>
                    <a:pt x="912652" y="1082794"/>
                  </a:lnTo>
                  <a:lnTo>
                    <a:pt x="914846" y="1135788"/>
                  </a:lnTo>
                  <a:lnTo>
                    <a:pt x="917039" y="1175938"/>
                  </a:lnTo>
                  <a:lnTo>
                    <a:pt x="919233" y="1125571"/>
                  </a:lnTo>
                  <a:lnTo>
                    <a:pt x="921427" y="1027933"/>
                  </a:lnTo>
                  <a:lnTo>
                    <a:pt x="923621" y="906782"/>
                  </a:lnTo>
                  <a:lnTo>
                    <a:pt x="925815" y="786767"/>
                  </a:lnTo>
                  <a:lnTo>
                    <a:pt x="928008" y="670882"/>
                  </a:lnTo>
                  <a:lnTo>
                    <a:pt x="930202" y="598673"/>
                  </a:lnTo>
                  <a:lnTo>
                    <a:pt x="932396" y="617564"/>
                  </a:lnTo>
                  <a:lnTo>
                    <a:pt x="934590" y="610723"/>
                  </a:lnTo>
                  <a:lnTo>
                    <a:pt x="936783" y="590377"/>
                  </a:lnTo>
                  <a:lnTo>
                    <a:pt x="938977" y="603378"/>
                  </a:lnTo>
                  <a:lnTo>
                    <a:pt x="941171" y="648494"/>
                  </a:lnTo>
                  <a:lnTo>
                    <a:pt x="943365" y="714166"/>
                  </a:lnTo>
                  <a:lnTo>
                    <a:pt x="945559" y="810001"/>
                  </a:lnTo>
                  <a:lnTo>
                    <a:pt x="947752" y="877007"/>
                  </a:lnTo>
                  <a:lnTo>
                    <a:pt x="949946" y="904588"/>
                  </a:lnTo>
                  <a:lnTo>
                    <a:pt x="952140" y="895215"/>
                  </a:lnTo>
                  <a:lnTo>
                    <a:pt x="954334" y="837340"/>
                  </a:lnTo>
                  <a:lnTo>
                    <a:pt x="956528" y="764113"/>
                  </a:lnTo>
                  <a:lnTo>
                    <a:pt x="958721" y="745483"/>
                  </a:lnTo>
                  <a:lnTo>
                    <a:pt x="960915" y="875180"/>
                  </a:lnTo>
                  <a:lnTo>
                    <a:pt x="963109" y="1012024"/>
                  </a:lnTo>
                  <a:lnTo>
                    <a:pt x="965303" y="1046234"/>
                  </a:lnTo>
                  <a:lnTo>
                    <a:pt x="967496" y="1059659"/>
                  </a:lnTo>
                  <a:lnTo>
                    <a:pt x="969690" y="1083357"/>
                  </a:lnTo>
                  <a:lnTo>
                    <a:pt x="971884" y="999999"/>
                  </a:lnTo>
                  <a:lnTo>
                    <a:pt x="974078" y="859653"/>
                  </a:lnTo>
                  <a:lnTo>
                    <a:pt x="976272" y="791153"/>
                  </a:lnTo>
                  <a:lnTo>
                    <a:pt x="978465" y="835094"/>
                  </a:lnTo>
                  <a:lnTo>
                    <a:pt x="980659" y="877123"/>
                  </a:lnTo>
                  <a:lnTo>
                    <a:pt x="982853" y="843065"/>
                  </a:lnTo>
                  <a:lnTo>
                    <a:pt x="985047" y="778883"/>
                  </a:lnTo>
                  <a:lnTo>
                    <a:pt x="987240" y="679494"/>
                  </a:lnTo>
                  <a:lnTo>
                    <a:pt x="989434" y="615791"/>
                  </a:lnTo>
                  <a:lnTo>
                    <a:pt x="991628" y="591017"/>
                  </a:lnTo>
                  <a:lnTo>
                    <a:pt x="993822" y="628178"/>
                  </a:lnTo>
                  <a:lnTo>
                    <a:pt x="996016" y="747384"/>
                  </a:lnTo>
                  <a:lnTo>
                    <a:pt x="998209" y="764114"/>
                  </a:lnTo>
                  <a:lnTo>
                    <a:pt x="1000403" y="748153"/>
                  </a:lnTo>
                  <a:lnTo>
                    <a:pt x="1002597" y="779285"/>
                  </a:lnTo>
                  <a:lnTo>
                    <a:pt x="1004791" y="867323"/>
                  </a:lnTo>
                  <a:lnTo>
                    <a:pt x="1006985" y="916555"/>
                  </a:lnTo>
                  <a:lnTo>
                    <a:pt x="1009178" y="934392"/>
                  </a:lnTo>
                  <a:lnTo>
                    <a:pt x="1011372" y="1117939"/>
                  </a:lnTo>
                  <a:lnTo>
                    <a:pt x="1013566" y="1295863"/>
                  </a:lnTo>
                  <a:lnTo>
                    <a:pt x="1015760" y="1347656"/>
                  </a:lnTo>
                  <a:lnTo>
                    <a:pt x="1017953" y="1375559"/>
                  </a:lnTo>
                  <a:lnTo>
                    <a:pt x="1020147" y="1459955"/>
                  </a:lnTo>
                  <a:lnTo>
                    <a:pt x="1022341" y="1508490"/>
                  </a:lnTo>
                  <a:lnTo>
                    <a:pt x="1024535" y="1522918"/>
                  </a:lnTo>
                  <a:lnTo>
                    <a:pt x="1026729" y="1602582"/>
                  </a:lnTo>
                  <a:lnTo>
                    <a:pt x="1028922" y="1636739"/>
                  </a:lnTo>
                  <a:lnTo>
                    <a:pt x="1031116" y="1596641"/>
                  </a:lnTo>
                  <a:lnTo>
                    <a:pt x="1033310" y="1627550"/>
                  </a:lnTo>
                  <a:lnTo>
                    <a:pt x="1035504" y="1805119"/>
                  </a:lnTo>
                  <a:lnTo>
                    <a:pt x="1037698" y="1878519"/>
                  </a:lnTo>
                  <a:lnTo>
                    <a:pt x="1039891" y="1906295"/>
                  </a:lnTo>
                  <a:lnTo>
                    <a:pt x="1042085" y="2054022"/>
                  </a:lnTo>
                  <a:lnTo>
                    <a:pt x="1044279" y="2182301"/>
                  </a:lnTo>
                  <a:lnTo>
                    <a:pt x="1046473" y="2255300"/>
                  </a:lnTo>
                  <a:lnTo>
                    <a:pt x="1048666" y="2335487"/>
                  </a:lnTo>
                  <a:lnTo>
                    <a:pt x="1050860" y="2475446"/>
                  </a:lnTo>
                  <a:lnTo>
                    <a:pt x="1053054" y="2474286"/>
                  </a:lnTo>
                  <a:lnTo>
                    <a:pt x="1055248" y="2417830"/>
                  </a:lnTo>
                  <a:lnTo>
                    <a:pt x="1057442" y="2515860"/>
                  </a:lnTo>
                  <a:lnTo>
                    <a:pt x="1059635" y="2509878"/>
                  </a:lnTo>
                  <a:lnTo>
                    <a:pt x="1061829" y="2303986"/>
                  </a:lnTo>
                  <a:lnTo>
                    <a:pt x="1064023" y="2161743"/>
                  </a:lnTo>
                  <a:lnTo>
                    <a:pt x="1066217" y="2248345"/>
                  </a:lnTo>
                  <a:lnTo>
                    <a:pt x="1068410" y="2301148"/>
                  </a:lnTo>
                  <a:lnTo>
                    <a:pt x="1070604" y="2214587"/>
                  </a:lnTo>
                  <a:lnTo>
                    <a:pt x="1072798" y="2165228"/>
                  </a:lnTo>
                  <a:lnTo>
                    <a:pt x="1074992" y="2223544"/>
                  </a:lnTo>
                  <a:lnTo>
                    <a:pt x="1077186" y="2229609"/>
                  </a:lnTo>
                  <a:lnTo>
                    <a:pt x="1079379" y="2092426"/>
                  </a:lnTo>
                  <a:lnTo>
                    <a:pt x="1081573" y="2064760"/>
                  </a:lnTo>
                  <a:lnTo>
                    <a:pt x="1083767" y="1995970"/>
                  </a:lnTo>
                  <a:lnTo>
                    <a:pt x="1085961" y="1878654"/>
                  </a:lnTo>
                  <a:lnTo>
                    <a:pt x="1088155" y="1682011"/>
                  </a:lnTo>
                  <a:lnTo>
                    <a:pt x="1090348" y="1568995"/>
                  </a:lnTo>
                  <a:lnTo>
                    <a:pt x="1092542" y="1548796"/>
                  </a:lnTo>
                  <a:lnTo>
                    <a:pt x="1094736" y="1425442"/>
                  </a:lnTo>
                  <a:lnTo>
                    <a:pt x="1096930" y="1365067"/>
                  </a:lnTo>
                  <a:lnTo>
                    <a:pt x="1099123" y="1347538"/>
                  </a:lnTo>
                  <a:lnTo>
                    <a:pt x="1101317" y="1361705"/>
                  </a:lnTo>
                  <a:lnTo>
                    <a:pt x="1103511" y="1270497"/>
                  </a:lnTo>
                  <a:lnTo>
                    <a:pt x="1105705" y="1151004"/>
                  </a:lnTo>
                  <a:lnTo>
                    <a:pt x="1107899" y="1097479"/>
                  </a:lnTo>
                  <a:lnTo>
                    <a:pt x="1110092" y="994196"/>
                  </a:lnTo>
                  <a:lnTo>
                    <a:pt x="1112286" y="846609"/>
                  </a:lnTo>
                  <a:lnTo>
                    <a:pt x="1114480" y="755552"/>
                  </a:lnTo>
                  <a:lnTo>
                    <a:pt x="1116674" y="758301"/>
                  </a:lnTo>
                  <a:lnTo>
                    <a:pt x="1118867" y="809531"/>
                  </a:lnTo>
                  <a:lnTo>
                    <a:pt x="1121061" y="831554"/>
                  </a:lnTo>
                  <a:lnTo>
                    <a:pt x="1123255" y="919281"/>
                  </a:lnTo>
                  <a:lnTo>
                    <a:pt x="1125449" y="1028770"/>
                  </a:lnTo>
                  <a:lnTo>
                    <a:pt x="1127643" y="1083784"/>
                  </a:lnTo>
                  <a:lnTo>
                    <a:pt x="1129836" y="1034887"/>
                  </a:lnTo>
                  <a:lnTo>
                    <a:pt x="1132030" y="930256"/>
                  </a:lnTo>
                  <a:lnTo>
                    <a:pt x="1134224" y="860413"/>
                  </a:lnTo>
                  <a:lnTo>
                    <a:pt x="1136418" y="840032"/>
                  </a:lnTo>
                  <a:lnTo>
                    <a:pt x="1138612" y="828795"/>
                  </a:lnTo>
                  <a:lnTo>
                    <a:pt x="1140805" y="781874"/>
                  </a:lnTo>
                  <a:lnTo>
                    <a:pt x="1142999" y="763092"/>
                  </a:lnTo>
                  <a:lnTo>
                    <a:pt x="1145193" y="792177"/>
                  </a:lnTo>
                  <a:lnTo>
                    <a:pt x="1147387" y="811840"/>
                  </a:lnTo>
                  <a:lnTo>
                    <a:pt x="1149580" y="725139"/>
                  </a:lnTo>
                  <a:lnTo>
                    <a:pt x="1151774" y="705428"/>
                  </a:lnTo>
                  <a:lnTo>
                    <a:pt x="1153968" y="730077"/>
                  </a:lnTo>
                  <a:lnTo>
                    <a:pt x="1156162" y="737347"/>
                  </a:lnTo>
                  <a:lnTo>
                    <a:pt x="1158356" y="712861"/>
                  </a:lnTo>
                  <a:lnTo>
                    <a:pt x="1160549" y="703694"/>
                  </a:lnTo>
                  <a:lnTo>
                    <a:pt x="1162743" y="707372"/>
                  </a:lnTo>
                  <a:lnTo>
                    <a:pt x="1164937" y="688313"/>
                  </a:lnTo>
                  <a:lnTo>
                    <a:pt x="1167131" y="742571"/>
                  </a:lnTo>
                  <a:lnTo>
                    <a:pt x="1169325" y="822119"/>
                  </a:lnTo>
                  <a:lnTo>
                    <a:pt x="1171518" y="887046"/>
                  </a:lnTo>
                  <a:lnTo>
                    <a:pt x="1173712" y="885675"/>
                  </a:lnTo>
                  <a:lnTo>
                    <a:pt x="1175906" y="860338"/>
                  </a:lnTo>
                  <a:lnTo>
                    <a:pt x="1178100" y="829086"/>
                  </a:lnTo>
                  <a:lnTo>
                    <a:pt x="1180293" y="747568"/>
                  </a:lnTo>
                  <a:lnTo>
                    <a:pt x="1182487" y="669008"/>
                  </a:lnTo>
                  <a:lnTo>
                    <a:pt x="1184681" y="671935"/>
                  </a:lnTo>
                  <a:lnTo>
                    <a:pt x="1186875" y="745669"/>
                  </a:lnTo>
                  <a:lnTo>
                    <a:pt x="1189069" y="848648"/>
                  </a:lnTo>
                  <a:lnTo>
                    <a:pt x="1191262" y="968249"/>
                  </a:lnTo>
                  <a:lnTo>
                    <a:pt x="1193456" y="1090157"/>
                  </a:lnTo>
                  <a:lnTo>
                    <a:pt x="1195650" y="1233610"/>
                  </a:lnTo>
                  <a:lnTo>
                    <a:pt x="1197844" y="1431871"/>
                  </a:lnTo>
                  <a:lnTo>
                    <a:pt x="1200037" y="1627121"/>
                  </a:lnTo>
                  <a:lnTo>
                    <a:pt x="1202231" y="1775611"/>
                  </a:lnTo>
                  <a:lnTo>
                    <a:pt x="1204425" y="1790633"/>
                  </a:lnTo>
                  <a:lnTo>
                    <a:pt x="1206619" y="1838804"/>
                  </a:lnTo>
                  <a:lnTo>
                    <a:pt x="1208813" y="1944086"/>
                  </a:lnTo>
                  <a:lnTo>
                    <a:pt x="1211006" y="2003302"/>
                  </a:lnTo>
                  <a:lnTo>
                    <a:pt x="1213200" y="2083942"/>
                  </a:lnTo>
                  <a:lnTo>
                    <a:pt x="1215394" y="2151198"/>
                  </a:lnTo>
                  <a:lnTo>
                    <a:pt x="1217588" y="2203193"/>
                  </a:lnTo>
                  <a:lnTo>
                    <a:pt x="1219782" y="2191645"/>
                  </a:lnTo>
                  <a:lnTo>
                    <a:pt x="1221975" y="2221406"/>
                  </a:lnTo>
                  <a:lnTo>
                    <a:pt x="1224169" y="2250060"/>
                  </a:lnTo>
                  <a:lnTo>
                    <a:pt x="1226363" y="2241960"/>
                  </a:lnTo>
                  <a:lnTo>
                    <a:pt x="1228557" y="2301111"/>
                  </a:lnTo>
                  <a:lnTo>
                    <a:pt x="1230750" y="2387763"/>
                  </a:lnTo>
                  <a:lnTo>
                    <a:pt x="1232944" y="2369905"/>
                  </a:lnTo>
                  <a:lnTo>
                    <a:pt x="1235138" y="2207164"/>
                  </a:lnTo>
                  <a:lnTo>
                    <a:pt x="1237332" y="1960228"/>
                  </a:lnTo>
                  <a:lnTo>
                    <a:pt x="1239526" y="1683892"/>
                  </a:lnTo>
                  <a:lnTo>
                    <a:pt x="1241719" y="1413670"/>
                  </a:lnTo>
                  <a:lnTo>
                    <a:pt x="1243913" y="1199448"/>
                  </a:lnTo>
                  <a:lnTo>
                    <a:pt x="1246107" y="1181259"/>
                  </a:lnTo>
                  <a:lnTo>
                    <a:pt x="1248301" y="1313557"/>
                  </a:lnTo>
                  <a:lnTo>
                    <a:pt x="1250494" y="1392082"/>
                  </a:lnTo>
                  <a:lnTo>
                    <a:pt x="1252688" y="1446800"/>
                  </a:lnTo>
                  <a:lnTo>
                    <a:pt x="1254882" y="1428165"/>
                  </a:lnTo>
                  <a:lnTo>
                    <a:pt x="1257076" y="1414607"/>
                  </a:lnTo>
                  <a:lnTo>
                    <a:pt x="1259270" y="1343412"/>
                  </a:lnTo>
                  <a:lnTo>
                    <a:pt x="1261463" y="1134067"/>
                  </a:lnTo>
                  <a:lnTo>
                    <a:pt x="1263657" y="995664"/>
                  </a:lnTo>
                  <a:lnTo>
                    <a:pt x="1265851" y="831595"/>
                  </a:lnTo>
                  <a:lnTo>
                    <a:pt x="1268045" y="733334"/>
                  </a:lnTo>
                  <a:lnTo>
                    <a:pt x="1270239" y="714733"/>
                  </a:lnTo>
                  <a:lnTo>
                    <a:pt x="1272432" y="703261"/>
                  </a:lnTo>
                  <a:lnTo>
                    <a:pt x="1274626" y="710120"/>
                  </a:lnTo>
                  <a:lnTo>
                    <a:pt x="1276820" y="678268"/>
                  </a:lnTo>
                  <a:lnTo>
                    <a:pt x="1279014" y="722894"/>
                  </a:lnTo>
                  <a:lnTo>
                    <a:pt x="1281207" y="786022"/>
                  </a:lnTo>
                  <a:lnTo>
                    <a:pt x="1283401" y="809089"/>
                  </a:lnTo>
                  <a:lnTo>
                    <a:pt x="1285595" y="803083"/>
                  </a:lnTo>
                  <a:lnTo>
                    <a:pt x="1287789" y="868901"/>
                  </a:lnTo>
                  <a:lnTo>
                    <a:pt x="1289983" y="965193"/>
                  </a:lnTo>
                  <a:lnTo>
                    <a:pt x="1292176" y="1095385"/>
                  </a:lnTo>
                  <a:lnTo>
                    <a:pt x="1294370" y="1230955"/>
                  </a:lnTo>
                  <a:lnTo>
                    <a:pt x="1296564" y="1339467"/>
                  </a:lnTo>
                  <a:lnTo>
                    <a:pt x="1298758" y="1389864"/>
                  </a:lnTo>
                  <a:lnTo>
                    <a:pt x="1300951" y="1356207"/>
                  </a:lnTo>
                  <a:lnTo>
                    <a:pt x="1303145" y="1326245"/>
                  </a:lnTo>
                  <a:lnTo>
                    <a:pt x="1305339" y="1180915"/>
                  </a:lnTo>
                  <a:lnTo>
                    <a:pt x="1307533" y="1060257"/>
                  </a:lnTo>
                  <a:lnTo>
                    <a:pt x="1309727" y="937364"/>
                  </a:lnTo>
                  <a:lnTo>
                    <a:pt x="1311920" y="866503"/>
                  </a:lnTo>
                  <a:lnTo>
                    <a:pt x="1314114" y="785578"/>
                  </a:lnTo>
                  <a:lnTo>
                    <a:pt x="1316308" y="724523"/>
                  </a:lnTo>
                  <a:lnTo>
                    <a:pt x="1318502" y="764278"/>
                  </a:lnTo>
                  <a:lnTo>
                    <a:pt x="1320696" y="771742"/>
                  </a:lnTo>
                  <a:lnTo>
                    <a:pt x="1322889" y="782015"/>
                  </a:lnTo>
                  <a:lnTo>
                    <a:pt x="1325083" y="817099"/>
                  </a:lnTo>
                  <a:lnTo>
                    <a:pt x="1327277" y="890036"/>
                  </a:lnTo>
                  <a:lnTo>
                    <a:pt x="1329471" y="1007223"/>
                  </a:lnTo>
                  <a:lnTo>
                    <a:pt x="1331664" y="1053552"/>
                  </a:lnTo>
                  <a:lnTo>
                    <a:pt x="1333858" y="1077463"/>
                  </a:lnTo>
                  <a:lnTo>
                    <a:pt x="1336052" y="1137594"/>
                  </a:lnTo>
                  <a:lnTo>
                    <a:pt x="1338246" y="1124662"/>
                  </a:lnTo>
                  <a:lnTo>
                    <a:pt x="1340440" y="1053299"/>
                  </a:lnTo>
                  <a:lnTo>
                    <a:pt x="1342633" y="985493"/>
                  </a:lnTo>
                  <a:lnTo>
                    <a:pt x="1344827" y="969914"/>
                  </a:lnTo>
                  <a:lnTo>
                    <a:pt x="1347021" y="917578"/>
                  </a:lnTo>
                  <a:lnTo>
                    <a:pt x="1349215" y="870969"/>
                  </a:lnTo>
                  <a:lnTo>
                    <a:pt x="1351409" y="872757"/>
                  </a:lnTo>
                  <a:lnTo>
                    <a:pt x="1353602" y="864510"/>
                  </a:lnTo>
                  <a:lnTo>
                    <a:pt x="1355796" y="843629"/>
                  </a:lnTo>
                  <a:lnTo>
                    <a:pt x="1357990" y="963802"/>
                  </a:lnTo>
                  <a:lnTo>
                    <a:pt x="1360184" y="1242961"/>
                  </a:lnTo>
                  <a:lnTo>
                    <a:pt x="1362377" y="1339656"/>
                  </a:lnTo>
                  <a:lnTo>
                    <a:pt x="1364571" y="1328535"/>
                  </a:lnTo>
                  <a:lnTo>
                    <a:pt x="1366765" y="1350075"/>
                  </a:lnTo>
                  <a:lnTo>
                    <a:pt x="1368959" y="1323843"/>
                  </a:lnTo>
                  <a:lnTo>
                    <a:pt x="1371153" y="1148411"/>
                  </a:lnTo>
                  <a:lnTo>
                    <a:pt x="1373346" y="893679"/>
                  </a:lnTo>
                  <a:lnTo>
                    <a:pt x="1375540" y="865689"/>
                  </a:lnTo>
                  <a:lnTo>
                    <a:pt x="1377734" y="936798"/>
                  </a:lnTo>
                  <a:lnTo>
                    <a:pt x="1379928" y="973127"/>
                  </a:lnTo>
                  <a:lnTo>
                    <a:pt x="1382121" y="972323"/>
                  </a:lnTo>
                  <a:lnTo>
                    <a:pt x="1384315" y="957884"/>
                  </a:lnTo>
                  <a:lnTo>
                    <a:pt x="1386509" y="1006227"/>
                  </a:lnTo>
                  <a:lnTo>
                    <a:pt x="1388703" y="1028548"/>
                  </a:lnTo>
                  <a:lnTo>
                    <a:pt x="1390897" y="1042580"/>
                  </a:lnTo>
                  <a:lnTo>
                    <a:pt x="1393090" y="1156465"/>
                  </a:lnTo>
                  <a:lnTo>
                    <a:pt x="1395284" y="1242905"/>
                  </a:lnTo>
                  <a:lnTo>
                    <a:pt x="1397478" y="1266886"/>
                  </a:lnTo>
                  <a:lnTo>
                    <a:pt x="1399672" y="1292627"/>
                  </a:lnTo>
                  <a:lnTo>
                    <a:pt x="1401866" y="1334708"/>
                  </a:lnTo>
                  <a:lnTo>
                    <a:pt x="1404059" y="1401688"/>
                  </a:lnTo>
                  <a:lnTo>
                    <a:pt x="1406253" y="1376979"/>
                  </a:lnTo>
                  <a:lnTo>
                    <a:pt x="1408447" y="1358525"/>
                  </a:lnTo>
                  <a:lnTo>
                    <a:pt x="1410641" y="1446156"/>
                  </a:lnTo>
                  <a:lnTo>
                    <a:pt x="1412834" y="1498418"/>
                  </a:lnTo>
                  <a:lnTo>
                    <a:pt x="1415028" y="1462793"/>
                  </a:lnTo>
                  <a:lnTo>
                    <a:pt x="1417222" y="1412207"/>
                  </a:lnTo>
                  <a:lnTo>
                    <a:pt x="1419416" y="1389795"/>
                  </a:lnTo>
                  <a:lnTo>
                    <a:pt x="1421610" y="1365063"/>
                  </a:lnTo>
                  <a:lnTo>
                    <a:pt x="1423803" y="1331217"/>
                  </a:lnTo>
                  <a:lnTo>
                    <a:pt x="1425997" y="1267092"/>
                  </a:lnTo>
                  <a:lnTo>
                    <a:pt x="1428191" y="1166004"/>
                  </a:lnTo>
                  <a:lnTo>
                    <a:pt x="1430385" y="1059546"/>
                  </a:lnTo>
                  <a:lnTo>
                    <a:pt x="1432578" y="997823"/>
                  </a:lnTo>
                  <a:lnTo>
                    <a:pt x="1434772" y="1043072"/>
                  </a:lnTo>
                  <a:lnTo>
                    <a:pt x="1436966" y="1074913"/>
                  </a:lnTo>
                  <a:lnTo>
                    <a:pt x="1439160" y="1080601"/>
                  </a:lnTo>
                  <a:lnTo>
                    <a:pt x="1441354" y="1159996"/>
                  </a:lnTo>
                  <a:lnTo>
                    <a:pt x="1443547" y="1180247"/>
                  </a:lnTo>
                  <a:lnTo>
                    <a:pt x="1445741" y="1122577"/>
                  </a:lnTo>
                  <a:lnTo>
                    <a:pt x="1447935" y="1029057"/>
                  </a:lnTo>
                  <a:lnTo>
                    <a:pt x="1450129" y="923879"/>
                  </a:lnTo>
                  <a:lnTo>
                    <a:pt x="1452323" y="783053"/>
                  </a:lnTo>
                  <a:lnTo>
                    <a:pt x="1454516" y="704520"/>
                  </a:lnTo>
                  <a:lnTo>
                    <a:pt x="1456710" y="846384"/>
                  </a:lnTo>
                  <a:lnTo>
                    <a:pt x="1458904" y="1070020"/>
                  </a:lnTo>
                  <a:lnTo>
                    <a:pt x="1461098" y="1183114"/>
                  </a:lnTo>
                  <a:lnTo>
                    <a:pt x="1463291" y="1311503"/>
                  </a:lnTo>
                  <a:lnTo>
                    <a:pt x="1465485" y="1497120"/>
                  </a:lnTo>
                  <a:lnTo>
                    <a:pt x="1467679" y="1573006"/>
                  </a:lnTo>
                  <a:lnTo>
                    <a:pt x="1469873" y="1505803"/>
                  </a:lnTo>
                  <a:lnTo>
                    <a:pt x="1472067" y="1426786"/>
                  </a:lnTo>
                  <a:lnTo>
                    <a:pt x="1474260" y="1499131"/>
                  </a:lnTo>
                  <a:lnTo>
                    <a:pt x="1476454" y="1647301"/>
                  </a:lnTo>
                  <a:lnTo>
                    <a:pt x="1478648" y="1817271"/>
                  </a:lnTo>
                  <a:lnTo>
                    <a:pt x="1480842" y="1991793"/>
                  </a:lnTo>
                  <a:lnTo>
                    <a:pt x="1483036" y="2071762"/>
                  </a:lnTo>
                  <a:lnTo>
                    <a:pt x="1485229" y="2109636"/>
                  </a:lnTo>
                  <a:lnTo>
                    <a:pt x="1487423" y="2098329"/>
                  </a:lnTo>
                  <a:lnTo>
                    <a:pt x="1489617" y="1945964"/>
                  </a:lnTo>
                  <a:lnTo>
                    <a:pt x="1491811" y="1689724"/>
                  </a:lnTo>
                  <a:lnTo>
                    <a:pt x="1494004" y="1457607"/>
                  </a:lnTo>
                  <a:lnTo>
                    <a:pt x="1496198" y="1341941"/>
                  </a:lnTo>
                  <a:lnTo>
                    <a:pt x="1498392" y="1255198"/>
                  </a:lnTo>
                  <a:lnTo>
                    <a:pt x="1500586" y="1146014"/>
                  </a:lnTo>
                  <a:lnTo>
                    <a:pt x="1502780" y="1024595"/>
                  </a:lnTo>
                  <a:lnTo>
                    <a:pt x="1504973" y="1032583"/>
                  </a:lnTo>
                  <a:lnTo>
                    <a:pt x="1507167" y="1029392"/>
                  </a:lnTo>
                  <a:lnTo>
                    <a:pt x="1509361" y="975222"/>
                  </a:lnTo>
                  <a:lnTo>
                    <a:pt x="1511555" y="972120"/>
                  </a:lnTo>
                  <a:lnTo>
                    <a:pt x="1513748" y="988714"/>
                  </a:lnTo>
                  <a:lnTo>
                    <a:pt x="1515942" y="1153117"/>
                  </a:lnTo>
                  <a:lnTo>
                    <a:pt x="1518136" y="1281955"/>
                  </a:lnTo>
                  <a:lnTo>
                    <a:pt x="1520330" y="1394960"/>
                  </a:lnTo>
                  <a:lnTo>
                    <a:pt x="1522524" y="1491442"/>
                  </a:lnTo>
                  <a:lnTo>
                    <a:pt x="1524717" y="1506398"/>
                  </a:lnTo>
                  <a:lnTo>
                    <a:pt x="1526911" y="1518637"/>
                  </a:lnTo>
                  <a:lnTo>
                    <a:pt x="1529105" y="1391185"/>
                  </a:lnTo>
                  <a:lnTo>
                    <a:pt x="1531299" y="1236414"/>
                  </a:lnTo>
                  <a:lnTo>
                    <a:pt x="1533493" y="1145488"/>
                  </a:lnTo>
                  <a:lnTo>
                    <a:pt x="1535686" y="1049194"/>
                  </a:lnTo>
                  <a:lnTo>
                    <a:pt x="1537880" y="951842"/>
                  </a:lnTo>
                  <a:lnTo>
                    <a:pt x="1540074" y="876626"/>
                  </a:lnTo>
                  <a:lnTo>
                    <a:pt x="1542268" y="900889"/>
                  </a:lnTo>
                  <a:lnTo>
                    <a:pt x="1544461" y="939441"/>
                  </a:lnTo>
                  <a:lnTo>
                    <a:pt x="1546655" y="940068"/>
                  </a:lnTo>
                  <a:lnTo>
                    <a:pt x="1548849" y="972266"/>
                  </a:lnTo>
                  <a:lnTo>
                    <a:pt x="1551043" y="1011270"/>
                  </a:lnTo>
                  <a:lnTo>
                    <a:pt x="1553237" y="1037205"/>
                  </a:lnTo>
                  <a:lnTo>
                    <a:pt x="1555430" y="1052843"/>
                  </a:lnTo>
                  <a:lnTo>
                    <a:pt x="1557624" y="1069804"/>
                  </a:lnTo>
                  <a:lnTo>
                    <a:pt x="1559818" y="1109969"/>
                  </a:lnTo>
                  <a:lnTo>
                    <a:pt x="1562012" y="1188049"/>
                  </a:lnTo>
                  <a:lnTo>
                    <a:pt x="1564205" y="1270457"/>
                  </a:lnTo>
                  <a:lnTo>
                    <a:pt x="1566399" y="1351737"/>
                  </a:lnTo>
                  <a:lnTo>
                    <a:pt x="1568593" y="1403852"/>
                  </a:lnTo>
                  <a:lnTo>
                    <a:pt x="1570787" y="1438245"/>
                  </a:lnTo>
                  <a:lnTo>
                    <a:pt x="1572981" y="1423291"/>
                  </a:lnTo>
                  <a:lnTo>
                    <a:pt x="1575174" y="1355599"/>
                  </a:lnTo>
                  <a:lnTo>
                    <a:pt x="1577368" y="1285290"/>
                  </a:lnTo>
                  <a:lnTo>
                    <a:pt x="1579562" y="1304845"/>
                  </a:lnTo>
                  <a:lnTo>
                    <a:pt x="1581756" y="1437316"/>
                  </a:lnTo>
                  <a:lnTo>
                    <a:pt x="1583950" y="1557589"/>
                  </a:lnTo>
                  <a:lnTo>
                    <a:pt x="1586143" y="1682981"/>
                  </a:lnTo>
                  <a:lnTo>
                    <a:pt x="1588337" y="1832986"/>
                  </a:lnTo>
                  <a:lnTo>
                    <a:pt x="1590531" y="1930464"/>
                  </a:lnTo>
                  <a:lnTo>
                    <a:pt x="1592725" y="1906537"/>
                  </a:lnTo>
                  <a:lnTo>
                    <a:pt x="1594918" y="1706441"/>
                  </a:lnTo>
                  <a:lnTo>
                    <a:pt x="1597112" y="1490897"/>
                  </a:lnTo>
                  <a:lnTo>
                    <a:pt x="1599306" y="1341691"/>
                  </a:lnTo>
                  <a:lnTo>
                    <a:pt x="1601500" y="1166604"/>
                  </a:lnTo>
                  <a:lnTo>
                    <a:pt x="1603694" y="1054024"/>
                  </a:lnTo>
                  <a:lnTo>
                    <a:pt x="1605887" y="1051720"/>
                  </a:lnTo>
                  <a:lnTo>
                    <a:pt x="1608081" y="1229182"/>
                  </a:lnTo>
                  <a:lnTo>
                    <a:pt x="1610275" y="1325163"/>
                  </a:lnTo>
                  <a:lnTo>
                    <a:pt x="1612469" y="1282011"/>
                  </a:lnTo>
                  <a:lnTo>
                    <a:pt x="1614663" y="1327042"/>
                  </a:lnTo>
                  <a:lnTo>
                    <a:pt x="1616856" y="1414852"/>
                  </a:lnTo>
                  <a:lnTo>
                    <a:pt x="1619050" y="1371537"/>
                  </a:lnTo>
                  <a:lnTo>
                    <a:pt x="1621244" y="1255536"/>
                  </a:lnTo>
                  <a:lnTo>
                    <a:pt x="1623438" y="1368853"/>
                  </a:lnTo>
                  <a:lnTo>
                    <a:pt x="1625631" y="1529291"/>
                  </a:lnTo>
                  <a:lnTo>
                    <a:pt x="1627825" y="1574516"/>
                  </a:lnTo>
                  <a:lnTo>
                    <a:pt x="1630019" y="1597156"/>
                  </a:lnTo>
                  <a:lnTo>
                    <a:pt x="1632213" y="1557881"/>
                  </a:lnTo>
                  <a:lnTo>
                    <a:pt x="1634407" y="1406103"/>
                  </a:lnTo>
                  <a:lnTo>
                    <a:pt x="1636600" y="1085938"/>
                  </a:lnTo>
                  <a:lnTo>
                    <a:pt x="1638794" y="837134"/>
                  </a:lnTo>
                  <a:lnTo>
                    <a:pt x="1640988" y="685526"/>
                  </a:lnTo>
                  <a:lnTo>
                    <a:pt x="1643182" y="504644"/>
                  </a:lnTo>
                  <a:lnTo>
                    <a:pt x="1645375" y="452527"/>
                  </a:lnTo>
                  <a:lnTo>
                    <a:pt x="1647569" y="466758"/>
                  </a:lnTo>
                  <a:lnTo>
                    <a:pt x="1649763" y="526770"/>
                  </a:lnTo>
                  <a:lnTo>
                    <a:pt x="1651957" y="602147"/>
                  </a:lnTo>
                  <a:lnTo>
                    <a:pt x="1654151" y="660158"/>
                  </a:lnTo>
                  <a:lnTo>
                    <a:pt x="1656344" y="697313"/>
                  </a:lnTo>
                  <a:lnTo>
                    <a:pt x="1658538" y="726355"/>
                  </a:lnTo>
                  <a:lnTo>
                    <a:pt x="1660732" y="749074"/>
                  </a:lnTo>
                  <a:lnTo>
                    <a:pt x="1662926" y="782895"/>
                  </a:lnTo>
                  <a:lnTo>
                    <a:pt x="1665120" y="788840"/>
                  </a:lnTo>
                  <a:lnTo>
                    <a:pt x="1667313" y="774076"/>
                  </a:lnTo>
                  <a:lnTo>
                    <a:pt x="1669507" y="891931"/>
                  </a:lnTo>
                  <a:lnTo>
                    <a:pt x="1671701" y="974983"/>
                  </a:lnTo>
                  <a:lnTo>
                    <a:pt x="1673895" y="1096699"/>
                  </a:lnTo>
                  <a:lnTo>
                    <a:pt x="1676088" y="1293851"/>
                  </a:lnTo>
                  <a:lnTo>
                    <a:pt x="1678282" y="1572527"/>
                  </a:lnTo>
                  <a:lnTo>
                    <a:pt x="1680476" y="1867357"/>
                  </a:lnTo>
                  <a:lnTo>
                    <a:pt x="1682670" y="1981121"/>
                  </a:lnTo>
                  <a:lnTo>
                    <a:pt x="1684864" y="2084586"/>
                  </a:lnTo>
                  <a:lnTo>
                    <a:pt x="1687057" y="2114293"/>
                  </a:lnTo>
                  <a:lnTo>
                    <a:pt x="1689251" y="2044614"/>
                  </a:lnTo>
                  <a:lnTo>
                    <a:pt x="1691445" y="1817074"/>
                  </a:lnTo>
                  <a:lnTo>
                    <a:pt x="1693639" y="1523910"/>
                  </a:lnTo>
                  <a:lnTo>
                    <a:pt x="1695832" y="1330232"/>
                  </a:lnTo>
                  <a:lnTo>
                    <a:pt x="1698026" y="1169576"/>
                  </a:lnTo>
                  <a:lnTo>
                    <a:pt x="1700220" y="1037637"/>
                  </a:lnTo>
                  <a:lnTo>
                    <a:pt x="1702414" y="916684"/>
                  </a:lnTo>
                  <a:lnTo>
                    <a:pt x="1704608" y="871527"/>
                  </a:lnTo>
                  <a:lnTo>
                    <a:pt x="1706801" y="861282"/>
                  </a:lnTo>
                  <a:lnTo>
                    <a:pt x="1708995" y="798025"/>
                  </a:lnTo>
                  <a:lnTo>
                    <a:pt x="1711189" y="709495"/>
                  </a:lnTo>
                  <a:lnTo>
                    <a:pt x="1713383" y="673193"/>
                  </a:lnTo>
                  <a:lnTo>
                    <a:pt x="1715577" y="659591"/>
                  </a:lnTo>
                  <a:lnTo>
                    <a:pt x="1717770" y="642968"/>
                  </a:lnTo>
                  <a:lnTo>
                    <a:pt x="1719964" y="619827"/>
                  </a:lnTo>
                  <a:lnTo>
                    <a:pt x="1722158" y="638917"/>
                  </a:lnTo>
                  <a:lnTo>
                    <a:pt x="1724352" y="695761"/>
                  </a:lnTo>
                  <a:lnTo>
                    <a:pt x="1726545" y="677888"/>
                  </a:lnTo>
                  <a:lnTo>
                    <a:pt x="1728739" y="644249"/>
                  </a:lnTo>
                  <a:lnTo>
                    <a:pt x="1730933" y="642756"/>
                  </a:lnTo>
                  <a:lnTo>
                    <a:pt x="1733127" y="676176"/>
                  </a:lnTo>
                  <a:lnTo>
                    <a:pt x="1735321" y="685651"/>
                  </a:lnTo>
                  <a:lnTo>
                    <a:pt x="1737514" y="692102"/>
                  </a:lnTo>
                  <a:lnTo>
                    <a:pt x="1739708" y="755022"/>
                  </a:lnTo>
                  <a:lnTo>
                    <a:pt x="1741902" y="796491"/>
                  </a:lnTo>
                  <a:lnTo>
                    <a:pt x="1744096" y="842490"/>
                  </a:lnTo>
                  <a:lnTo>
                    <a:pt x="1746290" y="954947"/>
                  </a:lnTo>
                  <a:lnTo>
                    <a:pt x="1748483" y="1044016"/>
                  </a:lnTo>
                  <a:lnTo>
                    <a:pt x="1750677" y="1019640"/>
                  </a:lnTo>
                  <a:lnTo>
                    <a:pt x="1752871" y="986468"/>
                  </a:lnTo>
                  <a:lnTo>
                    <a:pt x="1755065" y="1016197"/>
                  </a:lnTo>
                  <a:lnTo>
                    <a:pt x="1757258" y="981696"/>
                  </a:lnTo>
                  <a:lnTo>
                    <a:pt x="1759452" y="816230"/>
                  </a:lnTo>
                  <a:lnTo>
                    <a:pt x="1761646" y="668168"/>
                  </a:lnTo>
                  <a:lnTo>
                    <a:pt x="1763840" y="712014"/>
                  </a:lnTo>
                  <a:lnTo>
                    <a:pt x="1766034" y="871017"/>
                  </a:lnTo>
                  <a:lnTo>
                    <a:pt x="1768227" y="1009304"/>
                  </a:lnTo>
                  <a:lnTo>
                    <a:pt x="1770421" y="1126301"/>
                  </a:lnTo>
                  <a:lnTo>
                    <a:pt x="1772615" y="1149724"/>
                  </a:lnTo>
                  <a:lnTo>
                    <a:pt x="1774809" y="1176892"/>
                  </a:lnTo>
                  <a:lnTo>
                    <a:pt x="1777002" y="1173564"/>
                  </a:lnTo>
                  <a:lnTo>
                    <a:pt x="1779196" y="1125376"/>
                  </a:lnTo>
                  <a:lnTo>
                    <a:pt x="1781390" y="1039117"/>
                  </a:lnTo>
                  <a:lnTo>
                    <a:pt x="1783584" y="942231"/>
                  </a:lnTo>
                  <a:lnTo>
                    <a:pt x="1785778" y="961220"/>
                  </a:lnTo>
                  <a:lnTo>
                    <a:pt x="1787971" y="1003999"/>
                  </a:lnTo>
                  <a:lnTo>
                    <a:pt x="1790165" y="992890"/>
                  </a:lnTo>
                  <a:lnTo>
                    <a:pt x="1792359" y="914273"/>
                  </a:lnTo>
                  <a:lnTo>
                    <a:pt x="1794553" y="848759"/>
                  </a:lnTo>
                  <a:lnTo>
                    <a:pt x="1796747" y="834471"/>
                  </a:lnTo>
                  <a:lnTo>
                    <a:pt x="1798940" y="851557"/>
                  </a:lnTo>
                  <a:lnTo>
                    <a:pt x="1801134" y="912296"/>
                  </a:lnTo>
                  <a:lnTo>
                    <a:pt x="1803328" y="917137"/>
                  </a:lnTo>
                  <a:lnTo>
                    <a:pt x="1805522" y="874693"/>
                  </a:lnTo>
                  <a:lnTo>
                    <a:pt x="1807715" y="822205"/>
                  </a:lnTo>
                  <a:lnTo>
                    <a:pt x="1809909" y="839704"/>
                  </a:lnTo>
                  <a:lnTo>
                    <a:pt x="1812103" y="894813"/>
                  </a:lnTo>
                  <a:lnTo>
                    <a:pt x="1814297" y="861826"/>
                  </a:lnTo>
                  <a:lnTo>
                    <a:pt x="1816491" y="821829"/>
                  </a:lnTo>
                  <a:lnTo>
                    <a:pt x="1818684" y="806011"/>
                  </a:lnTo>
                  <a:lnTo>
                    <a:pt x="1820878" y="789881"/>
                  </a:lnTo>
                  <a:lnTo>
                    <a:pt x="1823072" y="710809"/>
                  </a:lnTo>
                  <a:lnTo>
                    <a:pt x="1825266" y="615540"/>
                  </a:lnTo>
                  <a:lnTo>
                    <a:pt x="1827459" y="567904"/>
                  </a:lnTo>
                  <a:lnTo>
                    <a:pt x="1829653" y="590274"/>
                  </a:lnTo>
                  <a:lnTo>
                    <a:pt x="1831847" y="643768"/>
                  </a:lnTo>
                  <a:lnTo>
                    <a:pt x="1834041" y="707878"/>
                  </a:lnTo>
                  <a:lnTo>
                    <a:pt x="1836235" y="718253"/>
                  </a:lnTo>
                  <a:lnTo>
                    <a:pt x="1838428" y="704352"/>
                  </a:lnTo>
                  <a:lnTo>
                    <a:pt x="1840622" y="658846"/>
                  </a:lnTo>
                  <a:lnTo>
                    <a:pt x="1842816" y="597177"/>
                  </a:lnTo>
                  <a:lnTo>
                    <a:pt x="1845010" y="519795"/>
                  </a:lnTo>
                  <a:lnTo>
                    <a:pt x="1847204" y="467274"/>
                  </a:lnTo>
                  <a:lnTo>
                    <a:pt x="1849397" y="497597"/>
                  </a:lnTo>
                  <a:lnTo>
                    <a:pt x="1851591" y="566356"/>
                  </a:lnTo>
                  <a:lnTo>
                    <a:pt x="1853785" y="603188"/>
                  </a:lnTo>
                  <a:lnTo>
                    <a:pt x="1855979" y="618297"/>
                  </a:lnTo>
                  <a:lnTo>
                    <a:pt x="1858172" y="658654"/>
                  </a:lnTo>
                  <a:lnTo>
                    <a:pt x="1860366" y="680869"/>
                  </a:lnTo>
                  <a:lnTo>
                    <a:pt x="1862560" y="690025"/>
                  </a:lnTo>
                  <a:lnTo>
                    <a:pt x="1864754" y="659121"/>
                  </a:lnTo>
                  <a:lnTo>
                    <a:pt x="1866948" y="668482"/>
                  </a:lnTo>
                  <a:lnTo>
                    <a:pt x="1869141" y="734943"/>
                  </a:lnTo>
                  <a:lnTo>
                    <a:pt x="1871335" y="794405"/>
                  </a:lnTo>
                  <a:lnTo>
                    <a:pt x="1873529" y="846779"/>
                  </a:lnTo>
                  <a:lnTo>
                    <a:pt x="1875723" y="916831"/>
                  </a:lnTo>
                  <a:lnTo>
                    <a:pt x="1877916" y="954209"/>
                  </a:lnTo>
                  <a:lnTo>
                    <a:pt x="1880110" y="925070"/>
                  </a:lnTo>
                  <a:lnTo>
                    <a:pt x="1882304" y="896232"/>
                  </a:lnTo>
                  <a:lnTo>
                    <a:pt x="1884498" y="828546"/>
                  </a:lnTo>
                  <a:lnTo>
                    <a:pt x="1886692" y="742715"/>
                  </a:lnTo>
                  <a:lnTo>
                    <a:pt x="1888885" y="633752"/>
                  </a:lnTo>
                  <a:lnTo>
                    <a:pt x="1891079" y="601783"/>
                  </a:lnTo>
                  <a:lnTo>
                    <a:pt x="1893273" y="692596"/>
                  </a:lnTo>
                  <a:lnTo>
                    <a:pt x="1895467" y="745249"/>
                  </a:lnTo>
                  <a:lnTo>
                    <a:pt x="1897661" y="787517"/>
                  </a:lnTo>
                  <a:lnTo>
                    <a:pt x="1899854" y="820326"/>
                  </a:lnTo>
                  <a:lnTo>
                    <a:pt x="1902048" y="836256"/>
                  </a:lnTo>
                  <a:lnTo>
                    <a:pt x="1904242" y="825887"/>
                  </a:lnTo>
                  <a:lnTo>
                    <a:pt x="1906436" y="768598"/>
                  </a:lnTo>
                  <a:lnTo>
                    <a:pt x="1908629" y="788338"/>
                  </a:lnTo>
                  <a:lnTo>
                    <a:pt x="1910823" y="884734"/>
                  </a:lnTo>
                  <a:lnTo>
                    <a:pt x="1913017" y="924117"/>
                  </a:lnTo>
                  <a:lnTo>
                    <a:pt x="1915211" y="1005701"/>
                  </a:lnTo>
                  <a:lnTo>
                    <a:pt x="1917405" y="1057113"/>
                  </a:lnTo>
                  <a:lnTo>
                    <a:pt x="1919598" y="1108878"/>
                  </a:lnTo>
                  <a:lnTo>
                    <a:pt x="1921792" y="1069114"/>
                  </a:lnTo>
                  <a:lnTo>
                    <a:pt x="1923986" y="975883"/>
                  </a:lnTo>
                  <a:lnTo>
                    <a:pt x="1926180" y="938456"/>
                  </a:lnTo>
                  <a:lnTo>
                    <a:pt x="1928374" y="824125"/>
                  </a:lnTo>
                  <a:lnTo>
                    <a:pt x="1930567" y="709624"/>
                  </a:lnTo>
                  <a:lnTo>
                    <a:pt x="1932761" y="612075"/>
                  </a:lnTo>
                  <a:lnTo>
                    <a:pt x="1934955" y="570635"/>
                  </a:lnTo>
                  <a:lnTo>
                    <a:pt x="1937149" y="543049"/>
                  </a:lnTo>
                  <a:lnTo>
                    <a:pt x="1939342" y="576399"/>
                  </a:lnTo>
                  <a:lnTo>
                    <a:pt x="1941536" y="714113"/>
                  </a:lnTo>
                  <a:lnTo>
                    <a:pt x="1943730" y="918290"/>
                  </a:lnTo>
                  <a:lnTo>
                    <a:pt x="1945924" y="1056047"/>
                  </a:lnTo>
                  <a:lnTo>
                    <a:pt x="1948118" y="1069102"/>
                  </a:lnTo>
                  <a:lnTo>
                    <a:pt x="1950311" y="1083840"/>
                  </a:lnTo>
                  <a:lnTo>
                    <a:pt x="1952505" y="1081353"/>
                  </a:lnTo>
                  <a:lnTo>
                    <a:pt x="1954699" y="1008955"/>
                  </a:lnTo>
                  <a:lnTo>
                    <a:pt x="1956893" y="889952"/>
                  </a:lnTo>
                  <a:lnTo>
                    <a:pt x="1959086" y="800946"/>
                  </a:lnTo>
                  <a:lnTo>
                    <a:pt x="1961280" y="756795"/>
                  </a:lnTo>
                  <a:lnTo>
                    <a:pt x="1963474" y="706879"/>
                  </a:lnTo>
                  <a:lnTo>
                    <a:pt x="1965668" y="722012"/>
                  </a:lnTo>
                  <a:lnTo>
                    <a:pt x="1967862" y="831666"/>
                  </a:lnTo>
                  <a:lnTo>
                    <a:pt x="1970055" y="945504"/>
                  </a:lnTo>
                  <a:lnTo>
                    <a:pt x="1972249" y="1123058"/>
                  </a:lnTo>
                  <a:lnTo>
                    <a:pt x="1974443" y="1314262"/>
                  </a:lnTo>
                  <a:lnTo>
                    <a:pt x="1976637" y="1402291"/>
                  </a:lnTo>
                  <a:lnTo>
                    <a:pt x="1978831" y="1405382"/>
                  </a:lnTo>
                  <a:lnTo>
                    <a:pt x="1981024" y="1305571"/>
                  </a:lnTo>
                  <a:lnTo>
                    <a:pt x="1983218" y="1193964"/>
                  </a:lnTo>
                  <a:lnTo>
                    <a:pt x="1985412" y="984228"/>
                  </a:lnTo>
                  <a:lnTo>
                    <a:pt x="1987606" y="800063"/>
                  </a:lnTo>
                  <a:lnTo>
                    <a:pt x="1989799" y="746469"/>
                  </a:lnTo>
                  <a:lnTo>
                    <a:pt x="1991993" y="785532"/>
                  </a:lnTo>
                  <a:lnTo>
                    <a:pt x="1994187" y="938579"/>
                  </a:lnTo>
                  <a:lnTo>
                    <a:pt x="1996381" y="1110755"/>
                  </a:lnTo>
                  <a:lnTo>
                    <a:pt x="1998575" y="1236605"/>
                  </a:lnTo>
                  <a:lnTo>
                    <a:pt x="2000768" y="1283231"/>
                  </a:lnTo>
                  <a:lnTo>
                    <a:pt x="2002962" y="1250584"/>
                  </a:lnTo>
                  <a:lnTo>
                    <a:pt x="2005156" y="1147706"/>
                  </a:lnTo>
                  <a:lnTo>
                    <a:pt x="2007350" y="975906"/>
                  </a:lnTo>
                  <a:lnTo>
                    <a:pt x="2009543" y="815802"/>
                  </a:lnTo>
                  <a:lnTo>
                    <a:pt x="2011737" y="758400"/>
                  </a:lnTo>
                  <a:lnTo>
                    <a:pt x="2013931" y="723340"/>
                  </a:lnTo>
                  <a:lnTo>
                    <a:pt x="2016125" y="780878"/>
                  </a:lnTo>
                  <a:lnTo>
                    <a:pt x="2018319" y="890600"/>
                  </a:lnTo>
                  <a:lnTo>
                    <a:pt x="2020512" y="940841"/>
                  </a:lnTo>
                  <a:lnTo>
                    <a:pt x="2022706" y="929828"/>
                  </a:lnTo>
                  <a:lnTo>
                    <a:pt x="2024900" y="877926"/>
                  </a:lnTo>
                  <a:lnTo>
                    <a:pt x="2027094" y="829402"/>
                  </a:lnTo>
                  <a:lnTo>
                    <a:pt x="2029288" y="706246"/>
                  </a:lnTo>
                  <a:lnTo>
                    <a:pt x="2031481" y="499790"/>
                  </a:lnTo>
                  <a:lnTo>
                    <a:pt x="2033675" y="357906"/>
                  </a:lnTo>
                  <a:lnTo>
                    <a:pt x="2035869" y="303843"/>
                  </a:lnTo>
                  <a:lnTo>
                    <a:pt x="2038063" y="314964"/>
                  </a:lnTo>
                  <a:lnTo>
                    <a:pt x="2040256" y="404545"/>
                  </a:lnTo>
                  <a:lnTo>
                    <a:pt x="2042450" y="484530"/>
                  </a:lnTo>
                  <a:lnTo>
                    <a:pt x="2044644" y="566249"/>
                  </a:lnTo>
                  <a:lnTo>
                    <a:pt x="2046838" y="607960"/>
                  </a:lnTo>
                  <a:lnTo>
                    <a:pt x="2049032" y="587874"/>
                  </a:lnTo>
                  <a:lnTo>
                    <a:pt x="2051225" y="546860"/>
                  </a:lnTo>
                  <a:lnTo>
                    <a:pt x="2053419" y="543255"/>
                  </a:lnTo>
                  <a:lnTo>
                    <a:pt x="2055613" y="542670"/>
                  </a:lnTo>
                  <a:lnTo>
                    <a:pt x="2057807" y="560455"/>
                  </a:lnTo>
                  <a:lnTo>
                    <a:pt x="2060001" y="601351"/>
                  </a:lnTo>
                  <a:lnTo>
                    <a:pt x="2062194" y="611890"/>
                  </a:lnTo>
                  <a:lnTo>
                    <a:pt x="2064388" y="574906"/>
                  </a:lnTo>
                  <a:lnTo>
                    <a:pt x="2066582" y="505080"/>
                  </a:lnTo>
                  <a:lnTo>
                    <a:pt x="2068776" y="439476"/>
                  </a:lnTo>
                  <a:lnTo>
                    <a:pt x="2070969" y="343862"/>
                  </a:lnTo>
                  <a:lnTo>
                    <a:pt x="2073163" y="254010"/>
                  </a:lnTo>
                  <a:lnTo>
                    <a:pt x="2075357" y="198892"/>
                  </a:lnTo>
                  <a:lnTo>
                    <a:pt x="2077551" y="207651"/>
                  </a:lnTo>
                  <a:lnTo>
                    <a:pt x="2079745" y="199670"/>
                  </a:lnTo>
                  <a:lnTo>
                    <a:pt x="2081938" y="189542"/>
                  </a:lnTo>
                  <a:lnTo>
                    <a:pt x="2084132" y="226151"/>
                  </a:lnTo>
                  <a:lnTo>
                    <a:pt x="2086326" y="263119"/>
                  </a:lnTo>
                  <a:lnTo>
                    <a:pt x="2088520" y="266253"/>
                  </a:lnTo>
                  <a:lnTo>
                    <a:pt x="2090713" y="244085"/>
                  </a:lnTo>
                  <a:lnTo>
                    <a:pt x="2092907" y="227938"/>
                  </a:lnTo>
                  <a:lnTo>
                    <a:pt x="2095101" y="279123"/>
                  </a:lnTo>
                  <a:lnTo>
                    <a:pt x="2097295" y="336510"/>
                  </a:lnTo>
                  <a:lnTo>
                    <a:pt x="2099489" y="360880"/>
                  </a:lnTo>
                  <a:lnTo>
                    <a:pt x="2101682" y="448839"/>
                  </a:lnTo>
                  <a:lnTo>
                    <a:pt x="2103876" y="589971"/>
                  </a:lnTo>
                  <a:lnTo>
                    <a:pt x="2106070" y="718283"/>
                  </a:lnTo>
                  <a:lnTo>
                    <a:pt x="2108264" y="768043"/>
                  </a:lnTo>
                  <a:lnTo>
                    <a:pt x="2110458" y="787074"/>
                  </a:lnTo>
                  <a:lnTo>
                    <a:pt x="2112651" y="896642"/>
                  </a:lnTo>
                  <a:lnTo>
                    <a:pt x="2114845" y="967469"/>
                  </a:lnTo>
                  <a:lnTo>
                    <a:pt x="2117039" y="992988"/>
                  </a:lnTo>
                  <a:lnTo>
                    <a:pt x="2119233" y="1029876"/>
                  </a:lnTo>
                  <a:lnTo>
                    <a:pt x="2121426" y="1120109"/>
                  </a:lnTo>
                  <a:lnTo>
                    <a:pt x="2123620" y="1237650"/>
                  </a:lnTo>
                  <a:lnTo>
                    <a:pt x="2125814" y="1278300"/>
                  </a:lnTo>
                  <a:lnTo>
                    <a:pt x="2128008" y="1274146"/>
                  </a:lnTo>
                  <a:lnTo>
                    <a:pt x="2130202" y="1266916"/>
                  </a:lnTo>
                  <a:lnTo>
                    <a:pt x="2132395" y="1278736"/>
                  </a:lnTo>
                  <a:lnTo>
                    <a:pt x="2134589" y="1281205"/>
                  </a:lnTo>
                  <a:lnTo>
                    <a:pt x="2136783" y="1152296"/>
                  </a:lnTo>
                  <a:lnTo>
                    <a:pt x="2138977" y="964186"/>
                  </a:lnTo>
                  <a:lnTo>
                    <a:pt x="2141170" y="821168"/>
                  </a:lnTo>
                  <a:lnTo>
                    <a:pt x="2143364" y="707467"/>
                  </a:lnTo>
                  <a:lnTo>
                    <a:pt x="2145558" y="648509"/>
                  </a:lnTo>
                  <a:lnTo>
                    <a:pt x="2147752" y="597253"/>
                  </a:lnTo>
                  <a:lnTo>
                    <a:pt x="2149946" y="589804"/>
                  </a:lnTo>
                  <a:lnTo>
                    <a:pt x="2152139" y="623788"/>
                  </a:lnTo>
                  <a:lnTo>
                    <a:pt x="2154333" y="726652"/>
                  </a:lnTo>
                  <a:lnTo>
                    <a:pt x="2156527" y="856054"/>
                  </a:lnTo>
                  <a:lnTo>
                    <a:pt x="2158721" y="886013"/>
                  </a:lnTo>
                  <a:lnTo>
                    <a:pt x="2160915" y="851124"/>
                  </a:lnTo>
                  <a:lnTo>
                    <a:pt x="2163108" y="881656"/>
                  </a:lnTo>
                  <a:lnTo>
                    <a:pt x="2165302" y="882138"/>
                  </a:lnTo>
                  <a:lnTo>
                    <a:pt x="2167496" y="813213"/>
                  </a:lnTo>
                  <a:lnTo>
                    <a:pt x="2169690" y="657547"/>
                  </a:lnTo>
                  <a:lnTo>
                    <a:pt x="2171883" y="455258"/>
                  </a:lnTo>
                  <a:lnTo>
                    <a:pt x="2174077" y="340029"/>
                  </a:lnTo>
                  <a:lnTo>
                    <a:pt x="2176271" y="208078"/>
                  </a:lnTo>
                  <a:lnTo>
                    <a:pt x="2178465" y="92103"/>
                  </a:lnTo>
                  <a:lnTo>
                    <a:pt x="2180659" y="11270"/>
                  </a:lnTo>
                  <a:lnTo>
                    <a:pt x="2182852" y="0"/>
                  </a:lnTo>
                  <a:lnTo>
                    <a:pt x="2182852" y="0"/>
                  </a:lnTo>
                  <a:lnTo>
                    <a:pt x="2185046" y="69855"/>
                  </a:lnTo>
                  <a:lnTo>
                    <a:pt x="2187240" y="81533"/>
                  </a:lnTo>
                  <a:lnTo>
                    <a:pt x="2189434" y="105492"/>
                  </a:lnTo>
                  <a:lnTo>
                    <a:pt x="2191628" y="186236"/>
                  </a:lnTo>
                  <a:lnTo>
                    <a:pt x="2193821" y="238717"/>
                  </a:lnTo>
                  <a:lnTo>
                    <a:pt x="2196015" y="290242"/>
                  </a:lnTo>
                  <a:lnTo>
                    <a:pt x="2198209" y="445339"/>
                  </a:lnTo>
                  <a:lnTo>
                    <a:pt x="2200403" y="514233"/>
                  </a:lnTo>
                  <a:lnTo>
                    <a:pt x="2202596" y="502127"/>
                  </a:lnTo>
                  <a:lnTo>
                    <a:pt x="2204790" y="550185"/>
                  </a:lnTo>
                  <a:lnTo>
                    <a:pt x="2206984" y="605636"/>
                  </a:lnTo>
                  <a:lnTo>
                    <a:pt x="2209178" y="580073"/>
                  </a:lnTo>
                  <a:lnTo>
                    <a:pt x="2211372" y="529800"/>
                  </a:lnTo>
                  <a:lnTo>
                    <a:pt x="2213565" y="633898"/>
                  </a:lnTo>
                  <a:lnTo>
                    <a:pt x="2215759" y="775190"/>
                  </a:lnTo>
                  <a:lnTo>
                    <a:pt x="2217953" y="821115"/>
                  </a:lnTo>
                  <a:lnTo>
                    <a:pt x="2220147" y="902567"/>
                  </a:lnTo>
                  <a:lnTo>
                    <a:pt x="2222340" y="1048558"/>
                  </a:lnTo>
                  <a:lnTo>
                    <a:pt x="2224534" y="1116497"/>
                  </a:lnTo>
                  <a:lnTo>
                    <a:pt x="2226728" y="1146385"/>
                  </a:lnTo>
                  <a:lnTo>
                    <a:pt x="2228922" y="1222809"/>
                  </a:lnTo>
                  <a:lnTo>
                    <a:pt x="2231116" y="1281979"/>
                  </a:lnTo>
                  <a:lnTo>
                    <a:pt x="2233309" y="1239197"/>
                  </a:lnTo>
                  <a:lnTo>
                    <a:pt x="2235503" y="1158571"/>
                  </a:lnTo>
                  <a:lnTo>
                    <a:pt x="2237697" y="1065689"/>
                  </a:lnTo>
                  <a:lnTo>
                    <a:pt x="2239891" y="954626"/>
                  </a:lnTo>
                  <a:lnTo>
                    <a:pt x="2242085" y="810066"/>
                  </a:lnTo>
                  <a:lnTo>
                    <a:pt x="2244278" y="706028"/>
                  </a:lnTo>
                  <a:lnTo>
                    <a:pt x="2246472" y="743720"/>
                  </a:lnTo>
                  <a:lnTo>
                    <a:pt x="2248666" y="786003"/>
                  </a:lnTo>
                  <a:lnTo>
                    <a:pt x="2250860" y="788295"/>
                  </a:lnTo>
                  <a:lnTo>
                    <a:pt x="2253053" y="815150"/>
                  </a:lnTo>
                  <a:lnTo>
                    <a:pt x="2255247" y="892861"/>
                  </a:lnTo>
                  <a:lnTo>
                    <a:pt x="2257441" y="1026786"/>
                  </a:lnTo>
                  <a:lnTo>
                    <a:pt x="2259635" y="1092775"/>
                  </a:lnTo>
                  <a:lnTo>
                    <a:pt x="2261829" y="1032957"/>
                  </a:lnTo>
                  <a:lnTo>
                    <a:pt x="2264022" y="986039"/>
                  </a:lnTo>
                  <a:lnTo>
                    <a:pt x="2266216" y="1004423"/>
                  </a:lnTo>
                  <a:lnTo>
                    <a:pt x="2268410" y="1085595"/>
                  </a:lnTo>
                  <a:lnTo>
                    <a:pt x="2270604" y="1112349"/>
                  </a:lnTo>
                  <a:lnTo>
                    <a:pt x="2272797" y="1014223"/>
                  </a:lnTo>
                  <a:lnTo>
                    <a:pt x="2274991" y="1007692"/>
                  </a:lnTo>
                  <a:lnTo>
                    <a:pt x="2277185" y="1015227"/>
                  </a:lnTo>
                  <a:lnTo>
                    <a:pt x="2279379" y="999693"/>
                  </a:lnTo>
                  <a:lnTo>
                    <a:pt x="2281573" y="937765"/>
                  </a:lnTo>
                  <a:lnTo>
                    <a:pt x="2283766" y="902724"/>
                  </a:lnTo>
                  <a:lnTo>
                    <a:pt x="2285960" y="980948"/>
                  </a:lnTo>
                  <a:lnTo>
                    <a:pt x="2288154" y="1075182"/>
                  </a:lnTo>
                  <a:lnTo>
                    <a:pt x="2290348" y="1182152"/>
                  </a:lnTo>
                  <a:lnTo>
                    <a:pt x="2292542" y="1202084"/>
                  </a:lnTo>
                  <a:lnTo>
                    <a:pt x="2294735" y="1217052"/>
                  </a:lnTo>
                  <a:lnTo>
                    <a:pt x="2296929" y="1215875"/>
                  </a:lnTo>
                  <a:lnTo>
                    <a:pt x="2299123" y="1254652"/>
                  </a:lnTo>
                  <a:lnTo>
                    <a:pt x="2301317" y="1300249"/>
                  </a:lnTo>
                  <a:lnTo>
                    <a:pt x="2303510" y="1316910"/>
                  </a:lnTo>
                  <a:lnTo>
                    <a:pt x="2305704" y="1378533"/>
                  </a:lnTo>
                  <a:lnTo>
                    <a:pt x="2307898" y="1360350"/>
                  </a:lnTo>
                  <a:lnTo>
                    <a:pt x="2310092" y="1305810"/>
                  </a:lnTo>
                  <a:lnTo>
                    <a:pt x="2312286" y="1242409"/>
                  </a:lnTo>
                  <a:lnTo>
                    <a:pt x="2314479" y="1210385"/>
                  </a:lnTo>
                  <a:lnTo>
                    <a:pt x="2316673" y="1209507"/>
                  </a:lnTo>
                  <a:lnTo>
                    <a:pt x="2318867" y="1250294"/>
                  </a:lnTo>
                  <a:lnTo>
                    <a:pt x="2321061" y="1296336"/>
                  </a:lnTo>
                  <a:lnTo>
                    <a:pt x="2323255" y="1430126"/>
                  </a:lnTo>
                  <a:lnTo>
                    <a:pt x="2325448" y="1551668"/>
                  </a:lnTo>
                  <a:lnTo>
                    <a:pt x="2327642" y="1663131"/>
                  </a:lnTo>
                  <a:lnTo>
                    <a:pt x="2329836" y="1791956"/>
                  </a:lnTo>
                  <a:lnTo>
                    <a:pt x="2332030" y="1808129"/>
                  </a:lnTo>
                  <a:lnTo>
                    <a:pt x="2334223" y="1810093"/>
                  </a:lnTo>
                  <a:lnTo>
                    <a:pt x="2336417" y="1774897"/>
                  </a:lnTo>
                  <a:lnTo>
                    <a:pt x="2338611" y="1711453"/>
                  </a:lnTo>
                  <a:lnTo>
                    <a:pt x="2340805" y="1616047"/>
                  </a:lnTo>
                  <a:lnTo>
                    <a:pt x="2342999" y="1504880"/>
                  </a:lnTo>
                  <a:lnTo>
                    <a:pt x="2345192" y="1511393"/>
                  </a:lnTo>
                  <a:lnTo>
                    <a:pt x="2347386" y="1591686"/>
                  </a:lnTo>
                  <a:lnTo>
                    <a:pt x="2349580" y="1560412"/>
                  </a:lnTo>
                  <a:lnTo>
                    <a:pt x="2351774" y="1520625"/>
                  </a:lnTo>
                  <a:lnTo>
                    <a:pt x="2353967" y="1479316"/>
                  </a:lnTo>
                  <a:lnTo>
                    <a:pt x="2356161" y="1434060"/>
                  </a:lnTo>
                  <a:lnTo>
                    <a:pt x="2358355" y="1361983"/>
                  </a:lnTo>
                  <a:lnTo>
                    <a:pt x="2360549" y="1280514"/>
                  </a:lnTo>
                  <a:lnTo>
                    <a:pt x="2362743" y="1261688"/>
                  </a:lnTo>
                  <a:lnTo>
                    <a:pt x="2364936" y="1310376"/>
                  </a:lnTo>
                  <a:lnTo>
                    <a:pt x="2367130" y="1326433"/>
                  </a:lnTo>
                  <a:lnTo>
                    <a:pt x="2369324" y="1294444"/>
                  </a:lnTo>
                  <a:lnTo>
                    <a:pt x="2371518" y="1263248"/>
                  </a:lnTo>
                  <a:lnTo>
                    <a:pt x="2373712" y="1226335"/>
                  </a:lnTo>
                  <a:lnTo>
                    <a:pt x="2375905" y="1248509"/>
                  </a:lnTo>
                  <a:lnTo>
                    <a:pt x="2378099" y="1312634"/>
                  </a:lnTo>
                  <a:lnTo>
                    <a:pt x="2380293" y="1441924"/>
                  </a:lnTo>
                  <a:lnTo>
                    <a:pt x="2382487" y="1588100"/>
                  </a:lnTo>
                  <a:lnTo>
                    <a:pt x="2384680" y="1641590"/>
                  </a:lnTo>
                  <a:lnTo>
                    <a:pt x="2386874" y="1643454"/>
                  </a:lnTo>
                  <a:lnTo>
                    <a:pt x="2389068" y="1562667"/>
                  </a:lnTo>
                  <a:lnTo>
                    <a:pt x="2391262" y="1412479"/>
                  </a:lnTo>
                  <a:lnTo>
                    <a:pt x="2393456" y="1254815"/>
                  </a:lnTo>
                  <a:lnTo>
                    <a:pt x="2395649" y="1088857"/>
                  </a:lnTo>
                  <a:lnTo>
                    <a:pt x="2397843" y="995637"/>
                  </a:lnTo>
                  <a:lnTo>
                    <a:pt x="2400037" y="930695"/>
                  </a:lnTo>
                  <a:lnTo>
                    <a:pt x="2402231" y="964960"/>
                  </a:lnTo>
                  <a:lnTo>
                    <a:pt x="2404424" y="980719"/>
                  </a:lnTo>
                  <a:lnTo>
                    <a:pt x="2406618" y="962969"/>
                  </a:lnTo>
                  <a:lnTo>
                    <a:pt x="2408812" y="976312"/>
                  </a:lnTo>
                  <a:lnTo>
                    <a:pt x="2411006" y="1011845"/>
                  </a:lnTo>
                  <a:lnTo>
                    <a:pt x="2413200" y="1117857"/>
                  </a:lnTo>
                  <a:lnTo>
                    <a:pt x="2415393" y="1111852"/>
                  </a:lnTo>
                  <a:lnTo>
                    <a:pt x="2417587" y="1041874"/>
                  </a:lnTo>
                  <a:lnTo>
                    <a:pt x="2419781" y="981447"/>
                  </a:lnTo>
                  <a:lnTo>
                    <a:pt x="2421975" y="913169"/>
                  </a:lnTo>
                  <a:lnTo>
                    <a:pt x="2424169" y="850533"/>
                  </a:lnTo>
                  <a:lnTo>
                    <a:pt x="2426362" y="803162"/>
                  </a:lnTo>
                  <a:lnTo>
                    <a:pt x="2428556" y="832995"/>
                  </a:lnTo>
                  <a:lnTo>
                    <a:pt x="2430750" y="951179"/>
                  </a:lnTo>
                  <a:lnTo>
                    <a:pt x="2432944" y="1069911"/>
                  </a:lnTo>
                  <a:lnTo>
                    <a:pt x="2435137" y="1170739"/>
                  </a:lnTo>
                  <a:lnTo>
                    <a:pt x="2437331" y="1307551"/>
                  </a:lnTo>
                  <a:lnTo>
                    <a:pt x="2439525" y="1440782"/>
                  </a:lnTo>
                  <a:lnTo>
                    <a:pt x="2441719" y="1536206"/>
                  </a:lnTo>
                  <a:lnTo>
                    <a:pt x="2443913" y="1583721"/>
                  </a:lnTo>
                  <a:lnTo>
                    <a:pt x="2446106" y="1564426"/>
                  </a:lnTo>
                  <a:lnTo>
                    <a:pt x="2448300" y="1572308"/>
                  </a:lnTo>
                  <a:lnTo>
                    <a:pt x="2450494" y="1544137"/>
                  </a:lnTo>
                  <a:lnTo>
                    <a:pt x="2452688" y="1457834"/>
                  </a:lnTo>
                  <a:lnTo>
                    <a:pt x="2454881" y="1401970"/>
                  </a:lnTo>
                  <a:lnTo>
                    <a:pt x="2457075" y="1433273"/>
                  </a:lnTo>
                  <a:lnTo>
                    <a:pt x="2459269" y="1566161"/>
                  </a:lnTo>
                  <a:lnTo>
                    <a:pt x="2461463" y="1671138"/>
                  </a:lnTo>
                  <a:lnTo>
                    <a:pt x="2463657" y="1688849"/>
                  </a:lnTo>
                  <a:lnTo>
                    <a:pt x="2465850" y="1637488"/>
                  </a:lnTo>
                  <a:lnTo>
                    <a:pt x="2468044" y="1522861"/>
                  </a:lnTo>
                  <a:lnTo>
                    <a:pt x="2470238" y="1350754"/>
                  </a:lnTo>
                  <a:lnTo>
                    <a:pt x="2472432" y="1173008"/>
                  </a:lnTo>
                  <a:lnTo>
                    <a:pt x="2474626" y="1004755"/>
                  </a:lnTo>
                  <a:lnTo>
                    <a:pt x="2476819" y="845625"/>
                  </a:lnTo>
                  <a:lnTo>
                    <a:pt x="2479013" y="753113"/>
                  </a:lnTo>
                  <a:lnTo>
                    <a:pt x="2481207" y="694275"/>
                  </a:lnTo>
                  <a:lnTo>
                    <a:pt x="2483401" y="691744"/>
                  </a:lnTo>
                  <a:lnTo>
                    <a:pt x="2485594" y="733091"/>
                  </a:lnTo>
                  <a:lnTo>
                    <a:pt x="2487788" y="819893"/>
                  </a:lnTo>
                  <a:lnTo>
                    <a:pt x="2489982" y="917216"/>
                  </a:lnTo>
                  <a:lnTo>
                    <a:pt x="2492176" y="998780"/>
                  </a:lnTo>
                  <a:lnTo>
                    <a:pt x="2494370" y="1058064"/>
                  </a:lnTo>
                  <a:lnTo>
                    <a:pt x="2496563" y="1064166"/>
                  </a:lnTo>
                  <a:lnTo>
                    <a:pt x="2498757" y="1002574"/>
                  </a:lnTo>
                  <a:lnTo>
                    <a:pt x="2500951" y="899856"/>
                  </a:lnTo>
                  <a:lnTo>
                    <a:pt x="2503145" y="857410"/>
                  </a:lnTo>
                  <a:lnTo>
                    <a:pt x="2505339" y="848922"/>
                  </a:lnTo>
                  <a:lnTo>
                    <a:pt x="2507532" y="981124"/>
                  </a:lnTo>
                  <a:lnTo>
                    <a:pt x="2509726" y="1177740"/>
                  </a:lnTo>
                  <a:lnTo>
                    <a:pt x="2511920" y="1340065"/>
                  </a:lnTo>
                  <a:lnTo>
                    <a:pt x="2514114" y="1417014"/>
                  </a:lnTo>
                  <a:lnTo>
                    <a:pt x="2516307" y="1455629"/>
                  </a:lnTo>
                  <a:lnTo>
                    <a:pt x="2518501" y="1436722"/>
                  </a:lnTo>
                  <a:lnTo>
                    <a:pt x="2520695" y="1367737"/>
                  </a:lnTo>
                  <a:lnTo>
                    <a:pt x="2522889" y="1190462"/>
                  </a:lnTo>
                  <a:lnTo>
                    <a:pt x="2525083" y="1004006"/>
                  </a:lnTo>
                  <a:lnTo>
                    <a:pt x="2527276" y="904075"/>
                  </a:lnTo>
                  <a:lnTo>
                    <a:pt x="2529470" y="851563"/>
                  </a:lnTo>
                  <a:lnTo>
                    <a:pt x="2531664" y="915657"/>
                  </a:lnTo>
                  <a:lnTo>
                    <a:pt x="2533858" y="941750"/>
                  </a:lnTo>
                  <a:lnTo>
                    <a:pt x="2536051" y="917293"/>
                  </a:lnTo>
                  <a:lnTo>
                    <a:pt x="2538245" y="864499"/>
                  </a:lnTo>
                  <a:lnTo>
                    <a:pt x="2540439" y="836833"/>
                  </a:lnTo>
                  <a:lnTo>
                    <a:pt x="2542633" y="784993"/>
                  </a:lnTo>
                  <a:lnTo>
                    <a:pt x="2544827" y="627540"/>
                  </a:lnTo>
                  <a:lnTo>
                    <a:pt x="2547020" y="489895"/>
                  </a:lnTo>
                  <a:lnTo>
                    <a:pt x="2549214" y="470305"/>
                  </a:lnTo>
                  <a:lnTo>
                    <a:pt x="2551408" y="513391"/>
                  </a:lnTo>
                  <a:lnTo>
                    <a:pt x="2553602" y="558757"/>
                  </a:lnTo>
                  <a:lnTo>
                    <a:pt x="2555796" y="609011"/>
                  </a:lnTo>
                  <a:lnTo>
                    <a:pt x="2557989" y="656440"/>
                  </a:lnTo>
                  <a:lnTo>
                    <a:pt x="2560183" y="667776"/>
                  </a:lnTo>
                  <a:lnTo>
                    <a:pt x="2562377" y="647945"/>
                  </a:lnTo>
                  <a:lnTo>
                    <a:pt x="2564571" y="617903"/>
                  </a:lnTo>
                  <a:lnTo>
                    <a:pt x="2566764" y="579393"/>
                  </a:lnTo>
                  <a:lnTo>
                    <a:pt x="2568958" y="573819"/>
                  </a:lnTo>
                  <a:lnTo>
                    <a:pt x="2571152" y="530336"/>
                  </a:lnTo>
                  <a:lnTo>
                    <a:pt x="2573346" y="463828"/>
                  </a:lnTo>
                  <a:lnTo>
                    <a:pt x="2575540" y="431523"/>
                  </a:lnTo>
                  <a:lnTo>
                    <a:pt x="2577733" y="456550"/>
                  </a:lnTo>
                  <a:lnTo>
                    <a:pt x="2579927" y="449943"/>
                  </a:lnTo>
                  <a:lnTo>
                    <a:pt x="2582121" y="379691"/>
                  </a:lnTo>
                  <a:lnTo>
                    <a:pt x="2584315" y="478438"/>
                  </a:lnTo>
                  <a:lnTo>
                    <a:pt x="2586508" y="672822"/>
                  </a:lnTo>
                  <a:lnTo>
                    <a:pt x="2588702" y="735635"/>
                  </a:lnTo>
                  <a:lnTo>
                    <a:pt x="2590896" y="757687"/>
                  </a:lnTo>
                  <a:lnTo>
                    <a:pt x="2593090" y="897300"/>
                  </a:lnTo>
                  <a:lnTo>
                    <a:pt x="2595284" y="1034165"/>
                  </a:lnTo>
                  <a:lnTo>
                    <a:pt x="2597477" y="1004136"/>
                  </a:lnTo>
                  <a:lnTo>
                    <a:pt x="2599671" y="828228"/>
                  </a:lnTo>
                  <a:lnTo>
                    <a:pt x="2601865" y="778282"/>
                  </a:lnTo>
                  <a:lnTo>
                    <a:pt x="2604059" y="785233"/>
                  </a:lnTo>
                  <a:lnTo>
                    <a:pt x="2606253" y="775742"/>
                  </a:lnTo>
                  <a:lnTo>
                    <a:pt x="2608446" y="741088"/>
                  </a:lnTo>
                  <a:lnTo>
                    <a:pt x="2610640" y="729283"/>
                  </a:lnTo>
                  <a:lnTo>
                    <a:pt x="2612834" y="826643"/>
                  </a:lnTo>
                  <a:lnTo>
                    <a:pt x="2615028" y="1018302"/>
                  </a:lnTo>
                  <a:lnTo>
                    <a:pt x="2617221" y="1124712"/>
                  </a:lnTo>
                  <a:lnTo>
                    <a:pt x="2619415" y="1057729"/>
                  </a:lnTo>
                  <a:lnTo>
                    <a:pt x="2621609" y="995036"/>
                  </a:lnTo>
                  <a:lnTo>
                    <a:pt x="2623803" y="977781"/>
                  </a:lnTo>
                  <a:lnTo>
                    <a:pt x="2625997" y="947627"/>
                  </a:lnTo>
                  <a:lnTo>
                    <a:pt x="2628190" y="754549"/>
                  </a:lnTo>
                  <a:lnTo>
                    <a:pt x="2630384" y="612965"/>
                  </a:lnTo>
                  <a:lnTo>
                    <a:pt x="2632578" y="584474"/>
                  </a:lnTo>
                  <a:lnTo>
                    <a:pt x="2634772" y="562933"/>
                  </a:lnTo>
                  <a:lnTo>
                    <a:pt x="2636966" y="615745"/>
                  </a:lnTo>
                  <a:lnTo>
                    <a:pt x="2639159" y="642072"/>
                  </a:lnTo>
                  <a:lnTo>
                    <a:pt x="2641353" y="617385"/>
                  </a:lnTo>
                  <a:lnTo>
                    <a:pt x="2643547" y="577537"/>
                  </a:lnTo>
                  <a:lnTo>
                    <a:pt x="2645741" y="562353"/>
                  </a:lnTo>
                  <a:lnTo>
                    <a:pt x="2647934" y="565065"/>
                  </a:lnTo>
                  <a:lnTo>
                    <a:pt x="2650128" y="557754"/>
                  </a:lnTo>
                  <a:lnTo>
                    <a:pt x="2652322" y="591539"/>
                  </a:lnTo>
                  <a:lnTo>
                    <a:pt x="2654516" y="655696"/>
                  </a:lnTo>
                  <a:lnTo>
                    <a:pt x="2656710" y="696292"/>
                  </a:lnTo>
                  <a:lnTo>
                    <a:pt x="2658903" y="650562"/>
                  </a:lnTo>
                  <a:lnTo>
                    <a:pt x="2661097" y="609560"/>
                  </a:lnTo>
                  <a:lnTo>
                    <a:pt x="2663291" y="527178"/>
                  </a:lnTo>
                  <a:lnTo>
                    <a:pt x="2665485" y="446501"/>
                  </a:lnTo>
                  <a:lnTo>
                    <a:pt x="2667678" y="467675"/>
                  </a:lnTo>
                  <a:lnTo>
                    <a:pt x="2669872" y="529505"/>
                  </a:lnTo>
                  <a:lnTo>
                    <a:pt x="2672066" y="640648"/>
                  </a:lnTo>
                  <a:lnTo>
                    <a:pt x="2674260" y="778594"/>
                  </a:lnTo>
                  <a:lnTo>
                    <a:pt x="2676454" y="945548"/>
                  </a:lnTo>
                  <a:lnTo>
                    <a:pt x="2678647" y="1010471"/>
                  </a:lnTo>
                  <a:lnTo>
                    <a:pt x="2680841" y="1090516"/>
                  </a:lnTo>
                  <a:lnTo>
                    <a:pt x="2683035" y="1181692"/>
                  </a:lnTo>
                  <a:lnTo>
                    <a:pt x="2685229" y="1215964"/>
                  </a:lnTo>
                  <a:lnTo>
                    <a:pt x="2687423" y="1239187"/>
                  </a:lnTo>
                  <a:lnTo>
                    <a:pt x="2689616" y="1220842"/>
                  </a:lnTo>
                  <a:lnTo>
                    <a:pt x="2691810" y="1272538"/>
                  </a:lnTo>
                  <a:lnTo>
                    <a:pt x="2694004" y="1260606"/>
                  </a:lnTo>
                  <a:lnTo>
                    <a:pt x="2696198" y="1213410"/>
                  </a:lnTo>
                  <a:lnTo>
                    <a:pt x="2698391" y="1207401"/>
                  </a:lnTo>
                  <a:lnTo>
                    <a:pt x="2700585" y="1223718"/>
                  </a:lnTo>
                  <a:lnTo>
                    <a:pt x="2702779" y="1249474"/>
                  </a:lnTo>
                  <a:lnTo>
                    <a:pt x="2704973" y="1253476"/>
                  </a:lnTo>
                  <a:lnTo>
                    <a:pt x="2707167" y="1256756"/>
                  </a:lnTo>
                  <a:lnTo>
                    <a:pt x="2709360" y="1305304"/>
                  </a:lnTo>
                  <a:lnTo>
                    <a:pt x="2711554" y="1439372"/>
                  </a:lnTo>
                  <a:lnTo>
                    <a:pt x="2713748" y="1621263"/>
                  </a:lnTo>
                  <a:lnTo>
                    <a:pt x="2715942" y="1740853"/>
                  </a:lnTo>
                  <a:lnTo>
                    <a:pt x="2718135" y="1838080"/>
                  </a:lnTo>
                  <a:lnTo>
                    <a:pt x="2720329" y="2001203"/>
                  </a:lnTo>
                  <a:lnTo>
                    <a:pt x="2722523" y="2159744"/>
                  </a:lnTo>
                  <a:lnTo>
                    <a:pt x="2724717" y="2187773"/>
                  </a:lnTo>
                  <a:lnTo>
                    <a:pt x="2726911" y="2113802"/>
                  </a:lnTo>
                  <a:lnTo>
                    <a:pt x="2729104" y="2123080"/>
                  </a:lnTo>
                  <a:lnTo>
                    <a:pt x="2731298" y="2265034"/>
                  </a:lnTo>
                  <a:lnTo>
                    <a:pt x="2733492" y="2306313"/>
                  </a:lnTo>
                  <a:lnTo>
                    <a:pt x="2735686" y="2243602"/>
                  </a:lnTo>
                  <a:lnTo>
                    <a:pt x="2737880" y="2231621"/>
                  </a:lnTo>
                  <a:lnTo>
                    <a:pt x="2740073" y="2236027"/>
                  </a:lnTo>
                  <a:lnTo>
                    <a:pt x="2742267" y="2200591"/>
                  </a:lnTo>
                  <a:lnTo>
                    <a:pt x="2744461" y="2096054"/>
                  </a:lnTo>
                  <a:lnTo>
                    <a:pt x="2746655" y="2079862"/>
                  </a:lnTo>
                  <a:lnTo>
                    <a:pt x="2748848" y="2072552"/>
                  </a:lnTo>
                  <a:lnTo>
                    <a:pt x="2751042" y="2159117"/>
                  </a:lnTo>
                  <a:lnTo>
                    <a:pt x="2753236" y="2344972"/>
                  </a:lnTo>
                  <a:lnTo>
                    <a:pt x="2755430" y="2499224"/>
                  </a:lnTo>
                  <a:lnTo>
                    <a:pt x="2757624" y="2561208"/>
                  </a:lnTo>
                  <a:lnTo>
                    <a:pt x="2759817" y="2530276"/>
                  </a:lnTo>
                  <a:lnTo>
                    <a:pt x="2762011" y="2576293"/>
                  </a:lnTo>
                  <a:lnTo>
                    <a:pt x="2764205" y="2599290"/>
                  </a:lnTo>
                  <a:lnTo>
                    <a:pt x="2766399" y="2566033"/>
                  </a:lnTo>
                  <a:lnTo>
                    <a:pt x="2768593" y="2504725"/>
                  </a:lnTo>
                  <a:lnTo>
                    <a:pt x="2770786" y="2488628"/>
                  </a:lnTo>
                  <a:lnTo>
                    <a:pt x="2772980" y="2520479"/>
                  </a:lnTo>
                  <a:lnTo>
                    <a:pt x="2775174" y="2499311"/>
                  </a:lnTo>
                  <a:lnTo>
                    <a:pt x="2777368" y="2494381"/>
                  </a:lnTo>
                  <a:lnTo>
                    <a:pt x="2779561" y="2511899"/>
                  </a:lnTo>
                  <a:lnTo>
                    <a:pt x="2781755" y="2603985"/>
                  </a:lnTo>
                  <a:lnTo>
                    <a:pt x="2783949" y="2730072"/>
                  </a:lnTo>
                  <a:lnTo>
                    <a:pt x="2786143" y="2781994"/>
                  </a:lnTo>
                  <a:lnTo>
                    <a:pt x="2788337" y="2856922"/>
                  </a:lnTo>
                  <a:lnTo>
                    <a:pt x="2790530" y="2843520"/>
                  </a:lnTo>
                  <a:lnTo>
                    <a:pt x="2792724" y="2787198"/>
                  </a:lnTo>
                  <a:lnTo>
                    <a:pt x="2794918" y="2798499"/>
                  </a:lnTo>
                  <a:lnTo>
                    <a:pt x="2797112" y="2818084"/>
                  </a:lnTo>
                  <a:lnTo>
                    <a:pt x="2799305" y="2871200"/>
                  </a:lnTo>
                  <a:lnTo>
                    <a:pt x="2801499" y="2916366"/>
                  </a:lnTo>
                  <a:lnTo>
                    <a:pt x="2803693" y="2908101"/>
                  </a:lnTo>
                  <a:lnTo>
                    <a:pt x="2805887" y="2857106"/>
                  </a:lnTo>
                  <a:lnTo>
                    <a:pt x="2808081" y="2857125"/>
                  </a:lnTo>
                  <a:lnTo>
                    <a:pt x="2810274" y="2857999"/>
                  </a:lnTo>
                  <a:lnTo>
                    <a:pt x="2812468" y="2856214"/>
                  </a:lnTo>
                  <a:lnTo>
                    <a:pt x="2814662" y="2898464"/>
                  </a:lnTo>
                  <a:lnTo>
                    <a:pt x="2816856" y="3036221"/>
                  </a:lnTo>
                  <a:lnTo>
                    <a:pt x="2818542" y="3116972"/>
                  </a:lnTo>
                </a:path>
              </a:pathLst>
            </a:custGeom>
            <a:ln w="10840" cap="flat">
              <a:solidFill>
                <a:srgbClr val="0000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" name="pl14"/>
            <p:cNvSpPr/>
            <p:nvPr/>
          </p:nvSpPr>
          <p:spPr>
            <a:xfrm>
              <a:off x="8782005" y="3004716"/>
              <a:ext cx="46779" cy="257760"/>
            </a:xfrm>
            <a:custGeom>
              <a:avLst/>
              <a:pathLst>
                <a:path w="46779" h="257760">
                  <a:moveTo>
                    <a:pt x="0" y="257760"/>
                  </a:moveTo>
                  <a:lnTo>
                    <a:pt x="1499" y="205246"/>
                  </a:lnTo>
                  <a:lnTo>
                    <a:pt x="3692" y="113361"/>
                  </a:lnTo>
                  <a:lnTo>
                    <a:pt x="5886" y="75764"/>
                  </a:lnTo>
                  <a:lnTo>
                    <a:pt x="8080" y="43070"/>
                  </a:lnTo>
                  <a:lnTo>
                    <a:pt x="10274" y="0"/>
                  </a:lnTo>
                  <a:lnTo>
                    <a:pt x="12468" y="10703"/>
                  </a:lnTo>
                  <a:lnTo>
                    <a:pt x="14661" y="77863"/>
                  </a:lnTo>
                  <a:lnTo>
                    <a:pt x="16855" y="128805"/>
                  </a:lnTo>
                  <a:lnTo>
                    <a:pt x="19049" y="115791"/>
                  </a:lnTo>
                  <a:lnTo>
                    <a:pt x="21243" y="117511"/>
                  </a:lnTo>
                  <a:lnTo>
                    <a:pt x="23437" y="119658"/>
                  </a:lnTo>
                  <a:lnTo>
                    <a:pt x="25630" y="104802"/>
                  </a:lnTo>
                  <a:lnTo>
                    <a:pt x="27824" y="123548"/>
                  </a:lnTo>
                  <a:lnTo>
                    <a:pt x="30018" y="152458"/>
                  </a:lnTo>
                  <a:lnTo>
                    <a:pt x="32212" y="211541"/>
                  </a:lnTo>
                  <a:lnTo>
                    <a:pt x="34405" y="195494"/>
                  </a:lnTo>
                  <a:lnTo>
                    <a:pt x="36599" y="169345"/>
                  </a:lnTo>
                  <a:lnTo>
                    <a:pt x="38793" y="205052"/>
                  </a:lnTo>
                  <a:lnTo>
                    <a:pt x="40987" y="215358"/>
                  </a:lnTo>
                  <a:lnTo>
                    <a:pt x="43181" y="155840"/>
                  </a:lnTo>
                  <a:lnTo>
                    <a:pt x="45374" y="189271"/>
                  </a:lnTo>
                  <a:lnTo>
                    <a:pt x="46779" y="257760"/>
                  </a:lnTo>
                </a:path>
              </a:pathLst>
            </a:custGeom>
            <a:ln w="10840" cap="flat">
              <a:solidFill>
                <a:srgbClr val="0000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" name="pl15"/>
            <p:cNvSpPr/>
            <p:nvPr/>
          </p:nvSpPr>
          <p:spPr>
            <a:xfrm>
              <a:off x="8833639" y="3115573"/>
              <a:ext cx="15594" cy="146903"/>
            </a:xfrm>
            <a:custGeom>
              <a:avLst/>
              <a:pathLst>
                <a:path w="15594" h="146903">
                  <a:moveTo>
                    <a:pt x="0" y="146903"/>
                  </a:moveTo>
                  <a:lnTo>
                    <a:pt x="322" y="138662"/>
                  </a:lnTo>
                  <a:lnTo>
                    <a:pt x="2515" y="39088"/>
                  </a:lnTo>
                  <a:lnTo>
                    <a:pt x="4709" y="41187"/>
                  </a:lnTo>
                  <a:lnTo>
                    <a:pt x="6903" y="48489"/>
                  </a:lnTo>
                  <a:lnTo>
                    <a:pt x="9097" y="0"/>
                  </a:lnTo>
                  <a:lnTo>
                    <a:pt x="11291" y="14612"/>
                  </a:lnTo>
                  <a:lnTo>
                    <a:pt x="13484" y="57141"/>
                  </a:lnTo>
                  <a:lnTo>
                    <a:pt x="15594" y="146903"/>
                  </a:lnTo>
                </a:path>
              </a:pathLst>
            </a:custGeom>
            <a:ln w="10840" cap="flat">
              <a:solidFill>
                <a:srgbClr val="0000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" name="pl16"/>
            <p:cNvSpPr/>
            <p:nvPr/>
          </p:nvSpPr>
          <p:spPr>
            <a:xfrm>
              <a:off x="8863577" y="2944665"/>
              <a:ext cx="37369" cy="317811"/>
            </a:xfrm>
            <a:custGeom>
              <a:avLst/>
              <a:pathLst>
                <a:path w="37369" h="317811">
                  <a:moveTo>
                    <a:pt x="0" y="317811"/>
                  </a:moveTo>
                  <a:lnTo>
                    <a:pt x="1097" y="288653"/>
                  </a:lnTo>
                  <a:lnTo>
                    <a:pt x="3291" y="274459"/>
                  </a:lnTo>
                  <a:lnTo>
                    <a:pt x="5485" y="267822"/>
                  </a:lnTo>
                  <a:lnTo>
                    <a:pt x="7678" y="269714"/>
                  </a:lnTo>
                  <a:lnTo>
                    <a:pt x="9872" y="196874"/>
                  </a:lnTo>
                  <a:lnTo>
                    <a:pt x="12066" y="91341"/>
                  </a:lnTo>
                  <a:lnTo>
                    <a:pt x="14260" y="31268"/>
                  </a:lnTo>
                  <a:lnTo>
                    <a:pt x="16454" y="34569"/>
                  </a:lnTo>
                  <a:lnTo>
                    <a:pt x="18647" y="25975"/>
                  </a:lnTo>
                  <a:lnTo>
                    <a:pt x="20841" y="0"/>
                  </a:lnTo>
                  <a:lnTo>
                    <a:pt x="23035" y="45095"/>
                  </a:lnTo>
                  <a:lnTo>
                    <a:pt x="25229" y="141496"/>
                  </a:lnTo>
                  <a:lnTo>
                    <a:pt x="27422" y="220602"/>
                  </a:lnTo>
                  <a:lnTo>
                    <a:pt x="29616" y="232959"/>
                  </a:lnTo>
                  <a:lnTo>
                    <a:pt x="31810" y="251591"/>
                  </a:lnTo>
                  <a:lnTo>
                    <a:pt x="34004" y="261419"/>
                  </a:lnTo>
                  <a:lnTo>
                    <a:pt x="36198" y="296786"/>
                  </a:lnTo>
                  <a:lnTo>
                    <a:pt x="37369" y="317811"/>
                  </a:lnTo>
                </a:path>
              </a:pathLst>
            </a:custGeom>
            <a:ln w="10840" cap="flat">
              <a:solidFill>
                <a:srgbClr val="0000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" name="pl17"/>
            <p:cNvSpPr/>
            <p:nvPr/>
          </p:nvSpPr>
          <p:spPr>
            <a:xfrm>
              <a:off x="8912582" y="2985140"/>
              <a:ext cx="30262" cy="277337"/>
            </a:xfrm>
            <a:custGeom>
              <a:avLst/>
              <a:pathLst>
                <a:path w="30262" h="277337">
                  <a:moveTo>
                    <a:pt x="0" y="277337"/>
                  </a:moveTo>
                  <a:lnTo>
                    <a:pt x="355" y="271415"/>
                  </a:lnTo>
                  <a:lnTo>
                    <a:pt x="2549" y="188116"/>
                  </a:lnTo>
                  <a:lnTo>
                    <a:pt x="4742" y="107230"/>
                  </a:lnTo>
                  <a:lnTo>
                    <a:pt x="6936" y="33717"/>
                  </a:lnTo>
                  <a:lnTo>
                    <a:pt x="9130" y="35239"/>
                  </a:lnTo>
                  <a:lnTo>
                    <a:pt x="11324" y="42886"/>
                  </a:lnTo>
                  <a:lnTo>
                    <a:pt x="13518" y="5465"/>
                  </a:lnTo>
                  <a:lnTo>
                    <a:pt x="15711" y="0"/>
                  </a:lnTo>
                  <a:lnTo>
                    <a:pt x="17905" y="35805"/>
                  </a:lnTo>
                  <a:lnTo>
                    <a:pt x="20099" y="141310"/>
                  </a:lnTo>
                  <a:lnTo>
                    <a:pt x="22293" y="161686"/>
                  </a:lnTo>
                  <a:lnTo>
                    <a:pt x="24486" y="166398"/>
                  </a:lnTo>
                  <a:lnTo>
                    <a:pt x="26680" y="191399"/>
                  </a:lnTo>
                  <a:lnTo>
                    <a:pt x="28874" y="231541"/>
                  </a:lnTo>
                  <a:lnTo>
                    <a:pt x="30262" y="277337"/>
                  </a:lnTo>
                </a:path>
              </a:pathLst>
            </a:custGeom>
            <a:ln w="10840" cap="flat">
              <a:solidFill>
                <a:srgbClr val="0000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" name="pl18"/>
            <p:cNvSpPr/>
            <p:nvPr/>
          </p:nvSpPr>
          <p:spPr>
            <a:xfrm>
              <a:off x="8945763" y="3091173"/>
              <a:ext cx="33747" cy="171303"/>
            </a:xfrm>
            <a:custGeom>
              <a:avLst/>
              <a:pathLst>
                <a:path w="33747" h="171303">
                  <a:moveTo>
                    <a:pt x="0" y="171303"/>
                  </a:moveTo>
                  <a:lnTo>
                    <a:pt x="81" y="170277"/>
                  </a:lnTo>
                  <a:lnTo>
                    <a:pt x="2275" y="148379"/>
                  </a:lnTo>
                  <a:lnTo>
                    <a:pt x="4469" y="132937"/>
                  </a:lnTo>
                  <a:lnTo>
                    <a:pt x="6662" y="113383"/>
                  </a:lnTo>
                  <a:lnTo>
                    <a:pt x="8856" y="68814"/>
                  </a:lnTo>
                  <a:lnTo>
                    <a:pt x="11050" y="0"/>
                  </a:lnTo>
                  <a:lnTo>
                    <a:pt x="13244" y="39045"/>
                  </a:lnTo>
                  <a:lnTo>
                    <a:pt x="15438" y="81993"/>
                  </a:lnTo>
                  <a:lnTo>
                    <a:pt x="17631" y="44717"/>
                  </a:lnTo>
                  <a:lnTo>
                    <a:pt x="19825" y="45738"/>
                  </a:lnTo>
                  <a:lnTo>
                    <a:pt x="22019" y="93518"/>
                  </a:lnTo>
                  <a:lnTo>
                    <a:pt x="24213" y="135051"/>
                  </a:lnTo>
                  <a:lnTo>
                    <a:pt x="26407" y="91604"/>
                  </a:lnTo>
                  <a:lnTo>
                    <a:pt x="28600" y="48656"/>
                  </a:lnTo>
                  <a:lnTo>
                    <a:pt x="30794" y="89013"/>
                  </a:lnTo>
                  <a:lnTo>
                    <a:pt x="32988" y="150374"/>
                  </a:lnTo>
                  <a:lnTo>
                    <a:pt x="33747" y="171303"/>
                  </a:lnTo>
                </a:path>
              </a:pathLst>
            </a:custGeom>
            <a:ln w="10840" cap="flat">
              <a:solidFill>
                <a:srgbClr val="0000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" name="pl19"/>
            <p:cNvSpPr/>
            <p:nvPr/>
          </p:nvSpPr>
          <p:spPr>
            <a:xfrm>
              <a:off x="8986239" y="3114351"/>
              <a:ext cx="12256" cy="148125"/>
            </a:xfrm>
            <a:custGeom>
              <a:avLst/>
              <a:pathLst>
                <a:path w="12256" h="148125">
                  <a:moveTo>
                    <a:pt x="0" y="148125"/>
                  </a:moveTo>
                  <a:lnTo>
                    <a:pt x="1287" y="96441"/>
                  </a:lnTo>
                  <a:lnTo>
                    <a:pt x="3481" y="81461"/>
                  </a:lnTo>
                  <a:lnTo>
                    <a:pt x="5674" y="76308"/>
                  </a:lnTo>
                  <a:lnTo>
                    <a:pt x="7868" y="43948"/>
                  </a:lnTo>
                  <a:lnTo>
                    <a:pt x="10062" y="0"/>
                  </a:lnTo>
                  <a:lnTo>
                    <a:pt x="12256" y="75391"/>
                  </a:lnTo>
                  <a:lnTo>
                    <a:pt x="12256" y="75391"/>
                  </a:lnTo>
                </a:path>
              </a:pathLst>
            </a:custGeom>
            <a:ln w="10840" cap="flat">
              <a:solidFill>
                <a:srgbClr val="0000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" name="pg20"/>
            <p:cNvSpPr/>
            <p:nvPr/>
          </p:nvSpPr>
          <p:spPr>
            <a:xfrm>
              <a:off x="444934" y="145504"/>
              <a:ext cx="8553560" cy="3116972"/>
            </a:xfrm>
            <a:custGeom>
              <a:avLst/>
              <a:pathLst>
                <a:path w="8553560" h="3116972">
                  <a:moveTo>
                    <a:pt x="0" y="2231293"/>
                  </a:moveTo>
                  <a:lnTo>
                    <a:pt x="2193" y="2211605"/>
                  </a:lnTo>
                  <a:lnTo>
                    <a:pt x="4387" y="2202658"/>
                  </a:lnTo>
                  <a:lnTo>
                    <a:pt x="6581" y="2295557"/>
                  </a:lnTo>
                  <a:lnTo>
                    <a:pt x="8775" y="2375375"/>
                  </a:lnTo>
                  <a:lnTo>
                    <a:pt x="10968" y="2413888"/>
                  </a:lnTo>
                  <a:lnTo>
                    <a:pt x="13162" y="2535779"/>
                  </a:lnTo>
                  <a:lnTo>
                    <a:pt x="15356" y="2648753"/>
                  </a:lnTo>
                  <a:lnTo>
                    <a:pt x="17550" y="2737433"/>
                  </a:lnTo>
                  <a:lnTo>
                    <a:pt x="19744" y="2723981"/>
                  </a:lnTo>
                  <a:lnTo>
                    <a:pt x="21937" y="2729008"/>
                  </a:lnTo>
                  <a:lnTo>
                    <a:pt x="24131" y="2756047"/>
                  </a:lnTo>
                  <a:lnTo>
                    <a:pt x="26325" y="2609314"/>
                  </a:lnTo>
                  <a:lnTo>
                    <a:pt x="28519" y="2477619"/>
                  </a:lnTo>
                  <a:lnTo>
                    <a:pt x="30712" y="2388514"/>
                  </a:lnTo>
                  <a:lnTo>
                    <a:pt x="32906" y="2307465"/>
                  </a:lnTo>
                  <a:lnTo>
                    <a:pt x="35100" y="2180691"/>
                  </a:lnTo>
                  <a:lnTo>
                    <a:pt x="37294" y="2038422"/>
                  </a:lnTo>
                  <a:lnTo>
                    <a:pt x="39488" y="2083616"/>
                  </a:lnTo>
                  <a:lnTo>
                    <a:pt x="41681" y="2106406"/>
                  </a:lnTo>
                  <a:lnTo>
                    <a:pt x="43875" y="2051627"/>
                  </a:lnTo>
                  <a:lnTo>
                    <a:pt x="46069" y="2011283"/>
                  </a:lnTo>
                  <a:lnTo>
                    <a:pt x="48263" y="1966561"/>
                  </a:lnTo>
                  <a:lnTo>
                    <a:pt x="50457" y="1968664"/>
                  </a:lnTo>
                  <a:lnTo>
                    <a:pt x="52650" y="1882282"/>
                  </a:lnTo>
                  <a:lnTo>
                    <a:pt x="54844" y="1882792"/>
                  </a:lnTo>
                  <a:lnTo>
                    <a:pt x="57038" y="2039676"/>
                  </a:lnTo>
                  <a:lnTo>
                    <a:pt x="59232" y="2200014"/>
                  </a:lnTo>
                  <a:lnTo>
                    <a:pt x="61425" y="2333718"/>
                  </a:lnTo>
                  <a:lnTo>
                    <a:pt x="63619" y="2390605"/>
                  </a:lnTo>
                  <a:lnTo>
                    <a:pt x="65813" y="2492816"/>
                  </a:lnTo>
                  <a:lnTo>
                    <a:pt x="68007" y="2543846"/>
                  </a:lnTo>
                  <a:lnTo>
                    <a:pt x="70201" y="2498316"/>
                  </a:lnTo>
                  <a:lnTo>
                    <a:pt x="72394" y="2496893"/>
                  </a:lnTo>
                  <a:lnTo>
                    <a:pt x="74588" y="2525044"/>
                  </a:lnTo>
                  <a:lnTo>
                    <a:pt x="76782" y="2570372"/>
                  </a:lnTo>
                  <a:lnTo>
                    <a:pt x="78976" y="2545065"/>
                  </a:lnTo>
                  <a:lnTo>
                    <a:pt x="81169" y="2497083"/>
                  </a:lnTo>
                  <a:lnTo>
                    <a:pt x="83363" y="2454704"/>
                  </a:lnTo>
                  <a:lnTo>
                    <a:pt x="85557" y="2364767"/>
                  </a:lnTo>
                  <a:lnTo>
                    <a:pt x="87751" y="2304069"/>
                  </a:lnTo>
                  <a:lnTo>
                    <a:pt x="89945" y="2265071"/>
                  </a:lnTo>
                  <a:lnTo>
                    <a:pt x="92138" y="2313008"/>
                  </a:lnTo>
                  <a:lnTo>
                    <a:pt x="94332" y="2356902"/>
                  </a:lnTo>
                  <a:lnTo>
                    <a:pt x="96526" y="2351698"/>
                  </a:lnTo>
                  <a:lnTo>
                    <a:pt x="98720" y="2292114"/>
                  </a:lnTo>
                  <a:lnTo>
                    <a:pt x="100914" y="2252478"/>
                  </a:lnTo>
                  <a:lnTo>
                    <a:pt x="103107" y="2283994"/>
                  </a:lnTo>
                  <a:lnTo>
                    <a:pt x="105301" y="2325200"/>
                  </a:lnTo>
                  <a:lnTo>
                    <a:pt x="107495" y="2387178"/>
                  </a:lnTo>
                  <a:lnTo>
                    <a:pt x="109689" y="2528368"/>
                  </a:lnTo>
                  <a:lnTo>
                    <a:pt x="111882" y="2706641"/>
                  </a:lnTo>
                  <a:lnTo>
                    <a:pt x="114076" y="2817994"/>
                  </a:lnTo>
                  <a:lnTo>
                    <a:pt x="116270" y="2734242"/>
                  </a:lnTo>
                  <a:lnTo>
                    <a:pt x="118464" y="2548904"/>
                  </a:lnTo>
                  <a:lnTo>
                    <a:pt x="120658" y="2448766"/>
                  </a:lnTo>
                  <a:lnTo>
                    <a:pt x="122851" y="2391607"/>
                  </a:lnTo>
                  <a:lnTo>
                    <a:pt x="125045" y="2325526"/>
                  </a:lnTo>
                  <a:lnTo>
                    <a:pt x="127239" y="2298525"/>
                  </a:lnTo>
                  <a:lnTo>
                    <a:pt x="129433" y="2414386"/>
                  </a:lnTo>
                  <a:lnTo>
                    <a:pt x="131626" y="2615335"/>
                  </a:lnTo>
                  <a:lnTo>
                    <a:pt x="133820" y="2735089"/>
                  </a:lnTo>
                  <a:lnTo>
                    <a:pt x="136014" y="2763121"/>
                  </a:lnTo>
                  <a:lnTo>
                    <a:pt x="138208" y="2705822"/>
                  </a:lnTo>
                  <a:lnTo>
                    <a:pt x="140402" y="2698436"/>
                  </a:lnTo>
                  <a:lnTo>
                    <a:pt x="142595" y="2705457"/>
                  </a:lnTo>
                  <a:lnTo>
                    <a:pt x="144789" y="2658630"/>
                  </a:lnTo>
                  <a:lnTo>
                    <a:pt x="146983" y="2627118"/>
                  </a:lnTo>
                  <a:lnTo>
                    <a:pt x="149177" y="2615457"/>
                  </a:lnTo>
                  <a:lnTo>
                    <a:pt x="151371" y="2725800"/>
                  </a:lnTo>
                  <a:lnTo>
                    <a:pt x="153564" y="2780905"/>
                  </a:lnTo>
                  <a:lnTo>
                    <a:pt x="155758" y="2802788"/>
                  </a:lnTo>
                  <a:lnTo>
                    <a:pt x="157952" y="2881713"/>
                  </a:lnTo>
                  <a:lnTo>
                    <a:pt x="160146" y="2941818"/>
                  </a:lnTo>
                  <a:lnTo>
                    <a:pt x="162339" y="2951127"/>
                  </a:lnTo>
                  <a:lnTo>
                    <a:pt x="164533" y="2893508"/>
                  </a:lnTo>
                  <a:lnTo>
                    <a:pt x="166727" y="2838136"/>
                  </a:lnTo>
                  <a:lnTo>
                    <a:pt x="168921" y="2778116"/>
                  </a:lnTo>
                  <a:lnTo>
                    <a:pt x="171115" y="2724752"/>
                  </a:lnTo>
                  <a:lnTo>
                    <a:pt x="173308" y="2685734"/>
                  </a:lnTo>
                  <a:lnTo>
                    <a:pt x="175502" y="2702212"/>
                  </a:lnTo>
                  <a:lnTo>
                    <a:pt x="177696" y="2720275"/>
                  </a:lnTo>
                  <a:lnTo>
                    <a:pt x="179890" y="2755454"/>
                  </a:lnTo>
                  <a:lnTo>
                    <a:pt x="182084" y="2785642"/>
                  </a:lnTo>
                  <a:lnTo>
                    <a:pt x="184277" y="2822040"/>
                  </a:lnTo>
                  <a:lnTo>
                    <a:pt x="186471" y="2862123"/>
                  </a:lnTo>
                  <a:lnTo>
                    <a:pt x="188665" y="2878314"/>
                  </a:lnTo>
                  <a:lnTo>
                    <a:pt x="190859" y="2930910"/>
                  </a:lnTo>
                  <a:lnTo>
                    <a:pt x="193052" y="2983251"/>
                  </a:lnTo>
                  <a:lnTo>
                    <a:pt x="195246" y="3048888"/>
                  </a:lnTo>
                  <a:lnTo>
                    <a:pt x="197440" y="3070820"/>
                  </a:lnTo>
                  <a:lnTo>
                    <a:pt x="199634" y="3070820"/>
                  </a:lnTo>
                  <a:lnTo>
                    <a:pt x="201828" y="3070820"/>
                  </a:lnTo>
                  <a:lnTo>
                    <a:pt x="204021" y="3070820"/>
                  </a:lnTo>
                  <a:lnTo>
                    <a:pt x="206215" y="3070820"/>
                  </a:lnTo>
                  <a:lnTo>
                    <a:pt x="208409" y="3056614"/>
                  </a:lnTo>
                  <a:lnTo>
                    <a:pt x="210603" y="2991561"/>
                  </a:lnTo>
                  <a:lnTo>
                    <a:pt x="212796" y="2938694"/>
                  </a:lnTo>
                  <a:lnTo>
                    <a:pt x="214990" y="2933472"/>
                  </a:lnTo>
                  <a:lnTo>
                    <a:pt x="217184" y="2933473"/>
                  </a:lnTo>
                  <a:lnTo>
                    <a:pt x="219378" y="2933474"/>
                  </a:lnTo>
                  <a:lnTo>
                    <a:pt x="221572" y="2947680"/>
                  </a:lnTo>
                  <a:lnTo>
                    <a:pt x="223765" y="3012733"/>
                  </a:lnTo>
                  <a:lnTo>
                    <a:pt x="225959" y="3065598"/>
                  </a:lnTo>
                  <a:lnTo>
                    <a:pt x="228153" y="3070820"/>
                  </a:lnTo>
                  <a:lnTo>
                    <a:pt x="230347" y="3070820"/>
                  </a:lnTo>
                  <a:lnTo>
                    <a:pt x="232541" y="3070820"/>
                  </a:lnTo>
                  <a:lnTo>
                    <a:pt x="234734" y="3070820"/>
                  </a:lnTo>
                  <a:lnTo>
                    <a:pt x="236928" y="3070820"/>
                  </a:lnTo>
                  <a:lnTo>
                    <a:pt x="239122" y="3070820"/>
                  </a:lnTo>
                  <a:lnTo>
                    <a:pt x="241316" y="3070820"/>
                  </a:lnTo>
                  <a:lnTo>
                    <a:pt x="243509" y="3070820"/>
                  </a:lnTo>
                  <a:lnTo>
                    <a:pt x="245703" y="3070820"/>
                  </a:lnTo>
                  <a:lnTo>
                    <a:pt x="247897" y="3070820"/>
                  </a:lnTo>
                  <a:lnTo>
                    <a:pt x="250091" y="3070820"/>
                  </a:lnTo>
                  <a:lnTo>
                    <a:pt x="252285" y="3070820"/>
                  </a:lnTo>
                  <a:lnTo>
                    <a:pt x="254478" y="3070820"/>
                  </a:lnTo>
                  <a:lnTo>
                    <a:pt x="256672" y="3070820"/>
                  </a:lnTo>
                  <a:lnTo>
                    <a:pt x="258866" y="3070820"/>
                  </a:lnTo>
                  <a:lnTo>
                    <a:pt x="261060" y="3070820"/>
                  </a:lnTo>
                  <a:lnTo>
                    <a:pt x="263253" y="3070820"/>
                  </a:lnTo>
                  <a:lnTo>
                    <a:pt x="265447" y="3070820"/>
                  </a:lnTo>
                  <a:lnTo>
                    <a:pt x="267641" y="3070820"/>
                  </a:lnTo>
                  <a:lnTo>
                    <a:pt x="269835" y="3070820"/>
                  </a:lnTo>
                  <a:lnTo>
                    <a:pt x="272029" y="3070820"/>
                  </a:lnTo>
                  <a:lnTo>
                    <a:pt x="274222" y="3070820"/>
                  </a:lnTo>
                  <a:lnTo>
                    <a:pt x="276416" y="3070820"/>
                  </a:lnTo>
                  <a:lnTo>
                    <a:pt x="278610" y="3070820"/>
                  </a:lnTo>
                  <a:lnTo>
                    <a:pt x="280804" y="3070820"/>
                  </a:lnTo>
                  <a:lnTo>
                    <a:pt x="282998" y="3070820"/>
                  </a:lnTo>
                  <a:lnTo>
                    <a:pt x="285191" y="3070820"/>
                  </a:lnTo>
                  <a:lnTo>
                    <a:pt x="287385" y="3070820"/>
                  </a:lnTo>
                  <a:lnTo>
                    <a:pt x="289579" y="3070820"/>
                  </a:lnTo>
                  <a:lnTo>
                    <a:pt x="291773" y="3070820"/>
                  </a:lnTo>
                  <a:lnTo>
                    <a:pt x="293966" y="3070820"/>
                  </a:lnTo>
                  <a:lnTo>
                    <a:pt x="296160" y="3070820"/>
                  </a:lnTo>
                  <a:lnTo>
                    <a:pt x="298354" y="3070820"/>
                  </a:lnTo>
                  <a:lnTo>
                    <a:pt x="300548" y="3070820"/>
                  </a:lnTo>
                  <a:lnTo>
                    <a:pt x="302742" y="3070820"/>
                  </a:lnTo>
                  <a:lnTo>
                    <a:pt x="304935" y="3070820"/>
                  </a:lnTo>
                  <a:lnTo>
                    <a:pt x="307129" y="3070820"/>
                  </a:lnTo>
                  <a:lnTo>
                    <a:pt x="309323" y="3070820"/>
                  </a:lnTo>
                  <a:lnTo>
                    <a:pt x="311517" y="3070820"/>
                  </a:lnTo>
                  <a:lnTo>
                    <a:pt x="313711" y="3075221"/>
                  </a:lnTo>
                  <a:lnTo>
                    <a:pt x="315904" y="3102877"/>
                  </a:lnTo>
                  <a:lnTo>
                    <a:pt x="318098" y="3116972"/>
                  </a:lnTo>
                  <a:lnTo>
                    <a:pt x="320292" y="3116972"/>
                  </a:lnTo>
                  <a:lnTo>
                    <a:pt x="322486" y="3116972"/>
                  </a:lnTo>
                  <a:lnTo>
                    <a:pt x="324679" y="3116972"/>
                  </a:lnTo>
                  <a:lnTo>
                    <a:pt x="326873" y="3116430"/>
                  </a:lnTo>
                  <a:lnTo>
                    <a:pt x="329067" y="3088774"/>
                  </a:lnTo>
                  <a:lnTo>
                    <a:pt x="331261" y="3070820"/>
                  </a:lnTo>
                  <a:lnTo>
                    <a:pt x="333455" y="3070820"/>
                  </a:lnTo>
                  <a:lnTo>
                    <a:pt x="335648" y="3070820"/>
                  </a:lnTo>
                  <a:lnTo>
                    <a:pt x="337842" y="3070820"/>
                  </a:lnTo>
                  <a:lnTo>
                    <a:pt x="340036" y="3032084"/>
                  </a:lnTo>
                  <a:lnTo>
                    <a:pt x="342230" y="2998810"/>
                  </a:lnTo>
                  <a:lnTo>
                    <a:pt x="344423" y="2998811"/>
                  </a:lnTo>
                  <a:lnTo>
                    <a:pt x="346617" y="2998812"/>
                  </a:lnTo>
                  <a:lnTo>
                    <a:pt x="348811" y="2998812"/>
                  </a:lnTo>
                  <a:lnTo>
                    <a:pt x="351005" y="2998812"/>
                  </a:lnTo>
                  <a:lnTo>
                    <a:pt x="353199" y="3035242"/>
                  </a:lnTo>
                  <a:lnTo>
                    <a:pt x="355392" y="3057570"/>
                  </a:lnTo>
                  <a:lnTo>
                    <a:pt x="357586" y="3061983"/>
                  </a:lnTo>
                  <a:lnTo>
                    <a:pt x="359780" y="3003237"/>
                  </a:lnTo>
                  <a:lnTo>
                    <a:pt x="361974" y="2981315"/>
                  </a:lnTo>
                  <a:lnTo>
                    <a:pt x="364168" y="2959032"/>
                  </a:lnTo>
                  <a:lnTo>
                    <a:pt x="366361" y="2847754"/>
                  </a:lnTo>
                  <a:lnTo>
                    <a:pt x="368555" y="2651921"/>
                  </a:lnTo>
                  <a:lnTo>
                    <a:pt x="370749" y="2424215"/>
                  </a:lnTo>
                  <a:lnTo>
                    <a:pt x="372943" y="2294649"/>
                  </a:lnTo>
                  <a:lnTo>
                    <a:pt x="375136" y="2155702"/>
                  </a:lnTo>
                  <a:lnTo>
                    <a:pt x="377330" y="2034068"/>
                  </a:lnTo>
                  <a:lnTo>
                    <a:pt x="379524" y="1918777"/>
                  </a:lnTo>
                  <a:lnTo>
                    <a:pt x="381718" y="1867872"/>
                  </a:lnTo>
                  <a:lnTo>
                    <a:pt x="383912" y="1849287"/>
                  </a:lnTo>
                  <a:lnTo>
                    <a:pt x="386105" y="1874729"/>
                  </a:lnTo>
                  <a:lnTo>
                    <a:pt x="388299" y="1836073"/>
                  </a:lnTo>
                  <a:lnTo>
                    <a:pt x="390493" y="1810794"/>
                  </a:lnTo>
                  <a:lnTo>
                    <a:pt x="392687" y="1882978"/>
                  </a:lnTo>
                  <a:lnTo>
                    <a:pt x="394880" y="1945253"/>
                  </a:lnTo>
                  <a:lnTo>
                    <a:pt x="397074" y="1961704"/>
                  </a:lnTo>
                  <a:lnTo>
                    <a:pt x="399268" y="1862960"/>
                  </a:lnTo>
                  <a:lnTo>
                    <a:pt x="401462" y="1844396"/>
                  </a:lnTo>
                  <a:lnTo>
                    <a:pt x="403656" y="1861153"/>
                  </a:lnTo>
                  <a:lnTo>
                    <a:pt x="405849" y="1844864"/>
                  </a:lnTo>
                  <a:lnTo>
                    <a:pt x="408043" y="1879815"/>
                  </a:lnTo>
                  <a:lnTo>
                    <a:pt x="410237" y="1968076"/>
                  </a:lnTo>
                  <a:lnTo>
                    <a:pt x="412431" y="2161988"/>
                  </a:lnTo>
                  <a:lnTo>
                    <a:pt x="414625" y="2271473"/>
                  </a:lnTo>
                  <a:lnTo>
                    <a:pt x="416818" y="2270303"/>
                  </a:lnTo>
                  <a:lnTo>
                    <a:pt x="419012" y="2283068"/>
                  </a:lnTo>
                  <a:lnTo>
                    <a:pt x="421206" y="2367151"/>
                  </a:lnTo>
                  <a:lnTo>
                    <a:pt x="423400" y="2427527"/>
                  </a:lnTo>
                  <a:lnTo>
                    <a:pt x="425593" y="2272083"/>
                  </a:lnTo>
                  <a:lnTo>
                    <a:pt x="427787" y="2120746"/>
                  </a:lnTo>
                  <a:lnTo>
                    <a:pt x="429981" y="2073412"/>
                  </a:lnTo>
                  <a:lnTo>
                    <a:pt x="432175" y="2122958"/>
                  </a:lnTo>
                  <a:lnTo>
                    <a:pt x="434369" y="2008451"/>
                  </a:lnTo>
                  <a:lnTo>
                    <a:pt x="436562" y="1861911"/>
                  </a:lnTo>
                  <a:lnTo>
                    <a:pt x="438756" y="1913369"/>
                  </a:lnTo>
                  <a:lnTo>
                    <a:pt x="440950" y="2085683"/>
                  </a:lnTo>
                  <a:lnTo>
                    <a:pt x="443144" y="2238864"/>
                  </a:lnTo>
                  <a:lnTo>
                    <a:pt x="445338" y="2329371"/>
                  </a:lnTo>
                  <a:lnTo>
                    <a:pt x="447531" y="2349323"/>
                  </a:lnTo>
                  <a:lnTo>
                    <a:pt x="449725" y="2306880"/>
                  </a:lnTo>
                  <a:lnTo>
                    <a:pt x="451919" y="2240770"/>
                  </a:lnTo>
                  <a:lnTo>
                    <a:pt x="454113" y="2100379"/>
                  </a:lnTo>
                  <a:lnTo>
                    <a:pt x="456306" y="1925900"/>
                  </a:lnTo>
                  <a:lnTo>
                    <a:pt x="458500" y="1753890"/>
                  </a:lnTo>
                  <a:lnTo>
                    <a:pt x="460694" y="1813496"/>
                  </a:lnTo>
                  <a:lnTo>
                    <a:pt x="462888" y="1961314"/>
                  </a:lnTo>
                  <a:lnTo>
                    <a:pt x="465082" y="2043319"/>
                  </a:lnTo>
                  <a:lnTo>
                    <a:pt x="467275" y="2203917"/>
                  </a:lnTo>
                  <a:lnTo>
                    <a:pt x="469469" y="2347033"/>
                  </a:lnTo>
                  <a:lnTo>
                    <a:pt x="471663" y="2395943"/>
                  </a:lnTo>
                  <a:lnTo>
                    <a:pt x="473857" y="2283640"/>
                  </a:lnTo>
                  <a:lnTo>
                    <a:pt x="476050" y="2131613"/>
                  </a:lnTo>
                  <a:lnTo>
                    <a:pt x="478244" y="2040463"/>
                  </a:lnTo>
                  <a:lnTo>
                    <a:pt x="480438" y="1862809"/>
                  </a:lnTo>
                  <a:lnTo>
                    <a:pt x="482632" y="1696435"/>
                  </a:lnTo>
                  <a:lnTo>
                    <a:pt x="484826" y="1606920"/>
                  </a:lnTo>
                  <a:lnTo>
                    <a:pt x="487019" y="1608224"/>
                  </a:lnTo>
                  <a:lnTo>
                    <a:pt x="489213" y="1764591"/>
                  </a:lnTo>
                  <a:lnTo>
                    <a:pt x="491407" y="2011533"/>
                  </a:lnTo>
                  <a:lnTo>
                    <a:pt x="493601" y="2234876"/>
                  </a:lnTo>
                  <a:lnTo>
                    <a:pt x="495795" y="2403998"/>
                  </a:lnTo>
                  <a:lnTo>
                    <a:pt x="497988" y="2600478"/>
                  </a:lnTo>
                  <a:lnTo>
                    <a:pt x="500182" y="2786344"/>
                  </a:lnTo>
                  <a:lnTo>
                    <a:pt x="502376" y="2746866"/>
                  </a:lnTo>
                  <a:lnTo>
                    <a:pt x="504570" y="2601481"/>
                  </a:lnTo>
                  <a:lnTo>
                    <a:pt x="506763" y="2521735"/>
                  </a:lnTo>
                  <a:lnTo>
                    <a:pt x="508957" y="2577870"/>
                  </a:lnTo>
                  <a:lnTo>
                    <a:pt x="511151" y="2615560"/>
                  </a:lnTo>
                  <a:lnTo>
                    <a:pt x="513345" y="2622550"/>
                  </a:lnTo>
                  <a:lnTo>
                    <a:pt x="515539" y="2691092"/>
                  </a:lnTo>
                  <a:lnTo>
                    <a:pt x="517732" y="2761736"/>
                  </a:lnTo>
                  <a:lnTo>
                    <a:pt x="519926" y="2838083"/>
                  </a:lnTo>
                  <a:lnTo>
                    <a:pt x="522120" y="2858323"/>
                  </a:lnTo>
                  <a:lnTo>
                    <a:pt x="524314" y="2856937"/>
                  </a:lnTo>
                  <a:lnTo>
                    <a:pt x="526507" y="2886401"/>
                  </a:lnTo>
                  <a:lnTo>
                    <a:pt x="528701" y="2956415"/>
                  </a:lnTo>
                  <a:lnTo>
                    <a:pt x="530895" y="2992350"/>
                  </a:lnTo>
                  <a:lnTo>
                    <a:pt x="533089" y="2996466"/>
                  </a:lnTo>
                  <a:lnTo>
                    <a:pt x="535283" y="2965543"/>
                  </a:lnTo>
                  <a:lnTo>
                    <a:pt x="537476" y="2835649"/>
                  </a:lnTo>
                  <a:lnTo>
                    <a:pt x="539670" y="2678694"/>
                  </a:lnTo>
                  <a:lnTo>
                    <a:pt x="541864" y="2577958"/>
                  </a:lnTo>
                  <a:lnTo>
                    <a:pt x="544058" y="2480398"/>
                  </a:lnTo>
                  <a:lnTo>
                    <a:pt x="546252" y="2396986"/>
                  </a:lnTo>
                  <a:lnTo>
                    <a:pt x="548445" y="2347212"/>
                  </a:lnTo>
                  <a:lnTo>
                    <a:pt x="550639" y="2433363"/>
                  </a:lnTo>
                  <a:lnTo>
                    <a:pt x="552833" y="2561938"/>
                  </a:lnTo>
                  <a:lnTo>
                    <a:pt x="555027" y="2616374"/>
                  </a:lnTo>
                  <a:lnTo>
                    <a:pt x="557220" y="2717352"/>
                  </a:lnTo>
                  <a:lnTo>
                    <a:pt x="559414" y="2780083"/>
                  </a:lnTo>
                  <a:lnTo>
                    <a:pt x="561608" y="2786931"/>
                  </a:lnTo>
                  <a:lnTo>
                    <a:pt x="563802" y="2781599"/>
                  </a:lnTo>
                  <a:lnTo>
                    <a:pt x="565996" y="2769791"/>
                  </a:lnTo>
                  <a:lnTo>
                    <a:pt x="568189" y="2791377"/>
                  </a:lnTo>
                  <a:lnTo>
                    <a:pt x="570383" y="2822527"/>
                  </a:lnTo>
                  <a:lnTo>
                    <a:pt x="572577" y="2864223"/>
                  </a:lnTo>
                  <a:lnTo>
                    <a:pt x="574771" y="2919148"/>
                  </a:lnTo>
                  <a:lnTo>
                    <a:pt x="576965" y="2873895"/>
                  </a:lnTo>
                  <a:lnTo>
                    <a:pt x="579158" y="2759113"/>
                  </a:lnTo>
                  <a:lnTo>
                    <a:pt x="581352" y="2568492"/>
                  </a:lnTo>
                  <a:lnTo>
                    <a:pt x="583546" y="2369418"/>
                  </a:lnTo>
                  <a:lnTo>
                    <a:pt x="585740" y="2287026"/>
                  </a:lnTo>
                  <a:lnTo>
                    <a:pt x="587933" y="2294567"/>
                  </a:lnTo>
                  <a:lnTo>
                    <a:pt x="590127" y="2351213"/>
                  </a:lnTo>
                  <a:lnTo>
                    <a:pt x="592321" y="2467409"/>
                  </a:lnTo>
                  <a:lnTo>
                    <a:pt x="594515" y="2548164"/>
                  </a:lnTo>
                  <a:lnTo>
                    <a:pt x="596709" y="2604412"/>
                  </a:lnTo>
                  <a:lnTo>
                    <a:pt x="598902" y="2604789"/>
                  </a:lnTo>
                  <a:lnTo>
                    <a:pt x="601096" y="2527158"/>
                  </a:lnTo>
                  <a:lnTo>
                    <a:pt x="603290" y="2435385"/>
                  </a:lnTo>
                  <a:lnTo>
                    <a:pt x="605484" y="2293196"/>
                  </a:lnTo>
                  <a:lnTo>
                    <a:pt x="607677" y="2241895"/>
                  </a:lnTo>
                  <a:lnTo>
                    <a:pt x="609871" y="2285243"/>
                  </a:lnTo>
                  <a:lnTo>
                    <a:pt x="612065" y="2311019"/>
                  </a:lnTo>
                  <a:lnTo>
                    <a:pt x="614259" y="2324714"/>
                  </a:lnTo>
                  <a:lnTo>
                    <a:pt x="616453" y="2466715"/>
                  </a:lnTo>
                  <a:lnTo>
                    <a:pt x="618646" y="2651533"/>
                  </a:lnTo>
                  <a:lnTo>
                    <a:pt x="620840" y="2846172"/>
                  </a:lnTo>
                  <a:lnTo>
                    <a:pt x="623034" y="2955989"/>
                  </a:lnTo>
                  <a:lnTo>
                    <a:pt x="625228" y="3012231"/>
                  </a:lnTo>
                  <a:lnTo>
                    <a:pt x="627422" y="3068167"/>
                  </a:lnTo>
                  <a:lnTo>
                    <a:pt x="629615" y="3008383"/>
                  </a:lnTo>
                  <a:lnTo>
                    <a:pt x="631809" y="2999168"/>
                  </a:lnTo>
                  <a:lnTo>
                    <a:pt x="634003" y="3004937"/>
                  </a:lnTo>
                  <a:lnTo>
                    <a:pt x="636197" y="2998838"/>
                  </a:lnTo>
                  <a:lnTo>
                    <a:pt x="638390" y="2998838"/>
                  </a:lnTo>
                  <a:lnTo>
                    <a:pt x="640584" y="3018692"/>
                  </a:lnTo>
                  <a:lnTo>
                    <a:pt x="642778" y="3007540"/>
                  </a:lnTo>
                  <a:lnTo>
                    <a:pt x="644972" y="2924586"/>
                  </a:lnTo>
                  <a:lnTo>
                    <a:pt x="647166" y="2781532"/>
                  </a:lnTo>
                  <a:lnTo>
                    <a:pt x="649359" y="2650005"/>
                  </a:lnTo>
                  <a:lnTo>
                    <a:pt x="651553" y="2575623"/>
                  </a:lnTo>
                  <a:lnTo>
                    <a:pt x="653747" y="2506670"/>
                  </a:lnTo>
                  <a:lnTo>
                    <a:pt x="655941" y="2499082"/>
                  </a:lnTo>
                  <a:lnTo>
                    <a:pt x="658134" y="2560494"/>
                  </a:lnTo>
                  <a:lnTo>
                    <a:pt x="660328" y="2676656"/>
                  </a:lnTo>
                  <a:lnTo>
                    <a:pt x="662522" y="2771749"/>
                  </a:lnTo>
                  <a:lnTo>
                    <a:pt x="664716" y="2817679"/>
                  </a:lnTo>
                  <a:lnTo>
                    <a:pt x="666910" y="2840948"/>
                  </a:lnTo>
                  <a:lnTo>
                    <a:pt x="669103" y="2835850"/>
                  </a:lnTo>
                  <a:lnTo>
                    <a:pt x="671297" y="2741053"/>
                  </a:lnTo>
                  <a:lnTo>
                    <a:pt x="673491" y="2603115"/>
                  </a:lnTo>
                  <a:lnTo>
                    <a:pt x="675685" y="2513078"/>
                  </a:lnTo>
                  <a:lnTo>
                    <a:pt x="677879" y="2480224"/>
                  </a:lnTo>
                  <a:lnTo>
                    <a:pt x="680072" y="2464109"/>
                  </a:lnTo>
                  <a:lnTo>
                    <a:pt x="682266" y="2420343"/>
                  </a:lnTo>
                  <a:lnTo>
                    <a:pt x="684460" y="2436439"/>
                  </a:lnTo>
                  <a:lnTo>
                    <a:pt x="686654" y="2525033"/>
                  </a:lnTo>
                  <a:lnTo>
                    <a:pt x="688847" y="2527455"/>
                  </a:lnTo>
                  <a:lnTo>
                    <a:pt x="691041" y="2461510"/>
                  </a:lnTo>
                  <a:lnTo>
                    <a:pt x="693235" y="2350161"/>
                  </a:lnTo>
                  <a:lnTo>
                    <a:pt x="695429" y="2247199"/>
                  </a:lnTo>
                  <a:lnTo>
                    <a:pt x="697623" y="2160069"/>
                  </a:lnTo>
                  <a:lnTo>
                    <a:pt x="699816" y="2046581"/>
                  </a:lnTo>
                  <a:lnTo>
                    <a:pt x="702010" y="1973953"/>
                  </a:lnTo>
                  <a:lnTo>
                    <a:pt x="704204" y="1937168"/>
                  </a:lnTo>
                  <a:lnTo>
                    <a:pt x="706398" y="1938104"/>
                  </a:lnTo>
                  <a:lnTo>
                    <a:pt x="708591" y="1943211"/>
                  </a:lnTo>
                  <a:lnTo>
                    <a:pt x="710785" y="1973307"/>
                  </a:lnTo>
                  <a:lnTo>
                    <a:pt x="712979" y="1995186"/>
                  </a:lnTo>
                  <a:lnTo>
                    <a:pt x="715173" y="2004165"/>
                  </a:lnTo>
                  <a:lnTo>
                    <a:pt x="717367" y="1950931"/>
                  </a:lnTo>
                  <a:lnTo>
                    <a:pt x="719560" y="1956093"/>
                  </a:lnTo>
                  <a:lnTo>
                    <a:pt x="721754" y="2034208"/>
                  </a:lnTo>
                  <a:lnTo>
                    <a:pt x="723948" y="2083481"/>
                  </a:lnTo>
                  <a:lnTo>
                    <a:pt x="726142" y="2114588"/>
                  </a:lnTo>
                  <a:lnTo>
                    <a:pt x="728336" y="2182735"/>
                  </a:lnTo>
                  <a:lnTo>
                    <a:pt x="730529" y="2309249"/>
                  </a:lnTo>
                  <a:lnTo>
                    <a:pt x="732723" y="2450400"/>
                  </a:lnTo>
                  <a:lnTo>
                    <a:pt x="734917" y="2514523"/>
                  </a:lnTo>
                  <a:lnTo>
                    <a:pt x="737111" y="2486698"/>
                  </a:lnTo>
                  <a:lnTo>
                    <a:pt x="739304" y="2506905"/>
                  </a:lnTo>
                  <a:lnTo>
                    <a:pt x="741498" y="2482572"/>
                  </a:lnTo>
                  <a:lnTo>
                    <a:pt x="743692" y="2435403"/>
                  </a:lnTo>
                  <a:lnTo>
                    <a:pt x="745886" y="2314224"/>
                  </a:lnTo>
                  <a:lnTo>
                    <a:pt x="748080" y="2224725"/>
                  </a:lnTo>
                  <a:lnTo>
                    <a:pt x="750273" y="2254787"/>
                  </a:lnTo>
                  <a:lnTo>
                    <a:pt x="752467" y="2320194"/>
                  </a:lnTo>
                  <a:lnTo>
                    <a:pt x="754661" y="2430582"/>
                  </a:lnTo>
                  <a:lnTo>
                    <a:pt x="756855" y="2559186"/>
                  </a:lnTo>
                  <a:lnTo>
                    <a:pt x="759049" y="2697493"/>
                  </a:lnTo>
                  <a:lnTo>
                    <a:pt x="761242" y="2786613"/>
                  </a:lnTo>
                  <a:lnTo>
                    <a:pt x="763436" y="2766716"/>
                  </a:lnTo>
                  <a:lnTo>
                    <a:pt x="765630" y="2641296"/>
                  </a:lnTo>
                  <a:lnTo>
                    <a:pt x="767824" y="2506330"/>
                  </a:lnTo>
                  <a:lnTo>
                    <a:pt x="770017" y="2418590"/>
                  </a:lnTo>
                  <a:lnTo>
                    <a:pt x="772211" y="2384148"/>
                  </a:lnTo>
                  <a:lnTo>
                    <a:pt x="774405" y="2342579"/>
                  </a:lnTo>
                  <a:lnTo>
                    <a:pt x="776599" y="2321357"/>
                  </a:lnTo>
                  <a:lnTo>
                    <a:pt x="778793" y="2366294"/>
                  </a:lnTo>
                  <a:lnTo>
                    <a:pt x="780986" y="2379507"/>
                  </a:lnTo>
                  <a:lnTo>
                    <a:pt x="783180" y="2307964"/>
                  </a:lnTo>
                  <a:lnTo>
                    <a:pt x="785374" y="2267319"/>
                  </a:lnTo>
                  <a:lnTo>
                    <a:pt x="787568" y="2350701"/>
                  </a:lnTo>
                  <a:lnTo>
                    <a:pt x="789761" y="2434863"/>
                  </a:lnTo>
                  <a:lnTo>
                    <a:pt x="791955" y="2487101"/>
                  </a:lnTo>
                  <a:lnTo>
                    <a:pt x="794149" y="2578762"/>
                  </a:lnTo>
                  <a:lnTo>
                    <a:pt x="796343" y="2715752"/>
                  </a:lnTo>
                  <a:lnTo>
                    <a:pt x="798537" y="2798734"/>
                  </a:lnTo>
                  <a:lnTo>
                    <a:pt x="800730" y="2827759"/>
                  </a:lnTo>
                  <a:lnTo>
                    <a:pt x="802924" y="2895844"/>
                  </a:lnTo>
                  <a:lnTo>
                    <a:pt x="805118" y="2931606"/>
                  </a:lnTo>
                  <a:lnTo>
                    <a:pt x="807312" y="2948433"/>
                  </a:lnTo>
                  <a:lnTo>
                    <a:pt x="809506" y="2948945"/>
                  </a:lnTo>
                  <a:lnTo>
                    <a:pt x="811699" y="2944916"/>
                  </a:lnTo>
                  <a:lnTo>
                    <a:pt x="813893" y="2944917"/>
                  </a:lnTo>
                  <a:lnTo>
                    <a:pt x="816087" y="2944918"/>
                  </a:lnTo>
                  <a:lnTo>
                    <a:pt x="818281" y="2988524"/>
                  </a:lnTo>
                  <a:lnTo>
                    <a:pt x="820474" y="3035284"/>
                  </a:lnTo>
                  <a:lnTo>
                    <a:pt x="822668" y="3064813"/>
                  </a:lnTo>
                  <a:lnTo>
                    <a:pt x="824862" y="2998223"/>
                  </a:lnTo>
                  <a:lnTo>
                    <a:pt x="827056" y="2897503"/>
                  </a:lnTo>
                  <a:lnTo>
                    <a:pt x="829250" y="2865045"/>
                  </a:lnTo>
                  <a:lnTo>
                    <a:pt x="831443" y="2800468"/>
                  </a:lnTo>
                  <a:lnTo>
                    <a:pt x="833637" y="2657713"/>
                  </a:lnTo>
                  <a:lnTo>
                    <a:pt x="835831" y="2568642"/>
                  </a:lnTo>
                  <a:lnTo>
                    <a:pt x="838025" y="2588109"/>
                  </a:lnTo>
                  <a:lnTo>
                    <a:pt x="840218" y="2719230"/>
                  </a:lnTo>
                  <a:lnTo>
                    <a:pt x="842412" y="2720317"/>
                  </a:lnTo>
                  <a:lnTo>
                    <a:pt x="844606" y="2759073"/>
                  </a:lnTo>
                  <a:lnTo>
                    <a:pt x="846800" y="2895809"/>
                  </a:lnTo>
                  <a:lnTo>
                    <a:pt x="848994" y="2946596"/>
                  </a:lnTo>
                  <a:lnTo>
                    <a:pt x="851187" y="2873711"/>
                  </a:lnTo>
                  <a:lnTo>
                    <a:pt x="853381" y="2659740"/>
                  </a:lnTo>
                  <a:lnTo>
                    <a:pt x="855575" y="2538459"/>
                  </a:lnTo>
                  <a:lnTo>
                    <a:pt x="857769" y="2495830"/>
                  </a:lnTo>
                  <a:lnTo>
                    <a:pt x="859963" y="2498766"/>
                  </a:lnTo>
                  <a:lnTo>
                    <a:pt x="862156" y="2536436"/>
                  </a:lnTo>
                  <a:lnTo>
                    <a:pt x="864350" y="2625481"/>
                  </a:lnTo>
                  <a:lnTo>
                    <a:pt x="866544" y="2713305"/>
                  </a:lnTo>
                  <a:lnTo>
                    <a:pt x="868738" y="2788571"/>
                  </a:lnTo>
                  <a:lnTo>
                    <a:pt x="870931" y="2804786"/>
                  </a:lnTo>
                  <a:lnTo>
                    <a:pt x="873125" y="2707571"/>
                  </a:lnTo>
                  <a:lnTo>
                    <a:pt x="875319" y="2629751"/>
                  </a:lnTo>
                  <a:lnTo>
                    <a:pt x="877513" y="2564834"/>
                  </a:lnTo>
                  <a:lnTo>
                    <a:pt x="879707" y="2559591"/>
                  </a:lnTo>
                  <a:lnTo>
                    <a:pt x="881900" y="2606438"/>
                  </a:lnTo>
                  <a:lnTo>
                    <a:pt x="884094" y="2656487"/>
                  </a:lnTo>
                  <a:lnTo>
                    <a:pt x="886288" y="2714481"/>
                  </a:lnTo>
                  <a:lnTo>
                    <a:pt x="888482" y="2766597"/>
                  </a:lnTo>
                  <a:lnTo>
                    <a:pt x="890676" y="2866911"/>
                  </a:lnTo>
                  <a:lnTo>
                    <a:pt x="892869" y="2954693"/>
                  </a:lnTo>
                  <a:lnTo>
                    <a:pt x="895063" y="2937784"/>
                  </a:lnTo>
                  <a:lnTo>
                    <a:pt x="897257" y="2927948"/>
                  </a:lnTo>
                  <a:lnTo>
                    <a:pt x="899451" y="2957764"/>
                  </a:lnTo>
                  <a:lnTo>
                    <a:pt x="901644" y="2978641"/>
                  </a:lnTo>
                  <a:lnTo>
                    <a:pt x="903838" y="2978362"/>
                  </a:lnTo>
                  <a:lnTo>
                    <a:pt x="906032" y="2969998"/>
                  </a:lnTo>
                  <a:lnTo>
                    <a:pt x="908226" y="2995810"/>
                  </a:lnTo>
                  <a:lnTo>
                    <a:pt x="910420" y="2997764"/>
                  </a:lnTo>
                  <a:lnTo>
                    <a:pt x="912613" y="2977634"/>
                  </a:lnTo>
                  <a:lnTo>
                    <a:pt x="914807" y="2974413"/>
                  </a:lnTo>
                  <a:lnTo>
                    <a:pt x="917001" y="2974693"/>
                  </a:lnTo>
                  <a:lnTo>
                    <a:pt x="919195" y="2996265"/>
                  </a:lnTo>
                  <a:lnTo>
                    <a:pt x="921388" y="3017901"/>
                  </a:lnTo>
                  <a:lnTo>
                    <a:pt x="923582" y="3027968"/>
                  </a:lnTo>
                  <a:lnTo>
                    <a:pt x="925776" y="3032602"/>
                  </a:lnTo>
                  <a:lnTo>
                    <a:pt x="927970" y="2999101"/>
                  </a:lnTo>
                  <a:lnTo>
                    <a:pt x="930164" y="2998965"/>
                  </a:lnTo>
                  <a:lnTo>
                    <a:pt x="932357" y="2998965"/>
                  </a:lnTo>
                  <a:lnTo>
                    <a:pt x="934551" y="2998965"/>
                  </a:lnTo>
                  <a:lnTo>
                    <a:pt x="936745" y="2998965"/>
                  </a:lnTo>
                  <a:lnTo>
                    <a:pt x="938939" y="3026948"/>
                  </a:lnTo>
                  <a:lnTo>
                    <a:pt x="941133" y="3070683"/>
                  </a:lnTo>
                  <a:lnTo>
                    <a:pt x="943326" y="3070820"/>
                  </a:lnTo>
                  <a:lnTo>
                    <a:pt x="945520" y="3070820"/>
                  </a:lnTo>
                  <a:lnTo>
                    <a:pt x="947714" y="3070820"/>
                  </a:lnTo>
                  <a:lnTo>
                    <a:pt x="949908" y="3070820"/>
                  </a:lnTo>
                  <a:lnTo>
                    <a:pt x="952101" y="3066101"/>
                  </a:lnTo>
                  <a:lnTo>
                    <a:pt x="954295" y="3046369"/>
                  </a:lnTo>
                  <a:lnTo>
                    <a:pt x="956489" y="3046676"/>
                  </a:lnTo>
                  <a:lnTo>
                    <a:pt x="958683" y="3046676"/>
                  </a:lnTo>
                  <a:lnTo>
                    <a:pt x="960877" y="3046678"/>
                  </a:lnTo>
                  <a:lnTo>
                    <a:pt x="963070" y="3046679"/>
                  </a:lnTo>
                  <a:lnTo>
                    <a:pt x="965264" y="3051397"/>
                  </a:lnTo>
                  <a:lnTo>
                    <a:pt x="967458" y="3071127"/>
                  </a:lnTo>
                  <a:lnTo>
                    <a:pt x="969652" y="3070820"/>
                  </a:lnTo>
                  <a:lnTo>
                    <a:pt x="971845" y="3070820"/>
                  </a:lnTo>
                  <a:lnTo>
                    <a:pt x="974039" y="3070820"/>
                  </a:lnTo>
                  <a:lnTo>
                    <a:pt x="976233" y="3070820"/>
                  </a:lnTo>
                  <a:lnTo>
                    <a:pt x="978427" y="3054891"/>
                  </a:lnTo>
                  <a:lnTo>
                    <a:pt x="980621" y="3048165"/>
                  </a:lnTo>
                  <a:lnTo>
                    <a:pt x="982814" y="3057670"/>
                  </a:lnTo>
                  <a:lnTo>
                    <a:pt x="985008" y="3060073"/>
                  </a:lnTo>
                  <a:lnTo>
                    <a:pt x="987202" y="3060074"/>
                  </a:lnTo>
                  <a:lnTo>
                    <a:pt x="989396" y="3079440"/>
                  </a:lnTo>
                  <a:lnTo>
                    <a:pt x="991590" y="3052753"/>
                  </a:lnTo>
                  <a:lnTo>
                    <a:pt x="993783" y="2947273"/>
                  </a:lnTo>
                  <a:lnTo>
                    <a:pt x="995977" y="2771673"/>
                  </a:lnTo>
                  <a:lnTo>
                    <a:pt x="998171" y="2615700"/>
                  </a:lnTo>
                  <a:lnTo>
                    <a:pt x="1000365" y="2546790"/>
                  </a:lnTo>
                  <a:lnTo>
                    <a:pt x="1002558" y="2453325"/>
                  </a:lnTo>
                  <a:lnTo>
                    <a:pt x="1004752" y="2422949"/>
                  </a:lnTo>
                  <a:lnTo>
                    <a:pt x="1006946" y="2450135"/>
                  </a:lnTo>
                  <a:lnTo>
                    <a:pt x="1009140" y="2520927"/>
                  </a:lnTo>
                  <a:lnTo>
                    <a:pt x="1011334" y="2554845"/>
                  </a:lnTo>
                  <a:lnTo>
                    <a:pt x="1013527" y="2527191"/>
                  </a:lnTo>
                  <a:lnTo>
                    <a:pt x="1015721" y="2513796"/>
                  </a:lnTo>
                  <a:lnTo>
                    <a:pt x="1017915" y="2468796"/>
                  </a:lnTo>
                  <a:lnTo>
                    <a:pt x="1020109" y="2472807"/>
                  </a:lnTo>
                  <a:lnTo>
                    <a:pt x="1022303" y="2456470"/>
                  </a:lnTo>
                  <a:lnTo>
                    <a:pt x="1024496" y="2400586"/>
                  </a:lnTo>
                  <a:lnTo>
                    <a:pt x="1026690" y="2319969"/>
                  </a:lnTo>
                  <a:lnTo>
                    <a:pt x="1028884" y="2274677"/>
                  </a:lnTo>
                  <a:lnTo>
                    <a:pt x="1031078" y="2240158"/>
                  </a:lnTo>
                  <a:lnTo>
                    <a:pt x="1033271" y="2240549"/>
                  </a:lnTo>
                  <a:lnTo>
                    <a:pt x="1035465" y="2344680"/>
                  </a:lnTo>
                  <a:lnTo>
                    <a:pt x="1037659" y="2495808"/>
                  </a:lnTo>
                  <a:lnTo>
                    <a:pt x="1039853" y="2627625"/>
                  </a:lnTo>
                  <a:lnTo>
                    <a:pt x="1042047" y="2753984"/>
                  </a:lnTo>
                  <a:lnTo>
                    <a:pt x="1044240" y="2859784"/>
                  </a:lnTo>
                  <a:lnTo>
                    <a:pt x="1046434" y="2913788"/>
                  </a:lnTo>
                  <a:lnTo>
                    <a:pt x="1048628" y="2725054"/>
                  </a:lnTo>
                  <a:lnTo>
                    <a:pt x="1050822" y="2600995"/>
                  </a:lnTo>
                  <a:lnTo>
                    <a:pt x="1053015" y="2524456"/>
                  </a:lnTo>
                  <a:lnTo>
                    <a:pt x="1055209" y="2388456"/>
                  </a:lnTo>
                  <a:lnTo>
                    <a:pt x="1057403" y="2290900"/>
                  </a:lnTo>
                  <a:lnTo>
                    <a:pt x="1059597" y="2174123"/>
                  </a:lnTo>
                  <a:lnTo>
                    <a:pt x="1061791" y="2214761"/>
                  </a:lnTo>
                  <a:lnTo>
                    <a:pt x="1063984" y="2238038"/>
                  </a:lnTo>
                  <a:lnTo>
                    <a:pt x="1066178" y="2230695"/>
                  </a:lnTo>
                  <a:lnTo>
                    <a:pt x="1068372" y="2197742"/>
                  </a:lnTo>
                  <a:lnTo>
                    <a:pt x="1070566" y="2166252"/>
                  </a:lnTo>
                  <a:lnTo>
                    <a:pt x="1072760" y="2164771"/>
                  </a:lnTo>
                  <a:lnTo>
                    <a:pt x="1074953" y="2186117"/>
                  </a:lnTo>
                  <a:lnTo>
                    <a:pt x="1077147" y="2127462"/>
                  </a:lnTo>
                  <a:lnTo>
                    <a:pt x="1079341" y="2111012"/>
                  </a:lnTo>
                  <a:lnTo>
                    <a:pt x="1081535" y="2193925"/>
                  </a:lnTo>
                  <a:lnTo>
                    <a:pt x="1083728" y="2218683"/>
                  </a:lnTo>
                  <a:lnTo>
                    <a:pt x="1085922" y="2198964"/>
                  </a:lnTo>
                  <a:lnTo>
                    <a:pt x="1088116" y="2157739"/>
                  </a:lnTo>
                  <a:lnTo>
                    <a:pt x="1090310" y="2175985"/>
                  </a:lnTo>
                  <a:lnTo>
                    <a:pt x="1092504" y="2239702"/>
                  </a:lnTo>
                  <a:lnTo>
                    <a:pt x="1094697" y="2282009"/>
                  </a:lnTo>
                  <a:lnTo>
                    <a:pt x="1096891" y="2282284"/>
                  </a:lnTo>
                  <a:lnTo>
                    <a:pt x="1099085" y="2270773"/>
                  </a:lnTo>
                  <a:lnTo>
                    <a:pt x="1101279" y="2257715"/>
                  </a:lnTo>
                  <a:lnTo>
                    <a:pt x="1103472" y="2290939"/>
                  </a:lnTo>
                  <a:lnTo>
                    <a:pt x="1105666" y="2181063"/>
                  </a:lnTo>
                  <a:lnTo>
                    <a:pt x="1107860" y="1989676"/>
                  </a:lnTo>
                  <a:lnTo>
                    <a:pt x="1110054" y="1999255"/>
                  </a:lnTo>
                  <a:lnTo>
                    <a:pt x="1112248" y="2030562"/>
                  </a:lnTo>
                  <a:lnTo>
                    <a:pt x="1114441" y="2010656"/>
                  </a:lnTo>
                  <a:lnTo>
                    <a:pt x="1116635" y="1899137"/>
                  </a:lnTo>
                  <a:lnTo>
                    <a:pt x="1118829" y="1860698"/>
                  </a:lnTo>
                  <a:lnTo>
                    <a:pt x="1121023" y="1877628"/>
                  </a:lnTo>
                  <a:lnTo>
                    <a:pt x="1123217" y="1885591"/>
                  </a:lnTo>
                  <a:lnTo>
                    <a:pt x="1125410" y="1892798"/>
                  </a:lnTo>
                  <a:lnTo>
                    <a:pt x="1127604" y="1900372"/>
                  </a:lnTo>
                  <a:lnTo>
                    <a:pt x="1129798" y="1843339"/>
                  </a:lnTo>
                  <a:lnTo>
                    <a:pt x="1131992" y="1782600"/>
                  </a:lnTo>
                  <a:lnTo>
                    <a:pt x="1134185" y="1815632"/>
                  </a:lnTo>
                  <a:lnTo>
                    <a:pt x="1136379" y="1892879"/>
                  </a:lnTo>
                  <a:lnTo>
                    <a:pt x="1138573" y="1971295"/>
                  </a:lnTo>
                  <a:lnTo>
                    <a:pt x="1140767" y="2078991"/>
                  </a:lnTo>
                  <a:lnTo>
                    <a:pt x="1142961" y="2217176"/>
                  </a:lnTo>
                  <a:lnTo>
                    <a:pt x="1145154" y="2270546"/>
                  </a:lnTo>
                  <a:lnTo>
                    <a:pt x="1147348" y="2171513"/>
                  </a:lnTo>
                  <a:lnTo>
                    <a:pt x="1149542" y="1920174"/>
                  </a:lnTo>
                  <a:lnTo>
                    <a:pt x="1151736" y="1672448"/>
                  </a:lnTo>
                  <a:lnTo>
                    <a:pt x="1153930" y="1499702"/>
                  </a:lnTo>
                  <a:lnTo>
                    <a:pt x="1156123" y="1454643"/>
                  </a:lnTo>
                  <a:lnTo>
                    <a:pt x="1158317" y="1487748"/>
                  </a:lnTo>
                  <a:lnTo>
                    <a:pt x="1160511" y="1517054"/>
                  </a:lnTo>
                  <a:lnTo>
                    <a:pt x="1162705" y="1568269"/>
                  </a:lnTo>
                  <a:lnTo>
                    <a:pt x="1164898" y="1633751"/>
                  </a:lnTo>
                  <a:lnTo>
                    <a:pt x="1167092" y="1618502"/>
                  </a:lnTo>
                  <a:lnTo>
                    <a:pt x="1169286" y="1550454"/>
                  </a:lnTo>
                  <a:lnTo>
                    <a:pt x="1171480" y="1567695"/>
                  </a:lnTo>
                  <a:lnTo>
                    <a:pt x="1173674" y="1653337"/>
                  </a:lnTo>
                  <a:lnTo>
                    <a:pt x="1175867" y="1684757"/>
                  </a:lnTo>
                  <a:lnTo>
                    <a:pt x="1178061" y="1712315"/>
                  </a:lnTo>
                  <a:lnTo>
                    <a:pt x="1180255" y="1738879"/>
                  </a:lnTo>
                  <a:lnTo>
                    <a:pt x="1182449" y="1801526"/>
                  </a:lnTo>
                  <a:lnTo>
                    <a:pt x="1184642" y="1777326"/>
                  </a:lnTo>
                  <a:lnTo>
                    <a:pt x="1186836" y="1738395"/>
                  </a:lnTo>
                  <a:lnTo>
                    <a:pt x="1189030" y="1807387"/>
                  </a:lnTo>
                  <a:lnTo>
                    <a:pt x="1191224" y="1836433"/>
                  </a:lnTo>
                  <a:lnTo>
                    <a:pt x="1193418" y="1825545"/>
                  </a:lnTo>
                  <a:lnTo>
                    <a:pt x="1195611" y="1727914"/>
                  </a:lnTo>
                  <a:lnTo>
                    <a:pt x="1197805" y="1651683"/>
                  </a:lnTo>
                  <a:lnTo>
                    <a:pt x="1199999" y="1678717"/>
                  </a:lnTo>
                  <a:lnTo>
                    <a:pt x="1202193" y="1575752"/>
                  </a:lnTo>
                  <a:lnTo>
                    <a:pt x="1204387" y="1410757"/>
                  </a:lnTo>
                  <a:lnTo>
                    <a:pt x="1206580" y="1391086"/>
                  </a:lnTo>
                  <a:lnTo>
                    <a:pt x="1208774" y="1461658"/>
                  </a:lnTo>
                  <a:lnTo>
                    <a:pt x="1210968" y="1514314"/>
                  </a:lnTo>
                  <a:lnTo>
                    <a:pt x="1213162" y="1495086"/>
                  </a:lnTo>
                  <a:lnTo>
                    <a:pt x="1215355" y="1521503"/>
                  </a:lnTo>
                  <a:lnTo>
                    <a:pt x="1217549" y="1657647"/>
                  </a:lnTo>
                  <a:lnTo>
                    <a:pt x="1219743" y="1691465"/>
                  </a:lnTo>
                  <a:lnTo>
                    <a:pt x="1221937" y="1696251"/>
                  </a:lnTo>
                  <a:lnTo>
                    <a:pt x="1224131" y="1771165"/>
                  </a:lnTo>
                  <a:lnTo>
                    <a:pt x="1226324" y="1850550"/>
                  </a:lnTo>
                  <a:lnTo>
                    <a:pt x="1228518" y="1968655"/>
                  </a:lnTo>
                  <a:lnTo>
                    <a:pt x="1230712" y="2040523"/>
                  </a:lnTo>
                  <a:lnTo>
                    <a:pt x="1232906" y="2149260"/>
                  </a:lnTo>
                  <a:lnTo>
                    <a:pt x="1235099" y="2204693"/>
                  </a:lnTo>
                  <a:lnTo>
                    <a:pt x="1237293" y="2108984"/>
                  </a:lnTo>
                  <a:lnTo>
                    <a:pt x="1239487" y="1992300"/>
                  </a:lnTo>
                  <a:lnTo>
                    <a:pt x="1241681" y="1992223"/>
                  </a:lnTo>
                  <a:lnTo>
                    <a:pt x="1243875" y="2123797"/>
                  </a:lnTo>
                  <a:lnTo>
                    <a:pt x="1246068" y="2216173"/>
                  </a:lnTo>
                  <a:lnTo>
                    <a:pt x="1248262" y="2312897"/>
                  </a:lnTo>
                  <a:lnTo>
                    <a:pt x="1250456" y="2513989"/>
                  </a:lnTo>
                  <a:lnTo>
                    <a:pt x="1252650" y="2625084"/>
                  </a:lnTo>
                  <a:lnTo>
                    <a:pt x="1254844" y="2494491"/>
                  </a:lnTo>
                  <a:lnTo>
                    <a:pt x="1257037" y="2270625"/>
                  </a:lnTo>
                  <a:lnTo>
                    <a:pt x="1259231" y="2073212"/>
                  </a:lnTo>
                  <a:lnTo>
                    <a:pt x="1261425" y="1937527"/>
                  </a:lnTo>
                  <a:lnTo>
                    <a:pt x="1263619" y="1804631"/>
                  </a:lnTo>
                  <a:lnTo>
                    <a:pt x="1265812" y="1779205"/>
                  </a:lnTo>
                  <a:lnTo>
                    <a:pt x="1268006" y="1778005"/>
                  </a:lnTo>
                  <a:lnTo>
                    <a:pt x="1270200" y="1717257"/>
                  </a:lnTo>
                  <a:lnTo>
                    <a:pt x="1272394" y="1676842"/>
                  </a:lnTo>
                  <a:lnTo>
                    <a:pt x="1274588" y="1658639"/>
                  </a:lnTo>
                  <a:lnTo>
                    <a:pt x="1276781" y="1643154"/>
                  </a:lnTo>
                  <a:lnTo>
                    <a:pt x="1278975" y="1722594"/>
                  </a:lnTo>
                  <a:lnTo>
                    <a:pt x="1281169" y="1968550"/>
                  </a:lnTo>
                  <a:lnTo>
                    <a:pt x="1283363" y="2249275"/>
                  </a:lnTo>
                  <a:lnTo>
                    <a:pt x="1285556" y="2433875"/>
                  </a:lnTo>
                  <a:lnTo>
                    <a:pt x="1287750" y="2572308"/>
                  </a:lnTo>
                  <a:lnTo>
                    <a:pt x="1289944" y="2632745"/>
                  </a:lnTo>
                  <a:lnTo>
                    <a:pt x="1292138" y="2511288"/>
                  </a:lnTo>
                  <a:lnTo>
                    <a:pt x="1294332" y="2396084"/>
                  </a:lnTo>
                  <a:lnTo>
                    <a:pt x="1296525" y="2350908"/>
                  </a:lnTo>
                  <a:lnTo>
                    <a:pt x="1298719" y="2288673"/>
                  </a:lnTo>
                  <a:lnTo>
                    <a:pt x="1300913" y="2212547"/>
                  </a:lnTo>
                  <a:lnTo>
                    <a:pt x="1303107" y="2185242"/>
                  </a:lnTo>
                  <a:lnTo>
                    <a:pt x="1305301" y="2205859"/>
                  </a:lnTo>
                  <a:lnTo>
                    <a:pt x="1307494" y="2249906"/>
                  </a:lnTo>
                  <a:lnTo>
                    <a:pt x="1309688" y="2303172"/>
                  </a:lnTo>
                  <a:lnTo>
                    <a:pt x="1311882" y="2468871"/>
                  </a:lnTo>
                  <a:lnTo>
                    <a:pt x="1314076" y="2643777"/>
                  </a:lnTo>
                  <a:lnTo>
                    <a:pt x="1316269" y="2813816"/>
                  </a:lnTo>
                  <a:lnTo>
                    <a:pt x="1318463" y="2972108"/>
                  </a:lnTo>
                  <a:lnTo>
                    <a:pt x="1320657" y="3002215"/>
                  </a:lnTo>
                  <a:lnTo>
                    <a:pt x="1322851" y="2948826"/>
                  </a:lnTo>
                  <a:lnTo>
                    <a:pt x="1325045" y="2915561"/>
                  </a:lnTo>
                  <a:lnTo>
                    <a:pt x="1327238" y="2851157"/>
                  </a:lnTo>
                  <a:lnTo>
                    <a:pt x="1329432" y="2659861"/>
                  </a:lnTo>
                  <a:lnTo>
                    <a:pt x="1331626" y="2443120"/>
                  </a:lnTo>
                  <a:lnTo>
                    <a:pt x="1333820" y="2386763"/>
                  </a:lnTo>
                  <a:lnTo>
                    <a:pt x="1336014" y="2408528"/>
                  </a:lnTo>
                  <a:lnTo>
                    <a:pt x="1338207" y="2294482"/>
                  </a:lnTo>
                  <a:lnTo>
                    <a:pt x="1340401" y="2165817"/>
                  </a:lnTo>
                  <a:lnTo>
                    <a:pt x="1342595" y="2124761"/>
                  </a:lnTo>
                  <a:lnTo>
                    <a:pt x="1344789" y="2020450"/>
                  </a:lnTo>
                  <a:lnTo>
                    <a:pt x="1346982" y="1842455"/>
                  </a:lnTo>
                  <a:lnTo>
                    <a:pt x="1349176" y="1619448"/>
                  </a:lnTo>
                  <a:lnTo>
                    <a:pt x="1351370" y="1468121"/>
                  </a:lnTo>
                  <a:lnTo>
                    <a:pt x="1353564" y="1392628"/>
                  </a:lnTo>
                  <a:lnTo>
                    <a:pt x="1355758" y="1347895"/>
                  </a:lnTo>
                  <a:lnTo>
                    <a:pt x="1357951" y="1374520"/>
                  </a:lnTo>
                  <a:lnTo>
                    <a:pt x="1360145" y="1338200"/>
                  </a:lnTo>
                  <a:lnTo>
                    <a:pt x="1362339" y="1326027"/>
                  </a:lnTo>
                  <a:lnTo>
                    <a:pt x="1364533" y="1350019"/>
                  </a:lnTo>
                  <a:lnTo>
                    <a:pt x="1366726" y="1354295"/>
                  </a:lnTo>
                  <a:lnTo>
                    <a:pt x="1368920" y="1375312"/>
                  </a:lnTo>
                  <a:lnTo>
                    <a:pt x="1371114" y="1386435"/>
                  </a:lnTo>
                  <a:lnTo>
                    <a:pt x="1373308" y="1456769"/>
                  </a:lnTo>
                  <a:lnTo>
                    <a:pt x="1375502" y="1525140"/>
                  </a:lnTo>
                  <a:lnTo>
                    <a:pt x="1377695" y="1568564"/>
                  </a:lnTo>
                  <a:lnTo>
                    <a:pt x="1379889" y="1586459"/>
                  </a:lnTo>
                  <a:lnTo>
                    <a:pt x="1382083" y="1608525"/>
                  </a:lnTo>
                  <a:lnTo>
                    <a:pt x="1384277" y="1672691"/>
                  </a:lnTo>
                  <a:lnTo>
                    <a:pt x="1386471" y="1656675"/>
                  </a:lnTo>
                  <a:lnTo>
                    <a:pt x="1388664" y="1662279"/>
                  </a:lnTo>
                  <a:lnTo>
                    <a:pt x="1390858" y="1674759"/>
                  </a:lnTo>
                  <a:lnTo>
                    <a:pt x="1393052" y="1708660"/>
                  </a:lnTo>
                  <a:lnTo>
                    <a:pt x="1395246" y="1709958"/>
                  </a:lnTo>
                  <a:lnTo>
                    <a:pt x="1397439" y="1700768"/>
                  </a:lnTo>
                  <a:lnTo>
                    <a:pt x="1399633" y="1719319"/>
                  </a:lnTo>
                  <a:lnTo>
                    <a:pt x="1401827" y="1640253"/>
                  </a:lnTo>
                  <a:lnTo>
                    <a:pt x="1404021" y="1600939"/>
                  </a:lnTo>
                  <a:lnTo>
                    <a:pt x="1406215" y="1563330"/>
                  </a:lnTo>
                  <a:lnTo>
                    <a:pt x="1408408" y="1505691"/>
                  </a:lnTo>
                  <a:lnTo>
                    <a:pt x="1410602" y="1482480"/>
                  </a:lnTo>
                  <a:lnTo>
                    <a:pt x="1412796" y="1444232"/>
                  </a:lnTo>
                  <a:lnTo>
                    <a:pt x="1414990" y="1517161"/>
                  </a:lnTo>
                  <a:lnTo>
                    <a:pt x="1417183" y="1660419"/>
                  </a:lnTo>
                  <a:lnTo>
                    <a:pt x="1419377" y="1880763"/>
                  </a:lnTo>
                  <a:lnTo>
                    <a:pt x="1421571" y="2149989"/>
                  </a:lnTo>
                  <a:lnTo>
                    <a:pt x="1423765" y="2260556"/>
                  </a:lnTo>
                  <a:lnTo>
                    <a:pt x="1425959" y="2308194"/>
                  </a:lnTo>
                  <a:lnTo>
                    <a:pt x="1428152" y="2342532"/>
                  </a:lnTo>
                  <a:lnTo>
                    <a:pt x="1430346" y="2288695"/>
                  </a:lnTo>
                  <a:lnTo>
                    <a:pt x="1432540" y="2119479"/>
                  </a:lnTo>
                  <a:lnTo>
                    <a:pt x="1434734" y="1991298"/>
                  </a:lnTo>
                  <a:lnTo>
                    <a:pt x="1436928" y="2109909"/>
                  </a:lnTo>
                  <a:lnTo>
                    <a:pt x="1439121" y="2307346"/>
                  </a:lnTo>
                  <a:lnTo>
                    <a:pt x="1441315" y="2442692"/>
                  </a:lnTo>
                  <a:lnTo>
                    <a:pt x="1443509" y="2513873"/>
                  </a:lnTo>
                  <a:lnTo>
                    <a:pt x="1445703" y="2554057"/>
                  </a:lnTo>
                  <a:lnTo>
                    <a:pt x="1447896" y="2500599"/>
                  </a:lnTo>
                  <a:lnTo>
                    <a:pt x="1450090" y="2234173"/>
                  </a:lnTo>
                  <a:lnTo>
                    <a:pt x="1452284" y="1964068"/>
                  </a:lnTo>
                  <a:lnTo>
                    <a:pt x="1454478" y="1723409"/>
                  </a:lnTo>
                  <a:lnTo>
                    <a:pt x="1456672" y="1550569"/>
                  </a:lnTo>
                  <a:lnTo>
                    <a:pt x="1458865" y="1451977"/>
                  </a:lnTo>
                  <a:lnTo>
                    <a:pt x="1461059" y="1439030"/>
                  </a:lnTo>
                  <a:lnTo>
                    <a:pt x="1463253" y="1561595"/>
                  </a:lnTo>
                  <a:lnTo>
                    <a:pt x="1465447" y="1614832"/>
                  </a:lnTo>
                  <a:lnTo>
                    <a:pt x="1467641" y="1569336"/>
                  </a:lnTo>
                  <a:lnTo>
                    <a:pt x="1469834" y="1578324"/>
                  </a:lnTo>
                  <a:lnTo>
                    <a:pt x="1472028" y="1634522"/>
                  </a:lnTo>
                  <a:lnTo>
                    <a:pt x="1474222" y="1661768"/>
                  </a:lnTo>
                  <a:lnTo>
                    <a:pt x="1476416" y="1650900"/>
                  </a:lnTo>
                  <a:lnTo>
                    <a:pt x="1478609" y="1694455"/>
                  </a:lnTo>
                  <a:lnTo>
                    <a:pt x="1480803" y="1814461"/>
                  </a:lnTo>
                  <a:lnTo>
                    <a:pt x="1482997" y="1819508"/>
                  </a:lnTo>
                  <a:lnTo>
                    <a:pt x="1485191" y="1688159"/>
                  </a:lnTo>
                  <a:lnTo>
                    <a:pt x="1487385" y="1540535"/>
                  </a:lnTo>
                  <a:lnTo>
                    <a:pt x="1489578" y="1423762"/>
                  </a:lnTo>
                  <a:lnTo>
                    <a:pt x="1491772" y="1372038"/>
                  </a:lnTo>
                  <a:lnTo>
                    <a:pt x="1493966" y="1324414"/>
                  </a:lnTo>
                  <a:lnTo>
                    <a:pt x="1496160" y="1277777"/>
                  </a:lnTo>
                  <a:lnTo>
                    <a:pt x="1498353" y="1313141"/>
                  </a:lnTo>
                  <a:lnTo>
                    <a:pt x="1500547" y="1378774"/>
                  </a:lnTo>
                  <a:lnTo>
                    <a:pt x="1502741" y="1329036"/>
                  </a:lnTo>
                  <a:lnTo>
                    <a:pt x="1504935" y="1179234"/>
                  </a:lnTo>
                  <a:lnTo>
                    <a:pt x="1507129" y="1033602"/>
                  </a:lnTo>
                  <a:lnTo>
                    <a:pt x="1509322" y="943493"/>
                  </a:lnTo>
                  <a:lnTo>
                    <a:pt x="1511516" y="808933"/>
                  </a:lnTo>
                  <a:lnTo>
                    <a:pt x="1513710" y="646286"/>
                  </a:lnTo>
                  <a:lnTo>
                    <a:pt x="1515904" y="556728"/>
                  </a:lnTo>
                  <a:lnTo>
                    <a:pt x="1518098" y="575416"/>
                  </a:lnTo>
                  <a:lnTo>
                    <a:pt x="1520291" y="612377"/>
                  </a:lnTo>
                  <a:lnTo>
                    <a:pt x="1522485" y="614146"/>
                  </a:lnTo>
                  <a:lnTo>
                    <a:pt x="1524679" y="642855"/>
                  </a:lnTo>
                  <a:lnTo>
                    <a:pt x="1526873" y="698146"/>
                  </a:lnTo>
                  <a:lnTo>
                    <a:pt x="1529066" y="860968"/>
                  </a:lnTo>
                  <a:lnTo>
                    <a:pt x="1531260" y="1013681"/>
                  </a:lnTo>
                  <a:lnTo>
                    <a:pt x="1533454" y="1129698"/>
                  </a:lnTo>
                  <a:lnTo>
                    <a:pt x="1535648" y="1240942"/>
                  </a:lnTo>
                  <a:lnTo>
                    <a:pt x="1537842" y="1337339"/>
                  </a:lnTo>
                  <a:lnTo>
                    <a:pt x="1540035" y="1412470"/>
                  </a:lnTo>
                  <a:lnTo>
                    <a:pt x="1542229" y="1379647"/>
                  </a:lnTo>
                  <a:lnTo>
                    <a:pt x="1544423" y="1299256"/>
                  </a:lnTo>
                  <a:lnTo>
                    <a:pt x="1546617" y="1186440"/>
                  </a:lnTo>
                  <a:lnTo>
                    <a:pt x="1548810" y="1113650"/>
                  </a:lnTo>
                  <a:lnTo>
                    <a:pt x="1551004" y="1060439"/>
                  </a:lnTo>
                  <a:lnTo>
                    <a:pt x="1553198" y="1016822"/>
                  </a:lnTo>
                  <a:lnTo>
                    <a:pt x="1555392" y="1016956"/>
                  </a:lnTo>
                  <a:lnTo>
                    <a:pt x="1557586" y="1064470"/>
                  </a:lnTo>
                  <a:lnTo>
                    <a:pt x="1559779" y="1194988"/>
                  </a:lnTo>
                  <a:lnTo>
                    <a:pt x="1561973" y="1278423"/>
                  </a:lnTo>
                  <a:lnTo>
                    <a:pt x="1564167" y="1350545"/>
                  </a:lnTo>
                  <a:lnTo>
                    <a:pt x="1566361" y="1459338"/>
                  </a:lnTo>
                  <a:lnTo>
                    <a:pt x="1568555" y="1566978"/>
                  </a:lnTo>
                  <a:lnTo>
                    <a:pt x="1570748" y="1540613"/>
                  </a:lnTo>
                  <a:lnTo>
                    <a:pt x="1572942" y="1411048"/>
                  </a:lnTo>
                  <a:lnTo>
                    <a:pt x="1575136" y="1332543"/>
                  </a:lnTo>
                  <a:lnTo>
                    <a:pt x="1577330" y="1264267"/>
                  </a:lnTo>
                  <a:lnTo>
                    <a:pt x="1579523" y="1202092"/>
                  </a:lnTo>
                  <a:lnTo>
                    <a:pt x="1581717" y="1100364"/>
                  </a:lnTo>
                  <a:lnTo>
                    <a:pt x="1583911" y="1011549"/>
                  </a:lnTo>
                  <a:lnTo>
                    <a:pt x="1586105" y="992907"/>
                  </a:lnTo>
                  <a:lnTo>
                    <a:pt x="1588299" y="954762"/>
                  </a:lnTo>
                  <a:lnTo>
                    <a:pt x="1590492" y="933368"/>
                  </a:lnTo>
                  <a:lnTo>
                    <a:pt x="1592686" y="871021"/>
                  </a:lnTo>
                  <a:lnTo>
                    <a:pt x="1594880" y="821941"/>
                  </a:lnTo>
                  <a:lnTo>
                    <a:pt x="1597074" y="865138"/>
                  </a:lnTo>
                  <a:lnTo>
                    <a:pt x="1599268" y="904720"/>
                  </a:lnTo>
                  <a:lnTo>
                    <a:pt x="1601461" y="1005603"/>
                  </a:lnTo>
                  <a:lnTo>
                    <a:pt x="1603655" y="1133131"/>
                  </a:lnTo>
                  <a:lnTo>
                    <a:pt x="1605849" y="1180379"/>
                  </a:lnTo>
                  <a:lnTo>
                    <a:pt x="1608043" y="1184707"/>
                  </a:lnTo>
                  <a:lnTo>
                    <a:pt x="1610236" y="1178210"/>
                  </a:lnTo>
                  <a:lnTo>
                    <a:pt x="1612430" y="1161821"/>
                  </a:lnTo>
                  <a:lnTo>
                    <a:pt x="1614624" y="1099154"/>
                  </a:lnTo>
                  <a:lnTo>
                    <a:pt x="1616818" y="1029840"/>
                  </a:lnTo>
                  <a:lnTo>
                    <a:pt x="1619012" y="987349"/>
                  </a:lnTo>
                  <a:lnTo>
                    <a:pt x="1621205" y="942369"/>
                  </a:lnTo>
                  <a:lnTo>
                    <a:pt x="1623399" y="875813"/>
                  </a:lnTo>
                  <a:lnTo>
                    <a:pt x="1625593" y="852486"/>
                  </a:lnTo>
                  <a:lnTo>
                    <a:pt x="1627787" y="917020"/>
                  </a:lnTo>
                  <a:lnTo>
                    <a:pt x="1629980" y="1025526"/>
                  </a:lnTo>
                  <a:lnTo>
                    <a:pt x="1632174" y="1157286"/>
                  </a:lnTo>
                  <a:lnTo>
                    <a:pt x="1634368" y="1295022"/>
                  </a:lnTo>
                  <a:lnTo>
                    <a:pt x="1636562" y="1360072"/>
                  </a:lnTo>
                  <a:lnTo>
                    <a:pt x="1638756" y="1402240"/>
                  </a:lnTo>
                  <a:lnTo>
                    <a:pt x="1640949" y="1361431"/>
                  </a:lnTo>
                  <a:lnTo>
                    <a:pt x="1643143" y="1271262"/>
                  </a:lnTo>
                  <a:lnTo>
                    <a:pt x="1645337" y="1170266"/>
                  </a:lnTo>
                  <a:lnTo>
                    <a:pt x="1647531" y="1134470"/>
                  </a:lnTo>
                  <a:lnTo>
                    <a:pt x="1649725" y="1200980"/>
                  </a:lnTo>
                  <a:lnTo>
                    <a:pt x="1651918" y="1243917"/>
                  </a:lnTo>
                  <a:lnTo>
                    <a:pt x="1654112" y="1260107"/>
                  </a:lnTo>
                  <a:lnTo>
                    <a:pt x="1656306" y="1262347"/>
                  </a:lnTo>
                  <a:lnTo>
                    <a:pt x="1658500" y="1280747"/>
                  </a:lnTo>
                  <a:lnTo>
                    <a:pt x="1660693" y="1305436"/>
                  </a:lnTo>
                  <a:lnTo>
                    <a:pt x="1662887" y="1352504"/>
                  </a:lnTo>
                  <a:lnTo>
                    <a:pt x="1665081" y="1399324"/>
                  </a:lnTo>
                  <a:lnTo>
                    <a:pt x="1667275" y="1448420"/>
                  </a:lnTo>
                  <a:lnTo>
                    <a:pt x="1669469" y="1438200"/>
                  </a:lnTo>
                  <a:lnTo>
                    <a:pt x="1671662" y="1438144"/>
                  </a:lnTo>
                  <a:lnTo>
                    <a:pt x="1673856" y="1395351"/>
                  </a:lnTo>
                  <a:lnTo>
                    <a:pt x="1676050" y="1257778"/>
                  </a:lnTo>
                  <a:lnTo>
                    <a:pt x="1678244" y="1173125"/>
                  </a:lnTo>
                  <a:lnTo>
                    <a:pt x="1680437" y="1216130"/>
                  </a:lnTo>
                  <a:lnTo>
                    <a:pt x="1682631" y="1322254"/>
                  </a:lnTo>
                  <a:lnTo>
                    <a:pt x="1684825" y="1300817"/>
                  </a:lnTo>
                  <a:lnTo>
                    <a:pt x="1687019" y="1255969"/>
                  </a:lnTo>
                  <a:lnTo>
                    <a:pt x="1689213" y="1289859"/>
                  </a:lnTo>
                  <a:lnTo>
                    <a:pt x="1691406" y="1299876"/>
                  </a:lnTo>
                  <a:lnTo>
                    <a:pt x="1693600" y="1184700"/>
                  </a:lnTo>
                  <a:lnTo>
                    <a:pt x="1695794" y="1069355"/>
                  </a:lnTo>
                  <a:lnTo>
                    <a:pt x="1697988" y="1150123"/>
                  </a:lnTo>
                  <a:lnTo>
                    <a:pt x="1700182" y="1281975"/>
                  </a:lnTo>
                  <a:lnTo>
                    <a:pt x="1702375" y="1432649"/>
                  </a:lnTo>
                  <a:lnTo>
                    <a:pt x="1704569" y="1496707"/>
                  </a:lnTo>
                  <a:lnTo>
                    <a:pt x="1706763" y="1568049"/>
                  </a:lnTo>
                  <a:lnTo>
                    <a:pt x="1708957" y="1665191"/>
                  </a:lnTo>
                  <a:lnTo>
                    <a:pt x="1711150" y="1680949"/>
                  </a:lnTo>
                  <a:lnTo>
                    <a:pt x="1713344" y="1626253"/>
                  </a:lnTo>
                  <a:lnTo>
                    <a:pt x="1715538" y="1466188"/>
                  </a:lnTo>
                  <a:lnTo>
                    <a:pt x="1717732" y="1366088"/>
                  </a:lnTo>
                  <a:lnTo>
                    <a:pt x="1719926" y="1290371"/>
                  </a:lnTo>
                  <a:lnTo>
                    <a:pt x="1722119" y="1153508"/>
                  </a:lnTo>
                  <a:lnTo>
                    <a:pt x="1724313" y="1056386"/>
                  </a:lnTo>
                  <a:lnTo>
                    <a:pt x="1726507" y="1050593"/>
                  </a:lnTo>
                  <a:lnTo>
                    <a:pt x="1728701" y="1128514"/>
                  </a:lnTo>
                  <a:lnTo>
                    <a:pt x="1730895" y="1178034"/>
                  </a:lnTo>
                  <a:lnTo>
                    <a:pt x="1733088" y="1287125"/>
                  </a:lnTo>
                  <a:lnTo>
                    <a:pt x="1735282" y="1476381"/>
                  </a:lnTo>
                  <a:lnTo>
                    <a:pt x="1737476" y="1631500"/>
                  </a:lnTo>
                  <a:lnTo>
                    <a:pt x="1739670" y="1766066"/>
                  </a:lnTo>
                  <a:lnTo>
                    <a:pt x="1741863" y="1876820"/>
                  </a:lnTo>
                  <a:lnTo>
                    <a:pt x="1744057" y="1981188"/>
                  </a:lnTo>
                  <a:lnTo>
                    <a:pt x="1746251" y="1982867"/>
                  </a:lnTo>
                  <a:lnTo>
                    <a:pt x="1748445" y="1915791"/>
                  </a:lnTo>
                  <a:lnTo>
                    <a:pt x="1750639" y="1771286"/>
                  </a:lnTo>
                  <a:lnTo>
                    <a:pt x="1752832" y="1629104"/>
                  </a:lnTo>
                  <a:lnTo>
                    <a:pt x="1755026" y="1497437"/>
                  </a:lnTo>
                  <a:lnTo>
                    <a:pt x="1757220" y="1349912"/>
                  </a:lnTo>
                  <a:lnTo>
                    <a:pt x="1759414" y="1167828"/>
                  </a:lnTo>
                  <a:lnTo>
                    <a:pt x="1761607" y="996378"/>
                  </a:lnTo>
                  <a:lnTo>
                    <a:pt x="1763801" y="918426"/>
                  </a:lnTo>
                  <a:lnTo>
                    <a:pt x="1765995" y="799258"/>
                  </a:lnTo>
                  <a:lnTo>
                    <a:pt x="1768189" y="637133"/>
                  </a:lnTo>
                  <a:lnTo>
                    <a:pt x="1770383" y="605772"/>
                  </a:lnTo>
                  <a:lnTo>
                    <a:pt x="1772576" y="640520"/>
                  </a:lnTo>
                  <a:lnTo>
                    <a:pt x="1774770" y="628051"/>
                  </a:lnTo>
                  <a:lnTo>
                    <a:pt x="1776964" y="631458"/>
                  </a:lnTo>
                  <a:lnTo>
                    <a:pt x="1779158" y="700245"/>
                  </a:lnTo>
                  <a:lnTo>
                    <a:pt x="1781352" y="806110"/>
                  </a:lnTo>
                  <a:lnTo>
                    <a:pt x="1783545" y="777757"/>
                  </a:lnTo>
                  <a:lnTo>
                    <a:pt x="1785739" y="728317"/>
                  </a:lnTo>
                  <a:lnTo>
                    <a:pt x="1787933" y="776745"/>
                  </a:lnTo>
                  <a:lnTo>
                    <a:pt x="1790127" y="792016"/>
                  </a:lnTo>
                  <a:lnTo>
                    <a:pt x="1792320" y="815283"/>
                  </a:lnTo>
                  <a:lnTo>
                    <a:pt x="1794514" y="837533"/>
                  </a:lnTo>
                  <a:lnTo>
                    <a:pt x="1796708" y="913797"/>
                  </a:lnTo>
                  <a:lnTo>
                    <a:pt x="1798902" y="1037843"/>
                  </a:lnTo>
                  <a:lnTo>
                    <a:pt x="1801096" y="1088336"/>
                  </a:lnTo>
                  <a:lnTo>
                    <a:pt x="1803289" y="1148916"/>
                  </a:lnTo>
                  <a:lnTo>
                    <a:pt x="1805483" y="1262534"/>
                  </a:lnTo>
                  <a:lnTo>
                    <a:pt x="1807677" y="1461946"/>
                  </a:lnTo>
                  <a:lnTo>
                    <a:pt x="1809871" y="1589135"/>
                  </a:lnTo>
                  <a:lnTo>
                    <a:pt x="1812064" y="1649173"/>
                  </a:lnTo>
                  <a:lnTo>
                    <a:pt x="1814258" y="1724251"/>
                  </a:lnTo>
                  <a:lnTo>
                    <a:pt x="1816452" y="1849052"/>
                  </a:lnTo>
                  <a:lnTo>
                    <a:pt x="1818646" y="1887955"/>
                  </a:lnTo>
                  <a:lnTo>
                    <a:pt x="1820840" y="1756355"/>
                  </a:lnTo>
                  <a:lnTo>
                    <a:pt x="1823033" y="1651450"/>
                  </a:lnTo>
                  <a:lnTo>
                    <a:pt x="1825227" y="1586373"/>
                  </a:lnTo>
                  <a:lnTo>
                    <a:pt x="1827421" y="1538048"/>
                  </a:lnTo>
                  <a:lnTo>
                    <a:pt x="1829615" y="1442490"/>
                  </a:lnTo>
                  <a:lnTo>
                    <a:pt x="1831809" y="1324380"/>
                  </a:lnTo>
                  <a:lnTo>
                    <a:pt x="1834002" y="1297018"/>
                  </a:lnTo>
                  <a:lnTo>
                    <a:pt x="1836196" y="1290234"/>
                  </a:lnTo>
                  <a:lnTo>
                    <a:pt x="1838390" y="1349329"/>
                  </a:lnTo>
                  <a:lnTo>
                    <a:pt x="1840584" y="1415176"/>
                  </a:lnTo>
                  <a:lnTo>
                    <a:pt x="1842777" y="1406094"/>
                  </a:lnTo>
                  <a:lnTo>
                    <a:pt x="1844971" y="1367354"/>
                  </a:lnTo>
                  <a:lnTo>
                    <a:pt x="1847165" y="1365372"/>
                  </a:lnTo>
                  <a:lnTo>
                    <a:pt x="1849359" y="1489826"/>
                  </a:lnTo>
                  <a:lnTo>
                    <a:pt x="1851553" y="1648986"/>
                  </a:lnTo>
                  <a:lnTo>
                    <a:pt x="1853746" y="1806474"/>
                  </a:lnTo>
                  <a:lnTo>
                    <a:pt x="1855940" y="1899170"/>
                  </a:lnTo>
                  <a:lnTo>
                    <a:pt x="1858134" y="1965644"/>
                  </a:lnTo>
                  <a:lnTo>
                    <a:pt x="1860328" y="2040967"/>
                  </a:lnTo>
                  <a:lnTo>
                    <a:pt x="1862521" y="2057947"/>
                  </a:lnTo>
                  <a:lnTo>
                    <a:pt x="1864715" y="1975759"/>
                  </a:lnTo>
                  <a:lnTo>
                    <a:pt x="1866909" y="1883458"/>
                  </a:lnTo>
                  <a:lnTo>
                    <a:pt x="1869103" y="1865300"/>
                  </a:lnTo>
                  <a:lnTo>
                    <a:pt x="1871297" y="1838265"/>
                  </a:lnTo>
                  <a:lnTo>
                    <a:pt x="1873490" y="1716618"/>
                  </a:lnTo>
                  <a:lnTo>
                    <a:pt x="1875684" y="1562466"/>
                  </a:lnTo>
                  <a:lnTo>
                    <a:pt x="1877878" y="1377143"/>
                  </a:lnTo>
                  <a:lnTo>
                    <a:pt x="1880072" y="1195648"/>
                  </a:lnTo>
                  <a:lnTo>
                    <a:pt x="1882266" y="1165631"/>
                  </a:lnTo>
                  <a:lnTo>
                    <a:pt x="1884459" y="1181048"/>
                  </a:lnTo>
                  <a:lnTo>
                    <a:pt x="1886653" y="1185119"/>
                  </a:lnTo>
                  <a:lnTo>
                    <a:pt x="1888847" y="1127254"/>
                  </a:lnTo>
                  <a:lnTo>
                    <a:pt x="1891041" y="1100959"/>
                  </a:lnTo>
                  <a:lnTo>
                    <a:pt x="1893234" y="1140159"/>
                  </a:lnTo>
                  <a:lnTo>
                    <a:pt x="1895428" y="1055989"/>
                  </a:lnTo>
                  <a:lnTo>
                    <a:pt x="1897622" y="926965"/>
                  </a:lnTo>
                  <a:lnTo>
                    <a:pt x="1899816" y="832154"/>
                  </a:lnTo>
                  <a:lnTo>
                    <a:pt x="1902010" y="811607"/>
                  </a:lnTo>
                  <a:lnTo>
                    <a:pt x="1904203" y="805394"/>
                  </a:lnTo>
                  <a:lnTo>
                    <a:pt x="1906397" y="718239"/>
                  </a:lnTo>
                  <a:lnTo>
                    <a:pt x="1908591" y="682617"/>
                  </a:lnTo>
                  <a:lnTo>
                    <a:pt x="1910785" y="773940"/>
                  </a:lnTo>
                  <a:lnTo>
                    <a:pt x="1912979" y="925407"/>
                  </a:lnTo>
                  <a:lnTo>
                    <a:pt x="1915172" y="1005404"/>
                  </a:lnTo>
                  <a:lnTo>
                    <a:pt x="1917366" y="1016629"/>
                  </a:lnTo>
                  <a:lnTo>
                    <a:pt x="1919560" y="1056635"/>
                  </a:lnTo>
                  <a:lnTo>
                    <a:pt x="1921754" y="1095574"/>
                  </a:lnTo>
                  <a:lnTo>
                    <a:pt x="1923947" y="1117214"/>
                  </a:lnTo>
                  <a:lnTo>
                    <a:pt x="1926141" y="1075395"/>
                  </a:lnTo>
                  <a:lnTo>
                    <a:pt x="1928335" y="1048212"/>
                  </a:lnTo>
                  <a:lnTo>
                    <a:pt x="1930529" y="1125171"/>
                  </a:lnTo>
                  <a:lnTo>
                    <a:pt x="1932723" y="1203103"/>
                  </a:lnTo>
                  <a:lnTo>
                    <a:pt x="1934916" y="1232293"/>
                  </a:lnTo>
                  <a:lnTo>
                    <a:pt x="1937110" y="1281919"/>
                  </a:lnTo>
                  <a:lnTo>
                    <a:pt x="1939304" y="1349447"/>
                  </a:lnTo>
                  <a:lnTo>
                    <a:pt x="1941498" y="1398716"/>
                  </a:lnTo>
                  <a:lnTo>
                    <a:pt x="1943691" y="1481317"/>
                  </a:lnTo>
                  <a:lnTo>
                    <a:pt x="1945885" y="1520429"/>
                  </a:lnTo>
                  <a:lnTo>
                    <a:pt x="1948079" y="1499711"/>
                  </a:lnTo>
                  <a:lnTo>
                    <a:pt x="1950273" y="1438580"/>
                  </a:lnTo>
                  <a:lnTo>
                    <a:pt x="1952467" y="1474428"/>
                  </a:lnTo>
                  <a:lnTo>
                    <a:pt x="1954660" y="1541630"/>
                  </a:lnTo>
                  <a:lnTo>
                    <a:pt x="1956854" y="1476142"/>
                  </a:lnTo>
                  <a:lnTo>
                    <a:pt x="1959048" y="1455147"/>
                  </a:lnTo>
                  <a:lnTo>
                    <a:pt x="1961242" y="1515656"/>
                  </a:lnTo>
                  <a:lnTo>
                    <a:pt x="1963436" y="1545695"/>
                  </a:lnTo>
                  <a:lnTo>
                    <a:pt x="1965629" y="1470731"/>
                  </a:lnTo>
                  <a:lnTo>
                    <a:pt x="1967823" y="1387440"/>
                  </a:lnTo>
                  <a:lnTo>
                    <a:pt x="1970017" y="1403742"/>
                  </a:lnTo>
                  <a:lnTo>
                    <a:pt x="1972211" y="1361139"/>
                  </a:lnTo>
                  <a:lnTo>
                    <a:pt x="1974404" y="1309707"/>
                  </a:lnTo>
                  <a:lnTo>
                    <a:pt x="1976598" y="1279199"/>
                  </a:lnTo>
                  <a:lnTo>
                    <a:pt x="1978792" y="1265473"/>
                  </a:lnTo>
                  <a:lnTo>
                    <a:pt x="1980986" y="1299728"/>
                  </a:lnTo>
                  <a:lnTo>
                    <a:pt x="1983180" y="1274295"/>
                  </a:lnTo>
                  <a:lnTo>
                    <a:pt x="1985373" y="1300748"/>
                  </a:lnTo>
                  <a:lnTo>
                    <a:pt x="1987567" y="1384259"/>
                  </a:lnTo>
                  <a:lnTo>
                    <a:pt x="1989761" y="1423910"/>
                  </a:lnTo>
                  <a:lnTo>
                    <a:pt x="1991955" y="1435360"/>
                  </a:lnTo>
                  <a:lnTo>
                    <a:pt x="1994148" y="1491565"/>
                  </a:lnTo>
                  <a:lnTo>
                    <a:pt x="1996342" y="1661910"/>
                  </a:lnTo>
                  <a:lnTo>
                    <a:pt x="1998536" y="1898367"/>
                  </a:lnTo>
                  <a:lnTo>
                    <a:pt x="2000730" y="2050411"/>
                  </a:lnTo>
                  <a:lnTo>
                    <a:pt x="2002924" y="2197185"/>
                  </a:lnTo>
                  <a:lnTo>
                    <a:pt x="2005117" y="2406566"/>
                  </a:lnTo>
                  <a:lnTo>
                    <a:pt x="2007311" y="2522769"/>
                  </a:lnTo>
                  <a:lnTo>
                    <a:pt x="2009505" y="2462093"/>
                  </a:lnTo>
                  <a:lnTo>
                    <a:pt x="2011699" y="2293237"/>
                  </a:lnTo>
                  <a:lnTo>
                    <a:pt x="2013893" y="2152708"/>
                  </a:lnTo>
                  <a:lnTo>
                    <a:pt x="2016086" y="2131371"/>
                  </a:lnTo>
                  <a:lnTo>
                    <a:pt x="2018280" y="2165011"/>
                  </a:lnTo>
                  <a:lnTo>
                    <a:pt x="2020474" y="2224786"/>
                  </a:lnTo>
                  <a:lnTo>
                    <a:pt x="2022668" y="2349835"/>
                  </a:lnTo>
                  <a:lnTo>
                    <a:pt x="2024861" y="2395427"/>
                  </a:lnTo>
                  <a:lnTo>
                    <a:pt x="2027055" y="2468545"/>
                  </a:lnTo>
                  <a:lnTo>
                    <a:pt x="2029249" y="2527937"/>
                  </a:lnTo>
                  <a:lnTo>
                    <a:pt x="2031443" y="2517763"/>
                  </a:lnTo>
                  <a:lnTo>
                    <a:pt x="2033637" y="2529774"/>
                  </a:lnTo>
                  <a:lnTo>
                    <a:pt x="2035830" y="2510150"/>
                  </a:lnTo>
                  <a:lnTo>
                    <a:pt x="2038024" y="2584341"/>
                  </a:lnTo>
                  <a:lnTo>
                    <a:pt x="2040218" y="2662379"/>
                  </a:lnTo>
                  <a:lnTo>
                    <a:pt x="2042412" y="2682803"/>
                  </a:lnTo>
                  <a:lnTo>
                    <a:pt x="2044606" y="2618793"/>
                  </a:lnTo>
                  <a:lnTo>
                    <a:pt x="2046799" y="2465833"/>
                  </a:lnTo>
                  <a:lnTo>
                    <a:pt x="2048993" y="2358165"/>
                  </a:lnTo>
                  <a:lnTo>
                    <a:pt x="2051187" y="2346468"/>
                  </a:lnTo>
                  <a:lnTo>
                    <a:pt x="2053381" y="2254125"/>
                  </a:lnTo>
                  <a:lnTo>
                    <a:pt x="2055574" y="2131690"/>
                  </a:lnTo>
                  <a:lnTo>
                    <a:pt x="2057768" y="2069257"/>
                  </a:lnTo>
                  <a:lnTo>
                    <a:pt x="2059962" y="2046875"/>
                  </a:lnTo>
                  <a:lnTo>
                    <a:pt x="2062156" y="2094914"/>
                  </a:lnTo>
                  <a:lnTo>
                    <a:pt x="2064350" y="2081698"/>
                  </a:lnTo>
                  <a:lnTo>
                    <a:pt x="2066543" y="2079735"/>
                  </a:lnTo>
                  <a:lnTo>
                    <a:pt x="2068737" y="2081507"/>
                  </a:lnTo>
                  <a:lnTo>
                    <a:pt x="2070931" y="2044393"/>
                  </a:lnTo>
                  <a:lnTo>
                    <a:pt x="2073125" y="2118092"/>
                  </a:lnTo>
                  <a:lnTo>
                    <a:pt x="2075318" y="2169623"/>
                  </a:lnTo>
                  <a:lnTo>
                    <a:pt x="2077512" y="2186111"/>
                  </a:lnTo>
                  <a:lnTo>
                    <a:pt x="2079706" y="2185741"/>
                  </a:lnTo>
                  <a:lnTo>
                    <a:pt x="2081900" y="2159305"/>
                  </a:lnTo>
                  <a:lnTo>
                    <a:pt x="2084094" y="2215351"/>
                  </a:lnTo>
                  <a:lnTo>
                    <a:pt x="2086287" y="2244702"/>
                  </a:lnTo>
                  <a:lnTo>
                    <a:pt x="2088481" y="2199065"/>
                  </a:lnTo>
                  <a:lnTo>
                    <a:pt x="2090675" y="2127229"/>
                  </a:lnTo>
                  <a:lnTo>
                    <a:pt x="2092869" y="2069399"/>
                  </a:lnTo>
                  <a:lnTo>
                    <a:pt x="2095063" y="2066170"/>
                  </a:lnTo>
                  <a:lnTo>
                    <a:pt x="2097256" y="1964012"/>
                  </a:lnTo>
                  <a:lnTo>
                    <a:pt x="2099450" y="1845792"/>
                  </a:lnTo>
                  <a:lnTo>
                    <a:pt x="2101644" y="1897696"/>
                  </a:lnTo>
                  <a:lnTo>
                    <a:pt x="2103838" y="1975741"/>
                  </a:lnTo>
                  <a:lnTo>
                    <a:pt x="2106031" y="2052628"/>
                  </a:lnTo>
                  <a:lnTo>
                    <a:pt x="2108225" y="2086101"/>
                  </a:lnTo>
                  <a:lnTo>
                    <a:pt x="2110419" y="2156499"/>
                  </a:lnTo>
                  <a:lnTo>
                    <a:pt x="2112613" y="2291544"/>
                  </a:lnTo>
                  <a:lnTo>
                    <a:pt x="2114807" y="2273348"/>
                  </a:lnTo>
                  <a:lnTo>
                    <a:pt x="2117000" y="2212247"/>
                  </a:lnTo>
                  <a:lnTo>
                    <a:pt x="2119194" y="2213300"/>
                  </a:lnTo>
                  <a:lnTo>
                    <a:pt x="2121388" y="2309355"/>
                  </a:lnTo>
                  <a:lnTo>
                    <a:pt x="2123582" y="2366168"/>
                  </a:lnTo>
                  <a:lnTo>
                    <a:pt x="2125775" y="2331520"/>
                  </a:lnTo>
                  <a:lnTo>
                    <a:pt x="2127969" y="2389657"/>
                  </a:lnTo>
                  <a:lnTo>
                    <a:pt x="2130163" y="2490138"/>
                  </a:lnTo>
                  <a:lnTo>
                    <a:pt x="2132357" y="2530666"/>
                  </a:lnTo>
                  <a:lnTo>
                    <a:pt x="2134551" y="2500011"/>
                  </a:lnTo>
                  <a:lnTo>
                    <a:pt x="2136744" y="2482101"/>
                  </a:lnTo>
                  <a:lnTo>
                    <a:pt x="2138938" y="2449658"/>
                  </a:lnTo>
                  <a:lnTo>
                    <a:pt x="2141132" y="2398526"/>
                  </a:lnTo>
                  <a:lnTo>
                    <a:pt x="2143326" y="2436110"/>
                  </a:lnTo>
                  <a:lnTo>
                    <a:pt x="2145520" y="2532299"/>
                  </a:lnTo>
                  <a:lnTo>
                    <a:pt x="2147713" y="2598627"/>
                  </a:lnTo>
                  <a:lnTo>
                    <a:pt x="2149907" y="2664464"/>
                  </a:lnTo>
                  <a:lnTo>
                    <a:pt x="2152101" y="2780522"/>
                  </a:lnTo>
                  <a:lnTo>
                    <a:pt x="2154295" y="2823100"/>
                  </a:lnTo>
                  <a:lnTo>
                    <a:pt x="2156488" y="2772556"/>
                  </a:lnTo>
                  <a:lnTo>
                    <a:pt x="2158682" y="2745689"/>
                  </a:lnTo>
                  <a:lnTo>
                    <a:pt x="2160876" y="2754003"/>
                  </a:lnTo>
                  <a:lnTo>
                    <a:pt x="2163070" y="2753333"/>
                  </a:lnTo>
                  <a:lnTo>
                    <a:pt x="2165264" y="2746891"/>
                  </a:lnTo>
                  <a:lnTo>
                    <a:pt x="2167457" y="2736171"/>
                  </a:lnTo>
                  <a:lnTo>
                    <a:pt x="2169651" y="2713740"/>
                  </a:lnTo>
                  <a:lnTo>
                    <a:pt x="2171845" y="2609202"/>
                  </a:lnTo>
                  <a:lnTo>
                    <a:pt x="2174039" y="2467718"/>
                  </a:lnTo>
                  <a:lnTo>
                    <a:pt x="2176233" y="2377489"/>
                  </a:lnTo>
                  <a:lnTo>
                    <a:pt x="2178426" y="2295597"/>
                  </a:lnTo>
                  <a:lnTo>
                    <a:pt x="2180620" y="2263650"/>
                  </a:lnTo>
                  <a:lnTo>
                    <a:pt x="2182814" y="2162993"/>
                  </a:lnTo>
                  <a:lnTo>
                    <a:pt x="2185008" y="2093360"/>
                  </a:lnTo>
                  <a:lnTo>
                    <a:pt x="2187201" y="2126243"/>
                  </a:lnTo>
                  <a:lnTo>
                    <a:pt x="2189395" y="2258755"/>
                  </a:lnTo>
                  <a:lnTo>
                    <a:pt x="2191589" y="2390670"/>
                  </a:lnTo>
                  <a:lnTo>
                    <a:pt x="2193783" y="2399990"/>
                  </a:lnTo>
                  <a:lnTo>
                    <a:pt x="2195977" y="2441889"/>
                  </a:lnTo>
                  <a:lnTo>
                    <a:pt x="2198170" y="2501954"/>
                  </a:lnTo>
                  <a:lnTo>
                    <a:pt x="2200364" y="2450883"/>
                  </a:lnTo>
                  <a:lnTo>
                    <a:pt x="2202558" y="2221277"/>
                  </a:lnTo>
                  <a:lnTo>
                    <a:pt x="2204752" y="1961369"/>
                  </a:lnTo>
                  <a:lnTo>
                    <a:pt x="2206945" y="1839430"/>
                  </a:lnTo>
                  <a:lnTo>
                    <a:pt x="2209139" y="1886191"/>
                  </a:lnTo>
                  <a:lnTo>
                    <a:pt x="2211333" y="1950993"/>
                  </a:lnTo>
                  <a:lnTo>
                    <a:pt x="2213527" y="2011185"/>
                  </a:lnTo>
                  <a:lnTo>
                    <a:pt x="2215721" y="2159280"/>
                  </a:lnTo>
                  <a:lnTo>
                    <a:pt x="2217914" y="2268150"/>
                  </a:lnTo>
                  <a:lnTo>
                    <a:pt x="2220108" y="2249476"/>
                  </a:lnTo>
                  <a:lnTo>
                    <a:pt x="2222302" y="2032680"/>
                  </a:lnTo>
                  <a:lnTo>
                    <a:pt x="2224496" y="1801151"/>
                  </a:lnTo>
                  <a:lnTo>
                    <a:pt x="2226690" y="1707040"/>
                  </a:lnTo>
                  <a:lnTo>
                    <a:pt x="2228883" y="1624040"/>
                  </a:lnTo>
                  <a:lnTo>
                    <a:pt x="2231077" y="1561205"/>
                  </a:lnTo>
                  <a:lnTo>
                    <a:pt x="2233271" y="1580128"/>
                  </a:lnTo>
                  <a:lnTo>
                    <a:pt x="2235465" y="1693573"/>
                  </a:lnTo>
                  <a:lnTo>
                    <a:pt x="2237658" y="1777854"/>
                  </a:lnTo>
                  <a:lnTo>
                    <a:pt x="2239852" y="1737414"/>
                  </a:lnTo>
                  <a:lnTo>
                    <a:pt x="2242046" y="1664484"/>
                  </a:lnTo>
                  <a:lnTo>
                    <a:pt x="2244240" y="1715657"/>
                  </a:lnTo>
                  <a:lnTo>
                    <a:pt x="2246434" y="1759057"/>
                  </a:lnTo>
                  <a:lnTo>
                    <a:pt x="2248627" y="1740463"/>
                  </a:lnTo>
                  <a:lnTo>
                    <a:pt x="2250821" y="1727220"/>
                  </a:lnTo>
                  <a:lnTo>
                    <a:pt x="2253015" y="1763316"/>
                  </a:lnTo>
                  <a:lnTo>
                    <a:pt x="2255209" y="1771787"/>
                  </a:lnTo>
                  <a:lnTo>
                    <a:pt x="2257402" y="1651634"/>
                  </a:lnTo>
                  <a:lnTo>
                    <a:pt x="2259596" y="1500272"/>
                  </a:lnTo>
                  <a:lnTo>
                    <a:pt x="2261790" y="1381819"/>
                  </a:lnTo>
                  <a:lnTo>
                    <a:pt x="2263984" y="1277524"/>
                  </a:lnTo>
                  <a:lnTo>
                    <a:pt x="2266178" y="1153014"/>
                  </a:lnTo>
                  <a:lnTo>
                    <a:pt x="2268371" y="1052485"/>
                  </a:lnTo>
                  <a:lnTo>
                    <a:pt x="2270565" y="960406"/>
                  </a:lnTo>
                  <a:lnTo>
                    <a:pt x="2272759" y="928568"/>
                  </a:lnTo>
                  <a:lnTo>
                    <a:pt x="2274953" y="921907"/>
                  </a:lnTo>
                  <a:lnTo>
                    <a:pt x="2277147" y="950903"/>
                  </a:lnTo>
                  <a:lnTo>
                    <a:pt x="2279340" y="983954"/>
                  </a:lnTo>
                  <a:lnTo>
                    <a:pt x="2281534" y="1063731"/>
                  </a:lnTo>
                  <a:lnTo>
                    <a:pt x="2283728" y="1169337"/>
                  </a:lnTo>
                  <a:lnTo>
                    <a:pt x="2285922" y="1285668"/>
                  </a:lnTo>
                  <a:lnTo>
                    <a:pt x="2288115" y="1362217"/>
                  </a:lnTo>
                  <a:lnTo>
                    <a:pt x="2290309" y="1381526"/>
                  </a:lnTo>
                  <a:lnTo>
                    <a:pt x="2292503" y="1359700"/>
                  </a:lnTo>
                  <a:lnTo>
                    <a:pt x="2294697" y="1224223"/>
                  </a:lnTo>
                  <a:lnTo>
                    <a:pt x="2296891" y="1067688"/>
                  </a:lnTo>
                  <a:lnTo>
                    <a:pt x="2299084" y="863374"/>
                  </a:lnTo>
                  <a:lnTo>
                    <a:pt x="2301278" y="658801"/>
                  </a:lnTo>
                  <a:lnTo>
                    <a:pt x="2303472" y="482635"/>
                  </a:lnTo>
                  <a:lnTo>
                    <a:pt x="2305666" y="361214"/>
                  </a:lnTo>
                  <a:lnTo>
                    <a:pt x="2307860" y="324174"/>
                  </a:lnTo>
                  <a:lnTo>
                    <a:pt x="2310053" y="282411"/>
                  </a:lnTo>
                  <a:lnTo>
                    <a:pt x="2312247" y="246361"/>
                  </a:lnTo>
                  <a:lnTo>
                    <a:pt x="2314441" y="260630"/>
                  </a:lnTo>
                  <a:lnTo>
                    <a:pt x="2316635" y="269347"/>
                  </a:lnTo>
                  <a:lnTo>
                    <a:pt x="2318828" y="291908"/>
                  </a:lnTo>
                  <a:lnTo>
                    <a:pt x="2321022" y="331164"/>
                  </a:lnTo>
                  <a:lnTo>
                    <a:pt x="2323216" y="419382"/>
                  </a:lnTo>
                  <a:lnTo>
                    <a:pt x="2325410" y="521999"/>
                  </a:lnTo>
                  <a:lnTo>
                    <a:pt x="2327604" y="702088"/>
                  </a:lnTo>
                  <a:lnTo>
                    <a:pt x="2329797" y="945899"/>
                  </a:lnTo>
                  <a:lnTo>
                    <a:pt x="2331991" y="1137992"/>
                  </a:lnTo>
                  <a:lnTo>
                    <a:pt x="2334185" y="1332884"/>
                  </a:lnTo>
                  <a:lnTo>
                    <a:pt x="2336379" y="1471523"/>
                  </a:lnTo>
                  <a:lnTo>
                    <a:pt x="2338572" y="1541067"/>
                  </a:lnTo>
                  <a:lnTo>
                    <a:pt x="2340766" y="1473459"/>
                  </a:lnTo>
                  <a:lnTo>
                    <a:pt x="2342960" y="1348368"/>
                  </a:lnTo>
                  <a:lnTo>
                    <a:pt x="2345154" y="1263470"/>
                  </a:lnTo>
                  <a:lnTo>
                    <a:pt x="2347348" y="1167667"/>
                  </a:lnTo>
                  <a:lnTo>
                    <a:pt x="2349541" y="1104889"/>
                  </a:lnTo>
                  <a:lnTo>
                    <a:pt x="2351735" y="993135"/>
                  </a:lnTo>
                  <a:lnTo>
                    <a:pt x="2353929" y="864378"/>
                  </a:lnTo>
                  <a:lnTo>
                    <a:pt x="2356123" y="737072"/>
                  </a:lnTo>
                  <a:lnTo>
                    <a:pt x="2358317" y="608764"/>
                  </a:lnTo>
                  <a:lnTo>
                    <a:pt x="2360510" y="459889"/>
                  </a:lnTo>
                  <a:lnTo>
                    <a:pt x="2362704" y="304158"/>
                  </a:lnTo>
                  <a:lnTo>
                    <a:pt x="2364898" y="256081"/>
                  </a:lnTo>
                  <a:lnTo>
                    <a:pt x="2367092" y="272887"/>
                  </a:lnTo>
                  <a:lnTo>
                    <a:pt x="2369285" y="314740"/>
                  </a:lnTo>
                  <a:lnTo>
                    <a:pt x="2371479" y="398141"/>
                  </a:lnTo>
                  <a:lnTo>
                    <a:pt x="2373673" y="539926"/>
                  </a:lnTo>
                  <a:lnTo>
                    <a:pt x="2375867" y="605689"/>
                  </a:lnTo>
                  <a:lnTo>
                    <a:pt x="2378061" y="646048"/>
                  </a:lnTo>
                  <a:lnTo>
                    <a:pt x="2380254" y="704479"/>
                  </a:lnTo>
                  <a:lnTo>
                    <a:pt x="2382448" y="731077"/>
                  </a:lnTo>
                  <a:lnTo>
                    <a:pt x="2384642" y="651564"/>
                  </a:lnTo>
                  <a:lnTo>
                    <a:pt x="2386836" y="611727"/>
                  </a:lnTo>
                  <a:lnTo>
                    <a:pt x="2389029" y="926425"/>
                  </a:lnTo>
                  <a:lnTo>
                    <a:pt x="2391223" y="1215981"/>
                  </a:lnTo>
                  <a:lnTo>
                    <a:pt x="2393417" y="1361488"/>
                  </a:lnTo>
                  <a:lnTo>
                    <a:pt x="2395611" y="1522374"/>
                  </a:lnTo>
                  <a:lnTo>
                    <a:pt x="2397805" y="1794116"/>
                  </a:lnTo>
                  <a:lnTo>
                    <a:pt x="2399998" y="1915308"/>
                  </a:lnTo>
                  <a:lnTo>
                    <a:pt x="2402192" y="1649427"/>
                  </a:lnTo>
                  <a:lnTo>
                    <a:pt x="2404386" y="1437835"/>
                  </a:lnTo>
                  <a:lnTo>
                    <a:pt x="2406580" y="1379467"/>
                  </a:lnTo>
                  <a:lnTo>
                    <a:pt x="2408774" y="1352191"/>
                  </a:lnTo>
                  <a:lnTo>
                    <a:pt x="2410967" y="1296531"/>
                  </a:lnTo>
                  <a:lnTo>
                    <a:pt x="2413161" y="1304356"/>
                  </a:lnTo>
                  <a:lnTo>
                    <a:pt x="2415355" y="1471229"/>
                  </a:lnTo>
                  <a:lnTo>
                    <a:pt x="2417549" y="1625071"/>
                  </a:lnTo>
                  <a:lnTo>
                    <a:pt x="2419742" y="1761080"/>
                  </a:lnTo>
                  <a:lnTo>
                    <a:pt x="2421936" y="1854064"/>
                  </a:lnTo>
                  <a:lnTo>
                    <a:pt x="2424130" y="1919468"/>
                  </a:lnTo>
                  <a:lnTo>
                    <a:pt x="2426324" y="2038572"/>
                  </a:lnTo>
                  <a:lnTo>
                    <a:pt x="2428518" y="2005488"/>
                  </a:lnTo>
                  <a:lnTo>
                    <a:pt x="2430711" y="1902266"/>
                  </a:lnTo>
                  <a:lnTo>
                    <a:pt x="2432905" y="1758765"/>
                  </a:lnTo>
                  <a:lnTo>
                    <a:pt x="2435099" y="1682295"/>
                  </a:lnTo>
                  <a:lnTo>
                    <a:pt x="2437293" y="1653016"/>
                  </a:lnTo>
                  <a:lnTo>
                    <a:pt x="2439486" y="1659554"/>
                  </a:lnTo>
                  <a:lnTo>
                    <a:pt x="2441680" y="1681402"/>
                  </a:lnTo>
                  <a:lnTo>
                    <a:pt x="2443874" y="1708222"/>
                  </a:lnTo>
                  <a:lnTo>
                    <a:pt x="2446068" y="1749893"/>
                  </a:lnTo>
                  <a:lnTo>
                    <a:pt x="2448262" y="1750992"/>
                  </a:lnTo>
                  <a:lnTo>
                    <a:pt x="2450455" y="1764705"/>
                  </a:lnTo>
                  <a:lnTo>
                    <a:pt x="2452649" y="1654244"/>
                  </a:lnTo>
                  <a:lnTo>
                    <a:pt x="2454843" y="1621544"/>
                  </a:lnTo>
                  <a:lnTo>
                    <a:pt x="2457037" y="1717609"/>
                  </a:lnTo>
                  <a:lnTo>
                    <a:pt x="2459231" y="1951849"/>
                  </a:lnTo>
                  <a:lnTo>
                    <a:pt x="2461424" y="2053683"/>
                  </a:lnTo>
                  <a:lnTo>
                    <a:pt x="2463618" y="2043824"/>
                  </a:lnTo>
                  <a:lnTo>
                    <a:pt x="2465812" y="2041072"/>
                  </a:lnTo>
                  <a:lnTo>
                    <a:pt x="2468006" y="2049038"/>
                  </a:lnTo>
                  <a:lnTo>
                    <a:pt x="2470199" y="1949132"/>
                  </a:lnTo>
                  <a:lnTo>
                    <a:pt x="2472393" y="1756781"/>
                  </a:lnTo>
                  <a:lnTo>
                    <a:pt x="2474587" y="1754554"/>
                  </a:lnTo>
                  <a:lnTo>
                    <a:pt x="2476781" y="1865995"/>
                  </a:lnTo>
                  <a:lnTo>
                    <a:pt x="2478975" y="2020815"/>
                  </a:lnTo>
                  <a:lnTo>
                    <a:pt x="2481168" y="2118725"/>
                  </a:lnTo>
                  <a:lnTo>
                    <a:pt x="2483362" y="2198331"/>
                  </a:lnTo>
                  <a:lnTo>
                    <a:pt x="2485556" y="2256244"/>
                  </a:lnTo>
                  <a:lnTo>
                    <a:pt x="2487750" y="2294820"/>
                  </a:lnTo>
                  <a:lnTo>
                    <a:pt x="2489944" y="2315471"/>
                  </a:lnTo>
                  <a:lnTo>
                    <a:pt x="2492137" y="2328935"/>
                  </a:lnTo>
                  <a:lnTo>
                    <a:pt x="2494331" y="2303694"/>
                  </a:lnTo>
                  <a:lnTo>
                    <a:pt x="2496525" y="2339017"/>
                  </a:lnTo>
                  <a:lnTo>
                    <a:pt x="2498719" y="2288619"/>
                  </a:lnTo>
                  <a:lnTo>
                    <a:pt x="2500912" y="2148418"/>
                  </a:lnTo>
                  <a:lnTo>
                    <a:pt x="2503106" y="1992476"/>
                  </a:lnTo>
                  <a:lnTo>
                    <a:pt x="2505300" y="1847767"/>
                  </a:lnTo>
                  <a:lnTo>
                    <a:pt x="2507494" y="1861051"/>
                  </a:lnTo>
                  <a:lnTo>
                    <a:pt x="2509688" y="1855031"/>
                  </a:lnTo>
                  <a:lnTo>
                    <a:pt x="2511881" y="1888522"/>
                  </a:lnTo>
                  <a:lnTo>
                    <a:pt x="2514075" y="1933637"/>
                  </a:lnTo>
                  <a:lnTo>
                    <a:pt x="2516269" y="1954809"/>
                  </a:lnTo>
                  <a:lnTo>
                    <a:pt x="2518463" y="1932796"/>
                  </a:lnTo>
                  <a:lnTo>
                    <a:pt x="2520656" y="1829549"/>
                  </a:lnTo>
                  <a:lnTo>
                    <a:pt x="2522850" y="1731224"/>
                  </a:lnTo>
                  <a:lnTo>
                    <a:pt x="2525044" y="1691145"/>
                  </a:lnTo>
                  <a:lnTo>
                    <a:pt x="2527238" y="1711541"/>
                  </a:lnTo>
                  <a:lnTo>
                    <a:pt x="2529432" y="1799152"/>
                  </a:lnTo>
                  <a:lnTo>
                    <a:pt x="2531625" y="1938416"/>
                  </a:lnTo>
                  <a:lnTo>
                    <a:pt x="2533819" y="1953436"/>
                  </a:lnTo>
                  <a:lnTo>
                    <a:pt x="2536013" y="1952426"/>
                  </a:lnTo>
                  <a:lnTo>
                    <a:pt x="2538207" y="1995060"/>
                  </a:lnTo>
                  <a:lnTo>
                    <a:pt x="2540401" y="2031078"/>
                  </a:lnTo>
                  <a:lnTo>
                    <a:pt x="2542594" y="1984815"/>
                  </a:lnTo>
                  <a:lnTo>
                    <a:pt x="2544788" y="1864600"/>
                  </a:lnTo>
                  <a:lnTo>
                    <a:pt x="2546982" y="1911028"/>
                  </a:lnTo>
                  <a:lnTo>
                    <a:pt x="2549176" y="2061795"/>
                  </a:lnTo>
                  <a:lnTo>
                    <a:pt x="2551369" y="2145707"/>
                  </a:lnTo>
                  <a:lnTo>
                    <a:pt x="2553563" y="2196668"/>
                  </a:lnTo>
                  <a:lnTo>
                    <a:pt x="2555757" y="2242272"/>
                  </a:lnTo>
                  <a:lnTo>
                    <a:pt x="2557951" y="2270730"/>
                  </a:lnTo>
                  <a:lnTo>
                    <a:pt x="2560145" y="2290928"/>
                  </a:lnTo>
                  <a:lnTo>
                    <a:pt x="2562338" y="2219117"/>
                  </a:lnTo>
                  <a:lnTo>
                    <a:pt x="2564532" y="2073156"/>
                  </a:lnTo>
                  <a:lnTo>
                    <a:pt x="2566726" y="1925466"/>
                  </a:lnTo>
                  <a:lnTo>
                    <a:pt x="2568920" y="1823805"/>
                  </a:lnTo>
                  <a:lnTo>
                    <a:pt x="2571113" y="1820771"/>
                  </a:lnTo>
                  <a:lnTo>
                    <a:pt x="2573307" y="1823039"/>
                  </a:lnTo>
                  <a:lnTo>
                    <a:pt x="2575501" y="1886972"/>
                  </a:lnTo>
                  <a:lnTo>
                    <a:pt x="2577695" y="2030403"/>
                  </a:lnTo>
                  <a:lnTo>
                    <a:pt x="2579889" y="2195082"/>
                  </a:lnTo>
                  <a:lnTo>
                    <a:pt x="2582082" y="2310684"/>
                  </a:lnTo>
                  <a:lnTo>
                    <a:pt x="2584276" y="2343386"/>
                  </a:lnTo>
                  <a:lnTo>
                    <a:pt x="2586470" y="2251108"/>
                  </a:lnTo>
                  <a:lnTo>
                    <a:pt x="2588664" y="2070988"/>
                  </a:lnTo>
                  <a:lnTo>
                    <a:pt x="2590858" y="1966587"/>
                  </a:lnTo>
                  <a:lnTo>
                    <a:pt x="2593051" y="1907917"/>
                  </a:lnTo>
                  <a:lnTo>
                    <a:pt x="2595245" y="1845996"/>
                  </a:lnTo>
                  <a:lnTo>
                    <a:pt x="2597439" y="1839021"/>
                  </a:lnTo>
                  <a:lnTo>
                    <a:pt x="2599633" y="1920389"/>
                  </a:lnTo>
                  <a:lnTo>
                    <a:pt x="2601826" y="2061946"/>
                  </a:lnTo>
                  <a:lnTo>
                    <a:pt x="2604020" y="2196500"/>
                  </a:lnTo>
                  <a:lnTo>
                    <a:pt x="2606214" y="2280820"/>
                  </a:lnTo>
                  <a:lnTo>
                    <a:pt x="2608408" y="2408772"/>
                  </a:lnTo>
                  <a:lnTo>
                    <a:pt x="2610602" y="2532927"/>
                  </a:lnTo>
                  <a:lnTo>
                    <a:pt x="2612795" y="2654607"/>
                  </a:lnTo>
                  <a:lnTo>
                    <a:pt x="2614989" y="2715876"/>
                  </a:lnTo>
                  <a:lnTo>
                    <a:pt x="2617183" y="2662565"/>
                  </a:lnTo>
                  <a:lnTo>
                    <a:pt x="2619377" y="2675985"/>
                  </a:lnTo>
                  <a:lnTo>
                    <a:pt x="2621571" y="2729157"/>
                  </a:lnTo>
                  <a:lnTo>
                    <a:pt x="2623764" y="2733655"/>
                  </a:lnTo>
                  <a:lnTo>
                    <a:pt x="2625958" y="2736411"/>
                  </a:lnTo>
                  <a:lnTo>
                    <a:pt x="2628152" y="2784936"/>
                  </a:lnTo>
                  <a:lnTo>
                    <a:pt x="2630346" y="2806432"/>
                  </a:lnTo>
                  <a:lnTo>
                    <a:pt x="2632539" y="2677209"/>
                  </a:lnTo>
                  <a:lnTo>
                    <a:pt x="2634733" y="2523089"/>
                  </a:lnTo>
                  <a:lnTo>
                    <a:pt x="2636927" y="2401934"/>
                  </a:lnTo>
                  <a:lnTo>
                    <a:pt x="2639121" y="2296075"/>
                  </a:lnTo>
                  <a:lnTo>
                    <a:pt x="2641315" y="2102537"/>
                  </a:lnTo>
                  <a:lnTo>
                    <a:pt x="2643508" y="1973433"/>
                  </a:lnTo>
                  <a:lnTo>
                    <a:pt x="2645702" y="2001163"/>
                  </a:lnTo>
                  <a:lnTo>
                    <a:pt x="2647896" y="2067961"/>
                  </a:lnTo>
                  <a:lnTo>
                    <a:pt x="2650090" y="2133302"/>
                  </a:lnTo>
                  <a:lnTo>
                    <a:pt x="2652283" y="2194146"/>
                  </a:lnTo>
                  <a:lnTo>
                    <a:pt x="2654477" y="2296099"/>
                  </a:lnTo>
                  <a:lnTo>
                    <a:pt x="2656671" y="2301324"/>
                  </a:lnTo>
                  <a:lnTo>
                    <a:pt x="2658865" y="2211525"/>
                  </a:lnTo>
                  <a:lnTo>
                    <a:pt x="2661059" y="2204628"/>
                  </a:lnTo>
                  <a:lnTo>
                    <a:pt x="2663252" y="2249851"/>
                  </a:lnTo>
                  <a:lnTo>
                    <a:pt x="2665446" y="2344407"/>
                  </a:lnTo>
                  <a:lnTo>
                    <a:pt x="2667640" y="2443683"/>
                  </a:lnTo>
                  <a:lnTo>
                    <a:pt x="2669834" y="2543091"/>
                  </a:lnTo>
                  <a:lnTo>
                    <a:pt x="2672028" y="2657326"/>
                  </a:lnTo>
                  <a:lnTo>
                    <a:pt x="2674221" y="2712402"/>
                  </a:lnTo>
                  <a:lnTo>
                    <a:pt x="2676415" y="2705881"/>
                  </a:lnTo>
                  <a:lnTo>
                    <a:pt x="2678609" y="2676770"/>
                  </a:lnTo>
                  <a:lnTo>
                    <a:pt x="2680803" y="2658616"/>
                  </a:lnTo>
                  <a:lnTo>
                    <a:pt x="2682996" y="2717540"/>
                  </a:lnTo>
                  <a:lnTo>
                    <a:pt x="2685190" y="2815907"/>
                  </a:lnTo>
                  <a:lnTo>
                    <a:pt x="2687384" y="2803602"/>
                  </a:lnTo>
                  <a:lnTo>
                    <a:pt x="2689578" y="2824701"/>
                  </a:lnTo>
                  <a:lnTo>
                    <a:pt x="2691772" y="2788795"/>
                  </a:lnTo>
                  <a:lnTo>
                    <a:pt x="2693965" y="2817961"/>
                  </a:lnTo>
                  <a:lnTo>
                    <a:pt x="2696159" y="2830368"/>
                  </a:lnTo>
                  <a:lnTo>
                    <a:pt x="2698353" y="2774389"/>
                  </a:lnTo>
                  <a:lnTo>
                    <a:pt x="2700547" y="2712534"/>
                  </a:lnTo>
                  <a:lnTo>
                    <a:pt x="2702740" y="2637715"/>
                  </a:lnTo>
                  <a:lnTo>
                    <a:pt x="2704934" y="2630754"/>
                  </a:lnTo>
                  <a:lnTo>
                    <a:pt x="2707128" y="2617040"/>
                  </a:lnTo>
                  <a:lnTo>
                    <a:pt x="2709322" y="2678291"/>
                  </a:lnTo>
                  <a:lnTo>
                    <a:pt x="2711516" y="2769827"/>
                  </a:lnTo>
                  <a:lnTo>
                    <a:pt x="2713709" y="2882015"/>
                  </a:lnTo>
                  <a:lnTo>
                    <a:pt x="2715903" y="2901787"/>
                  </a:lnTo>
                  <a:lnTo>
                    <a:pt x="2718097" y="2846070"/>
                  </a:lnTo>
                  <a:lnTo>
                    <a:pt x="2720291" y="2686736"/>
                  </a:lnTo>
                  <a:lnTo>
                    <a:pt x="2722485" y="2477433"/>
                  </a:lnTo>
                  <a:lnTo>
                    <a:pt x="2724678" y="2271400"/>
                  </a:lnTo>
                  <a:lnTo>
                    <a:pt x="2726872" y="2111381"/>
                  </a:lnTo>
                  <a:lnTo>
                    <a:pt x="2729066" y="2075668"/>
                  </a:lnTo>
                  <a:lnTo>
                    <a:pt x="2731260" y="2099480"/>
                  </a:lnTo>
                  <a:lnTo>
                    <a:pt x="2733453" y="2176706"/>
                  </a:lnTo>
                  <a:lnTo>
                    <a:pt x="2735647" y="2257111"/>
                  </a:lnTo>
                  <a:lnTo>
                    <a:pt x="2737841" y="2264367"/>
                  </a:lnTo>
                  <a:lnTo>
                    <a:pt x="2740035" y="2215132"/>
                  </a:lnTo>
                  <a:lnTo>
                    <a:pt x="2742229" y="2173503"/>
                  </a:lnTo>
                  <a:lnTo>
                    <a:pt x="2744422" y="2042235"/>
                  </a:lnTo>
                  <a:lnTo>
                    <a:pt x="2746616" y="1886122"/>
                  </a:lnTo>
                  <a:lnTo>
                    <a:pt x="2748810" y="1848431"/>
                  </a:lnTo>
                  <a:lnTo>
                    <a:pt x="2751004" y="1939471"/>
                  </a:lnTo>
                  <a:lnTo>
                    <a:pt x="2753198" y="2006137"/>
                  </a:lnTo>
                  <a:lnTo>
                    <a:pt x="2755391" y="2021528"/>
                  </a:lnTo>
                  <a:lnTo>
                    <a:pt x="2757585" y="2141379"/>
                  </a:lnTo>
                  <a:lnTo>
                    <a:pt x="2759779" y="2288310"/>
                  </a:lnTo>
                  <a:lnTo>
                    <a:pt x="2761973" y="2351650"/>
                  </a:lnTo>
                  <a:lnTo>
                    <a:pt x="2764166" y="2353350"/>
                  </a:lnTo>
                  <a:lnTo>
                    <a:pt x="2766360" y="2427959"/>
                  </a:lnTo>
                  <a:lnTo>
                    <a:pt x="2768554" y="2540437"/>
                  </a:lnTo>
                  <a:lnTo>
                    <a:pt x="2770748" y="2573727"/>
                  </a:lnTo>
                  <a:lnTo>
                    <a:pt x="2772942" y="2616973"/>
                  </a:lnTo>
                  <a:lnTo>
                    <a:pt x="2775135" y="2667318"/>
                  </a:lnTo>
                  <a:lnTo>
                    <a:pt x="2777329" y="2700002"/>
                  </a:lnTo>
                  <a:lnTo>
                    <a:pt x="2779523" y="2686909"/>
                  </a:lnTo>
                  <a:lnTo>
                    <a:pt x="2781717" y="2623371"/>
                  </a:lnTo>
                  <a:lnTo>
                    <a:pt x="2783910" y="2609313"/>
                  </a:lnTo>
                  <a:lnTo>
                    <a:pt x="2786104" y="2592703"/>
                  </a:lnTo>
                  <a:lnTo>
                    <a:pt x="2788298" y="2518495"/>
                  </a:lnTo>
                  <a:lnTo>
                    <a:pt x="2790492" y="2438309"/>
                  </a:lnTo>
                  <a:lnTo>
                    <a:pt x="2792686" y="2382485"/>
                  </a:lnTo>
                  <a:lnTo>
                    <a:pt x="2794879" y="2440094"/>
                  </a:lnTo>
                  <a:lnTo>
                    <a:pt x="2797073" y="2431372"/>
                  </a:lnTo>
                  <a:lnTo>
                    <a:pt x="2799267" y="2393528"/>
                  </a:lnTo>
                  <a:lnTo>
                    <a:pt x="2801461" y="2428784"/>
                  </a:lnTo>
                  <a:lnTo>
                    <a:pt x="2803655" y="2484021"/>
                  </a:lnTo>
                  <a:lnTo>
                    <a:pt x="2805848" y="2512682"/>
                  </a:lnTo>
                  <a:lnTo>
                    <a:pt x="2808042" y="2409309"/>
                  </a:lnTo>
                  <a:lnTo>
                    <a:pt x="2810236" y="2314399"/>
                  </a:lnTo>
                  <a:lnTo>
                    <a:pt x="2812430" y="2252549"/>
                  </a:lnTo>
                  <a:lnTo>
                    <a:pt x="2814623" y="2177248"/>
                  </a:lnTo>
                  <a:lnTo>
                    <a:pt x="2816817" y="2125393"/>
                  </a:lnTo>
                  <a:lnTo>
                    <a:pt x="2819011" y="2145490"/>
                  </a:lnTo>
                  <a:lnTo>
                    <a:pt x="2821205" y="2246898"/>
                  </a:lnTo>
                  <a:lnTo>
                    <a:pt x="2823399" y="2339079"/>
                  </a:lnTo>
                  <a:lnTo>
                    <a:pt x="2825592" y="2420324"/>
                  </a:lnTo>
                  <a:lnTo>
                    <a:pt x="2827786" y="2520688"/>
                  </a:lnTo>
                  <a:lnTo>
                    <a:pt x="2829980" y="2571862"/>
                  </a:lnTo>
                  <a:lnTo>
                    <a:pt x="2832174" y="2553040"/>
                  </a:lnTo>
                  <a:lnTo>
                    <a:pt x="2834367" y="2542811"/>
                  </a:lnTo>
                  <a:lnTo>
                    <a:pt x="2836561" y="2597974"/>
                  </a:lnTo>
                  <a:lnTo>
                    <a:pt x="2838755" y="2611009"/>
                  </a:lnTo>
                  <a:lnTo>
                    <a:pt x="2840949" y="2592415"/>
                  </a:lnTo>
                  <a:lnTo>
                    <a:pt x="2843143" y="2554777"/>
                  </a:lnTo>
                  <a:lnTo>
                    <a:pt x="2845336" y="2503106"/>
                  </a:lnTo>
                  <a:lnTo>
                    <a:pt x="2847530" y="2388280"/>
                  </a:lnTo>
                  <a:lnTo>
                    <a:pt x="2849724" y="2279749"/>
                  </a:lnTo>
                  <a:lnTo>
                    <a:pt x="2851918" y="2223139"/>
                  </a:lnTo>
                  <a:lnTo>
                    <a:pt x="2854112" y="2145887"/>
                  </a:lnTo>
                  <a:lnTo>
                    <a:pt x="2856305" y="2143226"/>
                  </a:lnTo>
                  <a:lnTo>
                    <a:pt x="2858499" y="2186661"/>
                  </a:lnTo>
                  <a:lnTo>
                    <a:pt x="2860693" y="2241855"/>
                  </a:lnTo>
                  <a:lnTo>
                    <a:pt x="2862887" y="2291437"/>
                  </a:lnTo>
                  <a:lnTo>
                    <a:pt x="2865080" y="2368513"/>
                  </a:lnTo>
                  <a:lnTo>
                    <a:pt x="2867274" y="2432111"/>
                  </a:lnTo>
                  <a:lnTo>
                    <a:pt x="2869468" y="2474438"/>
                  </a:lnTo>
                  <a:lnTo>
                    <a:pt x="2871662" y="2484156"/>
                  </a:lnTo>
                  <a:lnTo>
                    <a:pt x="2873856" y="2451247"/>
                  </a:lnTo>
                  <a:lnTo>
                    <a:pt x="2876049" y="2376601"/>
                  </a:lnTo>
                  <a:lnTo>
                    <a:pt x="2878243" y="2297094"/>
                  </a:lnTo>
                  <a:lnTo>
                    <a:pt x="2880437" y="2205931"/>
                  </a:lnTo>
                  <a:lnTo>
                    <a:pt x="2882631" y="2182775"/>
                  </a:lnTo>
                  <a:lnTo>
                    <a:pt x="2884825" y="2236402"/>
                  </a:lnTo>
                  <a:lnTo>
                    <a:pt x="2887018" y="2306641"/>
                  </a:lnTo>
                  <a:lnTo>
                    <a:pt x="2889212" y="2382629"/>
                  </a:lnTo>
                  <a:lnTo>
                    <a:pt x="2891406" y="2403872"/>
                  </a:lnTo>
                  <a:lnTo>
                    <a:pt x="2893600" y="2480289"/>
                  </a:lnTo>
                  <a:lnTo>
                    <a:pt x="2895793" y="2486325"/>
                  </a:lnTo>
                  <a:lnTo>
                    <a:pt x="2897987" y="2435877"/>
                  </a:lnTo>
                  <a:lnTo>
                    <a:pt x="2900181" y="2422777"/>
                  </a:lnTo>
                  <a:lnTo>
                    <a:pt x="2902375" y="2433556"/>
                  </a:lnTo>
                  <a:lnTo>
                    <a:pt x="2904569" y="2421180"/>
                  </a:lnTo>
                  <a:lnTo>
                    <a:pt x="2906762" y="2400792"/>
                  </a:lnTo>
                  <a:lnTo>
                    <a:pt x="2908956" y="2392277"/>
                  </a:lnTo>
                  <a:lnTo>
                    <a:pt x="2911150" y="2429237"/>
                  </a:lnTo>
                  <a:lnTo>
                    <a:pt x="2913344" y="2442775"/>
                  </a:lnTo>
                  <a:lnTo>
                    <a:pt x="2915537" y="2450703"/>
                  </a:lnTo>
                  <a:lnTo>
                    <a:pt x="2917731" y="2531985"/>
                  </a:lnTo>
                  <a:lnTo>
                    <a:pt x="2919925" y="2654707"/>
                  </a:lnTo>
                  <a:lnTo>
                    <a:pt x="2922119" y="2751026"/>
                  </a:lnTo>
                  <a:lnTo>
                    <a:pt x="2924313" y="2711548"/>
                  </a:lnTo>
                  <a:lnTo>
                    <a:pt x="2926506" y="2694378"/>
                  </a:lnTo>
                  <a:lnTo>
                    <a:pt x="2928700" y="2721654"/>
                  </a:lnTo>
                  <a:lnTo>
                    <a:pt x="2930894" y="2755780"/>
                  </a:lnTo>
                  <a:lnTo>
                    <a:pt x="2933088" y="2677326"/>
                  </a:lnTo>
                  <a:lnTo>
                    <a:pt x="2935282" y="2575592"/>
                  </a:lnTo>
                  <a:lnTo>
                    <a:pt x="2937475" y="2626991"/>
                  </a:lnTo>
                  <a:lnTo>
                    <a:pt x="2939669" y="2720505"/>
                  </a:lnTo>
                  <a:lnTo>
                    <a:pt x="2941863" y="2778530"/>
                  </a:lnTo>
                  <a:lnTo>
                    <a:pt x="2944057" y="2773689"/>
                  </a:lnTo>
                  <a:lnTo>
                    <a:pt x="2946250" y="2856702"/>
                  </a:lnTo>
                  <a:lnTo>
                    <a:pt x="2948444" y="2978882"/>
                  </a:lnTo>
                  <a:lnTo>
                    <a:pt x="2950638" y="3029411"/>
                  </a:lnTo>
                  <a:lnTo>
                    <a:pt x="2952832" y="3015464"/>
                  </a:lnTo>
                  <a:lnTo>
                    <a:pt x="2955026" y="2940949"/>
                  </a:lnTo>
                  <a:lnTo>
                    <a:pt x="2957219" y="2935219"/>
                  </a:lnTo>
                  <a:lnTo>
                    <a:pt x="2959413" y="2858800"/>
                  </a:lnTo>
                  <a:lnTo>
                    <a:pt x="2961607" y="2753167"/>
                  </a:lnTo>
                  <a:lnTo>
                    <a:pt x="2963801" y="2671485"/>
                  </a:lnTo>
                  <a:lnTo>
                    <a:pt x="2965994" y="2602594"/>
                  </a:lnTo>
                  <a:lnTo>
                    <a:pt x="2968188" y="2585169"/>
                  </a:lnTo>
                  <a:lnTo>
                    <a:pt x="2970382" y="2545431"/>
                  </a:lnTo>
                  <a:lnTo>
                    <a:pt x="2972576" y="2570344"/>
                  </a:lnTo>
                  <a:lnTo>
                    <a:pt x="2974770" y="2655185"/>
                  </a:lnTo>
                  <a:lnTo>
                    <a:pt x="2976963" y="2707039"/>
                  </a:lnTo>
                  <a:lnTo>
                    <a:pt x="2979157" y="2696579"/>
                  </a:lnTo>
                  <a:lnTo>
                    <a:pt x="2981351" y="2656791"/>
                  </a:lnTo>
                  <a:lnTo>
                    <a:pt x="2983545" y="2746148"/>
                  </a:lnTo>
                  <a:lnTo>
                    <a:pt x="2985739" y="2814532"/>
                  </a:lnTo>
                  <a:lnTo>
                    <a:pt x="2987932" y="2757604"/>
                  </a:lnTo>
                  <a:lnTo>
                    <a:pt x="2990126" y="2709039"/>
                  </a:lnTo>
                  <a:lnTo>
                    <a:pt x="2992320" y="2723018"/>
                  </a:lnTo>
                  <a:lnTo>
                    <a:pt x="2994514" y="2765013"/>
                  </a:lnTo>
                  <a:lnTo>
                    <a:pt x="2996707" y="2681064"/>
                  </a:lnTo>
                  <a:lnTo>
                    <a:pt x="2998901" y="2666877"/>
                  </a:lnTo>
                  <a:lnTo>
                    <a:pt x="3001095" y="2704718"/>
                  </a:lnTo>
                  <a:lnTo>
                    <a:pt x="3003289" y="2722576"/>
                  </a:lnTo>
                  <a:lnTo>
                    <a:pt x="3005483" y="2764755"/>
                  </a:lnTo>
                  <a:lnTo>
                    <a:pt x="3007676" y="2787438"/>
                  </a:lnTo>
                  <a:lnTo>
                    <a:pt x="3009870" y="2857389"/>
                  </a:lnTo>
                  <a:lnTo>
                    <a:pt x="3012064" y="2832198"/>
                  </a:lnTo>
                  <a:lnTo>
                    <a:pt x="3014258" y="2862343"/>
                  </a:lnTo>
                  <a:lnTo>
                    <a:pt x="3016451" y="2946693"/>
                  </a:lnTo>
                  <a:lnTo>
                    <a:pt x="3018645" y="2998729"/>
                  </a:lnTo>
                  <a:lnTo>
                    <a:pt x="3020839" y="2985545"/>
                  </a:lnTo>
                  <a:lnTo>
                    <a:pt x="3023033" y="2909408"/>
                  </a:lnTo>
                  <a:lnTo>
                    <a:pt x="3025227" y="2847092"/>
                  </a:lnTo>
                  <a:lnTo>
                    <a:pt x="3027420" y="2780556"/>
                  </a:lnTo>
                  <a:lnTo>
                    <a:pt x="3029614" y="2694774"/>
                  </a:lnTo>
                  <a:lnTo>
                    <a:pt x="3031808" y="2602533"/>
                  </a:lnTo>
                  <a:lnTo>
                    <a:pt x="3034002" y="2678455"/>
                  </a:lnTo>
                  <a:lnTo>
                    <a:pt x="3036196" y="2768876"/>
                  </a:lnTo>
                  <a:lnTo>
                    <a:pt x="3038389" y="2852848"/>
                  </a:lnTo>
                  <a:lnTo>
                    <a:pt x="3040583" y="2888908"/>
                  </a:lnTo>
                  <a:lnTo>
                    <a:pt x="3042777" y="2908499"/>
                  </a:lnTo>
                  <a:lnTo>
                    <a:pt x="3044971" y="2960058"/>
                  </a:lnTo>
                  <a:lnTo>
                    <a:pt x="3047164" y="2895386"/>
                  </a:lnTo>
                  <a:lnTo>
                    <a:pt x="3049358" y="2820282"/>
                  </a:lnTo>
                  <a:lnTo>
                    <a:pt x="3051552" y="2799151"/>
                  </a:lnTo>
                  <a:lnTo>
                    <a:pt x="3053746" y="2814491"/>
                  </a:lnTo>
                  <a:lnTo>
                    <a:pt x="3055940" y="2805291"/>
                  </a:lnTo>
                  <a:lnTo>
                    <a:pt x="3058133" y="2752012"/>
                  </a:lnTo>
                  <a:lnTo>
                    <a:pt x="3060327" y="2768085"/>
                  </a:lnTo>
                  <a:lnTo>
                    <a:pt x="3062521" y="2820658"/>
                  </a:lnTo>
                  <a:lnTo>
                    <a:pt x="3064715" y="2797379"/>
                  </a:lnTo>
                  <a:lnTo>
                    <a:pt x="3066909" y="2677304"/>
                  </a:lnTo>
                  <a:lnTo>
                    <a:pt x="3069102" y="2539872"/>
                  </a:lnTo>
                  <a:lnTo>
                    <a:pt x="3071296" y="2460050"/>
                  </a:lnTo>
                  <a:lnTo>
                    <a:pt x="3073490" y="2372774"/>
                  </a:lnTo>
                  <a:lnTo>
                    <a:pt x="3075684" y="2290618"/>
                  </a:lnTo>
                  <a:lnTo>
                    <a:pt x="3077877" y="2340378"/>
                  </a:lnTo>
                  <a:lnTo>
                    <a:pt x="3080071" y="2496058"/>
                  </a:lnTo>
                  <a:lnTo>
                    <a:pt x="3082265" y="2707125"/>
                  </a:lnTo>
                  <a:lnTo>
                    <a:pt x="3084459" y="2819712"/>
                  </a:lnTo>
                  <a:lnTo>
                    <a:pt x="3086653" y="2889604"/>
                  </a:lnTo>
                  <a:lnTo>
                    <a:pt x="3088846" y="2899680"/>
                  </a:lnTo>
                  <a:lnTo>
                    <a:pt x="3091040" y="2788424"/>
                  </a:lnTo>
                  <a:lnTo>
                    <a:pt x="3093234" y="2709026"/>
                  </a:lnTo>
                  <a:lnTo>
                    <a:pt x="3095428" y="2632796"/>
                  </a:lnTo>
                  <a:lnTo>
                    <a:pt x="3097621" y="2601689"/>
                  </a:lnTo>
                  <a:lnTo>
                    <a:pt x="3099815" y="2547837"/>
                  </a:lnTo>
                  <a:lnTo>
                    <a:pt x="3102009" y="2519279"/>
                  </a:lnTo>
                  <a:lnTo>
                    <a:pt x="3104203" y="2548036"/>
                  </a:lnTo>
                  <a:lnTo>
                    <a:pt x="3106397" y="2484609"/>
                  </a:lnTo>
                  <a:lnTo>
                    <a:pt x="3108590" y="2346475"/>
                  </a:lnTo>
                  <a:lnTo>
                    <a:pt x="3110784" y="2305303"/>
                  </a:lnTo>
                  <a:lnTo>
                    <a:pt x="3112978" y="2341576"/>
                  </a:lnTo>
                  <a:lnTo>
                    <a:pt x="3115172" y="2345939"/>
                  </a:lnTo>
                  <a:lnTo>
                    <a:pt x="3117366" y="2276008"/>
                  </a:lnTo>
                  <a:lnTo>
                    <a:pt x="3119559" y="2280375"/>
                  </a:lnTo>
                  <a:lnTo>
                    <a:pt x="3121753" y="2353203"/>
                  </a:lnTo>
                  <a:lnTo>
                    <a:pt x="3123947" y="2352995"/>
                  </a:lnTo>
                  <a:lnTo>
                    <a:pt x="3126141" y="2297029"/>
                  </a:lnTo>
                  <a:lnTo>
                    <a:pt x="3128334" y="2217886"/>
                  </a:lnTo>
                  <a:lnTo>
                    <a:pt x="3130528" y="2122992"/>
                  </a:lnTo>
                  <a:lnTo>
                    <a:pt x="3132722" y="1997877"/>
                  </a:lnTo>
                  <a:lnTo>
                    <a:pt x="3134916" y="1904156"/>
                  </a:lnTo>
                  <a:lnTo>
                    <a:pt x="3137110" y="1862186"/>
                  </a:lnTo>
                  <a:lnTo>
                    <a:pt x="3139303" y="1868280"/>
                  </a:lnTo>
                  <a:lnTo>
                    <a:pt x="3141497" y="1924689"/>
                  </a:lnTo>
                  <a:lnTo>
                    <a:pt x="3143691" y="1971689"/>
                  </a:lnTo>
                  <a:lnTo>
                    <a:pt x="3145885" y="1995168"/>
                  </a:lnTo>
                  <a:lnTo>
                    <a:pt x="3148078" y="2021735"/>
                  </a:lnTo>
                  <a:lnTo>
                    <a:pt x="3150272" y="2079451"/>
                  </a:lnTo>
                  <a:lnTo>
                    <a:pt x="3152466" y="2059571"/>
                  </a:lnTo>
                  <a:lnTo>
                    <a:pt x="3154660" y="2028183"/>
                  </a:lnTo>
                  <a:lnTo>
                    <a:pt x="3156854" y="2113384"/>
                  </a:lnTo>
                  <a:lnTo>
                    <a:pt x="3159047" y="2301156"/>
                  </a:lnTo>
                  <a:lnTo>
                    <a:pt x="3161241" y="2462468"/>
                  </a:lnTo>
                  <a:lnTo>
                    <a:pt x="3163435" y="2557353"/>
                  </a:lnTo>
                  <a:lnTo>
                    <a:pt x="3165629" y="2658596"/>
                  </a:lnTo>
                  <a:lnTo>
                    <a:pt x="3167823" y="2795335"/>
                  </a:lnTo>
                  <a:lnTo>
                    <a:pt x="3170016" y="2859042"/>
                  </a:lnTo>
                  <a:lnTo>
                    <a:pt x="3172210" y="2855797"/>
                  </a:lnTo>
                  <a:lnTo>
                    <a:pt x="3174404" y="2874780"/>
                  </a:lnTo>
                  <a:lnTo>
                    <a:pt x="3176598" y="2817393"/>
                  </a:lnTo>
                  <a:lnTo>
                    <a:pt x="3178791" y="2726842"/>
                  </a:lnTo>
                  <a:lnTo>
                    <a:pt x="3180985" y="2716362"/>
                  </a:lnTo>
                  <a:lnTo>
                    <a:pt x="3183179" y="2772597"/>
                  </a:lnTo>
                  <a:lnTo>
                    <a:pt x="3185373" y="2789532"/>
                  </a:lnTo>
                  <a:lnTo>
                    <a:pt x="3187567" y="2736917"/>
                  </a:lnTo>
                  <a:lnTo>
                    <a:pt x="3189760" y="2764502"/>
                  </a:lnTo>
                  <a:lnTo>
                    <a:pt x="3191954" y="2825905"/>
                  </a:lnTo>
                  <a:lnTo>
                    <a:pt x="3194148" y="2726132"/>
                  </a:lnTo>
                  <a:lnTo>
                    <a:pt x="3196342" y="2636112"/>
                  </a:lnTo>
                  <a:lnTo>
                    <a:pt x="3198536" y="2626455"/>
                  </a:lnTo>
                  <a:lnTo>
                    <a:pt x="3200729" y="2704183"/>
                  </a:lnTo>
                  <a:lnTo>
                    <a:pt x="3202923" y="2745206"/>
                  </a:lnTo>
                  <a:lnTo>
                    <a:pt x="3205117" y="2766138"/>
                  </a:lnTo>
                  <a:lnTo>
                    <a:pt x="3207311" y="2819475"/>
                  </a:lnTo>
                  <a:lnTo>
                    <a:pt x="3209504" y="2834944"/>
                  </a:lnTo>
                  <a:lnTo>
                    <a:pt x="3211698" y="2807221"/>
                  </a:lnTo>
                  <a:lnTo>
                    <a:pt x="3213892" y="2674747"/>
                  </a:lnTo>
                  <a:lnTo>
                    <a:pt x="3216086" y="2542574"/>
                  </a:lnTo>
                  <a:lnTo>
                    <a:pt x="3218280" y="2510001"/>
                  </a:lnTo>
                  <a:lnTo>
                    <a:pt x="3220473" y="2577206"/>
                  </a:lnTo>
                  <a:lnTo>
                    <a:pt x="3222667" y="2651760"/>
                  </a:lnTo>
                  <a:lnTo>
                    <a:pt x="3224861" y="2718939"/>
                  </a:lnTo>
                  <a:lnTo>
                    <a:pt x="3227055" y="2778138"/>
                  </a:lnTo>
                  <a:lnTo>
                    <a:pt x="3229248" y="2823792"/>
                  </a:lnTo>
                  <a:lnTo>
                    <a:pt x="3231442" y="2813955"/>
                  </a:lnTo>
                  <a:lnTo>
                    <a:pt x="3233636" y="2788306"/>
                  </a:lnTo>
                  <a:lnTo>
                    <a:pt x="3235830" y="2798204"/>
                  </a:lnTo>
                  <a:lnTo>
                    <a:pt x="3238024" y="2709303"/>
                  </a:lnTo>
                  <a:lnTo>
                    <a:pt x="3240217" y="2593459"/>
                  </a:lnTo>
                  <a:lnTo>
                    <a:pt x="3242411" y="2595636"/>
                  </a:lnTo>
                  <a:lnTo>
                    <a:pt x="3244605" y="2702272"/>
                  </a:lnTo>
                  <a:lnTo>
                    <a:pt x="3246799" y="2776728"/>
                  </a:lnTo>
                  <a:lnTo>
                    <a:pt x="3248993" y="2725170"/>
                  </a:lnTo>
                  <a:lnTo>
                    <a:pt x="3251186" y="2727619"/>
                  </a:lnTo>
                  <a:lnTo>
                    <a:pt x="3253380" y="2856321"/>
                  </a:lnTo>
                  <a:lnTo>
                    <a:pt x="3255574" y="2892914"/>
                  </a:lnTo>
                  <a:lnTo>
                    <a:pt x="3257768" y="2779436"/>
                  </a:lnTo>
                  <a:lnTo>
                    <a:pt x="3259961" y="2597442"/>
                  </a:lnTo>
                  <a:lnTo>
                    <a:pt x="3262155" y="2487929"/>
                  </a:lnTo>
                  <a:lnTo>
                    <a:pt x="3264349" y="2451417"/>
                  </a:lnTo>
                  <a:lnTo>
                    <a:pt x="3266543" y="2489502"/>
                  </a:lnTo>
                  <a:lnTo>
                    <a:pt x="3268737" y="2569999"/>
                  </a:lnTo>
                  <a:lnTo>
                    <a:pt x="3270930" y="2642374"/>
                  </a:lnTo>
                  <a:lnTo>
                    <a:pt x="3273124" y="2743147"/>
                  </a:lnTo>
                  <a:lnTo>
                    <a:pt x="3275318" y="2875564"/>
                  </a:lnTo>
                  <a:lnTo>
                    <a:pt x="3277512" y="2951799"/>
                  </a:lnTo>
                  <a:lnTo>
                    <a:pt x="3279705" y="2896491"/>
                  </a:lnTo>
                  <a:lnTo>
                    <a:pt x="3281899" y="2897895"/>
                  </a:lnTo>
                  <a:lnTo>
                    <a:pt x="3284093" y="2924733"/>
                  </a:lnTo>
                  <a:lnTo>
                    <a:pt x="3286287" y="2893507"/>
                  </a:lnTo>
                  <a:lnTo>
                    <a:pt x="3288481" y="2813202"/>
                  </a:lnTo>
                  <a:lnTo>
                    <a:pt x="3290674" y="2809342"/>
                  </a:lnTo>
                  <a:lnTo>
                    <a:pt x="3292868" y="2853068"/>
                  </a:lnTo>
                  <a:lnTo>
                    <a:pt x="3295062" y="2823114"/>
                  </a:lnTo>
                  <a:lnTo>
                    <a:pt x="3297256" y="2774723"/>
                  </a:lnTo>
                  <a:lnTo>
                    <a:pt x="3299450" y="2798915"/>
                  </a:lnTo>
                  <a:lnTo>
                    <a:pt x="3301643" y="2850694"/>
                  </a:lnTo>
                  <a:lnTo>
                    <a:pt x="3303837" y="2874248"/>
                  </a:lnTo>
                  <a:lnTo>
                    <a:pt x="3306031" y="2859950"/>
                  </a:lnTo>
                  <a:lnTo>
                    <a:pt x="3308225" y="2896862"/>
                  </a:lnTo>
                  <a:lnTo>
                    <a:pt x="3310418" y="2976089"/>
                  </a:lnTo>
                  <a:lnTo>
                    <a:pt x="3312612" y="3059182"/>
                  </a:lnTo>
                  <a:lnTo>
                    <a:pt x="3314806" y="3085239"/>
                  </a:lnTo>
                  <a:lnTo>
                    <a:pt x="3317000" y="3041487"/>
                  </a:lnTo>
                  <a:lnTo>
                    <a:pt x="3319194" y="3028271"/>
                  </a:lnTo>
                  <a:lnTo>
                    <a:pt x="3321387" y="2901390"/>
                  </a:lnTo>
                  <a:lnTo>
                    <a:pt x="3323581" y="2769361"/>
                  </a:lnTo>
                  <a:lnTo>
                    <a:pt x="3325775" y="2651563"/>
                  </a:lnTo>
                  <a:lnTo>
                    <a:pt x="3327969" y="2650415"/>
                  </a:lnTo>
                  <a:lnTo>
                    <a:pt x="3330163" y="2715186"/>
                  </a:lnTo>
                  <a:lnTo>
                    <a:pt x="3332356" y="2686145"/>
                  </a:lnTo>
                  <a:lnTo>
                    <a:pt x="3334550" y="2679210"/>
                  </a:lnTo>
                  <a:lnTo>
                    <a:pt x="3336744" y="2733391"/>
                  </a:lnTo>
                  <a:lnTo>
                    <a:pt x="3338938" y="2789896"/>
                  </a:lnTo>
                  <a:lnTo>
                    <a:pt x="3341131" y="2794565"/>
                  </a:lnTo>
                  <a:lnTo>
                    <a:pt x="3343325" y="2785702"/>
                  </a:lnTo>
                  <a:lnTo>
                    <a:pt x="3345519" y="2809335"/>
                  </a:lnTo>
                  <a:lnTo>
                    <a:pt x="3347713" y="2913315"/>
                  </a:lnTo>
                  <a:lnTo>
                    <a:pt x="3349907" y="3009439"/>
                  </a:lnTo>
                  <a:lnTo>
                    <a:pt x="3352100" y="3069133"/>
                  </a:lnTo>
                  <a:lnTo>
                    <a:pt x="3354294" y="3048502"/>
                  </a:lnTo>
                  <a:lnTo>
                    <a:pt x="3356488" y="3007390"/>
                  </a:lnTo>
                  <a:lnTo>
                    <a:pt x="3358682" y="3003122"/>
                  </a:lnTo>
                  <a:lnTo>
                    <a:pt x="3360875" y="2967546"/>
                  </a:lnTo>
                  <a:lnTo>
                    <a:pt x="3363069" y="2883284"/>
                  </a:lnTo>
                  <a:lnTo>
                    <a:pt x="3365263" y="2807141"/>
                  </a:lnTo>
                  <a:lnTo>
                    <a:pt x="3367457" y="2809932"/>
                  </a:lnTo>
                  <a:lnTo>
                    <a:pt x="3369651" y="2872549"/>
                  </a:lnTo>
                  <a:lnTo>
                    <a:pt x="3371844" y="2951388"/>
                  </a:lnTo>
                  <a:lnTo>
                    <a:pt x="3374038" y="3007041"/>
                  </a:lnTo>
                  <a:lnTo>
                    <a:pt x="3376232" y="3065469"/>
                  </a:lnTo>
                  <a:lnTo>
                    <a:pt x="3378426" y="3116972"/>
                  </a:lnTo>
                  <a:lnTo>
                    <a:pt x="3380620" y="3116972"/>
                  </a:lnTo>
                  <a:lnTo>
                    <a:pt x="3382813" y="3116972"/>
                  </a:lnTo>
                  <a:lnTo>
                    <a:pt x="3385007" y="3116972"/>
                  </a:lnTo>
                  <a:lnTo>
                    <a:pt x="3387201" y="3093962"/>
                  </a:lnTo>
                  <a:lnTo>
                    <a:pt x="3389395" y="2972573"/>
                  </a:lnTo>
                  <a:lnTo>
                    <a:pt x="3391588" y="2909393"/>
                  </a:lnTo>
                  <a:lnTo>
                    <a:pt x="3393782" y="2811871"/>
                  </a:lnTo>
                  <a:lnTo>
                    <a:pt x="3395976" y="2756870"/>
                  </a:lnTo>
                  <a:lnTo>
                    <a:pt x="3398170" y="2699412"/>
                  </a:lnTo>
                  <a:lnTo>
                    <a:pt x="3400364" y="2761917"/>
                  </a:lnTo>
                  <a:lnTo>
                    <a:pt x="3402557" y="2875724"/>
                  </a:lnTo>
                  <a:lnTo>
                    <a:pt x="3404751" y="2984835"/>
                  </a:lnTo>
                  <a:lnTo>
                    <a:pt x="3406945" y="3027328"/>
                  </a:lnTo>
                  <a:lnTo>
                    <a:pt x="3409139" y="3025351"/>
                  </a:lnTo>
                  <a:lnTo>
                    <a:pt x="3411332" y="3088720"/>
                  </a:lnTo>
                  <a:lnTo>
                    <a:pt x="3413526" y="3060058"/>
                  </a:lnTo>
                  <a:lnTo>
                    <a:pt x="3415720" y="3034032"/>
                  </a:lnTo>
                  <a:lnTo>
                    <a:pt x="3417914" y="3059432"/>
                  </a:lnTo>
                  <a:lnTo>
                    <a:pt x="3420108" y="3075833"/>
                  </a:lnTo>
                  <a:lnTo>
                    <a:pt x="3422301" y="3051566"/>
                  </a:lnTo>
                  <a:lnTo>
                    <a:pt x="3424495" y="2993056"/>
                  </a:lnTo>
                  <a:lnTo>
                    <a:pt x="3426689" y="3011743"/>
                  </a:lnTo>
                  <a:lnTo>
                    <a:pt x="3428883" y="3023334"/>
                  </a:lnTo>
                  <a:lnTo>
                    <a:pt x="3431077" y="2846252"/>
                  </a:lnTo>
                  <a:lnTo>
                    <a:pt x="3433270" y="2729936"/>
                  </a:lnTo>
                  <a:lnTo>
                    <a:pt x="3435464" y="2821935"/>
                  </a:lnTo>
                  <a:lnTo>
                    <a:pt x="3437658" y="2888791"/>
                  </a:lnTo>
                  <a:lnTo>
                    <a:pt x="3439852" y="2864735"/>
                  </a:lnTo>
                  <a:lnTo>
                    <a:pt x="3442045" y="2787287"/>
                  </a:lnTo>
                  <a:lnTo>
                    <a:pt x="3444239" y="2798909"/>
                  </a:lnTo>
                  <a:lnTo>
                    <a:pt x="3446433" y="2819896"/>
                  </a:lnTo>
                  <a:lnTo>
                    <a:pt x="3448627" y="2744373"/>
                  </a:lnTo>
                  <a:lnTo>
                    <a:pt x="3450821" y="2720445"/>
                  </a:lnTo>
                  <a:lnTo>
                    <a:pt x="3453014" y="2756527"/>
                  </a:lnTo>
                  <a:lnTo>
                    <a:pt x="3455208" y="2829196"/>
                  </a:lnTo>
                  <a:lnTo>
                    <a:pt x="3457402" y="2858105"/>
                  </a:lnTo>
                  <a:lnTo>
                    <a:pt x="3459596" y="2853327"/>
                  </a:lnTo>
                  <a:lnTo>
                    <a:pt x="3461790" y="2864007"/>
                  </a:lnTo>
                  <a:lnTo>
                    <a:pt x="3463983" y="2900927"/>
                  </a:lnTo>
                  <a:lnTo>
                    <a:pt x="3466177" y="2939487"/>
                  </a:lnTo>
                  <a:lnTo>
                    <a:pt x="3468371" y="2912593"/>
                  </a:lnTo>
                  <a:lnTo>
                    <a:pt x="3470565" y="2936471"/>
                  </a:lnTo>
                  <a:lnTo>
                    <a:pt x="3472758" y="3023451"/>
                  </a:lnTo>
                  <a:lnTo>
                    <a:pt x="3474952" y="2967920"/>
                  </a:lnTo>
                  <a:lnTo>
                    <a:pt x="3477146" y="2841034"/>
                  </a:lnTo>
                  <a:lnTo>
                    <a:pt x="3479340" y="2748221"/>
                  </a:lnTo>
                  <a:lnTo>
                    <a:pt x="3481534" y="2679879"/>
                  </a:lnTo>
                  <a:lnTo>
                    <a:pt x="3483727" y="2629475"/>
                  </a:lnTo>
                  <a:lnTo>
                    <a:pt x="3485921" y="2521717"/>
                  </a:lnTo>
                  <a:lnTo>
                    <a:pt x="3488115" y="2445332"/>
                  </a:lnTo>
                  <a:lnTo>
                    <a:pt x="3490309" y="2426008"/>
                  </a:lnTo>
                  <a:lnTo>
                    <a:pt x="3492502" y="2379595"/>
                  </a:lnTo>
                  <a:lnTo>
                    <a:pt x="3494696" y="2387562"/>
                  </a:lnTo>
                  <a:lnTo>
                    <a:pt x="3496890" y="2370670"/>
                  </a:lnTo>
                  <a:lnTo>
                    <a:pt x="3499084" y="2318272"/>
                  </a:lnTo>
                  <a:lnTo>
                    <a:pt x="3501278" y="2307644"/>
                  </a:lnTo>
                  <a:lnTo>
                    <a:pt x="3503471" y="2251623"/>
                  </a:lnTo>
                  <a:lnTo>
                    <a:pt x="3505665" y="2181241"/>
                  </a:lnTo>
                  <a:lnTo>
                    <a:pt x="3507859" y="2094066"/>
                  </a:lnTo>
                  <a:lnTo>
                    <a:pt x="3510053" y="1980836"/>
                  </a:lnTo>
                  <a:lnTo>
                    <a:pt x="3512247" y="1927779"/>
                  </a:lnTo>
                  <a:lnTo>
                    <a:pt x="3514440" y="1881796"/>
                  </a:lnTo>
                  <a:lnTo>
                    <a:pt x="3516634" y="1784870"/>
                  </a:lnTo>
                  <a:lnTo>
                    <a:pt x="3518828" y="1791433"/>
                  </a:lnTo>
                  <a:lnTo>
                    <a:pt x="3521022" y="1800464"/>
                  </a:lnTo>
                  <a:lnTo>
                    <a:pt x="3523215" y="1786464"/>
                  </a:lnTo>
                  <a:lnTo>
                    <a:pt x="3525409" y="1826535"/>
                  </a:lnTo>
                  <a:lnTo>
                    <a:pt x="3527603" y="1846024"/>
                  </a:lnTo>
                  <a:lnTo>
                    <a:pt x="3529797" y="1934741"/>
                  </a:lnTo>
                  <a:lnTo>
                    <a:pt x="3531991" y="1919437"/>
                  </a:lnTo>
                  <a:lnTo>
                    <a:pt x="3534184" y="1896723"/>
                  </a:lnTo>
                  <a:lnTo>
                    <a:pt x="3536378" y="1920848"/>
                  </a:lnTo>
                  <a:lnTo>
                    <a:pt x="3538572" y="1834230"/>
                  </a:lnTo>
                  <a:lnTo>
                    <a:pt x="3540766" y="1851188"/>
                  </a:lnTo>
                  <a:lnTo>
                    <a:pt x="3542959" y="1808440"/>
                  </a:lnTo>
                  <a:lnTo>
                    <a:pt x="3545153" y="1739655"/>
                  </a:lnTo>
                  <a:lnTo>
                    <a:pt x="3547347" y="1676658"/>
                  </a:lnTo>
                  <a:lnTo>
                    <a:pt x="3549541" y="1655120"/>
                  </a:lnTo>
                  <a:lnTo>
                    <a:pt x="3551735" y="1690494"/>
                  </a:lnTo>
                  <a:lnTo>
                    <a:pt x="3553928" y="1683958"/>
                  </a:lnTo>
                  <a:lnTo>
                    <a:pt x="3556122" y="1691445"/>
                  </a:lnTo>
                  <a:lnTo>
                    <a:pt x="3558316" y="1744623"/>
                  </a:lnTo>
                  <a:lnTo>
                    <a:pt x="3560510" y="1781912"/>
                  </a:lnTo>
                  <a:lnTo>
                    <a:pt x="3562704" y="1742744"/>
                  </a:lnTo>
                  <a:lnTo>
                    <a:pt x="3564897" y="1708038"/>
                  </a:lnTo>
                  <a:lnTo>
                    <a:pt x="3567091" y="1639117"/>
                  </a:lnTo>
                  <a:lnTo>
                    <a:pt x="3569285" y="1605340"/>
                  </a:lnTo>
                  <a:lnTo>
                    <a:pt x="3571479" y="1630610"/>
                  </a:lnTo>
                  <a:lnTo>
                    <a:pt x="3573672" y="1653994"/>
                  </a:lnTo>
                  <a:lnTo>
                    <a:pt x="3575866" y="1727599"/>
                  </a:lnTo>
                  <a:lnTo>
                    <a:pt x="3578060" y="1815291"/>
                  </a:lnTo>
                  <a:lnTo>
                    <a:pt x="3580254" y="1832608"/>
                  </a:lnTo>
                  <a:lnTo>
                    <a:pt x="3582448" y="1816456"/>
                  </a:lnTo>
                  <a:lnTo>
                    <a:pt x="3584641" y="1739420"/>
                  </a:lnTo>
                  <a:lnTo>
                    <a:pt x="3586835" y="1691639"/>
                  </a:lnTo>
                  <a:lnTo>
                    <a:pt x="3589029" y="1630666"/>
                  </a:lnTo>
                  <a:lnTo>
                    <a:pt x="3591223" y="1492656"/>
                  </a:lnTo>
                  <a:lnTo>
                    <a:pt x="3593416" y="1442213"/>
                  </a:lnTo>
                  <a:lnTo>
                    <a:pt x="3595610" y="1425314"/>
                  </a:lnTo>
                  <a:lnTo>
                    <a:pt x="3597804" y="1391965"/>
                  </a:lnTo>
                  <a:lnTo>
                    <a:pt x="3599998" y="1342161"/>
                  </a:lnTo>
                  <a:lnTo>
                    <a:pt x="3602192" y="1315218"/>
                  </a:lnTo>
                  <a:lnTo>
                    <a:pt x="3604385" y="1352397"/>
                  </a:lnTo>
                  <a:lnTo>
                    <a:pt x="3606579" y="1373821"/>
                  </a:lnTo>
                  <a:lnTo>
                    <a:pt x="3608773" y="1330065"/>
                  </a:lnTo>
                  <a:lnTo>
                    <a:pt x="3610967" y="1321963"/>
                  </a:lnTo>
                  <a:lnTo>
                    <a:pt x="3613161" y="1330876"/>
                  </a:lnTo>
                  <a:lnTo>
                    <a:pt x="3615354" y="1318496"/>
                  </a:lnTo>
                  <a:lnTo>
                    <a:pt x="3617548" y="1306246"/>
                  </a:lnTo>
                  <a:lnTo>
                    <a:pt x="3619742" y="1360725"/>
                  </a:lnTo>
                  <a:lnTo>
                    <a:pt x="3621936" y="1441401"/>
                  </a:lnTo>
                  <a:lnTo>
                    <a:pt x="3624129" y="1587064"/>
                  </a:lnTo>
                  <a:lnTo>
                    <a:pt x="3626323" y="1731160"/>
                  </a:lnTo>
                  <a:lnTo>
                    <a:pt x="3628517" y="1817606"/>
                  </a:lnTo>
                  <a:lnTo>
                    <a:pt x="3630711" y="1928694"/>
                  </a:lnTo>
                  <a:lnTo>
                    <a:pt x="3632905" y="1916230"/>
                  </a:lnTo>
                  <a:lnTo>
                    <a:pt x="3635098" y="1941773"/>
                  </a:lnTo>
                  <a:lnTo>
                    <a:pt x="3637292" y="1913384"/>
                  </a:lnTo>
                  <a:lnTo>
                    <a:pt x="3639486" y="1886108"/>
                  </a:lnTo>
                  <a:lnTo>
                    <a:pt x="3641680" y="1914498"/>
                  </a:lnTo>
                  <a:lnTo>
                    <a:pt x="3643874" y="1919330"/>
                  </a:lnTo>
                  <a:lnTo>
                    <a:pt x="3646067" y="1956870"/>
                  </a:lnTo>
                  <a:lnTo>
                    <a:pt x="3648261" y="1959688"/>
                  </a:lnTo>
                  <a:lnTo>
                    <a:pt x="3650455" y="1936769"/>
                  </a:lnTo>
                  <a:lnTo>
                    <a:pt x="3652649" y="1874278"/>
                  </a:lnTo>
                  <a:lnTo>
                    <a:pt x="3654842" y="1819835"/>
                  </a:lnTo>
                  <a:lnTo>
                    <a:pt x="3657036" y="1725067"/>
                  </a:lnTo>
                  <a:lnTo>
                    <a:pt x="3659230" y="1560099"/>
                  </a:lnTo>
                  <a:lnTo>
                    <a:pt x="3661424" y="1355299"/>
                  </a:lnTo>
                  <a:lnTo>
                    <a:pt x="3663618" y="1160628"/>
                  </a:lnTo>
                  <a:lnTo>
                    <a:pt x="3665811" y="955295"/>
                  </a:lnTo>
                  <a:lnTo>
                    <a:pt x="3668005" y="786719"/>
                  </a:lnTo>
                  <a:lnTo>
                    <a:pt x="3670199" y="672589"/>
                  </a:lnTo>
                  <a:lnTo>
                    <a:pt x="3672393" y="629464"/>
                  </a:lnTo>
                  <a:lnTo>
                    <a:pt x="3674586" y="576628"/>
                  </a:lnTo>
                  <a:lnTo>
                    <a:pt x="3676780" y="470218"/>
                  </a:lnTo>
                  <a:lnTo>
                    <a:pt x="3678974" y="428050"/>
                  </a:lnTo>
                  <a:lnTo>
                    <a:pt x="3681168" y="418730"/>
                  </a:lnTo>
                  <a:lnTo>
                    <a:pt x="3683362" y="459607"/>
                  </a:lnTo>
                  <a:lnTo>
                    <a:pt x="3685555" y="537798"/>
                  </a:lnTo>
                  <a:lnTo>
                    <a:pt x="3687749" y="648711"/>
                  </a:lnTo>
                  <a:lnTo>
                    <a:pt x="3689943" y="837979"/>
                  </a:lnTo>
                  <a:lnTo>
                    <a:pt x="3692137" y="1024901"/>
                  </a:lnTo>
                  <a:lnTo>
                    <a:pt x="3694331" y="1106144"/>
                  </a:lnTo>
                  <a:lnTo>
                    <a:pt x="3696524" y="1098677"/>
                  </a:lnTo>
                  <a:lnTo>
                    <a:pt x="3698718" y="1055388"/>
                  </a:lnTo>
                  <a:lnTo>
                    <a:pt x="3700912" y="1023234"/>
                  </a:lnTo>
                  <a:lnTo>
                    <a:pt x="3703106" y="983230"/>
                  </a:lnTo>
                  <a:lnTo>
                    <a:pt x="3705299" y="943838"/>
                  </a:lnTo>
                  <a:lnTo>
                    <a:pt x="3707493" y="964736"/>
                  </a:lnTo>
                  <a:lnTo>
                    <a:pt x="3709687" y="1022090"/>
                  </a:lnTo>
                  <a:lnTo>
                    <a:pt x="3711881" y="1047947"/>
                  </a:lnTo>
                  <a:lnTo>
                    <a:pt x="3714075" y="1058656"/>
                  </a:lnTo>
                  <a:lnTo>
                    <a:pt x="3716268" y="1074958"/>
                  </a:lnTo>
                  <a:lnTo>
                    <a:pt x="3718462" y="1063224"/>
                  </a:lnTo>
                  <a:lnTo>
                    <a:pt x="3720656" y="1044126"/>
                  </a:lnTo>
                  <a:lnTo>
                    <a:pt x="3722850" y="1039120"/>
                  </a:lnTo>
                  <a:lnTo>
                    <a:pt x="3725043" y="1131126"/>
                  </a:lnTo>
                  <a:lnTo>
                    <a:pt x="3727237" y="1277516"/>
                  </a:lnTo>
                  <a:lnTo>
                    <a:pt x="3729431" y="1356739"/>
                  </a:lnTo>
                  <a:lnTo>
                    <a:pt x="3731625" y="1425583"/>
                  </a:lnTo>
                  <a:lnTo>
                    <a:pt x="3733819" y="1425822"/>
                  </a:lnTo>
                  <a:lnTo>
                    <a:pt x="3736012" y="1360711"/>
                  </a:lnTo>
                  <a:lnTo>
                    <a:pt x="3738206" y="1238917"/>
                  </a:lnTo>
                  <a:lnTo>
                    <a:pt x="3740400" y="1095755"/>
                  </a:lnTo>
                  <a:lnTo>
                    <a:pt x="3742594" y="989080"/>
                  </a:lnTo>
                  <a:lnTo>
                    <a:pt x="3744788" y="920704"/>
                  </a:lnTo>
                  <a:lnTo>
                    <a:pt x="3746981" y="908663"/>
                  </a:lnTo>
                  <a:lnTo>
                    <a:pt x="3749175" y="918106"/>
                  </a:lnTo>
                  <a:lnTo>
                    <a:pt x="3751369" y="981351"/>
                  </a:lnTo>
                  <a:lnTo>
                    <a:pt x="3753563" y="1087696"/>
                  </a:lnTo>
                  <a:lnTo>
                    <a:pt x="3755756" y="1123592"/>
                  </a:lnTo>
                  <a:lnTo>
                    <a:pt x="3757950" y="1123691"/>
                  </a:lnTo>
                  <a:lnTo>
                    <a:pt x="3760144" y="1175229"/>
                  </a:lnTo>
                  <a:lnTo>
                    <a:pt x="3762338" y="1253046"/>
                  </a:lnTo>
                  <a:lnTo>
                    <a:pt x="3764532" y="1305919"/>
                  </a:lnTo>
                  <a:lnTo>
                    <a:pt x="3766725" y="1287954"/>
                  </a:lnTo>
                  <a:lnTo>
                    <a:pt x="3768919" y="1288221"/>
                  </a:lnTo>
                  <a:lnTo>
                    <a:pt x="3771113" y="1247274"/>
                  </a:lnTo>
                  <a:lnTo>
                    <a:pt x="3773307" y="1135333"/>
                  </a:lnTo>
                  <a:lnTo>
                    <a:pt x="3775501" y="1055097"/>
                  </a:lnTo>
                  <a:lnTo>
                    <a:pt x="3777694" y="922643"/>
                  </a:lnTo>
                  <a:lnTo>
                    <a:pt x="3779888" y="750745"/>
                  </a:lnTo>
                  <a:lnTo>
                    <a:pt x="3782082" y="665739"/>
                  </a:lnTo>
                  <a:lnTo>
                    <a:pt x="3784276" y="652772"/>
                  </a:lnTo>
                  <a:lnTo>
                    <a:pt x="3786469" y="609053"/>
                  </a:lnTo>
                  <a:lnTo>
                    <a:pt x="3788663" y="529114"/>
                  </a:lnTo>
                  <a:lnTo>
                    <a:pt x="3790857" y="528068"/>
                  </a:lnTo>
                  <a:lnTo>
                    <a:pt x="3793051" y="563182"/>
                  </a:lnTo>
                  <a:lnTo>
                    <a:pt x="3795245" y="586646"/>
                  </a:lnTo>
                  <a:lnTo>
                    <a:pt x="3797438" y="649590"/>
                  </a:lnTo>
                  <a:lnTo>
                    <a:pt x="3799632" y="768562"/>
                  </a:lnTo>
                  <a:lnTo>
                    <a:pt x="3801826" y="900989"/>
                  </a:lnTo>
                  <a:lnTo>
                    <a:pt x="3804020" y="980431"/>
                  </a:lnTo>
                  <a:lnTo>
                    <a:pt x="3806213" y="1090896"/>
                  </a:lnTo>
                  <a:lnTo>
                    <a:pt x="3808407" y="1099793"/>
                  </a:lnTo>
                  <a:lnTo>
                    <a:pt x="3810601" y="988890"/>
                  </a:lnTo>
                  <a:lnTo>
                    <a:pt x="3812795" y="861543"/>
                  </a:lnTo>
                  <a:lnTo>
                    <a:pt x="3814989" y="742741"/>
                  </a:lnTo>
                  <a:lnTo>
                    <a:pt x="3817182" y="672251"/>
                  </a:lnTo>
                  <a:lnTo>
                    <a:pt x="3819376" y="597465"/>
                  </a:lnTo>
                  <a:lnTo>
                    <a:pt x="3821570" y="618783"/>
                  </a:lnTo>
                  <a:lnTo>
                    <a:pt x="3823764" y="697617"/>
                  </a:lnTo>
                  <a:lnTo>
                    <a:pt x="3825958" y="806787"/>
                  </a:lnTo>
                  <a:lnTo>
                    <a:pt x="3828151" y="988186"/>
                  </a:lnTo>
                  <a:lnTo>
                    <a:pt x="3830345" y="1079950"/>
                  </a:lnTo>
                  <a:lnTo>
                    <a:pt x="3832539" y="1119644"/>
                  </a:lnTo>
                  <a:lnTo>
                    <a:pt x="3834733" y="1103669"/>
                  </a:lnTo>
                  <a:lnTo>
                    <a:pt x="3836926" y="1080127"/>
                  </a:lnTo>
                  <a:lnTo>
                    <a:pt x="3839120" y="1016987"/>
                  </a:lnTo>
                  <a:lnTo>
                    <a:pt x="3841314" y="885394"/>
                  </a:lnTo>
                  <a:lnTo>
                    <a:pt x="3843508" y="838909"/>
                  </a:lnTo>
                  <a:lnTo>
                    <a:pt x="3845702" y="818941"/>
                  </a:lnTo>
                  <a:lnTo>
                    <a:pt x="3847895" y="795306"/>
                  </a:lnTo>
                  <a:lnTo>
                    <a:pt x="3850089" y="783877"/>
                  </a:lnTo>
                  <a:lnTo>
                    <a:pt x="3852283" y="807572"/>
                  </a:lnTo>
                  <a:lnTo>
                    <a:pt x="3854477" y="738309"/>
                  </a:lnTo>
                  <a:lnTo>
                    <a:pt x="3856670" y="648321"/>
                  </a:lnTo>
                  <a:lnTo>
                    <a:pt x="3858864" y="653120"/>
                  </a:lnTo>
                  <a:lnTo>
                    <a:pt x="3861058" y="718088"/>
                  </a:lnTo>
                  <a:lnTo>
                    <a:pt x="3863252" y="777645"/>
                  </a:lnTo>
                  <a:lnTo>
                    <a:pt x="3865446" y="781336"/>
                  </a:lnTo>
                  <a:lnTo>
                    <a:pt x="3867639" y="810380"/>
                  </a:lnTo>
                  <a:lnTo>
                    <a:pt x="3869833" y="785700"/>
                  </a:lnTo>
                  <a:lnTo>
                    <a:pt x="3872027" y="712479"/>
                  </a:lnTo>
                  <a:lnTo>
                    <a:pt x="3874221" y="595959"/>
                  </a:lnTo>
                  <a:lnTo>
                    <a:pt x="3876415" y="471813"/>
                  </a:lnTo>
                  <a:lnTo>
                    <a:pt x="3878608" y="388117"/>
                  </a:lnTo>
                  <a:lnTo>
                    <a:pt x="3880802" y="346855"/>
                  </a:lnTo>
                  <a:lnTo>
                    <a:pt x="3882996" y="353506"/>
                  </a:lnTo>
                  <a:lnTo>
                    <a:pt x="3885190" y="347527"/>
                  </a:lnTo>
                  <a:lnTo>
                    <a:pt x="3887383" y="375443"/>
                  </a:lnTo>
                  <a:lnTo>
                    <a:pt x="3889577" y="410630"/>
                  </a:lnTo>
                  <a:lnTo>
                    <a:pt x="3891771" y="460783"/>
                  </a:lnTo>
                  <a:lnTo>
                    <a:pt x="3893965" y="528488"/>
                  </a:lnTo>
                  <a:lnTo>
                    <a:pt x="3896159" y="624502"/>
                  </a:lnTo>
                  <a:lnTo>
                    <a:pt x="3898352" y="681139"/>
                  </a:lnTo>
                  <a:lnTo>
                    <a:pt x="3900546" y="703859"/>
                  </a:lnTo>
                  <a:lnTo>
                    <a:pt x="3902740" y="752435"/>
                  </a:lnTo>
                  <a:lnTo>
                    <a:pt x="3904934" y="806672"/>
                  </a:lnTo>
                  <a:lnTo>
                    <a:pt x="3907128" y="822675"/>
                  </a:lnTo>
                  <a:lnTo>
                    <a:pt x="3909321" y="761995"/>
                  </a:lnTo>
                  <a:lnTo>
                    <a:pt x="3911515" y="708260"/>
                  </a:lnTo>
                  <a:lnTo>
                    <a:pt x="3913709" y="680965"/>
                  </a:lnTo>
                  <a:lnTo>
                    <a:pt x="3915903" y="666469"/>
                  </a:lnTo>
                  <a:lnTo>
                    <a:pt x="3918096" y="615715"/>
                  </a:lnTo>
                  <a:lnTo>
                    <a:pt x="3920290" y="567897"/>
                  </a:lnTo>
                  <a:lnTo>
                    <a:pt x="3922484" y="603915"/>
                  </a:lnTo>
                  <a:lnTo>
                    <a:pt x="3924678" y="678665"/>
                  </a:lnTo>
                  <a:lnTo>
                    <a:pt x="3926872" y="780974"/>
                  </a:lnTo>
                  <a:lnTo>
                    <a:pt x="3929065" y="922477"/>
                  </a:lnTo>
                  <a:lnTo>
                    <a:pt x="3931259" y="1137880"/>
                  </a:lnTo>
                  <a:lnTo>
                    <a:pt x="3933453" y="1427168"/>
                  </a:lnTo>
                  <a:lnTo>
                    <a:pt x="3935647" y="1648127"/>
                  </a:lnTo>
                  <a:lnTo>
                    <a:pt x="3937840" y="1828715"/>
                  </a:lnTo>
                  <a:lnTo>
                    <a:pt x="3940034" y="2067986"/>
                  </a:lnTo>
                  <a:lnTo>
                    <a:pt x="3942228" y="2294142"/>
                  </a:lnTo>
                  <a:lnTo>
                    <a:pt x="3944422" y="2356579"/>
                  </a:lnTo>
                  <a:lnTo>
                    <a:pt x="3946616" y="2232176"/>
                  </a:lnTo>
                  <a:lnTo>
                    <a:pt x="3948809" y="2207675"/>
                  </a:lnTo>
                  <a:lnTo>
                    <a:pt x="3951003" y="2314128"/>
                  </a:lnTo>
                  <a:lnTo>
                    <a:pt x="3953197" y="2320337"/>
                  </a:lnTo>
                  <a:lnTo>
                    <a:pt x="3955391" y="2148331"/>
                  </a:lnTo>
                  <a:lnTo>
                    <a:pt x="3957585" y="2076964"/>
                  </a:lnTo>
                  <a:lnTo>
                    <a:pt x="3959778" y="2176505"/>
                  </a:lnTo>
                  <a:lnTo>
                    <a:pt x="3961972" y="2186157"/>
                  </a:lnTo>
                  <a:lnTo>
                    <a:pt x="3964166" y="2118581"/>
                  </a:lnTo>
                  <a:lnTo>
                    <a:pt x="3966360" y="2129667"/>
                  </a:lnTo>
                  <a:lnTo>
                    <a:pt x="3968553" y="2194810"/>
                  </a:lnTo>
                  <a:lnTo>
                    <a:pt x="3970747" y="2266187"/>
                  </a:lnTo>
                  <a:lnTo>
                    <a:pt x="3972941" y="2342590"/>
                  </a:lnTo>
                  <a:lnTo>
                    <a:pt x="3975135" y="2372592"/>
                  </a:lnTo>
                  <a:lnTo>
                    <a:pt x="3977329" y="2326990"/>
                  </a:lnTo>
                  <a:lnTo>
                    <a:pt x="3979522" y="2233538"/>
                  </a:lnTo>
                  <a:lnTo>
                    <a:pt x="3981716" y="2144856"/>
                  </a:lnTo>
                  <a:lnTo>
                    <a:pt x="3983910" y="2001300"/>
                  </a:lnTo>
                  <a:lnTo>
                    <a:pt x="3986104" y="1836675"/>
                  </a:lnTo>
                  <a:lnTo>
                    <a:pt x="3988297" y="1792473"/>
                  </a:lnTo>
                  <a:lnTo>
                    <a:pt x="3990491" y="1844795"/>
                  </a:lnTo>
                  <a:lnTo>
                    <a:pt x="3992685" y="1871835"/>
                  </a:lnTo>
                  <a:lnTo>
                    <a:pt x="3994879" y="1949302"/>
                  </a:lnTo>
                  <a:lnTo>
                    <a:pt x="3997073" y="2100379"/>
                  </a:lnTo>
                  <a:lnTo>
                    <a:pt x="3999266" y="2204299"/>
                  </a:lnTo>
                  <a:lnTo>
                    <a:pt x="4001460" y="2278680"/>
                  </a:lnTo>
                  <a:lnTo>
                    <a:pt x="4003654" y="2319959"/>
                  </a:lnTo>
                  <a:lnTo>
                    <a:pt x="4005848" y="2349322"/>
                  </a:lnTo>
                  <a:lnTo>
                    <a:pt x="4008042" y="2423309"/>
                  </a:lnTo>
                  <a:lnTo>
                    <a:pt x="4010235" y="2460328"/>
                  </a:lnTo>
                  <a:lnTo>
                    <a:pt x="4012429" y="2421472"/>
                  </a:lnTo>
                  <a:lnTo>
                    <a:pt x="4014623" y="2359364"/>
                  </a:lnTo>
                  <a:lnTo>
                    <a:pt x="4016817" y="2322853"/>
                  </a:lnTo>
                  <a:lnTo>
                    <a:pt x="4019010" y="2302298"/>
                  </a:lnTo>
                  <a:lnTo>
                    <a:pt x="4021204" y="2223537"/>
                  </a:lnTo>
                  <a:lnTo>
                    <a:pt x="4023398" y="2163079"/>
                  </a:lnTo>
                  <a:lnTo>
                    <a:pt x="4025592" y="2173804"/>
                  </a:lnTo>
                  <a:lnTo>
                    <a:pt x="4027786" y="2188521"/>
                  </a:lnTo>
                  <a:lnTo>
                    <a:pt x="4029979" y="2143055"/>
                  </a:lnTo>
                  <a:lnTo>
                    <a:pt x="4032173" y="2130528"/>
                  </a:lnTo>
                  <a:lnTo>
                    <a:pt x="4034367" y="2231037"/>
                  </a:lnTo>
                  <a:lnTo>
                    <a:pt x="4036561" y="2348027"/>
                  </a:lnTo>
                  <a:lnTo>
                    <a:pt x="4038755" y="2380599"/>
                  </a:lnTo>
                  <a:lnTo>
                    <a:pt x="4040948" y="2364492"/>
                  </a:lnTo>
                  <a:lnTo>
                    <a:pt x="4043142" y="2358899"/>
                  </a:lnTo>
                  <a:lnTo>
                    <a:pt x="4045336" y="2257339"/>
                  </a:lnTo>
                  <a:lnTo>
                    <a:pt x="4047530" y="2161181"/>
                  </a:lnTo>
                  <a:lnTo>
                    <a:pt x="4049723" y="2075930"/>
                  </a:lnTo>
                  <a:lnTo>
                    <a:pt x="4051917" y="2103692"/>
                  </a:lnTo>
                  <a:lnTo>
                    <a:pt x="4054111" y="2141859"/>
                  </a:lnTo>
                  <a:lnTo>
                    <a:pt x="4056305" y="2186178"/>
                  </a:lnTo>
                  <a:lnTo>
                    <a:pt x="4058499" y="2260240"/>
                  </a:lnTo>
                  <a:lnTo>
                    <a:pt x="4060692" y="2207559"/>
                  </a:lnTo>
                  <a:lnTo>
                    <a:pt x="4062886" y="2060392"/>
                  </a:lnTo>
                  <a:lnTo>
                    <a:pt x="4065080" y="1919064"/>
                  </a:lnTo>
                  <a:lnTo>
                    <a:pt x="4067274" y="1810468"/>
                  </a:lnTo>
                  <a:lnTo>
                    <a:pt x="4069467" y="1711918"/>
                  </a:lnTo>
                  <a:lnTo>
                    <a:pt x="4071661" y="1641148"/>
                  </a:lnTo>
                  <a:lnTo>
                    <a:pt x="4073855" y="1629932"/>
                  </a:lnTo>
                  <a:lnTo>
                    <a:pt x="4076049" y="1660494"/>
                  </a:lnTo>
                  <a:lnTo>
                    <a:pt x="4078243" y="1660744"/>
                  </a:lnTo>
                  <a:lnTo>
                    <a:pt x="4080436" y="1674532"/>
                  </a:lnTo>
                  <a:lnTo>
                    <a:pt x="4082630" y="1760420"/>
                  </a:lnTo>
                  <a:lnTo>
                    <a:pt x="4084824" y="1962505"/>
                  </a:lnTo>
                  <a:lnTo>
                    <a:pt x="4087018" y="2177018"/>
                  </a:lnTo>
                  <a:lnTo>
                    <a:pt x="4089212" y="2417346"/>
                  </a:lnTo>
                  <a:lnTo>
                    <a:pt x="4091405" y="2614226"/>
                  </a:lnTo>
                  <a:lnTo>
                    <a:pt x="4093599" y="2732177"/>
                  </a:lnTo>
                  <a:lnTo>
                    <a:pt x="4095793" y="2778967"/>
                  </a:lnTo>
                  <a:lnTo>
                    <a:pt x="4097987" y="2579222"/>
                  </a:lnTo>
                  <a:lnTo>
                    <a:pt x="4100180" y="2331576"/>
                  </a:lnTo>
                  <a:lnTo>
                    <a:pt x="4102374" y="2120861"/>
                  </a:lnTo>
                  <a:lnTo>
                    <a:pt x="4104568" y="1939159"/>
                  </a:lnTo>
                  <a:lnTo>
                    <a:pt x="4106762" y="1808287"/>
                  </a:lnTo>
                  <a:lnTo>
                    <a:pt x="4108956" y="1680023"/>
                  </a:lnTo>
                  <a:lnTo>
                    <a:pt x="4111149" y="1737705"/>
                  </a:lnTo>
                  <a:lnTo>
                    <a:pt x="4113343" y="1812936"/>
                  </a:lnTo>
                  <a:lnTo>
                    <a:pt x="4115537" y="1823840"/>
                  </a:lnTo>
                  <a:lnTo>
                    <a:pt x="4117731" y="1896042"/>
                  </a:lnTo>
                  <a:lnTo>
                    <a:pt x="4119924" y="1965053"/>
                  </a:lnTo>
                  <a:lnTo>
                    <a:pt x="4122118" y="2016490"/>
                  </a:lnTo>
                  <a:lnTo>
                    <a:pt x="4124312" y="1934944"/>
                  </a:lnTo>
                  <a:lnTo>
                    <a:pt x="4126506" y="1884569"/>
                  </a:lnTo>
                  <a:lnTo>
                    <a:pt x="4128700" y="1922849"/>
                  </a:lnTo>
                  <a:lnTo>
                    <a:pt x="4130893" y="1936492"/>
                  </a:lnTo>
                  <a:lnTo>
                    <a:pt x="4133087" y="1826025"/>
                  </a:lnTo>
                  <a:lnTo>
                    <a:pt x="4135281" y="1736904"/>
                  </a:lnTo>
                  <a:lnTo>
                    <a:pt x="4137475" y="1777553"/>
                  </a:lnTo>
                  <a:lnTo>
                    <a:pt x="4139669" y="1675733"/>
                  </a:lnTo>
                  <a:lnTo>
                    <a:pt x="4141862" y="1457504"/>
                  </a:lnTo>
                  <a:lnTo>
                    <a:pt x="4144056" y="1271546"/>
                  </a:lnTo>
                  <a:lnTo>
                    <a:pt x="4146250" y="1342713"/>
                  </a:lnTo>
                  <a:lnTo>
                    <a:pt x="4148444" y="1394890"/>
                  </a:lnTo>
                  <a:lnTo>
                    <a:pt x="4150637" y="1308576"/>
                  </a:lnTo>
                  <a:lnTo>
                    <a:pt x="4152831" y="1284733"/>
                  </a:lnTo>
                  <a:lnTo>
                    <a:pt x="4155025" y="1398964"/>
                  </a:lnTo>
                  <a:lnTo>
                    <a:pt x="4157219" y="1465743"/>
                  </a:lnTo>
                  <a:lnTo>
                    <a:pt x="4159413" y="1394006"/>
                  </a:lnTo>
                  <a:lnTo>
                    <a:pt x="4161606" y="1290414"/>
                  </a:lnTo>
                  <a:lnTo>
                    <a:pt x="4163800" y="1326804"/>
                  </a:lnTo>
                  <a:lnTo>
                    <a:pt x="4165994" y="1431979"/>
                  </a:lnTo>
                  <a:lnTo>
                    <a:pt x="4168188" y="1412737"/>
                  </a:lnTo>
                  <a:lnTo>
                    <a:pt x="4170381" y="1389066"/>
                  </a:lnTo>
                  <a:lnTo>
                    <a:pt x="4172575" y="1353816"/>
                  </a:lnTo>
                  <a:lnTo>
                    <a:pt x="4174769" y="1347719"/>
                  </a:lnTo>
                  <a:lnTo>
                    <a:pt x="4176963" y="1343527"/>
                  </a:lnTo>
                  <a:lnTo>
                    <a:pt x="4179157" y="1350499"/>
                  </a:lnTo>
                  <a:lnTo>
                    <a:pt x="4181350" y="1331653"/>
                  </a:lnTo>
                  <a:lnTo>
                    <a:pt x="4183544" y="1270877"/>
                  </a:lnTo>
                  <a:lnTo>
                    <a:pt x="4185738" y="1209734"/>
                  </a:lnTo>
                  <a:lnTo>
                    <a:pt x="4187932" y="1151687"/>
                  </a:lnTo>
                  <a:lnTo>
                    <a:pt x="4190126" y="1071156"/>
                  </a:lnTo>
                  <a:lnTo>
                    <a:pt x="4192319" y="966827"/>
                  </a:lnTo>
                  <a:lnTo>
                    <a:pt x="4194513" y="923404"/>
                  </a:lnTo>
                  <a:lnTo>
                    <a:pt x="4196707" y="922891"/>
                  </a:lnTo>
                  <a:lnTo>
                    <a:pt x="4198901" y="1034331"/>
                  </a:lnTo>
                  <a:lnTo>
                    <a:pt x="4201094" y="1129432"/>
                  </a:lnTo>
                  <a:lnTo>
                    <a:pt x="4203288" y="1170819"/>
                  </a:lnTo>
                  <a:lnTo>
                    <a:pt x="4205482" y="1198788"/>
                  </a:lnTo>
                  <a:lnTo>
                    <a:pt x="4207676" y="1185455"/>
                  </a:lnTo>
                  <a:lnTo>
                    <a:pt x="4209870" y="1214654"/>
                  </a:lnTo>
                  <a:lnTo>
                    <a:pt x="4212063" y="1151793"/>
                  </a:lnTo>
                  <a:lnTo>
                    <a:pt x="4214257" y="1120218"/>
                  </a:lnTo>
                  <a:lnTo>
                    <a:pt x="4216451" y="1167489"/>
                  </a:lnTo>
                  <a:lnTo>
                    <a:pt x="4218645" y="1177327"/>
                  </a:lnTo>
                  <a:lnTo>
                    <a:pt x="4220839" y="1211838"/>
                  </a:lnTo>
                  <a:lnTo>
                    <a:pt x="4223032" y="1196116"/>
                  </a:lnTo>
                  <a:lnTo>
                    <a:pt x="4225226" y="1227531"/>
                  </a:lnTo>
                  <a:lnTo>
                    <a:pt x="4227420" y="1309145"/>
                  </a:lnTo>
                  <a:lnTo>
                    <a:pt x="4229614" y="1265532"/>
                  </a:lnTo>
                  <a:lnTo>
                    <a:pt x="4231807" y="1180644"/>
                  </a:lnTo>
                  <a:lnTo>
                    <a:pt x="4234001" y="1097737"/>
                  </a:lnTo>
                  <a:lnTo>
                    <a:pt x="4236195" y="1098926"/>
                  </a:lnTo>
                  <a:lnTo>
                    <a:pt x="4238389" y="1067232"/>
                  </a:lnTo>
                  <a:lnTo>
                    <a:pt x="4240583" y="926722"/>
                  </a:lnTo>
                  <a:lnTo>
                    <a:pt x="4242776" y="876861"/>
                  </a:lnTo>
                  <a:lnTo>
                    <a:pt x="4244970" y="911986"/>
                  </a:lnTo>
                  <a:lnTo>
                    <a:pt x="4247164" y="963035"/>
                  </a:lnTo>
                  <a:lnTo>
                    <a:pt x="4249358" y="919410"/>
                  </a:lnTo>
                  <a:lnTo>
                    <a:pt x="4251551" y="925334"/>
                  </a:lnTo>
                  <a:lnTo>
                    <a:pt x="4253745" y="996901"/>
                  </a:lnTo>
                  <a:lnTo>
                    <a:pt x="4255939" y="1075687"/>
                  </a:lnTo>
                  <a:lnTo>
                    <a:pt x="4258133" y="1192298"/>
                  </a:lnTo>
                  <a:lnTo>
                    <a:pt x="4260327" y="1264540"/>
                  </a:lnTo>
                  <a:lnTo>
                    <a:pt x="4262520" y="1291882"/>
                  </a:lnTo>
                  <a:lnTo>
                    <a:pt x="4264714" y="1232996"/>
                  </a:lnTo>
                  <a:lnTo>
                    <a:pt x="4266908" y="1156111"/>
                  </a:lnTo>
                  <a:lnTo>
                    <a:pt x="4269102" y="1117165"/>
                  </a:lnTo>
                  <a:lnTo>
                    <a:pt x="4271296" y="1147378"/>
                  </a:lnTo>
                  <a:lnTo>
                    <a:pt x="4273489" y="1201120"/>
                  </a:lnTo>
                  <a:lnTo>
                    <a:pt x="4275683" y="1241421"/>
                  </a:lnTo>
                  <a:lnTo>
                    <a:pt x="4277877" y="1290754"/>
                  </a:lnTo>
                  <a:lnTo>
                    <a:pt x="4280071" y="1284521"/>
                  </a:lnTo>
                  <a:lnTo>
                    <a:pt x="4282264" y="1216907"/>
                  </a:lnTo>
                  <a:lnTo>
                    <a:pt x="4284458" y="1035960"/>
                  </a:lnTo>
                  <a:lnTo>
                    <a:pt x="4286652" y="921660"/>
                  </a:lnTo>
                  <a:lnTo>
                    <a:pt x="4288846" y="903142"/>
                  </a:lnTo>
                  <a:lnTo>
                    <a:pt x="4291040" y="870219"/>
                  </a:lnTo>
                  <a:lnTo>
                    <a:pt x="4293233" y="888825"/>
                  </a:lnTo>
                  <a:lnTo>
                    <a:pt x="4295427" y="878520"/>
                  </a:lnTo>
                  <a:lnTo>
                    <a:pt x="4297621" y="869703"/>
                  </a:lnTo>
                  <a:lnTo>
                    <a:pt x="4299815" y="852266"/>
                  </a:lnTo>
                  <a:lnTo>
                    <a:pt x="4302008" y="832913"/>
                  </a:lnTo>
                  <a:lnTo>
                    <a:pt x="4304202" y="761787"/>
                  </a:lnTo>
                  <a:lnTo>
                    <a:pt x="4306396" y="661101"/>
                  </a:lnTo>
                  <a:lnTo>
                    <a:pt x="4308590" y="617333"/>
                  </a:lnTo>
                  <a:lnTo>
                    <a:pt x="4310784" y="574079"/>
                  </a:lnTo>
                  <a:lnTo>
                    <a:pt x="4312977" y="501749"/>
                  </a:lnTo>
                  <a:lnTo>
                    <a:pt x="4315171" y="423394"/>
                  </a:lnTo>
                  <a:lnTo>
                    <a:pt x="4317365" y="413393"/>
                  </a:lnTo>
                  <a:lnTo>
                    <a:pt x="4319559" y="434170"/>
                  </a:lnTo>
                  <a:lnTo>
                    <a:pt x="4321753" y="470144"/>
                  </a:lnTo>
                  <a:lnTo>
                    <a:pt x="4323946" y="493910"/>
                  </a:lnTo>
                  <a:lnTo>
                    <a:pt x="4326140" y="529316"/>
                  </a:lnTo>
                  <a:lnTo>
                    <a:pt x="4328334" y="556319"/>
                  </a:lnTo>
                  <a:lnTo>
                    <a:pt x="4330528" y="636110"/>
                  </a:lnTo>
                  <a:lnTo>
                    <a:pt x="4332721" y="693550"/>
                  </a:lnTo>
                  <a:lnTo>
                    <a:pt x="4334915" y="674145"/>
                  </a:lnTo>
                  <a:lnTo>
                    <a:pt x="4337109" y="729384"/>
                  </a:lnTo>
                  <a:lnTo>
                    <a:pt x="4339303" y="836072"/>
                  </a:lnTo>
                  <a:lnTo>
                    <a:pt x="4341497" y="910732"/>
                  </a:lnTo>
                  <a:lnTo>
                    <a:pt x="4343690" y="989460"/>
                  </a:lnTo>
                  <a:lnTo>
                    <a:pt x="4345884" y="1106171"/>
                  </a:lnTo>
                  <a:lnTo>
                    <a:pt x="4348078" y="1351009"/>
                  </a:lnTo>
                  <a:lnTo>
                    <a:pt x="4350272" y="1515163"/>
                  </a:lnTo>
                  <a:lnTo>
                    <a:pt x="4352466" y="1638272"/>
                  </a:lnTo>
                  <a:lnTo>
                    <a:pt x="4354659" y="1756267"/>
                  </a:lnTo>
                  <a:lnTo>
                    <a:pt x="4356853" y="1784725"/>
                  </a:lnTo>
                  <a:lnTo>
                    <a:pt x="4359047" y="1831162"/>
                  </a:lnTo>
                  <a:lnTo>
                    <a:pt x="4361241" y="1766846"/>
                  </a:lnTo>
                  <a:lnTo>
                    <a:pt x="4363434" y="1675469"/>
                  </a:lnTo>
                  <a:lnTo>
                    <a:pt x="4365628" y="1586337"/>
                  </a:lnTo>
                  <a:lnTo>
                    <a:pt x="4367822" y="1562853"/>
                  </a:lnTo>
                  <a:lnTo>
                    <a:pt x="4370016" y="1605292"/>
                  </a:lnTo>
                  <a:lnTo>
                    <a:pt x="4372210" y="1601296"/>
                  </a:lnTo>
                  <a:lnTo>
                    <a:pt x="4374403" y="1647635"/>
                  </a:lnTo>
                  <a:lnTo>
                    <a:pt x="4376597" y="1728707"/>
                  </a:lnTo>
                  <a:lnTo>
                    <a:pt x="4378791" y="1746534"/>
                  </a:lnTo>
                  <a:lnTo>
                    <a:pt x="4380985" y="1731466"/>
                  </a:lnTo>
                  <a:lnTo>
                    <a:pt x="4383178" y="1670238"/>
                  </a:lnTo>
                  <a:lnTo>
                    <a:pt x="4385372" y="1592769"/>
                  </a:lnTo>
                  <a:lnTo>
                    <a:pt x="4387566" y="1460143"/>
                  </a:lnTo>
                  <a:lnTo>
                    <a:pt x="4389760" y="1353494"/>
                  </a:lnTo>
                  <a:lnTo>
                    <a:pt x="4391954" y="1306583"/>
                  </a:lnTo>
                  <a:lnTo>
                    <a:pt x="4394147" y="1282931"/>
                  </a:lnTo>
                  <a:lnTo>
                    <a:pt x="4396341" y="1176248"/>
                  </a:lnTo>
                  <a:lnTo>
                    <a:pt x="4398535" y="1030815"/>
                  </a:lnTo>
                  <a:lnTo>
                    <a:pt x="4400729" y="935979"/>
                  </a:lnTo>
                  <a:lnTo>
                    <a:pt x="4402923" y="866484"/>
                  </a:lnTo>
                  <a:lnTo>
                    <a:pt x="4405116" y="796609"/>
                  </a:lnTo>
                  <a:lnTo>
                    <a:pt x="4407310" y="724445"/>
                  </a:lnTo>
                  <a:lnTo>
                    <a:pt x="4409504" y="773569"/>
                  </a:lnTo>
                  <a:lnTo>
                    <a:pt x="4411698" y="930715"/>
                  </a:lnTo>
                  <a:lnTo>
                    <a:pt x="4413891" y="1033121"/>
                  </a:lnTo>
                  <a:lnTo>
                    <a:pt x="4416085" y="1043115"/>
                  </a:lnTo>
                  <a:lnTo>
                    <a:pt x="4418279" y="981255"/>
                  </a:lnTo>
                  <a:lnTo>
                    <a:pt x="4420473" y="919434"/>
                  </a:lnTo>
                  <a:lnTo>
                    <a:pt x="4422667" y="821887"/>
                  </a:lnTo>
                  <a:lnTo>
                    <a:pt x="4424860" y="721936"/>
                  </a:lnTo>
                  <a:lnTo>
                    <a:pt x="4427054" y="683890"/>
                  </a:lnTo>
                  <a:lnTo>
                    <a:pt x="4429248" y="691016"/>
                  </a:lnTo>
                  <a:lnTo>
                    <a:pt x="4431442" y="758837"/>
                  </a:lnTo>
                  <a:lnTo>
                    <a:pt x="4433635" y="791077"/>
                  </a:lnTo>
                  <a:lnTo>
                    <a:pt x="4435829" y="835228"/>
                  </a:lnTo>
                  <a:lnTo>
                    <a:pt x="4438023" y="842322"/>
                  </a:lnTo>
                  <a:lnTo>
                    <a:pt x="4440217" y="821121"/>
                  </a:lnTo>
                  <a:lnTo>
                    <a:pt x="4442411" y="807794"/>
                  </a:lnTo>
                  <a:lnTo>
                    <a:pt x="4444604" y="767217"/>
                  </a:lnTo>
                  <a:lnTo>
                    <a:pt x="4446798" y="755394"/>
                  </a:lnTo>
                  <a:lnTo>
                    <a:pt x="4448992" y="803405"/>
                  </a:lnTo>
                  <a:lnTo>
                    <a:pt x="4451186" y="918661"/>
                  </a:lnTo>
                  <a:lnTo>
                    <a:pt x="4453380" y="977226"/>
                  </a:lnTo>
                  <a:lnTo>
                    <a:pt x="4455573" y="1025889"/>
                  </a:lnTo>
                  <a:lnTo>
                    <a:pt x="4457767" y="1176878"/>
                  </a:lnTo>
                  <a:lnTo>
                    <a:pt x="4459961" y="1300202"/>
                  </a:lnTo>
                  <a:lnTo>
                    <a:pt x="4462155" y="1341920"/>
                  </a:lnTo>
                  <a:lnTo>
                    <a:pt x="4464348" y="1390085"/>
                  </a:lnTo>
                  <a:lnTo>
                    <a:pt x="4466542" y="1593577"/>
                  </a:lnTo>
                  <a:lnTo>
                    <a:pt x="4468736" y="1771628"/>
                  </a:lnTo>
                  <a:lnTo>
                    <a:pt x="4470930" y="1755529"/>
                  </a:lnTo>
                  <a:lnTo>
                    <a:pt x="4473124" y="1699402"/>
                  </a:lnTo>
                  <a:lnTo>
                    <a:pt x="4475317" y="1635636"/>
                  </a:lnTo>
                  <a:lnTo>
                    <a:pt x="4477511" y="1465162"/>
                  </a:lnTo>
                  <a:lnTo>
                    <a:pt x="4479705" y="1226049"/>
                  </a:lnTo>
                  <a:lnTo>
                    <a:pt x="4481899" y="1049849"/>
                  </a:lnTo>
                  <a:lnTo>
                    <a:pt x="4484093" y="965892"/>
                  </a:lnTo>
                  <a:lnTo>
                    <a:pt x="4486286" y="853022"/>
                  </a:lnTo>
                  <a:lnTo>
                    <a:pt x="4488480" y="756041"/>
                  </a:lnTo>
                  <a:lnTo>
                    <a:pt x="4490674" y="729875"/>
                  </a:lnTo>
                  <a:lnTo>
                    <a:pt x="4492868" y="655677"/>
                  </a:lnTo>
                  <a:lnTo>
                    <a:pt x="4495061" y="578959"/>
                  </a:lnTo>
                  <a:lnTo>
                    <a:pt x="4497255" y="584607"/>
                  </a:lnTo>
                  <a:lnTo>
                    <a:pt x="4499449" y="740132"/>
                  </a:lnTo>
                  <a:lnTo>
                    <a:pt x="4501643" y="904652"/>
                  </a:lnTo>
                  <a:lnTo>
                    <a:pt x="4503837" y="971876"/>
                  </a:lnTo>
                  <a:lnTo>
                    <a:pt x="4506030" y="1009226"/>
                  </a:lnTo>
                  <a:lnTo>
                    <a:pt x="4508224" y="1052480"/>
                  </a:lnTo>
                  <a:lnTo>
                    <a:pt x="4510418" y="1166578"/>
                  </a:lnTo>
                  <a:lnTo>
                    <a:pt x="4512612" y="1229454"/>
                  </a:lnTo>
                  <a:lnTo>
                    <a:pt x="4514805" y="1249815"/>
                  </a:lnTo>
                  <a:lnTo>
                    <a:pt x="4516999" y="1321128"/>
                  </a:lnTo>
                  <a:lnTo>
                    <a:pt x="4519193" y="1397957"/>
                  </a:lnTo>
                  <a:lnTo>
                    <a:pt x="4521387" y="1461008"/>
                  </a:lnTo>
                  <a:lnTo>
                    <a:pt x="4523581" y="1392924"/>
                  </a:lnTo>
                  <a:lnTo>
                    <a:pt x="4525774" y="1405505"/>
                  </a:lnTo>
                  <a:lnTo>
                    <a:pt x="4527968" y="1474185"/>
                  </a:lnTo>
                  <a:lnTo>
                    <a:pt x="4530162" y="1418499"/>
                  </a:lnTo>
                  <a:lnTo>
                    <a:pt x="4532356" y="1385552"/>
                  </a:lnTo>
                  <a:lnTo>
                    <a:pt x="4534550" y="1395287"/>
                  </a:lnTo>
                  <a:lnTo>
                    <a:pt x="4536743" y="1358031"/>
                  </a:lnTo>
                  <a:lnTo>
                    <a:pt x="4538937" y="1227151"/>
                  </a:lnTo>
                  <a:lnTo>
                    <a:pt x="4541131" y="1114081"/>
                  </a:lnTo>
                  <a:lnTo>
                    <a:pt x="4543325" y="1157291"/>
                  </a:lnTo>
                  <a:lnTo>
                    <a:pt x="4545518" y="1213849"/>
                  </a:lnTo>
                  <a:lnTo>
                    <a:pt x="4547712" y="1202820"/>
                  </a:lnTo>
                  <a:lnTo>
                    <a:pt x="4549906" y="1266461"/>
                  </a:lnTo>
                  <a:lnTo>
                    <a:pt x="4552100" y="1412303"/>
                  </a:lnTo>
                  <a:lnTo>
                    <a:pt x="4554294" y="1549900"/>
                  </a:lnTo>
                  <a:lnTo>
                    <a:pt x="4556487" y="1638084"/>
                  </a:lnTo>
                  <a:lnTo>
                    <a:pt x="4558681" y="1761515"/>
                  </a:lnTo>
                  <a:lnTo>
                    <a:pt x="4560875" y="1922732"/>
                  </a:lnTo>
                  <a:lnTo>
                    <a:pt x="4563069" y="2056678"/>
                  </a:lnTo>
                  <a:lnTo>
                    <a:pt x="4565262" y="2016518"/>
                  </a:lnTo>
                  <a:lnTo>
                    <a:pt x="4567456" y="1888520"/>
                  </a:lnTo>
                  <a:lnTo>
                    <a:pt x="4569650" y="1749734"/>
                  </a:lnTo>
                  <a:lnTo>
                    <a:pt x="4571844" y="1555810"/>
                  </a:lnTo>
                  <a:lnTo>
                    <a:pt x="4574038" y="1315964"/>
                  </a:lnTo>
                  <a:lnTo>
                    <a:pt x="4576231" y="1071431"/>
                  </a:lnTo>
                  <a:lnTo>
                    <a:pt x="4578425" y="1014874"/>
                  </a:lnTo>
                  <a:lnTo>
                    <a:pt x="4580619" y="1041404"/>
                  </a:lnTo>
                  <a:lnTo>
                    <a:pt x="4582813" y="1087862"/>
                  </a:lnTo>
                  <a:lnTo>
                    <a:pt x="4585007" y="1139898"/>
                  </a:lnTo>
                  <a:lnTo>
                    <a:pt x="4587200" y="1177450"/>
                  </a:lnTo>
                  <a:lnTo>
                    <a:pt x="4589394" y="1191576"/>
                  </a:lnTo>
                  <a:lnTo>
                    <a:pt x="4591588" y="1074041"/>
                  </a:lnTo>
                  <a:lnTo>
                    <a:pt x="4593782" y="934035"/>
                  </a:lnTo>
                  <a:lnTo>
                    <a:pt x="4595975" y="818830"/>
                  </a:lnTo>
                  <a:lnTo>
                    <a:pt x="4598169" y="736699"/>
                  </a:lnTo>
                  <a:lnTo>
                    <a:pt x="4600363" y="636087"/>
                  </a:lnTo>
                  <a:lnTo>
                    <a:pt x="4602557" y="575394"/>
                  </a:lnTo>
                  <a:lnTo>
                    <a:pt x="4604751" y="606197"/>
                  </a:lnTo>
                  <a:lnTo>
                    <a:pt x="4606944" y="707372"/>
                  </a:lnTo>
                  <a:lnTo>
                    <a:pt x="4609138" y="816478"/>
                  </a:lnTo>
                  <a:lnTo>
                    <a:pt x="4611332" y="842739"/>
                  </a:lnTo>
                  <a:lnTo>
                    <a:pt x="4613526" y="918482"/>
                  </a:lnTo>
                  <a:lnTo>
                    <a:pt x="4615720" y="976455"/>
                  </a:lnTo>
                  <a:lnTo>
                    <a:pt x="4617913" y="948153"/>
                  </a:lnTo>
                  <a:lnTo>
                    <a:pt x="4620107" y="824036"/>
                  </a:lnTo>
                  <a:lnTo>
                    <a:pt x="4622301" y="762593"/>
                  </a:lnTo>
                  <a:lnTo>
                    <a:pt x="4624495" y="882814"/>
                  </a:lnTo>
                  <a:lnTo>
                    <a:pt x="4626688" y="991172"/>
                  </a:lnTo>
                  <a:lnTo>
                    <a:pt x="4628882" y="1024961"/>
                  </a:lnTo>
                  <a:lnTo>
                    <a:pt x="4631076" y="1133304"/>
                  </a:lnTo>
                  <a:lnTo>
                    <a:pt x="4633270" y="1299113"/>
                  </a:lnTo>
                  <a:lnTo>
                    <a:pt x="4635464" y="1337332"/>
                  </a:lnTo>
                  <a:lnTo>
                    <a:pt x="4637657" y="1185470"/>
                  </a:lnTo>
                  <a:lnTo>
                    <a:pt x="4639851" y="1030803"/>
                  </a:lnTo>
                  <a:lnTo>
                    <a:pt x="4642045" y="964275"/>
                  </a:lnTo>
                  <a:lnTo>
                    <a:pt x="4644239" y="869567"/>
                  </a:lnTo>
                  <a:lnTo>
                    <a:pt x="4646432" y="774944"/>
                  </a:lnTo>
                  <a:lnTo>
                    <a:pt x="4648626" y="768076"/>
                  </a:lnTo>
                  <a:lnTo>
                    <a:pt x="4650820" y="785837"/>
                  </a:lnTo>
                  <a:lnTo>
                    <a:pt x="4653014" y="760279"/>
                  </a:lnTo>
                  <a:lnTo>
                    <a:pt x="4655208" y="758245"/>
                  </a:lnTo>
                  <a:lnTo>
                    <a:pt x="4657401" y="783512"/>
                  </a:lnTo>
                  <a:lnTo>
                    <a:pt x="4659595" y="772784"/>
                  </a:lnTo>
                  <a:lnTo>
                    <a:pt x="4661789" y="753538"/>
                  </a:lnTo>
                  <a:lnTo>
                    <a:pt x="4663983" y="803132"/>
                  </a:lnTo>
                  <a:lnTo>
                    <a:pt x="4666177" y="880713"/>
                  </a:lnTo>
                  <a:lnTo>
                    <a:pt x="4668370" y="909138"/>
                  </a:lnTo>
                  <a:lnTo>
                    <a:pt x="4670564" y="907515"/>
                  </a:lnTo>
                  <a:lnTo>
                    <a:pt x="4672758" y="882101"/>
                  </a:lnTo>
                  <a:lnTo>
                    <a:pt x="4674952" y="860516"/>
                  </a:lnTo>
                  <a:lnTo>
                    <a:pt x="4677145" y="872310"/>
                  </a:lnTo>
                  <a:lnTo>
                    <a:pt x="4679339" y="1012549"/>
                  </a:lnTo>
                  <a:lnTo>
                    <a:pt x="4681533" y="1066866"/>
                  </a:lnTo>
                  <a:lnTo>
                    <a:pt x="4683727" y="1036184"/>
                  </a:lnTo>
                  <a:lnTo>
                    <a:pt x="4685921" y="1009368"/>
                  </a:lnTo>
                  <a:lnTo>
                    <a:pt x="4688114" y="939127"/>
                  </a:lnTo>
                  <a:lnTo>
                    <a:pt x="4690308" y="868893"/>
                  </a:lnTo>
                  <a:lnTo>
                    <a:pt x="4692502" y="703380"/>
                  </a:lnTo>
                  <a:lnTo>
                    <a:pt x="4694696" y="624423"/>
                  </a:lnTo>
                  <a:lnTo>
                    <a:pt x="4696889" y="616063"/>
                  </a:lnTo>
                  <a:lnTo>
                    <a:pt x="4699083" y="626389"/>
                  </a:lnTo>
                  <a:lnTo>
                    <a:pt x="4701277" y="639208"/>
                  </a:lnTo>
                  <a:lnTo>
                    <a:pt x="4703471" y="619139"/>
                  </a:lnTo>
                  <a:lnTo>
                    <a:pt x="4705665" y="615026"/>
                  </a:lnTo>
                  <a:lnTo>
                    <a:pt x="4707858" y="609816"/>
                  </a:lnTo>
                  <a:lnTo>
                    <a:pt x="4710052" y="615714"/>
                  </a:lnTo>
                  <a:lnTo>
                    <a:pt x="4712246" y="645841"/>
                  </a:lnTo>
                  <a:lnTo>
                    <a:pt x="4714440" y="640907"/>
                  </a:lnTo>
                  <a:lnTo>
                    <a:pt x="4716634" y="562743"/>
                  </a:lnTo>
                  <a:lnTo>
                    <a:pt x="4718827" y="529654"/>
                  </a:lnTo>
                  <a:lnTo>
                    <a:pt x="4721021" y="501770"/>
                  </a:lnTo>
                  <a:lnTo>
                    <a:pt x="4723215" y="476800"/>
                  </a:lnTo>
                  <a:lnTo>
                    <a:pt x="4725409" y="483031"/>
                  </a:lnTo>
                  <a:lnTo>
                    <a:pt x="4727602" y="488091"/>
                  </a:lnTo>
                  <a:lnTo>
                    <a:pt x="4729796" y="524679"/>
                  </a:lnTo>
                  <a:lnTo>
                    <a:pt x="4731990" y="500020"/>
                  </a:lnTo>
                  <a:lnTo>
                    <a:pt x="4734184" y="485629"/>
                  </a:lnTo>
                  <a:lnTo>
                    <a:pt x="4736378" y="470549"/>
                  </a:lnTo>
                  <a:lnTo>
                    <a:pt x="4738571" y="458426"/>
                  </a:lnTo>
                  <a:lnTo>
                    <a:pt x="4740765" y="512502"/>
                  </a:lnTo>
                  <a:lnTo>
                    <a:pt x="4742959" y="604138"/>
                  </a:lnTo>
                  <a:lnTo>
                    <a:pt x="4745153" y="671214"/>
                  </a:lnTo>
                  <a:lnTo>
                    <a:pt x="4747346" y="692394"/>
                  </a:lnTo>
                  <a:lnTo>
                    <a:pt x="4749540" y="686187"/>
                  </a:lnTo>
                  <a:lnTo>
                    <a:pt x="4751734" y="663318"/>
                  </a:lnTo>
                  <a:lnTo>
                    <a:pt x="4753928" y="615750"/>
                  </a:lnTo>
                  <a:lnTo>
                    <a:pt x="4756122" y="533656"/>
                  </a:lnTo>
                  <a:lnTo>
                    <a:pt x="4758315" y="465300"/>
                  </a:lnTo>
                  <a:lnTo>
                    <a:pt x="4760509" y="449704"/>
                  </a:lnTo>
                  <a:lnTo>
                    <a:pt x="4762703" y="494074"/>
                  </a:lnTo>
                  <a:lnTo>
                    <a:pt x="4764897" y="501271"/>
                  </a:lnTo>
                  <a:lnTo>
                    <a:pt x="4767091" y="561825"/>
                  </a:lnTo>
                  <a:lnTo>
                    <a:pt x="4769284" y="696841"/>
                  </a:lnTo>
                  <a:lnTo>
                    <a:pt x="4771478" y="735881"/>
                  </a:lnTo>
                  <a:lnTo>
                    <a:pt x="4773672" y="727122"/>
                  </a:lnTo>
                  <a:lnTo>
                    <a:pt x="4775866" y="703534"/>
                  </a:lnTo>
                  <a:lnTo>
                    <a:pt x="4778059" y="709524"/>
                  </a:lnTo>
                  <a:lnTo>
                    <a:pt x="4780253" y="691689"/>
                  </a:lnTo>
                  <a:lnTo>
                    <a:pt x="4782447" y="577560"/>
                  </a:lnTo>
                  <a:lnTo>
                    <a:pt x="4784641" y="539287"/>
                  </a:lnTo>
                  <a:lnTo>
                    <a:pt x="4786835" y="554951"/>
                  </a:lnTo>
                  <a:lnTo>
                    <a:pt x="4789028" y="610381"/>
                  </a:lnTo>
                  <a:lnTo>
                    <a:pt x="4791222" y="657850"/>
                  </a:lnTo>
                  <a:lnTo>
                    <a:pt x="4793416" y="619289"/>
                  </a:lnTo>
                  <a:lnTo>
                    <a:pt x="4795610" y="598314"/>
                  </a:lnTo>
                  <a:lnTo>
                    <a:pt x="4797804" y="596313"/>
                  </a:lnTo>
                  <a:lnTo>
                    <a:pt x="4799997" y="568244"/>
                  </a:lnTo>
                  <a:lnTo>
                    <a:pt x="4802191" y="505573"/>
                  </a:lnTo>
                  <a:lnTo>
                    <a:pt x="4804385" y="434284"/>
                  </a:lnTo>
                  <a:lnTo>
                    <a:pt x="4806579" y="437484"/>
                  </a:lnTo>
                  <a:lnTo>
                    <a:pt x="4808772" y="484922"/>
                  </a:lnTo>
                  <a:lnTo>
                    <a:pt x="4810966" y="508064"/>
                  </a:lnTo>
                  <a:lnTo>
                    <a:pt x="4813160" y="508816"/>
                  </a:lnTo>
                  <a:lnTo>
                    <a:pt x="4815354" y="468075"/>
                  </a:lnTo>
                  <a:lnTo>
                    <a:pt x="4817548" y="462208"/>
                  </a:lnTo>
                  <a:lnTo>
                    <a:pt x="4819741" y="466621"/>
                  </a:lnTo>
                  <a:lnTo>
                    <a:pt x="4821935" y="502179"/>
                  </a:lnTo>
                  <a:lnTo>
                    <a:pt x="4824129" y="550640"/>
                  </a:lnTo>
                  <a:lnTo>
                    <a:pt x="4826323" y="603337"/>
                  </a:lnTo>
                  <a:lnTo>
                    <a:pt x="4828516" y="671043"/>
                  </a:lnTo>
                  <a:lnTo>
                    <a:pt x="4830710" y="715177"/>
                  </a:lnTo>
                  <a:lnTo>
                    <a:pt x="4832904" y="743293"/>
                  </a:lnTo>
                  <a:lnTo>
                    <a:pt x="4835098" y="706585"/>
                  </a:lnTo>
                  <a:lnTo>
                    <a:pt x="4837292" y="664879"/>
                  </a:lnTo>
                  <a:lnTo>
                    <a:pt x="4839485" y="661432"/>
                  </a:lnTo>
                  <a:lnTo>
                    <a:pt x="4841679" y="654112"/>
                  </a:lnTo>
                  <a:lnTo>
                    <a:pt x="4843873" y="643126"/>
                  </a:lnTo>
                  <a:lnTo>
                    <a:pt x="4846067" y="665128"/>
                  </a:lnTo>
                  <a:lnTo>
                    <a:pt x="4848261" y="708809"/>
                  </a:lnTo>
                  <a:lnTo>
                    <a:pt x="4850454" y="747673"/>
                  </a:lnTo>
                  <a:lnTo>
                    <a:pt x="4852648" y="787333"/>
                  </a:lnTo>
                  <a:lnTo>
                    <a:pt x="4854842" y="845240"/>
                  </a:lnTo>
                  <a:lnTo>
                    <a:pt x="4857036" y="900252"/>
                  </a:lnTo>
                  <a:lnTo>
                    <a:pt x="4859229" y="943699"/>
                  </a:lnTo>
                  <a:lnTo>
                    <a:pt x="4861423" y="935296"/>
                  </a:lnTo>
                  <a:lnTo>
                    <a:pt x="4863617" y="873853"/>
                  </a:lnTo>
                  <a:lnTo>
                    <a:pt x="4865811" y="809960"/>
                  </a:lnTo>
                  <a:lnTo>
                    <a:pt x="4868005" y="752720"/>
                  </a:lnTo>
                  <a:lnTo>
                    <a:pt x="4870198" y="718987"/>
                  </a:lnTo>
                  <a:lnTo>
                    <a:pt x="4872392" y="644033"/>
                  </a:lnTo>
                  <a:lnTo>
                    <a:pt x="4874586" y="678130"/>
                  </a:lnTo>
                  <a:lnTo>
                    <a:pt x="4876780" y="835851"/>
                  </a:lnTo>
                  <a:lnTo>
                    <a:pt x="4878973" y="1050908"/>
                  </a:lnTo>
                  <a:lnTo>
                    <a:pt x="4881167" y="1304641"/>
                  </a:lnTo>
                  <a:lnTo>
                    <a:pt x="4883361" y="1471811"/>
                  </a:lnTo>
                  <a:lnTo>
                    <a:pt x="4885555" y="1602380"/>
                  </a:lnTo>
                  <a:lnTo>
                    <a:pt x="4887749" y="1678237"/>
                  </a:lnTo>
                  <a:lnTo>
                    <a:pt x="4889942" y="1708218"/>
                  </a:lnTo>
                  <a:lnTo>
                    <a:pt x="4892136" y="1661934"/>
                  </a:lnTo>
                  <a:lnTo>
                    <a:pt x="4894330" y="1493237"/>
                  </a:lnTo>
                  <a:lnTo>
                    <a:pt x="4896524" y="1342438"/>
                  </a:lnTo>
                  <a:lnTo>
                    <a:pt x="4898718" y="1202137"/>
                  </a:lnTo>
                  <a:lnTo>
                    <a:pt x="4900911" y="1114580"/>
                  </a:lnTo>
                  <a:lnTo>
                    <a:pt x="4903105" y="1062905"/>
                  </a:lnTo>
                  <a:lnTo>
                    <a:pt x="4905299" y="1093191"/>
                  </a:lnTo>
                  <a:lnTo>
                    <a:pt x="4907493" y="1273432"/>
                  </a:lnTo>
                  <a:lnTo>
                    <a:pt x="4909686" y="1469628"/>
                  </a:lnTo>
                  <a:lnTo>
                    <a:pt x="4911880" y="1789580"/>
                  </a:lnTo>
                  <a:lnTo>
                    <a:pt x="4914074" y="1980836"/>
                  </a:lnTo>
                  <a:lnTo>
                    <a:pt x="4916268" y="2102169"/>
                  </a:lnTo>
                  <a:lnTo>
                    <a:pt x="4918462" y="2193607"/>
                  </a:lnTo>
                  <a:lnTo>
                    <a:pt x="4920655" y="2234547"/>
                  </a:lnTo>
                  <a:lnTo>
                    <a:pt x="4922849" y="2288895"/>
                  </a:lnTo>
                  <a:lnTo>
                    <a:pt x="4925043" y="2203514"/>
                  </a:lnTo>
                  <a:lnTo>
                    <a:pt x="4927237" y="2267791"/>
                  </a:lnTo>
                  <a:lnTo>
                    <a:pt x="4929431" y="2450768"/>
                  </a:lnTo>
                  <a:lnTo>
                    <a:pt x="4931624" y="2592059"/>
                  </a:lnTo>
                  <a:lnTo>
                    <a:pt x="4933818" y="2674810"/>
                  </a:lnTo>
                  <a:lnTo>
                    <a:pt x="4936012" y="2721545"/>
                  </a:lnTo>
                  <a:lnTo>
                    <a:pt x="4938206" y="2773288"/>
                  </a:lnTo>
                  <a:lnTo>
                    <a:pt x="4940399" y="2723148"/>
                  </a:lnTo>
                  <a:lnTo>
                    <a:pt x="4942593" y="2536080"/>
                  </a:lnTo>
                  <a:lnTo>
                    <a:pt x="4944787" y="2329645"/>
                  </a:lnTo>
                  <a:lnTo>
                    <a:pt x="4946981" y="2099524"/>
                  </a:lnTo>
                  <a:lnTo>
                    <a:pt x="4949175" y="1976059"/>
                  </a:lnTo>
                  <a:lnTo>
                    <a:pt x="4951368" y="1981914"/>
                  </a:lnTo>
                  <a:lnTo>
                    <a:pt x="4953562" y="1894983"/>
                  </a:lnTo>
                  <a:lnTo>
                    <a:pt x="4955756" y="1862166"/>
                  </a:lnTo>
                  <a:lnTo>
                    <a:pt x="4957950" y="1864933"/>
                  </a:lnTo>
                  <a:lnTo>
                    <a:pt x="4960143" y="2030691"/>
                  </a:lnTo>
                  <a:lnTo>
                    <a:pt x="4962337" y="2163801"/>
                  </a:lnTo>
                  <a:lnTo>
                    <a:pt x="4964531" y="2132800"/>
                  </a:lnTo>
                  <a:lnTo>
                    <a:pt x="4966725" y="2104328"/>
                  </a:lnTo>
                  <a:lnTo>
                    <a:pt x="4968919" y="2081583"/>
                  </a:lnTo>
                  <a:lnTo>
                    <a:pt x="4971112" y="2201541"/>
                  </a:lnTo>
                  <a:lnTo>
                    <a:pt x="4973306" y="2262763"/>
                  </a:lnTo>
                  <a:lnTo>
                    <a:pt x="4975500" y="2325761"/>
                  </a:lnTo>
                  <a:lnTo>
                    <a:pt x="4977694" y="2471701"/>
                  </a:lnTo>
                  <a:lnTo>
                    <a:pt x="4979888" y="2678744"/>
                  </a:lnTo>
                  <a:lnTo>
                    <a:pt x="4982081" y="2759397"/>
                  </a:lnTo>
                  <a:lnTo>
                    <a:pt x="4984275" y="2591863"/>
                  </a:lnTo>
                  <a:lnTo>
                    <a:pt x="4986469" y="2372535"/>
                  </a:lnTo>
                  <a:lnTo>
                    <a:pt x="4988663" y="2208155"/>
                  </a:lnTo>
                  <a:lnTo>
                    <a:pt x="4990856" y="2100640"/>
                  </a:lnTo>
                  <a:lnTo>
                    <a:pt x="4993050" y="2053527"/>
                  </a:lnTo>
                  <a:lnTo>
                    <a:pt x="4995244" y="2103563"/>
                  </a:lnTo>
                  <a:lnTo>
                    <a:pt x="4997438" y="2161575"/>
                  </a:lnTo>
                  <a:lnTo>
                    <a:pt x="4999632" y="2215642"/>
                  </a:lnTo>
                  <a:lnTo>
                    <a:pt x="5001825" y="2232168"/>
                  </a:lnTo>
                  <a:lnTo>
                    <a:pt x="5004019" y="2134170"/>
                  </a:lnTo>
                  <a:lnTo>
                    <a:pt x="5006213" y="1980305"/>
                  </a:lnTo>
                  <a:lnTo>
                    <a:pt x="5008407" y="1918227"/>
                  </a:lnTo>
                  <a:lnTo>
                    <a:pt x="5010600" y="2011333"/>
                  </a:lnTo>
                  <a:lnTo>
                    <a:pt x="5012794" y="2112728"/>
                  </a:lnTo>
                  <a:lnTo>
                    <a:pt x="5014988" y="2164360"/>
                  </a:lnTo>
                  <a:lnTo>
                    <a:pt x="5017182" y="2282656"/>
                  </a:lnTo>
                  <a:lnTo>
                    <a:pt x="5019376" y="2468533"/>
                  </a:lnTo>
                  <a:lnTo>
                    <a:pt x="5021569" y="2580110"/>
                  </a:lnTo>
                  <a:lnTo>
                    <a:pt x="5023763" y="2594225"/>
                  </a:lnTo>
                  <a:lnTo>
                    <a:pt x="5025957" y="2552370"/>
                  </a:lnTo>
                  <a:lnTo>
                    <a:pt x="5028151" y="2528261"/>
                  </a:lnTo>
                  <a:lnTo>
                    <a:pt x="5030345" y="2602411"/>
                  </a:lnTo>
                  <a:lnTo>
                    <a:pt x="5032538" y="2660148"/>
                  </a:lnTo>
                  <a:lnTo>
                    <a:pt x="5034732" y="2724287"/>
                  </a:lnTo>
                  <a:lnTo>
                    <a:pt x="5036926" y="2810300"/>
                  </a:lnTo>
                  <a:lnTo>
                    <a:pt x="5039120" y="2937421"/>
                  </a:lnTo>
                  <a:lnTo>
                    <a:pt x="5041313" y="3057752"/>
                  </a:lnTo>
                  <a:lnTo>
                    <a:pt x="5043507" y="3017121"/>
                  </a:lnTo>
                  <a:lnTo>
                    <a:pt x="5045701" y="2886061"/>
                  </a:lnTo>
                  <a:lnTo>
                    <a:pt x="5047895" y="2797647"/>
                  </a:lnTo>
                  <a:lnTo>
                    <a:pt x="5050089" y="2789901"/>
                  </a:lnTo>
                  <a:lnTo>
                    <a:pt x="5052282" y="2785054"/>
                  </a:lnTo>
                  <a:lnTo>
                    <a:pt x="5054476" y="2676012"/>
                  </a:lnTo>
                  <a:lnTo>
                    <a:pt x="5056670" y="2497447"/>
                  </a:lnTo>
                  <a:lnTo>
                    <a:pt x="5058864" y="2470295"/>
                  </a:lnTo>
                  <a:lnTo>
                    <a:pt x="5061058" y="2506883"/>
                  </a:lnTo>
                  <a:lnTo>
                    <a:pt x="5063251" y="2464672"/>
                  </a:lnTo>
                  <a:lnTo>
                    <a:pt x="5065445" y="2355450"/>
                  </a:lnTo>
                  <a:lnTo>
                    <a:pt x="5067639" y="2376701"/>
                  </a:lnTo>
                  <a:lnTo>
                    <a:pt x="5069833" y="2567657"/>
                  </a:lnTo>
                  <a:lnTo>
                    <a:pt x="5072026" y="2705944"/>
                  </a:lnTo>
                  <a:lnTo>
                    <a:pt x="5074220" y="2714219"/>
                  </a:lnTo>
                  <a:lnTo>
                    <a:pt x="5076414" y="2748117"/>
                  </a:lnTo>
                  <a:lnTo>
                    <a:pt x="5078608" y="2858974"/>
                  </a:lnTo>
                  <a:lnTo>
                    <a:pt x="5080802" y="2887243"/>
                  </a:lnTo>
                  <a:lnTo>
                    <a:pt x="5082995" y="2829777"/>
                  </a:lnTo>
                  <a:lnTo>
                    <a:pt x="5085189" y="2822512"/>
                  </a:lnTo>
                  <a:lnTo>
                    <a:pt x="5087383" y="2864242"/>
                  </a:lnTo>
                  <a:lnTo>
                    <a:pt x="5089577" y="2835160"/>
                  </a:lnTo>
                  <a:lnTo>
                    <a:pt x="5091770" y="2813482"/>
                  </a:lnTo>
                  <a:lnTo>
                    <a:pt x="5093964" y="2850181"/>
                  </a:lnTo>
                  <a:lnTo>
                    <a:pt x="5096158" y="2800380"/>
                  </a:lnTo>
                  <a:lnTo>
                    <a:pt x="5098352" y="2606946"/>
                  </a:lnTo>
                  <a:lnTo>
                    <a:pt x="5100546" y="2453144"/>
                  </a:lnTo>
                  <a:lnTo>
                    <a:pt x="5102739" y="2413089"/>
                  </a:lnTo>
                  <a:lnTo>
                    <a:pt x="5104933" y="2416826"/>
                  </a:lnTo>
                  <a:lnTo>
                    <a:pt x="5107127" y="2426288"/>
                  </a:lnTo>
                  <a:lnTo>
                    <a:pt x="5109321" y="2574863"/>
                  </a:lnTo>
                  <a:lnTo>
                    <a:pt x="5111515" y="2813902"/>
                  </a:lnTo>
                  <a:lnTo>
                    <a:pt x="5113708" y="2998198"/>
                  </a:lnTo>
                  <a:lnTo>
                    <a:pt x="5115902" y="3064785"/>
                  </a:lnTo>
                  <a:lnTo>
                    <a:pt x="5118096" y="3069808"/>
                  </a:lnTo>
                  <a:lnTo>
                    <a:pt x="5120290" y="3037445"/>
                  </a:lnTo>
                  <a:lnTo>
                    <a:pt x="5122483" y="2944746"/>
                  </a:lnTo>
                  <a:lnTo>
                    <a:pt x="5124677" y="2874751"/>
                  </a:lnTo>
                  <a:lnTo>
                    <a:pt x="5126871" y="2845667"/>
                  </a:lnTo>
                  <a:lnTo>
                    <a:pt x="5129065" y="2864278"/>
                  </a:lnTo>
                  <a:lnTo>
                    <a:pt x="5131259" y="2880412"/>
                  </a:lnTo>
                  <a:lnTo>
                    <a:pt x="5133452" y="2926137"/>
                  </a:lnTo>
                  <a:lnTo>
                    <a:pt x="5135646" y="2984869"/>
                  </a:lnTo>
                  <a:lnTo>
                    <a:pt x="5137840" y="2998213"/>
                  </a:lnTo>
                  <a:lnTo>
                    <a:pt x="5140034" y="2998621"/>
                  </a:lnTo>
                  <a:lnTo>
                    <a:pt x="5142227" y="2998621"/>
                  </a:lnTo>
                  <a:lnTo>
                    <a:pt x="5144421" y="2992995"/>
                  </a:lnTo>
                  <a:lnTo>
                    <a:pt x="5146615" y="2960963"/>
                  </a:lnTo>
                  <a:lnTo>
                    <a:pt x="5148809" y="2972516"/>
                  </a:lnTo>
                  <a:lnTo>
                    <a:pt x="5151003" y="3031557"/>
                  </a:lnTo>
                  <a:lnTo>
                    <a:pt x="5153196" y="3055972"/>
                  </a:lnTo>
                  <a:lnTo>
                    <a:pt x="5155390" y="3051418"/>
                  </a:lnTo>
                  <a:lnTo>
                    <a:pt x="5157584" y="3030065"/>
                  </a:lnTo>
                  <a:lnTo>
                    <a:pt x="5159778" y="3012410"/>
                  </a:lnTo>
                  <a:lnTo>
                    <a:pt x="5161972" y="2987053"/>
                  </a:lnTo>
                  <a:lnTo>
                    <a:pt x="5164165" y="2971834"/>
                  </a:lnTo>
                  <a:lnTo>
                    <a:pt x="5166359" y="2935176"/>
                  </a:lnTo>
                  <a:lnTo>
                    <a:pt x="5168553" y="2907699"/>
                  </a:lnTo>
                  <a:lnTo>
                    <a:pt x="5170747" y="2907789"/>
                  </a:lnTo>
                  <a:lnTo>
                    <a:pt x="5172940" y="2952392"/>
                  </a:lnTo>
                  <a:lnTo>
                    <a:pt x="5175134" y="3010283"/>
                  </a:lnTo>
                  <a:lnTo>
                    <a:pt x="5177328" y="3027406"/>
                  </a:lnTo>
                  <a:lnTo>
                    <a:pt x="5179522" y="3015098"/>
                  </a:lnTo>
                  <a:lnTo>
                    <a:pt x="5181716" y="3005781"/>
                  </a:lnTo>
                  <a:lnTo>
                    <a:pt x="5183909" y="2983178"/>
                  </a:lnTo>
                  <a:lnTo>
                    <a:pt x="5186103" y="2958608"/>
                  </a:lnTo>
                  <a:lnTo>
                    <a:pt x="5188297" y="2901041"/>
                  </a:lnTo>
                  <a:lnTo>
                    <a:pt x="5190491" y="2869487"/>
                  </a:lnTo>
                  <a:lnTo>
                    <a:pt x="5192685" y="2894038"/>
                  </a:lnTo>
                  <a:lnTo>
                    <a:pt x="5194878" y="2935386"/>
                  </a:lnTo>
                  <a:lnTo>
                    <a:pt x="5197072" y="2984879"/>
                  </a:lnTo>
                  <a:lnTo>
                    <a:pt x="5199266" y="3014533"/>
                  </a:lnTo>
                  <a:lnTo>
                    <a:pt x="5201460" y="3061980"/>
                  </a:lnTo>
                  <a:lnTo>
                    <a:pt x="5203653" y="3070820"/>
                  </a:lnTo>
                  <a:lnTo>
                    <a:pt x="5205847" y="3070820"/>
                  </a:lnTo>
                  <a:lnTo>
                    <a:pt x="5208041" y="3070820"/>
                  </a:lnTo>
                  <a:lnTo>
                    <a:pt x="5210235" y="3070820"/>
                  </a:lnTo>
                  <a:lnTo>
                    <a:pt x="5212429" y="3066334"/>
                  </a:lnTo>
                  <a:lnTo>
                    <a:pt x="5214622" y="3023291"/>
                  </a:lnTo>
                  <a:lnTo>
                    <a:pt x="5216816" y="2998308"/>
                  </a:lnTo>
                  <a:lnTo>
                    <a:pt x="5219010" y="2998309"/>
                  </a:lnTo>
                  <a:lnTo>
                    <a:pt x="5221204" y="2998309"/>
                  </a:lnTo>
                  <a:lnTo>
                    <a:pt x="5223397" y="2998310"/>
                  </a:lnTo>
                  <a:lnTo>
                    <a:pt x="5225591" y="3002795"/>
                  </a:lnTo>
                  <a:lnTo>
                    <a:pt x="5227785" y="3045837"/>
                  </a:lnTo>
                  <a:lnTo>
                    <a:pt x="5229979" y="3070820"/>
                  </a:lnTo>
                  <a:lnTo>
                    <a:pt x="5232173" y="3070279"/>
                  </a:lnTo>
                  <a:lnTo>
                    <a:pt x="5234366" y="3034259"/>
                  </a:lnTo>
                  <a:lnTo>
                    <a:pt x="5236560" y="2959790"/>
                  </a:lnTo>
                  <a:lnTo>
                    <a:pt x="5238754" y="2935494"/>
                  </a:lnTo>
                  <a:lnTo>
                    <a:pt x="5240948" y="2935496"/>
                  </a:lnTo>
                  <a:lnTo>
                    <a:pt x="5243142" y="2935496"/>
                  </a:lnTo>
                  <a:lnTo>
                    <a:pt x="5245335" y="2936038"/>
                  </a:lnTo>
                  <a:lnTo>
                    <a:pt x="5247529" y="2972057"/>
                  </a:lnTo>
                  <a:lnTo>
                    <a:pt x="5249723" y="3046526"/>
                  </a:lnTo>
                  <a:lnTo>
                    <a:pt x="5251917" y="3070820"/>
                  </a:lnTo>
                  <a:lnTo>
                    <a:pt x="5254110" y="3055644"/>
                  </a:lnTo>
                  <a:lnTo>
                    <a:pt x="5256304" y="3008196"/>
                  </a:lnTo>
                  <a:lnTo>
                    <a:pt x="5258498" y="3008693"/>
                  </a:lnTo>
                  <a:lnTo>
                    <a:pt x="5260692" y="3036899"/>
                  </a:lnTo>
                  <a:lnTo>
                    <a:pt x="5262886" y="3046644"/>
                  </a:lnTo>
                  <a:lnTo>
                    <a:pt x="5265079" y="3026540"/>
                  </a:lnTo>
                  <a:lnTo>
                    <a:pt x="5267273" y="3000748"/>
                  </a:lnTo>
                  <a:lnTo>
                    <a:pt x="5269467" y="3035346"/>
                  </a:lnTo>
                  <a:lnTo>
                    <a:pt x="5271661" y="2986183"/>
                  </a:lnTo>
                  <a:lnTo>
                    <a:pt x="5273854" y="2880686"/>
                  </a:lnTo>
                  <a:lnTo>
                    <a:pt x="5276048" y="2842732"/>
                  </a:lnTo>
                  <a:lnTo>
                    <a:pt x="5278242" y="2789020"/>
                  </a:lnTo>
                  <a:lnTo>
                    <a:pt x="5280436" y="2811410"/>
                  </a:lnTo>
                  <a:lnTo>
                    <a:pt x="5282630" y="2760767"/>
                  </a:lnTo>
                  <a:lnTo>
                    <a:pt x="5284823" y="2765073"/>
                  </a:lnTo>
                  <a:lnTo>
                    <a:pt x="5287017" y="2842363"/>
                  </a:lnTo>
                  <a:lnTo>
                    <a:pt x="5289211" y="2870571"/>
                  </a:lnTo>
                  <a:lnTo>
                    <a:pt x="5291405" y="2944386"/>
                  </a:lnTo>
                  <a:lnTo>
                    <a:pt x="5293599" y="2962966"/>
                  </a:lnTo>
                  <a:lnTo>
                    <a:pt x="5295792" y="3033676"/>
                  </a:lnTo>
                  <a:lnTo>
                    <a:pt x="5297986" y="3106244"/>
                  </a:lnTo>
                  <a:lnTo>
                    <a:pt x="5300180" y="3116972"/>
                  </a:lnTo>
                  <a:lnTo>
                    <a:pt x="5302374" y="3116972"/>
                  </a:lnTo>
                  <a:lnTo>
                    <a:pt x="5304567" y="3116972"/>
                  </a:lnTo>
                  <a:lnTo>
                    <a:pt x="5306761" y="3116972"/>
                  </a:lnTo>
                  <a:lnTo>
                    <a:pt x="5308955" y="3111802"/>
                  </a:lnTo>
                  <a:lnTo>
                    <a:pt x="5311149" y="3083596"/>
                  </a:lnTo>
                  <a:lnTo>
                    <a:pt x="5313343" y="3070820"/>
                  </a:lnTo>
                  <a:lnTo>
                    <a:pt x="5315536" y="3070820"/>
                  </a:lnTo>
                  <a:lnTo>
                    <a:pt x="5317730" y="3070820"/>
                  </a:lnTo>
                  <a:lnTo>
                    <a:pt x="5319924" y="3070820"/>
                  </a:lnTo>
                  <a:lnTo>
                    <a:pt x="5322118" y="3070820"/>
                  </a:lnTo>
                  <a:lnTo>
                    <a:pt x="5324311" y="3070820"/>
                  </a:lnTo>
                  <a:lnTo>
                    <a:pt x="5326505" y="3070820"/>
                  </a:lnTo>
                  <a:lnTo>
                    <a:pt x="5328699" y="3064542"/>
                  </a:lnTo>
                  <a:lnTo>
                    <a:pt x="5330893" y="3027527"/>
                  </a:lnTo>
                  <a:lnTo>
                    <a:pt x="5333087" y="2997049"/>
                  </a:lnTo>
                  <a:lnTo>
                    <a:pt x="5335280" y="3004184"/>
                  </a:lnTo>
                  <a:lnTo>
                    <a:pt x="5337474" y="3032391"/>
                  </a:lnTo>
                  <a:lnTo>
                    <a:pt x="5339668" y="3045165"/>
                  </a:lnTo>
                  <a:lnTo>
                    <a:pt x="5341862" y="3051443"/>
                  </a:lnTo>
                  <a:lnTo>
                    <a:pt x="5344056" y="3088459"/>
                  </a:lnTo>
                  <a:lnTo>
                    <a:pt x="5346249" y="3116972"/>
                  </a:lnTo>
                  <a:lnTo>
                    <a:pt x="5348443" y="3111802"/>
                  </a:lnTo>
                  <a:lnTo>
                    <a:pt x="5350637" y="3083596"/>
                  </a:lnTo>
                  <a:lnTo>
                    <a:pt x="5352831" y="3070820"/>
                  </a:lnTo>
                  <a:lnTo>
                    <a:pt x="5355024" y="3070820"/>
                  </a:lnTo>
                  <a:lnTo>
                    <a:pt x="5357218" y="3070820"/>
                  </a:lnTo>
                  <a:lnTo>
                    <a:pt x="5359412" y="3070820"/>
                  </a:lnTo>
                  <a:lnTo>
                    <a:pt x="5361606" y="3070820"/>
                  </a:lnTo>
                  <a:lnTo>
                    <a:pt x="5363800" y="3070820"/>
                  </a:lnTo>
                  <a:lnTo>
                    <a:pt x="5365993" y="3070820"/>
                  </a:lnTo>
                  <a:lnTo>
                    <a:pt x="5368187" y="3070820"/>
                  </a:lnTo>
                  <a:lnTo>
                    <a:pt x="5370381" y="3070820"/>
                  </a:lnTo>
                  <a:lnTo>
                    <a:pt x="5372575" y="3061999"/>
                  </a:lnTo>
                  <a:lnTo>
                    <a:pt x="5374769" y="2991627"/>
                  </a:lnTo>
                  <a:lnTo>
                    <a:pt x="5376962" y="2899734"/>
                  </a:lnTo>
                  <a:lnTo>
                    <a:pt x="5379156" y="2880100"/>
                  </a:lnTo>
                  <a:lnTo>
                    <a:pt x="5381350" y="2880101"/>
                  </a:lnTo>
                  <a:lnTo>
                    <a:pt x="5383544" y="2880102"/>
                  </a:lnTo>
                  <a:lnTo>
                    <a:pt x="5385737" y="2888923"/>
                  </a:lnTo>
                  <a:lnTo>
                    <a:pt x="5387931" y="2959294"/>
                  </a:lnTo>
                  <a:lnTo>
                    <a:pt x="5390125" y="3008031"/>
                  </a:lnTo>
                  <a:lnTo>
                    <a:pt x="5392319" y="2923615"/>
                  </a:lnTo>
                  <a:lnTo>
                    <a:pt x="5394513" y="2840013"/>
                  </a:lnTo>
                  <a:lnTo>
                    <a:pt x="5396706" y="2822938"/>
                  </a:lnTo>
                  <a:lnTo>
                    <a:pt x="5398900" y="2822939"/>
                  </a:lnTo>
                  <a:lnTo>
                    <a:pt x="5401094" y="2822940"/>
                  </a:lnTo>
                  <a:lnTo>
                    <a:pt x="5403288" y="2866096"/>
                  </a:lnTo>
                  <a:lnTo>
                    <a:pt x="5405481" y="2970145"/>
                  </a:lnTo>
                  <a:lnTo>
                    <a:pt x="5407675" y="3053745"/>
                  </a:lnTo>
                  <a:lnTo>
                    <a:pt x="5409869" y="3070820"/>
                  </a:lnTo>
                  <a:lnTo>
                    <a:pt x="5412063" y="3070820"/>
                  </a:lnTo>
                  <a:lnTo>
                    <a:pt x="5414257" y="3070820"/>
                  </a:lnTo>
                  <a:lnTo>
                    <a:pt x="5416450" y="3065972"/>
                  </a:lnTo>
                  <a:lnTo>
                    <a:pt x="5418644" y="3047796"/>
                  </a:lnTo>
                  <a:lnTo>
                    <a:pt x="5420838" y="3023863"/>
                  </a:lnTo>
                  <a:lnTo>
                    <a:pt x="5423032" y="2945851"/>
                  </a:lnTo>
                  <a:lnTo>
                    <a:pt x="5425226" y="2913797"/>
                  </a:lnTo>
                  <a:lnTo>
                    <a:pt x="5427419" y="2913798"/>
                  </a:lnTo>
                  <a:lnTo>
                    <a:pt x="5429613" y="2931587"/>
                  </a:lnTo>
                  <a:lnTo>
                    <a:pt x="5431807" y="2977970"/>
                  </a:lnTo>
                  <a:lnTo>
                    <a:pt x="5434001" y="3008660"/>
                  </a:lnTo>
                  <a:lnTo>
                    <a:pt x="5436194" y="3086672"/>
                  </a:lnTo>
                  <a:lnTo>
                    <a:pt x="5438388" y="3086706"/>
                  </a:lnTo>
                  <a:lnTo>
                    <a:pt x="5440582" y="3013463"/>
                  </a:lnTo>
                  <a:lnTo>
                    <a:pt x="5442776" y="2970233"/>
                  </a:lnTo>
                  <a:lnTo>
                    <a:pt x="5444970" y="2876398"/>
                  </a:lnTo>
                  <a:lnTo>
                    <a:pt x="5447163" y="2792824"/>
                  </a:lnTo>
                  <a:lnTo>
                    <a:pt x="5449357" y="2674586"/>
                  </a:lnTo>
                  <a:lnTo>
                    <a:pt x="5451551" y="2643856"/>
                  </a:lnTo>
                  <a:lnTo>
                    <a:pt x="5453745" y="2681074"/>
                  </a:lnTo>
                  <a:lnTo>
                    <a:pt x="5455938" y="2668996"/>
                  </a:lnTo>
                  <a:lnTo>
                    <a:pt x="5458132" y="2700084"/>
                  </a:lnTo>
                  <a:lnTo>
                    <a:pt x="5460326" y="2740614"/>
                  </a:lnTo>
                  <a:lnTo>
                    <a:pt x="5462520" y="2859778"/>
                  </a:lnTo>
                  <a:lnTo>
                    <a:pt x="5464714" y="2946695"/>
                  </a:lnTo>
                  <a:lnTo>
                    <a:pt x="5466907" y="2980811"/>
                  </a:lnTo>
                  <a:lnTo>
                    <a:pt x="5469101" y="3031688"/>
                  </a:lnTo>
                  <a:lnTo>
                    <a:pt x="5471295" y="3028134"/>
                  </a:lnTo>
                  <a:lnTo>
                    <a:pt x="5473489" y="3037876"/>
                  </a:lnTo>
                  <a:lnTo>
                    <a:pt x="5475683" y="2990652"/>
                  </a:lnTo>
                  <a:lnTo>
                    <a:pt x="5477876" y="2943395"/>
                  </a:lnTo>
                  <a:lnTo>
                    <a:pt x="5480070" y="2943804"/>
                  </a:lnTo>
                  <a:lnTo>
                    <a:pt x="5482264" y="2932246"/>
                  </a:lnTo>
                  <a:lnTo>
                    <a:pt x="5484458" y="2976787"/>
                  </a:lnTo>
                  <a:lnTo>
                    <a:pt x="5486651" y="2956896"/>
                  </a:lnTo>
                  <a:lnTo>
                    <a:pt x="5488845" y="2981218"/>
                  </a:lnTo>
                  <a:lnTo>
                    <a:pt x="5491039" y="2999414"/>
                  </a:lnTo>
                  <a:lnTo>
                    <a:pt x="5493233" y="3001210"/>
                  </a:lnTo>
                  <a:lnTo>
                    <a:pt x="5495427" y="2974637"/>
                  </a:lnTo>
                  <a:lnTo>
                    <a:pt x="5497620" y="2934165"/>
                  </a:lnTo>
                  <a:lnTo>
                    <a:pt x="5499814" y="2972699"/>
                  </a:lnTo>
                  <a:lnTo>
                    <a:pt x="5502008" y="3008745"/>
                  </a:lnTo>
                  <a:lnTo>
                    <a:pt x="5504202" y="3061910"/>
                  </a:lnTo>
                  <a:lnTo>
                    <a:pt x="5506396" y="3088285"/>
                  </a:lnTo>
                  <a:lnTo>
                    <a:pt x="5508589" y="3116972"/>
                  </a:lnTo>
                  <a:lnTo>
                    <a:pt x="5510783" y="3116972"/>
                  </a:lnTo>
                  <a:lnTo>
                    <a:pt x="5512977" y="3116972"/>
                  </a:lnTo>
                  <a:lnTo>
                    <a:pt x="5515171" y="3116972"/>
                  </a:lnTo>
                  <a:lnTo>
                    <a:pt x="5517364" y="3116125"/>
                  </a:lnTo>
                  <a:lnTo>
                    <a:pt x="5519558" y="3089452"/>
                  </a:lnTo>
                  <a:lnTo>
                    <a:pt x="5521752" y="3070820"/>
                  </a:lnTo>
                  <a:lnTo>
                    <a:pt x="5523946" y="3070820"/>
                  </a:lnTo>
                  <a:lnTo>
                    <a:pt x="5526140" y="3070820"/>
                  </a:lnTo>
                  <a:lnTo>
                    <a:pt x="5528333" y="3070820"/>
                  </a:lnTo>
                  <a:lnTo>
                    <a:pt x="5530527" y="3070820"/>
                  </a:lnTo>
                  <a:lnTo>
                    <a:pt x="5532721" y="3070820"/>
                  </a:lnTo>
                  <a:lnTo>
                    <a:pt x="5534915" y="3070820"/>
                  </a:lnTo>
                  <a:lnTo>
                    <a:pt x="5537108" y="3055427"/>
                  </a:lnTo>
                  <a:lnTo>
                    <a:pt x="5539302" y="3016543"/>
                  </a:lnTo>
                  <a:lnTo>
                    <a:pt x="5541496" y="3001045"/>
                  </a:lnTo>
                  <a:lnTo>
                    <a:pt x="5543690" y="2984437"/>
                  </a:lnTo>
                  <a:lnTo>
                    <a:pt x="5545884" y="2892423"/>
                  </a:lnTo>
                  <a:lnTo>
                    <a:pt x="5548077" y="2772214"/>
                  </a:lnTo>
                  <a:lnTo>
                    <a:pt x="5550271" y="2725017"/>
                  </a:lnTo>
                  <a:lnTo>
                    <a:pt x="5552465" y="2715598"/>
                  </a:lnTo>
                  <a:lnTo>
                    <a:pt x="5554659" y="2673044"/>
                  </a:lnTo>
                  <a:lnTo>
                    <a:pt x="5556853" y="2575363"/>
                  </a:lnTo>
                  <a:lnTo>
                    <a:pt x="5559046" y="2574000"/>
                  </a:lnTo>
                  <a:lnTo>
                    <a:pt x="5561240" y="2645781"/>
                  </a:lnTo>
                  <a:lnTo>
                    <a:pt x="5563434" y="2657620"/>
                  </a:lnTo>
                  <a:lnTo>
                    <a:pt x="5565628" y="2626488"/>
                  </a:lnTo>
                  <a:lnTo>
                    <a:pt x="5567821" y="2607689"/>
                  </a:lnTo>
                  <a:lnTo>
                    <a:pt x="5570015" y="2613991"/>
                  </a:lnTo>
                  <a:lnTo>
                    <a:pt x="5572209" y="2563170"/>
                  </a:lnTo>
                  <a:lnTo>
                    <a:pt x="5574403" y="2451999"/>
                  </a:lnTo>
                  <a:lnTo>
                    <a:pt x="5576597" y="2419787"/>
                  </a:lnTo>
                  <a:lnTo>
                    <a:pt x="5578790" y="2469983"/>
                  </a:lnTo>
                  <a:lnTo>
                    <a:pt x="5580984" y="2542865"/>
                  </a:lnTo>
                  <a:lnTo>
                    <a:pt x="5583178" y="2590068"/>
                  </a:lnTo>
                  <a:lnTo>
                    <a:pt x="5585372" y="2649745"/>
                  </a:lnTo>
                  <a:lnTo>
                    <a:pt x="5587565" y="2709838"/>
                  </a:lnTo>
                  <a:lnTo>
                    <a:pt x="5589759" y="2722771"/>
                  </a:lnTo>
                  <a:lnTo>
                    <a:pt x="5591953" y="2724857"/>
                  </a:lnTo>
                  <a:lnTo>
                    <a:pt x="5594147" y="2694804"/>
                  </a:lnTo>
                  <a:lnTo>
                    <a:pt x="5596341" y="2721472"/>
                  </a:lnTo>
                  <a:lnTo>
                    <a:pt x="5598534" y="2796322"/>
                  </a:lnTo>
                  <a:lnTo>
                    <a:pt x="5600728" y="2803940"/>
                  </a:lnTo>
                  <a:lnTo>
                    <a:pt x="5602922" y="2781783"/>
                  </a:lnTo>
                  <a:lnTo>
                    <a:pt x="5605116" y="2736751"/>
                  </a:lnTo>
                  <a:lnTo>
                    <a:pt x="5607310" y="2650805"/>
                  </a:lnTo>
                  <a:lnTo>
                    <a:pt x="5609503" y="2552741"/>
                  </a:lnTo>
                  <a:lnTo>
                    <a:pt x="5611697" y="2491077"/>
                  </a:lnTo>
                  <a:lnTo>
                    <a:pt x="5613891" y="2530679"/>
                  </a:lnTo>
                  <a:lnTo>
                    <a:pt x="5616085" y="2579212"/>
                  </a:lnTo>
                  <a:lnTo>
                    <a:pt x="5618278" y="2623703"/>
                  </a:lnTo>
                  <a:lnTo>
                    <a:pt x="5620472" y="2702396"/>
                  </a:lnTo>
                  <a:lnTo>
                    <a:pt x="5622666" y="2766552"/>
                  </a:lnTo>
                  <a:lnTo>
                    <a:pt x="5624860" y="2775014"/>
                  </a:lnTo>
                  <a:lnTo>
                    <a:pt x="5627054" y="2782582"/>
                  </a:lnTo>
                  <a:lnTo>
                    <a:pt x="5629247" y="2815419"/>
                  </a:lnTo>
                  <a:lnTo>
                    <a:pt x="5631441" y="2770816"/>
                  </a:lnTo>
                  <a:lnTo>
                    <a:pt x="5633635" y="2695153"/>
                  </a:lnTo>
                  <a:lnTo>
                    <a:pt x="5635829" y="2674740"/>
                  </a:lnTo>
                  <a:lnTo>
                    <a:pt x="5638023" y="2704038"/>
                  </a:lnTo>
                  <a:lnTo>
                    <a:pt x="5640216" y="2734085"/>
                  </a:lnTo>
                  <a:lnTo>
                    <a:pt x="5642410" y="2756539"/>
                  </a:lnTo>
                  <a:lnTo>
                    <a:pt x="5644604" y="2825021"/>
                  </a:lnTo>
                  <a:lnTo>
                    <a:pt x="5646798" y="2845160"/>
                  </a:lnTo>
                  <a:lnTo>
                    <a:pt x="5648991" y="2866222"/>
                  </a:lnTo>
                  <a:lnTo>
                    <a:pt x="5651185" y="2873020"/>
                  </a:lnTo>
                  <a:lnTo>
                    <a:pt x="5653379" y="2798291"/>
                  </a:lnTo>
                  <a:lnTo>
                    <a:pt x="5655573" y="2700568"/>
                  </a:lnTo>
                  <a:lnTo>
                    <a:pt x="5657767" y="2657147"/>
                  </a:lnTo>
                  <a:lnTo>
                    <a:pt x="5659960" y="2785805"/>
                  </a:lnTo>
                  <a:lnTo>
                    <a:pt x="5662154" y="2840225"/>
                  </a:lnTo>
                  <a:lnTo>
                    <a:pt x="5664348" y="2838580"/>
                  </a:lnTo>
                  <a:lnTo>
                    <a:pt x="5666542" y="2897573"/>
                  </a:lnTo>
                  <a:lnTo>
                    <a:pt x="5668735" y="2848817"/>
                  </a:lnTo>
                  <a:lnTo>
                    <a:pt x="5670929" y="2776894"/>
                  </a:lnTo>
                  <a:lnTo>
                    <a:pt x="5673123" y="2745384"/>
                  </a:lnTo>
                  <a:lnTo>
                    <a:pt x="5675317" y="2740933"/>
                  </a:lnTo>
                  <a:lnTo>
                    <a:pt x="5677511" y="2678700"/>
                  </a:lnTo>
                  <a:lnTo>
                    <a:pt x="5679704" y="2618031"/>
                  </a:lnTo>
                  <a:lnTo>
                    <a:pt x="5681898" y="2725568"/>
                  </a:lnTo>
                  <a:lnTo>
                    <a:pt x="5684092" y="2856369"/>
                  </a:lnTo>
                  <a:lnTo>
                    <a:pt x="5686286" y="2826654"/>
                  </a:lnTo>
                  <a:lnTo>
                    <a:pt x="5688480" y="2774742"/>
                  </a:lnTo>
                  <a:lnTo>
                    <a:pt x="5690673" y="2803276"/>
                  </a:lnTo>
                  <a:lnTo>
                    <a:pt x="5692867" y="2934915"/>
                  </a:lnTo>
                  <a:lnTo>
                    <a:pt x="5695061" y="2983500"/>
                  </a:lnTo>
                  <a:lnTo>
                    <a:pt x="5697255" y="2931299"/>
                  </a:lnTo>
                  <a:lnTo>
                    <a:pt x="5699448" y="2933393"/>
                  </a:lnTo>
                  <a:lnTo>
                    <a:pt x="5701642" y="2970790"/>
                  </a:lnTo>
                  <a:lnTo>
                    <a:pt x="5703836" y="2998025"/>
                  </a:lnTo>
                  <a:lnTo>
                    <a:pt x="5706030" y="2949271"/>
                  </a:lnTo>
                  <a:lnTo>
                    <a:pt x="5708224" y="2836149"/>
                  </a:lnTo>
                  <a:lnTo>
                    <a:pt x="5710417" y="2779211"/>
                  </a:lnTo>
                  <a:lnTo>
                    <a:pt x="5712611" y="2801680"/>
                  </a:lnTo>
                  <a:lnTo>
                    <a:pt x="5714805" y="2875661"/>
                  </a:lnTo>
                  <a:lnTo>
                    <a:pt x="5716999" y="2917692"/>
                  </a:lnTo>
                  <a:lnTo>
                    <a:pt x="5719192" y="2839650"/>
                  </a:lnTo>
                  <a:lnTo>
                    <a:pt x="5721386" y="2907756"/>
                  </a:lnTo>
                  <a:lnTo>
                    <a:pt x="5723580" y="3032904"/>
                  </a:lnTo>
                  <a:lnTo>
                    <a:pt x="5725774" y="3016298"/>
                  </a:lnTo>
                  <a:lnTo>
                    <a:pt x="5727968" y="2910387"/>
                  </a:lnTo>
                  <a:lnTo>
                    <a:pt x="5730161" y="2831298"/>
                  </a:lnTo>
                  <a:lnTo>
                    <a:pt x="5732355" y="2878633"/>
                  </a:lnTo>
                  <a:lnTo>
                    <a:pt x="5734549" y="2917363"/>
                  </a:lnTo>
                  <a:lnTo>
                    <a:pt x="5736743" y="2902437"/>
                  </a:lnTo>
                  <a:lnTo>
                    <a:pt x="5738937" y="2911761"/>
                  </a:lnTo>
                  <a:lnTo>
                    <a:pt x="5741130" y="2925286"/>
                  </a:lnTo>
                  <a:lnTo>
                    <a:pt x="5743324" y="2958676"/>
                  </a:lnTo>
                  <a:lnTo>
                    <a:pt x="5745518" y="2943100"/>
                  </a:lnTo>
                  <a:lnTo>
                    <a:pt x="5747712" y="2893020"/>
                  </a:lnTo>
                  <a:lnTo>
                    <a:pt x="5749905" y="2860486"/>
                  </a:lnTo>
                  <a:lnTo>
                    <a:pt x="5752099" y="2843642"/>
                  </a:lnTo>
                  <a:lnTo>
                    <a:pt x="5754293" y="2877570"/>
                  </a:lnTo>
                  <a:lnTo>
                    <a:pt x="5756487" y="2935491"/>
                  </a:lnTo>
                  <a:lnTo>
                    <a:pt x="5758681" y="2944067"/>
                  </a:lnTo>
                  <a:lnTo>
                    <a:pt x="5760874" y="2954152"/>
                  </a:lnTo>
                  <a:lnTo>
                    <a:pt x="5763068" y="2941733"/>
                  </a:lnTo>
                  <a:lnTo>
                    <a:pt x="5765262" y="2955649"/>
                  </a:lnTo>
                  <a:lnTo>
                    <a:pt x="5767456" y="2993853"/>
                  </a:lnTo>
                  <a:lnTo>
                    <a:pt x="5769650" y="2958871"/>
                  </a:lnTo>
                  <a:lnTo>
                    <a:pt x="5771843" y="2978977"/>
                  </a:lnTo>
                  <a:lnTo>
                    <a:pt x="5774037" y="2929013"/>
                  </a:lnTo>
                  <a:lnTo>
                    <a:pt x="5776231" y="2914997"/>
                  </a:lnTo>
                  <a:lnTo>
                    <a:pt x="5778425" y="2897012"/>
                  </a:lnTo>
                  <a:lnTo>
                    <a:pt x="5780618" y="2825408"/>
                  </a:lnTo>
                  <a:lnTo>
                    <a:pt x="5782812" y="2742859"/>
                  </a:lnTo>
                  <a:lnTo>
                    <a:pt x="5785006" y="2647501"/>
                  </a:lnTo>
                  <a:lnTo>
                    <a:pt x="5787200" y="2649265"/>
                  </a:lnTo>
                  <a:lnTo>
                    <a:pt x="5789394" y="2638238"/>
                  </a:lnTo>
                  <a:lnTo>
                    <a:pt x="5791587" y="2617704"/>
                  </a:lnTo>
                  <a:lnTo>
                    <a:pt x="5793781" y="2610266"/>
                  </a:lnTo>
                  <a:lnTo>
                    <a:pt x="5795975" y="2554705"/>
                  </a:lnTo>
                  <a:lnTo>
                    <a:pt x="5798169" y="2567081"/>
                  </a:lnTo>
                  <a:lnTo>
                    <a:pt x="5800362" y="2560632"/>
                  </a:lnTo>
                  <a:lnTo>
                    <a:pt x="5802556" y="2525958"/>
                  </a:lnTo>
                  <a:lnTo>
                    <a:pt x="5804750" y="2453399"/>
                  </a:lnTo>
                  <a:lnTo>
                    <a:pt x="5806944" y="2326423"/>
                  </a:lnTo>
                  <a:lnTo>
                    <a:pt x="5809138" y="2314515"/>
                  </a:lnTo>
                  <a:lnTo>
                    <a:pt x="5811331" y="2304119"/>
                  </a:lnTo>
                  <a:lnTo>
                    <a:pt x="5813525" y="2243684"/>
                  </a:lnTo>
                  <a:lnTo>
                    <a:pt x="5815719" y="2233907"/>
                  </a:lnTo>
                  <a:lnTo>
                    <a:pt x="5817913" y="2331131"/>
                  </a:lnTo>
                  <a:lnTo>
                    <a:pt x="5820107" y="2468204"/>
                  </a:lnTo>
                  <a:lnTo>
                    <a:pt x="5822300" y="2576340"/>
                  </a:lnTo>
                  <a:lnTo>
                    <a:pt x="5824494" y="2615788"/>
                  </a:lnTo>
                  <a:lnTo>
                    <a:pt x="5826688" y="2677824"/>
                  </a:lnTo>
                  <a:lnTo>
                    <a:pt x="5828882" y="2741008"/>
                  </a:lnTo>
                  <a:lnTo>
                    <a:pt x="5831075" y="2733440"/>
                  </a:lnTo>
                  <a:lnTo>
                    <a:pt x="5833269" y="2766703"/>
                  </a:lnTo>
                  <a:lnTo>
                    <a:pt x="5835463" y="2812858"/>
                  </a:lnTo>
                  <a:lnTo>
                    <a:pt x="5837657" y="2870403"/>
                  </a:lnTo>
                  <a:lnTo>
                    <a:pt x="5839851" y="2919144"/>
                  </a:lnTo>
                  <a:lnTo>
                    <a:pt x="5842044" y="2926093"/>
                  </a:lnTo>
                  <a:lnTo>
                    <a:pt x="5844238" y="2966976"/>
                  </a:lnTo>
                  <a:lnTo>
                    <a:pt x="5846432" y="2995705"/>
                  </a:lnTo>
                  <a:lnTo>
                    <a:pt x="5848626" y="3016255"/>
                  </a:lnTo>
                  <a:lnTo>
                    <a:pt x="5850819" y="3026781"/>
                  </a:lnTo>
                  <a:lnTo>
                    <a:pt x="5853013" y="2958646"/>
                  </a:lnTo>
                  <a:lnTo>
                    <a:pt x="5855207" y="2928338"/>
                  </a:lnTo>
                  <a:lnTo>
                    <a:pt x="5857401" y="2888931"/>
                  </a:lnTo>
                  <a:lnTo>
                    <a:pt x="5859595" y="2866854"/>
                  </a:lnTo>
                  <a:lnTo>
                    <a:pt x="5861788" y="2830214"/>
                  </a:lnTo>
                  <a:lnTo>
                    <a:pt x="5863982" y="2790050"/>
                  </a:lnTo>
                  <a:lnTo>
                    <a:pt x="5866176" y="2864058"/>
                  </a:lnTo>
                  <a:lnTo>
                    <a:pt x="5868370" y="2847766"/>
                  </a:lnTo>
                  <a:lnTo>
                    <a:pt x="5870564" y="2763039"/>
                  </a:lnTo>
                  <a:lnTo>
                    <a:pt x="5872757" y="2659928"/>
                  </a:lnTo>
                  <a:lnTo>
                    <a:pt x="5874951" y="2661806"/>
                  </a:lnTo>
                  <a:lnTo>
                    <a:pt x="5877145" y="2647453"/>
                  </a:lnTo>
                  <a:lnTo>
                    <a:pt x="5879339" y="2606733"/>
                  </a:lnTo>
                  <a:lnTo>
                    <a:pt x="5881532" y="2605745"/>
                  </a:lnTo>
                  <a:lnTo>
                    <a:pt x="5883726" y="2660108"/>
                  </a:lnTo>
                  <a:lnTo>
                    <a:pt x="5885920" y="2753045"/>
                  </a:lnTo>
                  <a:lnTo>
                    <a:pt x="5888114" y="2823057"/>
                  </a:lnTo>
                  <a:lnTo>
                    <a:pt x="5890308" y="2903710"/>
                  </a:lnTo>
                  <a:lnTo>
                    <a:pt x="5892501" y="2948590"/>
                  </a:lnTo>
                  <a:lnTo>
                    <a:pt x="5894695" y="2984026"/>
                  </a:lnTo>
                  <a:lnTo>
                    <a:pt x="5896889" y="3039175"/>
                  </a:lnTo>
                  <a:lnTo>
                    <a:pt x="5899083" y="3056036"/>
                  </a:lnTo>
                  <a:lnTo>
                    <a:pt x="5901276" y="2980071"/>
                  </a:lnTo>
                  <a:lnTo>
                    <a:pt x="5903470" y="2912952"/>
                  </a:lnTo>
                  <a:lnTo>
                    <a:pt x="5905664" y="2886531"/>
                  </a:lnTo>
                  <a:lnTo>
                    <a:pt x="5907858" y="2917672"/>
                  </a:lnTo>
                  <a:lnTo>
                    <a:pt x="5910052" y="2929795"/>
                  </a:lnTo>
                  <a:lnTo>
                    <a:pt x="5912245" y="2878344"/>
                  </a:lnTo>
                  <a:lnTo>
                    <a:pt x="5914439" y="2888493"/>
                  </a:lnTo>
                  <a:lnTo>
                    <a:pt x="5916633" y="2872230"/>
                  </a:lnTo>
                  <a:lnTo>
                    <a:pt x="5918827" y="2826708"/>
                  </a:lnTo>
                  <a:lnTo>
                    <a:pt x="5921021" y="2802869"/>
                  </a:lnTo>
                  <a:lnTo>
                    <a:pt x="5923214" y="2739172"/>
                  </a:lnTo>
                  <a:lnTo>
                    <a:pt x="5925408" y="2649540"/>
                  </a:lnTo>
                  <a:lnTo>
                    <a:pt x="5927602" y="2609717"/>
                  </a:lnTo>
                  <a:lnTo>
                    <a:pt x="5929796" y="2690606"/>
                  </a:lnTo>
                  <a:lnTo>
                    <a:pt x="5931989" y="2732744"/>
                  </a:lnTo>
                  <a:lnTo>
                    <a:pt x="5934183" y="2690624"/>
                  </a:lnTo>
                  <a:lnTo>
                    <a:pt x="5936377" y="2654340"/>
                  </a:lnTo>
                  <a:lnTo>
                    <a:pt x="5938571" y="2645386"/>
                  </a:lnTo>
                  <a:lnTo>
                    <a:pt x="5940765" y="2527299"/>
                  </a:lnTo>
                  <a:lnTo>
                    <a:pt x="5942958" y="2363958"/>
                  </a:lnTo>
                  <a:lnTo>
                    <a:pt x="5945152" y="2336994"/>
                  </a:lnTo>
                  <a:lnTo>
                    <a:pt x="5947346" y="2363395"/>
                  </a:lnTo>
                  <a:lnTo>
                    <a:pt x="5949540" y="2380056"/>
                  </a:lnTo>
                  <a:lnTo>
                    <a:pt x="5951734" y="2507048"/>
                  </a:lnTo>
                  <a:lnTo>
                    <a:pt x="5953927" y="2626435"/>
                  </a:lnTo>
                  <a:lnTo>
                    <a:pt x="5956121" y="2697385"/>
                  </a:lnTo>
                  <a:lnTo>
                    <a:pt x="5958315" y="2683394"/>
                  </a:lnTo>
                  <a:lnTo>
                    <a:pt x="5960509" y="2704084"/>
                  </a:lnTo>
                  <a:lnTo>
                    <a:pt x="5962702" y="2683677"/>
                  </a:lnTo>
                  <a:lnTo>
                    <a:pt x="5964896" y="2645672"/>
                  </a:lnTo>
                  <a:lnTo>
                    <a:pt x="5967090" y="2649403"/>
                  </a:lnTo>
                  <a:lnTo>
                    <a:pt x="5969284" y="2569750"/>
                  </a:lnTo>
                  <a:lnTo>
                    <a:pt x="5971478" y="2443785"/>
                  </a:lnTo>
                  <a:lnTo>
                    <a:pt x="5973671" y="2249464"/>
                  </a:lnTo>
                  <a:lnTo>
                    <a:pt x="5975865" y="2120516"/>
                  </a:lnTo>
                  <a:lnTo>
                    <a:pt x="5978059" y="1921913"/>
                  </a:lnTo>
                  <a:lnTo>
                    <a:pt x="5980253" y="1718857"/>
                  </a:lnTo>
                  <a:lnTo>
                    <a:pt x="5982446" y="1588838"/>
                  </a:lnTo>
                  <a:lnTo>
                    <a:pt x="5984640" y="1469081"/>
                  </a:lnTo>
                  <a:lnTo>
                    <a:pt x="5986834" y="1398288"/>
                  </a:lnTo>
                  <a:lnTo>
                    <a:pt x="5989028" y="1412171"/>
                  </a:lnTo>
                  <a:lnTo>
                    <a:pt x="5991222" y="1496654"/>
                  </a:lnTo>
                  <a:lnTo>
                    <a:pt x="5993415" y="1559822"/>
                  </a:lnTo>
                  <a:lnTo>
                    <a:pt x="5995609" y="1597754"/>
                  </a:lnTo>
                  <a:lnTo>
                    <a:pt x="5997803" y="1624286"/>
                  </a:lnTo>
                  <a:lnTo>
                    <a:pt x="5999997" y="1609078"/>
                  </a:lnTo>
                  <a:lnTo>
                    <a:pt x="6002191" y="1536822"/>
                  </a:lnTo>
                  <a:lnTo>
                    <a:pt x="6004384" y="1372560"/>
                  </a:lnTo>
                  <a:lnTo>
                    <a:pt x="6006578" y="1272167"/>
                  </a:lnTo>
                  <a:lnTo>
                    <a:pt x="6008772" y="1206856"/>
                  </a:lnTo>
                  <a:lnTo>
                    <a:pt x="6010966" y="1152789"/>
                  </a:lnTo>
                  <a:lnTo>
                    <a:pt x="6013159" y="1121465"/>
                  </a:lnTo>
                  <a:lnTo>
                    <a:pt x="6015353" y="1047877"/>
                  </a:lnTo>
                  <a:lnTo>
                    <a:pt x="6017547" y="991182"/>
                  </a:lnTo>
                  <a:lnTo>
                    <a:pt x="6019741" y="917015"/>
                  </a:lnTo>
                  <a:lnTo>
                    <a:pt x="6021935" y="915727"/>
                  </a:lnTo>
                  <a:lnTo>
                    <a:pt x="6024128" y="970137"/>
                  </a:lnTo>
                  <a:lnTo>
                    <a:pt x="6026322" y="1015189"/>
                  </a:lnTo>
                  <a:lnTo>
                    <a:pt x="6028516" y="1094195"/>
                  </a:lnTo>
                  <a:lnTo>
                    <a:pt x="6030710" y="1164299"/>
                  </a:lnTo>
                  <a:lnTo>
                    <a:pt x="6032903" y="1244439"/>
                  </a:lnTo>
                  <a:lnTo>
                    <a:pt x="6035097" y="1261399"/>
                  </a:lnTo>
                  <a:lnTo>
                    <a:pt x="6037291" y="1239374"/>
                  </a:lnTo>
                  <a:lnTo>
                    <a:pt x="6039485" y="1222176"/>
                  </a:lnTo>
                  <a:lnTo>
                    <a:pt x="6041679" y="1260352"/>
                  </a:lnTo>
                  <a:lnTo>
                    <a:pt x="6043872" y="1353492"/>
                  </a:lnTo>
                  <a:lnTo>
                    <a:pt x="6046066" y="1425636"/>
                  </a:lnTo>
                  <a:lnTo>
                    <a:pt x="6048260" y="1550850"/>
                  </a:lnTo>
                  <a:lnTo>
                    <a:pt x="6050454" y="1705440"/>
                  </a:lnTo>
                  <a:lnTo>
                    <a:pt x="6052648" y="1893418"/>
                  </a:lnTo>
                  <a:lnTo>
                    <a:pt x="6054841" y="2023762"/>
                  </a:lnTo>
                  <a:lnTo>
                    <a:pt x="6057035" y="2063286"/>
                  </a:lnTo>
                  <a:lnTo>
                    <a:pt x="6059229" y="2120449"/>
                  </a:lnTo>
                  <a:lnTo>
                    <a:pt x="6061423" y="2261321"/>
                  </a:lnTo>
                  <a:lnTo>
                    <a:pt x="6063616" y="2284126"/>
                  </a:lnTo>
                  <a:lnTo>
                    <a:pt x="6065810" y="2130402"/>
                  </a:lnTo>
                  <a:lnTo>
                    <a:pt x="6068004" y="1906128"/>
                  </a:lnTo>
                  <a:lnTo>
                    <a:pt x="6070198" y="1751526"/>
                  </a:lnTo>
                  <a:lnTo>
                    <a:pt x="6072392" y="1606615"/>
                  </a:lnTo>
                  <a:lnTo>
                    <a:pt x="6074585" y="1311482"/>
                  </a:lnTo>
                  <a:lnTo>
                    <a:pt x="6076779" y="1125669"/>
                  </a:lnTo>
                  <a:lnTo>
                    <a:pt x="6078973" y="1100626"/>
                  </a:lnTo>
                  <a:lnTo>
                    <a:pt x="6081167" y="1077490"/>
                  </a:lnTo>
                  <a:lnTo>
                    <a:pt x="6083361" y="1049957"/>
                  </a:lnTo>
                  <a:lnTo>
                    <a:pt x="6085554" y="1065732"/>
                  </a:lnTo>
                  <a:lnTo>
                    <a:pt x="6087748" y="1143033"/>
                  </a:lnTo>
                  <a:lnTo>
                    <a:pt x="6089942" y="1181129"/>
                  </a:lnTo>
                  <a:lnTo>
                    <a:pt x="6092136" y="1204139"/>
                  </a:lnTo>
                  <a:lnTo>
                    <a:pt x="6094329" y="1295204"/>
                  </a:lnTo>
                  <a:lnTo>
                    <a:pt x="6096523" y="1329294"/>
                  </a:lnTo>
                  <a:lnTo>
                    <a:pt x="6098717" y="1254793"/>
                  </a:lnTo>
                  <a:lnTo>
                    <a:pt x="6100911" y="1131754"/>
                  </a:lnTo>
                  <a:lnTo>
                    <a:pt x="6103105" y="1049041"/>
                  </a:lnTo>
                  <a:lnTo>
                    <a:pt x="6105298" y="954181"/>
                  </a:lnTo>
                  <a:lnTo>
                    <a:pt x="6107492" y="802450"/>
                  </a:lnTo>
                  <a:lnTo>
                    <a:pt x="6109686" y="705251"/>
                  </a:lnTo>
                  <a:lnTo>
                    <a:pt x="6111880" y="656674"/>
                  </a:lnTo>
                  <a:lnTo>
                    <a:pt x="6114073" y="683844"/>
                  </a:lnTo>
                  <a:lnTo>
                    <a:pt x="6116267" y="713976"/>
                  </a:lnTo>
                  <a:lnTo>
                    <a:pt x="6118461" y="716910"/>
                  </a:lnTo>
                  <a:lnTo>
                    <a:pt x="6120655" y="808570"/>
                  </a:lnTo>
                  <a:lnTo>
                    <a:pt x="6122849" y="974916"/>
                  </a:lnTo>
                  <a:lnTo>
                    <a:pt x="6125042" y="1078006"/>
                  </a:lnTo>
                  <a:lnTo>
                    <a:pt x="6127236" y="1040447"/>
                  </a:lnTo>
                  <a:lnTo>
                    <a:pt x="6129430" y="1023839"/>
                  </a:lnTo>
                  <a:lnTo>
                    <a:pt x="6131624" y="1091219"/>
                  </a:lnTo>
                  <a:lnTo>
                    <a:pt x="6133818" y="1144240"/>
                  </a:lnTo>
                  <a:lnTo>
                    <a:pt x="6136011" y="1120951"/>
                  </a:lnTo>
                  <a:lnTo>
                    <a:pt x="6138205" y="1163379"/>
                  </a:lnTo>
                  <a:lnTo>
                    <a:pt x="6140399" y="1231983"/>
                  </a:lnTo>
                  <a:lnTo>
                    <a:pt x="6142593" y="1230234"/>
                  </a:lnTo>
                  <a:lnTo>
                    <a:pt x="6144786" y="1173474"/>
                  </a:lnTo>
                  <a:lnTo>
                    <a:pt x="6146980" y="1052658"/>
                  </a:lnTo>
                  <a:lnTo>
                    <a:pt x="6149174" y="965487"/>
                  </a:lnTo>
                  <a:lnTo>
                    <a:pt x="6151368" y="902548"/>
                  </a:lnTo>
                  <a:lnTo>
                    <a:pt x="6153562" y="920219"/>
                  </a:lnTo>
                  <a:lnTo>
                    <a:pt x="6155755" y="1100213"/>
                  </a:lnTo>
                  <a:lnTo>
                    <a:pt x="6157949" y="1319538"/>
                  </a:lnTo>
                  <a:lnTo>
                    <a:pt x="6160143" y="1438657"/>
                  </a:lnTo>
                  <a:lnTo>
                    <a:pt x="6162337" y="1505324"/>
                  </a:lnTo>
                  <a:lnTo>
                    <a:pt x="6164530" y="1485124"/>
                  </a:lnTo>
                  <a:lnTo>
                    <a:pt x="6166724" y="1426379"/>
                  </a:lnTo>
                  <a:lnTo>
                    <a:pt x="6168918" y="1254847"/>
                  </a:lnTo>
                  <a:lnTo>
                    <a:pt x="6171112" y="1055737"/>
                  </a:lnTo>
                  <a:lnTo>
                    <a:pt x="6173306" y="985556"/>
                  </a:lnTo>
                  <a:lnTo>
                    <a:pt x="6175499" y="957114"/>
                  </a:lnTo>
                  <a:lnTo>
                    <a:pt x="6177693" y="965128"/>
                  </a:lnTo>
                  <a:lnTo>
                    <a:pt x="6179887" y="964882"/>
                  </a:lnTo>
                  <a:lnTo>
                    <a:pt x="6182081" y="950261"/>
                  </a:lnTo>
                  <a:lnTo>
                    <a:pt x="6184275" y="931948"/>
                  </a:lnTo>
                  <a:lnTo>
                    <a:pt x="6186468" y="942246"/>
                  </a:lnTo>
                  <a:lnTo>
                    <a:pt x="6188662" y="949124"/>
                  </a:lnTo>
                  <a:lnTo>
                    <a:pt x="6190856" y="883327"/>
                  </a:lnTo>
                  <a:lnTo>
                    <a:pt x="6193050" y="829322"/>
                  </a:lnTo>
                  <a:lnTo>
                    <a:pt x="6195243" y="845055"/>
                  </a:lnTo>
                  <a:lnTo>
                    <a:pt x="6197437" y="842046"/>
                  </a:lnTo>
                  <a:lnTo>
                    <a:pt x="6199631" y="805165"/>
                  </a:lnTo>
                  <a:lnTo>
                    <a:pt x="6201825" y="749578"/>
                  </a:lnTo>
                  <a:lnTo>
                    <a:pt x="6204019" y="746012"/>
                  </a:lnTo>
                  <a:lnTo>
                    <a:pt x="6206212" y="757607"/>
                  </a:lnTo>
                  <a:lnTo>
                    <a:pt x="6208406" y="739205"/>
                  </a:lnTo>
                  <a:lnTo>
                    <a:pt x="6210600" y="768198"/>
                  </a:lnTo>
                  <a:lnTo>
                    <a:pt x="6212794" y="833236"/>
                  </a:lnTo>
                  <a:lnTo>
                    <a:pt x="6214988" y="907992"/>
                  </a:lnTo>
                  <a:lnTo>
                    <a:pt x="6217181" y="954149"/>
                  </a:lnTo>
                  <a:lnTo>
                    <a:pt x="6219375" y="1010060"/>
                  </a:lnTo>
                  <a:lnTo>
                    <a:pt x="6221569" y="1079149"/>
                  </a:lnTo>
                  <a:lnTo>
                    <a:pt x="6223763" y="1139074"/>
                  </a:lnTo>
                  <a:lnTo>
                    <a:pt x="6225956" y="1167481"/>
                  </a:lnTo>
                  <a:lnTo>
                    <a:pt x="6228150" y="1132268"/>
                  </a:lnTo>
                  <a:lnTo>
                    <a:pt x="6230344" y="1121700"/>
                  </a:lnTo>
                  <a:lnTo>
                    <a:pt x="6232538" y="1062909"/>
                  </a:lnTo>
                  <a:lnTo>
                    <a:pt x="6234732" y="999071"/>
                  </a:lnTo>
                  <a:lnTo>
                    <a:pt x="6236925" y="887720"/>
                  </a:lnTo>
                  <a:lnTo>
                    <a:pt x="6239119" y="776009"/>
                  </a:lnTo>
                  <a:lnTo>
                    <a:pt x="6241313" y="781816"/>
                  </a:lnTo>
                  <a:lnTo>
                    <a:pt x="6243507" y="836017"/>
                  </a:lnTo>
                  <a:lnTo>
                    <a:pt x="6245700" y="881194"/>
                  </a:lnTo>
                  <a:lnTo>
                    <a:pt x="6247894" y="863151"/>
                  </a:lnTo>
                  <a:lnTo>
                    <a:pt x="6250088" y="851460"/>
                  </a:lnTo>
                  <a:lnTo>
                    <a:pt x="6252282" y="897714"/>
                  </a:lnTo>
                  <a:lnTo>
                    <a:pt x="6254476" y="916718"/>
                  </a:lnTo>
                  <a:lnTo>
                    <a:pt x="6256669" y="915016"/>
                  </a:lnTo>
                  <a:lnTo>
                    <a:pt x="6258863" y="967488"/>
                  </a:lnTo>
                  <a:lnTo>
                    <a:pt x="6261057" y="1039610"/>
                  </a:lnTo>
                  <a:lnTo>
                    <a:pt x="6263251" y="1069651"/>
                  </a:lnTo>
                  <a:lnTo>
                    <a:pt x="6265445" y="1016798"/>
                  </a:lnTo>
                  <a:lnTo>
                    <a:pt x="6267638" y="1035986"/>
                  </a:lnTo>
                  <a:lnTo>
                    <a:pt x="6269832" y="1050536"/>
                  </a:lnTo>
                  <a:lnTo>
                    <a:pt x="6272026" y="1015744"/>
                  </a:lnTo>
                  <a:lnTo>
                    <a:pt x="6274220" y="973853"/>
                  </a:lnTo>
                  <a:lnTo>
                    <a:pt x="6276413" y="980171"/>
                  </a:lnTo>
                  <a:lnTo>
                    <a:pt x="6278607" y="1028516"/>
                  </a:lnTo>
                  <a:lnTo>
                    <a:pt x="6280801" y="944874"/>
                  </a:lnTo>
                  <a:lnTo>
                    <a:pt x="6282995" y="833850"/>
                  </a:lnTo>
                  <a:lnTo>
                    <a:pt x="6285189" y="786062"/>
                  </a:lnTo>
                  <a:lnTo>
                    <a:pt x="6287382" y="820852"/>
                  </a:lnTo>
                  <a:lnTo>
                    <a:pt x="6289576" y="883710"/>
                  </a:lnTo>
                  <a:lnTo>
                    <a:pt x="6291770" y="888682"/>
                  </a:lnTo>
                  <a:lnTo>
                    <a:pt x="6293964" y="928528"/>
                  </a:lnTo>
                  <a:lnTo>
                    <a:pt x="6296157" y="1008500"/>
                  </a:lnTo>
                  <a:lnTo>
                    <a:pt x="6298351" y="1007492"/>
                  </a:lnTo>
                  <a:lnTo>
                    <a:pt x="6300545" y="984831"/>
                  </a:lnTo>
                  <a:lnTo>
                    <a:pt x="6302739" y="934597"/>
                  </a:lnTo>
                  <a:lnTo>
                    <a:pt x="6304933" y="922828"/>
                  </a:lnTo>
                  <a:lnTo>
                    <a:pt x="6307126" y="921721"/>
                  </a:lnTo>
                  <a:lnTo>
                    <a:pt x="6309320" y="867315"/>
                  </a:lnTo>
                  <a:lnTo>
                    <a:pt x="6311514" y="891608"/>
                  </a:lnTo>
                  <a:lnTo>
                    <a:pt x="6313708" y="886075"/>
                  </a:lnTo>
                  <a:lnTo>
                    <a:pt x="6315902" y="944209"/>
                  </a:lnTo>
                  <a:lnTo>
                    <a:pt x="6318095" y="1001438"/>
                  </a:lnTo>
                  <a:lnTo>
                    <a:pt x="6320289" y="1005308"/>
                  </a:lnTo>
                  <a:lnTo>
                    <a:pt x="6322483" y="1030725"/>
                  </a:lnTo>
                  <a:lnTo>
                    <a:pt x="6324677" y="997716"/>
                  </a:lnTo>
                  <a:lnTo>
                    <a:pt x="6326870" y="976718"/>
                  </a:lnTo>
                  <a:lnTo>
                    <a:pt x="6329064" y="886563"/>
                  </a:lnTo>
                  <a:lnTo>
                    <a:pt x="6331258" y="818510"/>
                  </a:lnTo>
                  <a:lnTo>
                    <a:pt x="6333452" y="838685"/>
                  </a:lnTo>
                  <a:lnTo>
                    <a:pt x="6335646" y="866487"/>
                  </a:lnTo>
                  <a:lnTo>
                    <a:pt x="6337839" y="825935"/>
                  </a:lnTo>
                  <a:lnTo>
                    <a:pt x="6340033" y="769797"/>
                  </a:lnTo>
                  <a:lnTo>
                    <a:pt x="6342227" y="778498"/>
                  </a:lnTo>
                  <a:lnTo>
                    <a:pt x="6344421" y="777064"/>
                  </a:lnTo>
                  <a:lnTo>
                    <a:pt x="6346615" y="706342"/>
                  </a:lnTo>
                  <a:lnTo>
                    <a:pt x="6348808" y="656966"/>
                  </a:lnTo>
                  <a:lnTo>
                    <a:pt x="6351002" y="792873"/>
                  </a:lnTo>
                  <a:lnTo>
                    <a:pt x="6353196" y="1032352"/>
                  </a:lnTo>
                  <a:lnTo>
                    <a:pt x="6355390" y="1143915"/>
                  </a:lnTo>
                  <a:lnTo>
                    <a:pt x="6357583" y="1167945"/>
                  </a:lnTo>
                  <a:lnTo>
                    <a:pt x="6359777" y="1223054"/>
                  </a:lnTo>
                  <a:lnTo>
                    <a:pt x="6361971" y="1307697"/>
                  </a:lnTo>
                  <a:lnTo>
                    <a:pt x="6364165" y="1224571"/>
                  </a:lnTo>
                  <a:lnTo>
                    <a:pt x="6366359" y="980355"/>
                  </a:lnTo>
                  <a:lnTo>
                    <a:pt x="6368552" y="882944"/>
                  </a:lnTo>
                  <a:lnTo>
                    <a:pt x="6370746" y="846215"/>
                  </a:lnTo>
                  <a:lnTo>
                    <a:pt x="6372940" y="814478"/>
                  </a:lnTo>
                  <a:lnTo>
                    <a:pt x="6375134" y="758477"/>
                  </a:lnTo>
                  <a:lnTo>
                    <a:pt x="6377327" y="785903"/>
                  </a:lnTo>
                  <a:lnTo>
                    <a:pt x="6379521" y="869512"/>
                  </a:lnTo>
                  <a:lnTo>
                    <a:pt x="6381715" y="885608"/>
                  </a:lnTo>
                  <a:lnTo>
                    <a:pt x="6383909" y="927129"/>
                  </a:lnTo>
                  <a:lnTo>
                    <a:pt x="6386103" y="932843"/>
                  </a:lnTo>
                  <a:lnTo>
                    <a:pt x="6388296" y="997076"/>
                  </a:lnTo>
                  <a:lnTo>
                    <a:pt x="6390490" y="1079926"/>
                  </a:lnTo>
                  <a:lnTo>
                    <a:pt x="6392684" y="1154874"/>
                  </a:lnTo>
                  <a:lnTo>
                    <a:pt x="6394878" y="1255368"/>
                  </a:lnTo>
                  <a:lnTo>
                    <a:pt x="6397072" y="1383276"/>
                  </a:lnTo>
                  <a:lnTo>
                    <a:pt x="6399265" y="1589953"/>
                  </a:lnTo>
                  <a:lnTo>
                    <a:pt x="6401459" y="1593872"/>
                  </a:lnTo>
                  <a:lnTo>
                    <a:pt x="6403653" y="1488156"/>
                  </a:lnTo>
                  <a:lnTo>
                    <a:pt x="6405847" y="1394766"/>
                  </a:lnTo>
                  <a:lnTo>
                    <a:pt x="6408040" y="1264757"/>
                  </a:lnTo>
                  <a:lnTo>
                    <a:pt x="6410234" y="1075507"/>
                  </a:lnTo>
                  <a:lnTo>
                    <a:pt x="6412428" y="895407"/>
                  </a:lnTo>
                  <a:lnTo>
                    <a:pt x="6414622" y="845496"/>
                  </a:lnTo>
                  <a:lnTo>
                    <a:pt x="6416816" y="861094"/>
                  </a:lnTo>
                  <a:lnTo>
                    <a:pt x="6419009" y="861354"/>
                  </a:lnTo>
                  <a:lnTo>
                    <a:pt x="6421203" y="847255"/>
                  </a:lnTo>
                  <a:lnTo>
                    <a:pt x="6423397" y="926269"/>
                  </a:lnTo>
                  <a:lnTo>
                    <a:pt x="6425591" y="987265"/>
                  </a:lnTo>
                  <a:lnTo>
                    <a:pt x="6427784" y="1035451"/>
                  </a:lnTo>
                  <a:lnTo>
                    <a:pt x="6429978" y="1082794"/>
                  </a:lnTo>
                  <a:lnTo>
                    <a:pt x="6432172" y="1135788"/>
                  </a:lnTo>
                  <a:lnTo>
                    <a:pt x="6434366" y="1175938"/>
                  </a:lnTo>
                  <a:lnTo>
                    <a:pt x="6436560" y="1125571"/>
                  </a:lnTo>
                  <a:lnTo>
                    <a:pt x="6438753" y="1027933"/>
                  </a:lnTo>
                  <a:lnTo>
                    <a:pt x="6440947" y="906782"/>
                  </a:lnTo>
                  <a:lnTo>
                    <a:pt x="6443141" y="786767"/>
                  </a:lnTo>
                  <a:lnTo>
                    <a:pt x="6445335" y="670882"/>
                  </a:lnTo>
                  <a:lnTo>
                    <a:pt x="6447529" y="598673"/>
                  </a:lnTo>
                  <a:lnTo>
                    <a:pt x="6449722" y="617564"/>
                  </a:lnTo>
                  <a:lnTo>
                    <a:pt x="6451916" y="610723"/>
                  </a:lnTo>
                  <a:lnTo>
                    <a:pt x="6454110" y="590377"/>
                  </a:lnTo>
                  <a:lnTo>
                    <a:pt x="6456304" y="603378"/>
                  </a:lnTo>
                  <a:lnTo>
                    <a:pt x="6458497" y="648494"/>
                  </a:lnTo>
                  <a:lnTo>
                    <a:pt x="6460691" y="714166"/>
                  </a:lnTo>
                  <a:lnTo>
                    <a:pt x="6462885" y="810001"/>
                  </a:lnTo>
                  <a:lnTo>
                    <a:pt x="6465079" y="877007"/>
                  </a:lnTo>
                  <a:lnTo>
                    <a:pt x="6467273" y="904588"/>
                  </a:lnTo>
                  <a:lnTo>
                    <a:pt x="6469466" y="895215"/>
                  </a:lnTo>
                  <a:lnTo>
                    <a:pt x="6471660" y="837340"/>
                  </a:lnTo>
                  <a:lnTo>
                    <a:pt x="6473854" y="764113"/>
                  </a:lnTo>
                  <a:lnTo>
                    <a:pt x="6476048" y="745483"/>
                  </a:lnTo>
                  <a:lnTo>
                    <a:pt x="6478241" y="875180"/>
                  </a:lnTo>
                  <a:lnTo>
                    <a:pt x="6480435" y="1012024"/>
                  </a:lnTo>
                  <a:lnTo>
                    <a:pt x="6482629" y="1046234"/>
                  </a:lnTo>
                  <a:lnTo>
                    <a:pt x="6484823" y="1059659"/>
                  </a:lnTo>
                  <a:lnTo>
                    <a:pt x="6487017" y="1083357"/>
                  </a:lnTo>
                  <a:lnTo>
                    <a:pt x="6489210" y="999999"/>
                  </a:lnTo>
                  <a:lnTo>
                    <a:pt x="6491404" y="859653"/>
                  </a:lnTo>
                  <a:lnTo>
                    <a:pt x="6493598" y="791153"/>
                  </a:lnTo>
                  <a:lnTo>
                    <a:pt x="6495792" y="835094"/>
                  </a:lnTo>
                  <a:lnTo>
                    <a:pt x="6497986" y="877123"/>
                  </a:lnTo>
                  <a:lnTo>
                    <a:pt x="6500179" y="843065"/>
                  </a:lnTo>
                  <a:lnTo>
                    <a:pt x="6502373" y="778883"/>
                  </a:lnTo>
                  <a:lnTo>
                    <a:pt x="6504567" y="679494"/>
                  </a:lnTo>
                  <a:lnTo>
                    <a:pt x="6506761" y="615791"/>
                  </a:lnTo>
                  <a:lnTo>
                    <a:pt x="6508954" y="591017"/>
                  </a:lnTo>
                  <a:lnTo>
                    <a:pt x="6511148" y="628178"/>
                  </a:lnTo>
                  <a:lnTo>
                    <a:pt x="6513342" y="747384"/>
                  </a:lnTo>
                  <a:lnTo>
                    <a:pt x="6515536" y="764114"/>
                  </a:lnTo>
                  <a:lnTo>
                    <a:pt x="6517730" y="748153"/>
                  </a:lnTo>
                  <a:lnTo>
                    <a:pt x="6519923" y="779285"/>
                  </a:lnTo>
                  <a:lnTo>
                    <a:pt x="6522117" y="867323"/>
                  </a:lnTo>
                  <a:lnTo>
                    <a:pt x="6524311" y="916555"/>
                  </a:lnTo>
                  <a:lnTo>
                    <a:pt x="6526505" y="934392"/>
                  </a:lnTo>
                  <a:lnTo>
                    <a:pt x="6528699" y="1117939"/>
                  </a:lnTo>
                  <a:lnTo>
                    <a:pt x="6530892" y="1295863"/>
                  </a:lnTo>
                  <a:lnTo>
                    <a:pt x="6533086" y="1347656"/>
                  </a:lnTo>
                  <a:lnTo>
                    <a:pt x="6535280" y="1375559"/>
                  </a:lnTo>
                  <a:lnTo>
                    <a:pt x="6537474" y="1459955"/>
                  </a:lnTo>
                  <a:lnTo>
                    <a:pt x="6539667" y="1508490"/>
                  </a:lnTo>
                  <a:lnTo>
                    <a:pt x="6541861" y="1522918"/>
                  </a:lnTo>
                  <a:lnTo>
                    <a:pt x="6544055" y="1602582"/>
                  </a:lnTo>
                  <a:lnTo>
                    <a:pt x="6546249" y="1636739"/>
                  </a:lnTo>
                  <a:lnTo>
                    <a:pt x="6548443" y="1596641"/>
                  </a:lnTo>
                  <a:lnTo>
                    <a:pt x="6550636" y="1627550"/>
                  </a:lnTo>
                  <a:lnTo>
                    <a:pt x="6552830" y="1805119"/>
                  </a:lnTo>
                  <a:lnTo>
                    <a:pt x="6555024" y="1878519"/>
                  </a:lnTo>
                  <a:lnTo>
                    <a:pt x="6557218" y="1906295"/>
                  </a:lnTo>
                  <a:lnTo>
                    <a:pt x="6559411" y="2054022"/>
                  </a:lnTo>
                  <a:lnTo>
                    <a:pt x="6561605" y="2182301"/>
                  </a:lnTo>
                  <a:lnTo>
                    <a:pt x="6563799" y="2255300"/>
                  </a:lnTo>
                  <a:lnTo>
                    <a:pt x="6565993" y="2335487"/>
                  </a:lnTo>
                  <a:lnTo>
                    <a:pt x="6568187" y="2475446"/>
                  </a:lnTo>
                  <a:lnTo>
                    <a:pt x="6570380" y="2474286"/>
                  </a:lnTo>
                  <a:lnTo>
                    <a:pt x="6572574" y="2417830"/>
                  </a:lnTo>
                  <a:lnTo>
                    <a:pt x="6574768" y="2515860"/>
                  </a:lnTo>
                  <a:lnTo>
                    <a:pt x="6576962" y="2509878"/>
                  </a:lnTo>
                  <a:lnTo>
                    <a:pt x="6579156" y="2303986"/>
                  </a:lnTo>
                  <a:lnTo>
                    <a:pt x="6581349" y="2161743"/>
                  </a:lnTo>
                  <a:lnTo>
                    <a:pt x="6583543" y="2248345"/>
                  </a:lnTo>
                  <a:lnTo>
                    <a:pt x="6585737" y="2301148"/>
                  </a:lnTo>
                  <a:lnTo>
                    <a:pt x="6587931" y="2214587"/>
                  </a:lnTo>
                  <a:lnTo>
                    <a:pt x="6590124" y="2165228"/>
                  </a:lnTo>
                  <a:lnTo>
                    <a:pt x="6592318" y="2223544"/>
                  </a:lnTo>
                  <a:lnTo>
                    <a:pt x="6594512" y="2229609"/>
                  </a:lnTo>
                  <a:lnTo>
                    <a:pt x="6596706" y="2092426"/>
                  </a:lnTo>
                  <a:lnTo>
                    <a:pt x="6598900" y="2064760"/>
                  </a:lnTo>
                  <a:lnTo>
                    <a:pt x="6601093" y="1995970"/>
                  </a:lnTo>
                  <a:lnTo>
                    <a:pt x="6603287" y="1878654"/>
                  </a:lnTo>
                  <a:lnTo>
                    <a:pt x="6605481" y="1682011"/>
                  </a:lnTo>
                  <a:lnTo>
                    <a:pt x="6607675" y="1568995"/>
                  </a:lnTo>
                  <a:lnTo>
                    <a:pt x="6609868" y="1548796"/>
                  </a:lnTo>
                  <a:lnTo>
                    <a:pt x="6612062" y="1425442"/>
                  </a:lnTo>
                  <a:lnTo>
                    <a:pt x="6614256" y="1365067"/>
                  </a:lnTo>
                  <a:lnTo>
                    <a:pt x="6616450" y="1347538"/>
                  </a:lnTo>
                  <a:lnTo>
                    <a:pt x="6618644" y="1361705"/>
                  </a:lnTo>
                  <a:lnTo>
                    <a:pt x="6620837" y="1270497"/>
                  </a:lnTo>
                  <a:lnTo>
                    <a:pt x="6623031" y="1151004"/>
                  </a:lnTo>
                  <a:lnTo>
                    <a:pt x="6625225" y="1097479"/>
                  </a:lnTo>
                  <a:lnTo>
                    <a:pt x="6627419" y="994196"/>
                  </a:lnTo>
                  <a:lnTo>
                    <a:pt x="6629613" y="846609"/>
                  </a:lnTo>
                  <a:lnTo>
                    <a:pt x="6631806" y="755552"/>
                  </a:lnTo>
                  <a:lnTo>
                    <a:pt x="6634000" y="758301"/>
                  </a:lnTo>
                  <a:lnTo>
                    <a:pt x="6636194" y="809531"/>
                  </a:lnTo>
                  <a:lnTo>
                    <a:pt x="6638388" y="831554"/>
                  </a:lnTo>
                  <a:lnTo>
                    <a:pt x="6640581" y="919281"/>
                  </a:lnTo>
                  <a:lnTo>
                    <a:pt x="6642775" y="1028770"/>
                  </a:lnTo>
                  <a:lnTo>
                    <a:pt x="6644969" y="1083784"/>
                  </a:lnTo>
                  <a:lnTo>
                    <a:pt x="6647163" y="1034887"/>
                  </a:lnTo>
                  <a:lnTo>
                    <a:pt x="6649357" y="930256"/>
                  </a:lnTo>
                  <a:lnTo>
                    <a:pt x="6651550" y="860413"/>
                  </a:lnTo>
                  <a:lnTo>
                    <a:pt x="6653744" y="840032"/>
                  </a:lnTo>
                  <a:lnTo>
                    <a:pt x="6655938" y="828795"/>
                  </a:lnTo>
                  <a:lnTo>
                    <a:pt x="6658132" y="781874"/>
                  </a:lnTo>
                  <a:lnTo>
                    <a:pt x="6660326" y="763092"/>
                  </a:lnTo>
                  <a:lnTo>
                    <a:pt x="6662519" y="792177"/>
                  </a:lnTo>
                  <a:lnTo>
                    <a:pt x="6664713" y="811840"/>
                  </a:lnTo>
                  <a:lnTo>
                    <a:pt x="6666907" y="725139"/>
                  </a:lnTo>
                  <a:lnTo>
                    <a:pt x="6669101" y="705428"/>
                  </a:lnTo>
                  <a:lnTo>
                    <a:pt x="6671294" y="730077"/>
                  </a:lnTo>
                  <a:lnTo>
                    <a:pt x="6673488" y="737347"/>
                  </a:lnTo>
                  <a:lnTo>
                    <a:pt x="6675682" y="712861"/>
                  </a:lnTo>
                  <a:lnTo>
                    <a:pt x="6677876" y="703694"/>
                  </a:lnTo>
                  <a:lnTo>
                    <a:pt x="6680070" y="707372"/>
                  </a:lnTo>
                  <a:lnTo>
                    <a:pt x="6682263" y="688313"/>
                  </a:lnTo>
                  <a:lnTo>
                    <a:pt x="6684457" y="742571"/>
                  </a:lnTo>
                  <a:lnTo>
                    <a:pt x="6686651" y="822119"/>
                  </a:lnTo>
                  <a:lnTo>
                    <a:pt x="6688845" y="887046"/>
                  </a:lnTo>
                  <a:lnTo>
                    <a:pt x="6691038" y="885675"/>
                  </a:lnTo>
                  <a:lnTo>
                    <a:pt x="6693232" y="860338"/>
                  </a:lnTo>
                  <a:lnTo>
                    <a:pt x="6695426" y="829086"/>
                  </a:lnTo>
                  <a:lnTo>
                    <a:pt x="6697620" y="747568"/>
                  </a:lnTo>
                  <a:lnTo>
                    <a:pt x="6699814" y="669008"/>
                  </a:lnTo>
                  <a:lnTo>
                    <a:pt x="6702007" y="671935"/>
                  </a:lnTo>
                  <a:lnTo>
                    <a:pt x="6704201" y="745669"/>
                  </a:lnTo>
                  <a:lnTo>
                    <a:pt x="6706395" y="848648"/>
                  </a:lnTo>
                  <a:lnTo>
                    <a:pt x="6708589" y="968249"/>
                  </a:lnTo>
                  <a:lnTo>
                    <a:pt x="6710783" y="1090157"/>
                  </a:lnTo>
                  <a:lnTo>
                    <a:pt x="6712976" y="1233610"/>
                  </a:lnTo>
                  <a:lnTo>
                    <a:pt x="6715170" y="1431871"/>
                  </a:lnTo>
                  <a:lnTo>
                    <a:pt x="6717364" y="1627121"/>
                  </a:lnTo>
                  <a:lnTo>
                    <a:pt x="6719558" y="1775611"/>
                  </a:lnTo>
                  <a:lnTo>
                    <a:pt x="6721751" y="1790633"/>
                  </a:lnTo>
                  <a:lnTo>
                    <a:pt x="6723945" y="1838804"/>
                  </a:lnTo>
                  <a:lnTo>
                    <a:pt x="6726139" y="1944086"/>
                  </a:lnTo>
                  <a:lnTo>
                    <a:pt x="6728333" y="2003302"/>
                  </a:lnTo>
                  <a:lnTo>
                    <a:pt x="6730527" y="2083942"/>
                  </a:lnTo>
                  <a:lnTo>
                    <a:pt x="6732720" y="2151198"/>
                  </a:lnTo>
                  <a:lnTo>
                    <a:pt x="6734914" y="2203193"/>
                  </a:lnTo>
                  <a:lnTo>
                    <a:pt x="6737108" y="2191645"/>
                  </a:lnTo>
                  <a:lnTo>
                    <a:pt x="6739302" y="2221406"/>
                  </a:lnTo>
                  <a:lnTo>
                    <a:pt x="6741495" y="2250060"/>
                  </a:lnTo>
                  <a:lnTo>
                    <a:pt x="6743689" y="2241960"/>
                  </a:lnTo>
                  <a:lnTo>
                    <a:pt x="6745883" y="2301111"/>
                  </a:lnTo>
                  <a:lnTo>
                    <a:pt x="6748077" y="2387763"/>
                  </a:lnTo>
                  <a:lnTo>
                    <a:pt x="6750271" y="2369905"/>
                  </a:lnTo>
                  <a:lnTo>
                    <a:pt x="6752464" y="2207164"/>
                  </a:lnTo>
                  <a:lnTo>
                    <a:pt x="6754658" y="1960228"/>
                  </a:lnTo>
                  <a:lnTo>
                    <a:pt x="6756852" y="1683892"/>
                  </a:lnTo>
                  <a:lnTo>
                    <a:pt x="6759046" y="1413670"/>
                  </a:lnTo>
                  <a:lnTo>
                    <a:pt x="6761240" y="1199448"/>
                  </a:lnTo>
                  <a:lnTo>
                    <a:pt x="6763433" y="1181259"/>
                  </a:lnTo>
                  <a:lnTo>
                    <a:pt x="6765627" y="1313557"/>
                  </a:lnTo>
                  <a:lnTo>
                    <a:pt x="6767821" y="1392082"/>
                  </a:lnTo>
                  <a:lnTo>
                    <a:pt x="6770015" y="1446800"/>
                  </a:lnTo>
                  <a:lnTo>
                    <a:pt x="6772208" y="1428165"/>
                  </a:lnTo>
                  <a:lnTo>
                    <a:pt x="6774402" y="1414607"/>
                  </a:lnTo>
                  <a:lnTo>
                    <a:pt x="6776596" y="1343412"/>
                  </a:lnTo>
                  <a:lnTo>
                    <a:pt x="6778790" y="1134067"/>
                  </a:lnTo>
                  <a:lnTo>
                    <a:pt x="6780984" y="995664"/>
                  </a:lnTo>
                  <a:lnTo>
                    <a:pt x="6783177" y="831595"/>
                  </a:lnTo>
                  <a:lnTo>
                    <a:pt x="6785371" y="733334"/>
                  </a:lnTo>
                  <a:lnTo>
                    <a:pt x="6787565" y="714733"/>
                  </a:lnTo>
                  <a:lnTo>
                    <a:pt x="6789759" y="703261"/>
                  </a:lnTo>
                  <a:lnTo>
                    <a:pt x="6791953" y="710120"/>
                  </a:lnTo>
                  <a:lnTo>
                    <a:pt x="6794146" y="678268"/>
                  </a:lnTo>
                  <a:lnTo>
                    <a:pt x="6796340" y="722894"/>
                  </a:lnTo>
                  <a:lnTo>
                    <a:pt x="6798534" y="786022"/>
                  </a:lnTo>
                  <a:lnTo>
                    <a:pt x="6800728" y="809089"/>
                  </a:lnTo>
                  <a:lnTo>
                    <a:pt x="6802921" y="803083"/>
                  </a:lnTo>
                  <a:lnTo>
                    <a:pt x="6805115" y="868901"/>
                  </a:lnTo>
                  <a:lnTo>
                    <a:pt x="6807309" y="965193"/>
                  </a:lnTo>
                  <a:lnTo>
                    <a:pt x="6809503" y="1095385"/>
                  </a:lnTo>
                  <a:lnTo>
                    <a:pt x="6811697" y="1230955"/>
                  </a:lnTo>
                  <a:lnTo>
                    <a:pt x="6813890" y="1339467"/>
                  </a:lnTo>
                  <a:lnTo>
                    <a:pt x="6816084" y="1389864"/>
                  </a:lnTo>
                  <a:lnTo>
                    <a:pt x="6818278" y="1356207"/>
                  </a:lnTo>
                  <a:lnTo>
                    <a:pt x="6820472" y="1326245"/>
                  </a:lnTo>
                  <a:lnTo>
                    <a:pt x="6822665" y="1180915"/>
                  </a:lnTo>
                  <a:lnTo>
                    <a:pt x="6824859" y="1060257"/>
                  </a:lnTo>
                  <a:lnTo>
                    <a:pt x="6827053" y="937364"/>
                  </a:lnTo>
                  <a:lnTo>
                    <a:pt x="6829247" y="866503"/>
                  </a:lnTo>
                  <a:lnTo>
                    <a:pt x="6831441" y="785578"/>
                  </a:lnTo>
                  <a:lnTo>
                    <a:pt x="6833634" y="724523"/>
                  </a:lnTo>
                  <a:lnTo>
                    <a:pt x="6835828" y="764278"/>
                  </a:lnTo>
                  <a:lnTo>
                    <a:pt x="6838022" y="771742"/>
                  </a:lnTo>
                  <a:lnTo>
                    <a:pt x="6840216" y="782015"/>
                  </a:lnTo>
                  <a:lnTo>
                    <a:pt x="6842410" y="817099"/>
                  </a:lnTo>
                  <a:lnTo>
                    <a:pt x="6844603" y="890036"/>
                  </a:lnTo>
                  <a:lnTo>
                    <a:pt x="6846797" y="1007223"/>
                  </a:lnTo>
                  <a:lnTo>
                    <a:pt x="6848991" y="1053552"/>
                  </a:lnTo>
                  <a:lnTo>
                    <a:pt x="6851185" y="1077463"/>
                  </a:lnTo>
                  <a:lnTo>
                    <a:pt x="6853378" y="1137594"/>
                  </a:lnTo>
                  <a:lnTo>
                    <a:pt x="6855572" y="1124662"/>
                  </a:lnTo>
                  <a:lnTo>
                    <a:pt x="6857766" y="1053299"/>
                  </a:lnTo>
                  <a:lnTo>
                    <a:pt x="6859960" y="985493"/>
                  </a:lnTo>
                  <a:lnTo>
                    <a:pt x="6862154" y="969914"/>
                  </a:lnTo>
                  <a:lnTo>
                    <a:pt x="6864347" y="917578"/>
                  </a:lnTo>
                  <a:lnTo>
                    <a:pt x="6866541" y="870969"/>
                  </a:lnTo>
                  <a:lnTo>
                    <a:pt x="6868735" y="872757"/>
                  </a:lnTo>
                  <a:lnTo>
                    <a:pt x="6870929" y="864510"/>
                  </a:lnTo>
                  <a:lnTo>
                    <a:pt x="6873122" y="843629"/>
                  </a:lnTo>
                  <a:lnTo>
                    <a:pt x="6875316" y="963802"/>
                  </a:lnTo>
                  <a:lnTo>
                    <a:pt x="6877510" y="1242961"/>
                  </a:lnTo>
                  <a:lnTo>
                    <a:pt x="6879704" y="1339656"/>
                  </a:lnTo>
                  <a:lnTo>
                    <a:pt x="6881898" y="1328535"/>
                  </a:lnTo>
                  <a:lnTo>
                    <a:pt x="6884091" y="1350075"/>
                  </a:lnTo>
                  <a:lnTo>
                    <a:pt x="6886285" y="1323843"/>
                  </a:lnTo>
                  <a:lnTo>
                    <a:pt x="6888479" y="1148411"/>
                  </a:lnTo>
                  <a:lnTo>
                    <a:pt x="6890673" y="893679"/>
                  </a:lnTo>
                  <a:lnTo>
                    <a:pt x="6892867" y="865689"/>
                  </a:lnTo>
                  <a:lnTo>
                    <a:pt x="6895060" y="936798"/>
                  </a:lnTo>
                  <a:lnTo>
                    <a:pt x="6897254" y="973127"/>
                  </a:lnTo>
                  <a:lnTo>
                    <a:pt x="6899448" y="972323"/>
                  </a:lnTo>
                  <a:lnTo>
                    <a:pt x="6901642" y="957884"/>
                  </a:lnTo>
                  <a:lnTo>
                    <a:pt x="6903835" y="1006227"/>
                  </a:lnTo>
                  <a:lnTo>
                    <a:pt x="6906029" y="1028548"/>
                  </a:lnTo>
                  <a:lnTo>
                    <a:pt x="6908223" y="1042580"/>
                  </a:lnTo>
                  <a:lnTo>
                    <a:pt x="6910417" y="1156465"/>
                  </a:lnTo>
                  <a:lnTo>
                    <a:pt x="6912611" y="1242905"/>
                  </a:lnTo>
                  <a:lnTo>
                    <a:pt x="6914804" y="1266886"/>
                  </a:lnTo>
                  <a:lnTo>
                    <a:pt x="6916998" y="1292627"/>
                  </a:lnTo>
                  <a:lnTo>
                    <a:pt x="6919192" y="1334708"/>
                  </a:lnTo>
                  <a:lnTo>
                    <a:pt x="6921386" y="1401688"/>
                  </a:lnTo>
                  <a:lnTo>
                    <a:pt x="6923580" y="1376979"/>
                  </a:lnTo>
                  <a:lnTo>
                    <a:pt x="6925773" y="1358525"/>
                  </a:lnTo>
                  <a:lnTo>
                    <a:pt x="6927967" y="1446156"/>
                  </a:lnTo>
                  <a:lnTo>
                    <a:pt x="6930161" y="1498418"/>
                  </a:lnTo>
                  <a:lnTo>
                    <a:pt x="6932355" y="1462793"/>
                  </a:lnTo>
                  <a:lnTo>
                    <a:pt x="6934548" y="1412207"/>
                  </a:lnTo>
                  <a:lnTo>
                    <a:pt x="6936742" y="1389795"/>
                  </a:lnTo>
                  <a:lnTo>
                    <a:pt x="6938936" y="1365063"/>
                  </a:lnTo>
                  <a:lnTo>
                    <a:pt x="6941130" y="1331217"/>
                  </a:lnTo>
                  <a:lnTo>
                    <a:pt x="6943324" y="1267092"/>
                  </a:lnTo>
                  <a:lnTo>
                    <a:pt x="6945517" y="1166004"/>
                  </a:lnTo>
                  <a:lnTo>
                    <a:pt x="6947711" y="1059546"/>
                  </a:lnTo>
                  <a:lnTo>
                    <a:pt x="6949905" y="997823"/>
                  </a:lnTo>
                  <a:lnTo>
                    <a:pt x="6952099" y="1043072"/>
                  </a:lnTo>
                  <a:lnTo>
                    <a:pt x="6954292" y="1074913"/>
                  </a:lnTo>
                  <a:lnTo>
                    <a:pt x="6956486" y="1080601"/>
                  </a:lnTo>
                  <a:lnTo>
                    <a:pt x="6958680" y="1159996"/>
                  </a:lnTo>
                  <a:lnTo>
                    <a:pt x="6960874" y="1180247"/>
                  </a:lnTo>
                  <a:lnTo>
                    <a:pt x="6963068" y="1122577"/>
                  </a:lnTo>
                  <a:lnTo>
                    <a:pt x="6965261" y="1029057"/>
                  </a:lnTo>
                  <a:lnTo>
                    <a:pt x="6967455" y="923879"/>
                  </a:lnTo>
                  <a:lnTo>
                    <a:pt x="6969649" y="783053"/>
                  </a:lnTo>
                  <a:lnTo>
                    <a:pt x="6971843" y="704520"/>
                  </a:lnTo>
                  <a:lnTo>
                    <a:pt x="6974037" y="846384"/>
                  </a:lnTo>
                  <a:lnTo>
                    <a:pt x="6976230" y="1070020"/>
                  </a:lnTo>
                  <a:lnTo>
                    <a:pt x="6978424" y="1183114"/>
                  </a:lnTo>
                  <a:lnTo>
                    <a:pt x="6980618" y="1311503"/>
                  </a:lnTo>
                  <a:lnTo>
                    <a:pt x="6982812" y="1497120"/>
                  </a:lnTo>
                  <a:lnTo>
                    <a:pt x="6985005" y="1573006"/>
                  </a:lnTo>
                  <a:lnTo>
                    <a:pt x="6987199" y="1505803"/>
                  </a:lnTo>
                  <a:lnTo>
                    <a:pt x="6989393" y="1426786"/>
                  </a:lnTo>
                  <a:lnTo>
                    <a:pt x="6991587" y="1499131"/>
                  </a:lnTo>
                  <a:lnTo>
                    <a:pt x="6993781" y="1647301"/>
                  </a:lnTo>
                  <a:lnTo>
                    <a:pt x="6995974" y="1817271"/>
                  </a:lnTo>
                  <a:lnTo>
                    <a:pt x="6998168" y="1991793"/>
                  </a:lnTo>
                  <a:lnTo>
                    <a:pt x="7000362" y="2071762"/>
                  </a:lnTo>
                  <a:lnTo>
                    <a:pt x="7002556" y="2109636"/>
                  </a:lnTo>
                  <a:lnTo>
                    <a:pt x="7004749" y="2098329"/>
                  </a:lnTo>
                  <a:lnTo>
                    <a:pt x="7006943" y="1945964"/>
                  </a:lnTo>
                  <a:lnTo>
                    <a:pt x="7009137" y="1689724"/>
                  </a:lnTo>
                  <a:lnTo>
                    <a:pt x="7011331" y="1457607"/>
                  </a:lnTo>
                  <a:lnTo>
                    <a:pt x="7013525" y="1341941"/>
                  </a:lnTo>
                  <a:lnTo>
                    <a:pt x="7015718" y="1255198"/>
                  </a:lnTo>
                  <a:lnTo>
                    <a:pt x="7017912" y="1146014"/>
                  </a:lnTo>
                  <a:lnTo>
                    <a:pt x="7020106" y="1024595"/>
                  </a:lnTo>
                  <a:lnTo>
                    <a:pt x="7022300" y="1032583"/>
                  </a:lnTo>
                  <a:lnTo>
                    <a:pt x="7024494" y="1029392"/>
                  </a:lnTo>
                  <a:lnTo>
                    <a:pt x="7026687" y="975222"/>
                  </a:lnTo>
                  <a:lnTo>
                    <a:pt x="7028881" y="972120"/>
                  </a:lnTo>
                  <a:lnTo>
                    <a:pt x="7031075" y="988714"/>
                  </a:lnTo>
                  <a:lnTo>
                    <a:pt x="7033269" y="1153117"/>
                  </a:lnTo>
                  <a:lnTo>
                    <a:pt x="7035462" y="1281955"/>
                  </a:lnTo>
                  <a:lnTo>
                    <a:pt x="7037656" y="1394960"/>
                  </a:lnTo>
                  <a:lnTo>
                    <a:pt x="7039850" y="1491442"/>
                  </a:lnTo>
                  <a:lnTo>
                    <a:pt x="7042044" y="1506398"/>
                  </a:lnTo>
                  <a:lnTo>
                    <a:pt x="7044238" y="1518637"/>
                  </a:lnTo>
                  <a:lnTo>
                    <a:pt x="7046431" y="1391185"/>
                  </a:lnTo>
                  <a:lnTo>
                    <a:pt x="7048625" y="1236414"/>
                  </a:lnTo>
                  <a:lnTo>
                    <a:pt x="7050819" y="1145488"/>
                  </a:lnTo>
                  <a:lnTo>
                    <a:pt x="7053013" y="1049194"/>
                  </a:lnTo>
                  <a:lnTo>
                    <a:pt x="7055206" y="951842"/>
                  </a:lnTo>
                  <a:lnTo>
                    <a:pt x="7057400" y="876626"/>
                  </a:lnTo>
                  <a:lnTo>
                    <a:pt x="7059594" y="900889"/>
                  </a:lnTo>
                  <a:lnTo>
                    <a:pt x="7061788" y="939441"/>
                  </a:lnTo>
                  <a:lnTo>
                    <a:pt x="7063982" y="940068"/>
                  </a:lnTo>
                  <a:lnTo>
                    <a:pt x="7066175" y="972266"/>
                  </a:lnTo>
                  <a:lnTo>
                    <a:pt x="7068369" y="1011270"/>
                  </a:lnTo>
                  <a:lnTo>
                    <a:pt x="7070563" y="1037205"/>
                  </a:lnTo>
                  <a:lnTo>
                    <a:pt x="7072757" y="1052843"/>
                  </a:lnTo>
                  <a:lnTo>
                    <a:pt x="7074951" y="1069804"/>
                  </a:lnTo>
                  <a:lnTo>
                    <a:pt x="7077144" y="1109969"/>
                  </a:lnTo>
                  <a:lnTo>
                    <a:pt x="7079338" y="1188049"/>
                  </a:lnTo>
                  <a:lnTo>
                    <a:pt x="7081532" y="1270457"/>
                  </a:lnTo>
                  <a:lnTo>
                    <a:pt x="7083726" y="1351737"/>
                  </a:lnTo>
                  <a:lnTo>
                    <a:pt x="7085919" y="1403852"/>
                  </a:lnTo>
                  <a:lnTo>
                    <a:pt x="7088113" y="1438245"/>
                  </a:lnTo>
                  <a:lnTo>
                    <a:pt x="7090307" y="1423291"/>
                  </a:lnTo>
                  <a:lnTo>
                    <a:pt x="7092501" y="1355599"/>
                  </a:lnTo>
                  <a:lnTo>
                    <a:pt x="7094695" y="1285290"/>
                  </a:lnTo>
                  <a:lnTo>
                    <a:pt x="7096888" y="1304845"/>
                  </a:lnTo>
                  <a:lnTo>
                    <a:pt x="7099082" y="1437316"/>
                  </a:lnTo>
                  <a:lnTo>
                    <a:pt x="7101276" y="1557589"/>
                  </a:lnTo>
                  <a:lnTo>
                    <a:pt x="7103470" y="1682981"/>
                  </a:lnTo>
                  <a:lnTo>
                    <a:pt x="7105664" y="1832986"/>
                  </a:lnTo>
                  <a:lnTo>
                    <a:pt x="7107857" y="1930464"/>
                  </a:lnTo>
                  <a:lnTo>
                    <a:pt x="7110051" y="1906537"/>
                  </a:lnTo>
                  <a:lnTo>
                    <a:pt x="7112245" y="1706441"/>
                  </a:lnTo>
                  <a:lnTo>
                    <a:pt x="7114439" y="1490897"/>
                  </a:lnTo>
                  <a:lnTo>
                    <a:pt x="7116632" y="1341691"/>
                  </a:lnTo>
                  <a:lnTo>
                    <a:pt x="7118826" y="1166604"/>
                  </a:lnTo>
                  <a:lnTo>
                    <a:pt x="7121020" y="1054024"/>
                  </a:lnTo>
                  <a:lnTo>
                    <a:pt x="7123214" y="1051720"/>
                  </a:lnTo>
                  <a:lnTo>
                    <a:pt x="7125408" y="1229182"/>
                  </a:lnTo>
                  <a:lnTo>
                    <a:pt x="7127601" y="1325163"/>
                  </a:lnTo>
                  <a:lnTo>
                    <a:pt x="7129795" y="1282011"/>
                  </a:lnTo>
                  <a:lnTo>
                    <a:pt x="7131989" y="1327042"/>
                  </a:lnTo>
                  <a:lnTo>
                    <a:pt x="7134183" y="1414852"/>
                  </a:lnTo>
                  <a:lnTo>
                    <a:pt x="7136376" y="1371537"/>
                  </a:lnTo>
                  <a:lnTo>
                    <a:pt x="7138570" y="1255536"/>
                  </a:lnTo>
                  <a:lnTo>
                    <a:pt x="7140764" y="1368853"/>
                  </a:lnTo>
                  <a:lnTo>
                    <a:pt x="7142958" y="1529291"/>
                  </a:lnTo>
                  <a:lnTo>
                    <a:pt x="7145152" y="1574516"/>
                  </a:lnTo>
                  <a:lnTo>
                    <a:pt x="7147345" y="1597156"/>
                  </a:lnTo>
                  <a:lnTo>
                    <a:pt x="7149539" y="1557881"/>
                  </a:lnTo>
                  <a:lnTo>
                    <a:pt x="7151733" y="1406103"/>
                  </a:lnTo>
                  <a:lnTo>
                    <a:pt x="7153927" y="1085938"/>
                  </a:lnTo>
                  <a:lnTo>
                    <a:pt x="7156121" y="837134"/>
                  </a:lnTo>
                  <a:lnTo>
                    <a:pt x="7158314" y="685526"/>
                  </a:lnTo>
                  <a:lnTo>
                    <a:pt x="7160508" y="504644"/>
                  </a:lnTo>
                  <a:lnTo>
                    <a:pt x="7162702" y="452527"/>
                  </a:lnTo>
                  <a:lnTo>
                    <a:pt x="7164896" y="466758"/>
                  </a:lnTo>
                  <a:lnTo>
                    <a:pt x="7167089" y="526770"/>
                  </a:lnTo>
                  <a:lnTo>
                    <a:pt x="7169283" y="602147"/>
                  </a:lnTo>
                  <a:lnTo>
                    <a:pt x="7171477" y="660158"/>
                  </a:lnTo>
                  <a:lnTo>
                    <a:pt x="7173671" y="697313"/>
                  </a:lnTo>
                  <a:lnTo>
                    <a:pt x="7175865" y="726355"/>
                  </a:lnTo>
                  <a:lnTo>
                    <a:pt x="7178058" y="749074"/>
                  </a:lnTo>
                  <a:lnTo>
                    <a:pt x="7180252" y="782895"/>
                  </a:lnTo>
                  <a:lnTo>
                    <a:pt x="7182446" y="788840"/>
                  </a:lnTo>
                  <a:lnTo>
                    <a:pt x="7184640" y="774076"/>
                  </a:lnTo>
                  <a:lnTo>
                    <a:pt x="7186833" y="891931"/>
                  </a:lnTo>
                  <a:lnTo>
                    <a:pt x="7189027" y="974983"/>
                  </a:lnTo>
                  <a:lnTo>
                    <a:pt x="7191221" y="1096699"/>
                  </a:lnTo>
                  <a:lnTo>
                    <a:pt x="7193415" y="1293851"/>
                  </a:lnTo>
                  <a:lnTo>
                    <a:pt x="7195609" y="1572527"/>
                  </a:lnTo>
                  <a:lnTo>
                    <a:pt x="7197802" y="1867357"/>
                  </a:lnTo>
                  <a:lnTo>
                    <a:pt x="7199996" y="1981121"/>
                  </a:lnTo>
                  <a:lnTo>
                    <a:pt x="7202190" y="2084586"/>
                  </a:lnTo>
                  <a:lnTo>
                    <a:pt x="7204384" y="2114293"/>
                  </a:lnTo>
                  <a:lnTo>
                    <a:pt x="7206578" y="2044614"/>
                  </a:lnTo>
                  <a:lnTo>
                    <a:pt x="7208771" y="1817074"/>
                  </a:lnTo>
                  <a:lnTo>
                    <a:pt x="7210965" y="1523910"/>
                  </a:lnTo>
                  <a:lnTo>
                    <a:pt x="7213159" y="1330232"/>
                  </a:lnTo>
                  <a:lnTo>
                    <a:pt x="7215353" y="1169576"/>
                  </a:lnTo>
                  <a:lnTo>
                    <a:pt x="7217546" y="1037637"/>
                  </a:lnTo>
                  <a:lnTo>
                    <a:pt x="7219740" y="916684"/>
                  </a:lnTo>
                  <a:lnTo>
                    <a:pt x="7221934" y="871527"/>
                  </a:lnTo>
                  <a:lnTo>
                    <a:pt x="7224128" y="861282"/>
                  </a:lnTo>
                  <a:lnTo>
                    <a:pt x="7226322" y="798025"/>
                  </a:lnTo>
                  <a:lnTo>
                    <a:pt x="7228515" y="709495"/>
                  </a:lnTo>
                  <a:lnTo>
                    <a:pt x="7230709" y="673193"/>
                  </a:lnTo>
                  <a:lnTo>
                    <a:pt x="7232903" y="659591"/>
                  </a:lnTo>
                  <a:lnTo>
                    <a:pt x="7235097" y="642968"/>
                  </a:lnTo>
                  <a:lnTo>
                    <a:pt x="7237291" y="619827"/>
                  </a:lnTo>
                  <a:lnTo>
                    <a:pt x="7239484" y="638917"/>
                  </a:lnTo>
                  <a:lnTo>
                    <a:pt x="7241678" y="695761"/>
                  </a:lnTo>
                  <a:lnTo>
                    <a:pt x="7243872" y="677888"/>
                  </a:lnTo>
                  <a:lnTo>
                    <a:pt x="7246066" y="644249"/>
                  </a:lnTo>
                  <a:lnTo>
                    <a:pt x="7248259" y="642756"/>
                  </a:lnTo>
                  <a:lnTo>
                    <a:pt x="7250453" y="676176"/>
                  </a:lnTo>
                  <a:lnTo>
                    <a:pt x="7252647" y="685651"/>
                  </a:lnTo>
                  <a:lnTo>
                    <a:pt x="7254841" y="692102"/>
                  </a:lnTo>
                  <a:lnTo>
                    <a:pt x="7257035" y="755022"/>
                  </a:lnTo>
                  <a:lnTo>
                    <a:pt x="7259228" y="796491"/>
                  </a:lnTo>
                  <a:lnTo>
                    <a:pt x="7261422" y="842490"/>
                  </a:lnTo>
                  <a:lnTo>
                    <a:pt x="7263616" y="954947"/>
                  </a:lnTo>
                  <a:lnTo>
                    <a:pt x="7265810" y="1044016"/>
                  </a:lnTo>
                  <a:lnTo>
                    <a:pt x="7268003" y="1019640"/>
                  </a:lnTo>
                  <a:lnTo>
                    <a:pt x="7270197" y="986468"/>
                  </a:lnTo>
                  <a:lnTo>
                    <a:pt x="7272391" y="1016197"/>
                  </a:lnTo>
                  <a:lnTo>
                    <a:pt x="7274585" y="981696"/>
                  </a:lnTo>
                  <a:lnTo>
                    <a:pt x="7276779" y="816230"/>
                  </a:lnTo>
                  <a:lnTo>
                    <a:pt x="7278972" y="668168"/>
                  </a:lnTo>
                  <a:lnTo>
                    <a:pt x="7281166" y="712014"/>
                  </a:lnTo>
                  <a:lnTo>
                    <a:pt x="7283360" y="871017"/>
                  </a:lnTo>
                  <a:lnTo>
                    <a:pt x="7285554" y="1009304"/>
                  </a:lnTo>
                  <a:lnTo>
                    <a:pt x="7287748" y="1126301"/>
                  </a:lnTo>
                  <a:lnTo>
                    <a:pt x="7289941" y="1149724"/>
                  </a:lnTo>
                  <a:lnTo>
                    <a:pt x="7292135" y="1176892"/>
                  </a:lnTo>
                  <a:lnTo>
                    <a:pt x="7294329" y="1173564"/>
                  </a:lnTo>
                  <a:lnTo>
                    <a:pt x="7296523" y="1125376"/>
                  </a:lnTo>
                  <a:lnTo>
                    <a:pt x="7298716" y="1039117"/>
                  </a:lnTo>
                  <a:lnTo>
                    <a:pt x="7300910" y="942231"/>
                  </a:lnTo>
                  <a:lnTo>
                    <a:pt x="7303104" y="961220"/>
                  </a:lnTo>
                  <a:lnTo>
                    <a:pt x="7305298" y="1003999"/>
                  </a:lnTo>
                  <a:lnTo>
                    <a:pt x="7307492" y="992890"/>
                  </a:lnTo>
                  <a:lnTo>
                    <a:pt x="7309685" y="914273"/>
                  </a:lnTo>
                  <a:lnTo>
                    <a:pt x="7311879" y="848759"/>
                  </a:lnTo>
                  <a:lnTo>
                    <a:pt x="7314073" y="834471"/>
                  </a:lnTo>
                  <a:lnTo>
                    <a:pt x="7316267" y="851557"/>
                  </a:lnTo>
                  <a:lnTo>
                    <a:pt x="7318460" y="912296"/>
                  </a:lnTo>
                  <a:lnTo>
                    <a:pt x="7320654" y="917137"/>
                  </a:lnTo>
                  <a:lnTo>
                    <a:pt x="7322848" y="874693"/>
                  </a:lnTo>
                  <a:lnTo>
                    <a:pt x="7325042" y="822205"/>
                  </a:lnTo>
                  <a:lnTo>
                    <a:pt x="7327236" y="839704"/>
                  </a:lnTo>
                  <a:lnTo>
                    <a:pt x="7329429" y="894813"/>
                  </a:lnTo>
                  <a:lnTo>
                    <a:pt x="7331623" y="861826"/>
                  </a:lnTo>
                  <a:lnTo>
                    <a:pt x="7333817" y="821829"/>
                  </a:lnTo>
                  <a:lnTo>
                    <a:pt x="7336011" y="806011"/>
                  </a:lnTo>
                  <a:lnTo>
                    <a:pt x="7338205" y="789881"/>
                  </a:lnTo>
                  <a:lnTo>
                    <a:pt x="7340398" y="710809"/>
                  </a:lnTo>
                  <a:lnTo>
                    <a:pt x="7342592" y="615540"/>
                  </a:lnTo>
                  <a:lnTo>
                    <a:pt x="7344786" y="567904"/>
                  </a:lnTo>
                  <a:lnTo>
                    <a:pt x="7346980" y="590274"/>
                  </a:lnTo>
                  <a:lnTo>
                    <a:pt x="7349173" y="643768"/>
                  </a:lnTo>
                  <a:lnTo>
                    <a:pt x="7351367" y="707878"/>
                  </a:lnTo>
                  <a:lnTo>
                    <a:pt x="7353561" y="718253"/>
                  </a:lnTo>
                  <a:lnTo>
                    <a:pt x="7355755" y="704352"/>
                  </a:lnTo>
                  <a:lnTo>
                    <a:pt x="7357949" y="658846"/>
                  </a:lnTo>
                  <a:lnTo>
                    <a:pt x="7360142" y="597177"/>
                  </a:lnTo>
                  <a:lnTo>
                    <a:pt x="7362336" y="519795"/>
                  </a:lnTo>
                  <a:lnTo>
                    <a:pt x="7364530" y="467274"/>
                  </a:lnTo>
                  <a:lnTo>
                    <a:pt x="7366724" y="497597"/>
                  </a:lnTo>
                  <a:lnTo>
                    <a:pt x="7368918" y="566356"/>
                  </a:lnTo>
                  <a:lnTo>
                    <a:pt x="7371111" y="603188"/>
                  </a:lnTo>
                  <a:lnTo>
                    <a:pt x="7373305" y="618297"/>
                  </a:lnTo>
                  <a:lnTo>
                    <a:pt x="7375499" y="658654"/>
                  </a:lnTo>
                  <a:lnTo>
                    <a:pt x="7377693" y="680869"/>
                  </a:lnTo>
                  <a:lnTo>
                    <a:pt x="7379886" y="690025"/>
                  </a:lnTo>
                  <a:lnTo>
                    <a:pt x="7382080" y="659121"/>
                  </a:lnTo>
                  <a:lnTo>
                    <a:pt x="7384274" y="668482"/>
                  </a:lnTo>
                  <a:lnTo>
                    <a:pt x="7386468" y="734943"/>
                  </a:lnTo>
                  <a:lnTo>
                    <a:pt x="7388662" y="794405"/>
                  </a:lnTo>
                  <a:lnTo>
                    <a:pt x="7390855" y="846779"/>
                  </a:lnTo>
                  <a:lnTo>
                    <a:pt x="7393049" y="916831"/>
                  </a:lnTo>
                  <a:lnTo>
                    <a:pt x="7395243" y="954209"/>
                  </a:lnTo>
                  <a:lnTo>
                    <a:pt x="7397437" y="925070"/>
                  </a:lnTo>
                  <a:lnTo>
                    <a:pt x="7399630" y="896232"/>
                  </a:lnTo>
                  <a:lnTo>
                    <a:pt x="7401824" y="828546"/>
                  </a:lnTo>
                  <a:lnTo>
                    <a:pt x="7404018" y="742715"/>
                  </a:lnTo>
                  <a:lnTo>
                    <a:pt x="7406212" y="633752"/>
                  </a:lnTo>
                  <a:lnTo>
                    <a:pt x="7408406" y="601783"/>
                  </a:lnTo>
                  <a:lnTo>
                    <a:pt x="7410599" y="692596"/>
                  </a:lnTo>
                  <a:lnTo>
                    <a:pt x="7412793" y="745249"/>
                  </a:lnTo>
                  <a:lnTo>
                    <a:pt x="7414987" y="787517"/>
                  </a:lnTo>
                  <a:lnTo>
                    <a:pt x="7417181" y="820326"/>
                  </a:lnTo>
                  <a:lnTo>
                    <a:pt x="7419375" y="836256"/>
                  </a:lnTo>
                  <a:lnTo>
                    <a:pt x="7421568" y="825887"/>
                  </a:lnTo>
                  <a:lnTo>
                    <a:pt x="7423762" y="768598"/>
                  </a:lnTo>
                  <a:lnTo>
                    <a:pt x="7425956" y="788338"/>
                  </a:lnTo>
                  <a:lnTo>
                    <a:pt x="7428150" y="884734"/>
                  </a:lnTo>
                  <a:lnTo>
                    <a:pt x="7430343" y="924117"/>
                  </a:lnTo>
                  <a:lnTo>
                    <a:pt x="7432537" y="1005701"/>
                  </a:lnTo>
                  <a:lnTo>
                    <a:pt x="7434731" y="1057113"/>
                  </a:lnTo>
                  <a:lnTo>
                    <a:pt x="7436925" y="1108878"/>
                  </a:lnTo>
                  <a:lnTo>
                    <a:pt x="7439119" y="1069114"/>
                  </a:lnTo>
                  <a:lnTo>
                    <a:pt x="7441312" y="975883"/>
                  </a:lnTo>
                  <a:lnTo>
                    <a:pt x="7443506" y="938456"/>
                  </a:lnTo>
                  <a:lnTo>
                    <a:pt x="7445700" y="824125"/>
                  </a:lnTo>
                  <a:lnTo>
                    <a:pt x="7447894" y="709624"/>
                  </a:lnTo>
                  <a:lnTo>
                    <a:pt x="7450087" y="612075"/>
                  </a:lnTo>
                  <a:lnTo>
                    <a:pt x="7452281" y="570635"/>
                  </a:lnTo>
                  <a:lnTo>
                    <a:pt x="7454475" y="543049"/>
                  </a:lnTo>
                  <a:lnTo>
                    <a:pt x="7456669" y="576399"/>
                  </a:lnTo>
                  <a:lnTo>
                    <a:pt x="7458863" y="714113"/>
                  </a:lnTo>
                  <a:lnTo>
                    <a:pt x="7461056" y="918290"/>
                  </a:lnTo>
                  <a:lnTo>
                    <a:pt x="7463250" y="1056047"/>
                  </a:lnTo>
                  <a:lnTo>
                    <a:pt x="7465444" y="1069102"/>
                  </a:lnTo>
                  <a:lnTo>
                    <a:pt x="7467638" y="1083840"/>
                  </a:lnTo>
                  <a:lnTo>
                    <a:pt x="7469832" y="1081353"/>
                  </a:lnTo>
                  <a:lnTo>
                    <a:pt x="7472025" y="1008955"/>
                  </a:lnTo>
                  <a:lnTo>
                    <a:pt x="7474219" y="889952"/>
                  </a:lnTo>
                  <a:lnTo>
                    <a:pt x="7476413" y="800946"/>
                  </a:lnTo>
                  <a:lnTo>
                    <a:pt x="7478607" y="756795"/>
                  </a:lnTo>
                  <a:lnTo>
                    <a:pt x="7480800" y="706879"/>
                  </a:lnTo>
                  <a:lnTo>
                    <a:pt x="7482994" y="722012"/>
                  </a:lnTo>
                  <a:lnTo>
                    <a:pt x="7485188" y="831666"/>
                  </a:lnTo>
                  <a:lnTo>
                    <a:pt x="7487382" y="945504"/>
                  </a:lnTo>
                  <a:lnTo>
                    <a:pt x="7489576" y="1123058"/>
                  </a:lnTo>
                  <a:lnTo>
                    <a:pt x="7491769" y="1314262"/>
                  </a:lnTo>
                  <a:lnTo>
                    <a:pt x="7493963" y="1402291"/>
                  </a:lnTo>
                  <a:lnTo>
                    <a:pt x="7496157" y="1405382"/>
                  </a:lnTo>
                  <a:lnTo>
                    <a:pt x="7498351" y="1305571"/>
                  </a:lnTo>
                  <a:lnTo>
                    <a:pt x="7500545" y="1193964"/>
                  </a:lnTo>
                  <a:lnTo>
                    <a:pt x="7502738" y="984228"/>
                  </a:lnTo>
                  <a:lnTo>
                    <a:pt x="7504932" y="800063"/>
                  </a:lnTo>
                  <a:lnTo>
                    <a:pt x="7507126" y="746469"/>
                  </a:lnTo>
                  <a:lnTo>
                    <a:pt x="7509320" y="785532"/>
                  </a:lnTo>
                  <a:lnTo>
                    <a:pt x="7511513" y="938579"/>
                  </a:lnTo>
                  <a:lnTo>
                    <a:pt x="7513707" y="1110755"/>
                  </a:lnTo>
                  <a:lnTo>
                    <a:pt x="7515901" y="1236605"/>
                  </a:lnTo>
                  <a:lnTo>
                    <a:pt x="7518095" y="1283231"/>
                  </a:lnTo>
                  <a:lnTo>
                    <a:pt x="7520289" y="1250584"/>
                  </a:lnTo>
                  <a:lnTo>
                    <a:pt x="7522482" y="1147706"/>
                  </a:lnTo>
                  <a:lnTo>
                    <a:pt x="7524676" y="975906"/>
                  </a:lnTo>
                  <a:lnTo>
                    <a:pt x="7526870" y="815802"/>
                  </a:lnTo>
                  <a:lnTo>
                    <a:pt x="7529064" y="758400"/>
                  </a:lnTo>
                  <a:lnTo>
                    <a:pt x="7531257" y="723340"/>
                  </a:lnTo>
                  <a:lnTo>
                    <a:pt x="7533451" y="780878"/>
                  </a:lnTo>
                  <a:lnTo>
                    <a:pt x="7535645" y="890600"/>
                  </a:lnTo>
                  <a:lnTo>
                    <a:pt x="7537839" y="940841"/>
                  </a:lnTo>
                  <a:lnTo>
                    <a:pt x="7540033" y="929828"/>
                  </a:lnTo>
                  <a:lnTo>
                    <a:pt x="7542226" y="877926"/>
                  </a:lnTo>
                  <a:lnTo>
                    <a:pt x="7544420" y="829402"/>
                  </a:lnTo>
                  <a:lnTo>
                    <a:pt x="7546614" y="706246"/>
                  </a:lnTo>
                  <a:lnTo>
                    <a:pt x="7548808" y="499790"/>
                  </a:lnTo>
                  <a:lnTo>
                    <a:pt x="7551002" y="357906"/>
                  </a:lnTo>
                  <a:lnTo>
                    <a:pt x="7553195" y="303843"/>
                  </a:lnTo>
                  <a:lnTo>
                    <a:pt x="7555389" y="314964"/>
                  </a:lnTo>
                  <a:lnTo>
                    <a:pt x="7557583" y="404545"/>
                  </a:lnTo>
                  <a:lnTo>
                    <a:pt x="7559777" y="484530"/>
                  </a:lnTo>
                  <a:lnTo>
                    <a:pt x="7561970" y="566249"/>
                  </a:lnTo>
                  <a:lnTo>
                    <a:pt x="7564164" y="607960"/>
                  </a:lnTo>
                  <a:lnTo>
                    <a:pt x="7566358" y="587874"/>
                  </a:lnTo>
                  <a:lnTo>
                    <a:pt x="7568552" y="546860"/>
                  </a:lnTo>
                  <a:lnTo>
                    <a:pt x="7570746" y="543255"/>
                  </a:lnTo>
                  <a:lnTo>
                    <a:pt x="7572939" y="542670"/>
                  </a:lnTo>
                  <a:lnTo>
                    <a:pt x="7575133" y="560455"/>
                  </a:lnTo>
                  <a:lnTo>
                    <a:pt x="7577327" y="601351"/>
                  </a:lnTo>
                  <a:lnTo>
                    <a:pt x="7579521" y="611890"/>
                  </a:lnTo>
                  <a:lnTo>
                    <a:pt x="7581714" y="574906"/>
                  </a:lnTo>
                  <a:lnTo>
                    <a:pt x="7583908" y="505080"/>
                  </a:lnTo>
                  <a:lnTo>
                    <a:pt x="7586102" y="439476"/>
                  </a:lnTo>
                  <a:lnTo>
                    <a:pt x="7588296" y="343862"/>
                  </a:lnTo>
                  <a:lnTo>
                    <a:pt x="7590490" y="254010"/>
                  </a:lnTo>
                  <a:lnTo>
                    <a:pt x="7592683" y="198892"/>
                  </a:lnTo>
                  <a:lnTo>
                    <a:pt x="7594877" y="207651"/>
                  </a:lnTo>
                  <a:lnTo>
                    <a:pt x="7597071" y="199670"/>
                  </a:lnTo>
                  <a:lnTo>
                    <a:pt x="7599265" y="189542"/>
                  </a:lnTo>
                  <a:lnTo>
                    <a:pt x="7601459" y="226151"/>
                  </a:lnTo>
                  <a:lnTo>
                    <a:pt x="7603652" y="263119"/>
                  </a:lnTo>
                  <a:lnTo>
                    <a:pt x="7605846" y="266253"/>
                  </a:lnTo>
                  <a:lnTo>
                    <a:pt x="7608040" y="244085"/>
                  </a:lnTo>
                  <a:lnTo>
                    <a:pt x="7610234" y="227938"/>
                  </a:lnTo>
                  <a:lnTo>
                    <a:pt x="7612427" y="279123"/>
                  </a:lnTo>
                  <a:lnTo>
                    <a:pt x="7614621" y="336510"/>
                  </a:lnTo>
                  <a:lnTo>
                    <a:pt x="7616815" y="360880"/>
                  </a:lnTo>
                  <a:lnTo>
                    <a:pt x="7619009" y="448839"/>
                  </a:lnTo>
                  <a:lnTo>
                    <a:pt x="7621203" y="589971"/>
                  </a:lnTo>
                  <a:lnTo>
                    <a:pt x="7623396" y="718283"/>
                  </a:lnTo>
                  <a:lnTo>
                    <a:pt x="7625590" y="768043"/>
                  </a:lnTo>
                  <a:lnTo>
                    <a:pt x="7627784" y="787074"/>
                  </a:lnTo>
                  <a:lnTo>
                    <a:pt x="7629978" y="896642"/>
                  </a:lnTo>
                  <a:lnTo>
                    <a:pt x="7632171" y="967469"/>
                  </a:lnTo>
                  <a:lnTo>
                    <a:pt x="7634365" y="992988"/>
                  </a:lnTo>
                  <a:lnTo>
                    <a:pt x="7636559" y="1029876"/>
                  </a:lnTo>
                  <a:lnTo>
                    <a:pt x="7638753" y="1120109"/>
                  </a:lnTo>
                  <a:lnTo>
                    <a:pt x="7640947" y="1237650"/>
                  </a:lnTo>
                  <a:lnTo>
                    <a:pt x="7643140" y="1278300"/>
                  </a:lnTo>
                  <a:lnTo>
                    <a:pt x="7645334" y="1274146"/>
                  </a:lnTo>
                  <a:lnTo>
                    <a:pt x="7647528" y="1266916"/>
                  </a:lnTo>
                  <a:lnTo>
                    <a:pt x="7649722" y="1278736"/>
                  </a:lnTo>
                  <a:lnTo>
                    <a:pt x="7651916" y="1281205"/>
                  </a:lnTo>
                  <a:lnTo>
                    <a:pt x="7654109" y="1152296"/>
                  </a:lnTo>
                  <a:lnTo>
                    <a:pt x="7656303" y="964186"/>
                  </a:lnTo>
                  <a:lnTo>
                    <a:pt x="7658497" y="821168"/>
                  </a:lnTo>
                  <a:lnTo>
                    <a:pt x="7660691" y="707467"/>
                  </a:lnTo>
                  <a:lnTo>
                    <a:pt x="7662884" y="648509"/>
                  </a:lnTo>
                  <a:lnTo>
                    <a:pt x="7665078" y="597253"/>
                  </a:lnTo>
                  <a:lnTo>
                    <a:pt x="7667272" y="589804"/>
                  </a:lnTo>
                  <a:lnTo>
                    <a:pt x="7669466" y="623788"/>
                  </a:lnTo>
                  <a:lnTo>
                    <a:pt x="7671660" y="726652"/>
                  </a:lnTo>
                  <a:lnTo>
                    <a:pt x="7673853" y="856054"/>
                  </a:lnTo>
                  <a:lnTo>
                    <a:pt x="7676047" y="886013"/>
                  </a:lnTo>
                  <a:lnTo>
                    <a:pt x="7678241" y="851124"/>
                  </a:lnTo>
                  <a:lnTo>
                    <a:pt x="7680435" y="881656"/>
                  </a:lnTo>
                  <a:lnTo>
                    <a:pt x="7682629" y="882138"/>
                  </a:lnTo>
                  <a:lnTo>
                    <a:pt x="7684822" y="813213"/>
                  </a:lnTo>
                  <a:lnTo>
                    <a:pt x="7687016" y="657547"/>
                  </a:lnTo>
                  <a:lnTo>
                    <a:pt x="7689210" y="455258"/>
                  </a:lnTo>
                  <a:lnTo>
                    <a:pt x="7691404" y="340029"/>
                  </a:lnTo>
                  <a:lnTo>
                    <a:pt x="7693597" y="208078"/>
                  </a:lnTo>
                  <a:lnTo>
                    <a:pt x="7695791" y="92103"/>
                  </a:lnTo>
                  <a:lnTo>
                    <a:pt x="7697985" y="11270"/>
                  </a:lnTo>
                  <a:lnTo>
                    <a:pt x="7700179" y="0"/>
                  </a:lnTo>
                  <a:lnTo>
                    <a:pt x="7702373" y="69855"/>
                  </a:lnTo>
                  <a:lnTo>
                    <a:pt x="7704566" y="81533"/>
                  </a:lnTo>
                  <a:lnTo>
                    <a:pt x="7706760" y="105492"/>
                  </a:lnTo>
                  <a:lnTo>
                    <a:pt x="7708954" y="186236"/>
                  </a:lnTo>
                  <a:lnTo>
                    <a:pt x="7711148" y="238717"/>
                  </a:lnTo>
                  <a:lnTo>
                    <a:pt x="7713341" y="290242"/>
                  </a:lnTo>
                  <a:lnTo>
                    <a:pt x="7715535" y="445339"/>
                  </a:lnTo>
                  <a:lnTo>
                    <a:pt x="7717729" y="514233"/>
                  </a:lnTo>
                  <a:lnTo>
                    <a:pt x="7719923" y="502127"/>
                  </a:lnTo>
                  <a:lnTo>
                    <a:pt x="7722117" y="550185"/>
                  </a:lnTo>
                  <a:lnTo>
                    <a:pt x="7724310" y="605636"/>
                  </a:lnTo>
                  <a:lnTo>
                    <a:pt x="7726504" y="580073"/>
                  </a:lnTo>
                  <a:lnTo>
                    <a:pt x="7728698" y="529800"/>
                  </a:lnTo>
                  <a:lnTo>
                    <a:pt x="7730892" y="633898"/>
                  </a:lnTo>
                  <a:lnTo>
                    <a:pt x="7733086" y="775190"/>
                  </a:lnTo>
                  <a:lnTo>
                    <a:pt x="7735279" y="821115"/>
                  </a:lnTo>
                  <a:lnTo>
                    <a:pt x="7737473" y="902567"/>
                  </a:lnTo>
                  <a:lnTo>
                    <a:pt x="7739667" y="1048558"/>
                  </a:lnTo>
                  <a:lnTo>
                    <a:pt x="7741861" y="1116497"/>
                  </a:lnTo>
                  <a:lnTo>
                    <a:pt x="7744054" y="1146385"/>
                  </a:lnTo>
                  <a:lnTo>
                    <a:pt x="7746248" y="1222809"/>
                  </a:lnTo>
                  <a:lnTo>
                    <a:pt x="7748442" y="1281979"/>
                  </a:lnTo>
                  <a:lnTo>
                    <a:pt x="7750636" y="1239197"/>
                  </a:lnTo>
                  <a:lnTo>
                    <a:pt x="7752830" y="1158571"/>
                  </a:lnTo>
                  <a:lnTo>
                    <a:pt x="7755023" y="1065689"/>
                  </a:lnTo>
                  <a:lnTo>
                    <a:pt x="7757217" y="954626"/>
                  </a:lnTo>
                  <a:lnTo>
                    <a:pt x="7759411" y="810066"/>
                  </a:lnTo>
                  <a:lnTo>
                    <a:pt x="7761605" y="706028"/>
                  </a:lnTo>
                  <a:lnTo>
                    <a:pt x="7763798" y="743720"/>
                  </a:lnTo>
                  <a:lnTo>
                    <a:pt x="7765992" y="786003"/>
                  </a:lnTo>
                  <a:lnTo>
                    <a:pt x="7768186" y="788295"/>
                  </a:lnTo>
                  <a:lnTo>
                    <a:pt x="7770380" y="815150"/>
                  </a:lnTo>
                  <a:lnTo>
                    <a:pt x="7772574" y="892861"/>
                  </a:lnTo>
                  <a:lnTo>
                    <a:pt x="7774767" y="1026786"/>
                  </a:lnTo>
                  <a:lnTo>
                    <a:pt x="7776961" y="1092775"/>
                  </a:lnTo>
                  <a:lnTo>
                    <a:pt x="7779155" y="1032957"/>
                  </a:lnTo>
                  <a:lnTo>
                    <a:pt x="7781349" y="986039"/>
                  </a:lnTo>
                  <a:lnTo>
                    <a:pt x="7783543" y="1004423"/>
                  </a:lnTo>
                  <a:lnTo>
                    <a:pt x="7785736" y="1085595"/>
                  </a:lnTo>
                  <a:lnTo>
                    <a:pt x="7787930" y="1112349"/>
                  </a:lnTo>
                  <a:lnTo>
                    <a:pt x="7790124" y="1014223"/>
                  </a:lnTo>
                  <a:lnTo>
                    <a:pt x="7792318" y="1007692"/>
                  </a:lnTo>
                  <a:lnTo>
                    <a:pt x="7794511" y="1015227"/>
                  </a:lnTo>
                  <a:lnTo>
                    <a:pt x="7796705" y="999693"/>
                  </a:lnTo>
                  <a:lnTo>
                    <a:pt x="7798899" y="937765"/>
                  </a:lnTo>
                  <a:lnTo>
                    <a:pt x="7801093" y="902724"/>
                  </a:lnTo>
                  <a:lnTo>
                    <a:pt x="7803287" y="980948"/>
                  </a:lnTo>
                  <a:lnTo>
                    <a:pt x="7805480" y="1075182"/>
                  </a:lnTo>
                  <a:lnTo>
                    <a:pt x="7807674" y="1182152"/>
                  </a:lnTo>
                  <a:lnTo>
                    <a:pt x="7809868" y="1202084"/>
                  </a:lnTo>
                  <a:lnTo>
                    <a:pt x="7812062" y="1217052"/>
                  </a:lnTo>
                  <a:lnTo>
                    <a:pt x="7814256" y="1215875"/>
                  </a:lnTo>
                  <a:lnTo>
                    <a:pt x="7816449" y="1254652"/>
                  </a:lnTo>
                  <a:lnTo>
                    <a:pt x="7818643" y="1300249"/>
                  </a:lnTo>
                  <a:lnTo>
                    <a:pt x="7820837" y="1316910"/>
                  </a:lnTo>
                  <a:lnTo>
                    <a:pt x="7823031" y="1378533"/>
                  </a:lnTo>
                  <a:lnTo>
                    <a:pt x="7825224" y="1360350"/>
                  </a:lnTo>
                  <a:lnTo>
                    <a:pt x="7827418" y="1305810"/>
                  </a:lnTo>
                  <a:lnTo>
                    <a:pt x="7829612" y="1242409"/>
                  </a:lnTo>
                  <a:lnTo>
                    <a:pt x="7831806" y="1210385"/>
                  </a:lnTo>
                  <a:lnTo>
                    <a:pt x="7834000" y="1209507"/>
                  </a:lnTo>
                  <a:lnTo>
                    <a:pt x="7836193" y="1250294"/>
                  </a:lnTo>
                  <a:lnTo>
                    <a:pt x="7838387" y="1296336"/>
                  </a:lnTo>
                  <a:lnTo>
                    <a:pt x="7840581" y="1430126"/>
                  </a:lnTo>
                  <a:lnTo>
                    <a:pt x="7842775" y="1551668"/>
                  </a:lnTo>
                  <a:lnTo>
                    <a:pt x="7844968" y="1663131"/>
                  </a:lnTo>
                  <a:lnTo>
                    <a:pt x="7847162" y="1791956"/>
                  </a:lnTo>
                  <a:lnTo>
                    <a:pt x="7849356" y="1808129"/>
                  </a:lnTo>
                  <a:lnTo>
                    <a:pt x="7851550" y="1810093"/>
                  </a:lnTo>
                  <a:lnTo>
                    <a:pt x="7853744" y="1774897"/>
                  </a:lnTo>
                  <a:lnTo>
                    <a:pt x="7855937" y="1711453"/>
                  </a:lnTo>
                  <a:lnTo>
                    <a:pt x="7858131" y="1616047"/>
                  </a:lnTo>
                  <a:lnTo>
                    <a:pt x="7860325" y="1504880"/>
                  </a:lnTo>
                  <a:lnTo>
                    <a:pt x="7862519" y="1511393"/>
                  </a:lnTo>
                  <a:lnTo>
                    <a:pt x="7864713" y="1591686"/>
                  </a:lnTo>
                  <a:lnTo>
                    <a:pt x="7866906" y="1560412"/>
                  </a:lnTo>
                  <a:lnTo>
                    <a:pt x="7869100" y="1520625"/>
                  </a:lnTo>
                  <a:lnTo>
                    <a:pt x="7871294" y="1479316"/>
                  </a:lnTo>
                  <a:lnTo>
                    <a:pt x="7873488" y="1434060"/>
                  </a:lnTo>
                  <a:lnTo>
                    <a:pt x="7875681" y="1361983"/>
                  </a:lnTo>
                  <a:lnTo>
                    <a:pt x="7877875" y="1280514"/>
                  </a:lnTo>
                  <a:lnTo>
                    <a:pt x="7880069" y="1261688"/>
                  </a:lnTo>
                  <a:lnTo>
                    <a:pt x="7882263" y="1310376"/>
                  </a:lnTo>
                  <a:lnTo>
                    <a:pt x="7884457" y="1326433"/>
                  </a:lnTo>
                  <a:lnTo>
                    <a:pt x="7886650" y="1294444"/>
                  </a:lnTo>
                  <a:lnTo>
                    <a:pt x="7888844" y="1263248"/>
                  </a:lnTo>
                  <a:lnTo>
                    <a:pt x="7891038" y="1226335"/>
                  </a:lnTo>
                  <a:lnTo>
                    <a:pt x="7893232" y="1248509"/>
                  </a:lnTo>
                  <a:lnTo>
                    <a:pt x="7895425" y="1312634"/>
                  </a:lnTo>
                  <a:lnTo>
                    <a:pt x="7897619" y="1441924"/>
                  </a:lnTo>
                  <a:lnTo>
                    <a:pt x="7899813" y="1588100"/>
                  </a:lnTo>
                  <a:lnTo>
                    <a:pt x="7902007" y="1641590"/>
                  </a:lnTo>
                  <a:lnTo>
                    <a:pt x="7904201" y="1643454"/>
                  </a:lnTo>
                  <a:lnTo>
                    <a:pt x="7906394" y="1562667"/>
                  </a:lnTo>
                  <a:lnTo>
                    <a:pt x="7908588" y="1412479"/>
                  </a:lnTo>
                  <a:lnTo>
                    <a:pt x="7910782" y="1254815"/>
                  </a:lnTo>
                  <a:lnTo>
                    <a:pt x="7912976" y="1088857"/>
                  </a:lnTo>
                  <a:lnTo>
                    <a:pt x="7915170" y="995637"/>
                  </a:lnTo>
                  <a:lnTo>
                    <a:pt x="7917363" y="930695"/>
                  </a:lnTo>
                  <a:lnTo>
                    <a:pt x="7919557" y="964960"/>
                  </a:lnTo>
                  <a:lnTo>
                    <a:pt x="7921751" y="980719"/>
                  </a:lnTo>
                  <a:lnTo>
                    <a:pt x="7923945" y="962969"/>
                  </a:lnTo>
                  <a:lnTo>
                    <a:pt x="7926138" y="976312"/>
                  </a:lnTo>
                  <a:lnTo>
                    <a:pt x="7928332" y="1011845"/>
                  </a:lnTo>
                  <a:lnTo>
                    <a:pt x="7930526" y="1117857"/>
                  </a:lnTo>
                  <a:lnTo>
                    <a:pt x="7932720" y="1111852"/>
                  </a:lnTo>
                  <a:lnTo>
                    <a:pt x="7934914" y="1041874"/>
                  </a:lnTo>
                  <a:lnTo>
                    <a:pt x="7937107" y="981447"/>
                  </a:lnTo>
                  <a:lnTo>
                    <a:pt x="7939301" y="913169"/>
                  </a:lnTo>
                  <a:lnTo>
                    <a:pt x="7941495" y="850533"/>
                  </a:lnTo>
                  <a:lnTo>
                    <a:pt x="7943689" y="803162"/>
                  </a:lnTo>
                  <a:lnTo>
                    <a:pt x="7945883" y="832995"/>
                  </a:lnTo>
                  <a:lnTo>
                    <a:pt x="7948076" y="951179"/>
                  </a:lnTo>
                  <a:lnTo>
                    <a:pt x="7950270" y="1069911"/>
                  </a:lnTo>
                  <a:lnTo>
                    <a:pt x="7952464" y="1170739"/>
                  </a:lnTo>
                  <a:lnTo>
                    <a:pt x="7954658" y="1307551"/>
                  </a:lnTo>
                  <a:lnTo>
                    <a:pt x="7956851" y="1440782"/>
                  </a:lnTo>
                  <a:lnTo>
                    <a:pt x="7959045" y="1536206"/>
                  </a:lnTo>
                  <a:lnTo>
                    <a:pt x="7961239" y="1583721"/>
                  </a:lnTo>
                  <a:lnTo>
                    <a:pt x="7963433" y="1564426"/>
                  </a:lnTo>
                  <a:lnTo>
                    <a:pt x="7965627" y="1572308"/>
                  </a:lnTo>
                  <a:lnTo>
                    <a:pt x="7967820" y="1544137"/>
                  </a:lnTo>
                  <a:lnTo>
                    <a:pt x="7970014" y="1457834"/>
                  </a:lnTo>
                  <a:lnTo>
                    <a:pt x="7972208" y="1401970"/>
                  </a:lnTo>
                  <a:lnTo>
                    <a:pt x="7974402" y="1433273"/>
                  </a:lnTo>
                  <a:lnTo>
                    <a:pt x="7976595" y="1566161"/>
                  </a:lnTo>
                  <a:lnTo>
                    <a:pt x="7978789" y="1671138"/>
                  </a:lnTo>
                  <a:lnTo>
                    <a:pt x="7980983" y="1688849"/>
                  </a:lnTo>
                  <a:lnTo>
                    <a:pt x="7983177" y="1637488"/>
                  </a:lnTo>
                  <a:lnTo>
                    <a:pt x="7985371" y="1522861"/>
                  </a:lnTo>
                  <a:lnTo>
                    <a:pt x="7987564" y="1350754"/>
                  </a:lnTo>
                  <a:lnTo>
                    <a:pt x="7989758" y="1173008"/>
                  </a:lnTo>
                  <a:lnTo>
                    <a:pt x="7991952" y="1004755"/>
                  </a:lnTo>
                  <a:lnTo>
                    <a:pt x="7994146" y="845625"/>
                  </a:lnTo>
                  <a:lnTo>
                    <a:pt x="7996340" y="753113"/>
                  </a:lnTo>
                  <a:lnTo>
                    <a:pt x="7998533" y="694275"/>
                  </a:lnTo>
                  <a:lnTo>
                    <a:pt x="8000727" y="691744"/>
                  </a:lnTo>
                  <a:lnTo>
                    <a:pt x="8002921" y="733091"/>
                  </a:lnTo>
                  <a:lnTo>
                    <a:pt x="8005115" y="819893"/>
                  </a:lnTo>
                  <a:lnTo>
                    <a:pt x="8007308" y="917216"/>
                  </a:lnTo>
                  <a:lnTo>
                    <a:pt x="8009502" y="998780"/>
                  </a:lnTo>
                  <a:lnTo>
                    <a:pt x="8011696" y="1058064"/>
                  </a:lnTo>
                  <a:lnTo>
                    <a:pt x="8013890" y="1064166"/>
                  </a:lnTo>
                  <a:lnTo>
                    <a:pt x="8016084" y="1002574"/>
                  </a:lnTo>
                  <a:lnTo>
                    <a:pt x="8018277" y="899856"/>
                  </a:lnTo>
                  <a:lnTo>
                    <a:pt x="8020471" y="857410"/>
                  </a:lnTo>
                  <a:lnTo>
                    <a:pt x="8022665" y="848922"/>
                  </a:lnTo>
                  <a:lnTo>
                    <a:pt x="8024859" y="981124"/>
                  </a:lnTo>
                  <a:lnTo>
                    <a:pt x="8027052" y="1177740"/>
                  </a:lnTo>
                  <a:lnTo>
                    <a:pt x="8029246" y="1340065"/>
                  </a:lnTo>
                  <a:lnTo>
                    <a:pt x="8031440" y="1417014"/>
                  </a:lnTo>
                  <a:lnTo>
                    <a:pt x="8033634" y="1455629"/>
                  </a:lnTo>
                  <a:lnTo>
                    <a:pt x="8035828" y="1436722"/>
                  </a:lnTo>
                  <a:lnTo>
                    <a:pt x="8038021" y="1367737"/>
                  </a:lnTo>
                  <a:lnTo>
                    <a:pt x="8040215" y="1190462"/>
                  </a:lnTo>
                  <a:lnTo>
                    <a:pt x="8042409" y="1004006"/>
                  </a:lnTo>
                  <a:lnTo>
                    <a:pt x="8044603" y="904075"/>
                  </a:lnTo>
                  <a:lnTo>
                    <a:pt x="8046797" y="851563"/>
                  </a:lnTo>
                  <a:lnTo>
                    <a:pt x="8048990" y="915657"/>
                  </a:lnTo>
                  <a:lnTo>
                    <a:pt x="8051184" y="941750"/>
                  </a:lnTo>
                  <a:lnTo>
                    <a:pt x="8053378" y="917293"/>
                  </a:lnTo>
                  <a:lnTo>
                    <a:pt x="8055572" y="864499"/>
                  </a:lnTo>
                  <a:lnTo>
                    <a:pt x="8057765" y="836833"/>
                  </a:lnTo>
                  <a:lnTo>
                    <a:pt x="8059959" y="784993"/>
                  </a:lnTo>
                  <a:lnTo>
                    <a:pt x="8062153" y="627540"/>
                  </a:lnTo>
                  <a:lnTo>
                    <a:pt x="8064347" y="489895"/>
                  </a:lnTo>
                  <a:lnTo>
                    <a:pt x="8066541" y="470305"/>
                  </a:lnTo>
                  <a:lnTo>
                    <a:pt x="8068734" y="513391"/>
                  </a:lnTo>
                  <a:lnTo>
                    <a:pt x="8070928" y="558757"/>
                  </a:lnTo>
                  <a:lnTo>
                    <a:pt x="8073122" y="609011"/>
                  </a:lnTo>
                  <a:lnTo>
                    <a:pt x="8075316" y="656440"/>
                  </a:lnTo>
                  <a:lnTo>
                    <a:pt x="8077510" y="667776"/>
                  </a:lnTo>
                  <a:lnTo>
                    <a:pt x="8079703" y="647945"/>
                  </a:lnTo>
                  <a:lnTo>
                    <a:pt x="8081897" y="617903"/>
                  </a:lnTo>
                  <a:lnTo>
                    <a:pt x="8084091" y="579393"/>
                  </a:lnTo>
                  <a:lnTo>
                    <a:pt x="8086285" y="573819"/>
                  </a:lnTo>
                  <a:lnTo>
                    <a:pt x="8088478" y="530336"/>
                  </a:lnTo>
                  <a:lnTo>
                    <a:pt x="8090672" y="463828"/>
                  </a:lnTo>
                  <a:lnTo>
                    <a:pt x="8092866" y="431523"/>
                  </a:lnTo>
                  <a:lnTo>
                    <a:pt x="8095060" y="456550"/>
                  </a:lnTo>
                  <a:lnTo>
                    <a:pt x="8097254" y="449943"/>
                  </a:lnTo>
                  <a:lnTo>
                    <a:pt x="8099447" y="379691"/>
                  </a:lnTo>
                  <a:lnTo>
                    <a:pt x="8101641" y="478438"/>
                  </a:lnTo>
                  <a:lnTo>
                    <a:pt x="8103835" y="672822"/>
                  </a:lnTo>
                  <a:lnTo>
                    <a:pt x="8106029" y="735635"/>
                  </a:lnTo>
                  <a:lnTo>
                    <a:pt x="8108222" y="757687"/>
                  </a:lnTo>
                  <a:lnTo>
                    <a:pt x="8110416" y="897300"/>
                  </a:lnTo>
                  <a:lnTo>
                    <a:pt x="8112610" y="1034165"/>
                  </a:lnTo>
                  <a:lnTo>
                    <a:pt x="8114804" y="1004136"/>
                  </a:lnTo>
                  <a:lnTo>
                    <a:pt x="8116998" y="828228"/>
                  </a:lnTo>
                  <a:lnTo>
                    <a:pt x="8119191" y="778282"/>
                  </a:lnTo>
                  <a:lnTo>
                    <a:pt x="8121385" y="785233"/>
                  </a:lnTo>
                  <a:lnTo>
                    <a:pt x="8123579" y="775742"/>
                  </a:lnTo>
                  <a:lnTo>
                    <a:pt x="8125773" y="741088"/>
                  </a:lnTo>
                  <a:lnTo>
                    <a:pt x="8127967" y="729283"/>
                  </a:lnTo>
                  <a:lnTo>
                    <a:pt x="8130160" y="826643"/>
                  </a:lnTo>
                  <a:lnTo>
                    <a:pt x="8132354" y="1018302"/>
                  </a:lnTo>
                  <a:lnTo>
                    <a:pt x="8134548" y="1124712"/>
                  </a:lnTo>
                  <a:lnTo>
                    <a:pt x="8136742" y="1057729"/>
                  </a:lnTo>
                  <a:lnTo>
                    <a:pt x="8138935" y="995036"/>
                  </a:lnTo>
                  <a:lnTo>
                    <a:pt x="8141129" y="977781"/>
                  </a:lnTo>
                  <a:lnTo>
                    <a:pt x="8143323" y="947627"/>
                  </a:lnTo>
                  <a:lnTo>
                    <a:pt x="8145517" y="754549"/>
                  </a:lnTo>
                  <a:lnTo>
                    <a:pt x="8147711" y="612965"/>
                  </a:lnTo>
                  <a:lnTo>
                    <a:pt x="8149904" y="584474"/>
                  </a:lnTo>
                  <a:lnTo>
                    <a:pt x="8152098" y="562933"/>
                  </a:lnTo>
                  <a:lnTo>
                    <a:pt x="8154292" y="615745"/>
                  </a:lnTo>
                  <a:lnTo>
                    <a:pt x="8156486" y="642072"/>
                  </a:lnTo>
                  <a:lnTo>
                    <a:pt x="8158679" y="617385"/>
                  </a:lnTo>
                  <a:lnTo>
                    <a:pt x="8160873" y="577537"/>
                  </a:lnTo>
                  <a:lnTo>
                    <a:pt x="8163067" y="562353"/>
                  </a:lnTo>
                  <a:lnTo>
                    <a:pt x="8165261" y="565065"/>
                  </a:lnTo>
                  <a:lnTo>
                    <a:pt x="8167455" y="557754"/>
                  </a:lnTo>
                  <a:lnTo>
                    <a:pt x="8169648" y="591539"/>
                  </a:lnTo>
                  <a:lnTo>
                    <a:pt x="8171842" y="655696"/>
                  </a:lnTo>
                  <a:lnTo>
                    <a:pt x="8174036" y="696292"/>
                  </a:lnTo>
                  <a:lnTo>
                    <a:pt x="8176230" y="650562"/>
                  </a:lnTo>
                  <a:lnTo>
                    <a:pt x="8178424" y="609560"/>
                  </a:lnTo>
                  <a:lnTo>
                    <a:pt x="8180617" y="527178"/>
                  </a:lnTo>
                  <a:lnTo>
                    <a:pt x="8182811" y="446501"/>
                  </a:lnTo>
                  <a:lnTo>
                    <a:pt x="8185005" y="467675"/>
                  </a:lnTo>
                  <a:lnTo>
                    <a:pt x="8187199" y="529505"/>
                  </a:lnTo>
                  <a:lnTo>
                    <a:pt x="8189392" y="640648"/>
                  </a:lnTo>
                  <a:lnTo>
                    <a:pt x="8191586" y="778594"/>
                  </a:lnTo>
                  <a:lnTo>
                    <a:pt x="8193780" y="945548"/>
                  </a:lnTo>
                  <a:lnTo>
                    <a:pt x="8195974" y="1010471"/>
                  </a:lnTo>
                  <a:lnTo>
                    <a:pt x="8198168" y="1090516"/>
                  </a:lnTo>
                  <a:lnTo>
                    <a:pt x="8200361" y="1181692"/>
                  </a:lnTo>
                  <a:lnTo>
                    <a:pt x="8202555" y="1215964"/>
                  </a:lnTo>
                  <a:lnTo>
                    <a:pt x="8204749" y="1239187"/>
                  </a:lnTo>
                  <a:lnTo>
                    <a:pt x="8206943" y="1220842"/>
                  </a:lnTo>
                  <a:lnTo>
                    <a:pt x="8209136" y="1272538"/>
                  </a:lnTo>
                  <a:lnTo>
                    <a:pt x="8211330" y="1260606"/>
                  </a:lnTo>
                  <a:lnTo>
                    <a:pt x="8213524" y="1213410"/>
                  </a:lnTo>
                  <a:lnTo>
                    <a:pt x="8215718" y="1207401"/>
                  </a:lnTo>
                  <a:lnTo>
                    <a:pt x="8217912" y="1223718"/>
                  </a:lnTo>
                  <a:lnTo>
                    <a:pt x="8220105" y="1249474"/>
                  </a:lnTo>
                  <a:lnTo>
                    <a:pt x="8222299" y="1253476"/>
                  </a:lnTo>
                  <a:lnTo>
                    <a:pt x="8224493" y="1256756"/>
                  </a:lnTo>
                  <a:lnTo>
                    <a:pt x="8226687" y="1305304"/>
                  </a:lnTo>
                  <a:lnTo>
                    <a:pt x="8228881" y="1439372"/>
                  </a:lnTo>
                  <a:lnTo>
                    <a:pt x="8231074" y="1621263"/>
                  </a:lnTo>
                  <a:lnTo>
                    <a:pt x="8233268" y="1740853"/>
                  </a:lnTo>
                  <a:lnTo>
                    <a:pt x="8235462" y="1838080"/>
                  </a:lnTo>
                  <a:lnTo>
                    <a:pt x="8237656" y="2001203"/>
                  </a:lnTo>
                  <a:lnTo>
                    <a:pt x="8239849" y="2159744"/>
                  </a:lnTo>
                  <a:lnTo>
                    <a:pt x="8242043" y="2187773"/>
                  </a:lnTo>
                  <a:lnTo>
                    <a:pt x="8244237" y="2113802"/>
                  </a:lnTo>
                  <a:lnTo>
                    <a:pt x="8246431" y="2123080"/>
                  </a:lnTo>
                  <a:lnTo>
                    <a:pt x="8248625" y="2265034"/>
                  </a:lnTo>
                  <a:lnTo>
                    <a:pt x="8250818" y="2306313"/>
                  </a:lnTo>
                  <a:lnTo>
                    <a:pt x="8253012" y="2243602"/>
                  </a:lnTo>
                  <a:lnTo>
                    <a:pt x="8255206" y="2231621"/>
                  </a:lnTo>
                  <a:lnTo>
                    <a:pt x="8257400" y="2236027"/>
                  </a:lnTo>
                  <a:lnTo>
                    <a:pt x="8259594" y="2200591"/>
                  </a:lnTo>
                  <a:lnTo>
                    <a:pt x="8261787" y="2096054"/>
                  </a:lnTo>
                  <a:lnTo>
                    <a:pt x="8263981" y="2079862"/>
                  </a:lnTo>
                  <a:lnTo>
                    <a:pt x="8266175" y="2072552"/>
                  </a:lnTo>
                  <a:lnTo>
                    <a:pt x="8268369" y="2159117"/>
                  </a:lnTo>
                  <a:lnTo>
                    <a:pt x="8270562" y="2344972"/>
                  </a:lnTo>
                  <a:lnTo>
                    <a:pt x="8272756" y="2499224"/>
                  </a:lnTo>
                  <a:lnTo>
                    <a:pt x="8274950" y="2561208"/>
                  </a:lnTo>
                  <a:lnTo>
                    <a:pt x="8277144" y="2530276"/>
                  </a:lnTo>
                  <a:lnTo>
                    <a:pt x="8279338" y="2576293"/>
                  </a:lnTo>
                  <a:lnTo>
                    <a:pt x="8281531" y="2599290"/>
                  </a:lnTo>
                  <a:lnTo>
                    <a:pt x="8283725" y="2566033"/>
                  </a:lnTo>
                  <a:lnTo>
                    <a:pt x="8285919" y="2504725"/>
                  </a:lnTo>
                  <a:lnTo>
                    <a:pt x="8288113" y="2488628"/>
                  </a:lnTo>
                  <a:lnTo>
                    <a:pt x="8290306" y="2520479"/>
                  </a:lnTo>
                  <a:lnTo>
                    <a:pt x="8292500" y="2499311"/>
                  </a:lnTo>
                  <a:lnTo>
                    <a:pt x="8294694" y="2494381"/>
                  </a:lnTo>
                  <a:lnTo>
                    <a:pt x="8296888" y="2511899"/>
                  </a:lnTo>
                  <a:lnTo>
                    <a:pt x="8299082" y="2603985"/>
                  </a:lnTo>
                  <a:lnTo>
                    <a:pt x="8301275" y="2730072"/>
                  </a:lnTo>
                  <a:lnTo>
                    <a:pt x="8303469" y="2781994"/>
                  </a:lnTo>
                  <a:lnTo>
                    <a:pt x="8305663" y="2856922"/>
                  </a:lnTo>
                  <a:lnTo>
                    <a:pt x="8307857" y="2843520"/>
                  </a:lnTo>
                  <a:lnTo>
                    <a:pt x="8310051" y="2787198"/>
                  </a:lnTo>
                  <a:lnTo>
                    <a:pt x="8312244" y="2798499"/>
                  </a:lnTo>
                  <a:lnTo>
                    <a:pt x="8314438" y="2818084"/>
                  </a:lnTo>
                  <a:lnTo>
                    <a:pt x="8316632" y="2871200"/>
                  </a:lnTo>
                  <a:lnTo>
                    <a:pt x="8318826" y="2916366"/>
                  </a:lnTo>
                  <a:lnTo>
                    <a:pt x="8321019" y="2908101"/>
                  </a:lnTo>
                  <a:lnTo>
                    <a:pt x="8323213" y="2857106"/>
                  </a:lnTo>
                  <a:lnTo>
                    <a:pt x="8325407" y="2857125"/>
                  </a:lnTo>
                  <a:lnTo>
                    <a:pt x="8327601" y="2857999"/>
                  </a:lnTo>
                  <a:lnTo>
                    <a:pt x="8329795" y="2856214"/>
                  </a:lnTo>
                  <a:lnTo>
                    <a:pt x="8331988" y="2898464"/>
                  </a:lnTo>
                  <a:lnTo>
                    <a:pt x="8334182" y="3036221"/>
                  </a:lnTo>
                  <a:lnTo>
                    <a:pt x="8336376" y="3116972"/>
                  </a:lnTo>
                  <a:lnTo>
                    <a:pt x="8338570" y="3064458"/>
                  </a:lnTo>
                  <a:lnTo>
                    <a:pt x="8340763" y="2972573"/>
                  </a:lnTo>
                  <a:lnTo>
                    <a:pt x="8342957" y="2934976"/>
                  </a:lnTo>
                  <a:lnTo>
                    <a:pt x="8345151" y="2902282"/>
                  </a:lnTo>
                  <a:lnTo>
                    <a:pt x="8347345" y="2859212"/>
                  </a:lnTo>
                  <a:lnTo>
                    <a:pt x="8349539" y="2869915"/>
                  </a:lnTo>
                  <a:lnTo>
                    <a:pt x="8351732" y="2937075"/>
                  </a:lnTo>
                  <a:lnTo>
                    <a:pt x="8353926" y="2988017"/>
                  </a:lnTo>
                  <a:lnTo>
                    <a:pt x="8356120" y="2975003"/>
                  </a:lnTo>
                  <a:lnTo>
                    <a:pt x="8358314" y="2976723"/>
                  </a:lnTo>
                  <a:lnTo>
                    <a:pt x="8360508" y="2978870"/>
                  </a:lnTo>
                  <a:lnTo>
                    <a:pt x="8362701" y="2964014"/>
                  </a:lnTo>
                  <a:lnTo>
                    <a:pt x="8364895" y="2982760"/>
                  </a:lnTo>
                  <a:lnTo>
                    <a:pt x="8367089" y="3011671"/>
                  </a:lnTo>
                  <a:lnTo>
                    <a:pt x="8369283" y="3070753"/>
                  </a:lnTo>
                  <a:lnTo>
                    <a:pt x="8371476" y="3054706"/>
                  </a:lnTo>
                  <a:lnTo>
                    <a:pt x="8373670" y="3028557"/>
                  </a:lnTo>
                  <a:lnTo>
                    <a:pt x="8375864" y="3064264"/>
                  </a:lnTo>
                  <a:lnTo>
                    <a:pt x="8378058" y="3074570"/>
                  </a:lnTo>
                  <a:lnTo>
                    <a:pt x="8380252" y="3015052"/>
                  </a:lnTo>
                  <a:lnTo>
                    <a:pt x="8382445" y="3048483"/>
                  </a:lnTo>
                  <a:lnTo>
                    <a:pt x="8384639" y="3116972"/>
                  </a:lnTo>
                  <a:lnTo>
                    <a:pt x="8386833" y="3116972"/>
                  </a:lnTo>
                  <a:lnTo>
                    <a:pt x="8389027" y="3108731"/>
                  </a:lnTo>
                  <a:lnTo>
                    <a:pt x="8391221" y="3009157"/>
                  </a:lnTo>
                  <a:lnTo>
                    <a:pt x="8393414" y="3011256"/>
                  </a:lnTo>
                  <a:lnTo>
                    <a:pt x="8395608" y="3018559"/>
                  </a:lnTo>
                  <a:lnTo>
                    <a:pt x="8397802" y="2970069"/>
                  </a:lnTo>
                  <a:lnTo>
                    <a:pt x="8399996" y="2984681"/>
                  </a:lnTo>
                  <a:lnTo>
                    <a:pt x="8402189" y="3027210"/>
                  </a:lnTo>
                  <a:lnTo>
                    <a:pt x="8404383" y="3116972"/>
                  </a:lnTo>
                  <a:lnTo>
                    <a:pt x="8406577" y="3116972"/>
                  </a:lnTo>
                  <a:lnTo>
                    <a:pt x="8408771" y="3116972"/>
                  </a:lnTo>
                  <a:lnTo>
                    <a:pt x="8410965" y="3116972"/>
                  </a:lnTo>
                  <a:lnTo>
                    <a:pt x="8413158" y="3116972"/>
                  </a:lnTo>
                  <a:lnTo>
                    <a:pt x="8415352" y="3116972"/>
                  </a:lnTo>
                  <a:lnTo>
                    <a:pt x="8417546" y="3116972"/>
                  </a:lnTo>
                  <a:lnTo>
                    <a:pt x="8419740" y="3087814"/>
                  </a:lnTo>
                  <a:lnTo>
                    <a:pt x="8421933" y="3073620"/>
                  </a:lnTo>
                  <a:lnTo>
                    <a:pt x="8424127" y="3066983"/>
                  </a:lnTo>
                  <a:lnTo>
                    <a:pt x="8426321" y="3068875"/>
                  </a:lnTo>
                  <a:lnTo>
                    <a:pt x="8428515" y="2996036"/>
                  </a:lnTo>
                  <a:lnTo>
                    <a:pt x="8430709" y="2890502"/>
                  </a:lnTo>
                  <a:lnTo>
                    <a:pt x="8432902" y="2830429"/>
                  </a:lnTo>
                  <a:lnTo>
                    <a:pt x="8435096" y="2833730"/>
                  </a:lnTo>
                  <a:lnTo>
                    <a:pt x="8437290" y="2825136"/>
                  </a:lnTo>
                  <a:lnTo>
                    <a:pt x="8439484" y="2799161"/>
                  </a:lnTo>
                  <a:lnTo>
                    <a:pt x="8441678" y="2844256"/>
                  </a:lnTo>
                  <a:lnTo>
                    <a:pt x="8443871" y="2940657"/>
                  </a:lnTo>
                  <a:lnTo>
                    <a:pt x="8446065" y="3019764"/>
                  </a:lnTo>
                  <a:lnTo>
                    <a:pt x="8448259" y="3032121"/>
                  </a:lnTo>
                  <a:lnTo>
                    <a:pt x="8450453" y="3050752"/>
                  </a:lnTo>
                  <a:lnTo>
                    <a:pt x="8452646" y="3060580"/>
                  </a:lnTo>
                  <a:lnTo>
                    <a:pt x="8454840" y="3095947"/>
                  </a:lnTo>
                  <a:lnTo>
                    <a:pt x="8457034" y="3116972"/>
                  </a:lnTo>
                  <a:lnTo>
                    <a:pt x="8459228" y="3116972"/>
                  </a:lnTo>
                  <a:lnTo>
                    <a:pt x="8461422" y="3116972"/>
                  </a:lnTo>
                  <a:lnTo>
                    <a:pt x="8463615" y="3116972"/>
                  </a:lnTo>
                  <a:lnTo>
                    <a:pt x="8465809" y="3116972"/>
                  </a:lnTo>
                  <a:lnTo>
                    <a:pt x="8468003" y="3111050"/>
                  </a:lnTo>
                  <a:lnTo>
                    <a:pt x="8470197" y="3027752"/>
                  </a:lnTo>
                  <a:lnTo>
                    <a:pt x="8472390" y="2946866"/>
                  </a:lnTo>
                  <a:lnTo>
                    <a:pt x="8474584" y="2873353"/>
                  </a:lnTo>
                  <a:lnTo>
                    <a:pt x="8476778" y="2874875"/>
                  </a:lnTo>
                  <a:lnTo>
                    <a:pt x="8478972" y="2882522"/>
                  </a:lnTo>
                  <a:lnTo>
                    <a:pt x="8481166" y="2845101"/>
                  </a:lnTo>
                  <a:lnTo>
                    <a:pt x="8483359" y="2839635"/>
                  </a:lnTo>
                  <a:lnTo>
                    <a:pt x="8485553" y="2875441"/>
                  </a:lnTo>
                  <a:lnTo>
                    <a:pt x="8487747" y="2980946"/>
                  </a:lnTo>
                  <a:lnTo>
                    <a:pt x="8489941" y="3001322"/>
                  </a:lnTo>
                  <a:lnTo>
                    <a:pt x="8492135" y="3006034"/>
                  </a:lnTo>
                  <a:lnTo>
                    <a:pt x="8494328" y="3031035"/>
                  </a:lnTo>
                  <a:lnTo>
                    <a:pt x="8496522" y="3071177"/>
                  </a:lnTo>
                  <a:lnTo>
                    <a:pt x="8498716" y="3116972"/>
                  </a:lnTo>
                  <a:lnTo>
                    <a:pt x="8500910" y="3115946"/>
                  </a:lnTo>
                  <a:lnTo>
                    <a:pt x="8503103" y="3094048"/>
                  </a:lnTo>
                  <a:lnTo>
                    <a:pt x="8505297" y="3078606"/>
                  </a:lnTo>
                  <a:lnTo>
                    <a:pt x="8507491" y="3059052"/>
                  </a:lnTo>
                  <a:lnTo>
                    <a:pt x="8509685" y="3014483"/>
                  </a:lnTo>
                  <a:lnTo>
                    <a:pt x="8511879" y="2945669"/>
                  </a:lnTo>
                  <a:lnTo>
                    <a:pt x="8514072" y="2984714"/>
                  </a:lnTo>
                  <a:lnTo>
                    <a:pt x="8516266" y="3027662"/>
                  </a:lnTo>
                  <a:lnTo>
                    <a:pt x="8518460" y="2990386"/>
                  </a:lnTo>
                  <a:lnTo>
                    <a:pt x="8520654" y="2991407"/>
                  </a:lnTo>
                  <a:lnTo>
                    <a:pt x="8522848" y="3039187"/>
                  </a:lnTo>
                  <a:lnTo>
                    <a:pt x="8525041" y="3080720"/>
                  </a:lnTo>
                  <a:lnTo>
                    <a:pt x="8527235" y="3037273"/>
                  </a:lnTo>
                  <a:lnTo>
                    <a:pt x="8529429" y="2994325"/>
                  </a:lnTo>
                  <a:lnTo>
                    <a:pt x="8531623" y="3034683"/>
                  </a:lnTo>
                  <a:lnTo>
                    <a:pt x="8533816" y="3096043"/>
                  </a:lnTo>
                  <a:lnTo>
                    <a:pt x="8536010" y="3116972"/>
                  </a:lnTo>
                  <a:lnTo>
                    <a:pt x="8538204" y="3116972"/>
                  </a:lnTo>
                  <a:lnTo>
                    <a:pt x="8540398" y="3116972"/>
                  </a:lnTo>
                  <a:lnTo>
                    <a:pt x="8542592" y="3065288"/>
                  </a:lnTo>
                  <a:lnTo>
                    <a:pt x="8544785" y="3050308"/>
                  </a:lnTo>
                  <a:lnTo>
                    <a:pt x="8546979" y="3045155"/>
                  </a:lnTo>
                  <a:lnTo>
                    <a:pt x="8549173" y="3012795"/>
                  </a:lnTo>
                  <a:lnTo>
                    <a:pt x="8551367" y="2968847"/>
                  </a:lnTo>
                  <a:lnTo>
                    <a:pt x="8553560" y="3044238"/>
                  </a:lnTo>
                  <a:lnTo>
                    <a:pt x="8553560" y="3116972"/>
                  </a:lnTo>
                  <a:lnTo>
                    <a:pt x="8551367" y="3116972"/>
                  </a:lnTo>
                  <a:lnTo>
                    <a:pt x="8549173" y="3116972"/>
                  </a:lnTo>
                  <a:lnTo>
                    <a:pt x="8546979" y="3116972"/>
                  </a:lnTo>
                  <a:lnTo>
                    <a:pt x="8544785" y="3116972"/>
                  </a:lnTo>
                  <a:lnTo>
                    <a:pt x="8542592" y="3116972"/>
                  </a:lnTo>
                  <a:lnTo>
                    <a:pt x="8540398" y="3116972"/>
                  </a:lnTo>
                  <a:lnTo>
                    <a:pt x="8538204" y="3116972"/>
                  </a:lnTo>
                  <a:lnTo>
                    <a:pt x="8536010" y="3116972"/>
                  </a:lnTo>
                  <a:lnTo>
                    <a:pt x="8533816" y="3116972"/>
                  </a:lnTo>
                  <a:lnTo>
                    <a:pt x="8531623" y="3116972"/>
                  </a:lnTo>
                  <a:lnTo>
                    <a:pt x="8529429" y="3116972"/>
                  </a:lnTo>
                  <a:lnTo>
                    <a:pt x="8527235" y="3116972"/>
                  </a:lnTo>
                  <a:lnTo>
                    <a:pt x="8525041" y="3116972"/>
                  </a:lnTo>
                  <a:lnTo>
                    <a:pt x="8522848" y="3116972"/>
                  </a:lnTo>
                  <a:lnTo>
                    <a:pt x="8520654" y="3116972"/>
                  </a:lnTo>
                  <a:lnTo>
                    <a:pt x="8518460" y="3116972"/>
                  </a:lnTo>
                  <a:lnTo>
                    <a:pt x="8516266" y="3116972"/>
                  </a:lnTo>
                  <a:lnTo>
                    <a:pt x="8514072" y="3116972"/>
                  </a:lnTo>
                  <a:lnTo>
                    <a:pt x="8511879" y="3116972"/>
                  </a:lnTo>
                  <a:lnTo>
                    <a:pt x="8509685" y="3116972"/>
                  </a:lnTo>
                  <a:lnTo>
                    <a:pt x="8507491" y="3116972"/>
                  </a:lnTo>
                  <a:lnTo>
                    <a:pt x="8505297" y="3116972"/>
                  </a:lnTo>
                  <a:lnTo>
                    <a:pt x="8503103" y="3116972"/>
                  </a:lnTo>
                  <a:lnTo>
                    <a:pt x="8500910" y="3116972"/>
                  </a:lnTo>
                  <a:lnTo>
                    <a:pt x="8498716" y="3116972"/>
                  </a:lnTo>
                  <a:lnTo>
                    <a:pt x="8496522" y="3116972"/>
                  </a:lnTo>
                  <a:lnTo>
                    <a:pt x="8494328" y="3116972"/>
                  </a:lnTo>
                  <a:lnTo>
                    <a:pt x="8492135" y="3116972"/>
                  </a:lnTo>
                  <a:lnTo>
                    <a:pt x="8489941" y="3116972"/>
                  </a:lnTo>
                  <a:lnTo>
                    <a:pt x="8487747" y="3116972"/>
                  </a:lnTo>
                  <a:lnTo>
                    <a:pt x="8485553" y="3116972"/>
                  </a:lnTo>
                  <a:lnTo>
                    <a:pt x="8483359" y="3116972"/>
                  </a:lnTo>
                  <a:lnTo>
                    <a:pt x="8481166" y="3116972"/>
                  </a:lnTo>
                  <a:lnTo>
                    <a:pt x="8478972" y="3116972"/>
                  </a:lnTo>
                  <a:lnTo>
                    <a:pt x="8476778" y="3116972"/>
                  </a:lnTo>
                  <a:lnTo>
                    <a:pt x="8474584" y="3116972"/>
                  </a:lnTo>
                  <a:lnTo>
                    <a:pt x="8472390" y="3116972"/>
                  </a:lnTo>
                  <a:lnTo>
                    <a:pt x="8470197" y="3116972"/>
                  </a:lnTo>
                  <a:lnTo>
                    <a:pt x="8468003" y="3116972"/>
                  </a:lnTo>
                  <a:lnTo>
                    <a:pt x="8465809" y="3116972"/>
                  </a:lnTo>
                  <a:lnTo>
                    <a:pt x="8463615" y="3116972"/>
                  </a:lnTo>
                  <a:lnTo>
                    <a:pt x="8461422" y="3116972"/>
                  </a:lnTo>
                  <a:lnTo>
                    <a:pt x="8459228" y="3116972"/>
                  </a:lnTo>
                  <a:lnTo>
                    <a:pt x="8457034" y="3116972"/>
                  </a:lnTo>
                  <a:lnTo>
                    <a:pt x="8454840" y="3116972"/>
                  </a:lnTo>
                  <a:lnTo>
                    <a:pt x="8452646" y="3116972"/>
                  </a:lnTo>
                  <a:lnTo>
                    <a:pt x="8450453" y="3116972"/>
                  </a:lnTo>
                  <a:lnTo>
                    <a:pt x="8448259" y="3116972"/>
                  </a:lnTo>
                  <a:lnTo>
                    <a:pt x="8446065" y="3116972"/>
                  </a:lnTo>
                  <a:lnTo>
                    <a:pt x="8443871" y="3116972"/>
                  </a:lnTo>
                  <a:lnTo>
                    <a:pt x="8441678" y="3116972"/>
                  </a:lnTo>
                  <a:lnTo>
                    <a:pt x="8439484" y="3116972"/>
                  </a:lnTo>
                  <a:lnTo>
                    <a:pt x="8437290" y="3116972"/>
                  </a:lnTo>
                  <a:lnTo>
                    <a:pt x="8435096" y="3116972"/>
                  </a:lnTo>
                  <a:lnTo>
                    <a:pt x="8432902" y="3116972"/>
                  </a:lnTo>
                  <a:lnTo>
                    <a:pt x="8430709" y="3116972"/>
                  </a:lnTo>
                  <a:lnTo>
                    <a:pt x="8428515" y="3116972"/>
                  </a:lnTo>
                  <a:lnTo>
                    <a:pt x="8426321" y="3116972"/>
                  </a:lnTo>
                  <a:lnTo>
                    <a:pt x="8424127" y="3116972"/>
                  </a:lnTo>
                  <a:lnTo>
                    <a:pt x="8421933" y="3116972"/>
                  </a:lnTo>
                  <a:lnTo>
                    <a:pt x="8419740" y="3116972"/>
                  </a:lnTo>
                  <a:lnTo>
                    <a:pt x="8417546" y="3116972"/>
                  </a:lnTo>
                  <a:lnTo>
                    <a:pt x="8415352" y="3116972"/>
                  </a:lnTo>
                  <a:lnTo>
                    <a:pt x="8413158" y="3116972"/>
                  </a:lnTo>
                  <a:lnTo>
                    <a:pt x="8410965" y="3116972"/>
                  </a:lnTo>
                  <a:lnTo>
                    <a:pt x="8408771" y="3116972"/>
                  </a:lnTo>
                  <a:lnTo>
                    <a:pt x="8406577" y="3116972"/>
                  </a:lnTo>
                  <a:lnTo>
                    <a:pt x="8404383" y="3116972"/>
                  </a:lnTo>
                  <a:lnTo>
                    <a:pt x="8402189" y="3116972"/>
                  </a:lnTo>
                  <a:lnTo>
                    <a:pt x="8399996" y="3116972"/>
                  </a:lnTo>
                  <a:lnTo>
                    <a:pt x="8397802" y="3116972"/>
                  </a:lnTo>
                  <a:lnTo>
                    <a:pt x="8395608" y="3116972"/>
                  </a:lnTo>
                  <a:lnTo>
                    <a:pt x="8393414" y="3116972"/>
                  </a:lnTo>
                  <a:lnTo>
                    <a:pt x="8391221" y="3116972"/>
                  </a:lnTo>
                  <a:lnTo>
                    <a:pt x="8389027" y="3116972"/>
                  </a:lnTo>
                  <a:lnTo>
                    <a:pt x="8386833" y="3116972"/>
                  </a:lnTo>
                  <a:lnTo>
                    <a:pt x="8384639" y="3116972"/>
                  </a:lnTo>
                  <a:lnTo>
                    <a:pt x="8382445" y="3116972"/>
                  </a:lnTo>
                  <a:lnTo>
                    <a:pt x="8380252" y="3116972"/>
                  </a:lnTo>
                  <a:lnTo>
                    <a:pt x="8378058" y="3116972"/>
                  </a:lnTo>
                  <a:lnTo>
                    <a:pt x="8375864" y="3116972"/>
                  </a:lnTo>
                  <a:lnTo>
                    <a:pt x="8373670" y="3116972"/>
                  </a:lnTo>
                  <a:lnTo>
                    <a:pt x="8371476" y="3116972"/>
                  </a:lnTo>
                  <a:lnTo>
                    <a:pt x="8369283" y="3116972"/>
                  </a:lnTo>
                  <a:lnTo>
                    <a:pt x="8367089" y="3116972"/>
                  </a:lnTo>
                  <a:lnTo>
                    <a:pt x="8364895" y="3116972"/>
                  </a:lnTo>
                  <a:lnTo>
                    <a:pt x="8362701" y="3116972"/>
                  </a:lnTo>
                  <a:lnTo>
                    <a:pt x="8360508" y="3116972"/>
                  </a:lnTo>
                  <a:lnTo>
                    <a:pt x="8358314" y="3116972"/>
                  </a:lnTo>
                  <a:lnTo>
                    <a:pt x="8356120" y="3116972"/>
                  </a:lnTo>
                  <a:lnTo>
                    <a:pt x="8353926" y="3116972"/>
                  </a:lnTo>
                  <a:lnTo>
                    <a:pt x="8351732" y="3116972"/>
                  </a:lnTo>
                  <a:lnTo>
                    <a:pt x="8349539" y="3116972"/>
                  </a:lnTo>
                  <a:lnTo>
                    <a:pt x="8347345" y="3116972"/>
                  </a:lnTo>
                  <a:lnTo>
                    <a:pt x="8345151" y="3116972"/>
                  </a:lnTo>
                  <a:lnTo>
                    <a:pt x="8342957" y="3116972"/>
                  </a:lnTo>
                  <a:lnTo>
                    <a:pt x="8340763" y="3116972"/>
                  </a:lnTo>
                  <a:lnTo>
                    <a:pt x="8338570" y="3116972"/>
                  </a:lnTo>
                  <a:lnTo>
                    <a:pt x="8336376" y="3116972"/>
                  </a:lnTo>
                  <a:lnTo>
                    <a:pt x="8334182" y="3116972"/>
                  </a:lnTo>
                  <a:lnTo>
                    <a:pt x="8331988" y="3116972"/>
                  </a:lnTo>
                  <a:lnTo>
                    <a:pt x="8329795" y="3116972"/>
                  </a:lnTo>
                  <a:lnTo>
                    <a:pt x="8327601" y="3116972"/>
                  </a:lnTo>
                  <a:lnTo>
                    <a:pt x="8325407" y="3116972"/>
                  </a:lnTo>
                  <a:lnTo>
                    <a:pt x="8323213" y="3116972"/>
                  </a:lnTo>
                  <a:lnTo>
                    <a:pt x="8321019" y="3116972"/>
                  </a:lnTo>
                  <a:lnTo>
                    <a:pt x="8318826" y="3116972"/>
                  </a:lnTo>
                  <a:lnTo>
                    <a:pt x="8316632" y="3116972"/>
                  </a:lnTo>
                  <a:lnTo>
                    <a:pt x="8314438" y="3116972"/>
                  </a:lnTo>
                  <a:lnTo>
                    <a:pt x="8312244" y="3116972"/>
                  </a:lnTo>
                  <a:lnTo>
                    <a:pt x="8310051" y="3116972"/>
                  </a:lnTo>
                  <a:lnTo>
                    <a:pt x="8307857" y="3116972"/>
                  </a:lnTo>
                  <a:lnTo>
                    <a:pt x="8305663" y="3116972"/>
                  </a:lnTo>
                  <a:lnTo>
                    <a:pt x="8303469" y="3116972"/>
                  </a:lnTo>
                  <a:lnTo>
                    <a:pt x="8301275" y="3116972"/>
                  </a:lnTo>
                  <a:lnTo>
                    <a:pt x="8299082" y="3116972"/>
                  </a:lnTo>
                  <a:lnTo>
                    <a:pt x="8296888" y="3116972"/>
                  </a:lnTo>
                  <a:lnTo>
                    <a:pt x="8294694" y="3116972"/>
                  </a:lnTo>
                  <a:lnTo>
                    <a:pt x="8292500" y="3116972"/>
                  </a:lnTo>
                  <a:lnTo>
                    <a:pt x="8290306" y="3116972"/>
                  </a:lnTo>
                  <a:lnTo>
                    <a:pt x="8288113" y="3116972"/>
                  </a:lnTo>
                  <a:lnTo>
                    <a:pt x="8285919" y="3116972"/>
                  </a:lnTo>
                  <a:lnTo>
                    <a:pt x="8283725" y="3116972"/>
                  </a:lnTo>
                  <a:lnTo>
                    <a:pt x="8281531" y="3116972"/>
                  </a:lnTo>
                  <a:lnTo>
                    <a:pt x="8279338" y="3116972"/>
                  </a:lnTo>
                  <a:lnTo>
                    <a:pt x="8277144" y="3116972"/>
                  </a:lnTo>
                  <a:lnTo>
                    <a:pt x="8274950" y="3116972"/>
                  </a:lnTo>
                  <a:lnTo>
                    <a:pt x="8272756" y="3116972"/>
                  </a:lnTo>
                  <a:lnTo>
                    <a:pt x="8270562" y="3116972"/>
                  </a:lnTo>
                  <a:lnTo>
                    <a:pt x="8268369" y="3116972"/>
                  </a:lnTo>
                  <a:lnTo>
                    <a:pt x="8266175" y="3116972"/>
                  </a:lnTo>
                  <a:lnTo>
                    <a:pt x="8263981" y="3116972"/>
                  </a:lnTo>
                  <a:lnTo>
                    <a:pt x="8261787" y="3116972"/>
                  </a:lnTo>
                  <a:lnTo>
                    <a:pt x="8259594" y="3116972"/>
                  </a:lnTo>
                  <a:lnTo>
                    <a:pt x="8257400" y="3116972"/>
                  </a:lnTo>
                  <a:lnTo>
                    <a:pt x="8255206" y="3116972"/>
                  </a:lnTo>
                  <a:lnTo>
                    <a:pt x="8253012" y="3116972"/>
                  </a:lnTo>
                  <a:lnTo>
                    <a:pt x="8250818" y="3116972"/>
                  </a:lnTo>
                  <a:lnTo>
                    <a:pt x="8248625" y="3116972"/>
                  </a:lnTo>
                  <a:lnTo>
                    <a:pt x="8246431" y="3116972"/>
                  </a:lnTo>
                  <a:lnTo>
                    <a:pt x="8244237" y="3116972"/>
                  </a:lnTo>
                  <a:lnTo>
                    <a:pt x="8242043" y="3116972"/>
                  </a:lnTo>
                  <a:lnTo>
                    <a:pt x="8239849" y="3116972"/>
                  </a:lnTo>
                  <a:lnTo>
                    <a:pt x="8237656" y="3116972"/>
                  </a:lnTo>
                  <a:lnTo>
                    <a:pt x="8235462" y="3116972"/>
                  </a:lnTo>
                  <a:lnTo>
                    <a:pt x="8233268" y="3116972"/>
                  </a:lnTo>
                  <a:lnTo>
                    <a:pt x="8231074" y="3116972"/>
                  </a:lnTo>
                  <a:lnTo>
                    <a:pt x="8228881" y="3116972"/>
                  </a:lnTo>
                  <a:lnTo>
                    <a:pt x="8226687" y="3116972"/>
                  </a:lnTo>
                  <a:lnTo>
                    <a:pt x="8224493" y="3116972"/>
                  </a:lnTo>
                  <a:lnTo>
                    <a:pt x="8222299" y="3116972"/>
                  </a:lnTo>
                  <a:lnTo>
                    <a:pt x="8220105" y="3116972"/>
                  </a:lnTo>
                  <a:lnTo>
                    <a:pt x="8217912" y="3116972"/>
                  </a:lnTo>
                  <a:lnTo>
                    <a:pt x="8215718" y="3116972"/>
                  </a:lnTo>
                  <a:lnTo>
                    <a:pt x="8213524" y="3116972"/>
                  </a:lnTo>
                  <a:lnTo>
                    <a:pt x="8211330" y="3116972"/>
                  </a:lnTo>
                  <a:lnTo>
                    <a:pt x="8209136" y="3116972"/>
                  </a:lnTo>
                  <a:lnTo>
                    <a:pt x="8206943" y="3116972"/>
                  </a:lnTo>
                  <a:lnTo>
                    <a:pt x="8204749" y="3116972"/>
                  </a:lnTo>
                  <a:lnTo>
                    <a:pt x="8202555" y="3116972"/>
                  </a:lnTo>
                  <a:lnTo>
                    <a:pt x="8200361" y="3116972"/>
                  </a:lnTo>
                  <a:lnTo>
                    <a:pt x="8198168" y="3116972"/>
                  </a:lnTo>
                  <a:lnTo>
                    <a:pt x="8195974" y="3116972"/>
                  </a:lnTo>
                  <a:lnTo>
                    <a:pt x="8193780" y="3116972"/>
                  </a:lnTo>
                  <a:lnTo>
                    <a:pt x="8191586" y="3116972"/>
                  </a:lnTo>
                  <a:lnTo>
                    <a:pt x="8189392" y="3116972"/>
                  </a:lnTo>
                  <a:lnTo>
                    <a:pt x="8187199" y="3116972"/>
                  </a:lnTo>
                  <a:lnTo>
                    <a:pt x="8185005" y="3116972"/>
                  </a:lnTo>
                  <a:lnTo>
                    <a:pt x="8182811" y="3116972"/>
                  </a:lnTo>
                  <a:lnTo>
                    <a:pt x="8180617" y="3116972"/>
                  </a:lnTo>
                  <a:lnTo>
                    <a:pt x="8178424" y="3116972"/>
                  </a:lnTo>
                  <a:lnTo>
                    <a:pt x="8176230" y="3116972"/>
                  </a:lnTo>
                  <a:lnTo>
                    <a:pt x="8174036" y="3116972"/>
                  </a:lnTo>
                  <a:lnTo>
                    <a:pt x="8171842" y="3116972"/>
                  </a:lnTo>
                  <a:lnTo>
                    <a:pt x="8169648" y="3116972"/>
                  </a:lnTo>
                  <a:lnTo>
                    <a:pt x="8167455" y="3116972"/>
                  </a:lnTo>
                  <a:lnTo>
                    <a:pt x="8165261" y="3116972"/>
                  </a:lnTo>
                  <a:lnTo>
                    <a:pt x="8163067" y="3116972"/>
                  </a:lnTo>
                  <a:lnTo>
                    <a:pt x="8160873" y="3116972"/>
                  </a:lnTo>
                  <a:lnTo>
                    <a:pt x="8158679" y="3116972"/>
                  </a:lnTo>
                  <a:lnTo>
                    <a:pt x="8156486" y="3116972"/>
                  </a:lnTo>
                  <a:lnTo>
                    <a:pt x="8154292" y="3116972"/>
                  </a:lnTo>
                  <a:lnTo>
                    <a:pt x="8152098" y="3116972"/>
                  </a:lnTo>
                  <a:lnTo>
                    <a:pt x="8149904" y="3116972"/>
                  </a:lnTo>
                  <a:lnTo>
                    <a:pt x="8147711" y="3116972"/>
                  </a:lnTo>
                  <a:lnTo>
                    <a:pt x="8145517" y="3116972"/>
                  </a:lnTo>
                  <a:lnTo>
                    <a:pt x="8143323" y="3116972"/>
                  </a:lnTo>
                  <a:lnTo>
                    <a:pt x="8141129" y="3116972"/>
                  </a:lnTo>
                  <a:lnTo>
                    <a:pt x="8138935" y="3116972"/>
                  </a:lnTo>
                  <a:lnTo>
                    <a:pt x="8136742" y="3116972"/>
                  </a:lnTo>
                  <a:lnTo>
                    <a:pt x="8134548" y="3116972"/>
                  </a:lnTo>
                  <a:lnTo>
                    <a:pt x="8132354" y="3116972"/>
                  </a:lnTo>
                  <a:lnTo>
                    <a:pt x="8130160" y="3116972"/>
                  </a:lnTo>
                  <a:lnTo>
                    <a:pt x="8127967" y="3116972"/>
                  </a:lnTo>
                  <a:lnTo>
                    <a:pt x="8125773" y="3116972"/>
                  </a:lnTo>
                  <a:lnTo>
                    <a:pt x="8123579" y="3116972"/>
                  </a:lnTo>
                  <a:lnTo>
                    <a:pt x="8121385" y="3116972"/>
                  </a:lnTo>
                  <a:lnTo>
                    <a:pt x="8119191" y="3116972"/>
                  </a:lnTo>
                  <a:lnTo>
                    <a:pt x="8116998" y="3116972"/>
                  </a:lnTo>
                  <a:lnTo>
                    <a:pt x="8114804" y="3116972"/>
                  </a:lnTo>
                  <a:lnTo>
                    <a:pt x="8112610" y="3116972"/>
                  </a:lnTo>
                  <a:lnTo>
                    <a:pt x="8110416" y="3116972"/>
                  </a:lnTo>
                  <a:lnTo>
                    <a:pt x="8108222" y="3116972"/>
                  </a:lnTo>
                  <a:lnTo>
                    <a:pt x="8106029" y="3116972"/>
                  </a:lnTo>
                  <a:lnTo>
                    <a:pt x="8103835" y="3116972"/>
                  </a:lnTo>
                  <a:lnTo>
                    <a:pt x="8101641" y="3116972"/>
                  </a:lnTo>
                  <a:lnTo>
                    <a:pt x="8099447" y="3116972"/>
                  </a:lnTo>
                  <a:lnTo>
                    <a:pt x="8097254" y="3116972"/>
                  </a:lnTo>
                  <a:lnTo>
                    <a:pt x="8095060" y="3116972"/>
                  </a:lnTo>
                  <a:lnTo>
                    <a:pt x="8092866" y="3116972"/>
                  </a:lnTo>
                  <a:lnTo>
                    <a:pt x="8090672" y="3116972"/>
                  </a:lnTo>
                  <a:lnTo>
                    <a:pt x="8088478" y="3116972"/>
                  </a:lnTo>
                  <a:lnTo>
                    <a:pt x="8086285" y="3116972"/>
                  </a:lnTo>
                  <a:lnTo>
                    <a:pt x="8084091" y="3116972"/>
                  </a:lnTo>
                  <a:lnTo>
                    <a:pt x="8081897" y="3116972"/>
                  </a:lnTo>
                  <a:lnTo>
                    <a:pt x="8079703" y="3116972"/>
                  </a:lnTo>
                  <a:lnTo>
                    <a:pt x="8077510" y="3116972"/>
                  </a:lnTo>
                  <a:lnTo>
                    <a:pt x="8075316" y="3116972"/>
                  </a:lnTo>
                  <a:lnTo>
                    <a:pt x="8073122" y="3116972"/>
                  </a:lnTo>
                  <a:lnTo>
                    <a:pt x="8070928" y="3116972"/>
                  </a:lnTo>
                  <a:lnTo>
                    <a:pt x="8068734" y="3116972"/>
                  </a:lnTo>
                  <a:lnTo>
                    <a:pt x="8066541" y="3116972"/>
                  </a:lnTo>
                  <a:lnTo>
                    <a:pt x="8064347" y="3116972"/>
                  </a:lnTo>
                  <a:lnTo>
                    <a:pt x="8062153" y="3116972"/>
                  </a:lnTo>
                  <a:lnTo>
                    <a:pt x="8059959" y="3116972"/>
                  </a:lnTo>
                  <a:lnTo>
                    <a:pt x="8057765" y="3116972"/>
                  </a:lnTo>
                  <a:lnTo>
                    <a:pt x="8055572" y="3116972"/>
                  </a:lnTo>
                  <a:lnTo>
                    <a:pt x="8053378" y="3116972"/>
                  </a:lnTo>
                  <a:lnTo>
                    <a:pt x="8051184" y="3116972"/>
                  </a:lnTo>
                  <a:lnTo>
                    <a:pt x="8048990" y="3116972"/>
                  </a:lnTo>
                  <a:lnTo>
                    <a:pt x="8046797" y="3116972"/>
                  </a:lnTo>
                  <a:lnTo>
                    <a:pt x="8044603" y="3116972"/>
                  </a:lnTo>
                  <a:lnTo>
                    <a:pt x="8042409" y="3116972"/>
                  </a:lnTo>
                  <a:lnTo>
                    <a:pt x="8040215" y="3116972"/>
                  </a:lnTo>
                  <a:lnTo>
                    <a:pt x="8038021" y="3116972"/>
                  </a:lnTo>
                  <a:lnTo>
                    <a:pt x="8035828" y="3116972"/>
                  </a:lnTo>
                  <a:lnTo>
                    <a:pt x="8033634" y="3116972"/>
                  </a:lnTo>
                  <a:lnTo>
                    <a:pt x="8031440" y="3116972"/>
                  </a:lnTo>
                  <a:lnTo>
                    <a:pt x="8029246" y="3116972"/>
                  </a:lnTo>
                  <a:lnTo>
                    <a:pt x="8027052" y="3116972"/>
                  </a:lnTo>
                  <a:lnTo>
                    <a:pt x="8024859" y="3116972"/>
                  </a:lnTo>
                  <a:lnTo>
                    <a:pt x="8022665" y="3116972"/>
                  </a:lnTo>
                  <a:lnTo>
                    <a:pt x="8020471" y="3116972"/>
                  </a:lnTo>
                  <a:lnTo>
                    <a:pt x="8018277" y="3116972"/>
                  </a:lnTo>
                  <a:lnTo>
                    <a:pt x="8016084" y="3116972"/>
                  </a:lnTo>
                  <a:lnTo>
                    <a:pt x="8013890" y="3116972"/>
                  </a:lnTo>
                  <a:lnTo>
                    <a:pt x="8011696" y="3116972"/>
                  </a:lnTo>
                  <a:lnTo>
                    <a:pt x="8009502" y="3116972"/>
                  </a:lnTo>
                  <a:lnTo>
                    <a:pt x="8007308" y="3116972"/>
                  </a:lnTo>
                  <a:lnTo>
                    <a:pt x="8005115" y="3116972"/>
                  </a:lnTo>
                  <a:lnTo>
                    <a:pt x="8002921" y="3116972"/>
                  </a:lnTo>
                  <a:lnTo>
                    <a:pt x="8000727" y="3116972"/>
                  </a:lnTo>
                  <a:lnTo>
                    <a:pt x="7998533" y="3116972"/>
                  </a:lnTo>
                  <a:lnTo>
                    <a:pt x="7996340" y="3116972"/>
                  </a:lnTo>
                  <a:lnTo>
                    <a:pt x="7994146" y="3116972"/>
                  </a:lnTo>
                  <a:lnTo>
                    <a:pt x="7991952" y="3116972"/>
                  </a:lnTo>
                  <a:lnTo>
                    <a:pt x="7989758" y="3116972"/>
                  </a:lnTo>
                  <a:lnTo>
                    <a:pt x="7987564" y="3116972"/>
                  </a:lnTo>
                  <a:lnTo>
                    <a:pt x="7985371" y="3116972"/>
                  </a:lnTo>
                  <a:lnTo>
                    <a:pt x="7983177" y="3116972"/>
                  </a:lnTo>
                  <a:lnTo>
                    <a:pt x="7980983" y="3116972"/>
                  </a:lnTo>
                  <a:lnTo>
                    <a:pt x="7978789" y="3116972"/>
                  </a:lnTo>
                  <a:lnTo>
                    <a:pt x="7976595" y="3116972"/>
                  </a:lnTo>
                  <a:lnTo>
                    <a:pt x="7974402" y="3116972"/>
                  </a:lnTo>
                  <a:lnTo>
                    <a:pt x="7972208" y="3116972"/>
                  </a:lnTo>
                  <a:lnTo>
                    <a:pt x="7970014" y="3116972"/>
                  </a:lnTo>
                  <a:lnTo>
                    <a:pt x="7967820" y="3116972"/>
                  </a:lnTo>
                  <a:lnTo>
                    <a:pt x="7965627" y="3116972"/>
                  </a:lnTo>
                  <a:lnTo>
                    <a:pt x="7963433" y="3116972"/>
                  </a:lnTo>
                  <a:lnTo>
                    <a:pt x="7961239" y="3116972"/>
                  </a:lnTo>
                  <a:lnTo>
                    <a:pt x="7959045" y="3116972"/>
                  </a:lnTo>
                  <a:lnTo>
                    <a:pt x="7956851" y="3116972"/>
                  </a:lnTo>
                  <a:lnTo>
                    <a:pt x="7954658" y="3116972"/>
                  </a:lnTo>
                  <a:lnTo>
                    <a:pt x="7952464" y="3116972"/>
                  </a:lnTo>
                  <a:lnTo>
                    <a:pt x="7950270" y="3116972"/>
                  </a:lnTo>
                  <a:lnTo>
                    <a:pt x="7948076" y="3116972"/>
                  </a:lnTo>
                  <a:lnTo>
                    <a:pt x="7945883" y="3116972"/>
                  </a:lnTo>
                  <a:lnTo>
                    <a:pt x="7943689" y="3116972"/>
                  </a:lnTo>
                  <a:lnTo>
                    <a:pt x="7941495" y="3116972"/>
                  </a:lnTo>
                  <a:lnTo>
                    <a:pt x="7939301" y="3116972"/>
                  </a:lnTo>
                  <a:lnTo>
                    <a:pt x="7937107" y="3116972"/>
                  </a:lnTo>
                  <a:lnTo>
                    <a:pt x="7934914" y="3116972"/>
                  </a:lnTo>
                  <a:lnTo>
                    <a:pt x="7932720" y="3116972"/>
                  </a:lnTo>
                  <a:lnTo>
                    <a:pt x="7930526" y="3116972"/>
                  </a:lnTo>
                  <a:lnTo>
                    <a:pt x="7928332" y="3116972"/>
                  </a:lnTo>
                  <a:lnTo>
                    <a:pt x="7926138" y="3116972"/>
                  </a:lnTo>
                  <a:lnTo>
                    <a:pt x="7923945" y="3116972"/>
                  </a:lnTo>
                  <a:lnTo>
                    <a:pt x="7921751" y="3116972"/>
                  </a:lnTo>
                  <a:lnTo>
                    <a:pt x="7919557" y="3116972"/>
                  </a:lnTo>
                  <a:lnTo>
                    <a:pt x="7917363" y="3116972"/>
                  </a:lnTo>
                  <a:lnTo>
                    <a:pt x="7915170" y="3116972"/>
                  </a:lnTo>
                  <a:lnTo>
                    <a:pt x="7912976" y="3116972"/>
                  </a:lnTo>
                  <a:lnTo>
                    <a:pt x="7910782" y="3116972"/>
                  </a:lnTo>
                  <a:lnTo>
                    <a:pt x="7908588" y="3116972"/>
                  </a:lnTo>
                  <a:lnTo>
                    <a:pt x="7906394" y="3116972"/>
                  </a:lnTo>
                  <a:lnTo>
                    <a:pt x="7904201" y="3116972"/>
                  </a:lnTo>
                  <a:lnTo>
                    <a:pt x="7902007" y="3116972"/>
                  </a:lnTo>
                  <a:lnTo>
                    <a:pt x="7899813" y="3116972"/>
                  </a:lnTo>
                  <a:lnTo>
                    <a:pt x="7897619" y="3116972"/>
                  </a:lnTo>
                  <a:lnTo>
                    <a:pt x="7895425" y="3116972"/>
                  </a:lnTo>
                  <a:lnTo>
                    <a:pt x="7893232" y="3116972"/>
                  </a:lnTo>
                  <a:lnTo>
                    <a:pt x="7891038" y="3116972"/>
                  </a:lnTo>
                  <a:lnTo>
                    <a:pt x="7888844" y="3116972"/>
                  </a:lnTo>
                  <a:lnTo>
                    <a:pt x="7886650" y="3116972"/>
                  </a:lnTo>
                  <a:lnTo>
                    <a:pt x="7884457" y="3116972"/>
                  </a:lnTo>
                  <a:lnTo>
                    <a:pt x="7882263" y="3116972"/>
                  </a:lnTo>
                  <a:lnTo>
                    <a:pt x="7880069" y="3116972"/>
                  </a:lnTo>
                  <a:lnTo>
                    <a:pt x="7877875" y="3116972"/>
                  </a:lnTo>
                  <a:lnTo>
                    <a:pt x="7875681" y="3116972"/>
                  </a:lnTo>
                  <a:lnTo>
                    <a:pt x="7873488" y="3116972"/>
                  </a:lnTo>
                  <a:lnTo>
                    <a:pt x="7871294" y="3116972"/>
                  </a:lnTo>
                  <a:lnTo>
                    <a:pt x="7869100" y="3116972"/>
                  </a:lnTo>
                  <a:lnTo>
                    <a:pt x="7866906" y="3116972"/>
                  </a:lnTo>
                  <a:lnTo>
                    <a:pt x="7864713" y="3116972"/>
                  </a:lnTo>
                  <a:lnTo>
                    <a:pt x="7862519" y="3116972"/>
                  </a:lnTo>
                  <a:lnTo>
                    <a:pt x="7860325" y="3116972"/>
                  </a:lnTo>
                  <a:lnTo>
                    <a:pt x="7858131" y="3116972"/>
                  </a:lnTo>
                  <a:lnTo>
                    <a:pt x="7855937" y="3116972"/>
                  </a:lnTo>
                  <a:lnTo>
                    <a:pt x="7853744" y="3116972"/>
                  </a:lnTo>
                  <a:lnTo>
                    <a:pt x="7851550" y="3116972"/>
                  </a:lnTo>
                  <a:lnTo>
                    <a:pt x="7849356" y="3116972"/>
                  </a:lnTo>
                  <a:lnTo>
                    <a:pt x="7847162" y="3116972"/>
                  </a:lnTo>
                  <a:lnTo>
                    <a:pt x="7844968" y="3116972"/>
                  </a:lnTo>
                  <a:lnTo>
                    <a:pt x="7842775" y="3116972"/>
                  </a:lnTo>
                  <a:lnTo>
                    <a:pt x="7840581" y="3116972"/>
                  </a:lnTo>
                  <a:lnTo>
                    <a:pt x="7838387" y="3116972"/>
                  </a:lnTo>
                  <a:lnTo>
                    <a:pt x="7836193" y="3116972"/>
                  </a:lnTo>
                  <a:lnTo>
                    <a:pt x="7834000" y="3116972"/>
                  </a:lnTo>
                  <a:lnTo>
                    <a:pt x="7831806" y="3116972"/>
                  </a:lnTo>
                  <a:lnTo>
                    <a:pt x="7829612" y="3116972"/>
                  </a:lnTo>
                  <a:lnTo>
                    <a:pt x="7827418" y="3116972"/>
                  </a:lnTo>
                  <a:lnTo>
                    <a:pt x="7825224" y="3116972"/>
                  </a:lnTo>
                  <a:lnTo>
                    <a:pt x="7823031" y="3116972"/>
                  </a:lnTo>
                  <a:lnTo>
                    <a:pt x="7820837" y="3116972"/>
                  </a:lnTo>
                  <a:lnTo>
                    <a:pt x="7818643" y="3116972"/>
                  </a:lnTo>
                  <a:lnTo>
                    <a:pt x="7816449" y="3116972"/>
                  </a:lnTo>
                  <a:lnTo>
                    <a:pt x="7814256" y="3116972"/>
                  </a:lnTo>
                  <a:lnTo>
                    <a:pt x="7812062" y="3116972"/>
                  </a:lnTo>
                  <a:lnTo>
                    <a:pt x="7809868" y="3116972"/>
                  </a:lnTo>
                  <a:lnTo>
                    <a:pt x="7807674" y="3116972"/>
                  </a:lnTo>
                  <a:lnTo>
                    <a:pt x="7805480" y="3116972"/>
                  </a:lnTo>
                  <a:lnTo>
                    <a:pt x="7803287" y="3116972"/>
                  </a:lnTo>
                  <a:lnTo>
                    <a:pt x="7801093" y="3116972"/>
                  </a:lnTo>
                  <a:lnTo>
                    <a:pt x="7798899" y="3116972"/>
                  </a:lnTo>
                  <a:lnTo>
                    <a:pt x="7796705" y="3116972"/>
                  </a:lnTo>
                  <a:lnTo>
                    <a:pt x="7794511" y="3116972"/>
                  </a:lnTo>
                  <a:lnTo>
                    <a:pt x="7792318" y="3116972"/>
                  </a:lnTo>
                  <a:lnTo>
                    <a:pt x="7790124" y="3116972"/>
                  </a:lnTo>
                  <a:lnTo>
                    <a:pt x="7787930" y="3116972"/>
                  </a:lnTo>
                  <a:lnTo>
                    <a:pt x="7785736" y="3116972"/>
                  </a:lnTo>
                  <a:lnTo>
                    <a:pt x="7783543" y="3116972"/>
                  </a:lnTo>
                  <a:lnTo>
                    <a:pt x="7781349" y="3116972"/>
                  </a:lnTo>
                  <a:lnTo>
                    <a:pt x="7779155" y="3116972"/>
                  </a:lnTo>
                  <a:lnTo>
                    <a:pt x="7776961" y="3116972"/>
                  </a:lnTo>
                  <a:lnTo>
                    <a:pt x="7774767" y="3116972"/>
                  </a:lnTo>
                  <a:lnTo>
                    <a:pt x="7772574" y="3116972"/>
                  </a:lnTo>
                  <a:lnTo>
                    <a:pt x="7770380" y="3116972"/>
                  </a:lnTo>
                  <a:lnTo>
                    <a:pt x="7768186" y="3116972"/>
                  </a:lnTo>
                  <a:lnTo>
                    <a:pt x="7765992" y="3116972"/>
                  </a:lnTo>
                  <a:lnTo>
                    <a:pt x="7763798" y="3116972"/>
                  </a:lnTo>
                  <a:lnTo>
                    <a:pt x="7761605" y="3116972"/>
                  </a:lnTo>
                  <a:lnTo>
                    <a:pt x="7759411" y="3116972"/>
                  </a:lnTo>
                  <a:lnTo>
                    <a:pt x="7757217" y="3116972"/>
                  </a:lnTo>
                  <a:lnTo>
                    <a:pt x="7755023" y="3116972"/>
                  </a:lnTo>
                  <a:lnTo>
                    <a:pt x="7752830" y="3116972"/>
                  </a:lnTo>
                  <a:lnTo>
                    <a:pt x="7750636" y="3116972"/>
                  </a:lnTo>
                  <a:lnTo>
                    <a:pt x="7748442" y="3116972"/>
                  </a:lnTo>
                  <a:lnTo>
                    <a:pt x="7746248" y="3116972"/>
                  </a:lnTo>
                  <a:lnTo>
                    <a:pt x="7744054" y="3116972"/>
                  </a:lnTo>
                  <a:lnTo>
                    <a:pt x="7741861" y="3116972"/>
                  </a:lnTo>
                  <a:lnTo>
                    <a:pt x="7739667" y="3116972"/>
                  </a:lnTo>
                  <a:lnTo>
                    <a:pt x="7737473" y="3116972"/>
                  </a:lnTo>
                  <a:lnTo>
                    <a:pt x="7735279" y="3116972"/>
                  </a:lnTo>
                  <a:lnTo>
                    <a:pt x="7733086" y="3116972"/>
                  </a:lnTo>
                  <a:lnTo>
                    <a:pt x="7730892" y="3116972"/>
                  </a:lnTo>
                  <a:lnTo>
                    <a:pt x="7728698" y="3116972"/>
                  </a:lnTo>
                  <a:lnTo>
                    <a:pt x="7726504" y="3116972"/>
                  </a:lnTo>
                  <a:lnTo>
                    <a:pt x="7724310" y="3116972"/>
                  </a:lnTo>
                  <a:lnTo>
                    <a:pt x="7722117" y="3116972"/>
                  </a:lnTo>
                  <a:lnTo>
                    <a:pt x="7719923" y="3116972"/>
                  </a:lnTo>
                  <a:lnTo>
                    <a:pt x="7717729" y="3116972"/>
                  </a:lnTo>
                  <a:lnTo>
                    <a:pt x="7715535" y="3116972"/>
                  </a:lnTo>
                  <a:lnTo>
                    <a:pt x="7713341" y="3116972"/>
                  </a:lnTo>
                  <a:lnTo>
                    <a:pt x="7711148" y="3116972"/>
                  </a:lnTo>
                  <a:lnTo>
                    <a:pt x="7708954" y="3116972"/>
                  </a:lnTo>
                  <a:lnTo>
                    <a:pt x="7706760" y="3116972"/>
                  </a:lnTo>
                  <a:lnTo>
                    <a:pt x="7704566" y="3116972"/>
                  </a:lnTo>
                  <a:lnTo>
                    <a:pt x="7702373" y="3116972"/>
                  </a:lnTo>
                  <a:lnTo>
                    <a:pt x="7700179" y="3116972"/>
                  </a:lnTo>
                  <a:lnTo>
                    <a:pt x="7697985" y="3116972"/>
                  </a:lnTo>
                  <a:lnTo>
                    <a:pt x="7695791" y="3116972"/>
                  </a:lnTo>
                  <a:lnTo>
                    <a:pt x="7693597" y="3116972"/>
                  </a:lnTo>
                  <a:lnTo>
                    <a:pt x="7691404" y="3116972"/>
                  </a:lnTo>
                  <a:lnTo>
                    <a:pt x="7689210" y="3116972"/>
                  </a:lnTo>
                  <a:lnTo>
                    <a:pt x="7687016" y="3116972"/>
                  </a:lnTo>
                  <a:lnTo>
                    <a:pt x="7684822" y="3116972"/>
                  </a:lnTo>
                  <a:lnTo>
                    <a:pt x="7682629" y="3116972"/>
                  </a:lnTo>
                  <a:lnTo>
                    <a:pt x="7680435" y="3116972"/>
                  </a:lnTo>
                  <a:lnTo>
                    <a:pt x="7678241" y="3116972"/>
                  </a:lnTo>
                  <a:lnTo>
                    <a:pt x="7676047" y="3116972"/>
                  </a:lnTo>
                  <a:lnTo>
                    <a:pt x="7673853" y="3116972"/>
                  </a:lnTo>
                  <a:lnTo>
                    <a:pt x="7671660" y="3116972"/>
                  </a:lnTo>
                  <a:lnTo>
                    <a:pt x="7669466" y="3116972"/>
                  </a:lnTo>
                  <a:lnTo>
                    <a:pt x="7667272" y="3116972"/>
                  </a:lnTo>
                  <a:lnTo>
                    <a:pt x="7665078" y="3116972"/>
                  </a:lnTo>
                  <a:lnTo>
                    <a:pt x="7662884" y="3116972"/>
                  </a:lnTo>
                  <a:lnTo>
                    <a:pt x="7660691" y="3116972"/>
                  </a:lnTo>
                  <a:lnTo>
                    <a:pt x="7658497" y="3116972"/>
                  </a:lnTo>
                  <a:lnTo>
                    <a:pt x="7656303" y="3116972"/>
                  </a:lnTo>
                  <a:lnTo>
                    <a:pt x="7654109" y="3116972"/>
                  </a:lnTo>
                  <a:lnTo>
                    <a:pt x="7651916" y="3116972"/>
                  </a:lnTo>
                  <a:lnTo>
                    <a:pt x="7649722" y="3116972"/>
                  </a:lnTo>
                  <a:lnTo>
                    <a:pt x="7647528" y="3116972"/>
                  </a:lnTo>
                  <a:lnTo>
                    <a:pt x="7645334" y="3116972"/>
                  </a:lnTo>
                  <a:lnTo>
                    <a:pt x="7643140" y="3116972"/>
                  </a:lnTo>
                  <a:lnTo>
                    <a:pt x="7640947" y="3116972"/>
                  </a:lnTo>
                  <a:lnTo>
                    <a:pt x="7638753" y="3116972"/>
                  </a:lnTo>
                  <a:lnTo>
                    <a:pt x="7636559" y="3116972"/>
                  </a:lnTo>
                  <a:lnTo>
                    <a:pt x="7634365" y="3116972"/>
                  </a:lnTo>
                  <a:lnTo>
                    <a:pt x="7632171" y="3116972"/>
                  </a:lnTo>
                  <a:lnTo>
                    <a:pt x="7629978" y="3116972"/>
                  </a:lnTo>
                  <a:lnTo>
                    <a:pt x="7627784" y="3116972"/>
                  </a:lnTo>
                  <a:lnTo>
                    <a:pt x="7625590" y="3116972"/>
                  </a:lnTo>
                  <a:lnTo>
                    <a:pt x="7623396" y="3116972"/>
                  </a:lnTo>
                  <a:lnTo>
                    <a:pt x="7621203" y="3116972"/>
                  </a:lnTo>
                  <a:lnTo>
                    <a:pt x="7619009" y="3116972"/>
                  </a:lnTo>
                  <a:lnTo>
                    <a:pt x="7616815" y="3116972"/>
                  </a:lnTo>
                  <a:lnTo>
                    <a:pt x="7614621" y="3116972"/>
                  </a:lnTo>
                  <a:lnTo>
                    <a:pt x="7612427" y="3116972"/>
                  </a:lnTo>
                  <a:lnTo>
                    <a:pt x="7610234" y="3116972"/>
                  </a:lnTo>
                  <a:lnTo>
                    <a:pt x="7608040" y="3116972"/>
                  </a:lnTo>
                  <a:lnTo>
                    <a:pt x="7605846" y="3116972"/>
                  </a:lnTo>
                  <a:lnTo>
                    <a:pt x="7603652" y="3116972"/>
                  </a:lnTo>
                  <a:lnTo>
                    <a:pt x="7601459" y="3116972"/>
                  </a:lnTo>
                  <a:lnTo>
                    <a:pt x="7599265" y="3116972"/>
                  </a:lnTo>
                  <a:lnTo>
                    <a:pt x="7597071" y="3116972"/>
                  </a:lnTo>
                  <a:lnTo>
                    <a:pt x="7594877" y="3116972"/>
                  </a:lnTo>
                  <a:lnTo>
                    <a:pt x="7592683" y="3116972"/>
                  </a:lnTo>
                  <a:lnTo>
                    <a:pt x="7590490" y="3116972"/>
                  </a:lnTo>
                  <a:lnTo>
                    <a:pt x="7588296" y="3116972"/>
                  </a:lnTo>
                  <a:lnTo>
                    <a:pt x="7586102" y="3116972"/>
                  </a:lnTo>
                  <a:lnTo>
                    <a:pt x="7583908" y="3116972"/>
                  </a:lnTo>
                  <a:lnTo>
                    <a:pt x="7581714" y="3116972"/>
                  </a:lnTo>
                  <a:lnTo>
                    <a:pt x="7579521" y="3116972"/>
                  </a:lnTo>
                  <a:lnTo>
                    <a:pt x="7577327" y="3116972"/>
                  </a:lnTo>
                  <a:lnTo>
                    <a:pt x="7575133" y="3116972"/>
                  </a:lnTo>
                  <a:lnTo>
                    <a:pt x="7572939" y="3116972"/>
                  </a:lnTo>
                  <a:lnTo>
                    <a:pt x="7570746" y="3116972"/>
                  </a:lnTo>
                  <a:lnTo>
                    <a:pt x="7568552" y="3116972"/>
                  </a:lnTo>
                  <a:lnTo>
                    <a:pt x="7566358" y="3116972"/>
                  </a:lnTo>
                  <a:lnTo>
                    <a:pt x="7564164" y="3116972"/>
                  </a:lnTo>
                  <a:lnTo>
                    <a:pt x="7561970" y="3116972"/>
                  </a:lnTo>
                  <a:lnTo>
                    <a:pt x="7559777" y="3116972"/>
                  </a:lnTo>
                  <a:lnTo>
                    <a:pt x="7557583" y="3116972"/>
                  </a:lnTo>
                  <a:lnTo>
                    <a:pt x="7555389" y="3116972"/>
                  </a:lnTo>
                  <a:lnTo>
                    <a:pt x="7553195" y="3116972"/>
                  </a:lnTo>
                  <a:lnTo>
                    <a:pt x="7551002" y="3116972"/>
                  </a:lnTo>
                  <a:lnTo>
                    <a:pt x="7548808" y="3116972"/>
                  </a:lnTo>
                  <a:lnTo>
                    <a:pt x="7546614" y="3116972"/>
                  </a:lnTo>
                  <a:lnTo>
                    <a:pt x="7544420" y="3116972"/>
                  </a:lnTo>
                  <a:lnTo>
                    <a:pt x="7542226" y="3116972"/>
                  </a:lnTo>
                  <a:lnTo>
                    <a:pt x="7540033" y="3116972"/>
                  </a:lnTo>
                  <a:lnTo>
                    <a:pt x="7537839" y="3116972"/>
                  </a:lnTo>
                  <a:lnTo>
                    <a:pt x="7535645" y="3116972"/>
                  </a:lnTo>
                  <a:lnTo>
                    <a:pt x="7533451" y="3116972"/>
                  </a:lnTo>
                  <a:lnTo>
                    <a:pt x="7531257" y="3116972"/>
                  </a:lnTo>
                  <a:lnTo>
                    <a:pt x="7529064" y="3116972"/>
                  </a:lnTo>
                  <a:lnTo>
                    <a:pt x="7526870" y="3116972"/>
                  </a:lnTo>
                  <a:lnTo>
                    <a:pt x="7524676" y="3116972"/>
                  </a:lnTo>
                  <a:lnTo>
                    <a:pt x="7522482" y="3116972"/>
                  </a:lnTo>
                  <a:lnTo>
                    <a:pt x="7520289" y="3116972"/>
                  </a:lnTo>
                  <a:lnTo>
                    <a:pt x="7518095" y="3116972"/>
                  </a:lnTo>
                  <a:lnTo>
                    <a:pt x="7515901" y="3116972"/>
                  </a:lnTo>
                  <a:lnTo>
                    <a:pt x="7513707" y="3116972"/>
                  </a:lnTo>
                  <a:lnTo>
                    <a:pt x="7511513" y="3116972"/>
                  </a:lnTo>
                  <a:lnTo>
                    <a:pt x="7509320" y="3116972"/>
                  </a:lnTo>
                  <a:lnTo>
                    <a:pt x="7507126" y="3116972"/>
                  </a:lnTo>
                  <a:lnTo>
                    <a:pt x="7504932" y="3116972"/>
                  </a:lnTo>
                  <a:lnTo>
                    <a:pt x="7502738" y="3116972"/>
                  </a:lnTo>
                  <a:lnTo>
                    <a:pt x="7500545" y="3116972"/>
                  </a:lnTo>
                  <a:lnTo>
                    <a:pt x="7498351" y="3116972"/>
                  </a:lnTo>
                  <a:lnTo>
                    <a:pt x="7496157" y="3116972"/>
                  </a:lnTo>
                  <a:lnTo>
                    <a:pt x="7493963" y="3116972"/>
                  </a:lnTo>
                  <a:lnTo>
                    <a:pt x="7491769" y="3116972"/>
                  </a:lnTo>
                  <a:lnTo>
                    <a:pt x="7489576" y="3116972"/>
                  </a:lnTo>
                  <a:lnTo>
                    <a:pt x="7487382" y="3116972"/>
                  </a:lnTo>
                  <a:lnTo>
                    <a:pt x="7485188" y="3116972"/>
                  </a:lnTo>
                  <a:lnTo>
                    <a:pt x="7482994" y="3116972"/>
                  </a:lnTo>
                  <a:lnTo>
                    <a:pt x="7480800" y="3116972"/>
                  </a:lnTo>
                  <a:lnTo>
                    <a:pt x="7478607" y="3116972"/>
                  </a:lnTo>
                  <a:lnTo>
                    <a:pt x="7476413" y="3116972"/>
                  </a:lnTo>
                  <a:lnTo>
                    <a:pt x="7474219" y="3116972"/>
                  </a:lnTo>
                  <a:lnTo>
                    <a:pt x="7472025" y="3116972"/>
                  </a:lnTo>
                  <a:lnTo>
                    <a:pt x="7469832" y="3116972"/>
                  </a:lnTo>
                  <a:lnTo>
                    <a:pt x="7467638" y="3116972"/>
                  </a:lnTo>
                  <a:lnTo>
                    <a:pt x="7465444" y="3116972"/>
                  </a:lnTo>
                  <a:lnTo>
                    <a:pt x="7463250" y="3116972"/>
                  </a:lnTo>
                  <a:lnTo>
                    <a:pt x="7461056" y="3116972"/>
                  </a:lnTo>
                  <a:lnTo>
                    <a:pt x="7458863" y="3116972"/>
                  </a:lnTo>
                  <a:lnTo>
                    <a:pt x="7456669" y="3116972"/>
                  </a:lnTo>
                  <a:lnTo>
                    <a:pt x="7454475" y="3116972"/>
                  </a:lnTo>
                  <a:lnTo>
                    <a:pt x="7452281" y="3116972"/>
                  </a:lnTo>
                  <a:lnTo>
                    <a:pt x="7450087" y="3116972"/>
                  </a:lnTo>
                  <a:lnTo>
                    <a:pt x="7447894" y="3116972"/>
                  </a:lnTo>
                  <a:lnTo>
                    <a:pt x="7445700" y="3116972"/>
                  </a:lnTo>
                  <a:lnTo>
                    <a:pt x="7443506" y="3116972"/>
                  </a:lnTo>
                  <a:lnTo>
                    <a:pt x="7441312" y="3116972"/>
                  </a:lnTo>
                  <a:lnTo>
                    <a:pt x="7439119" y="3116972"/>
                  </a:lnTo>
                  <a:lnTo>
                    <a:pt x="7436925" y="3116972"/>
                  </a:lnTo>
                  <a:lnTo>
                    <a:pt x="7434731" y="3116972"/>
                  </a:lnTo>
                  <a:lnTo>
                    <a:pt x="7432537" y="3116972"/>
                  </a:lnTo>
                  <a:lnTo>
                    <a:pt x="7430343" y="3116972"/>
                  </a:lnTo>
                  <a:lnTo>
                    <a:pt x="7428150" y="3116972"/>
                  </a:lnTo>
                  <a:lnTo>
                    <a:pt x="7425956" y="3116972"/>
                  </a:lnTo>
                  <a:lnTo>
                    <a:pt x="7423762" y="3116972"/>
                  </a:lnTo>
                  <a:lnTo>
                    <a:pt x="7421568" y="3116972"/>
                  </a:lnTo>
                  <a:lnTo>
                    <a:pt x="7419375" y="3116972"/>
                  </a:lnTo>
                  <a:lnTo>
                    <a:pt x="7417181" y="3116972"/>
                  </a:lnTo>
                  <a:lnTo>
                    <a:pt x="7414987" y="3116972"/>
                  </a:lnTo>
                  <a:lnTo>
                    <a:pt x="7412793" y="3116972"/>
                  </a:lnTo>
                  <a:lnTo>
                    <a:pt x="7410599" y="3116972"/>
                  </a:lnTo>
                  <a:lnTo>
                    <a:pt x="7408406" y="3116972"/>
                  </a:lnTo>
                  <a:lnTo>
                    <a:pt x="7406212" y="3116972"/>
                  </a:lnTo>
                  <a:lnTo>
                    <a:pt x="7404018" y="3116972"/>
                  </a:lnTo>
                  <a:lnTo>
                    <a:pt x="7401824" y="3116972"/>
                  </a:lnTo>
                  <a:lnTo>
                    <a:pt x="7399630" y="3116972"/>
                  </a:lnTo>
                  <a:lnTo>
                    <a:pt x="7397437" y="3116972"/>
                  </a:lnTo>
                  <a:lnTo>
                    <a:pt x="7395243" y="3116972"/>
                  </a:lnTo>
                  <a:lnTo>
                    <a:pt x="7393049" y="3116972"/>
                  </a:lnTo>
                  <a:lnTo>
                    <a:pt x="7390855" y="3116972"/>
                  </a:lnTo>
                  <a:lnTo>
                    <a:pt x="7388662" y="3116972"/>
                  </a:lnTo>
                  <a:lnTo>
                    <a:pt x="7386468" y="3116972"/>
                  </a:lnTo>
                  <a:lnTo>
                    <a:pt x="7384274" y="3116972"/>
                  </a:lnTo>
                  <a:lnTo>
                    <a:pt x="7382080" y="3116972"/>
                  </a:lnTo>
                  <a:lnTo>
                    <a:pt x="7379886" y="3116972"/>
                  </a:lnTo>
                  <a:lnTo>
                    <a:pt x="7377693" y="3116972"/>
                  </a:lnTo>
                  <a:lnTo>
                    <a:pt x="7375499" y="3116972"/>
                  </a:lnTo>
                  <a:lnTo>
                    <a:pt x="7373305" y="3116972"/>
                  </a:lnTo>
                  <a:lnTo>
                    <a:pt x="7371111" y="3116972"/>
                  </a:lnTo>
                  <a:lnTo>
                    <a:pt x="7368918" y="3116972"/>
                  </a:lnTo>
                  <a:lnTo>
                    <a:pt x="7366724" y="3116972"/>
                  </a:lnTo>
                  <a:lnTo>
                    <a:pt x="7364530" y="3116972"/>
                  </a:lnTo>
                  <a:lnTo>
                    <a:pt x="7362336" y="3116972"/>
                  </a:lnTo>
                  <a:lnTo>
                    <a:pt x="7360142" y="3116972"/>
                  </a:lnTo>
                  <a:lnTo>
                    <a:pt x="7357949" y="3116972"/>
                  </a:lnTo>
                  <a:lnTo>
                    <a:pt x="7355755" y="3116972"/>
                  </a:lnTo>
                  <a:lnTo>
                    <a:pt x="7353561" y="3116972"/>
                  </a:lnTo>
                  <a:lnTo>
                    <a:pt x="7351367" y="3116972"/>
                  </a:lnTo>
                  <a:lnTo>
                    <a:pt x="7349173" y="3116972"/>
                  </a:lnTo>
                  <a:lnTo>
                    <a:pt x="7346980" y="3116972"/>
                  </a:lnTo>
                  <a:lnTo>
                    <a:pt x="7344786" y="3116972"/>
                  </a:lnTo>
                  <a:lnTo>
                    <a:pt x="7342592" y="3116972"/>
                  </a:lnTo>
                  <a:lnTo>
                    <a:pt x="7340398" y="3116972"/>
                  </a:lnTo>
                  <a:lnTo>
                    <a:pt x="7338205" y="3116972"/>
                  </a:lnTo>
                  <a:lnTo>
                    <a:pt x="7336011" y="3116972"/>
                  </a:lnTo>
                  <a:lnTo>
                    <a:pt x="7333817" y="3116972"/>
                  </a:lnTo>
                  <a:lnTo>
                    <a:pt x="7331623" y="3116972"/>
                  </a:lnTo>
                  <a:lnTo>
                    <a:pt x="7329429" y="3116972"/>
                  </a:lnTo>
                  <a:lnTo>
                    <a:pt x="7327236" y="3116972"/>
                  </a:lnTo>
                  <a:lnTo>
                    <a:pt x="7325042" y="3116972"/>
                  </a:lnTo>
                  <a:lnTo>
                    <a:pt x="7322848" y="3116972"/>
                  </a:lnTo>
                  <a:lnTo>
                    <a:pt x="7320654" y="3116972"/>
                  </a:lnTo>
                  <a:lnTo>
                    <a:pt x="7318460" y="3116972"/>
                  </a:lnTo>
                  <a:lnTo>
                    <a:pt x="7316267" y="3116972"/>
                  </a:lnTo>
                  <a:lnTo>
                    <a:pt x="7314073" y="3116972"/>
                  </a:lnTo>
                  <a:lnTo>
                    <a:pt x="7311879" y="3116972"/>
                  </a:lnTo>
                  <a:lnTo>
                    <a:pt x="7309685" y="3116972"/>
                  </a:lnTo>
                  <a:lnTo>
                    <a:pt x="7307492" y="3116972"/>
                  </a:lnTo>
                  <a:lnTo>
                    <a:pt x="7305298" y="3116972"/>
                  </a:lnTo>
                  <a:lnTo>
                    <a:pt x="7303104" y="3116972"/>
                  </a:lnTo>
                  <a:lnTo>
                    <a:pt x="7300910" y="3116972"/>
                  </a:lnTo>
                  <a:lnTo>
                    <a:pt x="7298716" y="3116972"/>
                  </a:lnTo>
                  <a:lnTo>
                    <a:pt x="7296523" y="3116972"/>
                  </a:lnTo>
                  <a:lnTo>
                    <a:pt x="7294329" y="3116972"/>
                  </a:lnTo>
                  <a:lnTo>
                    <a:pt x="7292135" y="3116972"/>
                  </a:lnTo>
                  <a:lnTo>
                    <a:pt x="7289941" y="3116972"/>
                  </a:lnTo>
                  <a:lnTo>
                    <a:pt x="7287748" y="3116972"/>
                  </a:lnTo>
                  <a:lnTo>
                    <a:pt x="7285554" y="3116972"/>
                  </a:lnTo>
                  <a:lnTo>
                    <a:pt x="7283360" y="3116972"/>
                  </a:lnTo>
                  <a:lnTo>
                    <a:pt x="7281166" y="3116972"/>
                  </a:lnTo>
                  <a:lnTo>
                    <a:pt x="7278972" y="3116972"/>
                  </a:lnTo>
                  <a:lnTo>
                    <a:pt x="7276779" y="3116972"/>
                  </a:lnTo>
                  <a:lnTo>
                    <a:pt x="7274585" y="3116972"/>
                  </a:lnTo>
                  <a:lnTo>
                    <a:pt x="7272391" y="3116972"/>
                  </a:lnTo>
                  <a:lnTo>
                    <a:pt x="7270197" y="3116972"/>
                  </a:lnTo>
                  <a:lnTo>
                    <a:pt x="7268003" y="3116972"/>
                  </a:lnTo>
                  <a:lnTo>
                    <a:pt x="7265810" y="3116972"/>
                  </a:lnTo>
                  <a:lnTo>
                    <a:pt x="7263616" y="3116972"/>
                  </a:lnTo>
                  <a:lnTo>
                    <a:pt x="7261422" y="3116972"/>
                  </a:lnTo>
                  <a:lnTo>
                    <a:pt x="7259228" y="3116972"/>
                  </a:lnTo>
                  <a:lnTo>
                    <a:pt x="7257035" y="3116972"/>
                  </a:lnTo>
                  <a:lnTo>
                    <a:pt x="7254841" y="3116972"/>
                  </a:lnTo>
                  <a:lnTo>
                    <a:pt x="7252647" y="3116972"/>
                  </a:lnTo>
                  <a:lnTo>
                    <a:pt x="7250453" y="3116972"/>
                  </a:lnTo>
                  <a:lnTo>
                    <a:pt x="7248259" y="3116972"/>
                  </a:lnTo>
                  <a:lnTo>
                    <a:pt x="7246066" y="3116972"/>
                  </a:lnTo>
                  <a:lnTo>
                    <a:pt x="7243872" y="3116972"/>
                  </a:lnTo>
                  <a:lnTo>
                    <a:pt x="7241678" y="3116972"/>
                  </a:lnTo>
                  <a:lnTo>
                    <a:pt x="7239484" y="3116972"/>
                  </a:lnTo>
                  <a:lnTo>
                    <a:pt x="7237291" y="3116972"/>
                  </a:lnTo>
                  <a:lnTo>
                    <a:pt x="7235097" y="3116972"/>
                  </a:lnTo>
                  <a:lnTo>
                    <a:pt x="7232903" y="3116972"/>
                  </a:lnTo>
                  <a:lnTo>
                    <a:pt x="7230709" y="3116972"/>
                  </a:lnTo>
                  <a:lnTo>
                    <a:pt x="7228515" y="3116972"/>
                  </a:lnTo>
                  <a:lnTo>
                    <a:pt x="7226322" y="3116972"/>
                  </a:lnTo>
                  <a:lnTo>
                    <a:pt x="7224128" y="3116972"/>
                  </a:lnTo>
                  <a:lnTo>
                    <a:pt x="7221934" y="3116972"/>
                  </a:lnTo>
                  <a:lnTo>
                    <a:pt x="7219740" y="3116972"/>
                  </a:lnTo>
                  <a:lnTo>
                    <a:pt x="7217546" y="3116972"/>
                  </a:lnTo>
                  <a:lnTo>
                    <a:pt x="7215353" y="3116972"/>
                  </a:lnTo>
                  <a:lnTo>
                    <a:pt x="7213159" y="3116972"/>
                  </a:lnTo>
                  <a:lnTo>
                    <a:pt x="7210965" y="3116972"/>
                  </a:lnTo>
                  <a:lnTo>
                    <a:pt x="7208771" y="3116972"/>
                  </a:lnTo>
                  <a:lnTo>
                    <a:pt x="7206578" y="3116972"/>
                  </a:lnTo>
                  <a:lnTo>
                    <a:pt x="7204384" y="3116972"/>
                  </a:lnTo>
                  <a:lnTo>
                    <a:pt x="7202190" y="3116972"/>
                  </a:lnTo>
                  <a:lnTo>
                    <a:pt x="7199996" y="3116972"/>
                  </a:lnTo>
                  <a:lnTo>
                    <a:pt x="7197802" y="3116972"/>
                  </a:lnTo>
                  <a:lnTo>
                    <a:pt x="7195609" y="3116972"/>
                  </a:lnTo>
                  <a:lnTo>
                    <a:pt x="7193415" y="3116972"/>
                  </a:lnTo>
                  <a:lnTo>
                    <a:pt x="7191221" y="3116972"/>
                  </a:lnTo>
                  <a:lnTo>
                    <a:pt x="7189027" y="3116972"/>
                  </a:lnTo>
                  <a:lnTo>
                    <a:pt x="7186833" y="3116972"/>
                  </a:lnTo>
                  <a:lnTo>
                    <a:pt x="7184640" y="3116972"/>
                  </a:lnTo>
                  <a:lnTo>
                    <a:pt x="7182446" y="3116972"/>
                  </a:lnTo>
                  <a:lnTo>
                    <a:pt x="7180252" y="3116972"/>
                  </a:lnTo>
                  <a:lnTo>
                    <a:pt x="7178058" y="3116972"/>
                  </a:lnTo>
                  <a:lnTo>
                    <a:pt x="7175865" y="3116972"/>
                  </a:lnTo>
                  <a:lnTo>
                    <a:pt x="7173671" y="3116972"/>
                  </a:lnTo>
                  <a:lnTo>
                    <a:pt x="7171477" y="3116972"/>
                  </a:lnTo>
                  <a:lnTo>
                    <a:pt x="7169283" y="3116972"/>
                  </a:lnTo>
                  <a:lnTo>
                    <a:pt x="7167089" y="3116972"/>
                  </a:lnTo>
                  <a:lnTo>
                    <a:pt x="7164896" y="3116972"/>
                  </a:lnTo>
                  <a:lnTo>
                    <a:pt x="7162702" y="3116972"/>
                  </a:lnTo>
                  <a:lnTo>
                    <a:pt x="7160508" y="3116972"/>
                  </a:lnTo>
                  <a:lnTo>
                    <a:pt x="7158314" y="3116972"/>
                  </a:lnTo>
                  <a:lnTo>
                    <a:pt x="7156121" y="3116972"/>
                  </a:lnTo>
                  <a:lnTo>
                    <a:pt x="7153927" y="3116972"/>
                  </a:lnTo>
                  <a:lnTo>
                    <a:pt x="7151733" y="3116972"/>
                  </a:lnTo>
                  <a:lnTo>
                    <a:pt x="7149539" y="3116972"/>
                  </a:lnTo>
                  <a:lnTo>
                    <a:pt x="7147345" y="3116972"/>
                  </a:lnTo>
                  <a:lnTo>
                    <a:pt x="7145152" y="3116972"/>
                  </a:lnTo>
                  <a:lnTo>
                    <a:pt x="7142958" y="3116972"/>
                  </a:lnTo>
                  <a:lnTo>
                    <a:pt x="7140764" y="3116972"/>
                  </a:lnTo>
                  <a:lnTo>
                    <a:pt x="7138570" y="3116972"/>
                  </a:lnTo>
                  <a:lnTo>
                    <a:pt x="7136376" y="3116972"/>
                  </a:lnTo>
                  <a:lnTo>
                    <a:pt x="7134183" y="3116972"/>
                  </a:lnTo>
                  <a:lnTo>
                    <a:pt x="7131989" y="3116972"/>
                  </a:lnTo>
                  <a:lnTo>
                    <a:pt x="7129795" y="3116972"/>
                  </a:lnTo>
                  <a:lnTo>
                    <a:pt x="7127601" y="3116972"/>
                  </a:lnTo>
                  <a:lnTo>
                    <a:pt x="7125408" y="3116972"/>
                  </a:lnTo>
                  <a:lnTo>
                    <a:pt x="7123214" y="3116972"/>
                  </a:lnTo>
                  <a:lnTo>
                    <a:pt x="7121020" y="3116972"/>
                  </a:lnTo>
                  <a:lnTo>
                    <a:pt x="7118826" y="3116972"/>
                  </a:lnTo>
                  <a:lnTo>
                    <a:pt x="7116632" y="3116972"/>
                  </a:lnTo>
                  <a:lnTo>
                    <a:pt x="7114439" y="3116972"/>
                  </a:lnTo>
                  <a:lnTo>
                    <a:pt x="7112245" y="3116972"/>
                  </a:lnTo>
                  <a:lnTo>
                    <a:pt x="7110051" y="3116972"/>
                  </a:lnTo>
                  <a:lnTo>
                    <a:pt x="7107857" y="3116972"/>
                  </a:lnTo>
                  <a:lnTo>
                    <a:pt x="7105664" y="3116972"/>
                  </a:lnTo>
                  <a:lnTo>
                    <a:pt x="7103470" y="3116972"/>
                  </a:lnTo>
                  <a:lnTo>
                    <a:pt x="7101276" y="3116972"/>
                  </a:lnTo>
                  <a:lnTo>
                    <a:pt x="7099082" y="3116972"/>
                  </a:lnTo>
                  <a:lnTo>
                    <a:pt x="7096888" y="3116972"/>
                  </a:lnTo>
                  <a:lnTo>
                    <a:pt x="7094695" y="3116972"/>
                  </a:lnTo>
                  <a:lnTo>
                    <a:pt x="7092501" y="3116972"/>
                  </a:lnTo>
                  <a:lnTo>
                    <a:pt x="7090307" y="3116972"/>
                  </a:lnTo>
                  <a:lnTo>
                    <a:pt x="7088113" y="3116972"/>
                  </a:lnTo>
                  <a:lnTo>
                    <a:pt x="7085919" y="3116972"/>
                  </a:lnTo>
                  <a:lnTo>
                    <a:pt x="7083726" y="3116972"/>
                  </a:lnTo>
                  <a:lnTo>
                    <a:pt x="7081532" y="3116972"/>
                  </a:lnTo>
                  <a:lnTo>
                    <a:pt x="7079338" y="3116972"/>
                  </a:lnTo>
                  <a:lnTo>
                    <a:pt x="7077144" y="3116972"/>
                  </a:lnTo>
                  <a:lnTo>
                    <a:pt x="7074951" y="3116972"/>
                  </a:lnTo>
                  <a:lnTo>
                    <a:pt x="7072757" y="3116972"/>
                  </a:lnTo>
                  <a:lnTo>
                    <a:pt x="7070563" y="3116972"/>
                  </a:lnTo>
                  <a:lnTo>
                    <a:pt x="7068369" y="3116972"/>
                  </a:lnTo>
                  <a:lnTo>
                    <a:pt x="7066175" y="3116972"/>
                  </a:lnTo>
                  <a:lnTo>
                    <a:pt x="7063982" y="3116972"/>
                  </a:lnTo>
                  <a:lnTo>
                    <a:pt x="7061788" y="3116972"/>
                  </a:lnTo>
                  <a:lnTo>
                    <a:pt x="7059594" y="3116972"/>
                  </a:lnTo>
                  <a:lnTo>
                    <a:pt x="7057400" y="3116972"/>
                  </a:lnTo>
                  <a:lnTo>
                    <a:pt x="7055206" y="3116972"/>
                  </a:lnTo>
                  <a:lnTo>
                    <a:pt x="7053013" y="3116972"/>
                  </a:lnTo>
                  <a:lnTo>
                    <a:pt x="7050819" y="3116972"/>
                  </a:lnTo>
                  <a:lnTo>
                    <a:pt x="7048625" y="3116972"/>
                  </a:lnTo>
                  <a:lnTo>
                    <a:pt x="7046431" y="3116972"/>
                  </a:lnTo>
                  <a:lnTo>
                    <a:pt x="7044238" y="3116972"/>
                  </a:lnTo>
                  <a:lnTo>
                    <a:pt x="7042044" y="3116972"/>
                  </a:lnTo>
                  <a:lnTo>
                    <a:pt x="7039850" y="3116972"/>
                  </a:lnTo>
                  <a:lnTo>
                    <a:pt x="7037656" y="3116972"/>
                  </a:lnTo>
                  <a:lnTo>
                    <a:pt x="7035462" y="3116972"/>
                  </a:lnTo>
                  <a:lnTo>
                    <a:pt x="7033269" y="3116972"/>
                  </a:lnTo>
                  <a:lnTo>
                    <a:pt x="7031075" y="3116972"/>
                  </a:lnTo>
                  <a:lnTo>
                    <a:pt x="7028881" y="3116972"/>
                  </a:lnTo>
                  <a:lnTo>
                    <a:pt x="7026687" y="3116972"/>
                  </a:lnTo>
                  <a:lnTo>
                    <a:pt x="7024494" y="3116972"/>
                  </a:lnTo>
                  <a:lnTo>
                    <a:pt x="7022300" y="3116972"/>
                  </a:lnTo>
                  <a:lnTo>
                    <a:pt x="7020106" y="3116972"/>
                  </a:lnTo>
                  <a:lnTo>
                    <a:pt x="7017912" y="3116972"/>
                  </a:lnTo>
                  <a:lnTo>
                    <a:pt x="7015718" y="3116972"/>
                  </a:lnTo>
                  <a:lnTo>
                    <a:pt x="7013525" y="3116972"/>
                  </a:lnTo>
                  <a:lnTo>
                    <a:pt x="7011331" y="3116972"/>
                  </a:lnTo>
                  <a:lnTo>
                    <a:pt x="7009137" y="3116972"/>
                  </a:lnTo>
                  <a:lnTo>
                    <a:pt x="7006943" y="3116972"/>
                  </a:lnTo>
                  <a:lnTo>
                    <a:pt x="7004749" y="3116972"/>
                  </a:lnTo>
                  <a:lnTo>
                    <a:pt x="7002556" y="3116972"/>
                  </a:lnTo>
                  <a:lnTo>
                    <a:pt x="7000362" y="3116972"/>
                  </a:lnTo>
                  <a:lnTo>
                    <a:pt x="6998168" y="3116972"/>
                  </a:lnTo>
                  <a:lnTo>
                    <a:pt x="6995974" y="3116972"/>
                  </a:lnTo>
                  <a:lnTo>
                    <a:pt x="6993781" y="3116972"/>
                  </a:lnTo>
                  <a:lnTo>
                    <a:pt x="6991587" y="3116972"/>
                  </a:lnTo>
                  <a:lnTo>
                    <a:pt x="6989393" y="3116972"/>
                  </a:lnTo>
                  <a:lnTo>
                    <a:pt x="6987199" y="3116972"/>
                  </a:lnTo>
                  <a:lnTo>
                    <a:pt x="6985005" y="3116972"/>
                  </a:lnTo>
                  <a:lnTo>
                    <a:pt x="6982812" y="3116972"/>
                  </a:lnTo>
                  <a:lnTo>
                    <a:pt x="6980618" y="3116972"/>
                  </a:lnTo>
                  <a:lnTo>
                    <a:pt x="6978424" y="3116972"/>
                  </a:lnTo>
                  <a:lnTo>
                    <a:pt x="6976230" y="3116972"/>
                  </a:lnTo>
                  <a:lnTo>
                    <a:pt x="6974037" y="3116972"/>
                  </a:lnTo>
                  <a:lnTo>
                    <a:pt x="6971843" y="3116972"/>
                  </a:lnTo>
                  <a:lnTo>
                    <a:pt x="6969649" y="3116972"/>
                  </a:lnTo>
                  <a:lnTo>
                    <a:pt x="6967455" y="3116972"/>
                  </a:lnTo>
                  <a:lnTo>
                    <a:pt x="6965261" y="3116972"/>
                  </a:lnTo>
                  <a:lnTo>
                    <a:pt x="6963068" y="3116972"/>
                  </a:lnTo>
                  <a:lnTo>
                    <a:pt x="6960874" y="3116972"/>
                  </a:lnTo>
                  <a:lnTo>
                    <a:pt x="6958680" y="3116972"/>
                  </a:lnTo>
                  <a:lnTo>
                    <a:pt x="6956486" y="3116972"/>
                  </a:lnTo>
                  <a:lnTo>
                    <a:pt x="6954292" y="3116972"/>
                  </a:lnTo>
                  <a:lnTo>
                    <a:pt x="6952099" y="3116972"/>
                  </a:lnTo>
                  <a:lnTo>
                    <a:pt x="6949905" y="3116972"/>
                  </a:lnTo>
                  <a:lnTo>
                    <a:pt x="6947711" y="3116972"/>
                  </a:lnTo>
                  <a:lnTo>
                    <a:pt x="6945517" y="3116972"/>
                  </a:lnTo>
                  <a:lnTo>
                    <a:pt x="6943324" y="3116972"/>
                  </a:lnTo>
                  <a:lnTo>
                    <a:pt x="6941130" y="3116972"/>
                  </a:lnTo>
                  <a:lnTo>
                    <a:pt x="6938936" y="3116972"/>
                  </a:lnTo>
                  <a:lnTo>
                    <a:pt x="6936742" y="3116972"/>
                  </a:lnTo>
                  <a:lnTo>
                    <a:pt x="6934548" y="3116972"/>
                  </a:lnTo>
                  <a:lnTo>
                    <a:pt x="6932355" y="3116972"/>
                  </a:lnTo>
                  <a:lnTo>
                    <a:pt x="6930161" y="3116972"/>
                  </a:lnTo>
                  <a:lnTo>
                    <a:pt x="6927967" y="3116972"/>
                  </a:lnTo>
                  <a:lnTo>
                    <a:pt x="6925773" y="3116972"/>
                  </a:lnTo>
                  <a:lnTo>
                    <a:pt x="6923580" y="3116972"/>
                  </a:lnTo>
                  <a:lnTo>
                    <a:pt x="6921386" y="3116972"/>
                  </a:lnTo>
                  <a:lnTo>
                    <a:pt x="6919192" y="3116972"/>
                  </a:lnTo>
                  <a:lnTo>
                    <a:pt x="6916998" y="3116972"/>
                  </a:lnTo>
                  <a:lnTo>
                    <a:pt x="6914804" y="3116972"/>
                  </a:lnTo>
                  <a:lnTo>
                    <a:pt x="6912611" y="3116972"/>
                  </a:lnTo>
                  <a:lnTo>
                    <a:pt x="6910417" y="3116972"/>
                  </a:lnTo>
                  <a:lnTo>
                    <a:pt x="6908223" y="3116972"/>
                  </a:lnTo>
                  <a:lnTo>
                    <a:pt x="6906029" y="3116972"/>
                  </a:lnTo>
                  <a:lnTo>
                    <a:pt x="6903835" y="3116972"/>
                  </a:lnTo>
                  <a:lnTo>
                    <a:pt x="6901642" y="3116972"/>
                  </a:lnTo>
                  <a:lnTo>
                    <a:pt x="6899448" y="3116972"/>
                  </a:lnTo>
                  <a:lnTo>
                    <a:pt x="6897254" y="3116972"/>
                  </a:lnTo>
                  <a:lnTo>
                    <a:pt x="6895060" y="3116972"/>
                  </a:lnTo>
                  <a:lnTo>
                    <a:pt x="6892867" y="3116972"/>
                  </a:lnTo>
                  <a:lnTo>
                    <a:pt x="6890673" y="3116972"/>
                  </a:lnTo>
                  <a:lnTo>
                    <a:pt x="6888479" y="3116972"/>
                  </a:lnTo>
                  <a:lnTo>
                    <a:pt x="6886285" y="3116972"/>
                  </a:lnTo>
                  <a:lnTo>
                    <a:pt x="6884091" y="3116972"/>
                  </a:lnTo>
                  <a:lnTo>
                    <a:pt x="6881898" y="3116972"/>
                  </a:lnTo>
                  <a:lnTo>
                    <a:pt x="6879704" y="3116972"/>
                  </a:lnTo>
                  <a:lnTo>
                    <a:pt x="6877510" y="3116972"/>
                  </a:lnTo>
                  <a:lnTo>
                    <a:pt x="6875316" y="3116972"/>
                  </a:lnTo>
                  <a:lnTo>
                    <a:pt x="6873122" y="3116972"/>
                  </a:lnTo>
                  <a:lnTo>
                    <a:pt x="6870929" y="3116972"/>
                  </a:lnTo>
                  <a:lnTo>
                    <a:pt x="6868735" y="3116972"/>
                  </a:lnTo>
                  <a:lnTo>
                    <a:pt x="6866541" y="3116972"/>
                  </a:lnTo>
                  <a:lnTo>
                    <a:pt x="6864347" y="3116972"/>
                  </a:lnTo>
                  <a:lnTo>
                    <a:pt x="6862154" y="3116972"/>
                  </a:lnTo>
                  <a:lnTo>
                    <a:pt x="6859960" y="3116972"/>
                  </a:lnTo>
                  <a:lnTo>
                    <a:pt x="6857766" y="3116972"/>
                  </a:lnTo>
                  <a:lnTo>
                    <a:pt x="6855572" y="3116972"/>
                  </a:lnTo>
                  <a:lnTo>
                    <a:pt x="6853378" y="3116972"/>
                  </a:lnTo>
                  <a:lnTo>
                    <a:pt x="6851185" y="3116972"/>
                  </a:lnTo>
                  <a:lnTo>
                    <a:pt x="6848991" y="3116972"/>
                  </a:lnTo>
                  <a:lnTo>
                    <a:pt x="6846797" y="3116972"/>
                  </a:lnTo>
                  <a:lnTo>
                    <a:pt x="6844603" y="3116972"/>
                  </a:lnTo>
                  <a:lnTo>
                    <a:pt x="6842410" y="3116972"/>
                  </a:lnTo>
                  <a:lnTo>
                    <a:pt x="6840216" y="3116972"/>
                  </a:lnTo>
                  <a:lnTo>
                    <a:pt x="6838022" y="3116972"/>
                  </a:lnTo>
                  <a:lnTo>
                    <a:pt x="6835828" y="3116972"/>
                  </a:lnTo>
                  <a:lnTo>
                    <a:pt x="6833634" y="3116972"/>
                  </a:lnTo>
                  <a:lnTo>
                    <a:pt x="6831441" y="3116972"/>
                  </a:lnTo>
                  <a:lnTo>
                    <a:pt x="6829247" y="3116972"/>
                  </a:lnTo>
                  <a:lnTo>
                    <a:pt x="6827053" y="3116972"/>
                  </a:lnTo>
                  <a:lnTo>
                    <a:pt x="6824859" y="3116972"/>
                  </a:lnTo>
                  <a:lnTo>
                    <a:pt x="6822665" y="3116972"/>
                  </a:lnTo>
                  <a:lnTo>
                    <a:pt x="6820472" y="3116972"/>
                  </a:lnTo>
                  <a:lnTo>
                    <a:pt x="6818278" y="3116972"/>
                  </a:lnTo>
                  <a:lnTo>
                    <a:pt x="6816084" y="3116972"/>
                  </a:lnTo>
                  <a:lnTo>
                    <a:pt x="6813890" y="3116972"/>
                  </a:lnTo>
                  <a:lnTo>
                    <a:pt x="6811697" y="3116972"/>
                  </a:lnTo>
                  <a:lnTo>
                    <a:pt x="6809503" y="3116972"/>
                  </a:lnTo>
                  <a:lnTo>
                    <a:pt x="6807309" y="3116972"/>
                  </a:lnTo>
                  <a:lnTo>
                    <a:pt x="6805115" y="3116972"/>
                  </a:lnTo>
                  <a:lnTo>
                    <a:pt x="6802921" y="3116972"/>
                  </a:lnTo>
                  <a:lnTo>
                    <a:pt x="6800728" y="3116972"/>
                  </a:lnTo>
                  <a:lnTo>
                    <a:pt x="6798534" y="3116972"/>
                  </a:lnTo>
                  <a:lnTo>
                    <a:pt x="6796340" y="3116972"/>
                  </a:lnTo>
                  <a:lnTo>
                    <a:pt x="6794146" y="3116972"/>
                  </a:lnTo>
                  <a:lnTo>
                    <a:pt x="6791953" y="3116972"/>
                  </a:lnTo>
                  <a:lnTo>
                    <a:pt x="6789759" y="3116972"/>
                  </a:lnTo>
                  <a:lnTo>
                    <a:pt x="6787565" y="3116972"/>
                  </a:lnTo>
                  <a:lnTo>
                    <a:pt x="6785371" y="3116972"/>
                  </a:lnTo>
                  <a:lnTo>
                    <a:pt x="6783177" y="3116972"/>
                  </a:lnTo>
                  <a:lnTo>
                    <a:pt x="6780984" y="3116972"/>
                  </a:lnTo>
                  <a:lnTo>
                    <a:pt x="6778790" y="3116972"/>
                  </a:lnTo>
                  <a:lnTo>
                    <a:pt x="6776596" y="3116972"/>
                  </a:lnTo>
                  <a:lnTo>
                    <a:pt x="6774402" y="3116972"/>
                  </a:lnTo>
                  <a:lnTo>
                    <a:pt x="6772208" y="3116972"/>
                  </a:lnTo>
                  <a:lnTo>
                    <a:pt x="6770015" y="3116972"/>
                  </a:lnTo>
                  <a:lnTo>
                    <a:pt x="6767821" y="3116972"/>
                  </a:lnTo>
                  <a:lnTo>
                    <a:pt x="6765627" y="3116972"/>
                  </a:lnTo>
                  <a:lnTo>
                    <a:pt x="6763433" y="3116972"/>
                  </a:lnTo>
                  <a:lnTo>
                    <a:pt x="6761240" y="3116972"/>
                  </a:lnTo>
                  <a:lnTo>
                    <a:pt x="6759046" y="3116972"/>
                  </a:lnTo>
                  <a:lnTo>
                    <a:pt x="6756852" y="3116972"/>
                  </a:lnTo>
                  <a:lnTo>
                    <a:pt x="6754658" y="3116972"/>
                  </a:lnTo>
                  <a:lnTo>
                    <a:pt x="6752464" y="3116972"/>
                  </a:lnTo>
                  <a:lnTo>
                    <a:pt x="6750271" y="3116972"/>
                  </a:lnTo>
                  <a:lnTo>
                    <a:pt x="6748077" y="3116972"/>
                  </a:lnTo>
                  <a:lnTo>
                    <a:pt x="6745883" y="3116972"/>
                  </a:lnTo>
                  <a:lnTo>
                    <a:pt x="6743689" y="3116972"/>
                  </a:lnTo>
                  <a:lnTo>
                    <a:pt x="6741495" y="3116972"/>
                  </a:lnTo>
                  <a:lnTo>
                    <a:pt x="6739302" y="3116972"/>
                  </a:lnTo>
                  <a:lnTo>
                    <a:pt x="6737108" y="3116972"/>
                  </a:lnTo>
                  <a:lnTo>
                    <a:pt x="6734914" y="3116972"/>
                  </a:lnTo>
                  <a:lnTo>
                    <a:pt x="6732720" y="3116972"/>
                  </a:lnTo>
                  <a:lnTo>
                    <a:pt x="6730527" y="3116972"/>
                  </a:lnTo>
                  <a:lnTo>
                    <a:pt x="6728333" y="3116972"/>
                  </a:lnTo>
                  <a:lnTo>
                    <a:pt x="6726139" y="3116972"/>
                  </a:lnTo>
                  <a:lnTo>
                    <a:pt x="6723945" y="3116972"/>
                  </a:lnTo>
                  <a:lnTo>
                    <a:pt x="6721751" y="3116972"/>
                  </a:lnTo>
                  <a:lnTo>
                    <a:pt x="6719558" y="3116972"/>
                  </a:lnTo>
                  <a:lnTo>
                    <a:pt x="6717364" y="3116972"/>
                  </a:lnTo>
                  <a:lnTo>
                    <a:pt x="6715170" y="3116972"/>
                  </a:lnTo>
                  <a:lnTo>
                    <a:pt x="6712976" y="3116972"/>
                  </a:lnTo>
                  <a:lnTo>
                    <a:pt x="6710783" y="3116972"/>
                  </a:lnTo>
                  <a:lnTo>
                    <a:pt x="6708589" y="3116972"/>
                  </a:lnTo>
                  <a:lnTo>
                    <a:pt x="6706395" y="3116972"/>
                  </a:lnTo>
                  <a:lnTo>
                    <a:pt x="6704201" y="3116972"/>
                  </a:lnTo>
                  <a:lnTo>
                    <a:pt x="6702007" y="3116972"/>
                  </a:lnTo>
                  <a:lnTo>
                    <a:pt x="6699814" y="3116972"/>
                  </a:lnTo>
                  <a:lnTo>
                    <a:pt x="6697620" y="3116972"/>
                  </a:lnTo>
                  <a:lnTo>
                    <a:pt x="6695426" y="3116972"/>
                  </a:lnTo>
                  <a:lnTo>
                    <a:pt x="6693232" y="3116972"/>
                  </a:lnTo>
                  <a:lnTo>
                    <a:pt x="6691038" y="3116972"/>
                  </a:lnTo>
                  <a:lnTo>
                    <a:pt x="6688845" y="3116972"/>
                  </a:lnTo>
                  <a:lnTo>
                    <a:pt x="6686651" y="3116972"/>
                  </a:lnTo>
                  <a:lnTo>
                    <a:pt x="6684457" y="3116972"/>
                  </a:lnTo>
                  <a:lnTo>
                    <a:pt x="6682263" y="3116972"/>
                  </a:lnTo>
                  <a:lnTo>
                    <a:pt x="6680070" y="3116972"/>
                  </a:lnTo>
                  <a:lnTo>
                    <a:pt x="6677876" y="3116972"/>
                  </a:lnTo>
                  <a:lnTo>
                    <a:pt x="6675682" y="3116972"/>
                  </a:lnTo>
                  <a:lnTo>
                    <a:pt x="6673488" y="3116972"/>
                  </a:lnTo>
                  <a:lnTo>
                    <a:pt x="6671294" y="3116972"/>
                  </a:lnTo>
                  <a:lnTo>
                    <a:pt x="6669101" y="3116972"/>
                  </a:lnTo>
                  <a:lnTo>
                    <a:pt x="6666907" y="3116972"/>
                  </a:lnTo>
                  <a:lnTo>
                    <a:pt x="6664713" y="3116972"/>
                  </a:lnTo>
                  <a:lnTo>
                    <a:pt x="6662519" y="3116972"/>
                  </a:lnTo>
                  <a:lnTo>
                    <a:pt x="6660326" y="3116972"/>
                  </a:lnTo>
                  <a:lnTo>
                    <a:pt x="6658132" y="3116972"/>
                  </a:lnTo>
                  <a:lnTo>
                    <a:pt x="6655938" y="3116972"/>
                  </a:lnTo>
                  <a:lnTo>
                    <a:pt x="6653744" y="3116972"/>
                  </a:lnTo>
                  <a:lnTo>
                    <a:pt x="6651550" y="3116972"/>
                  </a:lnTo>
                  <a:lnTo>
                    <a:pt x="6649357" y="3116972"/>
                  </a:lnTo>
                  <a:lnTo>
                    <a:pt x="6647163" y="3116972"/>
                  </a:lnTo>
                  <a:lnTo>
                    <a:pt x="6644969" y="3116972"/>
                  </a:lnTo>
                  <a:lnTo>
                    <a:pt x="6642775" y="3116972"/>
                  </a:lnTo>
                  <a:lnTo>
                    <a:pt x="6640581" y="3116972"/>
                  </a:lnTo>
                  <a:lnTo>
                    <a:pt x="6638388" y="3116972"/>
                  </a:lnTo>
                  <a:lnTo>
                    <a:pt x="6636194" y="3116972"/>
                  </a:lnTo>
                  <a:lnTo>
                    <a:pt x="6634000" y="3116972"/>
                  </a:lnTo>
                  <a:lnTo>
                    <a:pt x="6631806" y="3116972"/>
                  </a:lnTo>
                  <a:lnTo>
                    <a:pt x="6629613" y="3116972"/>
                  </a:lnTo>
                  <a:lnTo>
                    <a:pt x="6627419" y="3116972"/>
                  </a:lnTo>
                  <a:lnTo>
                    <a:pt x="6625225" y="3116972"/>
                  </a:lnTo>
                  <a:lnTo>
                    <a:pt x="6623031" y="3116972"/>
                  </a:lnTo>
                  <a:lnTo>
                    <a:pt x="6620837" y="3116972"/>
                  </a:lnTo>
                  <a:lnTo>
                    <a:pt x="6618644" y="3116972"/>
                  </a:lnTo>
                  <a:lnTo>
                    <a:pt x="6616450" y="3116972"/>
                  </a:lnTo>
                  <a:lnTo>
                    <a:pt x="6614256" y="3116972"/>
                  </a:lnTo>
                  <a:lnTo>
                    <a:pt x="6612062" y="3116972"/>
                  </a:lnTo>
                  <a:lnTo>
                    <a:pt x="6609868" y="3116972"/>
                  </a:lnTo>
                  <a:lnTo>
                    <a:pt x="6607675" y="3116972"/>
                  </a:lnTo>
                  <a:lnTo>
                    <a:pt x="6605481" y="3116972"/>
                  </a:lnTo>
                  <a:lnTo>
                    <a:pt x="6603287" y="3116972"/>
                  </a:lnTo>
                  <a:lnTo>
                    <a:pt x="6601093" y="3116972"/>
                  </a:lnTo>
                  <a:lnTo>
                    <a:pt x="6598900" y="3116972"/>
                  </a:lnTo>
                  <a:lnTo>
                    <a:pt x="6596706" y="3116972"/>
                  </a:lnTo>
                  <a:lnTo>
                    <a:pt x="6594512" y="3116972"/>
                  </a:lnTo>
                  <a:lnTo>
                    <a:pt x="6592318" y="3116972"/>
                  </a:lnTo>
                  <a:lnTo>
                    <a:pt x="6590124" y="3116972"/>
                  </a:lnTo>
                  <a:lnTo>
                    <a:pt x="6587931" y="3116972"/>
                  </a:lnTo>
                  <a:lnTo>
                    <a:pt x="6585737" y="3116972"/>
                  </a:lnTo>
                  <a:lnTo>
                    <a:pt x="6583543" y="3116972"/>
                  </a:lnTo>
                  <a:lnTo>
                    <a:pt x="6581349" y="3116972"/>
                  </a:lnTo>
                  <a:lnTo>
                    <a:pt x="6579156" y="3116972"/>
                  </a:lnTo>
                  <a:lnTo>
                    <a:pt x="6576962" y="3116972"/>
                  </a:lnTo>
                  <a:lnTo>
                    <a:pt x="6574768" y="3116972"/>
                  </a:lnTo>
                  <a:lnTo>
                    <a:pt x="6572574" y="3116972"/>
                  </a:lnTo>
                  <a:lnTo>
                    <a:pt x="6570380" y="3116972"/>
                  </a:lnTo>
                  <a:lnTo>
                    <a:pt x="6568187" y="3116972"/>
                  </a:lnTo>
                  <a:lnTo>
                    <a:pt x="6565993" y="3116972"/>
                  </a:lnTo>
                  <a:lnTo>
                    <a:pt x="6563799" y="3116972"/>
                  </a:lnTo>
                  <a:lnTo>
                    <a:pt x="6561605" y="3116972"/>
                  </a:lnTo>
                  <a:lnTo>
                    <a:pt x="6559411" y="3116972"/>
                  </a:lnTo>
                  <a:lnTo>
                    <a:pt x="6557218" y="3116972"/>
                  </a:lnTo>
                  <a:lnTo>
                    <a:pt x="6555024" y="3116972"/>
                  </a:lnTo>
                  <a:lnTo>
                    <a:pt x="6552830" y="3116972"/>
                  </a:lnTo>
                  <a:lnTo>
                    <a:pt x="6550636" y="3116972"/>
                  </a:lnTo>
                  <a:lnTo>
                    <a:pt x="6548443" y="3116972"/>
                  </a:lnTo>
                  <a:lnTo>
                    <a:pt x="6546249" y="3116972"/>
                  </a:lnTo>
                  <a:lnTo>
                    <a:pt x="6544055" y="3116972"/>
                  </a:lnTo>
                  <a:lnTo>
                    <a:pt x="6541861" y="3116972"/>
                  </a:lnTo>
                  <a:lnTo>
                    <a:pt x="6539667" y="3116972"/>
                  </a:lnTo>
                  <a:lnTo>
                    <a:pt x="6537474" y="3116972"/>
                  </a:lnTo>
                  <a:lnTo>
                    <a:pt x="6535280" y="3116972"/>
                  </a:lnTo>
                  <a:lnTo>
                    <a:pt x="6533086" y="3116972"/>
                  </a:lnTo>
                  <a:lnTo>
                    <a:pt x="6530892" y="3116972"/>
                  </a:lnTo>
                  <a:lnTo>
                    <a:pt x="6528699" y="3116972"/>
                  </a:lnTo>
                  <a:lnTo>
                    <a:pt x="6526505" y="3116972"/>
                  </a:lnTo>
                  <a:lnTo>
                    <a:pt x="6524311" y="3116972"/>
                  </a:lnTo>
                  <a:lnTo>
                    <a:pt x="6522117" y="3116972"/>
                  </a:lnTo>
                  <a:lnTo>
                    <a:pt x="6519923" y="3116972"/>
                  </a:lnTo>
                  <a:lnTo>
                    <a:pt x="6517730" y="3116972"/>
                  </a:lnTo>
                  <a:lnTo>
                    <a:pt x="6515536" y="3116972"/>
                  </a:lnTo>
                  <a:lnTo>
                    <a:pt x="6513342" y="3116972"/>
                  </a:lnTo>
                  <a:lnTo>
                    <a:pt x="6511148" y="3116972"/>
                  </a:lnTo>
                  <a:lnTo>
                    <a:pt x="6508954" y="3116972"/>
                  </a:lnTo>
                  <a:lnTo>
                    <a:pt x="6506761" y="3116972"/>
                  </a:lnTo>
                  <a:lnTo>
                    <a:pt x="6504567" y="3116972"/>
                  </a:lnTo>
                  <a:lnTo>
                    <a:pt x="6502373" y="3116972"/>
                  </a:lnTo>
                  <a:lnTo>
                    <a:pt x="6500179" y="3116972"/>
                  </a:lnTo>
                  <a:lnTo>
                    <a:pt x="6497986" y="3116972"/>
                  </a:lnTo>
                  <a:lnTo>
                    <a:pt x="6495792" y="3116972"/>
                  </a:lnTo>
                  <a:lnTo>
                    <a:pt x="6493598" y="3116972"/>
                  </a:lnTo>
                  <a:lnTo>
                    <a:pt x="6491404" y="3116972"/>
                  </a:lnTo>
                  <a:lnTo>
                    <a:pt x="6489210" y="3116972"/>
                  </a:lnTo>
                  <a:lnTo>
                    <a:pt x="6487017" y="3116972"/>
                  </a:lnTo>
                  <a:lnTo>
                    <a:pt x="6484823" y="3116972"/>
                  </a:lnTo>
                  <a:lnTo>
                    <a:pt x="6482629" y="3116972"/>
                  </a:lnTo>
                  <a:lnTo>
                    <a:pt x="6480435" y="3116972"/>
                  </a:lnTo>
                  <a:lnTo>
                    <a:pt x="6478241" y="3116972"/>
                  </a:lnTo>
                  <a:lnTo>
                    <a:pt x="6476048" y="3116972"/>
                  </a:lnTo>
                  <a:lnTo>
                    <a:pt x="6473854" y="3116972"/>
                  </a:lnTo>
                  <a:lnTo>
                    <a:pt x="6471660" y="3116972"/>
                  </a:lnTo>
                  <a:lnTo>
                    <a:pt x="6469466" y="3116972"/>
                  </a:lnTo>
                  <a:lnTo>
                    <a:pt x="6467273" y="3116972"/>
                  </a:lnTo>
                  <a:lnTo>
                    <a:pt x="6465079" y="3116972"/>
                  </a:lnTo>
                  <a:lnTo>
                    <a:pt x="6462885" y="3116972"/>
                  </a:lnTo>
                  <a:lnTo>
                    <a:pt x="6460691" y="3116972"/>
                  </a:lnTo>
                  <a:lnTo>
                    <a:pt x="6458497" y="3116972"/>
                  </a:lnTo>
                  <a:lnTo>
                    <a:pt x="6456304" y="3116972"/>
                  </a:lnTo>
                  <a:lnTo>
                    <a:pt x="6454110" y="3116972"/>
                  </a:lnTo>
                  <a:lnTo>
                    <a:pt x="6451916" y="3116972"/>
                  </a:lnTo>
                  <a:lnTo>
                    <a:pt x="6449722" y="3116972"/>
                  </a:lnTo>
                  <a:lnTo>
                    <a:pt x="6447529" y="3116972"/>
                  </a:lnTo>
                  <a:lnTo>
                    <a:pt x="6445335" y="3116972"/>
                  </a:lnTo>
                  <a:lnTo>
                    <a:pt x="6443141" y="3116972"/>
                  </a:lnTo>
                  <a:lnTo>
                    <a:pt x="6440947" y="3116972"/>
                  </a:lnTo>
                  <a:lnTo>
                    <a:pt x="6438753" y="3116972"/>
                  </a:lnTo>
                  <a:lnTo>
                    <a:pt x="6436560" y="3116972"/>
                  </a:lnTo>
                  <a:lnTo>
                    <a:pt x="6434366" y="3116972"/>
                  </a:lnTo>
                  <a:lnTo>
                    <a:pt x="6432172" y="3116972"/>
                  </a:lnTo>
                  <a:lnTo>
                    <a:pt x="6429978" y="3116972"/>
                  </a:lnTo>
                  <a:lnTo>
                    <a:pt x="6427784" y="3116972"/>
                  </a:lnTo>
                  <a:lnTo>
                    <a:pt x="6425591" y="3116972"/>
                  </a:lnTo>
                  <a:lnTo>
                    <a:pt x="6423397" y="3116972"/>
                  </a:lnTo>
                  <a:lnTo>
                    <a:pt x="6421203" y="3116972"/>
                  </a:lnTo>
                  <a:lnTo>
                    <a:pt x="6419009" y="3116972"/>
                  </a:lnTo>
                  <a:lnTo>
                    <a:pt x="6416816" y="3116972"/>
                  </a:lnTo>
                  <a:lnTo>
                    <a:pt x="6414622" y="3116972"/>
                  </a:lnTo>
                  <a:lnTo>
                    <a:pt x="6412428" y="3116972"/>
                  </a:lnTo>
                  <a:lnTo>
                    <a:pt x="6410234" y="3116972"/>
                  </a:lnTo>
                  <a:lnTo>
                    <a:pt x="6408040" y="3116972"/>
                  </a:lnTo>
                  <a:lnTo>
                    <a:pt x="6405847" y="3116972"/>
                  </a:lnTo>
                  <a:lnTo>
                    <a:pt x="6403653" y="3116972"/>
                  </a:lnTo>
                  <a:lnTo>
                    <a:pt x="6401459" y="3116972"/>
                  </a:lnTo>
                  <a:lnTo>
                    <a:pt x="6399265" y="3116972"/>
                  </a:lnTo>
                  <a:lnTo>
                    <a:pt x="6397072" y="3116972"/>
                  </a:lnTo>
                  <a:lnTo>
                    <a:pt x="6394878" y="3116972"/>
                  </a:lnTo>
                  <a:lnTo>
                    <a:pt x="6392684" y="3116972"/>
                  </a:lnTo>
                  <a:lnTo>
                    <a:pt x="6390490" y="3116972"/>
                  </a:lnTo>
                  <a:lnTo>
                    <a:pt x="6388296" y="3116972"/>
                  </a:lnTo>
                  <a:lnTo>
                    <a:pt x="6386103" y="3116972"/>
                  </a:lnTo>
                  <a:lnTo>
                    <a:pt x="6383909" y="3116972"/>
                  </a:lnTo>
                  <a:lnTo>
                    <a:pt x="6381715" y="3116972"/>
                  </a:lnTo>
                  <a:lnTo>
                    <a:pt x="6379521" y="3116972"/>
                  </a:lnTo>
                  <a:lnTo>
                    <a:pt x="6377327" y="3116972"/>
                  </a:lnTo>
                  <a:lnTo>
                    <a:pt x="6375134" y="3116972"/>
                  </a:lnTo>
                  <a:lnTo>
                    <a:pt x="6372940" y="3116972"/>
                  </a:lnTo>
                  <a:lnTo>
                    <a:pt x="6370746" y="3116972"/>
                  </a:lnTo>
                  <a:lnTo>
                    <a:pt x="6368552" y="3116972"/>
                  </a:lnTo>
                  <a:lnTo>
                    <a:pt x="6366359" y="3116972"/>
                  </a:lnTo>
                  <a:lnTo>
                    <a:pt x="6364165" y="3116972"/>
                  </a:lnTo>
                  <a:lnTo>
                    <a:pt x="6361971" y="3116972"/>
                  </a:lnTo>
                  <a:lnTo>
                    <a:pt x="6359777" y="3116972"/>
                  </a:lnTo>
                  <a:lnTo>
                    <a:pt x="6357583" y="3116972"/>
                  </a:lnTo>
                  <a:lnTo>
                    <a:pt x="6355390" y="3116972"/>
                  </a:lnTo>
                  <a:lnTo>
                    <a:pt x="6353196" y="3116972"/>
                  </a:lnTo>
                  <a:lnTo>
                    <a:pt x="6351002" y="3116972"/>
                  </a:lnTo>
                  <a:lnTo>
                    <a:pt x="6348808" y="3116972"/>
                  </a:lnTo>
                  <a:lnTo>
                    <a:pt x="6346615" y="3116972"/>
                  </a:lnTo>
                  <a:lnTo>
                    <a:pt x="6344421" y="3116972"/>
                  </a:lnTo>
                  <a:lnTo>
                    <a:pt x="6342227" y="3116972"/>
                  </a:lnTo>
                  <a:lnTo>
                    <a:pt x="6340033" y="3116972"/>
                  </a:lnTo>
                  <a:lnTo>
                    <a:pt x="6337839" y="3116972"/>
                  </a:lnTo>
                  <a:lnTo>
                    <a:pt x="6335646" y="3116972"/>
                  </a:lnTo>
                  <a:lnTo>
                    <a:pt x="6333452" y="3116972"/>
                  </a:lnTo>
                  <a:lnTo>
                    <a:pt x="6331258" y="3116972"/>
                  </a:lnTo>
                  <a:lnTo>
                    <a:pt x="6329064" y="3116972"/>
                  </a:lnTo>
                  <a:lnTo>
                    <a:pt x="6326870" y="3116972"/>
                  </a:lnTo>
                  <a:lnTo>
                    <a:pt x="6324677" y="3116972"/>
                  </a:lnTo>
                  <a:lnTo>
                    <a:pt x="6322483" y="3116972"/>
                  </a:lnTo>
                  <a:lnTo>
                    <a:pt x="6320289" y="3116972"/>
                  </a:lnTo>
                  <a:lnTo>
                    <a:pt x="6318095" y="3116972"/>
                  </a:lnTo>
                  <a:lnTo>
                    <a:pt x="6315902" y="3116972"/>
                  </a:lnTo>
                  <a:lnTo>
                    <a:pt x="6313708" y="3116972"/>
                  </a:lnTo>
                  <a:lnTo>
                    <a:pt x="6311514" y="3116972"/>
                  </a:lnTo>
                  <a:lnTo>
                    <a:pt x="6309320" y="3116972"/>
                  </a:lnTo>
                  <a:lnTo>
                    <a:pt x="6307126" y="3116972"/>
                  </a:lnTo>
                  <a:lnTo>
                    <a:pt x="6304933" y="3116972"/>
                  </a:lnTo>
                  <a:lnTo>
                    <a:pt x="6302739" y="3116972"/>
                  </a:lnTo>
                  <a:lnTo>
                    <a:pt x="6300545" y="3116972"/>
                  </a:lnTo>
                  <a:lnTo>
                    <a:pt x="6298351" y="3116972"/>
                  </a:lnTo>
                  <a:lnTo>
                    <a:pt x="6296157" y="3116972"/>
                  </a:lnTo>
                  <a:lnTo>
                    <a:pt x="6293964" y="3116972"/>
                  </a:lnTo>
                  <a:lnTo>
                    <a:pt x="6291770" y="3116972"/>
                  </a:lnTo>
                  <a:lnTo>
                    <a:pt x="6289576" y="3116972"/>
                  </a:lnTo>
                  <a:lnTo>
                    <a:pt x="6287382" y="3116972"/>
                  </a:lnTo>
                  <a:lnTo>
                    <a:pt x="6285189" y="3116972"/>
                  </a:lnTo>
                  <a:lnTo>
                    <a:pt x="6282995" y="3116972"/>
                  </a:lnTo>
                  <a:lnTo>
                    <a:pt x="6280801" y="3116972"/>
                  </a:lnTo>
                  <a:lnTo>
                    <a:pt x="6278607" y="3116972"/>
                  </a:lnTo>
                  <a:lnTo>
                    <a:pt x="6276413" y="3116972"/>
                  </a:lnTo>
                  <a:lnTo>
                    <a:pt x="6274220" y="3116972"/>
                  </a:lnTo>
                  <a:lnTo>
                    <a:pt x="6272026" y="3116972"/>
                  </a:lnTo>
                  <a:lnTo>
                    <a:pt x="6269832" y="3116972"/>
                  </a:lnTo>
                  <a:lnTo>
                    <a:pt x="6267638" y="3116972"/>
                  </a:lnTo>
                  <a:lnTo>
                    <a:pt x="6265445" y="3116972"/>
                  </a:lnTo>
                  <a:lnTo>
                    <a:pt x="6263251" y="3116972"/>
                  </a:lnTo>
                  <a:lnTo>
                    <a:pt x="6261057" y="3116972"/>
                  </a:lnTo>
                  <a:lnTo>
                    <a:pt x="6258863" y="3116972"/>
                  </a:lnTo>
                  <a:lnTo>
                    <a:pt x="6256669" y="3116972"/>
                  </a:lnTo>
                  <a:lnTo>
                    <a:pt x="6254476" y="3116972"/>
                  </a:lnTo>
                  <a:lnTo>
                    <a:pt x="6252282" y="3116972"/>
                  </a:lnTo>
                  <a:lnTo>
                    <a:pt x="6250088" y="3116972"/>
                  </a:lnTo>
                  <a:lnTo>
                    <a:pt x="6247894" y="3116972"/>
                  </a:lnTo>
                  <a:lnTo>
                    <a:pt x="6245700" y="3116972"/>
                  </a:lnTo>
                  <a:lnTo>
                    <a:pt x="6243507" y="3116972"/>
                  </a:lnTo>
                  <a:lnTo>
                    <a:pt x="6241313" y="3116972"/>
                  </a:lnTo>
                  <a:lnTo>
                    <a:pt x="6239119" y="3116972"/>
                  </a:lnTo>
                  <a:lnTo>
                    <a:pt x="6236925" y="3116972"/>
                  </a:lnTo>
                  <a:lnTo>
                    <a:pt x="6234732" y="3116972"/>
                  </a:lnTo>
                  <a:lnTo>
                    <a:pt x="6232538" y="3116972"/>
                  </a:lnTo>
                  <a:lnTo>
                    <a:pt x="6230344" y="3116972"/>
                  </a:lnTo>
                  <a:lnTo>
                    <a:pt x="6228150" y="3116972"/>
                  </a:lnTo>
                  <a:lnTo>
                    <a:pt x="6225956" y="3116972"/>
                  </a:lnTo>
                  <a:lnTo>
                    <a:pt x="6223763" y="3116972"/>
                  </a:lnTo>
                  <a:lnTo>
                    <a:pt x="6221569" y="3116972"/>
                  </a:lnTo>
                  <a:lnTo>
                    <a:pt x="6219375" y="3116972"/>
                  </a:lnTo>
                  <a:lnTo>
                    <a:pt x="6217181" y="3116972"/>
                  </a:lnTo>
                  <a:lnTo>
                    <a:pt x="6214988" y="3116972"/>
                  </a:lnTo>
                  <a:lnTo>
                    <a:pt x="6212794" y="3116972"/>
                  </a:lnTo>
                  <a:lnTo>
                    <a:pt x="6210600" y="3116972"/>
                  </a:lnTo>
                  <a:lnTo>
                    <a:pt x="6208406" y="3116972"/>
                  </a:lnTo>
                  <a:lnTo>
                    <a:pt x="6206212" y="3116972"/>
                  </a:lnTo>
                  <a:lnTo>
                    <a:pt x="6204019" y="3116972"/>
                  </a:lnTo>
                  <a:lnTo>
                    <a:pt x="6201825" y="3116972"/>
                  </a:lnTo>
                  <a:lnTo>
                    <a:pt x="6199631" y="3116972"/>
                  </a:lnTo>
                  <a:lnTo>
                    <a:pt x="6197437" y="3116972"/>
                  </a:lnTo>
                  <a:lnTo>
                    <a:pt x="6195243" y="3116972"/>
                  </a:lnTo>
                  <a:lnTo>
                    <a:pt x="6193050" y="3116972"/>
                  </a:lnTo>
                  <a:lnTo>
                    <a:pt x="6190856" y="3116972"/>
                  </a:lnTo>
                  <a:lnTo>
                    <a:pt x="6188662" y="3116972"/>
                  </a:lnTo>
                  <a:lnTo>
                    <a:pt x="6186468" y="3116972"/>
                  </a:lnTo>
                  <a:lnTo>
                    <a:pt x="6184275" y="3116972"/>
                  </a:lnTo>
                  <a:lnTo>
                    <a:pt x="6182081" y="3116972"/>
                  </a:lnTo>
                  <a:lnTo>
                    <a:pt x="6179887" y="3116972"/>
                  </a:lnTo>
                  <a:lnTo>
                    <a:pt x="6177693" y="3116972"/>
                  </a:lnTo>
                  <a:lnTo>
                    <a:pt x="6175499" y="3116972"/>
                  </a:lnTo>
                  <a:lnTo>
                    <a:pt x="6173306" y="3116972"/>
                  </a:lnTo>
                  <a:lnTo>
                    <a:pt x="6171112" y="3116972"/>
                  </a:lnTo>
                  <a:lnTo>
                    <a:pt x="6168918" y="3116972"/>
                  </a:lnTo>
                  <a:lnTo>
                    <a:pt x="6166724" y="3116972"/>
                  </a:lnTo>
                  <a:lnTo>
                    <a:pt x="6164530" y="3116972"/>
                  </a:lnTo>
                  <a:lnTo>
                    <a:pt x="6162337" y="3116972"/>
                  </a:lnTo>
                  <a:lnTo>
                    <a:pt x="6160143" y="3116972"/>
                  </a:lnTo>
                  <a:lnTo>
                    <a:pt x="6157949" y="3116972"/>
                  </a:lnTo>
                  <a:lnTo>
                    <a:pt x="6155755" y="3116972"/>
                  </a:lnTo>
                  <a:lnTo>
                    <a:pt x="6153562" y="3116972"/>
                  </a:lnTo>
                  <a:lnTo>
                    <a:pt x="6151368" y="3116972"/>
                  </a:lnTo>
                  <a:lnTo>
                    <a:pt x="6149174" y="3116972"/>
                  </a:lnTo>
                  <a:lnTo>
                    <a:pt x="6146980" y="3116972"/>
                  </a:lnTo>
                  <a:lnTo>
                    <a:pt x="6144786" y="3116972"/>
                  </a:lnTo>
                  <a:lnTo>
                    <a:pt x="6142593" y="3116972"/>
                  </a:lnTo>
                  <a:lnTo>
                    <a:pt x="6140399" y="3116972"/>
                  </a:lnTo>
                  <a:lnTo>
                    <a:pt x="6138205" y="3116972"/>
                  </a:lnTo>
                  <a:lnTo>
                    <a:pt x="6136011" y="3116972"/>
                  </a:lnTo>
                  <a:lnTo>
                    <a:pt x="6133818" y="3116972"/>
                  </a:lnTo>
                  <a:lnTo>
                    <a:pt x="6131624" y="3116972"/>
                  </a:lnTo>
                  <a:lnTo>
                    <a:pt x="6129430" y="3116972"/>
                  </a:lnTo>
                  <a:lnTo>
                    <a:pt x="6127236" y="3116972"/>
                  </a:lnTo>
                  <a:lnTo>
                    <a:pt x="6125042" y="3116972"/>
                  </a:lnTo>
                  <a:lnTo>
                    <a:pt x="6122849" y="3116972"/>
                  </a:lnTo>
                  <a:lnTo>
                    <a:pt x="6120655" y="3116972"/>
                  </a:lnTo>
                  <a:lnTo>
                    <a:pt x="6118461" y="3116972"/>
                  </a:lnTo>
                  <a:lnTo>
                    <a:pt x="6116267" y="3116972"/>
                  </a:lnTo>
                  <a:lnTo>
                    <a:pt x="6114073" y="3116972"/>
                  </a:lnTo>
                  <a:lnTo>
                    <a:pt x="6111880" y="3116972"/>
                  </a:lnTo>
                  <a:lnTo>
                    <a:pt x="6109686" y="3116972"/>
                  </a:lnTo>
                  <a:lnTo>
                    <a:pt x="6107492" y="3116972"/>
                  </a:lnTo>
                  <a:lnTo>
                    <a:pt x="6105298" y="3116972"/>
                  </a:lnTo>
                  <a:lnTo>
                    <a:pt x="6103105" y="3116972"/>
                  </a:lnTo>
                  <a:lnTo>
                    <a:pt x="6100911" y="3116972"/>
                  </a:lnTo>
                  <a:lnTo>
                    <a:pt x="6098717" y="3116972"/>
                  </a:lnTo>
                  <a:lnTo>
                    <a:pt x="6096523" y="3116972"/>
                  </a:lnTo>
                  <a:lnTo>
                    <a:pt x="6094329" y="3116972"/>
                  </a:lnTo>
                  <a:lnTo>
                    <a:pt x="6092136" y="3116972"/>
                  </a:lnTo>
                  <a:lnTo>
                    <a:pt x="6089942" y="3116972"/>
                  </a:lnTo>
                  <a:lnTo>
                    <a:pt x="6087748" y="3116972"/>
                  </a:lnTo>
                  <a:lnTo>
                    <a:pt x="6085554" y="3116972"/>
                  </a:lnTo>
                  <a:lnTo>
                    <a:pt x="6083361" y="3116972"/>
                  </a:lnTo>
                  <a:lnTo>
                    <a:pt x="6081167" y="3116972"/>
                  </a:lnTo>
                  <a:lnTo>
                    <a:pt x="6078973" y="3116972"/>
                  </a:lnTo>
                  <a:lnTo>
                    <a:pt x="6076779" y="3116972"/>
                  </a:lnTo>
                  <a:lnTo>
                    <a:pt x="6074585" y="3116972"/>
                  </a:lnTo>
                  <a:lnTo>
                    <a:pt x="6072392" y="3116972"/>
                  </a:lnTo>
                  <a:lnTo>
                    <a:pt x="6070198" y="3116972"/>
                  </a:lnTo>
                  <a:lnTo>
                    <a:pt x="6068004" y="3116972"/>
                  </a:lnTo>
                  <a:lnTo>
                    <a:pt x="6065810" y="3116972"/>
                  </a:lnTo>
                  <a:lnTo>
                    <a:pt x="6063616" y="3116972"/>
                  </a:lnTo>
                  <a:lnTo>
                    <a:pt x="6061423" y="3116972"/>
                  </a:lnTo>
                  <a:lnTo>
                    <a:pt x="6059229" y="3116972"/>
                  </a:lnTo>
                  <a:lnTo>
                    <a:pt x="6057035" y="3116972"/>
                  </a:lnTo>
                  <a:lnTo>
                    <a:pt x="6054841" y="3116972"/>
                  </a:lnTo>
                  <a:lnTo>
                    <a:pt x="6052648" y="3116972"/>
                  </a:lnTo>
                  <a:lnTo>
                    <a:pt x="6050454" y="3116972"/>
                  </a:lnTo>
                  <a:lnTo>
                    <a:pt x="6048260" y="3116972"/>
                  </a:lnTo>
                  <a:lnTo>
                    <a:pt x="6046066" y="3116972"/>
                  </a:lnTo>
                  <a:lnTo>
                    <a:pt x="6043872" y="3116972"/>
                  </a:lnTo>
                  <a:lnTo>
                    <a:pt x="6041679" y="3116972"/>
                  </a:lnTo>
                  <a:lnTo>
                    <a:pt x="6039485" y="3116972"/>
                  </a:lnTo>
                  <a:lnTo>
                    <a:pt x="6037291" y="3116972"/>
                  </a:lnTo>
                  <a:lnTo>
                    <a:pt x="6035097" y="3116972"/>
                  </a:lnTo>
                  <a:lnTo>
                    <a:pt x="6032903" y="3116972"/>
                  </a:lnTo>
                  <a:lnTo>
                    <a:pt x="6030710" y="3116972"/>
                  </a:lnTo>
                  <a:lnTo>
                    <a:pt x="6028516" y="3116972"/>
                  </a:lnTo>
                  <a:lnTo>
                    <a:pt x="6026322" y="3116972"/>
                  </a:lnTo>
                  <a:lnTo>
                    <a:pt x="6024128" y="3116972"/>
                  </a:lnTo>
                  <a:lnTo>
                    <a:pt x="6021935" y="3116972"/>
                  </a:lnTo>
                  <a:lnTo>
                    <a:pt x="6019741" y="3116972"/>
                  </a:lnTo>
                  <a:lnTo>
                    <a:pt x="6017547" y="3116972"/>
                  </a:lnTo>
                  <a:lnTo>
                    <a:pt x="6015353" y="3116972"/>
                  </a:lnTo>
                  <a:lnTo>
                    <a:pt x="6013159" y="3116972"/>
                  </a:lnTo>
                  <a:lnTo>
                    <a:pt x="6010966" y="3116972"/>
                  </a:lnTo>
                  <a:lnTo>
                    <a:pt x="6008772" y="3116972"/>
                  </a:lnTo>
                  <a:lnTo>
                    <a:pt x="6006578" y="3116972"/>
                  </a:lnTo>
                  <a:lnTo>
                    <a:pt x="6004384" y="3116972"/>
                  </a:lnTo>
                  <a:lnTo>
                    <a:pt x="6002191" y="3116972"/>
                  </a:lnTo>
                  <a:lnTo>
                    <a:pt x="5999997" y="3116972"/>
                  </a:lnTo>
                  <a:lnTo>
                    <a:pt x="5997803" y="3116972"/>
                  </a:lnTo>
                  <a:lnTo>
                    <a:pt x="5995609" y="3116972"/>
                  </a:lnTo>
                  <a:lnTo>
                    <a:pt x="5993415" y="3116972"/>
                  </a:lnTo>
                  <a:lnTo>
                    <a:pt x="5991222" y="3116972"/>
                  </a:lnTo>
                  <a:lnTo>
                    <a:pt x="5989028" y="3116972"/>
                  </a:lnTo>
                  <a:lnTo>
                    <a:pt x="5986834" y="3116972"/>
                  </a:lnTo>
                  <a:lnTo>
                    <a:pt x="5984640" y="3116972"/>
                  </a:lnTo>
                  <a:lnTo>
                    <a:pt x="5982446" y="3116972"/>
                  </a:lnTo>
                  <a:lnTo>
                    <a:pt x="5980253" y="3116972"/>
                  </a:lnTo>
                  <a:lnTo>
                    <a:pt x="5978059" y="3116972"/>
                  </a:lnTo>
                  <a:lnTo>
                    <a:pt x="5975865" y="3116972"/>
                  </a:lnTo>
                  <a:lnTo>
                    <a:pt x="5973671" y="3116972"/>
                  </a:lnTo>
                  <a:lnTo>
                    <a:pt x="5971478" y="3116972"/>
                  </a:lnTo>
                  <a:lnTo>
                    <a:pt x="5969284" y="3116972"/>
                  </a:lnTo>
                  <a:lnTo>
                    <a:pt x="5967090" y="3116972"/>
                  </a:lnTo>
                  <a:lnTo>
                    <a:pt x="5964896" y="3116972"/>
                  </a:lnTo>
                  <a:lnTo>
                    <a:pt x="5962702" y="3116972"/>
                  </a:lnTo>
                  <a:lnTo>
                    <a:pt x="5960509" y="3116972"/>
                  </a:lnTo>
                  <a:lnTo>
                    <a:pt x="5958315" y="3116972"/>
                  </a:lnTo>
                  <a:lnTo>
                    <a:pt x="5956121" y="3116972"/>
                  </a:lnTo>
                  <a:lnTo>
                    <a:pt x="5953927" y="3116972"/>
                  </a:lnTo>
                  <a:lnTo>
                    <a:pt x="5951734" y="3116972"/>
                  </a:lnTo>
                  <a:lnTo>
                    <a:pt x="5949540" y="3116972"/>
                  </a:lnTo>
                  <a:lnTo>
                    <a:pt x="5947346" y="3116972"/>
                  </a:lnTo>
                  <a:lnTo>
                    <a:pt x="5945152" y="3116972"/>
                  </a:lnTo>
                  <a:lnTo>
                    <a:pt x="5942958" y="3116972"/>
                  </a:lnTo>
                  <a:lnTo>
                    <a:pt x="5940765" y="3116972"/>
                  </a:lnTo>
                  <a:lnTo>
                    <a:pt x="5938571" y="3116972"/>
                  </a:lnTo>
                  <a:lnTo>
                    <a:pt x="5936377" y="3116972"/>
                  </a:lnTo>
                  <a:lnTo>
                    <a:pt x="5934183" y="3116972"/>
                  </a:lnTo>
                  <a:lnTo>
                    <a:pt x="5931989" y="3116972"/>
                  </a:lnTo>
                  <a:lnTo>
                    <a:pt x="5929796" y="3116972"/>
                  </a:lnTo>
                  <a:lnTo>
                    <a:pt x="5927602" y="3116972"/>
                  </a:lnTo>
                  <a:lnTo>
                    <a:pt x="5925408" y="3116972"/>
                  </a:lnTo>
                  <a:lnTo>
                    <a:pt x="5923214" y="3116972"/>
                  </a:lnTo>
                  <a:lnTo>
                    <a:pt x="5921021" y="3116972"/>
                  </a:lnTo>
                  <a:lnTo>
                    <a:pt x="5918827" y="3116972"/>
                  </a:lnTo>
                  <a:lnTo>
                    <a:pt x="5916633" y="3116972"/>
                  </a:lnTo>
                  <a:lnTo>
                    <a:pt x="5914439" y="3116972"/>
                  </a:lnTo>
                  <a:lnTo>
                    <a:pt x="5912245" y="3116972"/>
                  </a:lnTo>
                  <a:lnTo>
                    <a:pt x="5910052" y="3116972"/>
                  </a:lnTo>
                  <a:lnTo>
                    <a:pt x="5907858" y="3116972"/>
                  </a:lnTo>
                  <a:lnTo>
                    <a:pt x="5905664" y="3116972"/>
                  </a:lnTo>
                  <a:lnTo>
                    <a:pt x="5903470" y="3116972"/>
                  </a:lnTo>
                  <a:lnTo>
                    <a:pt x="5901276" y="3116972"/>
                  </a:lnTo>
                  <a:lnTo>
                    <a:pt x="5899083" y="3116972"/>
                  </a:lnTo>
                  <a:lnTo>
                    <a:pt x="5896889" y="3116972"/>
                  </a:lnTo>
                  <a:lnTo>
                    <a:pt x="5894695" y="3116972"/>
                  </a:lnTo>
                  <a:lnTo>
                    <a:pt x="5892501" y="3116972"/>
                  </a:lnTo>
                  <a:lnTo>
                    <a:pt x="5890308" y="3116972"/>
                  </a:lnTo>
                  <a:lnTo>
                    <a:pt x="5888114" y="3116972"/>
                  </a:lnTo>
                  <a:lnTo>
                    <a:pt x="5885920" y="3116972"/>
                  </a:lnTo>
                  <a:lnTo>
                    <a:pt x="5883726" y="3116972"/>
                  </a:lnTo>
                  <a:lnTo>
                    <a:pt x="5881532" y="3116972"/>
                  </a:lnTo>
                  <a:lnTo>
                    <a:pt x="5879339" y="3116972"/>
                  </a:lnTo>
                  <a:lnTo>
                    <a:pt x="5877145" y="3116972"/>
                  </a:lnTo>
                  <a:lnTo>
                    <a:pt x="5874951" y="3116972"/>
                  </a:lnTo>
                  <a:lnTo>
                    <a:pt x="5872757" y="3116972"/>
                  </a:lnTo>
                  <a:lnTo>
                    <a:pt x="5870564" y="3116972"/>
                  </a:lnTo>
                  <a:lnTo>
                    <a:pt x="5868370" y="3116972"/>
                  </a:lnTo>
                  <a:lnTo>
                    <a:pt x="5866176" y="3116972"/>
                  </a:lnTo>
                  <a:lnTo>
                    <a:pt x="5863982" y="3116972"/>
                  </a:lnTo>
                  <a:lnTo>
                    <a:pt x="5861788" y="3116972"/>
                  </a:lnTo>
                  <a:lnTo>
                    <a:pt x="5859595" y="3116972"/>
                  </a:lnTo>
                  <a:lnTo>
                    <a:pt x="5857401" y="3116972"/>
                  </a:lnTo>
                  <a:lnTo>
                    <a:pt x="5855207" y="3116972"/>
                  </a:lnTo>
                  <a:lnTo>
                    <a:pt x="5853013" y="3116972"/>
                  </a:lnTo>
                  <a:lnTo>
                    <a:pt x="5850819" y="3116972"/>
                  </a:lnTo>
                  <a:lnTo>
                    <a:pt x="5848626" y="3116972"/>
                  </a:lnTo>
                  <a:lnTo>
                    <a:pt x="5846432" y="3116972"/>
                  </a:lnTo>
                  <a:lnTo>
                    <a:pt x="5844238" y="3116972"/>
                  </a:lnTo>
                  <a:lnTo>
                    <a:pt x="5842044" y="3116972"/>
                  </a:lnTo>
                  <a:lnTo>
                    <a:pt x="5839851" y="3116972"/>
                  </a:lnTo>
                  <a:lnTo>
                    <a:pt x="5837657" y="3116972"/>
                  </a:lnTo>
                  <a:lnTo>
                    <a:pt x="5835463" y="3116972"/>
                  </a:lnTo>
                  <a:lnTo>
                    <a:pt x="5833269" y="3116972"/>
                  </a:lnTo>
                  <a:lnTo>
                    <a:pt x="5831075" y="3116972"/>
                  </a:lnTo>
                  <a:lnTo>
                    <a:pt x="5828882" y="3116972"/>
                  </a:lnTo>
                  <a:lnTo>
                    <a:pt x="5826688" y="3116972"/>
                  </a:lnTo>
                  <a:lnTo>
                    <a:pt x="5824494" y="3116972"/>
                  </a:lnTo>
                  <a:lnTo>
                    <a:pt x="5822300" y="3116972"/>
                  </a:lnTo>
                  <a:lnTo>
                    <a:pt x="5820107" y="3116972"/>
                  </a:lnTo>
                  <a:lnTo>
                    <a:pt x="5817913" y="3116972"/>
                  </a:lnTo>
                  <a:lnTo>
                    <a:pt x="5815719" y="3116972"/>
                  </a:lnTo>
                  <a:lnTo>
                    <a:pt x="5813525" y="3116972"/>
                  </a:lnTo>
                  <a:lnTo>
                    <a:pt x="5811331" y="3116972"/>
                  </a:lnTo>
                  <a:lnTo>
                    <a:pt x="5809138" y="3116972"/>
                  </a:lnTo>
                  <a:lnTo>
                    <a:pt x="5806944" y="3116972"/>
                  </a:lnTo>
                  <a:lnTo>
                    <a:pt x="5804750" y="3116972"/>
                  </a:lnTo>
                  <a:lnTo>
                    <a:pt x="5802556" y="3116972"/>
                  </a:lnTo>
                  <a:lnTo>
                    <a:pt x="5800362" y="3116972"/>
                  </a:lnTo>
                  <a:lnTo>
                    <a:pt x="5798169" y="3116972"/>
                  </a:lnTo>
                  <a:lnTo>
                    <a:pt x="5795975" y="3116972"/>
                  </a:lnTo>
                  <a:lnTo>
                    <a:pt x="5793781" y="3116972"/>
                  </a:lnTo>
                  <a:lnTo>
                    <a:pt x="5791587" y="3116972"/>
                  </a:lnTo>
                  <a:lnTo>
                    <a:pt x="5789394" y="3116972"/>
                  </a:lnTo>
                  <a:lnTo>
                    <a:pt x="5787200" y="3116972"/>
                  </a:lnTo>
                  <a:lnTo>
                    <a:pt x="5785006" y="3116972"/>
                  </a:lnTo>
                  <a:lnTo>
                    <a:pt x="5782812" y="3116972"/>
                  </a:lnTo>
                  <a:lnTo>
                    <a:pt x="5780618" y="3116972"/>
                  </a:lnTo>
                  <a:lnTo>
                    <a:pt x="5778425" y="3116972"/>
                  </a:lnTo>
                  <a:lnTo>
                    <a:pt x="5776231" y="3116972"/>
                  </a:lnTo>
                  <a:lnTo>
                    <a:pt x="5774037" y="3116972"/>
                  </a:lnTo>
                  <a:lnTo>
                    <a:pt x="5771843" y="3116972"/>
                  </a:lnTo>
                  <a:lnTo>
                    <a:pt x="5769650" y="3116972"/>
                  </a:lnTo>
                  <a:lnTo>
                    <a:pt x="5767456" y="3116972"/>
                  </a:lnTo>
                  <a:lnTo>
                    <a:pt x="5765262" y="3116972"/>
                  </a:lnTo>
                  <a:lnTo>
                    <a:pt x="5763068" y="3116972"/>
                  </a:lnTo>
                  <a:lnTo>
                    <a:pt x="5760874" y="3116972"/>
                  </a:lnTo>
                  <a:lnTo>
                    <a:pt x="5758681" y="3116972"/>
                  </a:lnTo>
                  <a:lnTo>
                    <a:pt x="5756487" y="3116972"/>
                  </a:lnTo>
                  <a:lnTo>
                    <a:pt x="5754293" y="3116972"/>
                  </a:lnTo>
                  <a:lnTo>
                    <a:pt x="5752099" y="3116972"/>
                  </a:lnTo>
                  <a:lnTo>
                    <a:pt x="5749905" y="3116972"/>
                  </a:lnTo>
                  <a:lnTo>
                    <a:pt x="5747712" y="3116972"/>
                  </a:lnTo>
                  <a:lnTo>
                    <a:pt x="5745518" y="3116972"/>
                  </a:lnTo>
                  <a:lnTo>
                    <a:pt x="5743324" y="3116972"/>
                  </a:lnTo>
                  <a:lnTo>
                    <a:pt x="5741130" y="3116972"/>
                  </a:lnTo>
                  <a:lnTo>
                    <a:pt x="5738937" y="3116972"/>
                  </a:lnTo>
                  <a:lnTo>
                    <a:pt x="5736743" y="3116972"/>
                  </a:lnTo>
                  <a:lnTo>
                    <a:pt x="5734549" y="3116972"/>
                  </a:lnTo>
                  <a:lnTo>
                    <a:pt x="5732355" y="3116972"/>
                  </a:lnTo>
                  <a:lnTo>
                    <a:pt x="5730161" y="3116972"/>
                  </a:lnTo>
                  <a:lnTo>
                    <a:pt x="5727968" y="3116972"/>
                  </a:lnTo>
                  <a:lnTo>
                    <a:pt x="5725774" y="3116972"/>
                  </a:lnTo>
                  <a:lnTo>
                    <a:pt x="5723580" y="3116972"/>
                  </a:lnTo>
                  <a:lnTo>
                    <a:pt x="5721386" y="3116972"/>
                  </a:lnTo>
                  <a:lnTo>
                    <a:pt x="5719192" y="3116972"/>
                  </a:lnTo>
                  <a:lnTo>
                    <a:pt x="5716999" y="3116972"/>
                  </a:lnTo>
                  <a:lnTo>
                    <a:pt x="5714805" y="3116972"/>
                  </a:lnTo>
                  <a:lnTo>
                    <a:pt x="5712611" y="3116972"/>
                  </a:lnTo>
                  <a:lnTo>
                    <a:pt x="5710417" y="3116972"/>
                  </a:lnTo>
                  <a:lnTo>
                    <a:pt x="5708224" y="3116972"/>
                  </a:lnTo>
                  <a:lnTo>
                    <a:pt x="5706030" y="3116972"/>
                  </a:lnTo>
                  <a:lnTo>
                    <a:pt x="5703836" y="3116972"/>
                  </a:lnTo>
                  <a:lnTo>
                    <a:pt x="5701642" y="3116972"/>
                  </a:lnTo>
                  <a:lnTo>
                    <a:pt x="5699448" y="3116972"/>
                  </a:lnTo>
                  <a:lnTo>
                    <a:pt x="5697255" y="3116972"/>
                  </a:lnTo>
                  <a:lnTo>
                    <a:pt x="5695061" y="3116972"/>
                  </a:lnTo>
                  <a:lnTo>
                    <a:pt x="5692867" y="3116972"/>
                  </a:lnTo>
                  <a:lnTo>
                    <a:pt x="5690673" y="3116972"/>
                  </a:lnTo>
                  <a:lnTo>
                    <a:pt x="5688480" y="3116972"/>
                  </a:lnTo>
                  <a:lnTo>
                    <a:pt x="5686286" y="3116972"/>
                  </a:lnTo>
                  <a:lnTo>
                    <a:pt x="5684092" y="3116972"/>
                  </a:lnTo>
                  <a:lnTo>
                    <a:pt x="5681898" y="3116972"/>
                  </a:lnTo>
                  <a:lnTo>
                    <a:pt x="5679704" y="3116972"/>
                  </a:lnTo>
                  <a:lnTo>
                    <a:pt x="5677511" y="3116972"/>
                  </a:lnTo>
                  <a:lnTo>
                    <a:pt x="5675317" y="3116972"/>
                  </a:lnTo>
                  <a:lnTo>
                    <a:pt x="5673123" y="3116972"/>
                  </a:lnTo>
                  <a:lnTo>
                    <a:pt x="5670929" y="3116972"/>
                  </a:lnTo>
                  <a:lnTo>
                    <a:pt x="5668735" y="3116972"/>
                  </a:lnTo>
                  <a:lnTo>
                    <a:pt x="5666542" y="3116972"/>
                  </a:lnTo>
                  <a:lnTo>
                    <a:pt x="5664348" y="3116972"/>
                  </a:lnTo>
                  <a:lnTo>
                    <a:pt x="5662154" y="3116972"/>
                  </a:lnTo>
                  <a:lnTo>
                    <a:pt x="5659960" y="3116972"/>
                  </a:lnTo>
                  <a:lnTo>
                    <a:pt x="5657767" y="3116972"/>
                  </a:lnTo>
                  <a:lnTo>
                    <a:pt x="5655573" y="3116972"/>
                  </a:lnTo>
                  <a:lnTo>
                    <a:pt x="5653379" y="3116972"/>
                  </a:lnTo>
                  <a:lnTo>
                    <a:pt x="5651185" y="3116972"/>
                  </a:lnTo>
                  <a:lnTo>
                    <a:pt x="5648991" y="3116972"/>
                  </a:lnTo>
                  <a:lnTo>
                    <a:pt x="5646798" y="3116972"/>
                  </a:lnTo>
                  <a:lnTo>
                    <a:pt x="5644604" y="3116972"/>
                  </a:lnTo>
                  <a:lnTo>
                    <a:pt x="5642410" y="3116972"/>
                  </a:lnTo>
                  <a:lnTo>
                    <a:pt x="5640216" y="3116972"/>
                  </a:lnTo>
                  <a:lnTo>
                    <a:pt x="5638023" y="3116972"/>
                  </a:lnTo>
                  <a:lnTo>
                    <a:pt x="5635829" y="3116972"/>
                  </a:lnTo>
                  <a:lnTo>
                    <a:pt x="5633635" y="3116972"/>
                  </a:lnTo>
                  <a:lnTo>
                    <a:pt x="5631441" y="3116972"/>
                  </a:lnTo>
                  <a:lnTo>
                    <a:pt x="5629247" y="3116972"/>
                  </a:lnTo>
                  <a:lnTo>
                    <a:pt x="5627054" y="3116972"/>
                  </a:lnTo>
                  <a:lnTo>
                    <a:pt x="5624860" y="3116972"/>
                  </a:lnTo>
                  <a:lnTo>
                    <a:pt x="5622666" y="3116972"/>
                  </a:lnTo>
                  <a:lnTo>
                    <a:pt x="5620472" y="3116972"/>
                  </a:lnTo>
                  <a:lnTo>
                    <a:pt x="5618278" y="3116972"/>
                  </a:lnTo>
                  <a:lnTo>
                    <a:pt x="5616085" y="3116972"/>
                  </a:lnTo>
                  <a:lnTo>
                    <a:pt x="5613891" y="3116972"/>
                  </a:lnTo>
                  <a:lnTo>
                    <a:pt x="5611697" y="3116972"/>
                  </a:lnTo>
                  <a:lnTo>
                    <a:pt x="5609503" y="3116972"/>
                  </a:lnTo>
                  <a:lnTo>
                    <a:pt x="5607310" y="3116972"/>
                  </a:lnTo>
                  <a:lnTo>
                    <a:pt x="5605116" y="3116972"/>
                  </a:lnTo>
                  <a:lnTo>
                    <a:pt x="5602922" y="3116972"/>
                  </a:lnTo>
                  <a:lnTo>
                    <a:pt x="5600728" y="3116972"/>
                  </a:lnTo>
                  <a:lnTo>
                    <a:pt x="5598534" y="3116972"/>
                  </a:lnTo>
                  <a:lnTo>
                    <a:pt x="5596341" y="3116972"/>
                  </a:lnTo>
                  <a:lnTo>
                    <a:pt x="5594147" y="3116972"/>
                  </a:lnTo>
                  <a:lnTo>
                    <a:pt x="5591953" y="3116972"/>
                  </a:lnTo>
                  <a:lnTo>
                    <a:pt x="5589759" y="3116972"/>
                  </a:lnTo>
                  <a:lnTo>
                    <a:pt x="5587565" y="3116972"/>
                  </a:lnTo>
                  <a:lnTo>
                    <a:pt x="5585372" y="3116972"/>
                  </a:lnTo>
                  <a:lnTo>
                    <a:pt x="5583178" y="3116972"/>
                  </a:lnTo>
                  <a:lnTo>
                    <a:pt x="5580984" y="3116972"/>
                  </a:lnTo>
                  <a:lnTo>
                    <a:pt x="5578790" y="3116972"/>
                  </a:lnTo>
                  <a:lnTo>
                    <a:pt x="5576597" y="3116972"/>
                  </a:lnTo>
                  <a:lnTo>
                    <a:pt x="5574403" y="3116972"/>
                  </a:lnTo>
                  <a:lnTo>
                    <a:pt x="5572209" y="3116972"/>
                  </a:lnTo>
                  <a:lnTo>
                    <a:pt x="5570015" y="3116972"/>
                  </a:lnTo>
                  <a:lnTo>
                    <a:pt x="5567821" y="3116972"/>
                  </a:lnTo>
                  <a:lnTo>
                    <a:pt x="5565628" y="3116972"/>
                  </a:lnTo>
                  <a:lnTo>
                    <a:pt x="5563434" y="3116972"/>
                  </a:lnTo>
                  <a:lnTo>
                    <a:pt x="5561240" y="3116972"/>
                  </a:lnTo>
                  <a:lnTo>
                    <a:pt x="5559046" y="3116972"/>
                  </a:lnTo>
                  <a:lnTo>
                    <a:pt x="5556853" y="3116972"/>
                  </a:lnTo>
                  <a:lnTo>
                    <a:pt x="5554659" y="3116972"/>
                  </a:lnTo>
                  <a:lnTo>
                    <a:pt x="5552465" y="3116972"/>
                  </a:lnTo>
                  <a:lnTo>
                    <a:pt x="5550271" y="3116972"/>
                  </a:lnTo>
                  <a:lnTo>
                    <a:pt x="5548077" y="3116972"/>
                  </a:lnTo>
                  <a:lnTo>
                    <a:pt x="5545884" y="3116972"/>
                  </a:lnTo>
                  <a:lnTo>
                    <a:pt x="5543690" y="3116972"/>
                  </a:lnTo>
                  <a:lnTo>
                    <a:pt x="5541496" y="3116972"/>
                  </a:lnTo>
                  <a:lnTo>
                    <a:pt x="5539302" y="3116972"/>
                  </a:lnTo>
                  <a:lnTo>
                    <a:pt x="5537108" y="3116972"/>
                  </a:lnTo>
                  <a:lnTo>
                    <a:pt x="5534915" y="3116972"/>
                  </a:lnTo>
                  <a:lnTo>
                    <a:pt x="5532721" y="3116972"/>
                  </a:lnTo>
                  <a:lnTo>
                    <a:pt x="5530527" y="3116972"/>
                  </a:lnTo>
                  <a:lnTo>
                    <a:pt x="5528333" y="3116972"/>
                  </a:lnTo>
                  <a:lnTo>
                    <a:pt x="5526140" y="3116972"/>
                  </a:lnTo>
                  <a:lnTo>
                    <a:pt x="5523946" y="3116972"/>
                  </a:lnTo>
                  <a:lnTo>
                    <a:pt x="5521752" y="3116972"/>
                  </a:lnTo>
                  <a:lnTo>
                    <a:pt x="5519558" y="3116972"/>
                  </a:lnTo>
                  <a:lnTo>
                    <a:pt x="5517364" y="3116972"/>
                  </a:lnTo>
                  <a:lnTo>
                    <a:pt x="5515171" y="3116972"/>
                  </a:lnTo>
                  <a:lnTo>
                    <a:pt x="5512977" y="3116972"/>
                  </a:lnTo>
                  <a:lnTo>
                    <a:pt x="5510783" y="3116972"/>
                  </a:lnTo>
                  <a:lnTo>
                    <a:pt x="5508589" y="3116972"/>
                  </a:lnTo>
                  <a:lnTo>
                    <a:pt x="5506396" y="3116972"/>
                  </a:lnTo>
                  <a:lnTo>
                    <a:pt x="5504202" y="3116972"/>
                  </a:lnTo>
                  <a:lnTo>
                    <a:pt x="5502008" y="3116972"/>
                  </a:lnTo>
                  <a:lnTo>
                    <a:pt x="5499814" y="3116972"/>
                  </a:lnTo>
                  <a:lnTo>
                    <a:pt x="5497620" y="3116972"/>
                  </a:lnTo>
                  <a:lnTo>
                    <a:pt x="5495427" y="3116972"/>
                  </a:lnTo>
                  <a:lnTo>
                    <a:pt x="5493233" y="3116972"/>
                  </a:lnTo>
                  <a:lnTo>
                    <a:pt x="5491039" y="3116972"/>
                  </a:lnTo>
                  <a:lnTo>
                    <a:pt x="5488845" y="3116972"/>
                  </a:lnTo>
                  <a:lnTo>
                    <a:pt x="5486651" y="3116972"/>
                  </a:lnTo>
                  <a:lnTo>
                    <a:pt x="5484458" y="3116972"/>
                  </a:lnTo>
                  <a:lnTo>
                    <a:pt x="5482264" y="3116972"/>
                  </a:lnTo>
                  <a:lnTo>
                    <a:pt x="5480070" y="3116972"/>
                  </a:lnTo>
                  <a:lnTo>
                    <a:pt x="5477876" y="3116972"/>
                  </a:lnTo>
                  <a:lnTo>
                    <a:pt x="5475683" y="3116972"/>
                  </a:lnTo>
                  <a:lnTo>
                    <a:pt x="5473489" y="3116972"/>
                  </a:lnTo>
                  <a:lnTo>
                    <a:pt x="5471295" y="3116972"/>
                  </a:lnTo>
                  <a:lnTo>
                    <a:pt x="5469101" y="3116972"/>
                  </a:lnTo>
                  <a:lnTo>
                    <a:pt x="5466907" y="3116972"/>
                  </a:lnTo>
                  <a:lnTo>
                    <a:pt x="5464714" y="3116972"/>
                  </a:lnTo>
                  <a:lnTo>
                    <a:pt x="5462520" y="3116972"/>
                  </a:lnTo>
                  <a:lnTo>
                    <a:pt x="5460326" y="3116972"/>
                  </a:lnTo>
                  <a:lnTo>
                    <a:pt x="5458132" y="3116972"/>
                  </a:lnTo>
                  <a:lnTo>
                    <a:pt x="5455938" y="3116972"/>
                  </a:lnTo>
                  <a:lnTo>
                    <a:pt x="5453745" y="3116972"/>
                  </a:lnTo>
                  <a:lnTo>
                    <a:pt x="5451551" y="3116972"/>
                  </a:lnTo>
                  <a:lnTo>
                    <a:pt x="5449357" y="3116972"/>
                  </a:lnTo>
                  <a:lnTo>
                    <a:pt x="5447163" y="3116972"/>
                  </a:lnTo>
                  <a:lnTo>
                    <a:pt x="5444970" y="3116972"/>
                  </a:lnTo>
                  <a:lnTo>
                    <a:pt x="5442776" y="3116972"/>
                  </a:lnTo>
                  <a:lnTo>
                    <a:pt x="5440582" y="3116972"/>
                  </a:lnTo>
                  <a:lnTo>
                    <a:pt x="5438388" y="3116972"/>
                  </a:lnTo>
                  <a:lnTo>
                    <a:pt x="5436194" y="3116972"/>
                  </a:lnTo>
                  <a:lnTo>
                    <a:pt x="5434001" y="3116972"/>
                  </a:lnTo>
                  <a:lnTo>
                    <a:pt x="5431807" y="3116972"/>
                  </a:lnTo>
                  <a:lnTo>
                    <a:pt x="5429613" y="3116972"/>
                  </a:lnTo>
                  <a:lnTo>
                    <a:pt x="5427419" y="3116972"/>
                  </a:lnTo>
                  <a:lnTo>
                    <a:pt x="5425226" y="3116972"/>
                  </a:lnTo>
                  <a:lnTo>
                    <a:pt x="5423032" y="3116972"/>
                  </a:lnTo>
                  <a:lnTo>
                    <a:pt x="5420838" y="3116972"/>
                  </a:lnTo>
                  <a:lnTo>
                    <a:pt x="5418644" y="3116972"/>
                  </a:lnTo>
                  <a:lnTo>
                    <a:pt x="5416450" y="3116972"/>
                  </a:lnTo>
                  <a:lnTo>
                    <a:pt x="5414257" y="3116972"/>
                  </a:lnTo>
                  <a:lnTo>
                    <a:pt x="5412063" y="3116972"/>
                  </a:lnTo>
                  <a:lnTo>
                    <a:pt x="5409869" y="3116972"/>
                  </a:lnTo>
                  <a:lnTo>
                    <a:pt x="5407675" y="3116972"/>
                  </a:lnTo>
                  <a:lnTo>
                    <a:pt x="5405481" y="3116972"/>
                  </a:lnTo>
                  <a:lnTo>
                    <a:pt x="5403288" y="3116972"/>
                  </a:lnTo>
                  <a:lnTo>
                    <a:pt x="5401094" y="3116972"/>
                  </a:lnTo>
                  <a:lnTo>
                    <a:pt x="5398900" y="3116972"/>
                  </a:lnTo>
                  <a:lnTo>
                    <a:pt x="5396706" y="3116972"/>
                  </a:lnTo>
                  <a:lnTo>
                    <a:pt x="5394513" y="3116972"/>
                  </a:lnTo>
                  <a:lnTo>
                    <a:pt x="5392319" y="3116972"/>
                  </a:lnTo>
                  <a:lnTo>
                    <a:pt x="5390125" y="3116972"/>
                  </a:lnTo>
                  <a:lnTo>
                    <a:pt x="5387931" y="3116972"/>
                  </a:lnTo>
                  <a:lnTo>
                    <a:pt x="5385737" y="3116972"/>
                  </a:lnTo>
                  <a:lnTo>
                    <a:pt x="5383544" y="3116972"/>
                  </a:lnTo>
                  <a:lnTo>
                    <a:pt x="5381350" y="3116972"/>
                  </a:lnTo>
                  <a:lnTo>
                    <a:pt x="5379156" y="3116972"/>
                  </a:lnTo>
                  <a:lnTo>
                    <a:pt x="5376962" y="3116972"/>
                  </a:lnTo>
                  <a:lnTo>
                    <a:pt x="5374769" y="3116972"/>
                  </a:lnTo>
                  <a:lnTo>
                    <a:pt x="5372575" y="3116972"/>
                  </a:lnTo>
                  <a:lnTo>
                    <a:pt x="5370381" y="3116972"/>
                  </a:lnTo>
                  <a:lnTo>
                    <a:pt x="5368187" y="3116972"/>
                  </a:lnTo>
                  <a:lnTo>
                    <a:pt x="5365993" y="3116972"/>
                  </a:lnTo>
                  <a:lnTo>
                    <a:pt x="5363800" y="3116972"/>
                  </a:lnTo>
                  <a:lnTo>
                    <a:pt x="5361606" y="3116972"/>
                  </a:lnTo>
                  <a:lnTo>
                    <a:pt x="5359412" y="3116972"/>
                  </a:lnTo>
                  <a:lnTo>
                    <a:pt x="5357218" y="3116972"/>
                  </a:lnTo>
                  <a:lnTo>
                    <a:pt x="5355024" y="3116972"/>
                  </a:lnTo>
                  <a:lnTo>
                    <a:pt x="5352831" y="3116972"/>
                  </a:lnTo>
                  <a:lnTo>
                    <a:pt x="5350637" y="3116972"/>
                  </a:lnTo>
                  <a:lnTo>
                    <a:pt x="5348443" y="3116972"/>
                  </a:lnTo>
                  <a:lnTo>
                    <a:pt x="5346249" y="3116972"/>
                  </a:lnTo>
                  <a:lnTo>
                    <a:pt x="5344056" y="3116972"/>
                  </a:lnTo>
                  <a:lnTo>
                    <a:pt x="5341862" y="3116972"/>
                  </a:lnTo>
                  <a:lnTo>
                    <a:pt x="5339668" y="3116972"/>
                  </a:lnTo>
                  <a:lnTo>
                    <a:pt x="5337474" y="3116972"/>
                  </a:lnTo>
                  <a:lnTo>
                    <a:pt x="5335280" y="3116972"/>
                  </a:lnTo>
                  <a:lnTo>
                    <a:pt x="5333087" y="3116972"/>
                  </a:lnTo>
                  <a:lnTo>
                    <a:pt x="5330893" y="3116972"/>
                  </a:lnTo>
                  <a:lnTo>
                    <a:pt x="5328699" y="3116972"/>
                  </a:lnTo>
                  <a:lnTo>
                    <a:pt x="5326505" y="3116972"/>
                  </a:lnTo>
                  <a:lnTo>
                    <a:pt x="5324311" y="3116972"/>
                  </a:lnTo>
                  <a:lnTo>
                    <a:pt x="5322118" y="3116972"/>
                  </a:lnTo>
                  <a:lnTo>
                    <a:pt x="5319924" y="3116972"/>
                  </a:lnTo>
                  <a:lnTo>
                    <a:pt x="5317730" y="3116972"/>
                  </a:lnTo>
                  <a:lnTo>
                    <a:pt x="5315536" y="3116972"/>
                  </a:lnTo>
                  <a:lnTo>
                    <a:pt x="5313343" y="3116972"/>
                  </a:lnTo>
                  <a:lnTo>
                    <a:pt x="5311149" y="3116972"/>
                  </a:lnTo>
                  <a:lnTo>
                    <a:pt x="5308955" y="3116972"/>
                  </a:lnTo>
                  <a:lnTo>
                    <a:pt x="5306761" y="3116972"/>
                  </a:lnTo>
                  <a:lnTo>
                    <a:pt x="5304567" y="3116972"/>
                  </a:lnTo>
                  <a:lnTo>
                    <a:pt x="5302374" y="3116972"/>
                  </a:lnTo>
                  <a:lnTo>
                    <a:pt x="5300180" y="3116972"/>
                  </a:lnTo>
                  <a:lnTo>
                    <a:pt x="5297986" y="3116972"/>
                  </a:lnTo>
                  <a:lnTo>
                    <a:pt x="5295792" y="3116972"/>
                  </a:lnTo>
                  <a:lnTo>
                    <a:pt x="5293599" y="3116972"/>
                  </a:lnTo>
                  <a:lnTo>
                    <a:pt x="5291405" y="3116972"/>
                  </a:lnTo>
                  <a:lnTo>
                    <a:pt x="5289211" y="3116972"/>
                  </a:lnTo>
                  <a:lnTo>
                    <a:pt x="5287017" y="3116972"/>
                  </a:lnTo>
                  <a:lnTo>
                    <a:pt x="5284823" y="3116972"/>
                  </a:lnTo>
                  <a:lnTo>
                    <a:pt x="5282630" y="3116972"/>
                  </a:lnTo>
                  <a:lnTo>
                    <a:pt x="5280436" y="3116972"/>
                  </a:lnTo>
                  <a:lnTo>
                    <a:pt x="5278242" y="3116972"/>
                  </a:lnTo>
                  <a:lnTo>
                    <a:pt x="5276048" y="3116972"/>
                  </a:lnTo>
                  <a:lnTo>
                    <a:pt x="5273854" y="3116972"/>
                  </a:lnTo>
                  <a:lnTo>
                    <a:pt x="5271661" y="3116972"/>
                  </a:lnTo>
                  <a:lnTo>
                    <a:pt x="5269467" y="3116972"/>
                  </a:lnTo>
                  <a:lnTo>
                    <a:pt x="5267273" y="3116972"/>
                  </a:lnTo>
                  <a:lnTo>
                    <a:pt x="5265079" y="3116972"/>
                  </a:lnTo>
                  <a:lnTo>
                    <a:pt x="5262886" y="3116972"/>
                  </a:lnTo>
                  <a:lnTo>
                    <a:pt x="5260692" y="3116972"/>
                  </a:lnTo>
                  <a:lnTo>
                    <a:pt x="5258498" y="3116972"/>
                  </a:lnTo>
                  <a:lnTo>
                    <a:pt x="5256304" y="3116972"/>
                  </a:lnTo>
                  <a:lnTo>
                    <a:pt x="5254110" y="3116972"/>
                  </a:lnTo>
                  <a:lnTo>
                    <a:pt x="5251917" y="3116972"/>
                  </a:lnTo>
                  <a:lnTo>
                    <a:pt x="5249723" y="3116972"/>
                  </a:lnTo>
                  <a:lnTo>
                    <a:pt x="5247529" y="3116972"/>
                  </a:lnTo>
                  <a:lnTo>
                    <a:pt x="5245335" y="3116972"/>
                  </a:lnTo>
                  <a:lnTo>
                    <a:pt x="5243142" y="3116972"/>
                  </a:lnTo>
                  <a:lnTo>
                    <a:pt x="5240948" y="3116972"/>
                  </a:lnTo>
                  <a:lnTo>
                    <a:pt x="5238754" y="3116972"/>
                  </a:lnTo>
                  <a:lnTo>
                    <a:pt x="5236560" y="3116972"/>
                  </a:lnTo>
                  <a:lnTo>
                    <a:pt x="5234366" y="3116972"/>
                  </a:lnTo>
                  <a:lnTo>
                    <a:pt x="5232173" y="3116972"/>
                  </a:lnTo>
                  <a:lnTo>
                    <a:pt x="5229979" y="3116972"/>
                  </a:lnTo>
                  <a:lnTo>
                    <a:pt x="5227785" y="3116972"/>
                  </a:lnTo>
                  <a:lnTo>
                    <a:pt x="5225591" y="3116972"/>
                  </a:lnTo>
                  <a:lnTo>
                    <a:pt x="5223397" y="3116972"/>
                  </a:lnTo>
                  <a:lnTo>
                    <a:pt x="5221204" y="3116972"/>
                  </a:lnTo>
                  <a:lnTo>
                    <a:pt x="5219010" y="3116972"/>
                  </a:lnTo>
                  <a:lnTo>
                    <a:pt x="5216816" y="3116972"/>
                  </a:lnTo>
                  <a:lnTo>
                    <a:pt x="5214622" y="3116972"/>
                  </a:lnTo>
                  <a:lnTo>
                    <a:pt x="5212429" y="3116972"/>
                  </a:lnTo>
                  <a:lnTo>
                    <a:pt x="5210235" y="3116972"/>
                  </a:lnTo>
                  <a:lnTo>
                    <a:pt x="5208041" y="3116972"/>
                  </a:lnTo>
                  <a:lnTo>
                    <a:pt x="5205847" y="3116972"/>
                  </a:lnTo>
                  <a:lnTo>
                    <a:pt x="5203653" y="3116972"/>
                  </a:lnTo>
                  <a:lnTo>
                    <a:pt x="5201460" y="3116972"/>
                  </a:lnTo>
                  <a:lnTo>
                    <a:pt x="5199266" y="3116972"/>
                  </a:lnTo>
                  <a:lnTo>
                    <a:pt x="5197072" y="3116972"/>
                  </a:lnTo>
                  <a:lnTo>
                    <a:pt x="5194878" y="3116972"/>
                  </a:lnTo>
                  <a:lnTo>
                    <a:pt x="5192685" y="3116972"/>
                  </a:lnTo>
                  <a:lnTo>
                    <a:pt x="5190491" y="3116972"/>
                  </a:lnTo>
                  <a:lnTo>
                    <a:pt x="5188297" y="3116972"/>
                  </a:lnTo>
                  <a:lnTo>
                    <a:pt x="5186103" y="3116972"/>
                  </a:lnTo>
                  <a:lnTo>
                    <a:pt x="5183909" y="3116972"/>
                  </a:lnTo>
                  <a:lnTo>
                    <a:pt x="5181716" y="3116972"/>
                  </a:lnTo>
                  <a:lnTo>
                    <a:pt x="5179522" y="3116972"/>
                  </a:lnTo>
                  <a:lnTo>
                    <a:pt x="5177328" y="3116972"/>
                  </a:lnTo>
                  <a:lnTo>
                    <a:pt x="5175134" y="3116972"/>
                  </a:lnTo>
                  <a:lnTo>
                    <a:pt x="5172940" y="3116972"/>
                  </a:lnTo>
                  <a:lnTo>
                    <a:pt x="5170747" y="3116972"/>
                  </a:lnTo>
                  <a:lnTo>
                    <a:pt x="5168553" y="3116972"/>
                  </a:lnTo>
                  <a:lnTo>
                    <a:pt x="5166359" y="3116972"/>
                  </a:lnTo>
                  <a:lnTo>
                    <a:pt x="5164165" y="3116972"/>
                  </a:lnTo>
                  <a:lnTo>
                    <a:pt x="5161972" y="3116972"/>
                  </a:lnTo>
                  <a:lnTo>
                    <a:pt x="5159778" y="3116972"/>
                  </a:lnTo>
                  <a:lnTo>
                    <a:pt x="5157584" y="3116972"/>
                  </a:lnTo>
                  <a:lnTo>
                    <a:pt x="5155390" y="3116972"/>
                  </a:lnTo>
                  <a:lnTo>
                    <a:pt x="5153196" y="3116972"/>
                  </a:lnTo>
                  <a:lnTo>
                    <a:pt x="5151003" y="3116972"/>
                  </a:lnTo>
                  <a:lnTo>
                    <a:pt x="5148809" y="3116972"/>
                  </a:lnTo>
                  <a:lnTo>
                    <a:pt x="5146615" y="3116972"/>
                  </a:lnTo>
                  <a:lnTo>
                    <a:pt x="5144421" y="3116972"/>
                  </a:lnTo>
                  <a:lnTo>
                    <a:pt x="5142227" y="3116972"/>
                  </a:lnTo>
                  <a:lnTo>
                    <a:pt x="5140034" y="3116972"/>
                  </a:lnTo>
                  <a:lnTo>
                    <a:pt x="5137840" y="3116972"/>
                  </a:lnTo>
                  <a:lnTo>
                    <a:pt x="5135646" y="3116972"/>
                  </a:lnTo>
                  <a:lnTo>
                    <a:pt x="5133452" y="3116972"/>
                  </a:lnTo>
                  <a:lnTo>
                    <a:pt x="5131259" y="3116972"/>
                  </a:lnTo>
                  <a:lnTo>
                    <a:pt x="5129065" y="3116972"/>
                  </a:lnTo>
                  <a:lnTo>
                    <a:pt x="5126871" y="3116972"/>
                  </a:lnTo>
                  <a:lnTo>
                    <a:pt x="5124677" y="3116972"/>
                  </a:lnTo>
                  <a:lnTo>
                    <a:pt x="5122483" y="3116972"/>
                  </a:lnTo>
                  <a:lnTo>
                    <a:pt x="5120290" y="3116972"/>
                  </a:lnTo>
                  <a:lnTo>
                    <a:pt x="5118096" y="3116972"/>
                  </a:lnTo>
                  <a:lnTo>
                    <a:pt x="5115902" y="3116972"/>
                  </a:lnTo>
                  <a:lnTo>
                    <a:pt x="5113708" y="3116972"/>
                  </a:lnTo>
                  <a:lnTo>
                    <a:pt x="5111515" y="3116972"/>
                  </a:lnTo>
                  <a:lnTo>
                    <a:pt x="5109321" y="3116972"/>
                  </a:lnTo>
                  <a:lnTo>
                    <a:pt x="5107127" y="3116972"/>
                  </a:lnTo>
                  <a:lnTo>
                    <a:pt x="5104933" y="3116972"/>
                  </a:lnTo>
                  <a:lnTo>
                    <a:pt x="5102739" y="3116972"/>
                  </a:lnTo>
                  <a:lnTo>
                    <a:pt x="5100546" y="3116972"/>
                  </a:lnTo>
                  <a:lnTo>
                    <a:pt x="5098352" y="3116972"/>
                  </a:lnTo>
                  <a:lnTo>
                    <a:pt x="5096158" y="3116972"/>
                  </a:lnTo>
                  <a:lnTo>
                    <a:pt x="5093964" y="3116972"/>
                  </a:lnTo>
                  <a:lnTo>
                    <a:pt x="5091770" y="3116972"/>
                  </a:lnTo>
                  <a:lnTo>
                    <a:pt x="5089577" y="3116972"/>
                  </a:lnTo>
                  <a:lnTo>
                    <a:pt x="5087383" y="3116972"/>
                  </a:lnTo>
                  <a:lnTo>
                    <a:pt x="5085189" y="3116972"/>
                  </a:lnTo>
                  <a:lnTo>
                    <a:pt x="5082995" y="3116972"/>
                  </a:lnTo>
                  <a:lnTo>
                    <a:pt x="5080802" y="3116972"/>
                  </a:lnTo>
                  <a:lnTo>
                    <a:pt x="5078608" y="3116972"/>
                  </a:lnTo>
                  <a:lnTo>
                    <a:pt x="5076414" y="3116972"/>
                  </a:lnTo>
                  <a:lnTo>
                    <a:pt x="5074220" y="3116972"/>
                  </a:lnTo>
                  <a:lnTo>
                    <a:pt x="5072026" y="3116972"/>
                  </a:lnTo>
                  <a:lnTo>
                    <a:pt x="5069833" y="3116972"/>
                  </a:lnTo>
                  <a:lnTo>
                    <a:pt x="5067639" y="3116972"/>
                  </a:lnTo>
                  <a:lnTo>
                    <a:pt x="5065445" y="3116972"/>
                  </a:lnTo>
                  <a:lnTo>
                    <a:pt x="5063251" y="3116972"/>
                  </a:lnTo>
                  <a:lnTo>
                    <a:pt x="5061058" y="3116972"/>
                  </a:lnTo>
                  <a:lnTo>
                    <a:pt x="5058864" y="3116972"/>
                  </a:lnTo>
                  <a:lnTo>
                    <a:pt x="5056670" y="3116972"/>
                  </a:lnTo>
                  <a:lnTo>
                    <a:pt x="5054476" y="3116972"/>
                  </a:lnTo>
                  <a:lnTo>
                    <a:pt x="5052282" y="3116972"/>
                  </a:lnTo>
                  <a:lnTo>
                    <a:pt x="5050089" y="3116972"/>
                  </a:lnTo>
                  <a:lnTo>
                    <a:pt x="5047895" y="3116972"/>
                  </a:lnTo>
                  <a:lnTo>
                    <a:pt x="5045701" y="3116972"/>
                  </a:lnTo>
                  <a:lnTo>
                    <a:pt x="5043507" y="3116972"/>
                  </a:lnTo>
                  <a:lnTo>
                    <a:pt x="5041313" y="3116972"/>
                  </a:lnTo>
                  <a:lnTo>
                    <a:pt x="5039120" y="3116972"/>
                  </a:lnTo>
                  <a:lnTo>
                    <a:pt x="5036926" y="3116972"/>
                  </a:lnTo>
                  <a:lnTo>
                    <a:pt x="5034732" y="3116972"/>
                  </a:lnTo>
                  <a:lnTo>
                    <a:pt x="5032538" y="3116972"/>
                  </a:lnTo>
                  <a:lnTo>
                    <a:pt x="5030345" y="3116972"/>
                  </a:lnTo>
                  <a:lnTo>
                    <a:pt x="5028151" y="3116972"/>
                  </a:lnTo>
                  <a:lnTo>
                    <a:pt x="5025957" y="3116972"/>
                  </a:lnTo>
                  <a:lnTo>
                    <a:pt x="5023763" y="3116972"/>
                  </a:lnTo>
                  <a:lnTo>
                    <a:pt x="5021569" y="3116972"/>
                  </a:lnTo>
                  <a:lnTo>
                    <a:pt x="5019376" y="3116972"/>
                  </a:lnTo>
                  <a:lnTo>
                    <a:pt x="5017182" y="3116972"/>
                  </a:lnTo>
                  <a:lnTo>
                    <a:pt x="5014988" y="3116972"/>
                  </a:lnTo>
                  <a:lnTo>
                    <a:pt x="5012794" y="3116972"/>
                  </a:lnTo>
                  <a:lnTo>
                    <a:pt x="5010600" y="3116972"/>
                  </a:lnTo>
                  <a:lnTo>
                    <a:pt x="5008407" y="3116972"/>
                  </a:lnTo>
                  <a:lnTo>
                    <a:pt x="5006213" y="3116972"/>
                  </a:lnTo>
                  <a:lnTo>
                    <a:pt x="5004019" y="3116972"/>
                  </a:lnTo>
                  <a:lnTo>
                    <a:pt x="5001825" y="3116972"/>
                  </a:lnTo>
                  <a:lnTo>
                    <a:pt x="4999632" y="3116972"/>
                  </a:lnTo>
                  <a:lnTo>
                    <a:pt x="4997438" y="3116972"/>
                  </a:lnTo>
                  <a:lnTo>
                    <a:pt x="4995244" y="3116972"/>
                  </a:lnTo>
                  <a:lnTo>
                    <a:pt x="4993050" y="3116972"/>
                  </a:lnTo>
                  <a:lnTo>
                    <a:pt x="4990856" y="3116972"/>
                  </a:lnTo>
                  <a:lnTo>
                    <a:pt x="4988663" y="3116972"/>
                  </a:lnTo>
                  <a:lnTo>
                    <a:pt x="4986469" y="3116972"/>
                  </a:lnTo>
                  <a:lnTo>
                    <a:pt x="4984275" y="3116972"/>
                  </a:lnTo>
                  <a:lnTo>
                    <a:pt x="4982081" y="3116972"/>
                  </a:lnTo>
                  <a:lnTo>
                    <a:pt x="4979888" y="3116972"/>
                  </a:lnTo>
                  <a:lnTo>
                    <a:pt x="4977694" y="3116972"/>
                  </a:lnTo>
                  <a:lnTo>
                    <a:pt x="4975500" y="3116972"/>
                  </a:lnTo>
                  <a:lnTo>
                    <a:pt x="4973306" y="3116972"/>
                  </a:lnTo>
                  <a:lnTo>
                    <a:pt x="4971112" y="3116972"/>
                  </a:lnTo>
                  <a:lnTo>
                    <a:pt x="4968919" y="3116972"/>
                  </a:lnTo>
                  <a:lnTo>
                    <a:pt x="4966725" y="3116972"/>
                  </a:lnTo>
                  <a:lnTo>
                    <a:pt x="4964531" y="3116972"/>
                  </a:lnTo>
                  <a:lnTo>
                    <a:pt x="4962337" y="3116972"/>
                  </a:lnTo>
                  <a:lnTo>
                    <a:pt x="4960143" y="3116972"/>
                  </a:lnTo>
                  <a:lnTo>
                    <a:pt x="4957950" y="3116972"/>
                  </a:lnTo>
                  <a:lnTo>
                    <a:pt x="4955756" y="3116972"/>
                  </a:lnTo>
                  <a:lnTo>
                    <a:pt x="4953562" y="3116972"/>
                  </a:lnTo>
                  <a:lnTo>
                    <a:pt x="4951368" y="3116972"/>
                  </a:lnTo>
                  <a:lnTo>
                    <a:pt x="4949175" y="3116972"/>
                  </a:lnTo>
                  <a:lnTo>
                    <a:pt x="4946981" y="3116972"/>
                  </a:lnTo>
                  <a:lnTo>
                    <a:pt x="4944787" y="3116972"/>
                  </a:lnTo>
                  <a:lnTo>
                    <a:pt x="4942593" y="3116972"/>
                  </a:lnTo>
                  <a:lnTo>
                    <a:pt x="4940399" y="3116972"/>
                  </a:lnTo>
                  <a:lnTo>
                    <a:pt x="4938206" y="3116972"/>
                  </a:lnTo>
                  <a:lnTo>
                    <a:pt x="4936012" y="3116972"/>
                  </a:lnTo>
                  <a:lnTo>
                    <a:pt x="4933818" y="3116972"/>
                  </a:lnTo>
                  <a:lnTo>
                    <a:pt x="4931624" y="3116972"/>
                  </a:lnTo>
                  <a:lnTo>
                    <a:pt x="4929431" y="3116972"/>
                  </a:lnTo>
                  <a:lnTo>
                    <a:pt x="4927237" y="3116972"/>
                  </a:lnTo>
                  <a:lnTo>
                    <a:pt x="4925043" y="3116972"/>
                  </a:lnTo>
                  <a:lnTo>
                    <a:pt x="4922849" y="3116972"/>
                  </a:lnTo>
                  <a:lnTo>
                    <a:pt x="4920655" y="3116972"/>
                  </a:lnTo>
                  <a:lnTo>
                    <a:pt x="4918462" y="3116972"/>
                  </a:lnTo>
                  <a:lnTo>
                    <a:pt x="4916268" y="3116972"/>
                  </a:lnTo>
                  <a:lnTo>
                    <a:pt x="4914074" y="3116972"/>
                  </a:lnTo>
                  <a:lnTo>
                    <a:pt x="4911880" y="3116972"/>
                  </a:lnTo>
                  <a:lnTo>
                    <a:pt x="4909686" y="3116972"/>
                  </a:lnTo>
                  <a:lnTo>
                    <a:pt x="4907493" y="3116972"/>
                  </a:lnTo>
                  <a:lnTo>
                    <a:pt x="4905299" y="3116972"/>
                  </a:lnTo>
                  <a:lnTo>
                    <a:pt x="4903105" y="3116972"/>
                  </a:lnTo>
                  <a:lnTo>
                    <a:pt x="4900911" y="3116972"/>
                  </a:lnTo>
                  <a:lnTo>
                    <a:pt x="4898718" y="3116972"/>
                  </a:lnTo>
                  <a:lnTo>
                    <a:pt x="4896524" y="3116972"/>
                  </a:lnTo>
                  <a:lnTo>
                    <a:pt x="4894330" y="3116972"/>
                  </a:lnTo>
                  <a:lnTo>
                    <a:pt x="4892136" y="3116972"/>
                  </a:lnTo>
                  <a:lnTo>
                    <a:pt x="4889942" y="3116972"/>
                  </a:lnTo>
                  <a:lnTo>
                    <a:pt x="4887749" y="3116972"/>
                  </a:lnTo>
                  <a:lnTo>
                    <a:pt x="4885555" y="3116972"/>
                  </a:lnTo>
                  <a:lnTo>
                    <a:pt x="4883361" y="3116972"/>
                  </a:lnTo>
                  <a:lnTo>
                    <a:pt x="4881167" y="3116972"/>
                  </a:lnTo>
                  <a:lnTo>
                    <a:pt x="4878973" y="3116972"/>
                  </a:lnTo>
                  <a:lnTo>
                    <a:pt x="4876780" y="3116972"/>
                  </a:lnTo>
                  <a:lnTo>
                    <a:pt x="4874586" y="3116972"/>
                  </a:lnTo>
                  <a:lnTo>
                    <a:pt x="4872392" y="3116972"/>
                  </a:lnTo>
                  <a:lnTo>
                    <a:pt x="4870198" y="3116972"/>
                  </a:lnTo>
                  <a:lnTo>
                    <a:pt x="4868005" y="3116972"/>
                  </a:lnTo>
                  <a:lnTo>
                    <a:pt x="4865811" y="3116972"/>
                  </a:lnTo>
                  <a:lnTo>
                    <a:pt x="4863617" y="3116972"/>
                  </a:lnTo>
                  <a:lnTo>
                    <a:pt x="4861423" y="3116972"/>
                  </a:lnTo>
                  <a:lnTo>
                    <a:pt x="4859229" y="3116972"/>
                  </a:lnTo>
                  <a:lnTo>
                    <a:pt x="4857036" y="3116972"/>
                  </a:lnTo>
                  <a:lnTo>
                    <a:pt x="4854842" y="3116972"/>
                  </a:lnTo>
                  <a:lnTo>
                    <a:pt x="4852648" y="3116972"/>
                  </a:lnTo>
                  <a:lnTo>
                    <a:pt x="4850454" y="3116972"/>
                  </a:lnTo>
                  <a:lnTo>
                    <a:pt x="4848261" y="3116972"/>
                  </a:lnTo>
                  <a:lnTo>
                    <a:pt x="4846067" y="3116972"/>
                  </a:lnTo>
                  <a:lnTo>
                    <a:pt x="4843873" y="3116972"/>
                  </a:lnTo>
                  <a:lnTo>
                    <a:pt x="4841679" y="3116972"/>
                  </a:lnTo>
                  <a:lnTo>
                    <a:pt x="4839485" y="3116972"/>
                  </a:lnTo>
                  <a:lnTo>
                    <a:pt x="4837292" y="3116972"/>
                  </a:lnTo>
                  <a:lnTo>
                    <a:pt x="4835098" y="3116972"/>
                  </a:lnTo>
                  <a:lnTo>
                    <a:pt x="4832904" y="3116972"/>
                  </a:lnTo>
                  <a:lnTo>
                    <a:pt x="4830710" y="3116972"/>
                  </a:lnTo>
                  <a:lnTo>
                    <a:pt x="4828516" y="3116972"/>
                  </a:lnTo>
                  <a:lnTo>
                    <a:pt x="4826323" y="3116972"/>
                  </a:lnTo>
                  <a:lnTo>
                    <a:pt x="4824129" y="3116972"/>
                  </a:lnTo>
                  <a:lnTo>
                    <a:pt x="4821935" y="3116972"/>
                  </a:lnTo>
                  <a:lnTo>
                    <a:pt x="4819741" y="3116972"/>
                  </a:lnTo>
                  <a:lnTo>
                    <a:pt x="4817548" y="3116972"/>
                  </a:lnTo>
                  <a:lnTo>
                    <a:pt x="4815354" y="3116972"/>
                  </a:lnTo>
                  <a:lnTo>
                    <a:pt x="4813160" y="3116972"/>
                  </a:lnTo>
                  <a:lnTo>
                    <a:pt x="4810966" y="3116972"/>
                  </a:lnTo>
                  <a:lnTo>
                    <a:pt x="4808772" y="3116972"/>
                  </a:lnTo>
                  <a:lnTo>
                    <a:pt x="4806579" y="3116972"/>
                  </a:lnTo>
                  <a:lnTo>
                    <a:pt x="4804385" y="3116972"/>
                  </a:lnTo>
                  <a:lnTo>
                    <a:pt x="4802191" y="3116972"/>
                  </a:lnTo>
                  <a:lnTo>
                    <a:pt x="4799997" y="3116972"/>
                  </a:lnTo>
                  <a:lnTo>
                    <a:pt x="4797804" y="3116972"/>
                  </a:lnTo>
                  <a:lnTo>
                    <a:pt x="4795610" y="3116972"/>
                  </a:lnTo>
                  <a:lnTo>
                    <a:pt x="4793416" y="3116972"/>
                  </a:lnTo>
                  <a:lnTo>
                    <a:pt x="4791222" y="3116972"/>
                  </a:lnTo>
                  <a:lnTo>
                    <a:pt x="4789028" y="3116972"/>
                  </a:lnTo>
                  <a:lnTo>
                    <a:pt x="4786835" y="3116972"/>
                  </a:lnTo>
                  <a:lnTo>
                    <a:pt x="4784641" y="3116972"/>
                  </a:lnTo>
                  <a:lnTo>
                    <a:pt x="4782447" y="3116972"/>
                  </a:lnTo>
                  <a:lnTo>
                    <a:pt x="4780253" y="3116972"/>
                  </a:lnTo>
                  <a:lnTo>
                    <a:pt x="4778059" y="3116972"/>
                  </a:lnTo>
                  <a:lnTo>
                    <a:pt x="4775866" y="3116972"/>
                  </a:lnTo>
                  <a:lnTo>
                    <a:pt x="4773672" y="3116972"/>
                  </a:lnTo>
                  <a:lnTo>
                    <a:pt x="4771478" y="3116972"/>
                  </a:lnTo>
                  <a:lnTo>
                    <a:pt x="4769284" y="3116972"/>
                  </a:lnTo>
                  <a:lnTo>
                    <a:pt x="4767091" y="3116972"/>
                  </a:lnTo>
                  <a:lnTo>
                    <a:pt x="4764897" y="3116972"/>
                  </a:lnTo>
                  <a:lnTo>
                    <a:pt x="4762703" y="3116972"/>
                  </a:lnTo>
                  <a:lnTo>
                    <a:pt x="4760509" y="3116972"/>
                  </a:lnTo>
                  <a:lnTo>
                    <a:pt x="4758315" y="3116972"/>
                  </a:lnTo>
                  <a:lnTo>
                    <a:pt x="4756122" y="3116972"/>
                  </a:lnTo>
                  <a:lnTo>
                    <a:pt x="4753928" y="3116972"/>
                  </a:lnTo>
                  <a:lnTo>
                    <a:pt x="4751734" y="3116972"/>
                  </a:lnTo>
                  <a:lnTo>
                    <a:pt x="4749540" y="3116972"/>
                  </a:lnTo>
                  <a:lnTo>
                    <a:pt x="4747346" y="3116972"/>
                  </a:lnTo>
                  <a:lnTo>
                    <a:pt x="4745153" y="3116972"/>
                  </a:lnTo>
                  <a:lnTo>
                    <a:pt x="4742959" y="3116972"/>
                  </a:lnTo>
                  <a:lnTo>
                    <a:pt x="4740765" y="3116972"/>
                  </a:lnTo>
                  <a:lnTo>
                    <a:pt x="4738571" y="3116972"/>
                  </a:lnTo>
                  <a:lnTo>
                    <a:pt x="4736378" y="3116972"/>
                  </a:lnTo>
                  <a:lnTo>
                    <a:pt x="4734184" y="3116972"/>
                  </a:lnTo>
                  <a:lnTo>
                    <a:pt x="4731990" y="3116972"/>
                  </a:lnTo>
                  <a:lnTo>
                    <a:pt x="4729796" y="3116972"/>
                  </a:lnTo>
                  <a:lnTo>
                    <a:pt x="4727602" y="3116972"/>
                  </a:lnTo>
                  <a:lnTo>
                    <a:pt x="4725409" y="3116972"/>
                  </a:lnTo>
                  <a:lnTo>
                    <a:pt x="4723215" y="3116972"/>
                  </a:lnTo>
                  <a:lnTo>
                    <a:pt x="4721021" y="3116972"/>
                  </a:lnTo>
                  <a:lnTo>
                    <a:pt x="4718827" y="3116972"/>
                  </a:lnTo>
                  <a:lnTo>
                    <a:pt x="4716634" y="3116972"/>
                  </a:lnTo>
                  <a:lnTo>
                    <a:pt x="4714440" y="3116972"/>
                  </a:lnTo>
                  <a:lnTo>
                    <a:pt x="4712246" y="3116972"/>
                  </a:lnTo>
                  <a:lnTo>
                    <a:pt x="4710052" y="3116972"/>
                  </a:lnTo>
                  <a:lnTo>
                    <a:pt x="4707858" y="3116972"/>
                  </a:lnTo>
                  <a:lnTo>
                    <a:pt x="4705665" y="3116972"/>
                  </a:lnTo>
                  <a:lnTo>
                    <a:pt x="4703471" y="3116972"/>
                  </a:lnTo>
                  <a:lnTo>
                    <a:pt x="4701277" y="3116972"/>
                  </a:lnTo>
                  <a:lnTo>
                    <a:pt x="4699083" y="3116972"/>
                  </a:lnTo>
                  <a:lnTo>
                    <a:pt x="4696889" y="3116972"/>
                  </a:lnTo>
                  <a:lnTo>
                    <a:pt x="4694696" y="3116972"/>
                  </a:lnTo>
                  <a:lnTo>
                    <a:pt x="4692502" y="3116972"/>
                  </a:lnTo>
                  <a:lnTo>
                    <a:pt x="4690308" y="3116972"/>
                  </a:lnTo>
                  <a:lnTo>
                    <a:pt x="4688114" y="3116972"/>
                  </a:lnTo>
                  <a:lnTo>
                    <a:pt x="4685921" y="3116972"/>
                  </a:lnTo>
                  <a:lnTo>
                    <a:pt x="4683727" y="3116972"/>
                  </a:lnTo>
                  <a:lnTo>
                    <a:pt x="4681533" y="3116972"/>
                  </a:lnTo>
                  <a:lnTo>
                    <a:pt x="4679339" y="3116972"/>
                  </a:lnTo>
                  <a:lnTo>
                    <a:pt x="4677145" y="3116972"/>
                  </a:lnTo>
                  <a:lnTo>
                    <a:pt x="4674952" y="3116972"/>
                  </a:lnTo>
                  <a:lnTo>
                    <a:pt x="4672758" y="3116972"/>
                  </a:lnTo>
                  <a:lnTo>
                    <a:pt x="4670564" y="3116972"/>
                  </a:lnTo>
                  <a:lnTo>
                    <a:pt x="4668370" y="3116972"/>
                  </a:lnTo>
                  <a:lnTo>
                    <a:pt x="4666177" y="3116972"/>
                  </a:lnTo>
                  <a:lnTo>
                    <a:pt x="4663983" y="3116972"/>
                  </a:lnTo>
                  <a:lnTo>
                    <a:pt x="4661789" y="3116972"/>
                  </a:lnTo>
                  <a:lnTo>
                    <a:pt x="4659595" y="3116972"/>
                  </a:lnTo>
                  <a:lnTo>
                    <a:pt x="4657401" y="3116972"/>
                  </a:lnTo>
                  <a:lnTo>
                    <a:pt x="4655208" y="3116972"/>
                  </a:lnTo>
                  <a:lnTo>
                    <a:pt x="4653014" y="3116972"/>
                  </a:lnTo>
                  <a:lnTo>
                    <a:pt x="4650820" y="3116972"/>
                  </a:lnTo>
                  <a:lnTo>
                    <a:pt x="4648626" y="3116972"/>
                  </a:lnTo>
                  <a:lnTo>
                    <a:pt x="4646432" y="3116972"/>
                  </a:lnTo>
                  <a:lnTo>
                    <a:pt x="4644239" y="3116972"/>
                  </a:lnTo>
                  <a:lnTo>
                    <a:pt x="4642045" y="3116972"/>
                  </a:lnTo>
                  <a:lnTo>
                    <a:pt x="4639851" y="3116972"/>
                  </a:lnTo>
                  <a:lnTo>
                    <a:pt x="4637657" y="3116972"/>
                  </a:lnTo>
                  <a:lnTo>
                    <a:pt x="4635464" y="3116972"/>
                  </a:lnTo>
                  <a:lnTo>
                    <a:pt x="4633270" y="3116972"/>
                  </a:lnTo>
                  <a:lnTo>
                    <a:pt x="4631076" y="3116972"/>
                  </a:lnTo>
                  <a:lnTo>
                    <a:pt x="4628882" y="3116972"/>
                  </a:lnTo>
                  <a:lnTo>
                    <a:pt x="4626688" y="3116972"/>
                  </a:lnTo>
                  <a:lnTo>
                    <a:pt x="4624495" y="3116972"/>
                  </a:lnTo>
                  <a:lnTo>
                    <a:pt x="4622301" y="3116972"/>
                  </a:lnTo>
                  <a:lnTo>
                    <a:pt x="4620107" y="3116972"/>
                  </a:lnTo>
                  <a:lnTo>
                    <a:pt x="4617913" y="3116972"/>
                  </a:lnTo>
                  <a:lnTo>
                    <a:pt x="4615720" y="3116972"/>
                  </a:lnTo>
                  <a:lnTo>
                    <a:pt x="4613526" y="3116972"/>
                  </a:lnTo>
                  <a:lnTo>
                    <a:pt x="4611332" y="3116972"/>
                  </a:lnTo>
                  <a:lnTo>
                    <a:pt x="4609138" y="3116972"/>
                  </a:lnTo>
                  <a:lnTo>
                    <a:pt x="4606944" y="3116972"/>
                  </a:lnTo>
                  <a:lnTo>
                    <a:pt x="4604751" y="3116972"/>
                  </a:lnTo>
                  <a:lnTo>
                    <a:pt x="4602557" y="3116972"/>
                  </a:lnTo>
                  <a:lnTo>
                    <a:pt x="4600363" y="3116972"/>
                  </a:lnTo>
                  <a:lnTo>
                    <a:pt x="4598169" y="3116972"/>
                  </a:lnTo>
                  <a:lnTo>
                    <a:pt x="4595975" y="3116972"/>
                  </a:lnTo>
                  <a:lnTo>
                    <a:pt x="4593782" y="3116972"/>
                  </a:lnTo>
                  <a:lnTo>
                    <a:pt x="4591588" y="3116972"/>
                  </a:lnTo>
                  <a:lnTo>
                    <a:pt x="4589394" y="3116972"/>
                  </a:lnTo>
                  <a:lnTo>
                    <a:pt x="4587200" y="3116972"/>
                  </a:lnTo>
                  <a:lnTo>
                    <a:pt x="4585007" y="3116972"/>
                  </a:lnTo>
                  <a:lnTo>
                    <a:pt x="4582813" y="3116972"/>
                  </a:lnTo>
                  <a:lnTo>
                    <a:pt x="4580619" y="3116972"/>
                  </a:lnTo>
                  <a:lnTo>
                    <a:pt x="4578425" y="3116972"/>
                  </a:lnTo>
                  <a:lnTo>
                    <a:pt x="4576231" y="3116972"/>
                  </a:lnTo>
                  <a:lnTo>
                    <a:pt x="4574038" y="3116972"/>
                  </a:lnTo>
                  <a:lnTo>
                    <a:pt x="4571844" y="3116972"/>
                  </a:lnTo>
                  <a:lnTo>
                    <a:pt x="4569650" y="3116972"/>
                  </a:lnTo>
                  <a:lnTo>
                    <a:pt x="4567456" y="3116972"/>
                  </a:lnTo>
                  <a:lnTo>
                    <a:pt x="4565262" y="3116972"/>
                  </a:lnTo>
                  <a:lnTo>
                    <a:pt x="4563069" y="3116972"/>
                  </a:lnTo>
                  <a:lnTo>
                    <a:pt x="4560875" y="3116972"/>
                  </a:lnTo>
                  <a:lnTo>
                    <a:pt x="4558681" y="3116972"/>
                  </a:lnTo>
                  <a:lnTo>
                    <a:pt x="4556487" y="3116972"/>
                  </a:lnTo>
                  <a:lnTo>
                    <a:pt x="4554294" y="3116972"/>
                  </a:lnTo>
                  <a:lnTo>
                    <a:pt x="4552100" y="3116972"/>
                  </a:lnTo>
                  <a:lnTo>
                    <a:pt x="4549906" y="3116972"/>
                  </a:lnTo>
                  <a:lnTo>
                    <a:pt x="4547712" y="3116972"/>
                  </a:lnTo>
                  <a:lnTo>
                    <a:pt x="4545518" y="3116972"/>
                  </a:lnTo>
                  <a:lnTo>
                    <a:pt x="4543325" y="3116972"/>
                  </a:lnTo>
                  <a:lnTo>
                    <a:pt x="4541131" y="3116972"/>
                  </a:lnTo>
                  <a:lnTo>
                    <a:pt x="4538937" y="3116972"/>
                  </a:lnTo>
                  <a:lnTo>
                    <a:pt x="4536743" y="3116972"/>
                  </a:lnTo>
                  <a:lnTo>
                    <a:pt x="4534550" y="3116972"/>
                  </a:lnTo>
                  <a:lnTo>
                    <a:pt x="4532356" y="3116972"/>
                  </a:lnTo>
                  <a:lnTo>
                    <a:pt x="4530162" y="3116972"/>
                  </a:lnTo>
                  <a:lnTo>
                    <a:pt x="4527968" y="3116972"/>
                  </a:lnTo>
                  <a:lnTo>
                    <a:pt x="4525774" y="3116972"/>
                  </a:lnTo>
                  <a:lnTo>
                    <a:pt x="4523581" y="3116972"/>
                  </a:lnTo>
                  <a:lnTo>
                    <a:pt x="4521387" y="3116972"/>
                  </a:lnTo>
                  <a:lnTo>
                    <a:pt x="4519193" y="3116972"/>
                  </a:lnTo>
                  <a:lnTo>
                    <a:pt x="4516999" y="3116972"/>
                  </a:lnTo>
                  <a:lnTo>
                    <a:pt x="4514805" y="3116972"/>
                  </a:lnTo>
                  <a:lnTo>
                    <a:pt x="4512612" y="3116972"/>
                  </a:lnTo>
                  <a:lnTo>
                    <a:pt x="4510418" y="3116972"/>
                  </a:lnTo>
                  <a:lnTo>
                    <a:pt x="4508224" y="3116972"/>
                  </a:lnTo>
                  <a:lnTo>
                    <a:pt x="4506030" y="3116972"/>
                  </a:lnTo>
                  <a:lnTo>
                    <a:pt x="4503837" y="3116972"/>
                  </a:lnTo>
                  <a:lnTo>
                    <a:pt x="4501643" y="3116972"/>
                  </a:lnTo>
                  <a:lnTo>
                    <a:pt x="4499449" y="3116972"/>
                  </a:lnTo>
                  <a:lnTo>
                    <a:pt x="4497255" y="3116972"/>
                  </a:lnTo>
                  <a:lnTo>
                    <a:pt x="4495061" y="3116972"/>
                  </a:lnTo>
                  <a:lnTo>
                    <a:pt x="4492868" y="3116972"/>
                  </a:lnTo>
                  <a:lnTo>
                    <a:pt x="4490674" y="3116972"/>
                  </a:lnTo>
                  <a:lnTo>
                    <a:pt x="4488480" y="3116972"/>
                  </a:lnTo>
                  <a:lnTo>
                    <a:pt x="4486286" y="3116972"/>
                  </a:lnTo>
                  <a:lnTo>
                    <a:pt x="4484093" y="3116972"/>
                  </a:lnTo>
                  <a:lnTo>
                    <a:pt x="4481899" y="3116972"/>
                  </a:lnTo>
                  <a:lnTo>
                    <a:pt x="4479705" y="3116972"/>
                  </a:lnTo>
                  <a:lnTo>
                    <a:pt x="4477511" y="3116972"/>
                  </a:lnTo>
                  <a:lnTo>
                    <a:pt x="4475317" y="3116972"/>
                  </a:lnTo>
                  <a:lnTo>
                    <a:pt x="4473124" y="3116972"/>
                  </a:lnTo>
                  <a:lnTo>
                    <a:pt x="4470930" y="3116972"/>
                  </a:lnTo>
                  <a:lnTo>
                    <a:pt x="4468736" y="3116972"/>
                  </a:lnTo>
                  <a:lnTo>
                    <a:pt x="4466542" y="3116972"/>
                  </a:lnTo>
                  <a:lnTo>
                    <a:pt x="4464348" y="3116972"/>
                  </a:lnTo>
                  <a:lnTo>
                    <a:pt x="4462155" y="3116972"/>
                  </a:lnTo>
                  <a:lnTo>
                    <a:pt x="4459961" y="3116972"/>
                  </a:lnTo>
                  <a:lnTo>
                    <a:pt x="4457767" y="3116972"/>
                  </a:lnTo>
                  <a:lnTo>
                    <a:pt x="4455573" y="3116972"/>
                  </a:lnTo>
                  <a:lnTo>
                    <a:pt x="4453380" y="3116972"/>
                  </a:lnTo>
                  <a:lnTo>
                    <a:pt x="4451186" y="3116972"/>
                  </a:lnTo>
                  <a:lnTo>
                    <a:pt x="4448992" y="3116972"/>
                  </a:lnTo>
                  <a:lnTo>
                    <a:pt x="4446798" y="3116972"/>
                  </a:lnTo>
                  <a:lnTo>
                    <a:pt x="4444604" y="3116972"/>
                  </a:lnTo>
                  <a:lnTo>
                    <a:pt x="4442411" y="3116972"/>
                  </a:lnTo>
                  <a:lnTo>
                    <a:pt x="4440217" y="3116972"/>
                  </a:lnTo>
                  <a:lnTo>
                    <a:pt x="4438023" y="3116972"/>
                  </a:lnTo>
                  <a:lnTo>
                    <a:pt x="4435829" y="3116972"/>
                  </a:lnTo>
                  <a:lnTo>
                    <a:pt x="4433635" y="3116972"/>
                  </a:lnTo>
                  <a:lnTo>
                    <a:pt x="4431442" y="3116972"/>
                  </a:lnTo>
                  <a:lnTo>
                    <a:pt x="4429248" y="3116972"/>
                  </a:lnTo>
                  <a:lnTo>
                    <a:pt x="4427054" y="3116972"/>
                  </a:lnTo>
                  <a:lnTo>
                    <a:pt x="4424860" y="3116972"/>
                  </a:lnTo>
                  <a:lnTo>
                    <a:pt x="4422667" y="3116972"/>
                  </a:lnTo>
                  <a:lnTo>
                    <a:pt x="4420473" y="3116972"/>
                  </a:lnTo>
                  <a:lnTo>
                    <a:pt x="4418279" y="3116972"/>
                  </a:lnTo>
                  <a:lnTo>
                    <a:pt x="4416085" y="3116972"/>
                  </a:lnTo>
                  <a:lnTo>
                    <a:pt x="4413891" y="3116972"/>
                  </a:lnTo>
                  <a:lnTo>
                    <a:pt x="4411698" y="3116972"/>
                  </a:lnTo>
                  <a:lnTo>
                    <a:pt x="4409504" y="3116972"/>
                  </a:lnTo>
                  <a:lnTo>
                    <a:pt x="4407310" y="3116972"/>
                  </a:lnTo>
                  <a:lnTo>
                    <a:pt x="4405116" y="3116972"/>
                  </a:lnTo>
                  <a:lnTo>
                    <a:pt x="4402923" y="3116972"/>
                  </a:lnTo>
                  <a:lnTo>
                    <a:pt x="4400729" y="3116972"/>
                  </a:lnTo>
                  <a:lnTo>
                    <a:pt x="4398535" y="3116972"/>
                  </a:lnTo>
                  <a:lnTo>
                    <a:pt x="4396341" y="3116972"/>
                  </a:lnTo>
                  <a:lnTo>
                    <a:pt x="4394147" y="3116972"/>
                  </a:lnTo>
                  <a:lnTo>
                    <a:pt x="4391954" y="3116972"/>
                  </a:lnTo>
                  <a:lnTo>
                    <a:pt x="4389760" y="3116972"/>
                  </a:lnTo>
                  <a:lnTo>
                    <a:pt x="4387566" y="3116972"/>
                  </a:lnTo>
                  <a:lnTo>
                    <a:pt x="4385372" y="3116972"/>
                  </a:lnTo>
                  <a:lnTo>
                    <a:pt x="4383178" y="3116972"/>
                  </a:lnTo>
                  <a:lnTo>
                    <a:pt x="4380985" y="3116972"/>
                  </a:lnTo>
                  <a:lnTo>
                    <a:pt x="4378791" y="3116972"/>
                  </a:lnTo>
                  <a:lnTo>
                    <a:pt x="4376597" y="3116972"/>
                  </a:lnTo>
                  <a:lnTo>
                    <a:pt x="4374403" y="3116972"/>
                  </a:lnTo>
                  <a:lnTo>
                    <a:pt x="4372210" y="3116972"/>
                  </a:lnTo>
                  <a:lnTo>
                    <a:pt x="4370016" y="3116972"/>
                  </a:lnTo>
                  <a:lnTo>
                    <a:pt x="4367822" y="3116972"/>
                  </a:lnTo>
                  <a:lnTo>
                    <a:pt x="4365628" y="3116972"/>
                  </a:lnTo>
                  <a:lnTo>
                    <a:pt x="4363434" y="3116972"/>
                  </a:lnTo>
                  <a:lnTo>
                    <a:pt x="4361241" y="3116972"/>
                  </a:lnTo>
                  <a:lnTo>
                    <a:pt x="4359047" y="3116972"/>
                  </a:lnTo>
                  <a:lnTo>
                    <a:pt x="4356853" y="3116972"/>
                  </a:lnTo>
                  <a:lnTo>
                    <a:pt x="4354659" y="3116972"/>
                  </a:lnTo>
                  <a:lnTo>
                    <a:pt x="4352466" y="3116972"/>
                  </a:lnTo>
                  <a:lnTo>
                    <a:pt x="4350272" y="3116972"/>
                  </a:lnTo>
                  <a:lnTo>
                    <a:pt x="4348078" y="3116972"/>
                  </a:lnTo>
                  <a:lnTo>
                    <a:pt x="4345884" y="3116972"/>
                  </a:lnTo>
                  <a:lnTo>
                    <a:pt x="4343690" y="3116972"/>
                  </a:lnTo>
                  <a:lnTo>
                    <a:pt x="4341497" y="3116972"/>
                  </a:lnTo>
                  <a:lnTo>
                    <a:pt x="4339303" y="3116972"/>
                  </a:lnTo>
                  <a:lnTo>
                    <a:pt x="4337109" y="3116972"/>
                  </a:lnTo>
                  <a:lnTo>
                    <a:pt x="4334915" y="3116972"/>
                  </a:lnTo>
                  <a:lnTo>
                    <a:pt x="4332721" y="3116972"/>
                  </a:lnTo>
                  <a:lnTo>
                    <a:pt x="4330528" y="3116972"/>
                  </a:lnTo>
                  <a:lnTo>
                    <a:pt x="4328334" y="3116972"/>
                  </a:lnTo>
                  <a:lnTo>
                    <a:pt x="4326140" y="3116972"/>
                  </a:lnTo>
                  <a:lnTo>
                    <a:pt x="4323946" y="3116972"/>
                  </a:lnTo>
                  <a:lnTo>
                    <a:pt x="4321753" y="3116972"/>
                  </a:lnTo>
                  <a:lnTo>
                    <a:pt x="4319559" y="3116972"/>
                  </a:lnTo>
                  <a:lnTo>
                    <a:pt x="4317365" y="3116972"/>
                  </a:lnTo>
                  <a:lnTo>
                    <a:pt x="4315171" y="3116972"/>
                  </a:lnTo>
                  <a:lnTo>
                    <a:pt x="4312977" y="3116972"/>
                  </a:lnTo>
                  <a:lnTo>
                    <a:pt x="4310784" y="3116972"/>
                  </a:lnTo>
                  <a:lnTo>
                    <a:pt x="4308590" y="3116972"/>
                  </a:lnTo>
                  <a:lnTo>
                    <a:pt x="4306396" y="3116972"/>
                  </a:lnTo>
                  <a:lnTo>
                    <a:pt x="4304202" y="3116972"/>
                  </a:lnTo>
                  <a:lnTo>
                    <a:pt x="4302008" y="3116972"/>
                  </a:lnTo>
                  <a:lnTo>
                    <a:pt x="4299815" y="3116972"/>
                  </a:lnTo>
                  <a:lnTo>
                    <a:pt x="4297621" y="3116972"/>
                  </a:lnTo>
                  <a:lnTo>
                    <a:pt x="4295427" y="3116972"/>
                  </a:lnTo>
                  <a:lnTo>
                    <a:pt x="4293233" y="3116972"/>
                  </a:lnTo>
                  <a:lnTo>
                    <a:pt x="4291040" y="3116972"/>
                  </a:lnTo>
                  <a:lnTo>
                    <a:pt x="4288846" y="3116972"/>
                  </a:lnTo>
                  <a:lnTo>
                    <a:pt x="4286652" y="3116972"/>
                  </a:lnTo>
                  <a:lnTo>
                    <a:pt x="4284458" y="3116972"/>
                  </a:lnTo>
                  <a:lnTo>
                    <a:pt x="4282264" y="3116972"/>
                  </a:lnTo>
                  <a:lnTo>
                    <a:pt x="4280071" y="3116972"/>
                  </a:lnTo>
                  <a:lnTo>
                    <a:pt x="4277877" y="3116972"/>
                  </a:lnTo>
                  <a:lnTo>
                    <a:pt x="4275683" y="3116972"/>
                  </a:lnTo>
                  <a:lnTo>
                    <a:pt x="4273489" y="3116972"/>
                  </a:lnTo>
                  <a:lnTo>
                    <a:pt x="4271296" y="3116972"/>
                  </a:lnTo>
                  <a:lnTo>
                    <a:pt x="4269102" y="3116972"/>
                  </a:lnTo>
                  <a:lnTo>
                    <a:pt x="4266908" y="3116972"/>
                  </a:lnTo>
                  <a:lnTo>
                    <a:pt x="4264714" y="3116972"/>
                  </a:lnTo>
                  <a:lnTo>
                    <a:pt x="4262520" y="3116972"/>
                  </a:lnTo>
                  <a:lnTo>
                    <a:pt x="4260327" y="3116972"/>
                  </a:lnTo>
                  <a:lnTo>
                    <a:pt x="4258133" y="3116972"/>
                  </a:lnTo>
                  <a:lnTo>
                    <a:pt x="4255939" y="3116972"/>
                  </a:lnTo>
                  <a:lnTo>
                    <a:pt x="4253745" y="3116972"/>
                  </a:lnTo>
                  <a:lnTo>
                    <a:pt x="4251551" y="3116972"/>
                  </a:lnTo>
                  <a:lnTo>
                    <a:pt x="4249358" y="3116972"/>
                  </a:lnTo>
                  <a:lnTo>
                    <a:pt x="4247164" y="3116972"/>
                  </a:lnTo>
                  <a:lnTo>
                    <a:pt x="4244970" y="3116972"/>
                  </a:lnTo>
                  <a:lnTo>
                    <a:pt x="4242776" y="3116972"/>
                  </a:lnTo>
                  <a:lnTo>
                    <a:pt x="4240583" y="3116972"/>
                  </a:lnTo>
                  <a:lnTo>
                    <a:pt x="4238389" y="3116972"/>
                  </a:lnTo>
                  <a:lnTo>
                    <a:pt x="4236195" y="3116972"/>
                  </a:lnTo>
                  <a:lnTo>
                    <a:pt x="4234001" y="3116972"/>
                  </a:lnTo>
                  <a:lnTo>
                    <a:pt x="4231807" y="3116972"/>
                  </a:lnTo>
                  <a:lnTo>
                    <a:pt x="4229614" y="3116972"/>
                  </a:lnTo>
                  <a:lnTo>
                    <a:pt x="4227420" y="3116972"/>
                  </a:lnTo>
                  <a:lnTo>
                    <a:pt x="4225226" y="3116972"/>
                  </a:lnTo>
                  <a:lnTo>
                    <a:pt x="4223032" y="3116972"/>
                  </a:lnTo>
                  <a:lnTo>
                    <a:pt x="4220839" y="3116972"/>
                  </a:lnTo>
                  <a:lnTo>
                    <a:pt x="4218645" y="3116972"/>
                  </a:lnTo>
                  <a:lnTo>
                    <a:pt x="4216451" y="3116972"/>
                  </a:lnTo>
                  <a:lnTo>
                    <a:pt x="4214257" y="3116972"/>
                  </a:lnTo>
                  <a:lnTo>
                    <a:pt x="4212063" y="3116972"/>
                  </a:lnTo>
                  <a:lnTo>
                    <a:pt x="4209870" y="3116972"/>
                  </a:lnTo>
                  <a:lnTo>
                    <a:pt x="4207676" y="3116972"/>
                  </a:lnTo>
                  <a:lnTo>
                    <a:pt x="4205482" y="3116972"/>
                  </a:lnTo>
                  <a:lnTo>
                    <a:pt x="4203288" y="3116972"/>
                  </a:lnTo>
                  <a:lnTo>
                    <a:pt x="4201094" y="3116972"/>
                  </a:lnTo>
                  <a:lnTo>
                    <a:pt x="4198901" y="3116972"/>
                  </a:lnTo>
                  <a:lnTo>
                    <a:pt x="4196707" y="3116972"/>
                  </a:lnTo>
                  <a:lnTo>
                    <a:pt x="4194513" y="3116972"/>
                  </a:lnTo>
                  <a:lnTo>
                    <a:pt x="4192319" y="3116972"/>
                  </a:lnTo>
                  <a:lnTo>
                    <a:pt x="4190126" y="3116972"/>
                  </a:lnTo>
                  <a:lnTo>
                    <a:pt x="4187932" y="3116972"/>
                  </a:lnTo>
                  <a:lnTo>
                    <a:pt x="4185738" y="3116972"/>
                  </a:lnTo>
                  <a:lnTo>
                    <a:pt x="4183544" y="3116972"/>
                  </a:lnTo>
                  <a:lnTo>
                    <a:pt x="4181350" y="3116972"/>
                  </a:lnTo>
                  <a:lnTo>
                    <a:pt x="4179157" y="3116972"/>
                  </a:lnTo>
                  <a:lnTo>
                    <a:pt x="4176963" y="3116972"/>
                  </a:lnTo>
                  <a:lnTo>
                    <a:pt x="4174769" y="3116972"/>
                  </a:lnTo>
                  <a:lnTo>
                    <a:pt x="4172575" y="3116972"/>
                  </a:lnTo>
                  <a:lnTo>
                    <a:pt x="4170381" y="3116972"/>
                  </a:lnTo>
                  <a:lnTo>
                    <a:pt x="4168188" y="3116972"/>
                  </a:lnTo>
                  <a:lnTo>
                    <a:pt x="4165994" y="3116972"/>
                  </a:lnTo>
                  <a:lnTo>
                    <a:pt x="4163800" y="3116972"/>
                  </a:lnTo>
                  <a:lnTo>
                    <a:pt x="4161606" y="3116972"/>
                  </a:lnTo>
                  <a:lnTo>
                    <a:pt x="4159413" y="3116972"/>
                  </a:lnTo>
                  <a:lnTo>
                    <a:pt x="4157219" y="3116972"/>
                  </a:lnTo>
                  <a:lnTo>
                    <a:pt x="4155025" y="3116972"/>
                  </a:lnTo>
                  <a:lnTo>
                    <a:pt x="4152831" y="3116972"/>
                  </a:lnTo>
                  <a:lnTo>
                    <a:pt x="4150637" y="3116972"/>
                  </a:lnTo>
                  <a:lnTo>
                    <a:pt x="4148444" y="3116972"/>
                  </a:lnTo>
                  <a:lnTo>
                    <a:pt x="4146250" y="3116972"/>
                  </a:lnTo>
                  <a:lnTo>
                    <a:pt x="4144056" y="3116972"/>
                  </a:lnTo>
                  <a:lnTo>
                    <a:pt x="4141862" y="3116972"/>
                  </a:lnTo>
                  <a:lnTo>
                    <a:pt x="4139669" y="3116972"/>
                  </a:lnTo>
                  <a:lnTo>
                    <a:pt x="4137475" y="3116972"/>
                  </a:lnTo>
                  <a:lnTo>
                    <a:pt x="4135281" y="3116972"/>
                  </a:lnTo>
                  <a:lnTo>
                    <a:pt x="4133087" y="3116972"/>
                  </a:lnTo>
                  <a:lnTo>
                    <a:pt x="4130893" y="3116972"/>
                  </a:lnTo>
                  <a:lnTo>
                    <a:pt x="4128700" y="3116972"/>
                  </a:lnTo>
                  <a:lnTo>
                    <a:pt x="4126506" y="3116972"/>
                  </a:lnTo>
                  <a:lnTo>
                    <a:pt x="4124312" y="3116972"/>
                  </a:lnTo>
                  <a:lnTo>
                    <a:pt x="4122118" y="3116972"/>
                  </a:lnTo>
                  <a:lnTo>
                    <a:pt x="4119924" y="3116972"/>
                  </a:lnTo>
                  <a:lnTo>
                    <a:pt x="4117731" y="3116972"/>
                  </a:lnTo>
                  <a:lnTo>
                    <a:pt x="4115537" y="3116972"/>
                  </a:lnTo>
                  <a:lnTo>
                    <a:pt x="4113343" y="3116972"/>
                  </a:lnTo>
                  <a:lnTo>
                    <a:pt x="4111149" y="3116972"/>
                  </a:lnTo>
                  <a:lnTo>
                    <a:pt x="4108956" y="3116972"/>
                  </a:lnTo>
                  <a:lnTo>
                    <a:pt x="4106762" y="3116972"/>
                  </a:lnTo>
                  <a:lnTo>
                    <a:pt x="4104568" y="3116972"/>
                  </a:lnTo>
                  <a:lnTo>
                    <a:pt x="4102374" y="3116972"/>
                  </a:lnTo>
                  <a:lnTo>
                    <a:pt x="4100180" y="3116972"/>
                  </a:lnTo>
                  <a:lnTo>
                    <a:pt x="4097987" y="3116972"/>
                  </a:lnTo>
                  <a:lnTo>
                    <a:pt x="4095793" y="3116972"/>
                  </a:lnTo>
                  <a:lnTo>
                    <a:pt x="4093599" y="3116972"/>
                  </a:lnTo>
                  <a:lnTo>
                    <a:pt x="4091405" y="3116972"/>
                  </a:lnTo>
                  <a:lnTo>
                    <a:pt x="4089212" y="3116972"/>
                  </a:lnTo>
                  <a:lnTo>
                    <a:pt x="4087018" y="3116972"/>
                  </a:lnTo>
                  <a:lnTo>
                    <a:pt x="4084824" y="3116972"/>
                  </a:lnTo>
                  <a:lnTo>
                    <a:pt x="4082630" y="3116972"/>
                  </a:lnTo>
                  <a:lnTo>
                    <a:pt x="4080436" y="3116972"/>
                  </a:lnTo>
                  <a:lnTo>
                    <a:pt x="4078243" y="3116972"/>
                  </a:lnTo>
                  <a:lnTo>
                    <a:pt x="4076049" y="3116972"/>
                  </a:lnTo>
                  <a:lnTo>
                    <a:pt x="4073855" y="3116972"/>
                  </a:lnTo>
                  <a:lnTo>
                    <a:pt x="4071661" y="3116972"/>
                  </a:lnTo>
                  <a:lnTo>
                    <a:pt x="4069467" y="3116972"/>
                  </a:lnTo>
                  <a:lnTo>
                    <a:pt x="4067274" y="3116972"/>
                  </a:lnTo>
                  <a:lnTo>
                    <a:pt x="4065080" y="3116972"/>
                  </a:lnTo>
                  <a:lnTo>
                    <a:pt x="4062886" y="3116972"/>
                  </a:lnTo>
                  <a:lnTo>
                    <a:pt x="4060692" y="3116972"/>
                  </a:lnTo>
                  <a:lnTo>
                    <a:pt x="4058499" y="3116972"/>
                  </a:lnTo>
                  <a:lnTo>
                    <a:pt x="4056305" y="3116972"/>
                  </a:lnTo>
                  <a:lnTo>
                    <a:pt x="4054111" y="3116972"/>
                  </a:lnTo>
                  <a:lnTo>
                    <a:pt x="4051917" y="3116972"/>
                  </a:lnTo>
                  <a:lnTo>
                    <a:pt x="4049723" y="3116972"/>
                  </a:lnTo>
                  <a:lnTo>
                    <a:pt x="4047530" y="3116972"/>
                  </a:lnTo>
                  <a:lnTo>
                    <a:pt x="4045336" y="3116972"/>
                  </a:lnTo>
                  <a:lnTo>
                    <a:pt x="4043142" y="3116972"/>
                  </a:lnTo>
                  <a:lnTo>
                    <a:pt x="4040948" y="3116972"/>
                  </a:lnTo>
                  <a:lnTo>
                    <a:pt x="4038755" y="3116972"/>
                  </a:lnTo>
                  <a:lnTo>
                    <a:pt x="4036561" y="3116972"/>
                  </a:lnTo>
                  <a:lnTo>
                    <a:pt x="4034367" y="3116972"/>
                  </a:lnTo>
                  <a:lnTo>
                    <a:pt x="4032173" y="3116972"/>
                  </a:lnTo>
                  <a:lnTo>
                    <a:pt x="4029979" y="3116972"/>
                  </a:lnTo>
                  <a:lnTo>
                    <a:pt x="4027786" y="3116972"/>
                  </a:lnTo>
                  <a:lnTo>
                    <a:pt x="4025592" y="3116972"/>
                  </a:lnTo>
                  <a:lnTo>
                    <a:pt x="4023398" y="3116972"/>
                  </a:lnTo>
                  <a:lnTo>
                    <a:pt x="4021204" y="3116972"/>
                  </a:lnTo>
                  <a:lnTo>
                    <a:pt x="4019010" y="3116972"/>
                  </a:lnTo>
                  <a:lnTo>
                    <a:pt x="4016817" y="3116972"/>
                  </a:lnTo>
                  <a:lnTo>
                    <a:pt x="4014623" y="3116972"/>
                  </a:lnTo>
                  <a:lnTo>
                    <a:pt x="4012429" y="3116972"/>
                  </a:lnTo>
                  <a:lnTo>
                    <a:pt x="4010235" y="3116972"/>
                  </a:lnTo>
                  <a:lnTo>
                    <a:pt x="4008042" y="3116972"/>
                  </a:lnTo>
                  <a:lnTo>
                    <a:pt x="4005848" y="3116972"/>
                  </a:lnTo>
                  <a:lnTo>
                    <a:pt x="4003654" y="3116972"/>
                  </a:lnTo>
                  <a:lnTo>
                    <a:pt x="4001460" y="3116972"/>
                  </a:lnTo>
                  <a:lnTo>
                    <a:pt x="3999266" y="3116972"/>
                  </a:lnTo>
                  <a:lnTo>
                    <a:pt x="3997073" y="3116972"/>
                  </a:lnTo>
                  <a:lnTo>
                    <a:pt x="3994879" y="3116972"/>
                  </a:lnTo>
                  <a:lnTo>
                    <a:pt x="3992685" y="3116972"/>
                  </a:lnTo>
                  <a:lnTo>
                    <a:pt x="3990491" y="3116972"/>
                  </a:lnTo>
                  <a:lnTo>
                    <a:pt x="3988297" y="3116972"/>
                  </a:lnTo>
                  <a:lnTo>
                    <a:pt x="3986104" y="3116972"/>
                  </a:lnTo>
                  <a:lnTo>
                    <a:pt x="3983910" y="3116972"/>
                  </a:lnTo>
                  <a:lnTo>
                    <a:pt x="3981716" y="3116972"/>
                  </a:lnTo>
                  <a:lnTo>
                    <a:pt x="3979522" y="3116972"/>
                  </a:lnTo>
                  <a:lnTo>
                    <a:pt x="3977329" y="3116972"/>
                  </a:lnTo>
                  <a:lnTo>
                    <a:pt x="3975135" y="3116972"/>
                  </a:lnTo>
                  <a:lnTo>
                    <a:pt x="3972941" y="3116972"/>
                  </a:lnTo>
                  <a:lnTo>
                    <a:pt x="3970747" y="3116972"/>
                  </a:lnTo>
                  <a:lnTo>
                    <a:pt x="3968553" y="3116972"/>
                  </a:lnTo>
                  <a:lnTo>
                    <a:pt x="3966360" y="3116972"/>
                  </a:lnTo>
                  <a:lnTo>
                    <a:pt x="3964166" y="3116972"/>
                  </a:lnTo>
                  <a:lnTo>
                    <a:pt x="3961972" y="3116972"/>
                  </a:lnTo>
                  <a:lnTo>
                    <a:pt x="3959778" y="3116972"/>
                  </a:lnTo>
                  <a:lnTo>
                    <a:pt x="3957585" y="3116972"/>
                  </a:lnTo>
                  <a:lnTo>
                    <a:pt x="3955391" y="3116972"/>
                  </a:lnTo>
                  <a:lnTo>
                    <a:pt x="3953197" y="3116972"/>
                  </a:lnTo>
                  <a:lnTo>
                    <a:pt x="3951003" y="3116972"/>
                  </a:lnTo>
                  <a:lnTo>
                    <a:pt x="3948809" y="3116972"/>
                  </a:lnTo>
                  <a:lnTo>
                    <a:pt x="3946616" y="3116972"/>
                  </a:lnTo>
                  <a:lnTo>
                    <a:pt x="3944422" y="3116972"/>
                  </a:lnTo>
                  <a:lnTo>
                    <a:pt x="3942228" y="3116972"/>
                  </a:lnTo>
                  <a:lnTo>
                    <a:pt x="3940034" y="3116972"/>
                  </a:lnTo>
                  <a:lnTo>
                    <a:pt x="3937840" y="3116972"/>
                  </a:lnTo>
                  <a:lnTo>
                    <a:pt x="3935647" y="3116972"/>
                  </a:lnTo>
                  <a:lnTo>
                    <a:pt x="3933453" y="3116972"/>
                  </a:lnTo>
                  <a:lnTo>
                    <a:pt x="3931259" y="3116972"/>
                  </a:lnTo>
                  <a:lnTo>
                    <a:pt x="3929065" y="3116972"/>
                  </a:lnTo>
                  <a:lnTo>
                    <a:pt x="3926872" y="3116972"/>
                  </a:lnTo>
                  <a:lnTo>
                    <a:pt x="3924678" y="3116972"/>
                  </a:lnTo>
                  <a:lnTo>
                    <a:pt x="3922484" y="3116972"/>
                  </a:lnTo>
                  <a:lnTo>
                    <a:pt x="3920290" y="3116972"/>
                  </a:lnTo>
                  <a:lnTo>
                    <a:pt x="3918096" y="3116972"/>
                  </a:lnTo>
                  <a:lnTo>
                    <a:pt x="3915903" y="3116972"/>
                  </a:lnTo>
                  <a:lnTo>
                    <a:pt x="3913709" y="3116972"/>
                  </a:lnTo>
                  <a:lnTo>
                    <a:pt x="3911515" y="3116972"/>
                  </a:lnTo>
                  <a:lnTo>
                    <a:pt x="3909321" y="3116972"/>
                  </a:lnTo>
                  <a:lnTo>
                    <a:pt x="3907128" y="3116972"/>
                  </a:lnTo>
                  <a:lnTo>
                    <a:pt x="3904934" y="3116972"/>
                  </a:lnTo>
                  <a:lnTo>
                    <a:pt x="3902740" y="3116972"/>
                  </a:lnTo>
                  <a:lnTo>
                    <a:pt x="3900546" y="3116972"/>
                  </a:lnTo>
                  <a:lnTo>
                    <a:pt x="3898352" y="3116972"/>
                  </a:lnTo>
                  <a:lnTo>
                    <a:pt x="3896159" y="3116972"/>
                  </a:lnTo>
                  <a:lnTo>
                    <a:pt x="3893965" y="3116972"/>
                  </a:lnTo>
                  <a:lnTo>
                    <a:pt x="3891771" y="3116972"/>
                  </a:lnTo>
                  <a:lnTo>
                    <a:pt x="3889577" y="3116972"/>
                  </a:lnTo>
                  <a:lnTo>
                    <a:pt x="3887383" y="3116972"/>
                  </a:lnTo>
                  <a:lnTo>
                    <a:pt x="3885190" y="3116972"/>
                  </a:lnTo>
                  <a:lnTo>
                    <a:pt x="3882996" y="3116972"/>
                  </a:lnTo>
                  <a:lnTo>
                    <a:pt x="3880802" y="3116972"/>
                  </a:lnTo>
                  <a:lnTo>
                    <a:pt x="3878608" y="3116972"/>
                  </a:lnTo>
                  <a:lnTo>
                    <a:pt x="3876415" y="3116972"/>
                  </a:lnTo>
                  <a:lnTo>
                    <a:pt x="3874221" y="3116972"/>
                  </a:lnTo>
                  <a:lnTo>
                    <a:pt x="3872027" y="3116972"/>
                  </a:lnTo>
                  <a:lnTo>
                    <a:pt x="3869833" y="3116972"/>
                  </a:lnTo>
                  <a:lnTo>
                    <a:pt x="3867639" y="3116972"/>
                  </a:lnTo>
                  <a:lnTo>
                    <a:pt x="3865446" y="3116972"/>
                  </a:lnTo>
                  <a:lnTo>
                    <a:pt x="3863252" y="3116972"/>
                  </a:lnTo>
                  <a:lnTo>
                    <a:pt x="3861058" y="3116972"/>
                  </a:lnTo>
                  <a:lnTo>
                    <a:pt x="3858864" y="3116972"/>
                  </a:lnTo>
                  <a:lnTo>
                    <a:pt x="3856670" y="3116972"/>
                  </a:lnTo>
                  <a:lnTo>
                    <a:pt x="3854477" y="3116972"/>
                  </a:lnTo>
                  <a:lnTo>
                    <a:pt x="3852283" y="3116972"/>
                  </a:lnTo>
                  <a:lnTo>
                    <a:pt x="3850089" y="3116972"/>
                  </a:lnTo>
                  <a:lnTo>
                    <a:pt x="3847895" y="3116972"/>
                  </a:lnTo>
                  <a:lnTo>
                    <a:pt x="3845702" y="3116972"/>
                  </a:lnTo>
                  <a:lnTo>
                    <a:pt x="3843508" y="3116972"/>
                  </a:lnTo>
                  <a:lnTo>
                    <a:pt x="3841314" y="3116972"/>
                  </a:lnTo>
                  <a:lnTo>
                    <a:pt x="3839120" y="3116972"/>
                  </a:lnTo>
                  <a:lnTo>
                    <a:pt x="3836926" y="3116972"/>
                  </a:lnTo>
                  <a:lnTo>
                    <a:pt x="3834733" y="3116972"/>
                  </a:lnTo>
                  <a:lnTo>
                    <a:pt x="3832539" y="3116972"/>
                  </a:lnTo>
                  <a:lnTo>
                    <a:pt x="3830345" y="3116972"/>
                  </a:lnTo>
                  <a:lnTo>
                    <a:pt x="3828151" y="3116972"/>
                  </a:lnTo>
                  <a:lnTo>
                    <a:pt x="3825958" y="3116972"/>
                  </a:lnTo>
                  <a:lnTo>
                    <a:pt x="3823764" y="3116972"/>
                  </a:lnTo>
                  <a:lnTo>
                    <a:pt x="3821570" y="3116972"/>
                  </a:lnTo>
                  <a:lnTo>
                    <a:pt x="3819376" y="3116972"/>
                  </a:lnTo>
                  <a:lnTo>
                    <a:pt x="3817182" y="3116972"/>
                  </a:lnTo>
                  <a:lnTo>
                    <a:pt x="3814989" y="3116972"/>
                  </a:lnTo>
                  <a:lnTo>
                    <a:pt x="3812795" y="3116972"/>
                  </a:lnTo>
                  <a:lnTo>
                    <a:pt x="3810601" y="3116972"/>
                  </a:lnTo>
                  <a:lnTo>
                    <a:pt x="3808407" y="3116972"/>
                  </a:lnTo>
                  <a:lnTo>
                    <a:pt x="3806213" y="3116972"/>
                  </a:lnTo>
                  <a:lnTo>
                    <a:pt x="3804020" y="3116972"/>
                  </a:lnTo>
                  <a:lnTo>
                    <a:pt x="3801826" y="3116972"/>
                  </a:lnTo>
                  <a:lnTo>
                    <a:pt x="3799632" y="3116972"/>
                  </a:lnTo>
                  <a:lnTo>
                    <a:pt x="3797438" y="3116972"/>
                  </a:lnTo>
                  <a:lnTo>
                    <a:pt x="3795245" y="3116972"/>
                  </a:lnTo>
                  <a:lnTo>
                    <a:pt x="3793051" y="3116972"/>
                  </a:lnTo>
                  <a:lnTo>
                    <a:pt x="3790857" y="3116972"/>
                  </a:lnTo>
                  <a:lnTo>
                    <a:pt x="3788663" y="3116972"/>
                  </a:lnTo>
                  <a:lnTo>
                    <a:pt x="3786469" y="3116972"/>
                  </a:lnTo>
                  <a:lnTo>
                    <a:pt x="3784276" y="3116972"/>
                  </a:lnTo>
                  <a:lnTo>
                    <a:pt x="3782082" y="3116972"/>
                  </a:lnTo>
                  <a:lnTo>
                    <a:pt x="3779888" y="3116972"/>
                  </a:lnTo>
                  <a:lnTo>
                    <a:pt x="3777694" y="3116972"/>
                  </a:lnTo>
                  <a:lnTo>
                    <a:pt x="3775501" y="3116972"/>
                  </a:lnTo>
                  <a:lnTo>
                    <a:pt x="3773307" y="3116972"/>
                  </a:lnTo>
                  <a:lnTo>
                    <a:pt x="3771113" y="3116972"/>
                  </a:lnTo>
                  <a:lnTo>
                    <a:pt x="3768919" y="3116972"/>
                  </a:lnTo>
                  <a:lnTo>
                    <a:pt x="3766725" y="3116972"/>
                  </a:lnTo>
                  <a:lnTo>
                    <a:pt x="3764532" y="3116972"/>
                  </a:lnTo>
                  <a:lnTo>
                    <a:pt x="3762338" y="3116972"/>
                  </a:lnTo>
                  <a:lnTo>
                    <a:pt x="3760144" y="3116972"/>
                  </a:lnTo>
                  <a:lnTo>
                    <a:pt x="3757950" y="3116972"/>
                  </a:lnTo>
                  <a:lnTo>
                    <a:pt x="3755756" y="3116972"/>
                  </a:lnTo>
                  <a:lnTo>
                    <a:pt x="3753563" y="3116972"/>
                  </a:lnTo>
                  <a:lnTo>
                    <a:pt x="3751369" y="3116972"/>
                  </a:lnTo>
                  <a:lnTo>
                    <a:pt x="3749175" y="3116972"/>
                  </a:lnTo>
                  <a:lnTo>
                    <a:pt x="3746981" y="3116972"/>
                  </a:lnTo>
                  <a:lnTo>
                    <a:pt x="3744788" y="3116972"/>
                  </a:lnTo>
                  <a:lnTo>
                    <a:pt x="3742594" y="3116972"/>
                  </a:lnTo>
                  <a:lnTo>
                    <a:pt x="3740400" y="3116972"/>
                  </a:lnTo>
                  <a:lnTo>
                    <a:pt x="3738206" y="3116972"/>
                  </a:lnTo>
                  <a:lnTo>
                    <a:pt x="3736012" y="3116972"/>
                  </a:lnTo>
                  <a:lnTo>
                    <a:pt x="3733819" y="3116972"/>
                  </a:lnTo>
                  <a:lnTo>
                    <a:pt x="3731625" y="3116972"/>
                  </a:lnTo>
                  <a:lnTo>
                    <a:pt x="3729431" y="3116972"/>
                  </a:lnTo>
                  <a:lnTo>
                    <a:pt x="3727237" y="3116972"/>
                  </a:lnTo>
                  <a:lnTo>
                    <a:pt x="3725043" y="3116972"/>
                  </a:lnTo>
                  <a:lnTo>
                    <a:pt x="3722850" y="3116972"/>
                  </a:lnTo>
                  <a:lnTo>
                    <a:pt x="3720656" y="3116972"/>
                  </a:lnTo>
                  <a:lnTo>
                    <a:pt x="3718462" y="3116972"/>
                  </a:lnTo>
                  <a:lnTo>
                    <a:pt x="3716268" y="3116972"/>
                  </a:lnTo>
                  <a:lnTo>
                    <a:pt x="3714075" y="3116972"/>
                  </a:lnTo>
                  <a:lnTo>
                    <a:pt x="3711881" y="3116972"/>
                  </a:lnTo>
                  <a:lnTo>
                    <a:pt x="3709687" y="3116972"/>
                  </a:lnTo>
                  <a:lnTo>
                    <a:pt x="3707493" y="3116972"/>
                  </a:lnTo>
                  <a:lnTo>
                    <a:pt x="3705299" y="3116972"/>
                  </a:lnTo>
                  <a:lnTo>
                    <a:pt x="3703106" y="3116972"/>
                  </a:lnTo>
                  <a:lnTo>
                    <a:pt x="3700912" y="3116972"/>
                  </a:lnTo>
                  <a:lnTo>
                    <a:pt x="3698718" y="3116972"/>
                  </a:lnTo>
                  <a:lnTo>
                    <a:pt x="3696524" y="3116972"/>
                  </a:lnTo>
                  <a:lnTo>
                    <a:pt x="3694331" y="3116972"/>
                  </a:lnTo>
                  <a:lnTo>
                    <a:pt x="3692137" y="3116972"/>
                  </a:lnTo>
                  <a:lnTo>
                    <a:pt x="3689943" y="3116972"/>
                  </a:lnTo>
                  <a:lnTo>
                    <a:pt x="3687749" y="3116972"/>
                  </a:lnTo>
                  <a:lnTo>
                    <a:pt x="3685555" y="3116972"/>
                  </a:lnTo>
                  <a:lnTo>
                    <a:pt x="3683362" y="3116972"/>
                  </a:lnTo>
                  <a:lnTo>
                    <a:pt x="3681168" y="3116972"/>
                  </a:lnTo>
                  <a:lnTo>
                    <a:pt x="3678974" y="3116972"/>
                  </a:lnTo>
                  <a:lnTo>
                    <a:pt x="3676780" y="3116972"/>
                  </a:lnTo>
                  <a:lnTo>
                    <a:pt x="3674586" y="3116972"/>
                  </a:lnTo>
                  <a:lnTo>
                    <a:pt x="3672393" y="3116972"/>
                  </a:lnTo>
                  <a:lnTo>
                    <a:pt x="3670199" y="3116972"/>
                  </a:lnTo>
                  <a:lnTo>
                    <a:pt x="3668005" y="3116972"/>
                  </a:lnTo>
                  <a:lnTo>
                    <a:pt x="3665811" y="3116972"/>
                  </a:lnTo>
                  <a:lnTo>
                    <a:pt x="3663618" y="3116972"/>
                  </a:lnTo>
                  <a:lnTo>
                    <a:pt x="3661424" y="3116972"/>
                  </a:lnTo>
                  <a:lnTo>
                    <a:pt x="3659230" y="3116972"/>
                  </a:lnTo>
                  <a:lnTo>
                    <a:pt x="3657036" y="3116972"/>
                  </a:lnTo>
                  <a:lnTo>
                    <a:pt x="3654842" y="3116972"/>
                  </a:lnTo>
                  <a:lnTo>
                    <a:pt x="3652649" y="3116972"/>
                  </a:lnTo>
                  <a:lnTo>
                    <a:pt x="3650455" y="3116972"/>
                  </a:lnTo>
                  <a:lnTo>
                    <a:pt x="3648261" y="3116972"/>
                  </a:lnTo>
                  <a:lnTo>
                    <a:pt x="3646067" y="3116972"/>
                  </a:lnTo>
                  <a:lnTo>
                    <a:pt x="3643874" y="3116972"/>
                  </a:lnTo>
                  <a:lnTo>
                    <a:pt x="3641680" y="3116972"/>
                  </a:lnTo>
                  <a:lnTo>
                    <a:pt x="3639486" y="3116972"/>
                  </a:lnTo>
                  <a:lnTo>
                    <a:pt x="3637292" y="3116972"/>
                  </a:lnTo>
                  <a:lnTo>
                    <a:pt x="3635098" y="3116972"/>
                  </a:lnTo>
                  <a:lnTo>
                    <a:pt x="3632905" y="3116972"/>
                  </a:lnTo>
                  <a:lnTo>
                    <a:pt x="3630711" y="3116972"/>
                  </a:lnTo>
                  <a:lnTo>
                    <a:pt x="3628517" y="3116972"/>
                  </a:lnTo>
                  <a:lnTo>
                    <a:pt x="3626323" y="3116972"/>
                  </a:lnTo>
                  <a:lnTo>
                    <a:pt x="3624129" y="3116972"/>
                  </a:lnTo>
                  <a:lnTo>
                    <a:pt x="3621936" y="3116972"/>
                  </a:lnTo>
                  <a:lnTo>
                    <a:pt x="3619742" y="3116972"/>
                  </a:lnTo>
                  <a:lnTo>
                    <a:pt x="3617548" y="3116972"/>
                  </a:lnTo>
                  <a:lnTo>
                    <a:pt x="3615354" y="3116972"/>
                  </a:lnTo>
                  <a:lnTo>
                    <a:pt x="3613161" y="3116972"/>
                  </a:lnTo>
                  <a:lnTo>
                    <a:pt x="3610967" y="3116972"/>
                  </a:lnTo>
                  <a:lnTo>
                    <a:pt x="3608773" y="3116972"/>
                  </a:lnTo>
                  <a:lnTo>
                    <a:pt x="3606579" y="3116972"/>
                  </a:lnTo>
                  <a:lnTo>
                    <a:pt x="3604385" y="3116972"/>
                  </a:lnTo>
                  <a:lnTo>
                    <a:pt x="3602192" y="3116972"/>
                  </a:lnTo>
                  <a:lnTo>
                    <a:pt x="3599998" y="3116972"/>
                  </a:lnTo>
                  <a:lnTo>
                    <a:pt x="3597804" y="3116972"/>
                  </a:lnTo>
                  <a:lnTo>
                    <a:pt x="3595610" y="3116972"/>
                  </a:lnTo>
                  <a:lnTo>
                    <a:pt x="3593416" y="3116972"/>
                  </a:lnTo>
                  <a:lnTo>
                    <a:pt x="3591223" y="3116972"/>
                  </a:lnTo>
                  <a:lnTo>
                    <a:pt x="3589029" y="3116972"/>
                  </a:lnTo>
                  <a:lnTo>
                    <a:pt x="3586835" y="3116972"/>
                  </a:lnTo>
                  <a:lnTo>
                    <a:pt x="3584641" y="3116972"/>
                  </a:lnTo>
                  <a:lnTo>
                    <a:pt x="3582448" y="3116972"/>
                  </a:lnTo>
                  <a:lnTo>
                    <a:pt x="3580254" y="3116972"/>
                  </a:lnTo>
                  <a:lnTo>
                    <a:pt x="3578060" y="3116972"/>
                  </a:lnTo>
                  <a:lnTo>
                    <a:pt x="3575866" y="3116972"/>
                  </a:lnTo>
                  <a:lnTo>
                    <a:pt x="3573672" y="3116972"/>
                  </a:lnTo>
                  <a:lnTo>
                    <a:pt x="3571479" y="3116972"/>
                  </a:lnTo>
                  <a:lnTo>
                    <a:pt x="3569285" y="3116972"/>
                  </a:lnTo>
                  <a:lnTo>
                    <a:pt x="3567091" y="3116972"/>
                  </a:lnTo>
                  <a:lnTo>
                    <a:pt x="3564897" y="3116972"/>
                  </a:lnTo>
                  <a:lnTo>
                    <a:pt x="3562704" y="3116972"/>
                  </a:lnTo>
                  <a:lnTo>
                    <a:pt x="3560510" y="3116972"/>
                  </a:lnTo>
                  <a:lnTo>
                    <a:pt x="3558316" y="3116972"/>
                  </a:lnTo>
                  <a:lnTo>
                    <a:pt x="3556122" y="3116972"/>
                  </a:lnTo>
                  <a:lnTo>
                    <a:pt x="3553928" y="3116972"/>
                  </a:lnTo>
                  <a:lnTo>
                    <a:pt x="3551735" y="3116972"/>
                  </a:lnTo>
                  <a:lnTo>
                    <a:pt x="3549541" y="3116972"/>
                  </a:lnTo>
                  <a:lnTo>
                    <a:pt x="3547347" y="3116972"/>
                  </a:lnTo>
                  <a:lnTo>
                    <a:pt x="3545153" y="3116972"/>
                  </a:lnTo>
                  <a:lnTo>
                    <a:pt x="3542959" y="3116972"/>
                  </a:lnTo>
                  <a:lnTo>
                    <a:pt x="3540766" y="3116972"/>
                  </a:lnTo>
                  <a:lnTo>
                    <a:pt x="3538572" y="3116972"/>
                  </a:lnTo>
                  <a:lnTo>
                    <a:pt x="3536378" y="3116972"/>
                  </a:lnTo>
                  <a:lnTo>
                    <a:pt x="3534184" y="3116972"/>
                  </a:lnTo>
                  <a:lnTo>
                    <a:pt x="3531991" y="3116972"/>
                  </a:lnTo>
                  <a:lnTo>
                    <a:pt x="3529797" y="3116972"/>
                  </a:lnTo>
                  <a:lnTo>
                    <a:pt x="3527603" y="3116972"/>
                  </a:lnTo>
                  <a:lnTo>
                    <a:pt x="3525409" y="3116972"/>
                  </a:lnTo>
                  <a:lnTo>
                    <a:pt x="3523215" y="3116972"/>
                  </a:lnTo>
                  <a:lnTo>
                    <a:pt x="3521022" y="3116972"/>
                  </a:lnTo>
                  <a:lnTo>
                    <a:pt x="3518828" y="3116972"/>
                  </a:lnTo>
                  <a:lnTo>
                    <a:pt x="3516634" y="3116972"/>
                  </a:lnTo>
                  <a:lnTo>
                    <a:pt x="3514440" y="3116972"/>
                  </a:lnTo>
                  <a:lnTo>
                    <a:pt x="3512247" y="3116972"/>
                  </a:lnTo>
                  <a:lnTo>
                    <a:pt x="3510053" y="3116972"/>
                  </a:lnTo>
                  <a:lnTo>
                    <a:pt x="3507859" y="3116972"/>
                  </a:lnTo>
                  <a:lnTo>
                    <a:pt x="3505665" y="3116972"/>
                  </a:lnTo>
                  <a:lnTo>
                    <a:pt x="3503471" y="3116972"/>
                  </a:lnTo>
                  <a:lnTo>
                    <a:pt x="3501278" y="3116972"/>
                  </a:lnTo>
                  <a:lnTo>
                    <a:pt x="3499084" y="3116972"/>
                  </a:lnTo>
                  <a:lnTo>
                    <a:pt x="3496890" y="3116972"/>
                  </a:lnTo>
                  <a:lnTo>
                    <a:pt x="3494696" y="3116972"/>
                  </a:lnTo>
                  <a:lnTo>
                    <a:pt x="3492502" y="3116972"/>
                  </a:lnTo>
                  <a:lnTo>
                    <a:pt x="3490309" y="3116972"/>
                  </a:lnTo>
                  <a:lnTo>
                    <a:pt x="3488115" y="3116972"/>
                  </a:lnTo>
                  <a:lnTo>
                    <a:pt x="3485921" y="3116972"/>
                  </a:lnTo>
                  <a:lnTo>
                    <a:pt x="3483727" y="3116972"/>
                  </a:lnTo>
                  <a:lnTo>
                    <a:pt x="3481534" y="3116972"/>
                  </a:lnTo>
                  <a:lnTo>
                    <a:pt x="3479340" y="3116972"/>
                  </a:lnTo>
                  <a:lnTo>
                    <a:pt x="3477146" y="3116972"/>
                  </a:lnTo>
                  <a:lnTo>
                    <a:pt x="3474952" y="3116972"/>
                  </a:lnTo>
                  <a:lnTo>
                    <a:pt x="3472758" y="3116972"/>
                  </a:lnTo>
                  <a:lnTo>
                    <a:pt x="3470565" y="3116972"/>
                  </a:lnTo>
                  <a:lnTo>
                    <a:pt x="3468371" y="3116972"/>
                  </a:lnTo>
                  <a:lnTo>
                    <a:pt x="3466177" y="3116972"/>
                  </a:lnTo>
                  <a:lnTo>
                    <a:pt x="3463983" y="3116972"/>
                  </a:lnTo>
                  <a:lnTo>
                    <a:pt x="3461790" y="3116972"/>
                  </a:lnTo>
                  <a:lnTo>
                    <a:pt x="3459596" y="3116972"/>
                  </a:lnTo>
                  <a:lnTo>
                    <a:pt x="3457402" y="3116972"/>
                  </a:lnTo>
                  <a:lnTo>
                    <a:pt x="3455208" y="3116972"/>
                  </a:lnTo>
                  <a:lnTo>
                    <a:pt x="3453014" y="3116972"/>
                  </a:lnTo>
                  <a:lnTo>
                    <a:pt x="3450821" y="3116972"/>
                  </a:lnTo>
                  <a:lnTo>
                    <a:pt x="3448627" y="3116972"/>
                  </a:lnTo>
                  <a:lnTo>
                    <a:pt x="3446433" y="3116972"/>
                  </a:lnTo>
                  <a:lnTo>
                    <a:pt x="3444239" y="3116972"/>
                  </a:lnTo>
                  <a:lnTo>
                    <a:pt x="3442045" y="3116972"/>
                  </a:lnTo>
                  <a:lnTo>
                    <a:pt x="3439852" y="3116972"/>
                  </a:lnTo>
                  <a:lnTo>
                    <a:pt x="3437658" y="3116972"/>
                  </a:lnTo>
                  <a:lnTo>
                    <a:pt x="3435464" y="3116972"/>
                  </a:lnTo>
                  <a:lnTo>
                    <a:pt x="3433270" y="3116972"/>
                  </a:lnTo>
                  <a:lnTo>
                    <a:pt x="3431077" y="3116972"/>
                  </a:lnTo>
                  <a:lnTo>
                    <a:pt x="3428883" y="3116972"/>
                  </a:lnTo>
                  <a:lnTo>
                    <a:pt x="3426689" y="3116972"/>
                  </a:lnTo>
                  <a:lnTo>
                    <a:pt x="3424495" y="3116972"/>
                  </a:lnTo>
                  <a:lnTo>
                    <a:pt x="3422301" y="3116972"/>
                  </a:lnTo>
                  <a:lnTo>
                    <a:pt x="3420108" y="3116972"/>
                  </a:lnTo>
                  <a:lnTo>
                    <a:pt x="3417914" y="3116972"/>
                  </a:lnTo>
                  <a:lnTo>
                    <a:pt x="3415720" y="3116972"/>
                  </a:lnTo>
                  <a:lnTo>
                    <a:pt x="3413526" y="3116972"/>
                  </a:lnTo>
                  <a:lnTo>
                    <a:pt x="3411332" y="3116972"/>
                  </a:lnTo>
                  <a:lnTo>
                    <a:pt x="3409139" y="3116972"/>
                  </a:lnTo>
                  <a:lnTo>
                    <a:pt x="3406945" y="3116972"/>
                  </a:lnTo>
                  <a:lnTo>
                    <a:pt x="3404751" y="3116972"/>
                  </a:lnTo>
                  <a:lnTo>
                    <a:pt x="3402557" y="3116972"/>
                  </a:lnTo>
                  <a:lnTo>
                    <a:pt x="3400364" y="3116972"/>
                  </a:lnTo>
                  <a:lnTo>
                    <a:pt x="3398170" y="3116972"/>
                  </a:lnTo>
                  <a:lnTo>
                    <a:pt x="3395976" y="3116972"/>
                  </a:lnTo>
                  <a:lnTo>
                    <a:pt x="3393782" y="3116972"/>
                  </a:lnTo>
                  <a:lnTo>
                    <a:pt x="3391588" y="3116972"/>
                  </a:lnTo>
                  <a:lnTo>
                    <a:pt x="3389395" y="3116972"/>
                  </a:lnTo>
                  <a:lnTo>
                    <a:pt x="3387201" y="3116972"/>
                  </a:lnTo>
                  <a:lnTo>
                    <a:pt x="3385007" y="3116972"/>
                  </a:lnTo>
                  <a:lnTo>
                    <a:pt x="3382813" y="3116972"/>
                  </a:lnTo>
                  <a:lnTo>
                    <a:pt x="3380620" y="3116972"/>
                  </a:lnTo>
                  <a:lnTo>
                    <a:pt x="3378426" y="3116972"/>
                  </a:lnTo>
                  <a:lnTo>
                    <a:pt x="3376232" y="3116972"/>
                  </a:lnTo>
                  <a:lnTo>
                    <a:pt x="3374038" y="3116972"/>
                  </a:lnTo>
                  <a:lnTo>
                    <a:pt x="3371844" y="3116972"/>
                  </a:lnTo>
                  <a:lnTo>
                    <a:pt x="3369651" y="3116972"/>
                  </a:lnTo>
                  <a:lnTo>
                    <a:pt x="3367457" y="3116972"/>
                  </a:lnTo>
                  <a:lnTo>
                    <a:pt x="3365263" y="3116972"/>
                  </a:lnTo>
                  <a:lnTo>
                    <a:pt x="3363069" y="3116972"/>
                  </a:lnTo>
                  <a:lnTo>
                    <a:pt x="3360875" y="3116972"/>
                  </a:lnTo>
                  <a:lnTo>
                    <a:pt x="3358682" y="3116972"/>
                  </a:lnTo>
                  <a:lnTo>
                    <a:pt x="3356488" y="3116972"/>
                  </a:lnTo>
                  <a:lnTo>
                    <a:pt x="3354294" y="3116972"/>
                  </a:lnTo>
                  <a:lnTo>
                    <a:pt x="3352100" y="3116972"/>
                  </a:lnTo>
                  <a:lnTo>
                    <a:pt x="3349907" y="3116972"/>
                  </a:lnTo>
                  <a:lnTo>
                    <a:pt x="3347713" y="3116972"/>
                  </a:lnTo>
                  <a:lnTo>
                    <a:pt x="3345519" y="3116972"/>
                  </a:lnTo>
                  <a:lnTo>
                    <a:pt x="3343325" y="3116972"/>
                  </a:lnTo>
                  <a:lnTo>
                    <a:pt x="3341131" y="3116972"/>
                  </a:lnTo>
                  <a:lnTo>
                    <a:pt x="3338938" y="3116972"/>
                  </a:lnTo>
                  <a:lnTo>
                    <a:pt x="3336744" y="3116972"/>
                  </a:lnTo>
                  <a:lnTo>
                    <a:pt x="3334550" y="3116972"/>
                  </a:lnTo>
                  <a:lnTo>
                    <a:pt x="3332356" y="3116972"/>
                  </a:lnTo>
                  <a:lnTo>
                    <a:pt x="3330163" y="3116972"/>
                  </a:lnTo>
                  <a:lnTo>
                    <a:pt x="3327969" y="3116972"/>
                  </a:lnTo>
                  <a:lnTo>
                    <a:pt x="3325775" y="3116972"/>
                  </a:lnTo>
                  <a:lnTo>
                    <a:pt x="3323581" y="3116972"/>
                  </a:lnTo>
                  <a:lnTo>
                    <a:pt x="3321387" y="3116972"/>
                  </a:lnTo>
                  <a:lnTo>
                    <a:pt x="3319194" y="3116972"/>
                  </a:lnTo>
                  <a:lnTo>
                    <a:pt x="3317000" y="3116972"/>
                  </a:lnTo>
                  <a:lnTo>
                    <a:pt x="3314806" y="3116972"/>
                  </a:lnTo>
                  <a:lnTo>
                    <a:pt x="3312612" y="3116972"/>
                  </a:lnTo>
                  <a:lnTo>
                    <a:pt x="3310418" y="3116972"/>
                  </a:lnTo>
                  <a:lnTo>
                    <a:pt x="3308225" y="3116972"/>
                  </a:lnTo>
                  <a:lnTo>
                    <a:pt x="3306031" y="3116972"/>
                  </a:lnTo>
                  <a:lnTo>
                    <a:pt x="3303837" y="3116972"/>
                  </a:lnTo>
                  <a:lnTo>
                    <a:pt x="3301643" y="3116972"/>
                  </a:lnTo>
                  <a:lnTo>
                    <a:pt x="3299450" y="3116972"/>
                  </a:lnTo>
                  <a:lnTo>
                    <a:pt x="3297256" y="3116972"/>
                  </a:lnTo>
                  <a:lnTo>
                    <a:pt x="3295062" y="3116972"/>
                  </a:lnTo>
                  <a:lnTo>
                    <a:pt x="3292868" y="3116972"/>
                  </a:lnTo>
                  <a:lnTo>
                    <a:pt x="3290674" y="3116972"/>
                  </a:lnTo>
                  <a:lnTo>
                    <a:pt x="3288481" y="3116972"/>
                  </a:lnTo>
                  <a:lnTo>
                    <a:pt x="3286287" y="3116972"/>
                  </a:lnTo>
                  <a:lnTo>
                    <a:pt x="3284093" y="3116972"/>
                  </a:lnTo>
                  <a:lnTo>
                    <a:pt x="3281899" y="3116972"/>
                  </a:lnTo>
                  <a:lnTo>
                    <a:pt x="3279705" y="3116972"/>
                  </a:lnTo>
                  <a:lnTo>
                    <a:pt x="3277512" y="3116972"/>
                  </a:lnTo>
                  <a:lnTo>
                    <a:pt x="3275318" y="3116972"/>
                  </a:lnTo>
                  <a:lnTo>
                    <a:pt x="3273124" y="3116972"/>
                  </a:lnTo>
                  <a:lnTo>
                    <a:pt x="3270930" y="3116972"/>
                  </a:lnTo>
                  <a:lnTo>
                    <a:pt x="3268737" y="3116972"/>
                  </a:lnTo>
                  <a:lnTo>
                    <a:pt x="3266543" y="3116972"/>
                  </a:lnTo>
                  <a:lnTo>
                    <a:pt x="3264349" y="3116972"/>
                  </a:lnTo>
                  <a:lnTo>
                    <a:pt x="3262155" y="3116972"/>
                  </a:lnTo>
                  <a:lnTo>
                    <a:pt x="3259961" y="3116972"/>
                  </a:lnTo>
                  <a:lnTo>
                    <a:pt x="3257768" y="3116972"/>
                  </a:lnTo>
                  <a:lnTo>
                    <a:pt x="3255574" y="3116972"/>
                  </a:lnTo>
                  <a:lnTo>
                    <a:pt x="3253380" y="3116972"/>
                  </a:lnTo>
                  <a:lnTo>
                    <a:pt x="3251186" y="3116972"/>
                  </a:lnTo>
                  <a:lnTo>
                    <a:pt x="3248993" y="3116972"/>
                  </a:lnTo>
                  <a:lnTo>
                    <a:pt x="3246799" y="3116972"/>
                  </a:lnTo>
                  <a:lnTo>
                    <a:pt x="3244605" y="3116972"/>
                  </a:lnTo>
                  <a:lnTo>
                    <a:pt x="3242411" y="3116972"/>
                  </a:lnTo>
                  <a:lnTo>
                    <a:pt x="3240217" y="3116972"/>
                  </a:lnTo>
                  <a:lnTo>
                    <a:pt x="3238024" y="3116972"/>
                  </a:lnTo>
                  <a:lnTo>
                    <a:pt x="3235830" y="3116972"/>
                  </a:lnTo>
                  <a:lnTo>
                    <a:pt x="3233636" y="3116972"/>
                  </a:lnTo>
                  <a:lnTo>
                    <a:pt x="3231442" y="3116972"/>
                  </a:lnTo>
                  <a:lnTo>
                    <a:pt x="3229248" y="3116972"/>
                  </a:lnTo>
                  <a:lnTo>
                    <a:pt x="3227055" y="3116972"/>
                  </a:lnTo>
                  <a:lnTo>
                    <a:pt x="3224861" y="3116972"/>
                  </a:lnTo>
                  <a:lnTo>
                    <a:pt x="3222667" y="3116972"/>
                  </a:lnTo>
                  <a:lnTo>
                    <a:pt x="3220473" y="3116972"/>
                  </a:lnTo>
                  <a:lnTo>
                    <a:pt x="3218280" y="3116972"/>
                  </a:lnTo>
                  <a:lnTo>
                    <a:pt x="3216086" y="3116972"/>
                  </a:lnTo>
                  <a:lnTo>
                    <a:pt x="3213892" y="3116972"/>
                  </a:lnTo>
                  <a:lnTo>
                    <a:pt x="3211698" y="3116972"/>
                  </a:lnTo>
                  <a:lnTo>
                    <a:pt x="3209504" y="3116972"/>
                  </a:lnTo>
                  <a:lnTo>
                    <a:pt x="3207311" y="3116972"/>
                  </a:lnTo>
                  <a:lnTo>
                    <a:pt x="3205117" y="3116972"/>
                  </a:lnTo>
                  <a:lnTo>
                    <a:pt x="3202923" y="3116972"/>
                  </a:lnTo>
                  <a:lnTo>
                    <a:pt x="3200729" y="3116972"/>
                  </a:lnTo>
                  <a:lnTo>
                    <a:pt x="3198536" y="3116972"/>
                  </a:lnTo>
                  <a:lnTo>
                    <a:pt x="3196342" y="3116972"/>
                  </a:lnTo>
                  <a:lnTo>
                    <a:pt x="3194148" y="3116972"/>
                  </a:lnTo>
                  <a:lnTo>
                    <a:pt x="3191954" y="3116972"/>
                  </a:lnTo>
                  <a:lnTo>
                    <a:pt x="3189760" y="3116972"/>
                  </a:lnTo>
                  <a:lnTo>
                    <a:pt x="3187567" y="3116972"/>
                  </a:lnTo>
                  <a:lnTo>
                    <a:pt x="3185373" y="3116972"/>
                  </a:lnTo>
                  <a:lnTo>
                    <a:pt x="3183179" y="3116972"/>
                  </a:lnTo>
                  <a:lnTo>
                    <a:pt x="3180985" y="3116972"/>
                  </a:lnTo>
                  <a:lnTo>
                    <a:pt x="3178791" y="3116972"/>
                  </a:lnTo>
                  <a:lnTo>
                    <a:pt x="3176598" y="3116972"/>
                  </a:lnTo>
                  <a:lnTo>
                    <a:pt x="3174404" y="3116972"/>
                  </a:lnTo>
                  <a:lnTo>
                    <a:pt x="3172210" y="3116972"/>
                  </a:lnTo>
                  <a:lnTo>
                    <a:pt x="3170016" y="3116972"/>
                  </a:lnTo>
                  <a:lnTo>
                    <a:pt x="3167823" y="3116972"/>
                  </a:lnTo>
                  <a:lnTo>
                    <a:pt x="3165629" y="3116972"/>
                  </a:lnTo>
                  <a:lnTo>
                    <a:pt x="3163435" y="3116972"/>
                  </a:lnTo>
                  <a:lnTo>
                    <a:pt x="3161241" y="3116972"/>
                  </a:lnTo>
                  <a:lnTo>
                    <a:pt x="3159047" y="3116972"/>
                  </a:lnTo>
                  <a:lnTo>
                    <a:pt x="3156854" y="3116972"/>
                  </a:lnTo>
                  <a:lnTo>
                    <a:pt x="3154660" y="3116972"/>
                  </a:lnTo>
                  <a:lnTo>
                    <a:pt x="3152466" y="3116972"/>
                  </a:lnTo>
                  <a:lnTo>
                    <a:pt x="3150272" y="3116972"/>
                  </a:lnTo>
                  <a:lnTo>
                    <a:pt x="3148078" y="3116972"/>
                  </a:lnTo>
                  <a:lnTo>
                    <a:pt x="3145885" y="3116972"/>
                  </a:lnTo>
                  <a:lnTo>
                    <a:pt x="3143691" y="3116972"/>
                  </a:lnTo>
                  <a:lnTo>
                    <a:pt x="3141497" y="3116972"/>
                  </a:lnTo>
                  <a:lnTo>
                    <a:pt x="3139303" y="3116972"/>
                  </a:lnTo>
                  <a:lnTo>
                    <a:pt x="3137110" y="3116972"/>
                  </a:lnTo>
                  <a:lnTo>
                    <a:pt x="3134916" y="3116972"/>
                  </a:lnTo>
                  <a:lnTo>
                    <a:pt x="3132722" y="3116972"/>
                  </a:lnTo>
                  <a:lnTo>
                    <a:pt x="3130528" y="3116972"/>
                  </a:lnTo>
                  <a:lnTo>
                    <a:pt x="3128334" y="3116972"/>
                  </a:lnTo>
                  <a:lnTo>
                    <a:pt x="3126141" y="3116972"/>
                  </a:lnTo>
                  <a:lnTo>
                    <a:pt x="3123947" y="3116972"/>
                  </a:lnTo>
                  <a:lnTo>
                    <a:pt x="3121753" y="3116972"/>
                  </a:lnTo>
                  <a:lnTo>
                    <a:pt x="3119559" y="3116972"/>
                  </a:lnTo>
                  <a:lnTo>
                    <a:pt x="3117366" y="3116972"/>
                  </a:lnTo>
                  <a:lnTo>
                    <a:pt x="3115172" y="3116972"/>
                  </a:lnTo>
                  <a:lnTo>
                    <a:pt x="3112978" y="3116972"/>
                  </a:lnTo>
                  <a:lnTo>
                    <a:pt x="3110784" y="3116972"/>
                  </a:lnTo>
                  <a:lnTo>
                    <a:pt x="3108590" y="3116972"/>
                  </a:lnTo>
                  <a:lnTo>
                    <a:pt x="3106397" y="3116972"/>
                  </a:lnTo>
                  <a:lnTo>
                    <a:pt x="3104203" y="3116972"/>
                  </a:lnTo>
                  <a:lnTo>
                    <a:pt x="3102009" y="3116972"/>
                  </a:lnTo>
                  <a:lnTo>
                    <a:pt x="3099815" y="3116972"/>
                  </a:lnTo>
                  <a:lnTo>
                    <a:pt x="3097621" y="3116972"/>
                  </a:lnTo>
                  <a:lnTo>
                    <a:pt x="3095428" y="3116972"/>
                  </a:lnTo>
                  <a:lnTo>
                    <a:pt x="3093234" y="3116972"/>
                  </a:lnTo>
                  <a:lnTo>
                    <a:pt x="3091040" y="3116972"/>
                  </a:lnTo>
                  <a:lnTo>
                    <a:pt x="3088846" y="3116972"/>
                  </a:lnTo>
                  <a:lnTo>
                    <a:pt x="3086653" y="3116972"/>
                  </a:lnTo>
                  <a:lnTo>
                    <a:pt x="3084459" y="3116972"/>
                  </a:lnTo>
                  <a:lnTo>
                    <a:pt x="3082265" y="3116972"/>
                  </a:lnTo>
                  <a:lnTo>
                    <a:pt x="3080071" y="3116972"/>
                  </a:lnTo>
                  <a:lnTo>
                    <a:pt x="3077877" y="3116972"/>
                  </a:lnTo>
                  <a:lnTo>
                    <a:pt x="3075684" y="3116972"/>
                  </a:lnTo>
                  <a:lnTo>
                    <a:pt x="3073490" y="3116972"/>
                  </a:lnTo>
                  <a:lnTo>
                    <a:pt x="3071296" y="3116972"/>
                  </a:lnTo>
                  <a:lnTo>
                    <a:pt x="3069102" y="3116972"/>
                  </a:lnTo>
                  <a:lnTo>
                    <a:pt x="3066909" y="3116972"/>
                  </a:lnTo>
                  <a:lnTo>
                    <a:pt x="3064715" y="3116972"/>
                  </a:lnTo>
                  <a:lnTo>
                    <a:pt x="3062521" y="3116972"/>
                  </a:lnTo>
                  <a:lnTo>
                    <a:pt x="3060327" y="3116972"/>
                  </a:lnTo>
                  <a:lnTo>
                    <a:pt x="3058133" y="3116972"/>
                  </a:lnTo>
                  <a:lnTo>
                    <a:pt x="3055940" y="3116972"/>
                  </a:lnTo>
                  <a:lnTo>
                    <a:pt x="3053746" y="3116972"/>
                  </a:lnTo>
                  <a:lnTo>
                    <a:pt x="3051552" y="3116972"/>
                  </a:lnTo>
                  <a:lnTo>
                    <a:pt x="3049358" y="3116972"/>
                  </a:lnTo>
                  <a:lnTo>
                    <a:pt x="3047164" y="3116972"/>
                  </a:lnTo>
                  <a:lnTo>
                    <a:pt x="3044971" y="3116972"/>
                  </a:lnTo>
                  <a:lnTo>
                    <a:pt x="3042777" y="3116972"/>
                  </a:lnTo>
                  <a:lnTo>
                    <a:pt x="3040583" y="3116972"/>
                  </a:lnTo>
                  <a:lnTo>
                    <a:pt x="3038389" y="3116972"/>
                  </a:lnTo>
                  <a:lnTo>
                    <a:pt x="3036196" y="3116972"/>
                  </a:lnTo>
                  <a:lnTo>
                    <a:pt x="3034002" y="3116972"/>
                  </a:lnTo>
                  <a:lnTo>
                    <a:pt x="3031808" y="3116972"/>
                  </a:lnTo>
                  <a:lnTo>
                    <a:pt x="3029614" y="3116972"/>
                  </a:lnTo>
                  <a:lnTo>
                    <a:pt x="3027420" y="3116972"/>
                  </a:lnTo>
                  <a:lnTo>
                    <a:pt x="3025227" y="3116972"/>
                  </a:lnTo>
                  <a:lnTo>
                    <a:pt x="3023033" y="3116972"/>
                  </a:lnTo>
                  <a:lnTo>
                    <a:pt x="3020839" y="3116972"/>
                  </a:lnTo>
                  <a:lnTo>
                    <a:pt x="3018645" y="3116972"/>
                  </a:lnTo>
                  <a:lnTo>
                    <a:pt x="3016451" y="3116972"/>
                  </a:lnTo>
                  <a:lnTo>
                    <a:pt x="3014258" y="3116972"/>
                  </a:lnTo>
                  <a:lnTo>
                    <a:pt x="3012064" y="3116972"/>
                  </a:lnTo>
                  <a:lnTo>
                    <a:pt x="3009870" y="3116972"/>
                  </a:lnTo>
                  <a:lnTo>
                    <a:pt x="3007676" y="3116972"/>
                  </a:lnTo>
                  <a:lnTo>
                    <a:pt x="3005483" y="3116972"/>
                  </a:lnTo>
                  <a:lnTo>
                    <a:pt x="3003289" y="3116972"/>
                  </a:lnTo>
                  <a:lnTo>
                    <a:pt x="3001095" y="3116972"/>
                  </a:lnTo>
                  <a:lnTo>
                    <a:pt x="2998901" y="3116972"/>
                  </a:lnTo>
                  <a:lnTo>
                    <a:pt x="2996707" y="3116972"/>
                  </a:lnTo>
                  <a:lnTo>
                    <a:pt x="2994514" y="3116972"/>
                  </a:lnTo>
                  <a:lnTo>
                    <a:pt x="2992320" y="3116972"/>
                  </a:lnTo>
                  <a:lnTo>
                    <a:pt x="2990126" y="3116972"/>
                  </a:lnTo>
                  <a:lnTo>
                    <a:pt x="2987932" y="3116972"/>
                  </a:lnTo>
                  <a:lnTo>
                    <a:pt x="2985739" y="3116972"/>
                  </a:lnTo>
                  <a:lnTo>
                    <a:pt x="2983545" y="3116972"/>
                  </a:lnTo>
                  <a:lnTo>
                    <a:pt x="2981351" y="3116972"/>
                  </a:lnTo>
                  <a:lnTo>
                    <a:pt x="2979157" y="3116972"/>
                  </a:lnTo>
                  <a:lnTo>
                    <a:pt x="2976963" y="3116972"/>
                  </a:lnTo>
                  <a:lnTo>
                    <a:pt x="2974770" y="3116972"/>
                  </a:lnTo>
                  <a:lnTo>
                    <a:pt x="2972576" y="3116972"/>
                  </a:lnTo>
                  <a:lnTo>
                    <a:pt x="2970382" y="3116972"/>
                  </a:lnTo>
                  <a:lnTo>
                    <a:pt x="2968188" y="3116972"/>
                  </a:lnTo>
                  <a:lnTo>
                    <a:pt x="2965994" y="3116972"/>
                  </a:lnTo>
                  <a:lnTo>
                    <a:pt x="2963801" y="3116972"/>
                  </a:lnTo>
                  <a:lnTo>
                    <a:pt x="2961607" y="3116972"/>
                  </a:lnTo>
                  <a:lnTo>
                    <a:pt x="2959413" y="3116972"/>
                  </a:lnTo>
                  <a:lnTo>
                    <a:pt x="2957219" y="3116972"/>
                  </a:lnTo>
                  <a:lnTo>
                    <a:pt x="2955026" y="3116972"/>
                  </a:lnTo>
                  <a:lnTo>
                    <a:pt x="2952832" y="3116972"/>
                  </a:lnTo>
                  <a:lnTo>
                    <a:pt x="2950638" y="3116972"/>
                  </a:lnTo>
                  <a:lnTo>
                    <a:pt x="2948444" y="3116972"/>
                  </a:lnTo>
                  <a:lnTo>
                    <a:pt x="2946250" y="3116972"/>
                  </a:lnTo>
                  <a:lnTo>
                    <a:pt x="2944057" y="3116972"/>
                  </a:lnTo>
                  <a:lnTo>
                    <a:pt x="2941863" y="3116972"/>
                  </a:lnTo>
                  <a:lnTo>
                    <a:pt x="2939669" y="3116972"/>
                  </a:lnTo>
                  <a:lnTo>
                    <a:pt x="2937475" y="3116972"/>
                  </a:lnTo>
                  <a:lnTo>
                    <a:pt x="2935282" y="3116972"/>
                  </a:lnTo>
                  <a:lnTo>
                    <a:pt x="2933088" y="3116972"/>
                  </a:lnTo>
                  <a:lnTo>
                    <a:pt x="2930894" y="3116972"/>
                  </a:lnTo>
                  <a:lnTo>
                    <a:pt x="2928700" y="3116972"/>
                  </a:lnTo>
                  <a:lnTo>
                    <a:pt x="2926506" y="3116972"/>
                  </a:lnTo>
                  <a:lnTo>
                    <a:pt x="2924313" y="3116972"/>
                  </a:lnTo>
                  <a:lnTo>
                    <a:pt x="2922119" y="3116972"/>
                  </a:lnTo>
                  <a:lnTo>
                    <a:pt x="2919925" y="3116972"/>
                  </a:lnTo>
                  <a:lnTo>
                    <a:pt x="2917731" y="3116972"/>
                  </a:lnTo>
                  <a:lnTo>
                    <a:pt x="2915537" y="3116972"/>
                  </a:lnTo>
                  <a:lnTo>
                    <a:pt x="2913344" y="3116972"/>
                  </a:lnTo>
                  <a:lnTo>
                    <a:pt x="2911150" y="3116972"/>
                  </a:lnTo>
                  <a:lnTo>
                    <a:pt x="2908956" y="3116972"/>
                  </a:lnTo>
                  <a:lnTo>
                    <a:pt x="2906762" y="3116972"/>
                  </a:lnTo>
                  <a:lnTo>
                    <a:pt x="2904569" y="3116972"/>
                  </a:lnTo>
                  <a:lnTo>
                    <a:pt x="2902375" y="3116972"/>
                  </a:lnTo>
                  <a:lnTo>
                    <a:pt x="2900181" y="3116972"/>
                  </a:lnTo>
                  <a:lnTo>
                    <a:pt x="2897987" y="3116972"/>
                  </a:lnTo>
                  <a:lnTo>
                    <a:pt x="2895793" y="3116972"/>
                  </a:lnTo>
                  <a:lnTo>
                    <a:pt x="2893600" y="3116972"/>
                  </a:lnTo>
                  <a:lnTo>
                    <a:pt x="2891406" y="3116972"/>
                  </a:lnTo>
                  <a:lnTo>
                    <a:pt x="2889212" y="3116972"/>
                  </a:lnTo>
                  <a:lnTo>
                    <a:pt x="2887018" y="3116972"/>
                  </a:lnTo>
                  <a:lnTo>
                    <a:pt x="2884825" y="3116972"/>
                  </a:lnTo>
                  <a:lnTo>
                    <a:pt x="2882631" y="3116972"/>
                  </a:lnTo>
                  <a:lnTo>
                    <a:pt x="2880437" y="3116972"/>
                  </a:lnTo>
                  <a:lnTo>
                    <a:pt x="2878243" y="3116972"/>
                  </a:lnTo>
                  <a:lnTo>
                    <a:pt x="2876049" y="3116972"/>
                  </a:lnTo>
                  <a:lnTo>
                    <a:pt x="2873856" y="3116972"/>
                  </a:lnTo>
                  <a:lnTo>
                    <a:pt x="2871662" y="3116972"/>
                  </a:lnTo>
                  <a:lnTo>
                    <a:pt x="2869468" y="3116972"/>
                  </a:lnTo>
                  <a:lnTo>
                    <a:pt x="2867274" y="3116972"/>
                  </a:lnTo>
                  <a:lnTo>
                    <a:pt x="2865080" y="3116972"/>
                  </a:lnTo>
                  <a:lnTo>
                    <a:pt x="2862887" y="3116972"/>
                  </a:lnTo>
                  <a:lnTo>
                    <a:pt x="2860693" y="3116972"/>
                  </a:lnTo>
                  <a:lnTo>
                    <a:pt x="2858499" y="3116972"/>
                  </a:lnTo>
                  <a:lnTo>
                    <a:pt x="2856305" y="3116972"/>
                  </a:lnTo>
                  <a:lnTo>
                    <a:pt x="2854112" y="3116972"/>
                  </a:lnTo>
                  <a:lnTo>
                    <a:pt x="2851918" y="3116972"/>
                  </a:lnTo>
                  <a:lnTo>
                    <a:pt x="2849724" y="3116972"/>
                  </a:lnTo>
                  <a:lnTo>
                    <a:pt x="2847530" y="3116972"/>
                  </a:lnTo>
                  <a:lnTo>
                    <a:pt x="2845336" y="3116972"/>
                  </a:lnTo>
                  <a:lnTo>
                    <a:pt x="2843143" y="3116972"/>
                  </a:lnTo>
                  <a:lnTo>
                    <a:pt x="2840949" y="3116972"/>
                  </a:lnTo>
                  <a:lnTo>
                    <a:pt x="2838755" y="3116972"/>
                  </a:lnTo>
                  <a:lnTo>
                    <a:pt x="2836561" y="3116972"/>
                  </a:lnTo>
                  <a:lnTo>
                    <a:pt x="2834367" y="3116972"/>
                  </a:lnTo>
                  <a:lnTo>
                    <a:pt x="2832174" y="3116972"/>
                  </a:lnTo>
                  <a:lnTo>
                    <a:pt x="2829980" y="3116972"/>
                  </a:lnTo>
                  <a:lnTo>
                    <a:pt x="2827786" y="3116972"/>
                  </a:lnTo>
                  <a:lnTo>
                    <a:pt x="2825592" y="3116972"/>
                  </a:lnTo>
                  <a:lnTo>
                    <a:pt x="2823399" y="3116972"/>
                  </a:lnTo>
                  <a:lnTo>
                    <a:pt x="2821205" y="3116972"/>
                  </a:lnTo>
                  <a:lnTo>
                    <a:pt x="2819011" y="3116972"/>
                  </a:lnTo>
                  <a:lnTo>
                    <a:pt x="2816817" y="3116972"/>
                  </a:lnTo>
                  <a:lnTo>
                    <a:pt x="2814623" y="3116972"/>
                  </a:lnTo>
                  <a:lnTo>
                    <a:pt x="2812430" y="3116972"/>
                  </a:lnTo>
                  <a:lnTo>
                    <a:pt x="2810236" y="3116972"/>
                  </a:lnTo>
                  <a:lnTo>
                    <a:pt x="2808042" y="3116972"/>
                  </a:lnTo>
                  <a:lnTo>
                    <a:pt x="2805848" y="3116972"/>
                  </a:lnTo>
                  <a:lnTo>
                    <a:pt x="2803655" y="3116972"/>
                  </a:lnTo>
                  <a:lnTo>
                    <a:pt x="2801461" y="3116972"/>
                  </a:lnTo>
                  <a:lnTo>
                    <a:pt x="2799267" y="3116972"/>
                  </a:lnTo>
                  <a:lnTo>
                    <a:pt x="2797073" y="3116972"/>
                  </a:lnTo>
                  <a:lnTo>
                    <a:pt x="2794879" y="3116972"/>
                  </a:lnTo>
                  <a:lnTo>
                    <a:pt x="2792686" y="3116972"/>
                  </a:lnTo>
                  <a:lnTo>
                    <a:pt x="2790492" y="3116972"/>
                  </a:lnTo>
                  <a:lnTo>
                    <a:pt x="2788298" y="3116972"/>
                  </a:lnTo>
                  <a:lnTo>
                    <a:pt x="2786104" y="3116972"/>
                  </a:lnTo>
                  <a:lnTo>
                    <a:pt x="2783910" y="3116972"/>
                  </a:lnTo>
                  <a:lnTo>
                    <a:pt x="2781717" y="3116972"/>
                  </a:lnTo>
                  <a:lnTo>
                    <a:pt x="2779523" y="3116972"/>
                  </a:lnTo>
                  <a:lnTo>
                    <a:pt x="2777329" y="3116972"/>
                  </a:lnTo>
                  <a:lnTo>
                    <a:pt x="2775135" y="3116972"/>
                  </a:lnTo>
                  <a:lnTo>
                    <a:pt x="2772942" y="3116972"/>
                  </a:lnTo>
                  <a:lnTo>
                    <a:pt x="2770748" y="3116972"/>
                  </a:lnTo>
                  <a:lnTo>
                    <a:pt x="2768554" y="3116972"/>
                  </a:lnTo>
                  <a:lnTo>
                    <a:pt x="2766360" y="3116972"/>
                  </a:lnTo>
                  <a:lnTo>
                    <a:pt x="2764166" y="3116972"/>
                  </a:lnTo>
                  <a:lnTo>
                    <a:pt x="2761973" y="3116972"/>
                  </a:lnTo>
                  <a:lnTo>
                    <a:pt x="2759779" y="3116972"/>
                  </a:lnTo>
                  <a:lnTo>
                    <a:pt x="2757585" y="3116972"/>
                  </a:lnTo>
                  <a:lnTo>
                    <a:pt x="2755391" y="3116972"/>
                  </a:lnTo>
                  <a:lnTo>
                    <a:pt x="2753198" y="3116972"/>
                  </a:lnTo>
                  <a:lnTo>
                    <a:pt x="2751004" y="3116972"/>
                  </a:lnTo>
                  <a:lnTo>
                    <a:pt x="2748810" y="3116972"/>
                  </a:lnTo>
                  <a:lnTo>
                    <a:pt x="2746616" y="3116972"/>
                  </a:lnTo>
                  <a:lnTo>
                    <a:pt x="2744422" y="3116972"/>
                  </a:lnTo>
                  <a:lnTo>
                    <a:pt x="2742229" y="3116972"/>
                  </a:lnTo>
                  <a:lnTo>
                    <a:pt x="2740035" y="3116972"/>
                  </a:lnTo>
                  <a:lnTo>
                    <a:pt x="2737841" y="3116972"/>
                  </a:lnTo>
                  <a:lnTo>
                    <a:pt x="2735647" y="3116972"/>
                  </a:lnTo>
                  <a:lnTo>
                    <a:pt x="2733453" y="3116972"/>
                  </a:lnTo>
                  <a:lnTo>
                    <a:pt x="2731260" y="3116972"/>
                  </a:lnTo>
                  <a:lnTo>
                    <a:pt x="2729066" y="3116972"/>
                  </a:lnTo>
                  <a:lnTo>
                    <a:pt x="2726872" y="3116972"/>
                  </a:lnTo>
                  <a:lnTo>
                    <a:pt x="2724678" y="3116972"/>
                  </a:lnTo>
                  <a:lnTo>
                    <a:pt x="2722485" y="3116972"/>
                  </a:lnTo>
                  <a:lnTo>
                    <a:pt x="2720291" y="3116972"/>
                  </a:lnTo>
                  <a:lnTo>
                    <a:pt x="2718097" y="3116972"/>
                  </a:lnTo>
                  <a:lnTo>
                    <a:pt x="2715903" y="3116972"/>
                  </a:lnTo>
                  <a:lnTo>
                    <a:pt x="2713709" y="3116972"/>
                  </a:lnTo>
                  <a:lnTo>
                    <a:pt x="2711516" y="3116972"/>
                  </a:lnTo>
                  <a:lnTo>
                    <a:pt x="2709322" y="3116972"/>
                  </a:lnTo>
                  <a:lnTo>
                    <a:pt x="2707128" y="3116972"/>
                  </a:lnTo>
                  <a:lnTo>
                    <a:pt x="2704934" y="3116972"/>
                  </a:lnTo>
                  <a:lnTo>
                    <a:pt x="2702740" y="3116972"/>
                  </a:lnTo>
                  <a:lnTo>
                    <a:pt x="2700547" y="3116972"/>
                  </a:lnTo>
                  <a:lnTo>
                    <a:pt x="2698353" y="3116972"/>
                  </a:lnTo>
                  <a:lnTo>
                    <a:pt x="2696159" y="3116972"/>
                  </a:lnTo>
                  <a:lnTo>
                    <a:pt x="2693965" y="3116972"/>
                  </a:lnTo>
                  <a:lnTo>
                    <a:pt x="2691772" y="3116972"/>
                  </a:lnTo>
                  <a:lnTo>
                    <a:pt x="2689578" y="3116972"/>
                  </a:lnTo>
                  <a:lnTo>
                    <a:pt x="2687384" y="3116972"/>
                  </a:lnTo>
                  <a:lnTo>
                    <a:pt x="2685190" y="3116972"/>
                  </a:lnTo>
                  <a:lnTo>
                    <a:pt x="2682996" y="3116972"/>
                  </a:lnTo>
                  <a:lnTo>
                    <a:pt x="2680803" y="3116972"/>
                  </a:lnTo>
                  <a:lnTo>
                    <a:pt x="2678609" y="3116972"/>
                  </a:lnTo>
                  <a:lnTo>
                    <a:pt x="2676415" y="3116972"/>
                  </a:lnTo>
                  <a:lnTo>
                    <a:pt x="2674221" y="3116972"/>
                  </a:lnTo>
                  <a:lnTo>
                    <a:pt x="2672028" y="3116972"/>
                  </a:lnTo>
                  <a:lnTo>
                    <a:pt x="2669834" y="3116972"/>
                  </a:lnTo>
                  <a:lnTo>
                    <a:pt x="2667640" y="3116972"/>
                  </a:lnTo>
                  <a:lnTo>
                    <a:pt x="2665446" y="3116972"/>
                  </a:lnTo>
                  <a:lnTo>
                    <a:pt x="2663252" y="3116972"/>
                  </a:lnTo>
                  <a:lnTo>
                    <a:pt x="2661059" y="3116972"/>
                  </a:lnTo>
                  <a:lnTo>
                    <a:pt x="2658865" y="3116972"/>
                  </a:lnTo>
                  <a:lnTo>
                    <a:pt x="2656671" y="3116972"/>
                  </a:lnTo>
                  <a:lnTo>
                    <a:pt x="2654477" y="3116972"/>
                  </a:lnTo>
                  <a:lnTo>
                    <a:pt x="2652283" y="3116972"/>
                  </a:lnTo>
                  <a:lnTo>
                    <a:pt x="2650090" y="3116972"/>
                  </a:lnTo>
                  <a:lnTo>
                    <a:pt x="2647896" y="3116972"/>
                  </a:lnTo>
                  <a:lnTo>
                    <a:pt x="2645702" y="3116972"/>
                  </a:lnTo>
                  <a:lnTo>
                    <a:pt x="2643508" y="3116972"/>
                  </a:lnTo>
                  <a:lnTo>
                    <a:pt x="2641315" y="3116972"/>
                  </a:lnTo>
                  <a:lnTo>
                    <a:pt x="2639121" y="3116972"/>
                  </a:lnTo>
                  <a:lnTo>
                    <a:pt x="2636927" y="3116972"/>
                  </a:lnTo>
                  <a:lnTo>
                    <a:pt x="2634733" y="3116972"/>
                  </a:lnTo>
                  <a:lnTo>
                    <a:pt x="2632539" y="3116972"/>
                  </a:lnTo>
                  <a:lnTo>
                    <a:pt x="2630346" y="3116972"/>
                  </a:lnTo>
                  <a:lnTo>
                    <a:pt x="2628152" y="3116972"/>
                  </a:lnTo>
                  <a:lnTo>
                    <a:pt x="2625958" y="3116972"/>
                  </a:lnTo>
                  <a:lnTo>
                    <a:pt x="2623764" y="3116972"/>
                  </a:lnTo>
                  <a:lnTo>
                    <a:pt x="2621571" y="3116972"/>
                  </a:lnTo>
                  <a:lnTo>
                    <a:pt x="2619377" y="3116972"/>
                  </a:lnTo>
                  <a:lnTo>
                    <a:pt x="2617183" y="3116972"/>
                  </a:lnTo>
                  <a:lnTo>
                    <a:pt x="2614989" y="3116972"/>
                  </a:lnTo>
                  <a:lnTo>
                    <a:pt x="2612795" y="3116972"/>
                  </a:lnTo>
                  <a:lnTo>
                    <a:pt x="2610602" y="3116972"/>
                  </a:lnTo>
                  <a:lnTo>
                    <a:pt x="2608408" y="3116972"/>
                  </a:lnTo>
                  <a:lnTo>
                    <a:pt x="2606214" y="3116972"/>
                  </a:lnTo>
                  <a:lnTo>
                    <a:pt x="2604020" y="3116972"/>
                  </a:lnTo>
                  <a:lnTo>
                    <a:pt x="2601826" y="3116972"/>
                  </a:lnTo>
                  <a:lnTo>
                    <a:pt x="2599633" y="3116972"/>
                  </a:lnTo>
                  <a:lnTo>
                    <a:pt x="2597439" y="3116972"/>
                  </a:lnTo>
                  <a:lnTo>
                    <a:pt x="2595245" y="3116972"/>
                  </a:lnTo>
                  <a:lnTo>
                    <a:pt x="2593051" y="3116972"/>
                  </a:lnTo>
                  <a:lnTo>
                    <a:pt x="2590858" y="3116972"/>
                  </a:lnTo>
                  <a:lnTo>
                    <a:pt x="2588664" y="3116972"/>
                  </a:lnTo>
                  <a:lnTo>
                    <a:pt x="2586470" y="3116972"/>
                  </a:lnTo>
                  <a:lnTo>
                    <a:pt x="2584276" y="3116972"/>
                  </a:lnTo>
                  <a:lnTo>
                    <a:pt x="2582082" y="3116972"/>
                  </a:lnTo>
                  <a:lnTo>
                    <a:pt x="2579889" y="3116972"/>
                  </a:lnTo>
                  <a:lnTo>
                    <a:pt x="2577695" y="3116972"/>
                  </a:lnTo>
                  <a:lnTo>
                    <a:pt x="2575501" y="3116972"/>
                  </a:lnTo>
                  <a:lnTo>
                    <a:pt x="2573307" y="3116972"/>
                  </a:lnTo>
                  <a:lnTo>
                    <a:pt x="2571113" y="3116972"/>
                  </a:lnTo>
                  <a:lnTo>
                    <a:pt x="2568920" y="3116972"/>
                  </a:lnTo>
                  <a:lnTo>
                    <a:pt x="2566726" y="3116972"/>
                  </a:lnTo>
                  <a:lnTo>
                    <a:pt x="2564532" y="3116972"/>
                  </a:lnTo>
                  <a:lnTo>
                    <a:pt x="2562338" y="3116972"/>
                  </a:lnTo>
                  <a:lnTo>
                    <a:pt x="2560145" y="3116972"/>
                  </a:lnTo>
                  <a:lnTo>
                    <a:pt x="2557951" y="3116972"/>
                  </a:lnTo>
                  <a:lnTo>
                    <a:pt x="2555757" y="3116972"/>
                  </a:lnTo>
                  <a:lnTo>
                    <a:pt x="2553563" y="3116972"/>
                  </a:lnTo>
                  <a:lnTo>
                    <a:pt x="2551369" y="3116972"/>
                  </a:lnTo>
                  <a:lnTo>
                    <a:pt x="2549176" y="3116972"/>
                  </a:lnTo>
                  <a:lnTo>
                    <a:pt x="2546982" y="3116972"/>
                  </a:lnTo>
                  <a:lnTo>
                    <a:pt x="2544788" y="3116972"/>
                  </a:lnTo>
                  <a:lnTo>
                    <a:pt x="2542594" y="3116972"/>
                  </a:lnTo>
                  <a:lnTo>
                    <a:pt x="2540401" y="3116972"/>
                  </a:lnTo>
                  <a:lnTo>
                    <a:pt x="2538207" y="3116972"/>
                  </a:lnTo>
                  <a:lnTo>
                    <a:pt x="2536013" y="3116972"/>
                  </a:lnTo>
                  <a:lnTo>
                    <a:pt x="2533819" y="3116972"/>
                  </a:lnTo>
                  <a:lnTo>
                    <a:pt x="2531625" y="3116972"/>
                  </a:lnTo>
                  <a:lnTo>
                    <a:pt x="2529432" y="3116972"/>
                  </a:lnTo>
                  <a:lnTo>
                    <a:pt x="2527238" y="3116972"/>
                  </a:lnTo>
                  <a:lnTo>
                    <a:pt x="2525044" y="3116972"/>
                  </a:lnTo>
                  <a:lnTo>
                    <a:pt x="2522850" y="3116972"/>
                  </a:lnTo>
                  <a:lnTo>
                    <a:pt x="2520656" y="3116972"/>
                  </a:lnTo>
                  <a:lnTo>
                    <a:pt x="2518463" y="3116972"/>
                  </a:lnTo>
                  <a:lnTo>
                    <a:pt x="2516269" y="3116972"/>
                  </a:lnTo>
                  <a:lnTo>
                    <a:pt x="2514075" y="3116972"/>
                  </a:lnTo>
                  <a:lnTo>
                    <a:pt x="2511881" y="3116972"/>
                  </a:lnTo>
                  <a:lnTo>
                    <a:pt x="2509688" y="3116972"/>
                  </a:lnTo>
                  <a:lnTo>
                    <a:pt x="2507494" y="3116972"/>
                  </a:lnTo>
                  <a:lnTo>
                    <a:pt x="2505300" y="3116972"/>
                  </a:lnTo>
                  <a:lnTo>
                    <a:pt x="2503106" y="3116972"/>
                  </a:lnTo>
                  <a:lnTo>
                    <a:pt x="2500912" y="3116972"/>
                  </a:lnTo>
                  <a:lnTo>
                    <a:pt x="2498719" y="3116972"/>
                  </a:lnTo>
                  <a:lnTo>
                    <a:pt x="2496525" y="3116972"/>
                  </a:lnTo>
                  <a:lnTo>
                    <a:pt x="2494331" y="3116972"/>
                  </a:lnTo>
                  <a:lnTo>
                    <a:pt x="2492137" y="3116972"/>
                  </a:lnTo>
                  <a:lnTo>
                    <a:pt x="2489944" y="3116972"/>
                  </a:lnTo>
                  <a:lnTo>
                    <a:pt x="2487750" y="3116972"/>
                  </a:lnTo>
                  <a:lnTo>
                    <a:pt x="2485556" y="3116972"/>
                  </a:lnTo>
                  <a:lnTo>
                    <a:pt x="2483362" y="3116972"/>
                  </a:lnTo>
                  <a:lnTo>
                    <a:pt x="2481168" y="3116972"/>
                  </a:lnTo>
                  <a:lnTo>
                    <a:pt x="2478975" y="3116972"/>
                  </a:lnTo>
                  <a:lnTo>
                    <a:pt x="2476781" y="3116972"/>
                  </a:lnTo>
                  <a:lnTo>
                    <a:pt x="2474587" y="3116972"/>
                  </a:lnTo>
                  <a:lnTo>
                    <a:pt x="2472393" y="3116972"/>
                  </a:lnTo>
                  <a:lnTo>
                    <a:pt x="2470199" y="3116972"/>
                  </a:lnTo>
                  <a:lnTo>
                    <a:pt x="2468006" y="3116972"/>
                  </a:lnTo>
                  <a:lnTo>
                    <a:pt x="2465812" y="3116972"/>
                  </a:lnTo>
                  <a:lnTo>
                    <a:pt x="2463618" y="3116972"/>
                  </a:lnTo>
                  <a:lnTo>
                    <a:pt x="2461424" y="3116972"/>
                  </a:lnTo>
                  <a:lnTo>
                    <a:pt x="2459231" y="3116972"/>
                  </a:lnTo>
                  <a:lnTo>
                    <a:pt x="2457037" y="3116972"/>
                  </a:lnTo>
                  <a:lnTo>
                    <a:pt x="2454843" y="3116972"/>
                  </a:lnTo>
                  <a:lnTo>
                    <a:pt x="2452649" y="3116972"/>
                  </a:lnTo>
                  <a:lnTo>
                    <a:pt x="2450455" y="3116972"/>
                  </a:lnTo>
                  <a:lnTo>
                    <a:pt x="2448262" y="3116972"/>
                  </a:lnTo>
                  <a:lnTo>
                    <a:pt x="2446068" y="3116972"/>
                  </a:lnTo>
                  <a:lnTo>
                    <a:pt x="2443874" y="3116972"/>
                  </a:lnTo>
                  <a:lnTo>
                    <a:pt x="2441680" y="3116972"/>
                  </a:lnTo>
                  <a:lnTo>
                    <a:pt x="2439486" y="3116972"/>
                  </a:lnTo>
                  <a:lnTo>
                    <a:pt x="2437293" y="3116972"/>
                  </a:lnTo>
                  <a:lnTo>
                    <a:pt x="2435099" y="3116972"/>
                  </a:lnTo>
                  <a:lnTo>
                    <a:pt x="2432905" y="3116972"/>
                  </a:lnTo>
                  <a:lnTo>
                    <a:pt x="2430711" y="3116972"/>
                  </a:lnTo>
                  <a:lnTo>
                    <a:pt x="2428518" y="3116972"/>
                  </a:lnTo>
                  <a:lnTo>
                    <a:pt x="2426324" y="3116972"/>
                  </a:lnTo>
                  <a:lnTo>
                    <a:pt x="2424130" y="3116972"/>
                  </a:lnTo>
                  <a:lnTo>
                    <a:pt x="2421936" y="3116972"/>
                  </a:lnTo>
                  <a:lnTo>
                    <a:pt x="2419742" y="3116972"/>
                  </a:lnTo>
                  <a:lnTo>
                    <a:pt x="2417549" y="3116972"/>
                  </a:lnTo>
                  <a:lnTo>
                    <a:pt x="2415355" y="3116972"/>
                  </a:lnTo>
                  <a:lnTo>
                    <a:pt x="2413161" y="3116972"/>
                  </a:lnTo>
                  <a:lnTo>
                    <a:pt x="2410967" y="3116972"/>
                  </a:lnTo>
                  <a:lnTo>
                    <a:pt x="2408774" y="3116972"/>
                  </a:lnTo>
                  <a:lnTo>
                    <a:pt x="2406580" y="3116972"/>
                  </a:lnTo>
                  <a:lnTo>
                    <a:pt x="2404386" y="3116972"/>
                  </a:lnTo>
                  <a:lnTo>
                    <a:pt x="2402192" y="3116972"/>
                  </a:lnTo>
                  <a:lnTo>
                    <a:pt x="2399998" y="3116972"/>
                  </a:lnTo>
                  <a:lnTo>
                    <a:pt x="2397805" y="3116972"/>
                  </a:lnTo>
                  <a:lnTo>
                    <a:pt x="2395611" y="3116972"/>
                  </a:lnTo>
                  <a:lnTo>
                    <a:pt x="2393417" y="3116972"/>
                  </a:lnTo>
                  <a:lnTo>
                    <a:pt x="2391223" y="3116972"/>
                  </a:lnTo>
                  <a:lnTo>
                    <a:pt x="2389029" y="3116972"/>
                  </a:lnTo>
                  <a:lnTo>
                    <a:pt x="2386836" y="3116972"/>
                  </a:lnTo>
                  <a:lnTo>
                    <a:pt x="2384642" y="3116972"/>
                  </a:lnTo>
                  <a:lnTo>
                    <a:pt x="2382448" y="3116972"/>
                  </a:lnTo>
                  <a:lnTo>
                    <a:pt x="2380254" y="3116972"/>
                  </a:lnTo>
                  <a:lnTo>
                    <a:pt x="2378061" y="3116972"/>
                  </a:lnTo>
                  <a:lnTo>
                    <a:pt x="2375867" y="3116972"/>
                  </a:lnTo>
                  <a:lnTo>
                    <a:pt x="2373673" y="3116972"/>
                  </a:lnTo>
                  <a:lnTo>
                    <a:pt x="2371479" y="3116972"/>
                  </a:lnTo>
                  <a:lnTo>
                    <a:pt x="2369285" y="3116972"/>
                  </a:lnTo>
                  <a:lnTo>
                    <a:pt x="2367092" y="3116972"/>
                  </a:lnTo>
                  <a:lnTo>
                    <a:pt x="2364898" y="3116972"/>
                  </a:lnTo>
                  <a:lnTo>
                    <a:pt x="2362704" y="3116972"/>
                  </a:lnTo>
                  <a:lnTo>
                    <a:pt x="2360510" y="3116972"/>
                  </a:lnTo>
                  <a:lnTo>
                    <a:pt x="2358317" y="3116972"/>
                  </a:lnTo>
                  <a:lnTo>
                    <a:pt x="2356123" y="3116972"/>
                  </a:lnTo>
                  <a:lnTo>
                    <a:pt x="2353929" y="3116972"/>
                  </a:lnTo>
                  <a:lnTo>
                    <a:pt x="2351735" y="3116972"/>
                  </a:lnTo>
                  <a:lnTo>
                    <a:pt x="2349541" y="3116972"/>
                  </a:lnTo>
                  <a:lnTo>
                    <a:pt x="2347348" y="3116972"/>
                  </a:lnTo>
                  <a:lnTo>
                    <a:pt x="2345154" y="3116972"/>
                  </a:lnTo>
                  <a:lnTo>
                    <a:pt x="2342960" y="3116972"/>
                  </a:lnTo>
                  <a:lnTo>
                    <a:pt x="2340766" y="3116972"/>
                  </a:lnTo>
                  <a:lnTo>
                    <a:pt x="2338572" y="3116972"/>
                  </a:lnTo>
                  <a:lnTo>
                    <a:pt x="2336379" y="3116972"/>
                  </a:lnTo>
                  <a:lnTo>
                    <a:pt x="2334185" y="3116972"/>
                  </a:lnTo>
                  <a:lnTo>
                    <a:pt x="2331991" y="3116972"/>
                  </a:lnTo>
                  <a:lnTo>
                    <a:pt x="2329797" y="3116972"/>
                  </a:lnTo>
                  <a:lnTo>
                    <a:pt x="2327604" y="3116972"/>
                  </a:lnTo>
                  <a:lnTo>
                    <a:pt x="2325410" y="3116972"/>
                  </a:lnTo>
                  <a:lnTo>
                    <a:pt x="2323216" y="3116972"/>
                  </a:lnTo>
                  <a:lnTo>
                    <a:pt x="2321022" y="3116972"/>
                  </a:lnTo>
                  <a:lnTo>
                    <a:pt x="2318828" y="3116972"/>
                  </a:lnTo>
                  <a:lnTo>
                    <a:pt x="2316635" y="3116972"/>
                  </a:lnTo>
                  <a:lnTo>
                    <a:pt x="2314441" y="3116972"/>
                  </a:lnTo>
                  <a:lnTo>
                    <a:pt x="2312247" y="3116972"/>
                  </a:lnTo>
                  <a:lnTo>
                    <a:pt x="2310053" y="3116972"/>
                  </a:lnTo>
                  <a:lnTo>
                    <a:pt x="2307860" y="3116972"/>
                  </a:lnTo>
                  <a:lnTo>
                    <a:pt x="2305666" y="3116972"/>
                  </a:lnTo>
                  <a:lnTo>
                    <a:pt x="2303472" y="3116972"/>
                  </a:lnTo>
                  <a:lnTo>
                    <a:pt x="2301278" y="3116972"/>
                  </a:lnTo>
                  <a:lnTo>
                    <a:pt x="2299084" y="3116972"/>
                  </a:lnTo>
                  <a:lnTo>
                    <a:pt x="2296891" y="3116972"/>
                  </a:lnTo>
                  <a:lnTo>
                    <a:pt x="2294697" y="3116972"/>
                  </a:lnTo>
                  <a:lnTo>
                    <a:pt x="2292503" y="3116972"/>
                  </a:lnTo>
                  <a:lnTo>
                    <a:pt x="2290309" y="3116972"/>
                  </a:lnTo>
                  <a:lnTo>
                    <a:pt x="2288115" y="3116972"/>
                  </a:lnTo>
                  <a:lnTo>
                    <a:pt x="2285922" y="3116972"/>
                  </a:lnTo>
                  <a:lnTo>
                    <a:pt x="2283728" y="3116972"/>
                  </a:lnTo>
                  <a:lnTo>
                    <a:pt x="2281534" y="3116972"/>
                  </a:lnTo>
                  <a:lnTo>
                    <a:pt x="2279340" y="3116972"/>
                  </a:lnTo>
                  <a:lnTo>
                    <a:pt x="2277147" y="3116972"/>
                  </a:lnTo>
                  <a:lnTo>
                    <a:pt x="2274953" y="3116972"/>
                  </a:lnTo>
                  <a:lnTo>
                    <a:pt x="2272759" y="3116972"/>
                  </a:lnTo>
                  <a:lnTo>
                    <a:pt x="2270565" y="3116972"/>
                  </a:lnTo>
                  <a:lnTo>
                    <a:pt x="2268371" y="3116972"/>
                  </a:lnTo>
                  <a:lnTo>
                    <a:pt x="2266178" y="3116972"/>
                  </a:lnTo>
                  <a:lnTo>
                    <a:pt x="2263984" y="3116972"/>
                  </a:lnTo>
                  <a:lnTo>
                    <a:pt x="2261790" y="3116972"/>
                  </a:lnTo>
                  <a:lnTo>
                    <a:pt x="2259596" y="3116972"/>
                  </a:lnTo>
                  <a:lnTo>
                    <a:pt x="2257402" y="3116972"/>
                  </a:lnTo>
                  <a:lnTo>
                    <a:pt x="2255209" y="3116972"/>
                  </a:lnTo>
                  <a:lnTo>
                    <a:pt x="2253015" y="3116972"/>
                  </a:lnTo>
                  <a:lnTo>
                    <a:pt x="2250821" y="3116972"/>
                  </a:lnTo>
                  <a:lnTo>
                    <a:pt x="2248627" y="3116972"/>
                  </a:lnTo>
                  <a:lnTo>
                    <a:pt x="2246434" y="3116972"/>
                  </a:lnTo>
                  <a:lnTo>
                    <a:pt x="2244240" y="3116972"/>
                  </a:lnTo>
                  <a:lnTo>
                    <a:pt x="2242046" y="3116972"/>
                  </a:lnTo>
                  <a:lnTo>
                    <a:pt x="2239852" y="3116972"/>
                  </a:lnTo>
                  <a:lnTo>
                    <a:pt x="2237658" y="3116972"/>
                  </a:lnTo>
                  <a:lnTo>
                    <a:pt x="2235465" y="3116972"/>
                  </a:lnTo>
                  <a:lnTo>
                    <a:pt x="2233271" y="3116972"/>
                  </a:lnTo>
                  <a:lnTo>
                    <a:pt x="2231077" y="3116972"/>
                  </a:lnTo>
                  <a:lnTo>
                    <a:pt x="2228883" y="3116972"/>
                  </a:lnTo>
                  <a:lnTo>
                    <a:pt x="2226690" y="3116972"/>
                  </a:lnTo>
                  <a:lnTo>
                    <a:pt x="2224496" y="3116972"/>
                  </a:lnTo>
                  <a:lnTo>
                    <a:pt x="2222302" y="3116972"/>
                  </a:lnTo>
                  <a:lnTo>
                    <a:pt x="2220108" y="3116972"/>
                  </a:lnTo>
                  <a:lnTo>
                    <a:pt x="2217914" y="3116972"/>
                  </a:lnTo>
                  <a:lnTo>
                    <a:pt x="2215721" y="3116972"/>
                  </a:lnTo>
                  <a:lnTo>
                    <a:pt x="2213527" y="3116972"/>
                  </a:lnTo>
                  <a:lnTo>
                    <a:pt x="2211333" y="3116972"/>
                  </a:lnTo>
                  <a:lnTo>
                    <a:pt x="2209139" y="3116972"/>
                  </a:lnTo>
                  <a:lnTo>
                    <a:pt x="2206945" y="3116972"/>
                  </a:lnTo>
                  <a:lnTo>
                    <a:pt x="2204752" y="3116972"/>
                  </a:lnTo>
                  <a:lnTo>
                    <a:pt x="2202558" y="3116972"/>
                  </a:lnTo>
                  <a:lnTo>
                    <a:pt x="2200364" y="3116972"/>
                  </a:lnTo>
                  <a:lnTo>
                    <a:pt x="2198170" y="3116972"/>
                  </a:lnTo>
                  <a:lnTo>
                    <a:pt x="2195977" y="3116972"/>
                  </a:lnTo>
                  <a:lnTo>
                    <a:pt x="2193783" y="3116972"/>
                  </a:lnTo>
                  <a:lnTo>
                    <a:pt x="2191589" y="3116972"/>
                  </a:lnTo>
                  <a:lnTo>
                    <a:pt x="2189395" y="3116972"/>
                  </a:lnTo>
                  <a:lnTo>
                    <a:pt x="2187201" y="3116972"/>
                  </a:lnTo>
                  <a:lnTo>
                    <a:pt x="2185008" y="3116972"/>
                  </a:lnTo>
                  <a:lnTo>
                    <a:pt x="2182814" y="3116972"/>
                  </a:lnTo>
                  <a:lnTo>
                    <a:pt x="2180620" y="3116972"/>
                  </a:lnTo>
                  <a:lnTo>
                    <a:pt x="2178426" y="3116972"/>
                  </a:lnTo>
                  <a:lnTo>
                    <a:pt x="2176233" y="3116972"/>
                  </a:lnTo>
                  <a:lnTo>
                    <a:pt x="2174039" y="3116972"/>
                  </a:lnTo>
                  <a:lnTo>
                    <a:pt x="2171845" y="3116972"/>
                  </a:lnTo>
                  <a:lnTo>
                    <a:pt x="2169651" y="3116972"/>
                  </a:lnTo>
                  <a:lnTo>
                    <a:pt x="2167457" y="3116972"/>
                  </a:lnTo>
                  <a:lnTo>
                    <a:pt x="2165264" y="3116972"/>
                  </a:lnTo>
                  <a:lnTo>
                    <a:pt x="2163070" y="3116972"/>
                  </a:lnTo>
                  <a:lnTo>
                    <a:pt x="2160876" y="3116972"/>
                  </a:lnTo>
                  <a:lnTo>
                    <a:pt x="2158682" y="3116972"/>
                  </a:lnTo>
                  <a:lnTo>
                    <a:pt x="2156488" y="3116972"/>
                  </a:lnTo>
                  <a:lnTo>
                    <a:pt x="2154295" y="3116972"/>
                  </a:lnTo>
                  <a:lnTo>
                    <a:pt x="2152101" y="3116972"/>
                  </a:lnTo>
                  <a:lnTo>
                    <a:pt x="2149907" y="3116972"/>
                  </a:lnTo>
                  <a:lnTo>
                    <a:pt x="2147713" y="3116972"/>
                  </a:lnTo>
                  <a:lnTo>
                    <a:pt x="2145520" y="3116972"/>
                  </a:lnTo>
                  <a:lnTo>
                    <a:pt x="2143326" y="3116972"/>
                  </a:lnTo>
                  <a:lnTo>
                    <a:pt x="2141132" y="3116972"/>
                  </a:lnTo>
                  <a:lnTo>
                    <a:pt x="2138938" y="3116972"/>
                  </a:lnTo>
                  <a:lnTo>
                    <a:pt x="2136744" y="3116972"/>
                  </a:lnTo>
                  <a:lnTo>
                    <a:pt x="2134551" y="3116972"/>
                  </a:lnTo>
                  <a:lnTo>
                    <a:pt x="2132357" y="3116972"/>
                  </a:lnTo>
                  <a:lnTo>
                    <a:pt x="2130163" y="3116972"/>
                  </a:lnTo>
                  <a:lnTo>
                    <a:pt x="2127969" y="3116972"/>
                  </a:lnTo>
                  <a:lnTo>
                    <a:pt x="2125775" y="3116972"/>
                  </a:lnTo>
                  <a:lnTo>
                    <a:pt x="2123582" y="3116972"/>
                  </a:lnTo>
                  <a:lnTo>
                    <a:pt x="2121388" y="3116972"/>
                  </a:lnTo>
                  <a:lnTo>
                    <a:pt x="2119194" y="3116972"/>
                  </a:lnTo>
                  <a:lnTo>
                    <a:pt x="2117000" y="3116972"/>
                  </a:lnTo>
                  <a:lnTo>
                    <a:pt x="2114807" y="3116972"/>
                  </a:lnTo>
                  <a:lnTo>
                    <a:pt x="2112613" y="3116972"/>
                  </a:lnTo>
                  <a:lnTo>
                    <a:pt x="2110419" y="3116972"/>
                  </a:lnTo>
                  <a:lnTo>
                    <a:pt x="2108225" y="3116972"/>
                  </a:lnTo>
                  <a:lnTo>
                    <a:pt x="2106031" y="3116972"/>
                  </a:lnTo>
                  <a:lnTo>
                    <a:pt x="2103838" y="3116972"/>
                  </a:lnTo>
                  <a:lnTo>
                    <a:pt x="2101644" y="3116972"/>
                  </a:lnTo>
                  <a:lnTo>
                    <a:pt x="2099450" y="3116972"/>
                  </a:lnTo>
                  <a:lnTo>
                    <a:pt x="2097256" y="3116972"/>
                  </a:lnTo>
                  <a:lnTo>
                    <a:pt x="2095063" y="3116972"/>
                  </a:lnTo>
                  <a:lnTo>
                    <a:pt x="2092869" y="3116972"/>
                  </a:lnTo>
                  <a:lnTo>
                    <a:pt x="2090675" y="3116972"/>
                  </a:lnTo>
                  <a:lnTo>
                    <a:pt x="2088481" y="3116972"/>
                  </a:lnTo>
                  <a:lnTo>
                    <a:pt x="2086287" y="3116972"/>
                  </a:lnTo>
                  <a:lnTo>
                    <a:pt x="2084094" y="3116972"/>
                  </a:lnTo>
                  <a:lnTo>
                    <a:pt x="2081900" y="3116972"/>
                  </a:lnTo>
                  <a:lnTo>
                    <a:pt x="2079706" y="3116972"/>
                  </a:lnTo>
                  <a:lnTo>
                    <a:pt x="2077512" y="3116972"/>
                  </a:lnTo>
                  <a:lnTo>
                    <a:pt x="2075318" y="3116972"/>
                  </a:lnTo>
                  <a:lnTo>
                    <a:pt x="2073125" y="3116972"/>
                  </a:lnTo>
                  <a:lnTo>
                    <a:pt x="2070931" y="3116972"/>
                  </a:lnTo>
                  <a:lnTo>
                    <a:pt x="2068737" y="3116972"/>
                  </a:lnTo>
                  <a:lnTo>
                    <a:pt x="2066543" y="3116972"/>
                  </a:lnTo>
                  <a:lnTo>
                    <a:pt x="2064350" y="3116972"/>
                  </a:lnTo>
                  <a:lnTo>
                    <a:pt x="2062156" y="3116972"/>
                  </a:lnTo>
                  <a:lnTo>
                    <a:pt x="2059962" y="3116972"/>
                  </a:lnTo>
                  <a:lnTo>
                    <a:pt x="2057768" y="3116972"/>
                  </a:lnTo>
                  <a:lnTo>
                    <a:pt x="2055574" y="3116972"/>
                  </a:lnTo>
                  <a:lnTo>
                    <a:pt x="2053381" y="3116972"/>
                  </a:lnTo>
                  <a:lnTo>
                    <a:pt x="2051187" y="3116972"/>
                  </a:lnTo>
                  <a:lnTo>
                    <a:pt x="2048993" y="3116972"/>
                  </a:lnTo>
                  <a:lnTo>
                    <a:pt x="2046799" y="3116972"/>
                  </a:lnTo>
                  <a:lnTo>
                    <a:pt x="2044606" y="3116972"/>
                  </a:lnTo>
                  <a:lnTo>
                    <a:pt x="2042412" y="3116972"/>
                  </a:lnTo>
                  <a:lnTo>
                    <a:pt x="2040218" y="3116972"/>
                  </a:lnTo>
                  <a:lnTo>
                    <a:pt x="2038024" y="3116972"/>
                  </a:lnTo>
                  <a:lnTo>
                    <a:pt x="2035830" y="3116972"/>
                  </a:lnTo>
                  <a:lnTo>
                    <a:pt x="2033637" y="3116972"/>
                  </a:lnTo>
                  <a:lnTo>
                    <a:pt x="2031443" y="3116972"/>
                  </a:lnTo>
                  <a:lnTo>
                    <a:pt x="2029249" y="3116972"/>
                  </a:lnTo>
                  <a:lnTo>
                    <a:pt x="2027055" y="3116972"/>
                  </a:lnTo>
                  <a:lnTo>
                    <a:pt x="2024861" y="3116972"/>
                  </a:lnTo>
                  <a:lnTo>
                    <a:pt x="2022668" y="3116972"/>
                  </a:lnTo>
                  <a:lnTo>
                    <a:pt x="2020474" y="3116972"/>
                  </a:lnTo>
                  <a:lnTo>
                    <a:pt x="2018280" y="3116972"/>
                  </a:lnTo>
                  <a:lnTo>
                    <a:pt x="2016086" y="3116972"/>
                  </a:lnTo>
                  <a:lnTo>
                    <a:pt x="2013893" y="3116972"/>
                  </a:lnTo>
                  <a:lnTo>
                    <a:pt x="2011699" y="3116972"/>
                  </a:lnTo>
                  <a:lnTo>
                    <a:pt x="2009505" y="3116972"/>
                  </a:lnTo>
                  <a:lnTo>
                    <a:pt x="2007311" y="3116972"/>
                  </a:lnTo>
                  <a:lnTo>
                    <a:pt x="2005117" y="3116972"/>
                  </a:lnTo>
                  <a:lnTo>
                    <a:pt x="2002924" y="3116972"/>
                  </a:lnTo>
                  <a:lnTo>
                    <a:pt x="2000730" y="3116972"/>
                  </a:lnTo>
                  <a:lnTo>
                    <a:pt x="1998536" y="3116972"/>
                  </a:lnTo>
                  <a:lnTo>
                    <a:pt x="1996342" y="3116972"/>
                  </a:lnTo>
                  <a:lnTo>
                    <a:pt x="1994148" y="3116972"/>
                  </a:lnTo>
                  <a:lnTo>
                    <a:pt x="1991955" y="3116972"/>
                  </a:lnTo>
                  <a:lnTo>
                    <a:pt x="1989761" y="3116972"/>
                  </a:lnTo>
                  <a:lnTo>
                    <a:pt x="1987567" y="3116972"/>
                  </a:lnTo>
                  <a:lnTo>
                    <a:pt x="1985373" y="3116972"/>
                  </a:lnTo>
                  <a:lnTo>
                    <a:pt x="1983180" y="3116972"/>
                  </a:lnTo>
                  <a:lnTo>
                    <a:pt x="1980986" y="3116972"/>
                  </a:lnTo>
                  <a:lnTo>
                    <a:pt x="1978792" y="3116972"/>
                  </a:lnTo>
                  <a:lnTo>
                    <a:pt x="1976598" y="3116972"/>
                  </a:lnTo>
                  <a:lnTo>
                    <a:pt x="1974404" y="3116972"/>
                  </a:lnTo>
                  <a:lnTo>
                    <a:pt x="1972211" y="3116972"/>
                  </a:lnTo>
                  <a:lnTo>
                    <a:pt x="1970017" y="3116972"/>
                  </a:lnTo>
                  <a:lnTo>
                    <a:pt x="1967823" y="3116972"/>
                  </a:lnTo>
                  <a:lnTo>
                    <a:pt x="1965629" y="3116972"/>
                  </a:lnTo>
                  <a:lnTo>
                    <a:pt x="1963436" y="3116972"/>
                  </a:lnTo>
                  <a:lnTo>
                    <a:pt x="1961242" y="3116972"/>
                  </a:lnTo>
                  <a:lnTo>
                    <a:pt x="1959048" y="3116972"/>
                  </a:lnTo>
                  <a:lnTo>
                    <a:pt x="1956854" y="3116972"/>
                  </a:lnTo>
                  <a:lnTo>
                    <a:pt x="1954660" y="3116972"/>
                  </a:lnTo>
                  <a:lnTo>
                    <a:pt x="1952467" y="3116972"/>
                  </a:lnTo>
                  <a:lnTo>
                    <a:pt x="1950273" y="3116972"/>
                  </a:lnTo>
                  <a:lnTo>
                    <a:pt x="1948079" y="3116972"/>
                  </a:lnTo>
                  <a:lnTo>
                    <a:pt x="1945885" y="3116972"/>
                  </a:lnTo>
                  <a:lnTo>
                    <a:pt x="1943691" y="3116972"/>
                  </a:lnTo>
                  <a:lnTo>
                    <a:pt x="1941498" y="3116972"/>
                  </a:lnTo>
                  <a:lnTo>
                    <a:pt x="1939304" y="3116972"/>
                  </a:lnTo>
                  <a:lnTo>
                    <a:pt x="1937110" y="3116972"/>
                  </a:lnTo>
                  <a:lnTo>
                    <a:pt x="1934916" y="3116972"/>
                  </a:lnTo>
                  <a:lnTo>
                    <a:pt x="1932723" y="3116972"/>
                  </a:lnTo>
                  <a:lnTo>
                    <a:pt x="1930529" y="3116972"/>
                  </a:lnTo>
                  <a:lnTo>
                    <a:pt x="1928335" y="3116972"/>
                  </a:lnTo>
                  <a:lnTo>
                    <a:pt x="1926141" y="3116972"/>
                  </a:lnTo>
                  <a:lnTo>
                    <a:pt x="1923947" y="3116972"/>
                  </a:lnTo>
                  <a:lnTo>
                    <a:pt x="1921754" y="3116972"/>
                  </a:lnTo>
                  <a:lnTo>
                    <a:pt x="1919560" y="3116972"/>
                  </a:lnTo>
                  <a:lnTo>
                    <a:pt x="1917366" y="3116972"/>
                  </a:lnTo>
                  <a:lnTo>
                    <a:pt x="1915172" y="3116972"/>
                  </a:lnTo>
                  <a:lnTo>
                    <a:pt x="1912979" y="3116972"/>
                  </a:lnTo>
                  <a:lnTo>
                    <a:pt x="1910785" y="3116972"/>
                  </a:lnTo>
                  <a:lnTo>
                    <a:pt x="1908591" y="3116972"/>
                  </a:lnTo>
                  <a:lnTo>
                    <a:pt x="1906397" y="3116972"/>
                  </a:lnTo>
                  <a:lnTo>
                    <a:pt x="1904203" y="3116972"/>
                  </a:lnTo>
                  <a:lnTo>
                    <a:pt x="1902010" y="3116972"/>
                  </a:lnTo>
                  <a:lnTo>
                    <a:pt x="1899816" y="3116972"/>
                  </a:lnTo>
                  <a:lnTo>
                    <a:pt x="1897622" y="3116972"/>
                  </a:lnTo>
                  <a:lnTo>
                    <a:pt x="1895428" y="3116972"/>
                  </a:lnTo>
                  <a:lnTo>
                    <a:pt x="1893234" y="3116972"/>
                  </a:lnTo>
                  <a:lnTo>
                    <a:pt x="1891041" y="3116972"/>
                  </a:lnTo>
                  <a:lnTo>
                    <a:pt x="1888847" y="3116972"/>
                  </a:lnTo>
                  <a:lnTo>
                    <a:pt x="1886653" y="3116972"/>
                  </a:lnTo>
                  <a:lnTo>
                    <a:pt x="1884459" y="3116972"/>
                  </a:lnTo>
                  <a:lnTo>
                    <a:pt x="1882266" y="3116972"/>
                  </a:lnTo>
                  <a:lnTo>
                    <a:pt x="1880072" y="3116972"/>
                  </a:lnTo>
                  <a:lnTo>
                    <a:pt x="1877878" y="3116972"/>
                  </a:lnTo>
                  <a:lnTo>
                    <a:pt x="1875684" y="3116972"/>
                  </a:lnTo>
                  <a:lnTo>
                    <a:pt x="1873490" y="3116972"/>
                  </a:lnTo>
                  <a:lnTo>
                    <a:pt x="1871297" y="3116972"/>
                  </a:lnTo>
                  <a:lnTo>
                    <a:pt x="1869103" y="3116972"/>
                  </a:lnTo>
                  <a:lnTo>
                    <a:pt x="1866909" y="3116972"/>
                  </a:lnTo>
                  <a:lnTo>
                    <a:pt x="1864715" y="3116972"/>
                  </a:lnTo>
                  <a:lnTo>
                    <a:pt x="1862521" y="3116972"/>
                  </a:lnTo>
                  <a:lnTo>
                    <a:pt x="1860328" y="3116972"/>
                  </a:lnTo>
                  <a:lnTo>
                    <a:pt x="1858134" y="3116972"/>
                  </a:lnTo>
                  <a:lnTo>
                    <a:pt x="1855940" y="3116972"/>
                  </a:lnTo>
                  <a:lnTo>
                    <a:pt x="1853746" y="3116972"/>
                  </a:lnTo>
                  <a:lnTo>
                    <a:pt x="1851553" y="3116972"/>
                  </a:lnTo>
                  <a:lnTo>
                    <a:pt x="1849359" y="3116972"/>
                  </a:lnTo>
                  <a:lnTo>
                    <a:pt x="1847165" y="3116972"/>
                  </a:lnTo>
                  <a:lnTo>
                    <a:pt x="1844971" y="3116972"/>
                  </a:lnTo>
                  <a:lnTo>
                    <a:pt x="1842777" y="3116972"/>
                  </a:lnTo>
                  <a:lnTo>
                    <a:pt x="1840584" y="3116972"/>
                  </a:lnTo>
                  <a:lnTo>
                    <a:pt x="1838390" y="3116972"/>
                  </a:lnTo>
                  <a:lnTo>
                    <a:pt x="1836196" y="3116972"/>
                  </a:lnTo>
                  <a:lnTo>
                    <a:pt x="1834002" y="3116972"/>
                  </a:lnTo>
                  <a:lnTo>
                    <a:pt x="1831809" y="3116972"/>
                  </a:lnTo>
                  <a:lnTo>
                    <a:pt x="1829615" y="3116972"/>
                  </a:lnTo>
                  <a:lnTo>
                    <a:pt x="1827421" y="3116972"/>
                  </a:lnTo>
                  <a:lnTo>
                    <a:pt x="1825227" y="3116972"/>
                  </a:lnTo>
                  <a:lnTo>
                    <a:pt x="1823033" y="3116972"/>
                  </a:lnTo>
                  <a:lnTo>
                    <a:pt x="1820840" y="3116972"/>
                  </a:lnTo>
                  <a:lnTo>
                    <a:pt x="1818646" y="3116972"/>
                  </a:lnTo>
                  <a:lnTo>
                    <a:pt x="1816452" y="3116972"/>
                  </a:lnTo>
                  <a:lnTo>
                    <a:pt x="1814258" y="3116972"/>
                  </a:lnTo>
                  <a:lnTo>
                    <a:pt x="1812064" y="3116972"/>
                  </a:lnTo>
                  <a:lnTo>
                    <a:pt x="1809871" y="3116972"/>
                  </a:lnTo>
                  <a:lnTo>
                    <a:pt x="1807677" y="3116972"/>
                  </a:lnTo>
                  <a:lnTo>
                    <a:pt x="1805483" y="3116972"/>
                  </a:lnTo>
                  <a:lnTo>
                    <a:pt x="1803289" y="3116972"/>
                  </a:lnTo>
                  <a:lnTo>
                    <a:pt x="1801096" y="3116972"/>
                  </a:lnTo>
                  <a:lnTo>
                    <a:pt x="1798902" y="3116972"/>
                  </a:lnTo>
                  <a:lnTo>
                    <a:pt x="1796708" y="3116972"/>
                  </a:lnTo>
                  <a:lnTo>
                    <a:pt x="1794514" y="3116972"/>
                  </a:lnTo>
                  <a:lnTo>
                    <a:pt x="1792320" y="3116972"/>
                  </a:lnTo>
                  <a:lnTo>
                    <a:pt x="1790127" y="3116972"/>
                  </a:lnTo>
                  <a:lnTo>
                    <a:pt x="1787933" y="3116972"/>
                  </a:lnTo>
                  <a:lnTo>
                    <a:pt x="1785739" y="3116972"/>
                  </a:lnTo>
                  <a:lnTo>
                    <a:pt x="1783545" y="3116972"/>
                  </a:lnTo>
                  <a:lnTo>
                    <a:pt x="1781352" y="3116972"/>
                  </a:lnTo>
                  <a:lnTo>
                    <a:pt x="1779158" y="3116972"/>
                  </a:lnTo>
                  <a:lnTo>
                    <a:pt x="1776964" y="3116972"/>
                  </a:lnTo>
                  <a:lnTo>
                    <a:pt x="1774770" y="3116972"/>
                  </a:lnTo>
                  <a:lnTo>
                    <a:pt x="1772576" y="3116972"/>
                  </a:lnTo>
                  <a:lnTo>
                    <a:pt x="1770383" y="3116972"/>
                  </a:lnTo>
                  <a:lnTo>
                    <a:pt x="1768189" y="3116972"/>
                  </a:lnTo>
                  <a:lnTo>
                    <a:pt x="1765995" y="3116972"/>
                  </a:lnTo>
                  <a:lnTo>
                    <a:pt x="1763801" y="3116972"/>
                  </a:lnTo>
                  <a:lnTo>
                    <a:pt x="1761607" y="3116972"/>
                  </a:lnTo>
                  <a:lnTo>
                    <a:pt x="1759414" y="3116972"/>
                  </a:lnTo>
                  <a:lnTo>
                    <a:pt x="1757220" y="3116972"/>
                  </a:lnTo>
                  <a:lnTo>
                    <a:pt x="1755026" y="3116972"/>
                  </a:lnTo>
                  <a:lnTo>
                    <a:pt x="1752832" y="3116972"/>
                  </a:lnTo>
                  <a:lnTo>
                    <a:pt x="1750639" y="3116972"/>
                  </a:lnTo>
                  <a:lnTo>
                    <a:pt x="1748445" y="3116972"/>
                  </a:lnTo>
                  <a:lnTo>
                    <a:pt x="1746251" y="3116972"/>
                  </a:lnTo>
                  <a:lnTo>
                    <a:pt x="1744057" y="3116972"/>
                  </a:lnTo>
                  <a:lnTo>
                    <a:pt x="1741863" y="3116972"/>
                  </a:lnTo>
                  <a:lnTo>
                    <a:pt x="1739670" y="3116972"/>
                  </a:lnTo>
                  <a:lnTo>
                    <a:pt x="1737476" y="3116972"/>
                  </a:lnTo>
                  <a:lnTo>
                    <a:pt x="1735282" y="3116972"/>
                  </a:lnTo>
                  <a:lnTo>
                    <a:pt x="1733088" y="3116972"/>
                  </a:lnTo>
                  <a:lnTo>
                    <a:pt x="1730895" y="3116972"/>
                  </a:lnTo>
                  <a:lnTo>
                    <a:pt x="1728701" y="3116972"/>
                  </a:lnTo>
                  <a:lnTo>
                    <a:pt x="1726507" y="3116972"/>
                  </a:lnTo>
                  <a:lnTo>
                    <a:pt x="1724313" y="3116972"/>
                  </a:lnTo>
                  <a:lnTo>
                    <a:pt x="1722119" y="3116972"/>
                  </a:lnTo>
                  <a:lnTo>
                    <a:pt x="1719926" y="3116972"/>
                  </a:lnTo>
                  <a:lnTo>
                    <a:pt x="1717732" y="3116972"/>
                  </a:lnTo>
                  <a:lnTo>
                    <a:pt x="1715538" y="3116972"/>
                  </a:lnTo>
                  <a:lnTo>
                    <a:pt x="1713344" y="3116972"/>
                  </a:lnTo>
                  <a:lnTo>
                    <a:pt x="1711150" y="3116972"/>
                  </a:lnTo>
                  <a:lnTo>
                    <a:pt x="1708957" y="3116972"/>
                  </a:lnTo>
                  <a:lnTo>
                    <a:pt x="1706763" y="3116972"/>
                  </a:lnTo>
                  <a:lnTo>
                    <a:pt x="1704569" y="3116972"/>
                  </a:lnTo>
                  <a:lnTo>
                    <a:pt x="1702375" y="3116972"/>
                  </a:lnTo>
                  <a:lnTo>
                    <a:pt x="1700182" y="3116972"/>
                  </a:lnTo>
                  <a:lnTo>
                    <a:pt x="1697988" y="3116972"/>
                  </a:lnTo>
                  <a:lnTo>
                    <a:pt x="1695794" y="3116972"/>
                  </a:lnTo>
                  <a:lnTo>
                    <a:pt x="1693600" y="3116972"/>
                  </a:lnTo>
                  <a:lnTo>
                    <a:pt x="1691406" y="3116972"/>
                  </a:lnTo>
                  <a:lnTo>
                    <a:pt x="1689213" y="3116972"/>
                  </a:lnTo>
                  <a:lnTo>
                    <a:pt x="1687019" y="3116972"/>
                  </a:lnTo>
                  <a:lnTo>
                    <a:pt x="1684825" y="3116972"/>
                  </a:lnTo>
                  <a:lnTo>
                    <a:pt x="1682631" y="3116972"/>
                  </a:lnTo>
                  <a:lnTo>
                    <a:pt x="1680437" y="3116972"/>
                  </a:lnTo>
                  <a:lnTo>
                    <a:pt x="1678244" y="3116972"/>
                  </a:lnTo>
                  <a:lnTo>
                    <a:pt x="1676050" y="3116972"/>
                  </a:lnTo>
                  <a:lnTo>
                    <a:pt x="1673856" y="3116972"/>
                  </a:lnTo>
                  <a:lnTo>
                    <a:pt x="1671662" y="3116972"/>
                  </a:lnTo>
                  <a:lnTo>
                    <a:pt x="1669469" y="3116972"/>
                  </a:lnTo>
                  <a:lnTo>
                    <a:pt x="1667275" y="3116972"/>
                  </a:lnTo>
                  <a:lnTo>
                    <a:pt x="1665081" y="3116972"/>
                  </a:lnTo>
                  <a:lnTo>
                    <a:pt x="1662887" y="3116972"/>
                  </a:lnTo>
                  <a:lnTo>
                    <a:pt x="1660693" y="3116972"/>
                  </a:lnTo>
                  <a:lnTo>
                    <a:pt x="1658500" y="3116972"/>
                  </a:lnTo>
                  <a:lnTo>
                    <a:pt x="1656306" y="3116972"/>
                  </a:lnTo>
                  <a:lnTo>
                    <a:pt x="1654112" y="3116972"/>
                  </a:lnTo>
                  <a:lnTo>
                    <a:pt x="1651918" y="3116972"/>
                  </a:lnTo>
                  <a:lnTo>
                    <a:pt x="1649725" y="3116972"/>
                  </a:lnTo>
                  <a:lnTo>
                    <a:pt x="1647531" y="3116972"/>
                  </a:lnTo>
                  <a:lnTo>
                    <a:pt x="1645337" y="3116972"/>
                  </a:lnTo>
                  <a:lnTo>
                    <a:pt x="1643143" y="3116972"/>
                  </a:lnTo>
                  <a:lnTo>
                    <a:pt x="1640949" y="3116972"/>
                  </a:lnTo>
                  <a:lnTo>
                    <a:pt x="1638756" y="3116972"/>
                  </a:lnTo>
                  <a:lnTo>
                    <a:pt x="1636562" y="3116972"/>
                  </a:lnTo>
                  <a:lnTo>
                    <a:pt x="1634368" y="3116972"/>
                  </a:lnTo>
                  <a:lnTo>
                    <a:pt x="1632174" y="3116972"/>
                  </a:lnTo>
                  <a:lnTo>
                    <a:pt x="1629980" y="3116972"/>
                  </a:lnTo>
                  <a:lnTo>
                    <a:pt x="1627787" y="3116972"/>
                  </a:lnTo>
                  <a:lnTo>
                    <a:pt x="1625593" y="3116972"/>
                  </a:lnTo>
                  <a:lnTo>
                    <a:pt x="1623399" y="3116972"/>
                  </a:lnTo>
                  <a:lnTo>
                    <a:pt x="1621205" y="3116972"/>
                  </a:lnTo>
                  <a:lnTo>
                    <a:pt x="1619012" y="3116972"/>
                  </a:lnTo>
                  <a:lnTo>
                    <a:pt x="1616818" y="3116972"/>
                  </a:lnTo>
                  <a:lnTo>
                    <a:pt x="1614624" y="3116972"/>
                  </a:lnTo>
                  <a:lnTo>
                    <a:pt x="1612430" y="3116972"/>
                  </a:lnTo>
                  <a:lnTo>
                    <a:pt x="1610236" y="3116972"/>
                  </a:lnTo>
                  <a:lnTo>
                    <a:pt x="1608043" y="3116972"/>
                  </a:lnTo>
                  <a:lnTo>
                    <a:pt x="1605849" y="3116972"/>
                  </a:lnTo>
                  <a:lnTo>
                    <a:pt x="1603655" y="3116972"/>
                  </a:lnTo>
                  <a:lnTo>
                    <a:pt x="1601461" y="3116972"/>
                  </a:lnTo>
                  <a:lnTo>
                    <a:pt x="1599268" y="3116972"/>
                  </a:lnTo>
                  <a:lnTo>
                    <a:pt x="1597074" y="3116972"/>
                  </a:lnTo>
                  <a:lnTo>
                    <a:pt x="1594880" y="3116972"/>
                  </a:lnTo>
                  <a:lnTo>
                    <a:pt x="1592686" y="3116972"/>
                  </a:lnTo>
                  <a:lnTo>
                    <a:pt x="1590492" y="3116972"/>
                  </a:lnTo>
                  <a:lnTo>
                    <a:pt x="1588299" y="3116972"/>
                  </a:lnTo>
                  <a:lnTo>
                    <a:pt x="1586105" y="3116972"/>
                  </a:lnTo>
                  <a:lnTo>
                    <a:pt x="1583911" y="3116972"/>
                  </a:lnTo>
                  <a:lnTo>
                    <a:pt x="1581717" y="3116972"/>
                  </a:lnTo>
                  <a:lnTo>
                    <a:pt x="1579523" y="3116972"/>
                  </a:lnTo>
                  <a:lnTo>
                    <a:pt x="1577330" y="3116972"/>
                  </a:lnTo>
                  <a:lnTo>
                    <a:pt x="1575136" y="3116972"/>
                  </a:lnTo>
                  <a:lnTo>
                    <a:pt x="1572942" y="3116972"/>
                  </a:lnTo>
                  <a:lnTo>
                    <a:pt x="1570748" y="3116972"/>
                  </a:lnTo>
                  <a:lnTo>
                    <a:pt x="1568555" y="3116972"/>
                  </a:lnTo>
                  <a:lnTo>
                    <a:pt x="1566361" y="3116972"/>
                  </a:lnTo>
                  <a:lnTo>
                    <a:pt x="1564167" y="3116972"/>
                  </a:lnTo>
                  <a:lnTo>
                    <a:pt x="1561973" y="3116972"/>
                  </a:lnTo>
                  <a:lnTo>
                    <a:pt x="1559779" y="3116972"/>
                  </a:lnTo>
                  <a:lnTo>
                    <a:pt x="1557586" y="3116972"/>
                  </a:lnTo>
                  <a:lnTo>
                    <a:pt x="1555392" y="3116972"/>
                  </a:lnTo>
                  <a:lnTo>
                    <a:pt x="1553198" y="3116972"/>
                  </a:lnTo>
                  <a:lnTo>
                    <a:pt x="1551004" y="3116972"/>
                  </a:lnTo>
                  <a:lnTo>
                    <a:pt x="1548810" y="3116972"/>
                  </a:lnTo>
                  <a:lnTo>
                    <a:pt x="1546617" y="3116972"/>
                  </a:lnTo>
                  <a:lnTo>
                    <a:pt x="1544423" y="3116972"/>
                  </a:lnTo>
                  <a:lnTo>
                    <a:pt x="1542229" y="3116972"/>
                  </a:lnTo>
                  <a:lnTo>
                    <a:pt x="1540035" y="3116972"/>
                  </a:lnTo>
                  <a:lnTo>
                    <a:pt x="1537842" y="3116972"/>
                  </a:lnTo>
                  <a:lnTo>
                    <a:pt x="1535648" y="3116972"/>
                  </a:lnTo>
                  <a:lnTo>
                    <a:pt x="1533454" y="3116972"/>
                  </a:lnTo>
                  <a:lnTo>
                    <a:pt x="1531260" y="3116972"/>
                  </a:lnTo>
                  <a:lnTo>
                    <a:pt x="1529066" y="3116972"/>
                  </a:lnTo>
                  <a:lnTo>
                    <a:pt x="1526873" y="3116972"/>
                  </a:lnTo>
                  <a:lnTo>
                    <a:pt x="1524679" y="3116972"/>
                  </a:lnTo>
                  <a:lnTo>
                    <a:pt x="1522485" y="3116972"/>
                  </a:lnTo>
                  <a:lnTo>
                    <a:pt x="1520291" y="3116972"/>
                  </a:lnTo>
                  <a:lnTo>
                    <a:pt x="1518098" y="3116972"/>
                  </a:lnTo>
                  <a:lnTo>
                    <a:pt x="1515904" y="3116972"/>
                  </a:lnTo>
                  <a:lnTo>
                    <a:pt x="1513710" y="3116972"/>
                  </a:lnTo>
                  <a:lnTo>
                    <a:pt x="1511516" y="3116972"/>
                  </a:lnTo>
                  <a:lnTo>
                    <a:pt x="1509322" y="3116972"/>
                  </a:lnTo>
                  <a:lnTo>
                    <a:pt x="1507129" y="3116972"/>
                  </a:lnTo>
                  <a:lnTo>
                    <a:pt x="1504935" y="3116972"/>
                  </a:lnTo>
                  <a:lnTo>
                    <a:pt x="1502741" y="3116972"/>
                  </a:lnTo>
                  <a:lnTo>
                    <a:pt x="1500547" y="3116972"/>
                  </a:lnTo>
                  <a:lnTo>
                    <a:pt x="1498353" y="3116972"/>
                  </a:lnTo>
                  <a:lnTo>
                    <a:pt x="1496160" y="3116972"/>
                  </a:lnTo>
                  <a:lnTo>
                    <a:pt x="1493966" y="3116972"/>
                  </a:lnTo>
                  <a:lnTo>
                    <a:pt x="1491772" y="3116972"/>
                  </a:lnTo>
                  <a:lnTo>
                    <a:pt x="1489578" y="3116972"/>
                  </a:lnTo>
                  <a:lnTo>
                    <a:pt x="1487385" y="3116972"/>
                  </a:lnTo>
                  <a:lnTo>
                    <a:pt x="1485191" y="3116972"/>
                  </a:lnTo>
                  <a:lnTo>
                    <a:pt x="1482997" y="3116972"/>
                  </a:lnTo>
                  <a:lnTo>
                    <a:pt x="1480803" y="3116972"/>
                  </a:lnTo>
                  <a:lnTo>
                    <a:pt x="1478609" y="3116972"/>
                  </a:lnTo>
                  <a:lnTo>
                    <a:pt x="1476416" y="3116972"/>
                  </a:lnTo>
                  <a:lnTo>
                    <a:pt x="1474222" y="3116972"/>
                  </a:lnTo>
                  <a:lnTo>
                    <a:pt x="1472028" y="3116972"/>
                  </a:lnTo>
                  <a:lnTo>
                    <a:pt x="1469834" y="3116972"/>
                  </a:lnTo>
                  <a:lnTo>
                    <a:pt x="1467641" y="3116972"/>
                  </a:lnTo>
                  <a:lnTo>
                    <a:pt x="1465447" y="3116972"/>
                  </a:lnTo>
                  <a:lnTo>
                    <a:pt x="1463253" y="3116972"/>
                  </a:lnTo>
                  <a:lnTo>
                    <a:pt x="1461059" y="3116972"/>
                  </a:lnTo>
                  <a:lnTo>
                    <a:pt x="1458865" y="3116972"/>
                  </a:lnTo>
                  <a:lnTo>
                    <a:pt x="1456672" y="3116972"/>
                  </a:lnTo>
                  <a:lnTo>
                    <a:pt x="1454478" y="3116972"/>
                  </a:lnTo>
                  <a:lnTo>
                    <a:pt x="1452284" y="3116972"/>
                  </a:lnTo>
                  <a:lnTo>
                    <a:pt x="1450090" y="3116972"/>
                  </a:lnTo>
                  <a:lnTo>
                    <a:pt x="1447896" y="3116972"/>
                  </a:lnTo>
                  <a:lnTo>
                    <a:pt x="1445703" y="3116972"/>
                  </a:lnTo>
                  <a:lnTo>
                    <a:pt x="1443509" y="3116972"/>
                  </a:lnTo>
                  <a:lnTo>
                    <a:pt x="1441315" y="3116972"/>
                  </a:lnTo>
                  <a:lnTo>
                    <a:pt x="1439121" y="3116972"/>
                  </a:lnTo>
                  <a:lnTo>
                    <a:pt x="1436928" y="3116972"/>
                  </a:lnTo>
                  <a:lnTo>
                    <a:pt x="1434734" y="3116972"/>
                  </a:lnTo>
                  <a:lnTo>
                    <a:pt x="1432540" y="3116972"/>
                  </a:lnTo>
                  <a:lnTo>
                    <a:pt x="1430346" y="3116972"/>
                  </a:lnTo>
                  <a:lnTo>
                    <a:pt x="1428152" y="3116972"/>
                  </a:lnTo>
                  <a:lnTo>
                    <a:pt x="1425959" y="3116972"/>
                  </a:lnTo>
                  <a:lnTo>
                    <a:pt x="1423765" y="3116972"/>
                  </a:lnTo>
                  <a:lnTo>
                    <a:pt x="1421571" y="3116972"/>
                  </a:lnTo>
                  <a:lnTo>
                    <a:pt x="1419377" y="3116972"/>
                  </a:lnTo>
                  <a:lnTo>
                    <a:pt x="1417183" y="3116972"/>
                  </a:lnTo>
                  <a:lnTo>
                    <a:pt x="1414990" y="3116972"/>
                  </a:lnTo>
                  <a:lnTo>
                    <a:pt x="1412796" y="3116972"/>
                  </a:lnTo>
                  <a:lnTo>
                    <a:pt x="1410602" y="3116972"/>
                  </a:lnTo>
                  <a:lnTo>
                    <a:pt x="1408408" y="3116972"/>
                  </a:lnTo>
                  <a:lnTo>
                    <a:pt x="1406215" y="3116972"/>
                  </a:lnTo>
                  <a:lnTo>
                    <a:pt x="1404021" y="3116972"/>
                  </a:lnTo>
                  <a:lnTo>
                    <a:pt x="1401827" y="3116972"/>
                  </a:lnTo>
                  <a:lnTo>
                    <a:pt x="1399633" y="3116972"/>
                  </a:lnTo>
                  <a:lnTo>
                    <a:pt x="1397439" y="3116972"/>
                  </a:lnTo>
                  <a:lnTo>
                    <a:pt x="1395246" y="3116972"/>
                  </a:lnTo>
                  <a:lnTo>
                    <a:pt x="1393052" y="3116972"/>
                  </a:lnTo>
                  <a:lnTo>
                    <a:pt x="1390858" y="3116972"/>
                  </a:lnTo>
                  <a:lnTo>
                    <a:pt x="1388664" y="3116972"/>
                  </a:lnTo>
                  <a:lnTo>
                    <a:pt x="1386471" y="3116972"/>
                  </a:lnTo>
                  <a:lnTo>
                    <a:pt x="1384277" y="3116972"/>
                  </a:lnTo>
                  <a:lnTo>
                    <a:pt x="1382083" y="3116972"/>
                  </a:lnTo>
                  <a:lnTo>
                    <a:pt x="1379889" y="3116972"/>
                  </a:lnTo>
                  <a:lnTo>
                    <a:pt x="1377695" y="3116972"/>
                  </a:lnTo>
                  <a:lnTo>
                    <a:pt x="1375502" y="3116972"/>
                  </a:lnTo>
                  <a:lnTo>
                    <a:pt x="1373308" y="3116972"/>
                  </a:lnTo>
                  <a:lnTo>
                    <a:pt x="1371114" y="3116972"/>
                  </a:lnTo>
                  <a:lnTo>
                    <a:pt x="1368920" y="3116972"/>
                  </a:lnTo>
                  <a:lnTo>
                    <a:pt x="1366726" y="3116972"/>
                  </a:lnTo>
                  <a:lnTo>
                    <a:pt x="1364533" y="3116972"/>
                  </a:lnTo>
                  <a:lnTo>
                    <a:pt x="1362339" y="3116972"/>
                  </a:lnTo>
                  <a:lnTo>
                    <a:pt x="1360145" y="3116972"/>
                  </a:lnTo>
                  <a:lnTo>
                    <a:pt x="1357951" y="3116972"/>
                  </a:lnTo>
                  <a:lnTo>
                    <a:pt x="1355758" y="3116972"/>
                  </a:lnTo>
                  <a:lnTo>
                    <a:pt x="1353564" y="3116972"/>
                  </a:lnTo>
                  <a:lnTo>
                    <a:pt x="1351370" y="3116972"/>
                  </a:lnTo>
                  <a:lnTo>
                    <a:pt x="1349176" y="3116972"/>
                  </a:lnTo>
                  <a:lnTo>
                    <a:pt x="1346982" y="3116972"/>
                  </a:lnTo>
                  <a:lnTo>
                    <a:pt x="1344789" y="3116972"/>
                  </a:lnTo>
                  <a:lnTo>
                    <a:pt x="1342595" y="3116972"/>
                  </a:lnTo>
                  <a:lnTo>
                    <a:pt x="1340401" y="3116972"/>
                  </a:lnTo>
                  <a:lnTo>
                    <a:pt x="1338207" y="3116972"/>
                  </a:lnTo>
                  <a:lnTo>
                    <a:pt x="1336014" y="3116972"/>
                  </a:lnTo>
                  <a:lnTo>
                    <a:pt x="1333820" y="3116972"/>
                  </a:lnTo>
                  <a:lnTo>
                    <a:pt x="1331626" y="3116972"/>
                  </a:lnTo>
                  <a:lnTo>
                    <a:pt x="1329432" y="3116972"/>
                  </a:lnTo>
                  <a:lnTo>
                    <a:pt x="1327238" y="3116972"/>
                  </a:lnTo>
                  <a:lnTo>
                    <a:pt x="1325045" y="3116972"/>
                  </a:lnTo>
                  <a:lnTo>
                    <a:pt x="1322851" y="3116972"/>
                  </a:lnTo>
                  <a:lnTo>
                    <a:pt x="1320657" y="3116972"/>
                  </a:lnTo>
                  <a:lnTo>
                    <a:pt x="1318463" y="3116972"/>
                  </a:lnTo>
                  <a:lnTo>
                    <a:pt x="1316269" y="3116972"/>
                  </a:lnTo>
                  <a:lnTo>
                    <a:pt x="1314076" y="3116972"/>
                  </a:lnTo>
                  <a:lnTo>
                    <a:pt x="1311882" y="3116972"/>
                  </a:lnTo>
                  <a:lnTo>
                    <a:pt x="1309688" y="3116972"/>
                  </a:lnTo>
                  <a:lnTo>
                    <a:pt x="1307494" y="3116972"/>
                  </a:lnTo>
                  <a:lnTo>
                    <a:pt x="1305301" y="3116972"/>
                  </a:lnTo>
                  <a:lnTo>
                    <a:pt x="1303107" y="3116972"/>
                  </a:lnTo>
                  <a:lnTo>
                    <a:pt x="1300913" y="3116972"/>
                  </a:lnTo>
                  <a:lnTo>
                    <a:pt x="1298719" y="3116972"/>
                  </a:lnTo>
                  <a:lnTo>
                    <a:pt x="1296525" y="3116972"/>
                  </a:lnTo>
                  <a:lnTo>
                    <a:pt x="1294332" y="3116972"/>
                  </a:lnTo>
                  <a:lnTo>
                    <a:pt x="1292138" y="3116972"/>
                  </a:lnTo>
                  <a:lnTo>
                    <a:pt x="1289944" y="3116972"/>
                  </a:lnTo>
                  <a:lnTo>
                    <a:pt x="1287750" y="3116972"/>
                  </a:lnTo>
                  <a:lnTo>
                    <a:pt x="1285556" y="3116972"/>
                  </a:lnTo>
                  <a:lnTo>
                    <a:pt x="1283363" y="3116972"/>
                  </a:lnTo>
                  <a:lnTo>
                    <a:pt x="1281169" y="3116972"/>
                  </a:lnTo>
                  <a:lnTo>
                    <a:pt x="1278975" y="3116972"/>
                  </a:lnTo>
                  <a:lnTo>
                    <a:pt x="1276781" y="3116972"/>
                  </a:lnTo>
                  <a:lnTo>
                    <a:pt x="1274588" y="3116972"/>
                  </a:lnTo>
                  <a:lnTo>
                    <a:pt x="1272394" y="3116972"/>
                  </a:lnTo>
                  <a:lnTo>
                    <a:pt x="1270200" y="3116972"/>
                  </a:lnTo>
                  <a:lnTo>
                    <a:pt x="1268006" y="3116972"/>
                  </a:lnTo>
                  <a:lnTo>
                    <a:pt x="1265812" y="3116972"/>
                  </a:lnTo>
                  <a:lnTo>
                    <a:pt x="1263619" y="3116972"/>
                  </a:lnTo>
                  <a:lnTo>
                    <a:pt x="1261425" y="3116972"/>
                  </a:lnTo>
                  <a:lnTo>
                    <a:pt x="1259231" y="3116972"/>
                  </a:lnTo>
                  <a:lnTo>
                    <a:pt x="1257037" y="3116972"/>
                  </a:lnTo>
                  <a:lnTo>
                    <a:pt x="1254844" y="3116972"/>
                  </a:lnTo>
                  <a:lnTo>
                    <a:pt x="1252650" y="3116972"/>
                  </a:lnTo>
                  <a:lnTo>
                    <a:pt x="1250456" y="3116972"/>
                  </a:lnTo>
                  <a:lnTo>
                    <a:pt x="1248262" y="3116972"/>
                  </a:lnTo>
                  <a:lnTo>
                    <a:pt x="1246068" y="3116972"/>
                  </a:lnTo>
                  <a:lnTo>
                    <a:pt x="1243875" y="3116972"/>
                  </a:lnTo>
                  <a:lnTo>
                    <a:pt x="1241681" y="3116972"/>
                  </a:lnTo>
                  <a:lnTo>
                    <a:pt x="1239487" y="3116972"/>
                  </a:lnTo>
                  <a:lnTo>
                    <a:pt x="1237293" y="3116972"/>
                  </a:lnTo>
                  <a:lnTo>
                    <a:pt x="1235099" y="3116972"/>
                  </a:lnTo>
                  <a:lnTo>
                    <a:pt x="1232906" y="3116972"/>
                  </a:lnTo>
                  <a:lnTo>
                    <a:pt x="1230712" y="3116972"/>
                  </a:lnTo>
                  <a:lnTo>
                    <a:pt x="1228518" y="3116972"/>
                  </a:lnTo>
                  <a:lnTo>
                    <a:pt x="1226324" y="3116972"/>
                  </a:lnTo>
                  <a:lnTo>
                    <a:pt x="1224131" y="3116972"/>
                  </a:lnTo>
                  <a:lnTo>
                    <a:pt x="1221937" y="3116972"/>
                  </a:lnTo>
                  <a:lnTo>
                    <a:pt x="1219743" y="3116972"/>
                  </a:lnTo>
                  <a:lnTo>
                    <a:pt x="1217549" y="3116972"/>
                  </a:lnTo>
                  <a:lnTo>
                    <a:pt x="1215355" y="3116972"/>
                  </a:lnTo>
                  <a:lnTo>
                    <a:pt x="1213162" y="3116972"/>
                  </a:lnTo>
                  <a:lnTo>
                    <a:pt x="1210968" y="3116972"/>
                  </a:lnTo>
                  <a:lnTo>
                    <a:pt x="1208774" y="3116972"/>
                  </a:lnTo>
                  <a:lnTo>
                    <a:pt x="1206580" y="3116972"/>
                  </a:lnTo>
                  <a:lnTo>
                    <a:pt x="1204387" y="3116972"/>
                  </a:lnTo>
                  <a:lnTo>
                    <a:pt x="1202193" y="3116972"/>
                  </a:lnTo>
                  <a:lnTo>
                    <a:pt x="1199999" y="3116972"/>
                  </a:lnTo>
                  <a:lnTo>
                    <a:pt x="1197805" y="3116972"/>
                  </a:lnTo>
                  <a:lnTo>
                    <a:pt x="1195611" y="3116972"/>
                  </a:lnTo>
                  <a:lnTo>
                    <a:pt x="1193418" y="3116972"/>
                  </a:lnTo>
                  <a:lnTo>
                    <a:pt x="1191224" y="3116972"/>
                  </a:lnTo>
                  <a:lnTo>
                    <a:pt x="1189030" y="3116972"/>
                  </a:lnTo>
                  <a:lnTo>
                    <a:pt x="1186836" y="3116972"/>
                  </a:lnTo>
                  <a:lnTo>
                    <a:pt x="1184642" y="3116972"/>
                  </a:lnTo>
                  <a:lnTo>
                    <a:pt x="1182449" y="3116972"/>
                  </a:lnTo>
                  <a:lnTo>
                    <a:pt x="1180255" y="3116972"/>
                  </a:lnTo>
                  <a:lnTo>
                    <a:pt x="1178061" y="3116972"/>
                  </a:lnTo>
                  <a:lnTo>
                    <a:pt x="1175867" y="3116972"/>
                  </a:lnTo>
                  <a:lnTo>
                    <a:pt x="1173674" y="3116972"/>
                  </a:lnTo>
                  <a:lnTo>
                    <a:pt x="1171480" y="3116972"/>
                  </a:lnTo>
                  <a:lnTo>
                    <a:pt x="1169286" y="3116972"/>
                  </a:lnTo>
                  <a:lnTo>
                    <a:pt x="1167092" y="3116972"/>
                  </a:lnTo>
                  <a:lnTo>
                    <a:pt x="1164898" y="3116972"/>
                  </a:lnTo>
                  <a:lnTo>
                    <a:pt x="1162705" y="3116972"/>
                  </a:lnTo>
                  <a:lnTo>
                    <a:pt x="1160511" y="3116972"/>
                  </a:lnTo>
                  <a:lnTo>
                    <a:pt x="1158317" y="3116972"/>
                  </a:lnTo>
                  <a:lnTo>
                    <a:pt x="1156123" y="3116972"/>
                  </a:lnTo>
                  <a:lnTo>
                    <a:pt x="1153930" y="3116972"/>
                  </a:lnTo>
                  <a:lnTo>
                    <a:pt x="1151736" y="3116972"/>
                  </a:lnTo>
                  <a:lnTo>
                    <a:pt x="1149542" y="3116972"/>
                  </a:lnTo>
                  <a:lnTo>
                    <a:pt x="1147348" y="3116972"/>
                  </a:lnTo>
                  <a:lnTo>
                    <a:pt x="1145154" y="3116972"/>
                  </a:lnTo>
                  <a:lnTo>
                    <a:pt x="1142961" y="3116972"/>
                  </a:lnTo>
                  <a:lnTo>
                    <a:pt x="1140767" y="3116972"/>
                  </a:lnTo>
                  <a:lnTo>
                    <a:pt x="1138573" y="3116972"/>
                  </a:lnTo>
                  <a:lnTo>
                    <a:pt x="1136379" y="3116972"/>
                  </a:lnTo>
                  <a:lnTo>
                    <a:pt x="1134185" y="3116972"/>
                  </a:lnTo>
                  <a:lnTo>
                    <a:pt x="1131992" y="3116972"/>
                  </a:lnTo>
                  <a:lnTo>
                    <a:pt x="1129798" y="3116972"/>
                  </a:lnTo>
                  <a:lnTo>
                    <a:pt x="1127604" y="3116972"/>
                  </a:lnTo>
                  <a:lnTo>
                    <a:pt x="1125410" y="3116972"/>
                  </a:lnTo>
                  <a:lnTo>
                    <a:pt x="1123217" y="3116972"/>
                  </a:lnTo>
                  <a:lnTo>
                    <a:pt x="1121023" y="3116972"/>
                  </a:lnTo>
                  <a:lnTo>
                    <a:pt x="1118829" y="3116972"/>
                  </a:lnTo>
                  <a:lnTo>
                    <a:pt x="1116635" y="3116972"/>
                  </a:lnTo>
                  <a:lnTo>
                    <a:pt x="1114441" y="3116972"/>
                  </a:lnTo>
                  <a:lnTo>
                    <a:pt x="1112248" y="3116972"/>
                  </a:lnTo>
                  <a:lnTo>
                    <a:pt x="1110054" y="3116972"/>
                  </a:lnTo>
                  <a:lnTo>
                    <a:pt x="1107860" y="3116972"/>
                  </a:lnTo>
                  <a:lnTo>
                    <a:pt x="1105666" y="3116972"/>
                  </a:lnTo>
                  <a:lnTo>
                    <a:pt x="1103472" y="3116972"/>
                  </a:lnTo>
                  <a:lnTo>
                    <a:pt x="1101279" y="3116972"/>
                  </a:lnTo>
                  <a:lnTo>
                    <a:pt x="1099085" y="3116972"/>
                  </a:lnTo>
                  <a:lnTo>
                    <a:pt x="1096891" y="3116972"/>
                  </a:lnTo>
                  <a:lnTo>
                    <a:pt x="1094697" y="3116972"/>
                  </a:lnTo>
                  <a:lnTo>
                    <a:pt x="1092504" y="3116972"/>
                  </a:lnTo>
                  <a:lnTo>
                    <a:pt x="1090310" y="3116972"/>
                  </a:lnTo>
                  <a:lnTo>
                    <a:pt x="1088116" y="3116972"/>
                  </a:lnTo>
                  <a:lnTo>
                    <a:pt x="1085922" y="3116972"/>
                  </a:lnTo>
                  <a:lnTo>
                    <a:pt x="1083728" y="3116972"/>
                  </a:lnTo>
                  <a:lnTo>
                    <a:pt x="1081535" y="3116972"/>
                  </a:lnTo>
                  <a:lnTo>
                    <a:pt x="1079341" y="3116972"/>
                  </a:lnTo>
                  <a:lnTo>
                    <a:pt x="1077147" y="3116972"/>
                  </a:lnTo>
                  <a:lnTo>
                    <a:pt x="1074953" y="3116972"/>
                  </a:lnTo>
                  <a:lnTo>
                    <a:pt x="1072760" y="3116972"/>
                  </a:lnTo>
                  <a:lnTo>
                    <a:pt x="1070566" y="3116972"/>
                  </a:lnTo>
                  <a:lnTo>
                    <a:pt x="1068372" y="3116972"/>
                  </a:lnTo>
                  <a:lnTo>
                    <a:pt x="1066178" y="3116972"/>
                  </a:lnTo>
                  <a:lnTo>
                    <a:pt x="1063984" y="3116972"/>
                  </a:lnTo>
                  <a:lnTo>
                    <a:pt x="1061791" y="3116972"/>
                  </a:lnTo>
                  <a:lnTo>
                    <a:pt x="1059597" y="3116972"/>
                  </a:lnTo>
                  <a:lnTo>
                    <a:pt x="1057403" y="3116972"/>
                  </a:lnTo>
                  <a:lnTo>
                    <a:pt x="1055209" y="3116972"/>
                  </a:lnTo>
                  <a:lnTo>
                    <a:pt x="1053015" y="3116972"/>
                  </a:lnTo>
                  <a:lnTo>
                    <a:pt x="1050822" y="3116972"/>
                  </a:lnTo>
                  <a:lnTo>
                    <a:pt x="1048628" y="3116972"/>
                  </a:lnTo>
                  <a:lnTo>
                    <a:pt x="1046434" y="3116972"/>
                  </a:lnTo>
                  <a:lnTo>
                    <a:pt x="1044240" y="3116972"/>
                  </a:lnTo>
                  <a:lnTo>
                    <a:pt x="1042047" y="3116972"/>
                  </a:lnTo>
                  <a:lnTo>
                    <a:pt x="1039853" y="3116972"/>
                  </a:lnTo>
                  <a:lnTo>
                    <a:pt x="1037659" y="3116972"/>
                  </a:lnTo>
                  <a:lnTo>
                    <a:pt x="1035465" y="3116972"/>
                  </a:lnTo>
                  <a:lnTo>
                    <a:pt x="1033271" y="3116972"/>
                  </a:lnTo>
                  <a:lnTo>
                    <a:pt x="1031078" y="3116972"/>
                  </a:lnTo>
                  <a:lnTo>
                    <a:pt x="1028884" y="3116972"/>
                  </a:lnTo>
                  <a:lnTo>
                    <a:pt x="1026690" y="3116972"/>
                  </a:lnTo>
                  <a:lnTo>
                    <a:pt x="1024496" y="3116972"/>
                  </a:lnTo>
                  <a:lnTo>
                    <a:pt x="1022303" y="3116972"/>
                  </a:lnTo>
                  <a:lnTo>
                    <a:pt x="1020109" y="3116972"/>
                  </a:lnTo>
                  <a:lnTo>
                    <a:pt x="1017915" y="3116972"/>
                  </a:lnTo>
                  <a:lnTo>
                    <a:pt x="1015721" y="3116972"/>
                  </a:lnTo>
                  <a:lnTo>
                    <a:pt x="1013527" y="3116972"/>
                  </a:lnTo>
                  <a:lnTo>
                    <a:pt x="1011334" y="3116972"/>
                  </a:lnTo>
                  <a:lnTo>
                    <a:pt x="1009140" y="3116972"/>
                  </a:lnTo>
                  <a:lnTo>
                    <a:pt x="1006946" y="3116972"/>
                  </a:lnTo>
                  <a:lnTo>
                    <a:pt x="1004752" y="3116972"/>
                  </a:lnTo>
                  <a:lnTo>
                    <a:pt x="1002558" y="3116972"/>
                  </a:lnTo>
                  <a:lnTo>
                    <a:pt x="1000365" y="3116972"/>
                  </a:lnTo>
                  <a:lnTo>
                    <a:pt x="998171" y="3116972"/>
                  </a:lnTo>
                  <a:lnTo>
                    <a:pt x="995977" y="3116972"/>
                  </a:lnTo>
                  <a:lnTo>
                    <a:pt x="993783" y="3116972"/>
                  </a:lnTo>
                  <a:lnTo>
                    <a:pt x="991590" y="3116972"/>
                  </a:lnTo>
                  <a:lnTo>
                    <a:pt x="989396" y="3116972"/>
                  </a:lnTo>
                  <a:lnTo>
                    <a:pt x="987202" y="3116972"/>
                  </a:lnTo>
                  <a:lnTo>
                    <a:pt x="985008" y="3116972"/>
                  </a:lnTo>
                  <a:lnTo>
                    <a:pt x="982814" y="3116972"/>
                  </a:lnTo>
                  <a:lnTo>
                    <a:pt x="980621" y="3116972"/>
                  </a:lnTo>
                  <a:lnTo>
                    <a:pt x="978427" y="3116972"/>
                  </a:lnTo>
                  <a:lnTo>
                    <a:pt x="976233" y="3116972"/>
                  </a:lnTo>
                  <a:lnTo>
                    <a:pt x="974039" y="3116972"/>
                  </a:lnTo>
                  <a:lnTo>
                    <a:pt x="971845" y="3116972"/>
                  </a:lnTo>
                  <a:lnTo>
                    <a:pt x="969652" y="3116972"/>
                  </a:lnTo>
                  <a:lnTo>
                    <a:pt x="967458" y="3116972"/>
                  </a:lnTo>
                  <a:lnTo>
                    <a:pt x="965264" y="3116972"/>
                  </a:lnTo>
                  <a:lnTo>
                    <a:pt x="963070" y="3116972"/>
                  </a:lnTo>
                  <a:lnTo>
                    <a:pt x="960877" y="3116972"/>
                  </a:lnTo>
                  <a:lnTo>
                    <a:pt x="958683" y="3116972"/>
                  </a:lnTo>
                  <a:lnTo>
                    <a:pt x="956489" y="3116972"/>
                  </a:lnTo>
                  <a:lnTo>
                    <a:pt x="954295" y="3116972"/>
                  </a:lnTo>
                  <a:lnTo>
                    <a:pt x="952101" y="3116972"/>
                  </a:lnTo>
                  <a:lnTo>
                    <a:pt x="949908" y="3116972"/>
                  </a:lnTo>
                  <a:lnTo>
                    <a:pt x="947714" y="3116972"/>
                  </a:lnTo>
                  <a:lnTo>
                    <a:pt x="945520" y="3116972"/>
                  </a:lnTo>
                  <a:lnTo>
                    <a:pt x="943326" y="3116972"/>
                  </a:lnTo>
                  <a:lnTo>
                    <a:pt x="941133" y="3116972"/>
                  </a:lnTo>
                  <a:lnTo>
                    <a:pt x="938939" y="3116972"/>
                  </a:lnTo>
                  <a:lnTo>
                    <a:pt x="936745" y="3116972"/>
                  </a:lnTo>
                  <a:lnTo>
                    <a:pt x="934551" y="3116972"/>
                  </a:lnTo>
                  <a:lnTo>
                    <a:pt x="932357" y="3116972"/>
                  </a:lnTo>
                  <a:lnTo>
                    <a:pt x="930164" y="3116972"/>
                  </a:lnTo>
                  <a:lnTo>
                    <a:pt x="927970" y="3116972"/>
                  </a:lnTo>
                  <a:lnTo>
                    <a:pt x="925776" y="3116972"/>
                  </a:lnTo>
                  <a:lnTo>
                    <a:pt x="923582" y="3116972"/>
                  </a:lnTo>
                  <a:lnTo>
                    <a:pt x="921388" y="3116972"/>
                  </a:lnTo>
                  <a:lnTo>
                    <a:pt x="919195" y="3116972"/>
                  </a:lnTo>
                  <a:lnTo>
                    <a:pt x="917001" y="3116972"/>
                  </a:lnTo>
                  <a:lnTo>
                    <a:pt x="914807" y="3116972"/>
                  </a:lnTo>
                  <a:lnTo>
                    <a:pt x="912613" y="3116972"/>
                  </a:lnTo>
                  <a:lnTo>
                    <a:pt x="910420" y="3116972"/>
                  </a:lnTo>
                  <a:lnTo>
                    <a:pt x="908226" y="3116972"/>
                  </a:lnTo>
                  <a:lnTo>
                    <a:pt x="906032" y="3116972"/>
                  </a:lnTo>
                  <a:lnTo>
                    <a:pt x="903838" y="3116972"/>
                  </a:lnTo>
                  <a:lnTo>
                    <a:pt x="901644" y="3116972"/>
                  </a:lnTo>
                  <a:lnTo>
                    <a:pt x="899451" y="3116972"/>
                  </a:lnTo>
                  <a:lnTo>
                    <a:pt x="897257" y="3116972"/>
                  </a:lnTo>
                  <a:lnTo>
                    <a:pt x="895063" y="3116972"/>
                  </a:lnTo>
                  <a:lnTo>
                    <a:pt x="892869" y="3116972"/>
                  </a:lnTo>
                  <a:lnTo>
                    <a:pt x="890676" y="3116972"/>
                  </a:lnTo>
                  <a:lnTo>
                    <a:pt x="888482" y="3116972"/>
                  </a:lnTo>
                  <a:lnTo>
                    <a:pt x="886288" y="3116972"/>
                  </a:lnTo>
                  <a:lnTo>
                    <a:pt x="884094" y="3116972"/>
                  </a:lnTo>
                  <a:lnTo>
                    <a:pt x="881900" y="3116972"/>
                  </a:lnTo>
                  <a:lnTo>
                    <a:pt x="879707" y="3116972"/>
                  </a:lnTo>
                  <a:lnTo>
                    <a:pt x="877513" y="3116972"/>
                  </a:lnTo>
                  <a:lnTo>
                    <a:pt x="875319" y="3116972"/>
                  </a:lnTo>
                  <a:lnTo>
                    <a:pt x="873125" y="3116972"/>
                  </a:lnTo>
                  <a:lnTo>
                    <a:pt x="870931" y="3116972"/>
                  </a:lnTo>
                  <a:lnTo>
                    <a:pt x="868738" y="3116972"/>
                  </a:lnTo>
                  <a:lnTo>
                    <a:pt x="866544" y="3116972"/>
                  </a:lnTo>
                  <a:lnTo>
                    <a:pt x="864350" y="3116972"/>
                  </a:lnTo>
                  <a:lnTo>
                    <a:pt x="862156" y="3116972"/>
                  </a:lnTo>
                  <a:lnTo>
                    <a:pt x="859963" y="3116972"/>
                  </a:lnTo>
                  <a:lnTo>
                    <a:pt x="857769" y="3116972"/>
                  </a:lnTo>
                  <a:lnTo>
                    <a:pt x="855575" y="3116972"/>
                  </a:lnTo>
                  <a:lnTo>
                    <a:pt x="853381" y="3116972"/>
                  </a:lnTo>
                  <a:lnTo>
                    <a:pt x="851187" y="3116972"/>
                  </a:lnTo>
                  <a:lnTo>
                    <a:pt x="848994" y="3116972"/>
                  </a:lnTo>
                  <a:lnTo>
                    <a:pt x="846800" y="3116972"/>
                  </a:lnTo>
                  <a:lnTo>
                    <a:pt x="844606" y="3116972"/>
                  </a:lnTo>
                  <a:lnTo>
                    <a:pt x="842412" y="3116972"/>
                  </a:lnTo>
                  <a:lnTo>
                    <a:pt x="840218" y="3116972"/>
                  </a:lnTo>
                  <a:lnTo>
                    <a:pt x="838025" y="3116972"/>
                  </a:lnTo>
                  <a:lnTo>
                    <a:pt x="835831" y="3116972"/>
                  </a:lnTo>
                  <a:lnTo>
                    <a:pt x="833637" y="3116972"/>
                  </a:lnTo>
                  <a:lnTo>
                    <a:pt x="831443" y="3116972"/>
                  </a:lnTo>
                  <a:lnTo>
                    <a:pt x="829250" y="3116972"/>
                  </a:lnTo>
                  <a:lnTo>
                    <a:pt x="827056" y="3116972"/>
                  </a:lnTo>
                  <a:lnTo>
                    <a:pt x="824862" y="3116972"/>
                  </a:lnTo>
                  <a:lnTo>
                    <a:pt x="822668" y="3116972"/>
                  </a:lnTo>
                  <a:lnTo>
                    <a:pt x="820474" y="3116972"/>
                  </a:lnTo>
                  <a:lnTo>
                    <a:pt x="818281" y="3116972"/>
                  </a:lnTo>
                  <a:lnTo>
                    <a:pt x="816087" y="3116972"/>
                  </a:lnTo>
                  <a:lnTo>
                    <a:pt x="813893" y="3116972"/>
                  </a:lnTo>
                  <a:lnTo>
                    <a:pt x="811699" y="3116972"/>
                  </a:lnTo>
                  <a:lnTo>
                    <a:pt x="809506" y="3116972"/>
                  </a:lnTo>
                  <a:lnTo>
                    <a:pt x="807312" y="3116972"/>
                  </a:lnTo>
                  <a:lnTo>
                    <a:pt x="805118" y="3116972"/>
                  </a:lnTo>
                  <a:lnTo>
                    <a:pt x="802924" y="3116972"/>
                  </a:lnTo>
                  <a:lnTo>
                    <a:pt x="800730" y="3116972"/>
                  </a:lnTo>
                  <a:lnTo>
                    <a:pt x="798537" y="3116972"/>
                  </a:lnTo>
                  <a:lnTo>
                    <a:pt x="796343" y="3116972"/>
                  </a:lnTo>
                  <a:lnTo>
                    <a:pt x="794149" y="3116972"/>
                  </a:lnTo>
                  <a:lnTo>
                    <a:pt x="791955" y="3116972"/>
                  </a:lnTo>
                  <a:lnTo>
                    <a:pt x="789761" y="3116972"/>
                  </a:lnTo>
                  <a:lnTo>
                    <a:pt x="787568" y="3116972"/>
                  </a:lnTo>
                  <a:lnTo>
                    <a:pt x="785374" y="3116972"/>
                  </a:lnTo>
                  <a:lnTo>
                    <a:pt x="783180" y="3116972"/>
                  </a:lnTo>
                  <a:lnTo>
                    <a:pt x="780986" y="3116972"/>
                  </a:lnTo>
                  <a:lnTo>
                    <a:pt x="778793" y="3116972"/>
                  </a:lnTo>
                  <a:lnTo>
                    <a:pt x="776599" y="3116972"/>
                  </a:lnTo>
                  <a:lnTo>
                    <a:pt x="774405" y="3116972"/>
                  </a:lnTo>
                  <a:lnTo>
                    <a:pt x="772211" y="3116972"/>
                  </a:lnTo>
                  <a:lnTo>
                    <a:pt x="770017" y="3116972"/>
                  </a:lnTo>
                  <a:lnTo>
                    <a:pt x="767824" y="3116972"/>
                  </a:lnTo>
                  <a:lnTo>
                    <a:pt x="765630" y="3116972"/>
                  </a:lnTo>
                  <a:lnTo>
                    <a:pt x="763436" y="3116972"/>
                  </a:lnTo>
                  <a:lnTo>
                    <a:pt x="761242" y="3116972"/>
                  </a:lnTo>
                  <a:lnTo>
                    <a:pt x="759049" y="3116972"/>
                  </a:lnTo>
                  <a:lnTo>
                    <a:pt x="756855" y="3116972"/>
                  </a:lnTo>
                  <a:lnTo>
                    <a:pt x="754661" y="3116972"/>
                  </a:lnTo>
                  <a:lnTo>
                    <a:pt x="752467" y="3116972"/>
                  </a:lnTo>
                  <a:lnTo>
                    <a:pt x="750273" y="3116972"/>
                  </a:lnTo>
                  <a:lnTo>
                    <a:pt x="748080" y="3116972"/>
                  </a:lnTo>
                  <a:lnTo>
                    <a:pt x="745886" y="3116972"/>
                  </a:lnTo>
                  <a:lnTo>
                    <a:pt x="743692" y="3116972"/>
                  </a:lnTo>
                  <a:lnTo>
                    <a:pt x="741498" y="3116972"/>
                  </a:lnTo>
                  <a:lnTo>
                    <a:pt x="739304" y="3116972"/>
                  </a:lnTo>
                  <a:lnTo>
                    <a:pt x="737111" y="3116972"/>
                  </a:lnTo>
                  <a:lnTo>
                    <a:pt x="734917" y="3116972"/>
                  </a:lnTo>
                  <a:lnTo>
                    <a:pt x="732723" y="3116972"/>
                  </a:lnTo>
                  <a:lnTo>
                    <a:pt x="730529" y="3116972"/>
                  </a:lnTo>
                  <a:lnTo>
                    <a:pt x="728336" y="3116972"/>
                  </a:lnTo>
                  <a:lnTo>
                    <a:pt x="726142" y="3116972"/>
                  </a:lnTo>
                  <a:lnTo>
                    <a:pt x="723948" y="3116972"/>
                  </a:lnTo>
                  <a:lnTo>
                    <a:pt x="721754" y="3116972"/>
                  </a:lnTo>
                  <a:lnTo>
                    <a:pt x="719560" y="3116972"/>
                  </a:lnTo>
                  <a:lnTo>
                    <a:pt x="717367" y="3116972"/>
                  </a:lnTo>
                  <a:lnTo>
                    <a:pt x="715173" y="3116972"/>
                  </a:lnTo>
                  <a:lnTo>
                    <a:pt x="712979" y="3116972"/>
                  </a:lnTo>
                  <a:lnTo>
                    <a:pt x="710785" y="3116972"/>
                  </a:lnTo>
                  <a:lnTo>
                    <a:pt x="708591" y="3116972"/>
                  </a:lnTo>
                  <a:lnTo>
                    <a:pt x="706398" y="3116972"/>
                  </a:lnTo>
                  <a:lnTo>
                    <a:pt x="704204" y="3116972"/>
                  </a:lnTo>
                  <a:lnTo>
                    <a:pt x="702010" y="3116972"/>
                  </a:lnTo>
                  <a:lnTo>
                    <a:pt x="699816" y="3116972"/>
                  </a:lnTo>
                  <a:lnTo>
                    <a:pt x="697623" y="3116972"/>
                  </a:lnTo>
                  <a:lnTo>
                    <a:pt x="695429" y="3116972"/>
                  </a:lnTo>
                  <a:lnTo>
                    <a:pt x="693235" y="3116972"/>
                  </a:lnTo>
                  <a:lnTo>
                    <a:pt x="691041" y="3116972"/>
                  </a:lnTo>
                  <a:lnTo>
                    <a:pt x="688847" y="3116972"/>
                  </a:lnTo>
                  <a:lnTo>
                    <a:pt x="686654" y="3116972"/>
                  </a:lnTo>
                  <a:lnTo>
                    <a:pt x="684460" y="3116972"/>
                  </a:lnTo>
                  <a:lnTo>
                    <a:pt x="682266" y="3116972"/>
                  </a:lnTo>
                  <a:lnTo>
                    <a:pt x="680072" y="3116972"/>
                  </a:lnTo>
                  <a:lnTo>
                    <a:pt x="677879" y="3116972"/>
                  </a:lnTo>
                  <a:lnTo>
                    <a:pt x="675685" y="3116972"/>
                  </a:lnTo>
                  <a:lnTo>
                    <a:pt x="673491" y="3116972"/>
                  </a:lnTo>
                  <a:lnTo>
                    <a:pt x="671297" y="3116972"/>
                  </a:lnTo>
                  <a:lnTo>
                    <a:pt x="669103" y="3116972"/>
                  </a:lnTo>
                  <a:lnTo>
                    <a:pt x="666910" y="3116972"/>
                  </a:lnTo>
                  <a:lnTo>
                    <a:pt x="664716" y="3116972"/>
                  </a:lnTo>
                  <a:lnTo>
                    <a:pt x="662522" y="3116972"/>
                  </a:lnTo>
                  <a:lnTo>
                    <a:pt x="660328" y="3116972"/>
                  </a:lnTo>
                  <a:lnTo>
                    <a:pt x="658134" y="3116972"/>
                  </a:lnTo>
                  <a:lnTo>
                    <a:pt x="655941" y="3116972"/>
                  </a:lnTo>
                  <a:lnTo>
                    <a:pt x="653747" y="3116972"/>
                  </a:lnTo>
                  <a:lnTo>
                    <a:pt x="651553" y="3116972"/>
                  </a:lnTo>
                  <a:lnTo>
                    <a:pt x="649359" y="3116972"/>
                  </a:lnTo>
                  <a:lnTo>
                    <a:pt x="647166" y="3116972"/>
                  </a:lnTo>
                  <a:lnTo>
                    <a:pt x="644972" y="3116972"/>
                  </a:lnTo>
                  <a:lnTo>
                    <a:pt x="642778" y="3116972"/>
                  </a:lnTo>
                  <a:lnTo>
                    <a:pt x="640584" y="3116972"/>
                  </a:lnTo>
                  <a:lnTo>
                    <a:pt x="638390" y="3116972"/>
                  </a:lnTo>
                  <a:lnTo>
                    <a:pt x="636197" y="3116972"/>
                  </a:lnTo>
                  <a:lnTo>
                    <a:pt x="634003" y="3116972"/>
                  </a:lnTo>
                  <a:lnTo>
                    <a:pt x="631809" y="3116972"/>
                  </a:lnTo>
                  <a:lnTo>
                    <a:pt x="629615" y="3116972"/>
                  </a:lnTo>
                  <a:lnTo>
                    <a:pt x="627422" y="3116972"/>
                  </a:lnTo>
                  <a:lnTo>
                    <a:pt x="625228" y="3116972"/>
                  </a:lnTo>
                  <a:lnTo>
                    <a:pt x="623034" y="3116972"/>
                  </a:lnTo>
                  <a:lnTo>
                    <a:pt x="620840" y="3116972"/>
                  </a:lnTo>
                  <a:lnTo>
                    <a:pt x="618646" y="3116972"/>
                  </a:lnTo>
                  <a:lnTo>
                    <a:pt x="616453" y="3116972"/>
                  </a:lnTo>
                  <a:lnTo>
                    <a:pt x="614259" y="3116972"/>
                  </a:lnTo>
                  <a:lnTo>
                    <a:pt x="612065" y="3116972"/>
                  </a:lnTo>
                  <a:lnTo>
                    <a:pt x="609871" y="3116972"/>
                  </a:lnTo>
                  <a:lnTo>
                    <a:pt x="607677" y="3116972"/>
                  </a:lnTo>
                  <a:lnTo>
                    <a:pt x="605484" y="3116972"/>
                  </a:lnTo>
                  <a:lnTo>
                    <a:pt x="603290" y="3116972"/>
                  </a:lnTo>
                  <a:lnTo>
                    <a:pt x="601096" y="3116972"/>
                  </a:lnTo>
                  <a:lnTo>
                    <a:pt x="598902" y="3116972"/>
                  </a:lnTo>
                  <a:lnTo>
                    <a:pt x="596709" y="3116972"/>
                  </a:lnTo>
                  <a:lnTo>
                    <a:pt x="594515" y="3116972"/>
                  </a:lnTo>
                  <a:lnTo>
                    <a:pt x="592321" y="3116972"/>
                  </a:lnTo>
                  <a:lnTo>
                    <a:pt x="590127" y="3116972"/>
                  </a:lnTo>
                  <a:lnTo>
                    <a:pt x="587933" y="3116972"/>
                  </a:lnTo>
                  <a:lnTo>
                    <a:pt x="585740" y="3116972"/>
                  </a:lnTo>
                  <a:lnTo>
                    <a:pt x="583546" y="3116972"/>
                  </a:lnTo>
                  <a:lnTo>
                    <a:pt x="581352" y="3116972"/>
                  </a:lnTo>
                  <a:lnTo>
                    <a:pt x="579158" y="3116972"/>
                  </a:lnTo>
                  <a:lnTo>
                    <a:pt x="576965" y="3116972"/>
                  </a:lnTo>
                  <a:lnTo>
                    <a:pt x="574771" y="3116972"/>
                  </a:lnTo>
                  <a:lnTo>
                    <a:pt x="572577" y="3116972"/>
                  </a:lnTo>
                  <a:lnTo>
                    <a:pt x="570383" y="3116972"/>
                  </a:lnTo>
                  <a:lnTo>
                    <a:pt x="568189" y="3116972"/>
                  </a:lnTo>
                  <a:lnTo>
                    <a:pt x="565996" y="3116972"/>
                  </a:lnTo>
                  <a:lnTo>
                    <a:pt x="563802" y="3116972"/>
                  </a:lnTo>
                  <a:lnTo>
                    <a:pt x="561608" y="3116972"/>
                  </a:lnTo>
                  <a:lnTo>
                    <a:pt x="559414" y="3116972"/>
                  </a:lnTo>
                  <a:lnTo>
                    <a:pt x="557220" y="3116972"/>
                  </a:lnTo>
                  <a:lnTo>
                    <a:pt x="555027" y="3116972"/>
                  </a:lnTo>
                  <a:lnTo>
                    <a:pt x="552833" y="3116972"/>
                  </a:lnTo>
                  <a:lnTo>
                    <a:pt x="550639" y="3116972"/>
                  </a:lnTo>
                  <a:lnTo>
                    <a:pt x="548445" y="3116972"/>
                  </a:lnTo>
                  <a:lnTo>
                    <a:pt x="546252" y="3116972"/>
                  </a:lnTo>
                  <a:lnTo>
                    <a:pt x="544058" y="3116972"/>
                  </a:lnTo>
                  <a:lnTo>
                    <a:pt x="541864" y="3116972"/>
                  </a:lnTo>
                  <a:lnTo>
                    <a:pt x="539670" y="3116972"/>
                  </a:lnTo>
                  <a:lnTo>
                    <a:pt x="537476" y="3116972"/>
                  </a:lnTo>
                  <a:lnTo>
                    <a:pt x="535283" y="3116972"/>
                  </a:lnTo>
                  <a:lnTo>
                    <a:pt x="533089" y="3116972"/>
                  </a:lnTo>
                  <a:lnTo>
                    <a:pt x="530895" y="3116972"/>
                  </a:lnTo>
                  <a:lnTo>
                    <a:pt x="528701" y="3116972"/>
                  </a:lnTo>
                  <a:lnTo>
                    <a:pt x="526507" y="3116972"/>
                  </a:lnTo>
                  <a:lnTo>
                    <a:pt x="524314" y="3116972"/>
                  </a:lnTo>
                  <a:lnTo>
                    <a:pt x="522120" y="3116972"/>
                  </a:lnTo>
                  <a:lnTo>
                    <a:pt x="519926" y="3116972"/>
                  </a:lnTo>
                  <a:lnTo>
                    <a:pt x="517732" y="3116972"/>
                  </a:lnTo>
                  <a:lnTo>
                    <a:pt x="515539" y="3116972"/>
                  </a:lnTo>
                  <a:lnTo>
                    <a:pt x="513345" y="3116972"/>
                  </a:lnTo>
                  <a:lnTo>
                    <a:pt x="511151" y="3116972"/>
                  </a:lnTo>
                  <a:lnTo>
                    <a:pt x="508957" y="3116972"/>
                  </a:lnTo>
                  <a:lnTo>
                    <a:pt x="506763" y="3116972"/>
                  </a:lnTo>
                  <a:lnTo>
                    <a:pt x="504570" y="3116972"/>
                  </a:lnTo>
                  <a:lnTo>
                    <a:pt x="502376" y="3116972"/>
                  </a:lnTo>
                  <a:lnTo>
                    <a:pt x="500182" y="3116972"/>
                  </a:lnTo>
                  <a:lnTo>
                    <a:pt x="497988" y="3116972"/>
                  </a:lnTo>
                  <a:lnTo>
                    <a:pt x="495795" y="3116972"/>
                  </a:lnTo>
                  <a:lnTo>
                    <a:pt x="493601" y="3116972"/>
                  </a:lnTo>
                  <a:lnTo>
                    <a:pt x="491407" y="3116972"/>
                  </a:lnTo>
                  <a:lnTo>
                    <a:pt x="489213" y="3116972"/>
                  </a:lnTo>
                  <a:lnTo>
                    <a:pt x="487019" y="3116972"/>
                  </a:lnTo>
                  <a:lnTo>
                    <a:pt x="484826" y="3116972"/>
                  </a:lnTo>
                  <a:lnTo>
                    <a:pt x="482632" y="3116972"/>
                  </a:lnTo>
                  <a:lnTo>
                    <a:pt x="480438" y="3116972"/>
                  </a:lnTo>
                  <a:lnTo>
                    <a:pt x="478244" y="3116972"/>
                  </a:lnTo>
                  <a:lnTo>
                    <a:pt x="476050" y="3116972"/>
                  </a:lnTo>
                  <a:lnTo>
                    <a:pt x="473857" y="3116972"/>
                  </a:lnTo>
                  <a:lnTo>
                    <a:pt x="471663" y="3116972"/>
                  </a:lnTo>
                  <a:lnTo>
                    <a:pt x="469469" y="3116972"/>
                  </a:lnTo>
                  <a:lnTo>
                    <a:pt x="467275" y="3116972"/>
                  </a:lnTo>
                  <a:lnTo>
                    <a:pt x="465082" y="3116972"/>
                  </a:lnTo>
                  <a:lnTo>
                    <a:pt x="462888" y="3116972"/>
                  </a:lnTo>
                  <a:lnTo>
                    <a:pt x="460694" y="3116972"/>
                  </a:lnTo>
                  <a:lnTo>
                    <a:pt x="458500" y="3116972"/>
                  </a:lnTo>
                  <a:lnTo>
                    <a:pt x="456306" y="3116972"/>
                  </a:lnTo>
                  <a:lnTo>
                    <a:pt x="454113" y="3116972"/>
                  </a:lnTo>
                  <a:lnTo>
                    <a:pt x="451919" y="3116972"/>
                  </a:lnTo>
                  <a:lnTo>
                    <a:pt x="449725" y="3116972"/>
                  </a:lnTo>
                  <a:lnTo>
                    <a:pt x="447531" y="3116972"/>
                  </a:lnTo>
                  <a:lnTo>
                    <a:pt x="445338" y="3116972"/>
                  </a:lnTo>
                  <a:lnTo>
                    <a:pt x="443144" y="3116972"/>
                  </a:lnTo>
                  <a:lnTo>
                    <a:pt x="440950" y="3116972"/>
                  </a:lnTo>
                  <a:lnTo>
                    <a:pt x="438756" y="3116972"/>
                  </a:lnTo>
                  <a:lnTo>
                    <a:pt x="436562" y="3116972"/>
                  </a:lnTo>
                  <a:lnTo>
                    <a:pt x="434369" y="3116972"/>
                  </a:lnTo>
                  <a:lnTo>
                    <a:pt x="432175" y="3116972"/>
                  </a:lnTo>
                  <a:lnTo>
                    <a:pt x="429981" y="3116972"/>
                  </a:lnTo>
                  <a:lnTo>
                    <a:pt x="427787" y="3116972"/>
                  </a:lnTo>
                  <a:lnTo>
                    <a:pt x="425593" y="3116972"/>
                  </a:lnTo>
                  <a:lnTo>
                    <a:pt x="423400" y="3116972"/>
                  </a:lnTo>
                  <a:lnTo>
                    <a:pt x="421206" y="3116972"/>
                  </a:lnTo>
                  <a:lnTo>
                    <a:pt x="419012" y="3116972"/>
                  </a:lnTo>
                  <a:lnTo>
                    <a:pt x="416818" y="3116972"/>
                  </a:lnTo>
                  <a:lnTo>
                    <a:pt x="414625" y="3116972"/>
                  </a:lnTo>
                  <a:lnTo>
                    <a:pt x="412431" y="3116972"/>
                  </a:lnTo>
                  <a:lnTo>
                    <a:pt x="410237" y="3116972"/>
                  </a:lnTo>
                  <a:lnTo>
                    <a:pt x="408043" y="3116972"/>
                  </a:lnTo>
                  <a:lnTo>
                    <a:pt x="405849" y="3116972"/>
                  </a:lnTo>
                  <a:lnTo>
                    <a:pt x="403656" y="3116972"/>
                  </a:lnTo>
                  <a:lnTo>
                    <a:pt x="401462" y="3116972"/>
                  </a:lnTo>
                  <a:lnTo>
                    <a:pt x="399268" y="3116972"/>
                  </a:lnTo>
                  <a:lnTo>
                    <a:pt x="397074" y="3116972"/>
                  </a:lnTo>
                  <a:lnTo>
                    <a:pt x="394880" y="3116972"/>
                  </a:lnTo>
                  <a:lnTo>
                    <a:pt x="392687" y="3116972"/>
                  </a:lnTo>
                  <a:lnTo>
                    <a:pt x="390493" y="3116972"/>
                  </a:lnTo>
                  <a:lnTo>
                    <a:pt x="388299" y="3116972"/>
                  </a:lnTo>
                  <a:lnTo>
                    <a:pt x="386105" y="3116972"/>
                  </a:lnTo>
                  <a:lnTo>
                    <a:pt x="383912" y="3116972"/>
                  </a:lnTo>
                  <a:lnTo>
                    <a:pt x="381718" y="3116972"/>
                  </a:lnTo>
                  <a:lnTo>
                    <a:pt x="379524" y="3116972"/>
                  </a:lnTo>
                  <a:lnTo>
                    <a:pt x="377330" y="3116972"/>
                  </a:lnTo>
                  <a:lnTo>
                    <a:pt x="375136" y="3116972"/>
                  </a:lnTo>
                  <a:lnTo>
                    <a:pt x="372943" y="3116972"/>
                  </a:lnTo>
                  <a:lnTo>
                    <a:pt x="370749" y="3116972"/>
                  </a:lnTo>
                  <a:lnTo>
                    <a:pt x="368555" y="3116972"/>
                  </a:lnTo>
                  <a:lnTo>
                    <a:pt x="366361" y="3116972"/>
                  </a:lnTo>
                  <a:lnTo>
                    <a:pt x="364168" y="3116972"/>
                  </a:lnTo>
                  <a:lnTo>
                    <a:pt x="361974" y="3116972"/>
                  </a:lnTo>
                  <a:lnTo>
                    <a:pt x="359780" y="3116972"/>
                  </a:lnTo>
                  <a:lnTo>
                    <a:pt x="357586" y="3116972"/>
                  </a:lnTo>
                  <a:lnTo>
                    <a:pt x="355392" y="3116972"/>
                  </a:lnTo>
                  <a:lnTo>
                    <a:pt x="353199" y="3116972"/>
                  </a:lnTo>
                  <a:lnTo>
                    <a:pt x="351005" y="3116972"/>
                  </a:lnTo>
                  <a:lnTo>
                    <a:pt x="348811" y="3116972"/>
                  </a:lnTo>
                  <a:lnTo>
                    <a:pt x="346617" y="3116972"/>
                  </a:lnTo>
                  <a:lnTo>
                    <a:pt x="344423" y="3116972"/>
                  </a:lnTo>
                  <a:lnTo>
                    <a:pt x="342230" y="3116972"/>
                  </a:lnTo>
                  <a:lnTo>
                    <a:pt x="340036" y="3116972"/>
                  </a:lnTo>
                  <a:lnTo>
                    <a:pt x="337842" y="3116972"/>
                  </a:lnTo>
                  <a:lnTo>
                    <a:pt x="335648" y="3116972"/>
                  </a:lnTo>
                  <a:lnTo>
                    <a:pt x="333455" y="3116972"/>
                  </a:lnTo>
                  <a:lnTo>
                    <a:pt x="331261" y="3116972"/>
                  </a:lnTo>
                  <a:lnTo>
                    <a:pt x="329067" y="3116972"/>
                  </a:lnTo>
                  <a:lnTo>
                    <a:pt x="326873" y="3116972"/>
                  </a:lnTo>
                  <a:lnTo>
                    <a:pt x="324679" y="3116972"/>
                  </a:lnTo>
                  <a:lnTo>
                    <a:pt x="322486" y="3116972"/>
                  </a:lnTo>
                  <a:lnTo>
                    <a:pt x="320292" y="3116972"/>
                  </a:lnTo>
                  <a:lnTo>
                    <a:pt x="318098" y="3116972"/>
                  </a:lnTo>
                  <a:lnTo>
                    <a:pt x="315904" y="3116972"/>
                  </a:lnTo>
                  <a:lnTo>
                    <a:pt x="313711" y="3116972"/>
                  </a:lnTo>
                  <a:lnTo>
                    <a:pt x="311517" y="3116972"/>
                  </a:lnTo>
                  <a:lnTo>
                    <a:pt x="309323" y="3116972"/>
                  </a:lnTo>
                  <a:lnTo>
                    <a:pt x="307129" y="3116972"/>
                  </a:lnTo>
                  <a:lnTo>
                    <a:pt x="304935" y="3116972"/>
                  </a:lnTo>
                  <a:lnTo>
                    <a:pt x="302742" y="3116972"/>
                  </a:lnTo>
                  <a:lnTo>
                    <a:pt x="300548" y="3116972"/>
                  </a:lnTo>
                  <a:lnTo>
                    <a:pt x="298354" y="3116972"/>
                  </a:lnTo>
                  <a:lnTo>
                    <a:pt x="296160" y="3116972"/>
                  </a:lnTo>
                  <a:lnTo>
                    <a:pt x="293966" y="3116972"/>
                  </a:lnTo>
                  <a:lnTo>
                    <a:pt x="291773" y="3116972"/>
                  </a:lnTo>
                  <a:lnTo>
                    <a:pt x="289579" y="3116972"/>
                  </a:lnTo>
                  <a:lnTo>
                    <a:pt x="287385" y="3116972"/>
                  </a:lnTo>
                  <a:lnTo>
                    <a:pt x="285191" y="3116972"/>
                  </a:lnTo>
                  <a:lnTo>
                    <a:pt x="282998" y="3116972"/>
                  </a:lnTo>
                  <a:lnTo>
                    <a:pt x="280804" y="3116972"/>
                  </a:lnTo>
                  <a:lnTo>
                    <a:pt x="278610" y="3116972"/>
                  </a:lnTo>
                  <a:lnTo>
                    <a:pt x="276416" y="3116972"/>
                  </a:lnTo>
                  <a:lnTo>
                    <a:pt x="274222" y="3116972"/>
                  </a:lnTo>
                  <a:lnTo>
                    <a:pt x="272029" y="3116972"/>
                  </a:lnTo>
                  <a:lnTo>
                    <a:pt x="269835" y="3116972"/>
                  </a:lnTo>
                  <a:lnTo>
                    <a:pt x="267641" y="3116972"/>
                  </a:lnTo>
                  <a:lnTo>
                    <a:pt x="265447" y="3116972"/>
                  </a:lnTo>
                  <a:lnTo>
                    <a:pt x="263253" y="3116972"/>
                  </a:lnTo>
                  <a:lnTo>
                    <a:pt x="261060" y="3116972"/>
                  </a:lnTo>
                  <a:lnTo>
                    <a:pt x="258866" y="3116972"/>
                  </a:lnTo>
                  <a:lnTo>
                    <a:pt x="256672" y="3116972"/>
                  </a:lnTo>
                  <a:lnTo>
                    <a:pt x="254478" y="3116972"/>
                  </a:lnTo>
                  <a:lnTo>
                    <a:pt x="252285" y="3116972"/>
                  </a:lnTo>
                  <a:lnTo>
                    <a:pt x="250091" y="3116972"/>
                  </a:lnTo>
                  <a:lnTo>
                    <a:pt x="247897" y="3116972"/>
                  </a:lnTo>
                  <a:lnTo>
                    <a:pt x="245703" y="3116972"/>
                  </a:lnTo>
                  <a:lnTo>
                    <a:pt x="243509" y="3116972"/>
                  </a:lnTo>
                  <a:lnTo>
                    <a:pt x="241316" y="3116972"/>
                  </a:lnTo>
                  <a:lnTo>
                    <a:pt x="239122" y="3116972"/>
                  </a:lnTo>
                  <a:lnTo>
                    <a:pt x="236928" y="3116972"/>
                  </a:lnTo>
                  <a:lnTo>
                    <a:pt x="234734" y="3116972"/>
                  </a:lnTo>
                  <a:lnTo>
                    <a:pt x="232541" y="3116972"/>
                  </a:lnTo>
                  <a:lnTo>
                    <a:pt x="230347" y="3116972"/>
                  </a:lnTo>
                  <a:lnTo>
                    <a:pt x="228153" y="3116972"/>
                  </a:lnTo>
                  <a:lnTo>
                    <a:pt x="225959" y="3116972"/>
                  </a:lnTo>
                  <a:lnTo>
                    <a:pt x="223765" y="3116972"/>
                  </a:lnTo>
                  <a:lnTo>
                    <a:pt x="221572" y="3116972"/>
                  </a:lnTo>
                  <a:lnTo>
                    <a:pt x="219378" y="3116972"/>
                  </a:lnTo>
                  <a:lnTo>
                    <a:pt x="217184" y="3116972"/>
                  </a:lnTo>
                  <a:lnTo>
                    <a:pt x="214990" y="3116972"/>
                  </a:lnTo>
                  <a:lnTo>
                    <a:pt x="212796" y="3116972"/>
                  </a:lnTo>
                  <a:lnTo>
                    <a:pt x="210603" y="3116972"/>
                  </a:lnTo>
                  <a:lnTo>
                    <a:pt x="208409" y="3116972"/>
                  </a:lnTo>
                  <a:lnTo>
                    <a:pt x="206215" y="3116972"/>
                  </a:lnTo>
                  <a:lnTo>
                    <a:pt x="204021" y="3116972"/>
                  </a:lnTo>
                  <a:lnTo>
                    <a:pt x="201828" y="3116972"/>
                  </a:lnTo>
                  <a:lnTo>
                    <a:pt x="199634" y="3116972"/>
                  </a:lnTo>
                  <a:lnTo>
                    <a:pt x="197440" y="3116972"/>
                  </a:lnTo>
                  <a:lnTo>
                    <a:pt x="195246" y="3116972"/>
                  </a:lnTo>
                  <a:lnTo>
                    <a:pt x="193052" y="3116972"/>
                  </a:lnTo>
                  <a:lnTo>
                    <a:pt x="190859" y="3116972"/>
                  </a:lnTo>
                  <a:lnTo>
                    <a:pt x="188665" y="3116972"/>
                  </a:lnTo>
                  <a:lnTo>
                    <a:pt x="186471" y="3116972"/>
                  </a:lnTo>
                  <a:lnTo>
                    <a:pt x="184277" y="3116972"/>
                  </a:lnTo>
                  <a:lnTo>
                    <a:pt x="182084" y="3116972"/>
                  </a:lnTo>
                  <a:lnTo>
                    <a:pt x="179890" y="3116972"/>
                  </a:lnTo>
                  <a:lnTo>
                    <a:pt x="177696" y="3116972"/>
                  </a:lnTo>
                  <a:lnTo>
                    <a:pt x="175502" y="3116972"/>
                  </a:lnTo>
                  <a:lnTo>
                    <a:pt x="173308" y="3116972"/>
                  </a:lnTo>
                  <a:lnTo>
                    <a:pt x="171115" y="3116972"/>
                  </a:lnTo>
                  <a:lnTo>
                    <a:pt x="168921" y="3116972"/>
                  </a:lnTo>
                  <a:lnTo>
                    <a:pt x="166727" y="3116972"/>
                  </a:lnTo>
                  <a:lnTo>
                    <a:pt x="164533" y="3116972"/>
                  </a:lnTo>
                  <a:lnTo>
                    <a:pt x="162339" y="3116972"/>
                  </a:lnTo>
                  <a:lnTo>
                    <a:pt x="160146" y="3116972"/>
                  </a:lnTo>
                  <a:lnTo>
                    <a:pt x="157952" y="3116972"/>
                  </a:lnTo>
                  <a:lnTo>
                    <a:pt x="155758" y="3116972"/>
                  </a:lnTo>
                  <a:lnTo>
                    <a:pt x="153564" y="3116972"/>
                  </a:lnTo>
                  <a:lnTo>
                    <a:pt x="151371" y="3116972"/>
                  </a:lnTo>
                  <a:lnTo>
                    <a:pt x="149177" y="3116972"/>
                  </a:lnTo>
                  <a:lnTo>
                    <a:pt x="146983" y="3116972"/>
                  </a:lnTo>
                  <a:lnTo>
                    <a:pt x="144789" y="3116972"/>
                  </a:lnTo>
                  <a:lnTo>
                    <a:pt x="142595" y="3116972"/>
                  </a:lnTo>
                  <a:lnTo>
                    <a:pt x="140402" y="3116972"/>
                  </a:lnTo>
                  <a:lnTo>
                    <a:pt x="138208" y="3116972"/>
                  </a:lnTo>
                  <a:lnTo>
                    <a:pt x="136014" y="3116972"/>
                  </a:lnTo>
                  <a:lnTo>
                    <a:pt x="133820" y="3116972"/>
                  </a:lnTo>
                  <a:lnTo>
                    <a:pt x="131626" y="3116972"/>
                  </a:lnTo>
                  <a:lnTo>
                    <a:pt x="129433" y="3116972"/>
                  </a:lnTo>
                  <a:lnTo>
                    <a:pt x="127239" y="3116972"/>
                  </a:lnTo>
                  <a:lnTo>
                    <a:pt x="125045" y="3116972"/>
                  </a:lnTo>
                  <a:lnTo>
                    <a:pt x="122851" y="3116972"/>
                  </a:lnTo>
                  <a:lnTo>
                    <a:pt x="120658" y="3116972"/>
                  </a:lnTo>
                  <a:lnTo>
                    <a:pt x="118464" y="3116972"/>
                  </a:lnTo>
                  <a:lnTo>
                    <a:pt x="116270" y="3116972"/>
                  </a:lnTo>
                  <a:lnTo>
                    <a:pt x="114076" y="3116972"/>
                  </a:lnTo>
                  <a:lnTo>
                    <a:pt x="111882" y="3116972"/>
                  </a:lnTo>
                  <a:lnTo>
                    <a:pt x="109689" y="3116972"/>
                  </a:lnTo>
                  <a:lnTo>
                    <a:pt x="107495" y="3116972"/>
                  </a:lnTo>
                  <a:lnTo>
                    <a:pt x="105301" y="3116972"/>
                  </a:lnTo>
                  <a:lnTo>
                    <a:pt x="103107" y="3116972"/>
                  </a:lnTo>
                  <a:lnTo>
                    <a:pt x="100914" y="3116972"/>
                  </a:lnTo>
                  <a:lnTo>
                    <a:pt x="98720" y="3116972"/>
                  </a:lnTo>
                  <a:lnTo>
                    <a:pt x="96526" y="3116972"/>
                  </a:lnTo>
                  <a:lnTo>
                    <a:pt x="94332" y="3116972"/>
                  </a:lnTo>
                  <a:lnTo>
                    <a:pt x="92138" y="3116972"/>
                  </a:lnTo>
                  <a:lnTo>
                    <a:pt x="89945" y="3116972"/>
                  </a:lnTo>
                  <a:lnTo>
                    <a:pt x="87751" y="3116972"/>
                  </a:lnTo>
                  <a:lnTo>
                    <a:pt x="85557" y="3116972"/>
                  </a:lnTo>
                  <a:lnTo>
                    <a:pt x="83363" y="3116972"/>
                  </a:lnTo>
                  <a:lnTo>
                    <a:pt x="81169" y="3116972"/>
                  </a:lnTo>
                  <a:lnTo>
                    <a:pt x="78976" y="3116972"/>
                  </a:lnTo>
                  <a:lnTo>
                    <a:pt x="76782" y="3116972"/>
                  </a:lnTo>
                  <a:lnTo>
                    <a:pt x="74588" y="3116972"/>
                  </a:lnTo>
                  <a:lnTo>
                    <a:pt x="72394" y="3116972"/>
                  </a:lnTo>
                  <a:lnTo>
                    <a:pt x="70201" y="3116972"/>
                  </a:lnTo>
                  <a:lnTo>
                    <a:pt x="68007" y="3116972"/>
                  </a:lnTo>
                  <a:lnTo>
                    <a:pt x="65813" y="3116972"/>
                  </a:lnTo>
                  <a:lnTo>
                    <a:pt x="63619" y="3116972"/>
                  </a:lnTo>
                  <a:lnTo>
                    <a:pt x="61425" y="3116972"/>
                  </a:lnTo>
                  <a:lnTo>
                    <a:pt x="59232" y="3116972"/>
                  </a:lnTo>
                  <a:lnTo>
                    <a:pt x="57038" y="3116972"/>
                  </a:lnTo>
                  <a:lnTo>
                    <a:pt x="54844" y="3116972"/>
                  </a:lnTo>
                  <a:lnTo>
                    <a:pt x="52650" y="3116972"/>
                  </a:lnTo>
                  <a:lnTo>
                    <a:pt x="50457" y="3116972"/>
                  </a:lnTo>
                  <a:lnTo>
                    <a:pt x="48263" y="3116972"/>
                  </a:lnTo>
                  <a:lnTo>
                    <a:pt x="46069" y="3116972"/>
                  </a:lnTo>
                  <a:lnTo>
                    <a:pt x="43875" y="3116972"/>
                  </a:lnTo>
                  <a:lnTo>
                    <a:pt x="41681" y="3116972"/>
                  </a:lnTo>
                  <a:lnTo>
                    <a:pt x="39488" y="3116972"/>
                  </a:lnTo>
                  <a:lnTo>
                    <a:pt x="37294" y="3116972"/>
                  </a:lnTo>
                  <a:lnTo>
                    <a:pt x="35100" y="3116972"/>
                  </a:lnTo>
                  <a:lnTo>
                    <a:pt x="32906" y="3116972"/>
                  </a:lnTo>
                  <a:lnTo>
                    <a:pt x="30712" y="3116972"/>
                  </a:lnTo>
                  <a:lnTo>
                    <a:pt x="28519" y="3116972"/>
                  </a:lnTo>
                  <a:lnTo>
                    <a:pt x="26325" y="3116972"/>
                  </a:lnTo>
                  <a:lnTo>
                    <a:pt x="24131" y="3116972"/>
                  </a:lnTo>
                  <a:lnTo>
                    <a:pt x="21937" y="3116972"/>
                  </a:lnTo>
                  <a:lnTo>
                    <a:pt x="19744" y="3116972"/>
                  </a:lnTo>
                  <a:lnTo>
                    <a:pt x="17550" y="3116972"/>
                  </a:lnTo>
                  <a:lnTo>
                    <a:pt x="15356" y="3116972"/>
                  </a:lnTo>
                  <a:lnTo>
                    <a:pt x="13162" y="3116972"/>
                  </a:lnTo>
                  <a:lnTo>
                    <a:pt x="10968" y="3116972"/>
                  </a:lnTo>
                  <a:lnTo>
                    <a:pt x="8775" y="3116972"/>
                  </a:lnTo>
                  <a:lnTo>
                    <a:pt x="6581" y="3116972"/>
                  </a:lnTo>
                  <a:lnTo>
                    <a:pt x="4387" y="3116972"/>
                  </a:lnTo>
                  <a:lnTo>
                    <a:pt x="2193" y="3116972"/>
                  </a:lnTo>
                  <a:lnTo>
                    <a:pt x="0" y="3116972"/>
                  </a:lnTo>
                  <a:close/>
                </a:path>
              </a:pathLst>
            </a:custGeom>
            <a:solidFill>
              <a:srgbClr val="0000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1" name="pl21"/>
            <p:cNvSpPr/>
            <p:nvPr/>
          </p:nvSpPr>
          <p:spPr>
            <a:xfrm>
              <a:off x="444934" y="145504"/>
              <a:ext cx="8553560" cy="3116972"/>
            </a:xfrm>
            <a:custGeom>
              <a:avLst/>
              <a:pathLst>
                <a:path w="8553560" h="3116972">
                  <a:moveTo>
                    <a:pt x="0" y="2231293"/>
                  </a:moveTo>
                  <a:lnTo>
                    <a:pt x="2193" y="2211605"/>
                  </a:lnTo>
                  <a:lnTo>
                    <a:pt x="4387" y="2202658"/>
                  </a:lnTo>
                  <a:lnTo>
                    <a:pt x="6581" y="2295557"/>
                  </a:lnTo>
                  <a:lnTo>
                    <a:pt x="8775" y="2375375"/>
                  </a:lnTo>
                  <a:lnTo>
                    <a:pt x="10968" y="2413888"/>
                  </a:lnTo>
                  <a:lnTo>
                    <a:pt x="13162" y="2535779"/>
                  </a:lnTo>
                  <a:lnTo>
                    <a:pt x="15356" y="2648753"/>
                  </a:lnTo>
                  <a:lnTo>
                    <a:pt x="17550" y="2737433"/>
                  </a:lnTo>
                  <a:lnTo>
                    <a:pt x="19744" y="2723981"/>
                  </a:lnTo>
                  <a:lnTo>
                    <a:pt x="21937" y="2729008"/>
                  </a:lnTo>
                  <a:lnTo>
                    <a:pt x="24131" y="2756047"/>
                  </a:lnTo>
                  <a:lnTo>
                    <a:pt x="26325" y="2609314"/>
                  </a:lnTo>
                  <a:lnTo>
                    <a:pt x="28519" y="2477619"/>
                  </a:lnTo>
                  <a:lnTo>
                    <a:pt x="30712" y="2388514"/>
                  </a:lnTo>
                  <a:lnTo>
                    <a:pt x="32906" y="2307465"/>
                  </a:lnTo>
                  <a:lnTo>
                    <a:pt x="35100" y="2180691"/>
                  </a:lnTo>
                  <a:lnTo>
                    <a:pt x="37294" y="2038422"/>
                  </a:lnTo>
                  <a:lnTo>
                    <a:pt x="39488" y="2083616"/>
                  </a:lnTo>
                  <a:lnTo>
                    <a:pt x="41681" y="2106406"/>
                  </a:lnTo>
                  <a:lnTo>
                    <a:pt x="43875" y="2051627"/>
                  </a:lnTo>
                  <a:lnTo>
                    <a:pt x="46069" y="2011283"/>
                  </a:lnTo>
                  <a:lnTo>
                    <a:pt x="48263" y="1966561"/>
                  </a:lnTo>
                  <a:lnTo>
                    <a:pt x="50457" y="1968664"/>
                  </a:lnTo>
                  <a:lnTo>
                    <a:pt x="52650" y="1882282"/>
                  </a:lnTo>
                  <a:lnTo>
                    <a:pt x="54844" y="1882792"/>
                  </a:lnTo>
                  <a:lnTo>
                    <a:pt x="57038" y="2039676"/>
                  </a:lnTo>
                  <a:lnTo>
                    <a:pt x="59232" y="2200014"/>
                  </a:lnTo>
                  <a:lnTo>
                    <a:pt x="61425" y="2333718"/>
                  </a:lnTo>
                  <a:lnTo>
                    <a:pt x="63619" y="2390605"/>
                  </a:lnTo>
                  <a:lnTo>
                    <a:pt x="65813" y="2492816"/>
                  </a:lnTo>
                  <a:lnTo>
                    <a:pt x="68007" y="2543846"/>
                  </a:lnTo>
                  <a:lnTo>
                    <a:pt x="70201" y="2498316"/>
                  </a:lnTo>
                  <a:lnTo>
                    <a:pt x="72394" y="2496893"/>
                  </a:lnTo>
                  <a:lnTo>
                    <a:pt x="74588" y="2525044"/>
                  </a:lnTo>
                  <a:lnTo>
                    <a:pt x="76782" y="2570372"/>
                  </a:lnTo>
                  <a:lnTo>
                    <a:pt x="78976" y="2545065"/>
                  </a:lnTo>
                  <a:lnTo>
                    <a:pt x="81169" y="2497083"/>
                  </a:lnTo>
                  <a:lnTo>
                    <a:pt x="83363" y="2454704"/>
                  </a:lnTo>
                  <a:lnTo>
                    <a:pt x="85557" y="2364767"/>
                  </a:lnTo>
                  <a:lnTo>
                    <a:pt x="87751" y="2304069"/>
                  </a:lnTo>
                  <a:lnTo>
                    <a:pt x="89945" y="2265071"/>
                  </a:lnTo>
                  <a:lnTo>
                    <a:pt x="92138" y="2313008"/>
                  </a:lnTo>
                  <a:lnTo>
                    <a:pt x="94332" y="2356902"/>
                  </a:lnTo>
                  <a:lnTo>
                    <a:pt x="96526" y="2351698"/>
                  </a:lnTo>
                  <a:lnTo>
                    <a:pt x="98720" y="2292114"/>
                  </a:lnTo>
                  <a:lnTo>
                    <a:pt x="100914" y="2252478"/>
                  </a:lnTo>
                  <a:lnTo>
                    <a:pt x="103107" y="2283994"/>
                  </a:lnTo>
                  <a:lnTo>
                    <a:pt x="105301" y="2325200"/>
                  </a:lnTo>
                  <a:lnTo>
                    <a:pt x="107495" y="2387178"/>
                  </a:lnTo>
                  <a:lnTo>
                    <a:pt x="109689" y="2528368"/>
                  </a:lnTo>
                  <a:lnTo>
                    <a:pt x="111882" y="2706641"/>
                  </a:lnTo>
                  <a:lnTo>
                    <a:pt x="114076" y="2817994"/>
                  </a:lnTo>
                  <a:lnTo>
                    <a:pt x="116270" y="2734242"/>
                  </a:lnTo>
                  <a:lnTo>
                    <a:pt x="118464" y="2548904"/>
                  </a:lnTo>
                  <a:lnTo>
                    <a:pt x="120658" y="2448766"/>
                  </a:lnTo>
                  <a:lnTo>
                    <a:pt x="122851" y="2391607"/>
                  </a:lnTo>
                  <a:lnTo>
                    <a:pt x="125045" y="2325526"/>
                  </a:lnTo>
                  <a:lnTo>
                    <a:pt x="127239" y="2298525"/>
                  </a:lnTo>
                  <a:lnTo>
                    <a:pt x="129433" y="2414386"/>
                  </a:lnTo>
                  <a:lnTo>
                    <a:pt x="131626" y="2615335"/>
                  </a:lnTo>
                  <a:lnTo>
                    <a:pt x="133820" y="2735089"/>
                  </a:lnTo>
                  <a:lnTo>
                    <a:pt x="136014" y="2763121"/>
                  </a:lnTo>
                  <a:lnTo>
                    <a:pt x="138208" y="2705822"/>
                  </a:lnTo>
                  <a:lnTo>
                    <a:pt x="140402" y="2698436"/>
                  </a:lnTo>
                  <a:lnTo>
                    <a:pt x="142595" y="2705457"/>
                  </a:lnTo>
                  <a:lnTo>
                    <a:pt x="144789" y="2658630"/>
                  </a:lnTo>
                  <a:lnTo>
                    <a:pt x="146983" y="2627118"/>
                  </a:lnTo>
                  <a:lnTo>
                    <a:pt x="149177" y="2615457"/>
                  </a:lnTo>
                  <a:lnTo>
                    <a:pt x="151371" y="2725800"/>
                  </a:lnTo>
                  <a:lnTo>
                    <a:pt x="153564" y="2780905"/>
                  </a:lnTo>
                  <a:lnTo>
                    <a:pt x="155758" y="2802788"/>
                  </a:lnTo>
                  <a:lnTo>
                    <a:pt x="157952" y="2881713"/>
                  </a:lnTo>
                  <a:lnTo>
                    <a:pt x="160146" y="2941818"/>
                  </a:lnTo>
                  <a:lnTo>
                    <a:pt x="162339" y="2951127"/>
                  </a:lnTo>
                  <a:lnTo>
                    <a:pt x="164533" y="2893508"/>
                  </a:lnTo>
                  <a:lnTo>
                    <a:pt x="166727" y="2838136"/>
                  </a:lnTo>
                  <a:lnTo>
                    <a:pt x="168921" y="2778116"/>
                  </a:lnTo>
                  <a:lnTo>
                    <a:pt x="171115" y="2724752"/>
                  </a:lnTo>
                  <a:lnTo>
                    <a:pt x="173308" y="2685734"/>
                  </a:lnTo>
                  <a:lnTo>
                    <a:pt x="175502" y="2702212"/>
                  </a:lnTo>
                  <a:lnTo>
                    <a:pt x="177696" y="2720275"/>
                  </a:lnTo>
                  <a:lnTo>
                    <a:pt x="179890" y="2755454"/>
                  </a:lnTo>
                  <a:lnTo>
                    <a:pt x="182084" y="2785642"/>
                  </a:lnTo>
                  <a:lnTo>
                    <a:pt x="184277" y="2822040"/>
                  </a:lnTo>
                  <a:lnTo>
                    <a:pt x="186471" y="2862123"/>
                  </a:lnTo>
                  <a:lnTo>
                    <a:pt x="188665" y="2878314"/>
                  </a:lnTo>
                  <a:lnTo>
                    <a:pt x="190859" y="2930910"/>
                  </a:lnTo>
                  <a:lnTo>
                    <a:pt x="193052" y="2983251"/>
                  </a:lnTo>
                  <a:lnTo>
                    <a:pt x="195246" y="3048888"/>
                  </a:lnTo>
                  <a:lnTo>
                    <a:pt x="197440" y="3070820"/>
                  </a:lnTo>
                  <a:lnTo>
                    <a:pt x="199634" y="3070820"/>
                  </a:lnTo>
                  <a:lnTo>
                    <a:pt x="201828" y="3070820"/>
                  </a:lnTo>
                  <a:lnTo>
                    <a:pt x="204021" y="3070820"/>
                  </a:lnTo>
                  <a:lnTo>
                    <a:pt x="206215" y="3070820"/>
                  </a:lnTo>
                  <a:lnTo>
                    <a:pt x="208409" y="3056614"/>
                  </a:lnTo>
                  <a:lnTo>
                    <a:pt x="210603" y="2991561"/>
                  </a:lnTo>
                  <a:lnTo>
                    <a:pt x="212796" y="2938694"/>
                  </a:lnTo>
                  <a:lnTo>
                    <a:pt x="214990" y="2933472"/>
                  </a:lnTo>
                  <a:lnTo>
                    <a:pt x="217184" y="2933473"/>
                  </a:lnTo>
                  <a:lnTo>
                    <a:pt x="219378" y="2933474"/>
                  </a:lnTo>
                  <a:lnTo>
                    <a:pt x="221572" y="2947680"/>
                  </a:lnTo>
                  <a:lnTo>
                    <a:pt x="223765" y="3012733"/>
                  </a:lnTo>
                  <a:lnTo>
                    <a:pt x="225959" y="3065598"/>
                  </a:lnTo>
                  <a:lnTo>
                    <a:pt x="228153" y="3070820"/>
                  </a:lnTo>
                  <a:lnTo>
                    <a:pt x="230347" y="3070820"/>
                  </a:lnTo>
                  <a:lnTo>
                    <a:pt x="232541" y="3070820"/>
                  </a:lnTo>
                  <a:lnTo>
                    <a:pt x="234734" y="3070820"/>
                  </a:lnTo>
                  <a:lnTo>
                    <a:pt x="236928" y="3070820"/>
                  </a:lnTo>
                  <a:lnTo>
                    <a:pt x="239122" y="3070820"/>
                  </a:lnTo>
                  <a:lnTo>
                    <a:pt x="241316" y="3070820"/>
                  </a:lnTo>
                  <a:lnTo>
                    <a:pt x="243509" y="3070820"/>
                  </a:lnTo>
                  <a:lnTo>
                    <a:pt x="245703" y="3070820"/>
                  </a:lnTo>
                  <a:lnTo>
                    <a:pt x="247897" y="3070820"/>
                  </a:lnTo>
                  <a:lnTo>
                    <a:pt x="250091" y="3070820"/>
                  </a:lnTo>
                  <a:lnTo>
                    <a:pt x="252285" y="3070820"/>
                  </a:lnTo>
                  <a:lnTo>
                    <a:pt x="254478" y="3070820"/>
                  </a:lnTo>
                  <a:lnTo>
                    <a:pt x="256672" y="3070820"/>
                  </a:lnTo>
                  <a:lnTo>
                    <a:pt x="258866" y="3070820"/>
                  </a:lnTo>
                  <a:lnTo>
                    <a:pt x="261060" y="3070820"/>
                  </a:lnTo>
                  <a:lnTo>
                    <a:pt x="263253" y="3070820"/>
                  </a:lnTo>
                  <a:lnTo>
                    <a:pt x="265447" y="3070820"/>
                  </a:lnTo>
                  <a:lnTo>
                    <a:pt x="267641" y="3070820"/>
                  </a:lnTo>
                  <a:lnTo>
                    <a:pt x="269835" y="3070820"/>
                  </a:lnTo>
                  <a:lnTo>
                    <a:pt x="272029" y="3070820"/>
                  </a:lnTo>
                  <a:lnTo>
                    <a:pt x="274222" y="3070820"/>
                  </a:lnTo>
                  <a:lnTo>
                    <a:pt x="276416" y="3070820"/>
                  </a:lnTo>
                  <a:lnTo>
                    <a:pt x="278610" y="3070820"/>
                  </a:lnTo>
                  <a:lnTo>
                    <a:pt x="280804" y="3070820"/>
                  </a:lnTo>
                  <a:lnTo>
                    <a:pt x="282998" y="3070820"/>
                  </a:lnTo>
                  <a:lnTo>
                    <a:pt x="285191" y="3070820"/>
                  </a:lnTo>
                  <a:lnTo>
                    <a:pt x="287385" y="3070820"/>
                  </a:lnTo>
                  <a:lnTo>
                    <a:pt x="289579" y="3070820"/>
                  </a:lnTo>
                  <a:lnTo>
                    <a:pt x="291773" y="3070820"/>
                  </a:lnTo>
                  <a:lnTo>
                    <a:pt x="293966" y="3070820"/>
                  </a:lnTo>
                  <a:lnTo>
                    <a:pt x="296160" y="3070820"/>
                  </a:lnTo>
                  <a:lnTo>
                    <a:pt x="298354" y="3070820"/>
                  </a:lnTo>
                  <a:lnTo>
                    <a:pt x="300548" y="3070820"/>
                  </a:lnTo>
                  <a:lnTo>
                    <a:pt x="302742" y="3070820"/>
                  </a:lnTo>
                  <a:lnTo>
                    <a:pt x="304935" y="3070820"/>
                  </a:lnTo>
                  <a:lnTo>
                    <a:pt x="307129" y="3070820"/>
                  </a:lnTo>
                  <a:lnTo>
                    <a:pt x="309323" y="3070820"/>
                  </a:lnTo>
                  <a:lnTo>
                    <a:pt x="311517" y="3070820"/>
                  </a:lnTo>
                  <a:lnTo>
                    <a:pt x="313711" y="3075221"/>
                  </a:lnTo>
                  <a:lnTo>
                    <a:pt x="315904" y="3102877"/>
                  </a:lnTo>
                  <a:lnTo>
                    <a:pt x="318098" y="3116972"/>
                  </a:lnTo>
                  <a:lnTo>
                    <a:pt x="318098" y="3116972"/>
                  </a:lnTo>
                  <a:lnTo>
                    <a:pt x="320292" y="3116972"/>
                  </a:lnTo>
                  <a:lnTo>
                    <a:pt x="322486" y="3116972"/>
                  </a:lnTo>
                  <a:lnTo>
                    <a:pt x="324679" y="3116972"/>
                  </a:lnTo>
                  <a:lnTo>
                    <a:pt x="326873" y="3116430"/>
                  </a:lnTo>
                  <a:lnTo>
                    <a:pt x="329067" y="3088774"/>
                  </a:lnTo>
                  <a:lnTo>
                    <a:pt x="331261" y="3070820"/>
                  </a:lnTo>
                  <a:lnTo>
                    <a:pt x="333455" y="3070820"/>
                  </a:lnTo>
                  <a:lnTo>
                    <a:pt x="335648" y="3070820"/>
                  </a:lnTo>
                  <a:lnTo>
                    <a:pt x="337842" y="3070820"/>
                  </a:lnTo>
                  <a:lnTo>
                    <a:pt x="340036" y="3032084"/>
                  </a:lnTo>
                  <a:lnTo>
                    <a:pt x="342230" y="2998810"/>
                  </a:lnTo>
                  <a:lnTo>
                    <a:pt x="344423" y="2998811"/>
                  </a:lnTo>
                  <a:lnTo>
                    <a:pt x="346617" y="2998812"/>
                  </a:lnTo>
                  <a:lnTo>
                    <a:pt x="348811" y="2998812"/>
                  </a:lnTo>
                  <a:lnTo>
                    <a:pt x="351005" y="2998812"/>
                  </a:lnTo>
                  <a:lnTo>
                    <a:pt x="353199" y="3035242"/>
                  </a:lnTo>
                  <a:lnTo>
                    <a:pt x="355392" y="3057570"/>
                  </a:lnTo>
                  <a:lnTo>
                    <a:pt x="357586" y="3061983"/>
                  </a:lnTo>
                  <a:lnTo>
                    <a:pt x="359780" y="3003237"/>
                  </a:lnTo>
                  <a:lnTo>
                    <a:pt x="361974" y="2981315"/>
                  </a:lnTo>
                  <a:lnTo>
                    <a:pt x="364168" y="2959032"/>
                  </a:lnTo>
                  <a:lnTo>
                    <a:pt x="366361" y="2847754"/>
                  </a:lnTo>
                  <a:lnTo>
                    <a:pt x="368555" y="2651921"/>
                  </a:lnTo>
                  <a:lnTo>
                    <a:pt x="370749" y="2424215"/>
                  </a:lnTo>
                  <a:lnTo>
                    <a:pt x="372943" y="2294649"/>
                  </a:lnTo>
                  <a:lnTo>
                    <a:pt x="375136" y="2155702"/>
                  </a:lnTo>
                  <a:lnTo>
                    <a:pt x="377330" y="2034068"/>
                  </a:lnTo>
                  <a:lnTo>
                    <a:pt x="379524" y="1918777"/>
                  </a:lnTo>
                  <a:lnTo>
                    <a:pt x="381718" y="1867872"/>
                  </a:lnTo>
                  <a:lnTo>
                    <a:pt x="383912" y="1849287"/>
                  </a:lnTo>
                  <a:lnTo>
                    <a:pt x="386105" y="1874729"/>
                  </a:lnTo>
                  <a:lnTo>
                    <a:pt x="388299" y="1836073"/>
                  </a:lnTo>
                  <a:lnTo>
                    <a:pt x="390493" y="1810794"/>
                  </a:lnTo>
                  <a:lnTo>
                    <a:pt x="392687" y="1882978"/>
                  </a:lnTo>
                  <a:lnTo>
                    <a:pt x="394880" y="1945253"/>
                  </a:lnTo>
                  <a:lnTo>
                    <a:pt x="397074" y="1961704"/>
                  </a:lnTo>
                  <a:lnTo>
                    <a:pt x="399268" y="1862960"/>
                  </a:lnTo>
                  <a:lnTo>
                    <a:pt x="401462" y="1844396"/>
                  </a:lnTo>
                  <a:lnTo>
                    <a:pt x="403656" y="1861153"/>
                  </a:lnTo>
                  <a:lnTo>
                    <a:pt x="405849" y="1844864"/>
                  </a:lnTo>
                  <a:lnTo>
                    <a:pt x="408043" y="1879815"/>
                  </a:lnTo>
                  <a:lnTo>
                    <a:pt x="410237" y="1968076"/>
                  </a:lnTo>
                  <a:lnTo>
                    <a:pt x="412431" y="2161988"/>
                  </a:lnTo>
                  <a:lnTo>
                    <a:pt x="414625" y="2271473"/>
                  </a:lnTo>
                  <a:lnTo>
                    <a:pt x="416818" y="2270303"/>
                  </a:lnTo>
                  <a:lnTo>
                    <a:pt x="419012" y="2283068"/>
                  </a:lnTo>
                  <a:lnTo>
                    <a:pt x="421206" y="2367151"/>
                  </a:lnTo>
                  <a:lnTo>
                    <a:pt x="423400" y="2427527"/>
                  </a:lnTo>
                  <a:lnTo>
                    <a:pt x="425593" y="2272083"/>
                  </a:lnTo>
                  <a:lnTo>
                    <a:pt x="427787" y="2120746"/>
                  </a:lnTo>
                  <a:lnTo>
                    <a:pt x="429981" y="2073412"/>
                  </a:lnTo>
                  <a:lnTo>
                    <a:pt x="432175" y="2122958"/>
                  </a:lnTo>
                  <a:lnTo>
                    <a:pt x="434369" y="2008451"/>
                  </a:lnTo>
                  <a:lnTo>
                    <a:pt x="436562" y="1861911"/>
                  </a:lnTo>
                  <a:lnTo>
                    <a:pt x="438756" y="1913369"/>
                  </a:lnTo>
                  <a:lnTo>
                    <a:pt x="440950" y="2085683"/>
                  </a:lnTo>
                  <a:lnTo>
                    <a:pt x="443144" y="2238864"/>
                  </a:lnTo>
                  <a:lnTo>
                    <a:pt x="445338" y="2329371"/>
                  </a:lnTo>
                  <a:lnTo>
                    <a:pt x="447531" y="2349323"/>
                  </a:lnTo>
                  <a:lnTo>
                    <a:pt x="449725" y="2306880"/>
                  </a:lnTo>
                  <a:lnTo>
                    <a:pt x="451919" y="2240770"/>
                  </a:lnTo>
                  <a:lnTo>
                    <a:pt x="454113" y="2100379"/>
                  </a:lnTo>
                  <a:lnTo>
                    <a:pt x="456306" y="1925900"/>
                  </a:lnTo>
                  <a:lnTo>
                    <a:pt x="458500" y="1753890"/>
                  </a:lnTo>
                  <a:lnTo>
                    <a:pt x="460694" y="1813496"/>
                  </a:lnTo>
                  <a:lnTo>
                    <a:pt x="462888" y="1961314"/>
                  </a:lnTo>
                  <a:lnTo>
                    <a:pt x="465082" y="2043319"/>
                  </a:lnTo>
                  <a:lnTo>
                    <a:pt x="467275" y="2203917"/>
                  </a:lnTo>
                  <a:lnTo>
                    <a:pt x="469469" y="2347033"/>
                  </a:lnTo>
                  <a:lnTo>
                    <a:pt x="471663" y="2395943"/>
                  </a:lnTo>
                  <a:lnTo>
                    <a:pt x="473857" y="2283640"/>
                  </a:lnTo>
                  <a:lnTo>
                    <a:pt x="476050" y="2131613"/>
                  </a:lnTo>
                  <a:lnTo>
                    <a:pt x="478244" y="2040463"/>
                  </a:lnTo>
                  <a:lnTo>
                    <a:pt x="480438" y="1862809"/>
                  </a:lnTo>
                  <a:lnTo>
                    <a:pt x="482632" y="1696435"/>
                  </a:lnTo>
                  <a:lnTo>
                    <a:pt x="484826" y="1606920"/>
                  </a:lnTo>
                  <a:lnTo>
                    <a:pt x="487019" y="1608224"/>
                  </a:lnTo>
                  <a:lnTo>
                    <a:pt x="489213" y="1764591"/>
                  </a:lnTo>
                  <a:lnTo>
                    <a:pt x="491407" y="2011533"/>
                  </a:lnTo>
                  <a:lnTo>
                    <a:pt x="493601" y="2234876"/>
                  </a:lnTo>
                  <a:lnTo>
                    <a:pt x="495795" y="2403998"/>
                  </a:lnTo>
                  <a:lnTo>
                    <a:pt x="497988" y="2600478"/>
                  </a:lnTo>
                  <a:lnTo>
                    <a:pt x="500182" y="2786344"/>
                  </a:lnTo>
                  <a:lnTo>
                    <a:pt x="502376" y="2746866"/>
                  </a:lnTo>
                  <a:lnTo>
                    <a:pt x="504570" y="2601481"/>
                  </a:lnTo>
                  <a:lnTo>
                    <a:pt x="506763" y="2521735"/>
                  </a:lnTo>
                  <a:lnTo>
                    <a:pt x="508957" y="2577870"/>
                  </a:lnTo>
                  <a:lnTo>
                    <a:pt x="511151" y="2615560"/>
                  </a:lnTo>
                  <a:lnTo>
                    <a:pt x="513345" y="2622550"/>
                  </a:lnTo>
                  <a:lnTo>
                    <a:pt x="515539" y="2691092"/>
                  </a:lnTo>
                  <a:lnTo>
                    <a:pt x="517732" y="2761736"/>
                  </a:lnTo>
                  <a:lnTo>
                    <a:pt x="519926" y="2838083"/>
                  </a:lnTo>
                  <a:lnTo>
                    <a:pt x="522120" y="2858323"/>
                  </a:lnTo>
                  <a:lnTo>
                    <a:pt x="524314" y="2856937"/>
                  </a:lnTo>
                  <a:lnTo>
                    <a:pt x="526507" y="2886401"/>
                  </a:lnTo>
                  <a:lnTo>
                    <a:pt x="528701" y="2956415"/>
                  </a:lnTo>
                  <a:lnTo>
                    <a:pt x="530895" y="2992350"/>
                  </a:lnTo>
                  <a:lnTo>
                    <a:pt x="533089" y="2996466"/>
                  </a:lnTo>
                  <a:lnTo>
                    <a:pt x="535283" y="2965543"/>
                  </a:lnTo>
                  <a:lnTo>
                    <a:pt x="537476" y="2835649"/>
                  </a:lnTo>
                  <a:lnTo>
                    <a:pt x="539670" y="2678694"/>
                  </a:lnTo>
                  <a:lnTo>
                    <a:pt x="541864" y="2577958"/>
                  </a:lnTo>
                  <a:lnTo>
                    <a:pt x="544058" y="2480398"/>
                  </a:lnTo>
                  <a:lnTo>
                    <a:pt x="546252" y="2396986"/>
                  </a:lnTo>
                  <a:lnTo>
                    <a:pt x="548445" y="2347212"/>
                  </a:lnTo>
                  <a:lnTo>
                    <a:pt x="550639" y="2433363"/>
                  </a:lnTo>
                  <a:lnTo>
                    <a:pt x="552833" y="2561938"/>
                  </a:lnTo>
                  <a:lnTo>
                    <a:pt x="555027" y="2616374"/>
                  </a:lnTo>
                  <a:lnTo>
                    <a:pt x="557220" y="2717352"/>
                  </a:lnTo>
                  <a:lnTo>
                    <a:pt x="559414" y="2780083"/>
                  </a:lnTo>
                  <a:lnTo>
                    <a:pt x="561608" y="2786931"/>
                  </a:lnTo>
                  <a:lnTo>
                    <a:pt x="563802" y="2781599"/>
                  </a:lnTo>
                  <a:lnTo>
                    <a:pt x="565996" y="2769791"/>
                  </a:lnTo>
                  <a:lnTo>
                    <a:pt x="568189" y="2791377"/>
                  </a:lnTo>
                  <a:lnTo>
                    <a:pt x="570383" y="2822527"/>
                  </a:lnTo>
                  <a:lnTo>
                    <a:pt x="572577" y="2864223"/>
                  </a:lnTo>
                  <a:lnTo>
                    <a:pt x="574771" y="2919148"/>
                  </a:lnTo>
                  <a:lnTo>
                    <a:pt x="576965" y="2873895"/>
                  </a:lnTo>
                  <a:lnTo>
                    <a:pt x="579158" y="2759113"/>
                  </a:lnTo>
                  <a:lnTo>
                    <a:pt x="581352" y="2568492"/>
                  </a:lnTo>
                  <a:lnTo>
                    <a:pt x="583546" y="2369418"/>
                  </a:lnTo>
                  <a:lnTo>
                    <a:pt x="585740" y="2287026"/>
                  </a:lnTo>
                  <a:lnTo>
                    <a:pt x="587933" y="2294567"/>
                  </a:lnTo>
                  <a:lnTo>
                    <a:pt x="590127" y="2351213"/>
                  </a:lnTo>
                  <a:lnTo>
                    <a:pt x="592321" y="2467409"/>
                  </a:lnTo>
                  <a:lnTo>
                    <a:pt x="594515" y="2548164"/>
                  </a:lnTo>
                  <a:lnTo>
                    <a:pt x="596709" y="2604412"/>
                  </a:lnTo>
                  <a:lnTo>
                    <a:pt x="598902" y="2604789"/>
                  </a:lnTo>
                  <a:lnTo>
                    <a:pt x="601096" y="2527158"/>
                  </a:lnTo>
                  <a:lnTo>
                    <a:pt x="603290" y="2435385"/>
                  </a:lnTo>
                  <a:lnTo>
                    <a:pt x="605484" y="2293196"/>
                  </a:lnTo>
                  <a:lnTo>
                    <a:pt x="607677" y="2241895"/>
                  </a:lnTo>
                  <a:lnTo>
                    <a:pt x="609871" y="2285243"/>
                  </a:lnTo>
                  <a:lnTo>
                    <a:pt x="612065" y="2311019"/>
                  </a:lnTo>
                  <a:lnTo>
                    <a:pt x="614259" y="2324714"/>
                  </a:lnTo>
                  <a:lnTo>
                    <a:pt x="616453" y="2466715"/>
                  </a:lnTo>
                  <a:lnTo>
                    <a:pt x="618646" y="2651533"/>
                  </a:lnTo>
                  <a:lnTo>
                    <a:pt x="620840" y="2846172"/>
                  </a:lnTo>
                  <a:lnTo>
                    <a:pt x="623034" y="2955989"/>
                  </a:lnTo>
                  <a:lnTo>
                    <a:pt x="625228" y="3012231"/>
                  </a:lnTo>
                  <a:lnTo>
                    <a:pt x="627422" y="3068167"/>
                  </a:lnTo>
                  <a:lnTo>
                    <a:pt x="629615" y="3008383"/>
                  </a:lnTo>
                  <a:lnTo>
                    <a:pt x="631809" y="2999168"/>
                  </a:lnTo>
                  <a:lnTo>
                    <a:pt x="634003" y="3004937"/>
                  </a:lnTo>
                  <a:lnTo>
                    <a:pt x="636197" y="2998838"/>
                  </a:lnTo>
                  <a:lnTo>
                    <a:pt x="638390" y="2998838"/>
                  </a:lnTo>
                  <a:lnTo>
                    <a:pt x="640584" y="3018692"/>
                  </a:lnTo>
                  <a:lnTo>
                    <a:pt x="642778" y="3007540"/>
                  </a:lnTo>
                  <a:lnTo>
                    <a:pt x="644972" y="2924586"/>
                  </a:lnTo>
                  <a:lnTo>
                    <a:pt x="647166" y="2781532"/>
                  </a:lnTo>
                  <a:lnTo>
                    <a:pt x="649359" y="2650005"/>
                  </a:lnTo>
                  <a:lnTo>
                    <a:pt x="651553" y="2575623"/>
                  </a:lnTo>
                  <a:lnTo>
                    <a:pt x="653747" y="2506670"/>
                  </a:lnTo>
                  <a:lnTo>
                    <a:pt x="655941" y="2499082"/>
                  </a:lnTo>
                  <a:lnTo>
                    <a:pt x="658134" y="2560494"/>
                  </a:lnTo>
                  <a:lnTo>
                    <a:pt x="660328" y="2676656"/>
                  </a:lnTo>
                  <a:lnTo>
                    <a:pt x="662522" y="2771749"/>
                  </a:lnTo>
                  <a:lnTo>
                    <a:pt x="664716" y="2817679"/>
                  </a:lnTo>
                  <a:lnTo>
                    <a:pt x="666910" y="2840948"/>
                  </a:lnTo>
                  <a:lnTo>
                    <a:pt x="669103" y="2835850"/>
                  </a:lnTo>
                  <a:lnTo>
                    <a:pt x="671297" y="2741053"/>
                  </a:lnTo>
                  <a:lnTo>
                    <a:pt x="673491" y="2603115"/>
                  </a:lnTo>
                  <a:lnTo>
                    <a:pt x="675685" y="2513078"/>
                  </a:lnTo>
                  <a:lnTo>
                    <a:pt x="677879" y="2480224"/>
                  </a:lnTo>
                  <a:lnTo>
                    <a:pt x="680072" y="2464109"/>
                  </a:lnTo>
                  <a:lnTo>
                    <a:pt x="682266" y="2420343"/>
                  </a:lnTo>
                  <a:lnTo>
                    <a:pt x="684460" y="2436439"/>
                  </a:lnTo>
                  <a:lnTo>
                    <a:pt x="686654" y="2525033"/>
                  </a:lnTo>
                  <a:lnTo>
                    <a:pt x="688847" y="2527455"/>
                  </a:lnTo>
                  <a:lnTo>
                    <a:pt x="691041" y="2461510"/>
                  </a:lnTo>
                  <a:lnTo>
                    <a:pt x="693235" y="2350161"/>
                  </a:lnTo>
                  <a:lnTo>
                    <a:pt x="695429" y="2247199"/>
                  </a:lnTo>
                  <a:lnTo>
                    <a:pt x="697623" y="2160069"/>
                  </a:lnTo>
                  <a:lnTo>
                    <a:pt x="699816" y="2046581"/>
                  </a:lnTo>
                  <a:lnTo>
                    <a:pt x="702010" y="1973953"/>
                  </a:lnTo>
                  <a:lnTo>
                    <a:pt x="704204" y="1937168"/>
                  </a:lnTo>
                  <a:lnTo>
                    <a:pt x="706398" y="1938104"/>
                  </a:lnTo>
                  <a:lnTo>
                    <a:pt x="708591" y="1943211"/>
                  </a:lnTo>
                  <a:lnTo>
                    <a:pt x="710785" y="1973307"/>
                  </a:lnTo>
                  <a:lnTo>
                    <a:pt x="712979" y="1995186"/>
                  </a:lnTo>
                  <a:lnTo>
                    <a:pt x="715173" y="2004165"/>
                  </a:lnTo>
                  <a:lnTo>
                    <a:pt x="717367" y="1950931"/>
                  </a:lnTo>
                  <a:lnTo>
                    <a:pt x="719560" y="1956093"/>
                  </a:lnTo>
                  <a:lnTo>
                    <a:pt x="721754" y="2034208"/>
                  </a:lnTo>
                  <a:lnTo>
                    <a:pt x="723948" y="2083481"/>
                  </a:lnTo>
                  <a:lnTo>
                    <a:pt x="726142" y="2114588"/>
                  </a:lnTo>
                  <a:lnTo>
                    <a:pt x="728336" y="2182735"/>
                  </a:lnTo>
                  <a:lnTo>
                    <a:pt x="730529" y="2309249"/>
                  </a:lnTo>
                  <a:lnTo>
                    <a:pt x="732723" y="2450400"/>
                  </a:lnTo>
                  <a:lnTo>
                    <a:pt x="734917" y="2514523"/>
                  </a:lnTo>
                  <a:lnTo>
                    <a:pt x="737111" y="2486698"/>
                  </a:lnTo>
                  <a:lnTo>
                    <a:pt x="739304" y="2506905"/>
                  </a:lnTo>
                  <a:lnTo>
                    <a:pt x="741498" y="2482572"/>
                  </a:lnTo>
                  <a:lnTo>
                    <a:pt x="743692" y="2435403"/>
                  </a:lnTo>
                  <a:lnTo>
                    <a:pt x="745886" y="2314224"/>
                  </a:lnTo>
                  <a:lnTo>
                    <a:pt x="748080" y="2224725"/>
                  </a:lnTo>
                  <a:lnTo>
                    <a:pt x="750273" y="2254787"/>
                  </a:lnTo>
                  <a:lnTo>
                    <a:pt x="752467" y="2320194"/>
                  </a:lnTo>
                  <a:lnTo>
                    <a:pt x="754661" y="2430582"/>
                  </a:lnTo>
                  <a:lnTo>
                    <a:pt x="756855" y="2559186"/>
                  </a:lnTo>
                  <a:lnTo>
                    <a:pt x="759049" y="2697493"/>
                  </a:lnTo>
                  <a:lnTo>
                    <a:pt x="761242" y="2786613"/>
                  </a:lnTo>
                  <a:lnTo>
                    <a:pt x="763436" y="2766716"/>
                  </a:lnTo>
                  <a:lnTo>
                    <a:pt x="765630" y="2641296"/>
                  </a:lnTo>
                  <a:lnTo>
                    <a:pt x="767824" y="2506330"/>
                  </a:lnTo>
                  <a:lnTo>
                    <a:pt x="770017" y="2418590"/>
                  </a:lnTo>
                  <a:lnTo>
                    <a:pt x="772211" y="2384148"/>
                  </a:lnTo>
                  <a:lnTo>
                    <a:pt x="774405" y="2342579"/>
                  </a:lnTo>
                  <a:lnTo>
                    <a:pt x="776599" y="2321357"/>
                  </a:lnTo>
                  <a:lnTo>
                    <a:pt x="778793" y="2366294"/>
                  </a:lnTo>
                  <a:lnTo>
                    <a:pt x="780986" y="2379507"/>
                  </a:lnTo>
                  <a:lnTo>
                    <a:pt x="783180" y="2307964"/>
                  </a:lnTo>
                  <a:lnTo>
                    <a:pt x="785374" y="2267319"/>
                  </a:lnTo>
                  <a:lnTo>
                    <a:pt x="787568" y="2350701"/>
                  </a:lnTo>
                  <a:lnTo>
                    <a:pt x="789761" y="2434863"/>
                  </a:lnTo>
                  <a:lnTo>
                    <a:pt x="791955" y="2487101"/>
                  </a:lnTo>
                  <a:lnTo>
                    <a:pt x="794149" y="2578762"/>
                  </a:lnTo>
                  <a:lnTo>
                    <a:pt x="796343" y="2715752"/>
                  </a:lnTo>
                  <a:lnTo>
                    <a:pt x="798537" y="2798734"/>
                  </a:lnTo>
                  <a:lnTo>
                    <a:pt x="800730" y="2827759"/>
                  </a:lnTo>
                  <a:lnTo>
                    <a:pt x="802924" y="2895844"/>
                  </a:lnTo>
                  <a:lnTo>
                    <a:pt x="805118" y="2931606"/>
                  </a:lnTo>
                  <a:lnTo>
                    <a:pt x="807312" y="2948433"/>
                  </a:lnTo>
                  <a:lnTo>
                    <a:pt x="809506" y="2948945"/>
                  </a:lnTo>
                  <a:lnTo>
                    <a:pt x="811699" y="2944916"/>
                  </a:lnTo>
                  <a:lnTo>
                    <a:pt x="813893" y="2944917"/>
                  </a:lnTo>
                  <a:lnTo>
                    <a:pt x="816087" y="2944918"/>
                  </a:lnTo>
                  <a:lnTo>
                    <a:pt x="818281" y="2988524"/>
                  </a:lnTo>
                  <a:lnTo>
                    <a:pt x="820474" y="3035284"/>
                  </a:lnTo>
                  <a:lnTo>
                    <a:pt x="822668" y="3064813"/>
                  </a:lnTo>
                  <a:lnTo>
                    <a:pt x="824862" y="2998223"/>
                  </a:lnTo>
                  <a:lnTo>
                    <a:pt x="827056" y="2897503"/>
                  </a:lnTo>
                  <a:lnTo>
                    <a:pt x="829250" y="2865045"/>
                  </a:lnTo>
                  <a:lnTo>
                    <a:pt x="831443" y="2800468"/>
                  </a:lnTo>
                  <a:lnTo>
                    <a:pt x="833637" y="2657713"/>
                  </a:lnTo>
                  <a:lnTo>
                    <a:pt x="835831" y="2568642"/>
                  </a:lnTo>
                  <a:lnTo>
                    <a:pt x="838025" y="2588109"/>
                  </a:lnTo>
                  <a:lnTo>
                    <a:pt x="840218" y="2719230"/>
                  </a:lnTo>
                  <a:lnTo>
                    <a:pt x="842412" y="2720317"/>
                  </a:lnTo>
                  <a:lnTo>
                    <a:pt x="844606" y="2759073"/>
                  </a:lnTo>
                  <a:lnTo>
                    <a:pt x="846800" y="2895809"/>
                  </a:lnTo>
                  <a:lnTo>
                    <a:pt x="848994" y="2946596"/>
                  </a:lnTo>
                  <a:lnTo>
                    <a:pt x="851187" y="2873711"/>
                  </a:lnTo>
                  <a:lnTo>
                    <a:pt x="853381" y="2659740"/>
                  </a:lnTo>
                  <a:lnTo>
                    <a:pt x="855575" y="2538459"/>
                  </a:lnTo>
                  <a:lnTo>
                    <a:pt x="857769" y="2495830"/>
                  </a:lnTo>
                  <a:lnTo>
                    <a:pt x="859963" y="2498766"/>
                  </a:lnTo>
                  <a:lnTo>
                    <a:pt x="862156" y="2536436"/>
                  </a:lnTo>
                  <a:lnTo>
                    <a:pt x="864350" y="2625481"/>
                  </a:lnTo>
                  <a:lnTo>
                    <a:pt x="866544" y="2713305"/>
                  </a:lnTo>
                  <a:lnTo>
                    <a:pt x="868738" y="2788571"/>
                  </a:lnTo>
                  <a:lnTo>
                    <a:pt x="870931" y="2804786"/>
                  </a:lnTo>
                  <a:lnTo>
                    <a:pt x="873125" y="2707571"/>
                  </a:lnTo>
                  <a:lnTo>
                    <a:pt x="875319" y="2629751"/>
                  </a:lnTo>
                  <a:lnTo>
                    <a:pt x="877513" y="2564834"/>
                  </a:lnTo>
                  <a:lnTo>
                    <a:pt x="879707" y="2559591"/>
                  </a:lnTo>
                  <a:lnTo>
                    <a:pt x="881900" y="2606438"/>
                  </a:lnTo>
                  <a:lnTo>
                    <a:pt x="884094" y="2656487"/>
                  </a:lnTo>
                  <a:lnTo>
                    <a:pt x="886288" y="2714481"/>
                  </a:lnTo>
                  <a:lnTo>
                    <a:pt x="888482" y="2766597"/>
                  </a:lnTo>
                  <a:lnTo>
                    <a:pt x="890676" y="2866911"/>
                  </a:lnTo>
                  <a:lnTo>
                    <a:pt x="892869" y="2954693"/>
                  </a:lnTo>
                  <a:lnTo>
                    <a:pt x="895063" y="2937784"/>
                  </a:lnTo>
                  <a:lnTo>
                    <a:pt x="897257" y="2927948"/>
                  </a:lnTo>
                  <a:lnTo>
                    <a:pt x="899451" y="2957764"/>
                  </a:lnTo>
                  <a:lnTo>
                    <a:pt x="901644" y="2978641"/>
                  </a:lnTo>
                  <a:lnTo>
                    <a:pt x="903838" y="2978362"/>
                  </a:lnTo>
                  <a:lnTo>
                    <a:pt x="906032" y="2969998"/>
                  </a:lnTo>
                  <a:lnTo>
                    <a:pt x="908226" y="2995810"/>
                  </a:lnTo>
                  <a:lnTo>
                    <a:pt x="910420" y="2997764"/>
                  </a:lnTo>
                  <a:lnTo>
                    <a:pt x="912613" y="2977634"/>
                  </a:lnTo>
                  <a:lnTo>
                    <a:pt x="914807" y="2974413"/>
                  </a:lnTo>
                  <a:lnTo>
                    <a:pt x="917001" y="2974693"/>
                  </a:lnTo>
                  <a:lnTo>
                    <a:pt x="919195" y="2996265"/>
                  </a:lnTo>
                  <a:lnTo>
                    <a:pt x="921388" y="3017901"/>
                  </a:lnTo>
                  <a:lnTo>
                    <a:pt x="923582" y="3027968"/>
                  </a:lnTo>
                  <a:lnTo>
                    <a:pt x="925776" y="3032602"/>
                  </a:lnTo>
                  <a:lnTo>
                    <a:pt x="927970" y="2999101"/>
                  </a:lnTo>
                  <a:lnTo>
                    <a:pt x="930164" y="2998965"/>
                  </a:lnTo>
                  <a:lnTo>
                    <a:pt x="932357" y="2998965"/>
                  </a:lnTo>
                  <a:lnTo>
                    <a:pt x="934551" y="2998965"/>
                  </a:lnTo>
                  <a:lnTo>
                    <a:pt x="936745" y="2998965"/>
                  </a:lnTo>
                  <a:lnTo>
                    <a:pt x="938939" y="3026948"/>
                  </a:lnTo>
                  <a:lnTo>
                    <a:pt x="941133" y="3070683"/>
                  </a:lnTo>
                  <a:lnTo>
                    <a:pt x="943326" y="3070820"/>
                  </a:lnTo>
                  <a:lnTo>
                    <a:pt x="945520" y="3070820"/>
                  </a:lnTo>
                  <a:lnTo>
                    <a:pt x="947714" y="3070820"/>
                  </a:lnTo>
                  <a:lnTo>
                    <a:pt x="949908" y="3070820"/>
                  </a:lnTo>
                  <a:lnTo>
                    <a:pt x="952101" y="3066101"/>
                  </a:lnTo>
                  <a:lnTo>
                    <a:pt x="954295" y="3046369"/>
                  </a:lnTo>
                  <a:lnTo>
                    <a:pt x="956489" y="3046676"/>
                  </a:lnTo>
                  <a:lnTo>
                    <a:pt x="958683" y="3046676"/>
                  </a:lnTo>
                  <a:lnTo>
                    <a:pt x="960877" y="3046678"/>
                  </a:lnTo>
                  <a:lnTo>
                    <a:pt x="963070" y="3046679"/>
                  </a:lnTo>
                  <a:lnTo>
                    <a:pt x="965264" y="3051397"/>
                  </a:lnTo>
                  <a:lnTo>
                    <a:pt x="967458" y="3071127"/>
                  </a:lnTo>
                  <a:lnTo>
                    <a:pt x="969652" y="3070820"/>
                  </a:lnTo>
                  <a:lnTo>
                    <a:pt x="971845" y="3070820"/>
                  </a:lnTo>
                  <a:lnTo>
                    <a:pt x="974039" y="3070820"/>
                  </a:lnTo>
                  <a:lnTo>
                    <a:pt x="976233" y="3070820"/>
                  </a:lnTo>
                  <a:lnTo>
                    <a:pt x="978427" y="3054891"/>
                  </a:lnTo>
                  <a:lnTo>
                    <a:pt x="980621" y="3048165"/>
                  </a:lnTo>
                  <a:lnTo>
                    <a:pt x="982814" y="3057670"/>
                  </a:lnTo>
                  <a:lnTo>
                    <a:pt x="985008" y="3060073"/>
                  </a:lnTo>
                  <a:lnTo>
                    <a:pt x="987202" y="3060074"/>
                  </a:lnTo>
                  <a:lnTo>
                    <a:pt x="989396" y="3079440"/>
                  </a:lnTo>
                  <a:lnTo>
                    <a:pt x="991590" y="3052753"/>
                  </a:lnTo>
                  <a:lnTo>
                    <a:pt x="993783" y="2947273"/>
                  </a:lnTo>
                  <a:lnTo>
                    <a:pt x="995977" y="2771673"/>
                  </a:lnTo>
                  <a:lnTo>
                    <a:pt x="998171" y="2615700"/>
                  </a:lnTo>
                  <a:lnTo>
                    <a:pt x="1000365" y="2546790"/>
                  </a:lnTo>
                  <a:lnTo>
                    <a:pt x="1002558" y="2453325"/>
                  </a:lnTo>
                  <a:lnTo>
                    <a:pt x="1004752" y="2422949"/>
                  </a:lnTo>
                  <a:lnTo>
                    <a:pt x="1006946" y="2450135"/>
                  </a:lnTo>
                  <a:lnTo>
                    <a:pt x="1009140" y="2520927"/>
                  </a:lnTo>
                  <a:lnTo>
                    <a:pt x="1011334" y="2554845"/>
                  </a:lnTo>
                  <a:lnTo>
                    <a:pt x="1013527" y="2527191"/>
                  </a:lnTo>
                  <a:lnTo>
                    <a:pt x="1015721" y="2513796"/>
                  </a:lnTo>
                  <a:lnTo>
                    <a:pt x="1017915" y="2468796"/>
                  </a:lnTo>
                  <a:lnTo>
                    <a:pt x="1020109" y="2472807"/>
                  </a:lnTo>
                  <a:lnTo>
                    <a:pt x="1022303" y="2456470"/>
                  </a:lnTo>
                  <a:lnTo>
                    <a:pt x="1024496" y="2400586"/>
                  </a:lnTo>
                  <a:lnTo>
                    <a:pt x="1026690" y="2319969"/>
                  </a:lnTo>
                  <a:lnTo>
                    <a:pt x="1028884" y="2274677"/>
                  </a:lnTo>
                  <a:lnTo>
                    <a:pt x="1031078" y="2240158"/>
                  </a:lnTo>
                  <a:lnTo>
                    <a:pt x="1033271" y="2240549"/>
                  </a:lnTo>
                  <a:lnTo>
                    <a:pt x="1035465" y="2344680"/>
                  </a:lnTo>
                  <a:lnTo>
                    <a:pt x="1037659" y="2495808"/>
                  </a:lnTo>
                  <a:lnTo>
                    <a:pt x="1039853" y="2627625"/>
                  </a:lnTo>
                  <a:lnTo>
                    <a:pt x="1042047" y="2753984"/>
                  </a:lnTo>
                  <a:lnTo>
                    <a:pt x="1044240" y="2859784"/>
                  </a:lnTo>
                  <a:lnTo>
                    <a:pt x="1046434" y="2913788"/>
                  </a:lnTo>
                  <a:lnTo>
                    <a:pt x="1048628" y="2725054"/>
                  </a:lnTo>
                  <a:lnTo>
                    <a:pt x="1050822" y="2600995"/>
                  </a:lnTo>
                  <a:lnTo>
                    <a:pt x="1053015" y="2524456"/>
                  </a:lnTo>
                  <a:lnTo>
                    <a:pt x="1055209" y="2388456"/>
                  </a:lnTo>
                  <a:lnTo>
                    <a:pt x="1057403" y="2290900"/>
                  </a:lnTo>
                  <a:lnTo>
                    <a:pt x="1059597" y="2174123"/>
                  </a:lnTo>
                  <a:lnTo>
                    <a:pt x="1061791" y="2214761"/>
                  </a:lnTo>
                  <a:lnTo>
                    <a:pt x="1063984" y="2238038"/>
                  </a:lnTo>
                  <a:lnTo>
                    <a:pt x="1066178" y="2230695"/>
                  </a:lnTo>
                  <a:lnTo>
                    <a:pt x="1068372" y="2197742"/>
                  </a:lnTo>
                  <a:lnTo>
                    <a:pt x="1070566" y="2166252"/>
                  </a:lnTo>
                  <a:lnTo>
                    <a:pt x="1072760" y="2164771"/>
                  </a:lnTo>
                  <a:lnTo>
                    <a:pt x="1074953" y="2186117"/>
                  </a:lnTo>
                  <a:lnTo>
                    <a:pt x="1077147" y="2127462"/>
                  </a:lnTo>
                  <a:lnTo>
                    <a:pt x="1079341" y="2111012"/>
                  </a:lnTo>
                  <a:lnTo>
                    <a:pt x="1081535" y="2193925"/>
                  </a:lnTo>
                  <a:lnTo>
                    <a:pt x="1083728" y="2218683"/>
                  </a:lnTo>
                  <a:lnTo>
                    <a:pt x="1085922" y="2198964"/>
                  </a:lnTo>
                  <a:lnTo>
                    <a:pt x="1088116" y="2157739"/>
                  </a:lnTo>
                  <a:lnTo>
                    <a:pt x="1090310" y="2175985"/>
                  </a:lnTo>
                  <a:lnTo>
                    <a:pt x="1092504" y="2239702"/>
                  </a:lnTo>
                  <a:lnTo>
                    <a:pt x="1094697" y="2282009"/>
                  </a:lnTo>
                  <a:lnTo>
                    <a:pt x="1096891" y="2282284"/>
                  </a:lnTo>
                  <a:lnTo>
                    <a:pt x="1099085" y="2270773"/>
                  </a:lnTo>
                  <a:lnTo>
                    <a:pt x="1101279" y="2257715"/>
                  </a:lnTo>
                  <a:lnTo>
                    <a:pt x="1103472" y="2290939"/>
                  </a:lnTo>
                  <a:lnTo>
                    <a:pt x="1105666" y="2181063"/>
                  </a:lnTo>
                  <a:lnTo>
                    <a:pt x="1107860" y="1989676"/>
                  </a:lnTo>
                  <a:lnTo>
                    <a:pt x="1110054" y="1999255"/>
                  </a:lnTo>
                  <a:lnTo>
                    <a:pt x="1112248" y="2030562"/>
                  </a:lnTo>
                  <a:lnTo>
                    <a:pt x="1114441" y="2010656"/>
                  </a:lnTo>
                  <a:lnTo>
                    <a:pt x="1116635" y="1899137"/>
                  </a:lnTo>
                  <a:lnTo>
                    <a:pt x="1118829" y="1860698"/>
                  </a:lnTo>
                  <a:lnTo>
                    <a:pt x="1121023" y="1877628"/>
                  </a:lnTo>
                  <a:lnTo>
                    <a:pt x="1123217" y="1885591"/>
                  </a:lnTo>
                  <a:lnTo>
                    <a:pt x="1125410" y="1892798"/>
                  </a:lnTo>
                  <a:lnTo>
                    <a:pt x="1127604" y="1900372"/>
                  </a:lnTo>
                  <a:lnTo>
                    <a:pt x="1129798" y="1843339"/>
                  </a:lnTo>
                  <a:lnTo>
                    <a:pt x="1131992" y="1782600"/>
                  </a:lnTo>
                  <a:lnTo>
                    <a:pt x="1134185" y="1815632"/>
                  </a:lnTo>
                  <a:lnTo>
                    <a:pt x="1136379" y="1892879"/>
                  </a:lnTo>
                  <a:lnTo>
                    <a:pt x="1138573" y="1971295"/>
                  </a:lnTo>
                  <a:lnTo>
                    <a:pt x="1140767" y="2078991"/>
                  </a:lnTo>
                  <a:lnTo>
                    <a:pt x="1142961" y="2217176"/>
                  </a:lnTo>
                  <a:lnTo>
                    <a:pt x="1145154" y="2270546"/>
                  </a:lnTo>
                  <a:lnTo>
                    <a:pt x="1147348" y="2171513"/>
                  </a:lnTo>
                  <a:lnTo>
                    <a:pt x="1149542" y="1920174"/>
                  </a:lnTo>
                  <a:lnTo>
                    <a:pt x="1151736" y="1672448"/>
                  </a:lnTo>
                  <a:lnTo>
                    <a:pt x="1153930" y="1499702"/>
                  </a:lnTo>
                  <a:lnTo>
                    <a:pt x="1156123" y="1454643"/>
                  </a:lnTo>
                  <a:lnTo>
                    <a:pt x="1158317" y="1487748"/>
                  </a:lnTo>
                  <a:lnTo>
                    <a:pt x="1160511" y="1517054"/>
                  </a:lnTo>
                  <a:lnTo>
                    <a:pt x="1162705" y="1568269"/>
                  </a:lnTo>
                  <a:lnTo>
                    <a:pt x="1164898" y="1633751"/>
                  </a:lnTo>
                  <a:lnTo>
                    <a:pt x="1167092" y="1618502"/>
                  </a:lnTo>
                  <a:lnTo>
                    <a:pt x="1169286" y="1550454"/>
                  </a:lnTo>
                  <a:lnTo>
                    <a:pt x="1171480" y="1567695"/>
                  </a:lnTo>
                  <a:lnTo>
                    <a:pt x="1173674" y="1653337"/>
                  </a:lnTo>
                  <a:lnTo>
                    <a:pt x="1175867" y="1684757"/>
                  </a:lnTo>
                  <a:lnTo>
                    <a:pt x="1178061" y="1712315"/>
                  </a:lnTo>
                  <a:lnTo>
                    <a:pt x="1180255" y="1738879"/>
                  </a:lnTo>
                  <a:lnTo>
                    <a:pt x="1182449" y="1801526"/>
                  </a:lnTo>
                  <a:lnTo>
                    <a:pt x="1184642" y="1777326"/>
                  </a:lnTo>
                  <a:lnTo>
                    <a:pt x="1186836" y="1738395"/>
                  </a:lnTo>
                  <a:lnTo>
                    <a:pt x="1189030" y="1807387"/>
                  </a:lnTo>
                  <a:lnTo>
                    <a:pt x="1191224" y="1836433"/>
                  </a:lnTo>
                  <a:lnTo>
                    <a:pt x="1193418" y="1825545"/>
                  </a:lnTo>
                  <a:lnTo>
                    <a:pt x="1195611" y="1727914"/>
                  </a:lnTo>
                  <a:lnTo>
                    <a:pt x="1197805" y="1651683"/>
                  </a:lnTo>
                  <a:lnTo>
                    <a:pt x="1199999" y="1678717"/>
                  </a:lnTo>
                  <a:lnTo>
                    <a:pt x="1202193" y="1575752"/>
                  </a:lnTo>
                  <a:lnTo>
                    <a:pt x="1204387" y="1410757"/>
                  </a:lnTo>
                  <a:lnTo>
                    <a:pt x="1206580" y="1391086"/>
                  </a:lnTo>
                  <a:lnTo>
                    <a:pt x="1208774" y="1461658"/>
                  </a:lnTo>
                  <a:lnTo>
                    <a:pt x="1210968" y="1514314"/>
                  </a:lnTo>
                  <a:lnTo>
                    <a:pt x="1213162" y="1495086"/>
                  </a:lnTo>
                  <a:lnTo>
                    <a:pt x="1215355" y="1521503"/>
                  </a:lnTo>
                  <a:lnTo>
                    <a:pt x="1217549" y="1657647"/>
                  </a:lnTo>
                  <a:lnTo>
                    <a:pt x="1219743" y="1691465"/>
                  </a:lnTo>
                  <a:lnTo>
                    <a:pt x="1221937" y="1696251"/>
                  </a:lnTo>
                  <a:lnTo>
                    <a:pt x="1224131" y="1771165"/>
                  </a:lnTo>
                  <a:lnTo>
                    <a:pt x="1226324" y="1850550"/>
                  </a:lnTo>
                  <a:lnTo>
                    <a:pt x="1228518" y="1968655"/>
                  </a:lnTo>
                  <a:lnTo>
                    <a:pt x="1230712" y="2040523"/>
                  </a:lnTo>
                  <a:lnTo>
                    <a:pt x="1232906" y="2149260"/>
                  </a:lnTo>
                  <a:lnTo>
                    <a:pt x="1235099" y="2204693"/>
                  </a:lnTo>
                  <a:lnTo>
                    <a:pt x="1237293" y="2108984"/>
                  </a:lnTo>
                  <a:lnTo>
                    <a:pt x="1239487" y="1992300"/>
                  </a:lnTo>
                  <a:lnTo>
                    <a:pt x="1241681" y="1992223"/>
                  </a:lnTo>
                  <a:lnTo>
                    <a:pt x="1243875" y="2123797"/>
                  </a:lnTo>
                  <a:lnTo>
                    <a:pt x="1246068" y="2216173"/>
                  </a:lnTo>
                  <a:lnTo>
                    <a:pt x="1248262" y="2312897"/>
                  </a:lnTo>
                  <a:lnTo>
                    <a:pt x="1250456" y="2513989"/>
                  </a:lnTo>
                  <a:lnTo>
                    <a:pt x="1252650" y="2625084"/>
                  </a:lnTo>
                  <a:lnTo>
                    <a:pt x="1254844" y="2494491"/>
                  </a:lnTo>
                  <a:lnTo>
                    <a:pt x="1257037" y="2270625"/>
                  </a:lnTo>
                  <a:lnTo>
                    <a:pt x="1259231" y="2073212"/>
                  </a:lnTo>
                  <a:lnTo>
                    <a:pt x="1261425" y="1937527"/>
                  </a:lnTo>
                  <a:lnTo>
                    <a:pt x="1263619" y="1804631"/>
                  </a:lnTo>
                  <a:lnTo>
                    <a:pt x="1265812" y="1779205"/>
                  </a:lnTo>
                  <a:lnTo>
                    <a:pt x="1268006" y="1778005"/>
                  </a:lnTo>
                  <a:lnTo>
                    <a:pt x="1270200" y="1717257"/>
                  </a:lnTo>
                  <a:lnTo>
                    <a:pt x="1272394" y="1676842"/>
                  </a:lnTo>
                  <a:lnTo>
                    <a:pt x="1274588" y="1658639"/>
                  </a:lnTo>
                  <a:lnTo>
                    <a:pt x="1276781" y="1643154"/>
                  </a:lnTo>
                  <a:lnTo>
                    <a:pt x="1278975" y="1722594"/>
                  </a:lnTo>
                  <a:lnTo>
                    <a:pt x="1281169" y="1968550"/>
                  </a:lnTo>
                  <a:lnTo>
                    <a:pt x="1283363" y="2249275"/>
                  </a:lnTo>
                  <a:lnTo>
                    <a:pt x="1285556" y="2433875"/>
                  </a:lnTo>
                  <a:lnTo>
                    <a:pt x="1287750" y="2572308"/>
                  </a:lnTo>
                  <a:lnTo>
                    <a:pt x="1289944" y="2632745"/>
                  </a:lnTo>
                  <a:lnTo>
                    <a:pt x="1292138" y="2511288"/>
                  </a:lnTo>
                  <a:lnTo>
                    <a:pt x="1294332" y="2396084"/>
                  </a:lnTo>
                  <a:lnTo>
                    <a:pt x="1296525" y="2350908"/>
                  </a:lnTo>
                  <a:lnTo>
                    <a:pt x="1298719" y="2288673"/>
                  </a:lnTo>
                  <a:lnTo>
                    <a:pt x="1300913" y="2212547"/>
                  </a:lnTo>
                  <a:lnTo>
                    <a:pt x="1303107" y="2185242"/>
                  </a:lnTo>
                  <a:lnTo>
                    <a:pt x="1305301" y="2205859"/>
                  </a:lnTo>
                  <a:lnTo>
                    <a:pt x="1307494" y="2249906"/>
                  </a:lnTo>
                  <a:lnTo>
                    <a:pt x="1309688" y="2303172"/>
                  </a:lnTo>
                  <a:lnTo>
                    <a:pt x="1311882" y="2468871"/>
                  </a:lnTo>
                  <a:lnTo>
                    <a:pt x="1314076" y="2643777"/>
                  </a:lnTo>
                  <a:lnTo>
                    <a:pt x="1316269" y="2813816"/>
                  </a:lnTo>
                  <a:lnTo>
                    <a:pt x="1318463" y="2972108"/>
                  </a:lnTo>
                  <a:lnTo>
                    <a:pt x="1320657" y="3002215"/>
                  </a:lnTo>
                  <a:lnTo>
                    <a:pt x="1322851" y="2948826"/>
                  </a:lnTo>
                  <a:lnTo>
                    <a:pt x="1325045" y="2915561"/>
                  </a:lnTo>
                  <a:lnTo>
                    <a:pt x="1327238" y="2851157"/>
                  </a:lnTo>
                  <a:lnTo>
                    <a:pt x="1329432" y="2659861"/>
                  </a:lnTo>
                  <a:lnTo>
                    <a:pt x="1331626" y="2443120"/>
                  </a:lnTo>
                  <a:lnTo>
                    <a:pt x="1333820" y="2386763"/>
                  </a:lnTo>
                  <a:lnTo>
                    <a:pt x="1336014" y="2408528"/>
                  </a:lnTo>
                  <a:lnTo>
                    <a:pt x="1338207" y="2294482"/>
                  </a:lnTo>
                  <a:lnTo>
                    <a:pt x="1340401" y="2165817"/>
                  </a:lnTo>
                  <a:lnTo>
                    <a:pt x="1342595" y="2124761"/>
                  </a:lnTo>
                  <a:lnTo>
                    <a:pt x="1344789" y="2020450"/>
                  </a:lnTo>
                  <a:lnTo>
                    <a:pt x="1346982" y="1842455"/>
                  </a:lnTo>
                  <a:lnTo>
                    <a:pt x="1349176" y="1619448"/>
                  </a:lnTo>
                  <a:lnTo>
                    <a:pt x="1351370" y="1468121"/>
                  </a:lnTo>
                  <a:lnTo>
                    <a:pt x="1353564" y="1392628"/>
                  </a:lnTo>
                  <a:lnTo>
                    <a:pt x="1355758" y="1347895"/>
                  </a:lnTo>
                  <a:lnTo>
                    <a:pt x="1357951" y="1374520"/>
                  </a:lnTo>
                  <a:lnTo>
                    <a:pt x="1360145" y="1338200"/>
                  </a:lnTo>
                  <a:lnTo>
                    <a:pt x="1362339" y="1326027"/>
                  </a:lnTo>
                  <a:lnTo>
                    <a:pt x="1364533" y="1350019"/>
                  </a:lnTo>
                  <a:lnTo>
                    <a:pt x="1366726" y="1354295"/>
                  </a:lnTo>
                  <a:lnTo>
                    <a:pt x="1368920" y="1375312"/>
                  </a:lnTo>
                  <a:lnTo>
                    <a:pt x="1371114" y="1386435"/>
                  </a:lnTo>
                  <a:lnTo>
                    <a:pt x="1373308" y="1456769"/>
                  </a:lnTo>
                  <a:lnTo>
                    <a:pt x="1375502" y="1525140"/>
                  </a:lnTo>
                  <a:lnTo>
                    <a:pt x="1377695" y="1568564"/>
                  </a:lnTo>
                  <a:lnTo>
                    <a:pt x="1379889" y="1586459"/>
                  </a:lnTo>
                  <a:lnTo>
                    <a:pt x="1382083" y="1608525"/>
                  </a:lnTo>
                  <a:lnTo>
                    <a:pt x="1384277" y="1672691"/>
                  </a:lnTo>
                  <a:lnTo>
                    <a:pt x="1386471" y="1656675"/>
                  </a:lnTo>
                  <a:lnTo>
                    <a:pt x="1388664" y="1662279"/>
                  </a:lnTo>
                  <a:lnTo>
                    <a:pt x="1390858" y="1674759"/>
                  </a:lnTo>
                  <a:lnTo>
                    <a:pt x="1393052" y="1708660"/>
                  </a:lnTo>
                  <a:lnTo>
                    <a:pt x="1395246" y="1709958"/>
                  </a:lnTo>
                  <a:lnTo>
                    <a:pt x="1397439" y="1700768"/>
                  </a:lnTo>
                  <a:lnTo>
                    <a:pt x="1399633" y="1719319"/>
                  </a:lnTo>
                  <a:lnTo>
                    <a:pt x="1401827" y="1640253"/>
                  </a:lnTo>
                  <a:lnTo>
                    <a:pt x="1404021" y="1600939"/>
                  </a:lnTo>
                  <a:lnTo>
                    <a:pt x="1406215" y="1563330"/>
                  </a:lnTo>
                  <a:lnTo>
                    <a:pt x="1408408" y="1505691"/>
                  </a:lnTo>
                  <a:lnTo>
                    <a:pt x="1410602" y="1482480"/>
                  </a:lnTo>
                  <a:lnTo>
                    <a:pt x="1412796" y="1444232"/>
                  </a:lnTo>
                  <a:lnTo>
                    <a:pt x="1414990" y="1517161"/>
                  </a:lnTo>
                  <a:lnTo>
                    <a:pt x="1417183" y="1660419"/>
                  </a:lnTo>
                  <a:lnTo>
                    <a:pt x="1419377" y="1880763"/>
                  </a:lnTo>
                  <a:lnTo>
                    <a:pt x="1421571" y="2149989"/>
                  </a:lnTo>
                  <a:lnTo>
                    <a:pt x="1423765" y="2260556"/>
                  </a:lnTo>
                  <a:lnTo>
                    <a:pt x="1425959" y="2308194"/>
                  </a:lnTo>
                  <a:lnTo>
                    <a:pt x="1428152" y="2342532"/>
                  </a:lnTo>
                  <a:lnTo>
                    <a:pt x="1430346" y="2288695"/>
                  </a:lnTo>
                  <a:lnTo>
                    <a:pt x="1432540" y="2119479"/>
                  </a:lnTo>
                  <a:lnTo>
                    <a:pt x="1434734" y="1991298"/>
                  </a:lnTo>
                  <a:lnTo>
                    <a:pt x="1436928" y="2109909"/>
                  </a:lnTo>
                  <a:lnTo>
                    <a:pt x="1439121" y="2307346"/>
                  </a:lnTo>
                  <a:lnTo>
                    <a:pt x="1441315" y="2442692"/>
                  </a:lnTo>
                  <a:lnTo>
                    <a:pt x="1443509" y="2513873"/>
                  </a:lnTo>
                  <a:lnTo>
                    <a:pt x="1445703" y="2554057"/>
                  </a:lnTo>
                  <a:lnTo>
                    <a:pt x="1447896" y="2500599"/>
                  </a:lnTo>
                  <a:lnTo>
                    <a:pt x="1450090" y="2234173"/>
                  </a:lnTo>
                  <a:lnTo>
                    <a:pt x="1452284" y="1964068"/>
                  </a:lnTo>
                  <a:lnTo>
                    <a:pt x="1454478" y="1723409"/>
                  </a:lnTo>
                  <a:lnTo>
                    <a:pt x="1456672" y="1550569"/>
                  </a:lnTo>
                  <a:lnTo>
                    <a:pt x="1458865" y="1451977"/>
                  </a:lnTo>
                  <a:lnTo>
                    <a:pt x="1461059" y="1439030"/>
                  </a:lnTo>
                  <a:lnTo>
                    <a:pt x="1463253" y="1561595"/>
                  </a:lnTo>
                  <a:lnTo>
                    <a:pt x="1465447" y="1614832"/>
                  </a:lnTo>
                  <a:lnTo>
                    <a:pt x="1467641" y="1569336"/>
                  </a:lnTo>
                  <a:lnTo>
                    <a:pt x="1469834" y="1578324"/>
                  </a:lnTo>
                  <a:lnTo>
                    <a:pt x="1472028" y="1634522"/>
                  </a:lnTo>
                  <a:lnTo>
                    <a:pt x="1474222" y="1661768"/>
                  </a:lnTo>
                  <a:lnTo>
                    <a:pt x="1476416" y="1650900"/>
                  </a:lnTo>
                  <a:lnTo>
                    <a:pt x="1478609" y="1694455"/>
                  </a:lnTo>
                  <a:lnTo>
                    <a:pt x="1480803" y="1814461"/>
                  </a:lnTo>
                  <a:lnTo>
                    <a:pt x="1482997" y="1819508"/>
                  </a:lnTo>
                  <a:lnTo>
                    <a:pt x="1485191" y="1688159"/>
                  </a:lnTo>
                  <a:lnTo>
                    <a:pt x="1487385" y="1540535"/>
                  </a:lnTo>
                  <a:lnTo>
                    <a:pt x="1489578" y="1423762"/>
                  </a:lnTo>
                  <a:lnTo>
                    <a:pt x="1491772" y="1372038"/>
                  </a:lnTo>
                  <a:lnTo>
                    <a:pt x="1493966" y="1324414"/>
                  </a:lnTo>
                  <a:lnTo>
                    <a:pt x="1496160" y="1277777"/>
                  </a:lnTo>
                  <a:lnTo>
                    <a:pt x="1498353" y="1313141"/>
                  </a:lnTo>
                  <a:lnTo>
                    <a:pt x="1500547" y="1378774"/>
                  </a:lnTo>
                  <a:lnTo>
                    <a:pt x="1502741" y="1329036"/>
                  </a:lnTo>
                  <a:lnTo>
                    <a:pt x="1504935" y="1179234"/>
                  </a:lnTo>
                  <a:lnTo>
                    <a:pt x="1507129" y="1033602"/>
                  </a:lnTo>
                  <a:lnTo>
                    <a:pt x="1509322" y="943493"/>
                  </a:lnTo>
                  <a:lnTo>
                    <a:pt x="1511516" y="808933"/>
                  </a:lnTo>
                  <a:lnTo>
                    <a:pt x="1513710" y="646286"/>
                  </a:lnTo>
                  <a:lnTo>
                    <a:pt x="1515904" y="556728"/>
                  </a:lnTo>
                  <a:lnTo>
                    <a:pt x="1518098" y="575416"/>
                  </a:lnTo>
                  <a:lnTo>
                    <a:pt x="1520291" y="612377"/>
                  </a:lnTo>
                  <a:lnTo>
                    <a:pt x="1522485" y="614146"/>
                  </a:lnTo>
                  <a:lnTo>
                    <a:pt x="1524679" y="642855"/>
                  </a:lnTo>
                  <a:lnTo>
                    <a:pt x="1526873" y="698146"/>
                  </a:lnTo>
                  <a:lnTo>
                    <a:pt x="1529066" y="860968"/>
                  </a:lnTo>
                  <a:lnTo>
                    <a:pt x="1531260" y="1013681"/>
                  </a:lnTo>
                  <a:lnTo>
                    <a:pt x="1533454" y="1129698"/>
                  </a:lnTo>
                  <a:lnTo>
                    <a:pt x="1535648" y="1240942"/>
                  </a:lnTo>
                  <a:lnTo>
                    <a:pt x="1537842" y="1337339"/>
                  </a:lnTo>
                  <a:lnTo>
                    <a:pt x="1540035" y="1412470"/>
                  </a:lnTo>
                  <a:lnTo>
                    <a:pt x="1542229" y="1379647"/>
                  </a:lnTo>
                  <a:lnTo>
                    <a:pt x="1544423" y="1299256"/>
                  </a:lnTo>
                  <a:lnTo>
                    <a:pt x="1546617" y="1186440"/>
                  </a:lnTo>
                  <a:lnTo>
                    <a:pt x="1548810" y="1113650"/>
                  </a:lnTo>
                  <a:lnTo>
                    <a:pt x="1551004" y="1060439"/>
                  </a:lnTo>
                  <a:lnTo>
                    <a:pt x="1553198" y="1016822"/>
                  </a:lnTo>
                  <a:lnTo>
                    <a:pt x="1555392" y="1016956"/>
                  </a:lnTo>
                  <a:lnTo>
                    <a:pt x="1557586" y="1064470"/>
                  </a:lnTo>
                  <a:lnTo>
                    <a:pt x="1559779" y="1194988"/>
                  </a:lnTo>
                  <a:lnTo>
                    <a:pt x="1561973" y="1278423"/>
                  </a:lnTo>
                  <a:lnTo>
                    <a:pt x="1564167" y="1350545"/>
                  </a:lnTo>
                  <a:lnTo>
                    <a:pt x="1566361" y="1459338"/>
                  </a:lnTo>
                  <a:lnTo>
                    <a:pt x="1568555" y="1566978"/>
                  </a:lnTo>
                  <a:lnTo>
                    <a:pt x="1570748" y="1540613"/>
                  </a:lnTo>
                  <a:lnTo>
                    <a:pt x="1572942" y="1411048"/>
                  </a:lnTo>
                  <a:lnTo>
                    <a:pt x="1575136" y="1332543"/>
                  </a:lnTo>
                  <a:lnTo>
                    <a:pt x="1577330" y="1264267"/>
                  </a:lnTo>
                  <a:lnTo>
                    <a:pt x="1579523" y="1202092"/>
                  </a:lnTo>
                  <a:lnTo>
                    <a:pt x="1581717" y="1100364"/>
                  </a:lnTo>
                  <a:lnTo>
                    <a:pt x="1583911" y="1011549"/>
                  </a:lnTo>
                  <a:lnTo>
                    <a:pt x="1586105" y="992907"/>
                  </a:lnTo>
                  <a:lnTo>
                    <a:pt x="1588299" y="954762"/>
                  </a:lnTo>
                  <a:lnTo>
                    <a:pt x="1590492" y="933368"/>
                  </a:lnTo>
                  <a:lnTo>
                    <a:pt x="1592686" y="871021"/>
                  </a:lnTo>
                  <a:lnTo>
                    <a:pt x="1594880" y="821941"/>
                  </a:lnTo>
                  <a:lnTo>
                    <a:pt x="1597074" y="865138"/>
                  </a:lnTo>
                  <a:lnTo>
                    <a:pt x="1599268" y="904720"/>
                  </a:lnTo>
                  <a:lnTo>
                    <a:pt x="1601461" y="1005603"/>
                  </a:lnTo>
                  <a:lnTo>
                    <a:pt x="1603655" y="1133131"/>
                  </a:lnTo>
                  <a:lnTo>
                    <a:pt x="1605849" y="1180379"/>
                  </a:lnTo>
                  <a:lnTo>
                    <a:pt x="1608043" y="1184707"/>
                  </a:lnTo>
                  <a:lnTo>
                    <a:pt x="1610236" y="1178210"/>
                  </a:lnTo>
                  <a:lnTo>
                    <a:pt x="1612430" y="1161821"/>
                  </a:lnTo>
                  <a:lnTo>
                    <a:pt x="1614624" y="1099154"/>
                  </a:lnTo>
                  <a:lnTo>
                    <a:pt x="1616818" y="1029840"/>
                  </a:lnTo>
                  <a:lnTo>
                    <a:pt x="1619012" y="987349"/>
                  </a:lnTo>
                  <a:lnTo>
                    <a:pt x="1621205" y="942369"/>
                  </a:lnTo>
                  <a:lnTo>
                    <a:pt x="1623399" y="875813"/>
                  </a:lnTo>
                  <a:lnTo>
                    <a:pt x="1625593" y="852486"/>
                  </a:lnTo>
                  <a:lnTo>
                    <a:pt x="1627787" y="917020"/>
                  </a:lnTo>
                  <a:lnTo>
                    <a:pt x="1629980" y="1025526"/>
                  </a:lnTo>
                  <a:lnTo>
                    <a:pt x="1632174" y="1157286"/>
                  </a:lnTo>
                  <a:lnTo>
                    <a:pt x="1634368" y="1295022"/>
                  </a:lnTo>
                  <a:lnTo>
                    <a:pt x="1636562" y="1360072"/>
                  </a:lnTo>
                  <a:lnTo>
                    <a:pt x="1638756" y="1402240"/>
                  </a:lnTo>
                  <a:lnTo>
                    <a:pt x="1640949" y="1361431"/>
                  </a:lnTo>
                  <a:lnTo>
                    <a:pt x="1643143" y="1271262"/>
                  </a:lnTo>
                  <a:lnTo>
                    <a:pt x="1645337" y="1170266"/>
                  </a:lnTo>
                  <a:lnTo>
                    <a:pt x="1647531" y="1134470"/>
                  </a:lnTo>
                  <a:lnTo>
                    <a:pt x="1649725" y="1200980"/>
                  </a:lnTo>
                  <a:lnTo>
                    <a:pt x="1651918" y="1243917"/>
                  </a:lnTo>
                  <a:lnTo>
                    <a:pt x="1654112" y="1260107"/>
                  </a:lnTo>
                  <a:lnTo>
                    <a:pt x="1656306" y="1262347"/>
                  </a:lnTo>
                  <a:lnTo>
                    <a:pt x="1658500" y="1280747"/>
                  </a:lnTo>
                  <a:lnTo>
                    <a:pt x="1660693" y="1305436"/>
                  </a:lnTo>
                  <a:lnTo>
                    <a:pt x="1662887" y="1352504"/>
                  </a:lnTo>
                  <a:lnTo>
                    <a:pt x="1665081" y="1399324"/>
                  </a:lnTo>
                  <a:lnTo>
                    <a:pt x="1667275" y="1448420"/>
                  </a:lnTo>
                  <a:lnTo>
                    <a:pt x="1669469" y="1438200"/>
                  </a:lnTo>
                  <a:lnTo>
                    <a:pt x="1671662" y="1438144"/>
                  </a:lnTo>
                  <a:lnTo>
                    <a:pt x="1673856" y="1395351"/>
                  </a:lnTo>
                  <a:lnTo>
                    <a:pt x="1676050" y="1257778"/>
                  </a:lnTo>
                  <a:lnTo>
                    <a:pt x="1678244" y="1173125"/>
                  </a:lnTo>
                  <a:lnTo>
                    <a:pt x="1680437" y="1216130"/>
                  </a:lnTo>
                  <a:lnTo>
                    <a:pt x="1682631" y="1322254"/>
                  </a:lnTo>
                  <a:lnTo>
                    <a:pt x="1684825" y="1300817"/>
                  </a:lnTo>
                  <a:lnTo>
                    <a:pt x="1687019" y="1255969"/>
                  </a:lnTo>
                  <a:lnTo>
                    <a:pt x="1689213" y="1289859"/>
                  </a:lnTo>
                  <a:lnTo>
                    <a:pt x="1691406" y="1299876"/>
                  </a:lnTo>
                  <a:lnTo>
                    <a:pt x="1693600" y="1184700"/>
                  </a:lnTo>
                  <a:lnTo>
                    <a:pt x="1695794" y="1069355"/>
                  </a:lnTo>
                  <a:lnTo>
                    <a:pt x="1697988" y="1150123"/>
                  </a:lnTo>
                  <a:lnTo>
                    <a:pt x="1700182" y="1281975"/>
                  </a:lnTo>
                  <a:lnTo>
                    <a:pt x="1702375" y="1432649"/>
                  </a:lnTo>
                  <a:lnTo>
                    <a:pt x="1704569" y="1496707"/>
                  </a:lnTo>
                  <a:lnTo>
                    <a:pt x="1706763" y="1568049"/>
                  </a:lnTo>
                  <a:lnTo>
                    <a:pt x="1708957" y="1665191"/>
                  </a:lnTo>
                  <a:lnTo>
                    <a:pt x="1711150" y="1680949"/>
                  </a:lnTo>
                  <a:lnTo>
                    <a:pt x="1713344" y="1626253"/>
                  </a:lnTo>
                  <a:lnTo>
                    <a:pt x="1715538" y="1466188"/>
                  </a:lnTo>
                  <a:lnTo>
                    <a:pt x="1717732" y="1366088"/>
                  </a:lnTo>
                  <a:lnTo>
                    <a:pt x="1719926" y="1290371"/>
                  </a:lnTo>
                  <a:lnTo>
                    <a:pt x="1722119" y="1153508"/>
                  </a:lnTo>
                  <a:lnTo>
                    <a:pt x="1724313" y="1056386"/>
                  </a:lnTo>
                  <a:lnTo>
                    <a:pt x="1726507" y="1050593"/>
                  </a:lnTo>
                  <a:lnTo>
                    <a:pt x="1728701" y="1128514"/>
                  </a:lnTo>
                  <a:lnTo>
                    <a:pt x="1730895" y="1178034"/>
                  </a:lnTo>
                  <a:lnTo>
                    <a:pt x="1733088" y="1287125"/>
                  </a:lnTo>
                  <a:lnTo>
                    <a:pt x="1735282" y="1476381"/>
                  </a:lnTo>
                  <a:lnTo>
                    <a:pt x="1737476" y="1631500"/>
                  </a:lnTo>
                  <a:lnTo>
                    <a:pt x="1739670" y="1766066"/>
                  </a:lnTo>
                  <a:lnTo>
                    <a:pt x="1741863" y="1876820"/>
                  </a:lnTo>
                  <a:lnTo>
                    <a:pt x="1744057" y="1981188"/>
                  </a:lnTo>
                  <a:lnTo>
                    <a:pt x="1746251" y="1982867"/>
                  </a:lnTo>
                  <a:lnTo>
                    <a:pt x="1748445" y="1915791"/>
                  </a:lnTo>
                  <a:lnTo>
                    <a:pt x="1750639" y="1771286"/>
                  </a:lnTo>
                  <a:lnTo>
                    <a:pt x="1752832" y="1629104"/>
                  </a:lnTo>
                  <a:lnTo>
                    <a:pt x="1755026" y="1497437"/>
                  </a:lnTo>
                  <a:lnTo>
                    <a:pt x="1757220" y="1349912"/>
                  </a:lnTo>
                  <a:lnTo>
                    <a:pt x="1759414" y="1167828"/>
                  </a:lnTo>
                  <a:lnTo>
                    <a:pt x="1761607" y="996378"/>
                  </a:lnTo>
                  <a:lnTo>
                    <a:pt x="1763801" y="918426"/>
                  </a:lnTo>
                  <a:lnTo>
                    <a:pt x="1765995" y="799258"/>
                  </a:lnTo>
                  <a:lnTo>
                    <a:pt x="1768189" y="637133"/>
                  </a:lnTo>
                  <a:lnTo>
                    <a:pt x="1770383" y="605772"/>
                  </a:lnTo>
                  <a:lnTo>
                    <a:pt x="1772576" y="640520"/>
                  </a:lnTo>
                  <a:lnTo>
                    <a:pt x="1774770" y="628051"/>
                  </a:lnTo>
                  <a:lnTo>
                    <a:pt x="1776964" y="631458"/>
                  </a:lnTo>
                  <a:lnTo>
                    <a:pt x="1779158" y="700245"/>
                  </a:lnTo>
                  <a:lnTo>
                    <a:pt x="1781352" y="806110"/>
                  </a:lnTo>
                  <a:lnTo>
                    <a:pt x="1783545" y="777757"/>
                  </a:lnTo>
                  <a:lnTo>
                    <a:pt x="1785739" y="728317"/>
                  </a:lnTo>
                  <a:lnTo>
                    <a:pt x="1787933" y="776745"/>
                  </a:lnTo>
                  <a:lnTo>
                    <a:pt x="1790127" y="792016"/>
                  </a:lnTo>
                  <a:lnTo>
                    <a:pt x="1792320" y="815283"/>
                  </a:lnTo>
                  <a:lnTo>
                    <a:pt x="1794514" y="837533"/>
                  </a:lnTo>
                  <a:lnTo>
                    <a:pt x="1796708" y="913797"/>
                  </a:lnTo>
                  <a:lnTo>
                    <a:pt x="1798902" y="1037843"/>
                  </a:lnTo>
                  <a:lnTo>
                    <a:pt x="1801096" y="1088336"/>
                  </a:lnTo>
                  <a:lnTo>
                    <a:pt x="1803289" y="1148916"/>
                  </a:lnTo>
                  <a:lnTo>
                    <a:pt x="1805483" y="1262534"/>
                  </a:lnTo>
                  <a:lnTo>
                    <a:pt x="1807677" y="1461946"/>
                  </a:lnTo>
                  <a:lnTo>
                    <a:pt x="1809871" y="1589135"/>
                  </a:lnTo>
                  <a:lnTo>
                    <a:pt x="1812064" y="1649173"/>
                  </a:lnTo>
                  <a:lnTo>
                    <a:pt x="1814258" y="1724251"/>
                  </a:lnTo>
                  <a:lnTo>
                    <a:pt x="1816452" y="1849052"/>
                  </a:lnTo>
                  <a:lnTo>
                    <a:pt x="1818646" y="1887955"/>
                  </a:lnTo>
                  <a:lnTo>
                    <a:pt x="1820840" y="1756355"/>
                  </a:lnTo>
                  <a:lnTo>
                    <a:pt x="1823033" y="1651450"/>
                  </a:lnTo>
                  <a:lnTo>
                    <a:pt x="1825227" y="1586373"/>
                  </a:lnTo>
                  <a:lnTo>
                    <a:pt x="1827421" y="1538048"/>
                  </a:lnTo>
                  <a:lnTo>
                    <a:pt x="1829615" y="1442490"/>
                  </a:lnTo>
                  <a:lnTo>
                    <a:pt x="1831809" y="1324380"/>
                  </a:lnTo>
                  <a:lnTo>
                    <a:pt x="1834002" y="1297018"/>
                  </a:lnTo>
                  <a:lnTo>
                    <a:pt x="1836196" y="1290234"/>
                  </a:lnTo>
                  <a:lnTo>
                    <a:pt x="1838390" y="1349329"/>
                  </a:lnTo>
                  <a:lnTo>
                    <a:pt x="1840584" y="1415176"/>
                  </a:lnTo>
                  <a:lnTo>
                    <a:pt x="1842777" y="1406094"/>
                  </a:lnTo>
                  <a:lnTo>
                    <a:pt x="1844971" y="1367354"/>
                  </a:lnTo>
                  <a:lnTo>
                    <a:pt x="1847165" y="1365372"/>
                  </a:lnTo>
                  <a:lnTo>
                    <a:pt x="1849359" y="1489826"/>
                  </a:lnTo>
                  <a:lnTo>
                    <a:pt x="1851553" y="1648986"/>
                  </a:lnTo>
                  <a:lnTo>
                    <a:pt x="1853746" y="1806474"/>
                  </a:lnTo>
                  <a:lnTo>
                    <a:pt x="1855940" y="1899170"/>
                  </a:lnTo>
                  <a:lnTo>
                    <a:pt x="1858134" y="1965644"/>
                  </a:lnTo>
                  <a:lnTo>
                    <a:pt x="1860328" y="2040967"/>
                  </a:lnTo>
                  <a:lnTo>
                    <a:pt x="1862521" y="2057947"/>
                  </a:lnTo>
                  <a:lnTo>
                    <a:pt x="1864715" y="1975759"/>
                  </a:lnTo>
                  <a:lnTo>
                    <a:pt x="1866909" y="1883458"/>
                  </a:lnTo>
                  <a:lnTo>
                    <a:pt x="1869103" y="1865300"/>
                  </a:lnTo>
                  <a:lnTo>
                    <a:pt x="1871297" y="1838265"/>
                  </a:lnTo>
                  <a:lnTo>
                    <a:pt x="1873490" y="1716618"/>
                  </a:lnTo>
                  <a:lnTo>
                    <a:pt x="1875684" y="1562466"/>
                  </a:lnTo>
                  <a:lnTo>
                    <a:pt x="1877878" y="1377143"/>
                  </a:lnTo>
                  <a:lnTo>
                    <a:pt x="1880072" y="1195648"/>
                  </a:lnTo>
                  <a:lnTo>
                    <a:pt x="1882266" y="1165631"/>
                  </a:lnTo>
                  <a:lnTo>
                    <a:pt x="1884459" y="1181048"/>
                  </a:lnTo>
                  <a:lnTo>
                    <a:pt x="1886653" y="1185119"/>
                  </a:lnTo>
                  <a:lnTo>
                    <a:pt x="1888847" y="1127254"/>
                  </a:lnTo>
                  <a:lnTo>
                    <a:pt x="1891041" y="1100959"/>
                  </a:lnTo>
                  <a:lnTo>
                    <a:pt x="1893234" y="1140159"/>
                  </a:lnTo>
                  <a:lnTo>
                    <a:pt x="1895428" y="1055989"/>
                  </a:lnTo>
                  <a:lnTo>
                    <a:pt x="1897622" y="926965"/>
                  </a:lnTo>
                  <a:lnTo>
                    <a:pt x="1899816" y="832154"/>
                  </a:lnTo>
                  <a:lnTo>
                    <a:pt x="1902010" y="811607"/>
                  </a:lnTo>
                  <a:lnTo>
                    <a:pt x="1904203" y="805394"/>
                  </a:lnTo>
                  <a:lnTo>
                    <a:pt x="1906397" y="718239"/>
                  </a:lnTo>
                  <a:lnTo>
                    <a:pt x="1908591" y="682617"/>
                  </a:lnTo>
                  <a:lnTo>
                    <a:pt x="1910785" y="773940"/>
                  </a:lnTo>
                  <a:lnTo>
                    <a:pt x="1912979" y="925407"/>
                  </a:lnTo>
                  <a:lnTo>
                    <a:pt x="1915172" y="1005404"/>
                  </a:lnTo>
                  <a:lnTo>
                    <a:pt x="1917366" y="1016629"/>
                  </a:lnTo>
                  <a:lnTo>
                    <a:pt x="1919560" y="1056635"/>
                  </a:lnTo>
                  <a:lnTo>
                    <a:pt x="1921754" y="1095574"/>
                  </a:lnTo>
                  <a:lnTo>
                    <a:pt x="1923947" y="1117214"/>
                  </a:lnTo>
                  <a:lnTo>
                    <a:pt x="1926141" y="1075395"/>
                  </a:lnTo>
                  <a:lnTo>
                    <a:pt x="1928335" y="1048212"/>
                  </a:lnTo>
                  <a:lnTo>
                    <a:pt x="1930529" y="1125171"/>
                  </a:lnTo>
                  <a:lnTo>
                    <a:pt x="1932723" y="1203103"/>
                  </a:lnTo>
                  <a:lnTo>
                    <a:pt x="1934916" y="1232293"/>
                  </a:lnTo>
                  <a:lnTo>
                    <a:pt x="1937110" y="1281919"/>
                  </a:lnTo>
                  <a:lnTo>
                    <a:pt x="1939304" y="1349447"/>
                  </a:lnTo>
                  <a:lnTo>
                    <a:pt x="1941498" y="1398716"/>
                  </a:lnTo>
                  <a:lnTo>
                    <a:pt x="1943691" y="1481317"/>
                  </a:lnTo>
                  <a:lnTo>
                    <a:pt x="1945885" y="1520429"/>
                  </a:lnTo>
                  <a:lnTo>
                    <a:pt x="1948079" y="1499711"/>
                  </a:lnTo>
                  <a:lnTo>
                    <a:pt x="1950273" y="1438580"/>
                  </a:lnTo>
                  <a:lnTo>
                    <a:pt x="1952467" y="1474428"/>
                  </a:lnTo>
                  <a:lnTo>
                    <a:pt x="1954660" y="1541630"/>
                  </a:lnTo>
                  <a:lnTo>
                    <a:pt x="1956854" y="1476142"/>
                  </a:lnTo>
                  <a:lnTo>
                    <a:pt x="1959048" y="1455147"/>
                  </a:lnTo>
                  <a:lnTo>
                    <a:pt x="1961242" y="1515656"/>
                  </a:lnTo>
                  <a:lnTo>
                    <a:pt x="1963436" y="1545695"/>
                  </a:lnTo>
                  <a:lnTo>
                    <a:pt x="1965629" y="1470731"/>
                  </a:lnTo>
                  <a:lnTo>
                    <a:pt x="1967823" y="1387440"/>
                  </a:lnTo>
                  <a:lnTo>
                    <a:pt x="1970017" y="1403742"/>
                  </a:lnTo>
                  <a:lnTo>
                    <a:pt x="1972211" y="1361139"/>
                  </a:lnTo>
                  <a:lnTo>
                    <a:pt x="1974404" y="1309707"/>
                  </a:lnTo>
                  <a:lnTo>
                    <a:pt x="1976598" y="1279199"/>
                  </a:lnTo>
                  <a:lnTo>
                    <a:pt x="1978792" y="1265473"/>
                  </a:lnTo>
                  <a:lnTo>
                    <a:pt x="1980986" y="1299728"/>
                  </a:lnTo>
                  <a:lnTo>
                    <a:pt x="1983180" y="1274295"/>
                  </a:lnTo>
                  <a:lnTo>
                    <a:pt x="1985373" y="1300748"/>
                  </a:lnTo>
                  <a:lnTo>
                    <a:pt x="1987567" y="1384259"/>
                  </a:lnTo>
                  <a:lnTo>
                    <a:pt x="1989761" y="1423910"/>
                  </a:lnTo>
                  <a:lnTo>
                    <a:pt x="1991955" y="1435360"/>
                  </a:lnTo>
                  <a:lnTo>
                    <a:pt x="1994148" y="1491565"/>
                  </a:lnTo>
                  <a:lnTo>
                    <a:pt x="1996342" y="1661910"/>
                  </a:lnTo>
                  <a:lnTo>
                    <a:pt x="1998536" y="1898367"/>
                  </a:lnTo>
                  <a:lnTo>
                    <a:pt x="2000730" y="2050411"/>
                  </a:lnTo>
                  <a:lnTo>
                    <a:pt x="2002924" y="2197185"/>
                  </a:lnTo>
                  <a:lnTo>
                    <a:pt x="2005117" y="2406566"/>
                  </a:lnTo>
                  <a:lnTo>
                    <a:pt x="2007311" y="2522769"/>
                  </a:lnTo>
                  <a:lnTo>
                    <a:pt x="2009505" y="2462093"/>
                  </a:lnTo>
                  <a:lnTo>
                    <a:pt x="2011699" y="2293237"/>
                  </a:lnTo>
                  <a:lnTo>
                    <a:pt x="2013893" y="2152708"/>
                  </a:lnTo>
                  <a:lnTo>
                    <a:pt x="2016086" y="2131371"/>
                  </a:lnTo>
                  <a:lnTo>
                    <a:pt x="2018280" y="2165011"/>
                  </a:lnTo>
                  <a:lnTo>
                    <a:pt x="2020474" y="2224786"/>
                  </a:lnTo>
                  <a:lnTo>
                    <a:pt x="2022668" y="2349835"/>
                  </a:lnTo>
                  <a:lnTo>
                    <a:pt x="2024861" y="2395427"/>
                  </a:lnTo>
                  <a:lnTo>
                    <a:pt x="2027055" y="2468545"/>
                  </a:lnTo>
                  <a:lnTo>
                    <a:pt x="2029249" y="2527937"/>
                  </a:lnTo>
                  <a:lnTo>
                    <a:pt x="2031443" y="2517763"/>
                  </a:lnTo>
                  <a:lnTo>
                    <a:pt x="2033637" y="2529774"/>
                  </a:lnTo>
                  <a:lnTo>
                    <a:pt x="2035830" y="2510150"/>
                  </a:lnTo>
                  <a:lnTo>
                    <a:pt x="2038024" y="2584341"/>
                  </a:lnTo>
                  <a:lnTo>
                    <a:pt x="2040218" y="2662379"/>
                  </a:lnTo>
                  <a:lnTo>
                    <a:pt x="2042412" y="2682803"/>
                  </a:lnTo>
                  <a:lnTo>
                    <a:pt x="2044606" y="2618793"/>
                  </a:lnTo>
                  <a:lnTo>
                    <a:pt x="2046799" y="2465833"/>
                  </a:lnTo>
                  <a:lnTo>
                    <a:pt x="2048993" y="2358165"/>
                  </a:lnTo>
                  <a:lnTo>
                    <a:pt x="2051187" y="2346468"/>
                  </a:lnTo>
                  <a:lnTo>
                    <a:pt x="2053381" y="2254125"/>
                  </a:lnTo>
                  <a:lnTo>
                    <a:pt x="2055574" y="2131690"/>
                  </a:lnTo>
                  <a:lnTo>
                    <a:pt x="2057768" y="2069257"/>
                  </a:lnTo>
                  <a:lnTo>
                    <a:pt x="2059962" y="2046875"/>
                  </a:lnTo>
                  <a:lnTo>
                    <a:pt x="2062156" y="2094914"/>
                  </a:lnTo>
                  <a:lnTo>
                    <a:pt x="2064350" y="2081698"/>
                  </a:lnTo>
                  <a:lnTo>
                    <a:pt x="2066543" y="2079735"/>
                  </a:lnTo>
                  <a:lnTo>
                    <a:pt x="2068737" y="2081507"/>
                  </a:lnTo>
                  <a:lnTo>
                    <a:pt x="2070931" y="2044393"/>
                  </a:lnTo>
                  <a:lnTo>
                    <a:pt x="2073125" y="2118092"/>
                  </a:lnTo>
                  <a:lnTo>
                    <a:pt x="2075318" y="2169623"/>
                  </a:lnTo>
                  <a:lnTo>
                    <a:pt x="2077512" y="2186111"/>
                  </a:lnTo>
                  <a:lnTo>
                    <a:pt x="2079706" y="2185741"/>
                  </a:lnTo>
                  <a:lnTo>
                    <a:pt x="2081900" y="2159305"/>
                  </a:lnTo>
                  <a:lnTo>
                    <a:pt x="2084094" y="2215351"/>
                  </a:lnTo>
                  <a:lnTo>
                    <a:pt x="2086287" y="2244702"/>
                  </a:lnTo>
                  <a:lnTo>
                    <a:pt x="2088481" y="2199065"/>
                  </a:lnTo>
                  <a:lnTo>
                    <a:pt x="2090675" y="2127229"/>
                  </a:lnTo>
                  <a:lnTo>
                    <a:pt x="2092869" y="2069399"/>
                  </a:lnTo>
                  <a:lnTo>
                    <a:pt x="2095063" y="2066170"/>
                  </a:lnTo>
                  <a:lnTo>
                    <a:pt x="2097256" y="1964012"/>
                  </a:lnTo>
                  <a:lnTo>
                    <a:pt x="2099450" y="1845792"/>
                  </a:lnTo>
                  <a:lnTo>
                    <a:pt x="2101644" y="1897696"/>
                  </a:lnTo>
                  <a:lnTo>
                    <a:pt x="2103838" y="1975741"/>
                  </a:lnTo>
                  <a:lnTo>
                    <a:pt x="2106031" y="2052628"/>
                  </a:lnTo>
                  <a:lnTo>
                    <a:pt x="2108225" y="2086101"/>
                  </a:lnTo>
                  <a:lnTo>
                    <a:pt x="2110419" y="2156499"/>
                  </a:lnTo>
                  <a:lnTo>
                    <a:pt x="2112613" y="2291544"/>
                  </a:lnTo>
                  <a:lnTo>
                    <a:pt x="2114807" y="2273348"/>
                  </a:lnTo>
                  <a:lnTo>
                    <a:pt x="2117000" y="2212247"/>
                  </a:lnTo>
                  <a:lnTo>
                    <a:pt x="2119194" y="2213300"/>
                  </a:lnTo>
                  <a:lnTo>
                    <a:pt x="2121388" y="2309355"/>
                  </a:lnTo>
                  <a:lnTo>
                    <a:pt x="2123582" y="2366168"/>
                  </a:lnTo>
                  <a:lnTo>
                    <a:pt x="2125775" y="2331520"/>
                  </a:lnTo>
                  <a:lnTo>
                    <a:pt x="2127969" y="2389657"/>
                  </a:lnTo>
                  <a:lnTo>
                    <a:pt x="2130163" y="2490138"/>
                  </a:lnTo>
                  <a:lnTo>
                    <a:pt x="2132357" y="2530666"/>
                  </a:lnTo>
                  <a:lnTo>
                    <a:pt x="2134551" y="2500011"/>
                  </a:lnTo>
                  <a:lnTo>
                    <a:pt x="2136744" y="2482101"/>
                  </a:lnTo>
                  <a:lnTo>
                    <a:pt x="2138938" y="2449658"/>
                  </a:lnTo>
                  <a:lnTo>
                    <a:pt x="2141132" y="2398526"/>
                  </a:lnTo>
                  <a:lnTo>
                    <a:pt x="2143326" y="2436110"/>
                  </a:lnTo>
                  <a:lnTo>
                    <a:pt x="2145520" y="2532299"/>
                  </a:lnTo>
                  <a:lnTo>
                    <a:pt x="2147713" y="2598627"/>
                  </a:lnTo>
                  <a:lnTo>
                    <a:pt x="2149907" y="2664464"/>
                  </a:lnTo>
                  <a:lnTo>
                    <a:pt x="2152101" y="2780522"/>
                  </a:lnTo>
                  <a:lnTo>
                    <a:pt x="2154295" y="2823100"/>
                  </a:lnTo>
                  <a:lnTo>
                    <a:pt x="2156488" y="2772556"/>
                  </a:lnTo>
                  <a:lnTo>
                    <a:pt x="2158682" y="2745689"/>
                  </a:lnTo>
                  <a:lnTo>
                    <a:pt x="2160876" y="2754003"/>
                  </a:lnTo>
                  <a:lnTo>
                    <a:pt x="2163070" y="2753333"/>
                  </a:lnTo>
                  <a:lnTo>
                    <a:pt x="2165264" y="2746891"/>
                  </a:lnTo>
                  <a:lnTo>
                    <a:pt x="2167457" y="2736171"/>
                  </a:lnTo>
                  <a:lnTo>
                    <a:pt x="2169651" y="2713740"/>
                  </a:lnTo>
                  <a:lnTo>
                    <a:pt x="2171845" y="2609202"/>
                  </a:lnTo>
                  <a:lnTo>
                    <a:pt x="2174039" y="2467718"/>
                  </a:lnTo>
                  <a:lnTo>
                    <a:pt x="2176233" y="2377489"/>
                  </a:lnTo>
                  <a:lnTo>
                    <a:pt x="2178426" y="2295597"/>
                  </a:lnTo>
                  <a:lnTo>
                    <a:pt x="2180620" y="2263650"/>
                  </a:lnTo>
                  <a:lnTo>
                    <a:pt x="2182814" y="2162993"/>
                  </a:lnTo>
                  <a:lnTo>
                    <a:pt x="2185008" y="2093360"/>
                  </a:lnTo>
                  <a:lnTo>
                    <a:pt x="2187201" y="2126243"/>
                  </a:lnTo>
                  <a:lnTo>
                    <a:pt x="2189395" y="2258755"/>
                  </a:lnTo>
                  <a:lnTo>
                    <a:pt x="2191589" y="2390670"/>
                  </a:lnTo>
                  <a:lnTo>
                    <a:pt x="2193783" y="2399990"/>
                  </a:lnTo>
                  <a:lnTo>
                    <a:pt x="2195977" y="2441889"/>
                  </a:lnTo>
                  <a:lnTo>
                    <a:pt x="2198170" y="2501954"/>
                  </a:lnTo>
                  <a:lnTo>
                    <a:pt x="2200364" y="2450883"/>
                  </a:lnTo>
                  <a:lnTo>
                    <a:pt x="2202558" y="2221277"/>
                  </a:lnTo>
                  <a:lnTo>
                    <a:pt x="2204752" y="1961369"/>
                  </a:lnTo>
                  <a:lnTo>
                    <a:pt x="2206945" y="1839430"/>
                  </a:lnTo>
                  <a:lnTo>
                    <a:pt x="2209139" y="1886191"/>
                  </a:lnTo>
                  <a:lnTo>
                    <a:pt x="2211333" y="1950993"/>
                  </a:lnTo>
                  <a:lnTo>
                    <a:pt x="2213527" y="2011185"/>
                  </a:lnTo>
                  <a:lnTo>
                    <a:pt x="2215721" y="2159280"/>
                  </a:lnTo>
                  <a:lnTo>
                    <a:pt x="2217914" y="2268150"/>
                  </a:lnTo>
                  <a:lnTo>
                    <a:pt x="2220108" y="2249476"/>
                  </a:lnTo>
                  <a:lnTo>
                    <a:pt x="2222302" y="2032680"/>
                  </a:lnTo>
                  <a:lnTo>
                    <a:pt x="2224496" y="1801151"/>
                  </a:lnTo>
                  <a:lnTo>
                    <a:pt x="2226690" y="1707040"/>
                  </a:lnTo>
                  <a:lnTo>
                    <a:pt x="2228883" y="1624040"/>
                  </a:lnTo>
                  <a:lnTo>
                    <a:pt x="2231077" y="1561205"/>
                  </a:lnTo>
                  <a:lnTo>
                    <a:pt x="2233271" y="1580128"/>
                  </a:lnTo>
                  <a:lnTo>
                    <a:pt x="2235465" y="1693573"/>
                  </a:lnTo>
                  <a:lnTo>
                    <a:pt x="2237658" y="1777854"/>
                  </a:lnTo>
                  <a:lnTo>
                    <a:pt x="2239852" y="1737414"/>
                  </a:lnTo>
                  <a:lnTo>
                    <a:pt x="2242046" y="1664484"/>
                  </a:lnTo>
                  <a:lnTo>
                    <a:pt x="2244240" y="1715657"/>
                  </a:lnTo>
                  <a:lnTo>
                    <a:pt x="2246434" y="1759057"/>
                  </a:lnTo>
                  <a:lnTo>
                    <a:pt x="2248627" y="1740463"/>
                  </a:lnTo>
                  <a:lnTo>
                    <a:pt x="2250821" y="1727220"/>
                  </a:lnTo>
                  <a:lnTo>
                    <a:pt x="2253015" y="1763316"/>
                  </a:lnTo>
                  <a:lnTo>
                    <a:pt x="2255209" y="1771787"/>
                  </a:lnTo>
                  <a:lnTo>
                    <a:pt x="2257402" y="1651634"/>
                  </a:lnTo>
                  <a:lnTo>
                    <a:pt x="2259596" y="1500272"/>
                  </a:lnTo>
                  <a:lnTo>
                    <a:pt x="2261790" y="1381819"/>
                  </a:lnTo>
                  <a:lnTo>
                    <a:pt x="2263984" y="1277524"/>
                  </a:lnTo>
                  <a:lnTo>
                    <a:pt x="2266178" y="1153014"/>
                  </a:lnTo>
                  <a:lnTo>
                    <a:pt x="2268371" y="1052485"/>
                  </a:lnTo>
                  <a:lnTo>
                    <a:pt x="2270565" y="960406"/>
                  </a:lnTo>
                  <a:lnTo>
                    <a:pt x="2272759" y="928568"/>
                  </a:lnTo>
                  <a:lnTo>
                    <a:pt x="2274953" y="921907"/>
                  </a:lnTo>
                  <a:lnTo>
                    <a:pt x="2277147" y="950903"/>
                  </a:lnTo>
                  <a:lnTo>
                    <a:pt x="2279340" y="983954"/>
                  </a:lnTo>
                  <a:lnTo>
                    <a:pt x="2281534" y="1063731"/>
                  </a:lnTo>
                  <a:lnTo>
                    <a:pt x="2283728" y="1169337"/>
                  </a:lnTo>
                  <a:lnTo>
                    <a:pt x="2285922" y="1285668"/>
                  </a:lnTo>
                  <a:lnTo>
                    <a:pt x="2288115" y="1362217"/>
                  </a:lnTo>
                  <a:lnTo>
                    <a:pt x="2290309" y="1381526"/>
                  </a:lnTo>
                  <a:lnTo>
                    <a:pt x="2292503" y="1359700"/>
                  </a:lnTo>
                  <a:lnTo>
                    <a:pt x="2294697" y="1224223"/>
                  </a:lnTo>
                  <a:lnTo>
                    <a:pt x="2296891" y="1067688"/>
                  </a:lnTo>
                  <a:lnTo>
                    <a:pt x="2299084" y="863374"/>
                  </a:lnTo>
                  <a:lnTo>
                    <a:pt x="2301278" y="658801"/>
                  </a:lnTo>
                  <a:lnTo>
                    <a:pt x="2303472" y="482635"/>
                  </a:lnTo>
                  <a:lnTo>
                    <a:pt x="2305666" y="361214"/>
                  </a:lnTo>
                  <a:lnTo>
                    <a:pt x="2307860" y="324174"/>
                  </a:lnTo>
                  <a:lnTo>
                    <a:pt x="2310053" y="282411"/>
                  </a:lnTo>
                  <a:lnTo>
                    <a:pt x="2312247" y="246361"/>
                  </a:lnTo>
                  <a:lnTo>
                    <a:pt x="2314441" y="260630"/>
                  </a:lnTo>
                  <a:lnTo>
                    <a:pt x="2316635" y="269347"/>
                  </a:lnTo>
                  <a:lnTo>
                    <a:pt x="2318828" y="291908"/>
                  </a:lnTo>
                  <a:lnTo>
                    <a:pt x="2321022" y="331164"/>
                  </a:lnTo>
                  <a:lnTo>
                    <a:pt x="2323216" y="419382"/>
                  </a:lnTo>
                  <a:lnTo>
                    <a:pt x="2325410" y="521999"/>
                  </a:lnTo>
                  <a:lnTo>
                    <a:pt x="2327604" y="702088"/>
                  </a:lnTo>
                  <a:lnTo>
                    <a:pt x="2329797" y="945899"/>
                  </a:lnTo>
                  <a:lnTo>
                    <a:pt x="2331991" y="1137992"/>
                  </a:lnTo>
                  <a:lnTo>
                    <a:pt x="2334185" y="1332884"/>
                  </a:lnTo>
                  <a:lnTo>
                    <a:pt x="2336379" y="1471523"/>
                  </a:lnTo>
                  <a:lnTo>
                    <a:pt x="2338572" y="1541067"/>
                  </a:lnTo>
                  <a:lnTo>
                    <a:pt x="2340766" y="1473459"/>
                  </a:lnTo>
                  <a:lnTo>
                    <a:pt x="2342960" y="1348368"/>
                  </a:lnTo>
                  <a:lnTo>
                    <a:pt x="2345154" y="1263470"/>
                  </a:lnTo>
                  <a:lnTo>
                    <a:pt x="2347348" y="1167667"/>
                  </a:lnTo>
                  <a:lnTo>
                    <a:pt x="2349541" y="1104889"/>
                  </a:lnTo>
                  <a:lnTo>
                    <a:pt x="2351735" y="993135"/>
                  </a:lnTo>
                  <a:lnTo>
                    <a:pt x="2353929" y="864378"/>
                  </a:lnTo>
                  <a:lnTo>
                    <a:pt x="2356123" y="737072"/>
                  </a:lnTo>
                  <a:lnTo>
                    <a:pt x="2358317" y="608764"/>
                  </a:lnTo>
                  <a:lnTo>
                    <a:pt x="2360510" y="459889"/>
                  </a:lnTo>
                  <a:lnTo>
                    <a:pt x="2362704" y="304158"/>
                  </a:lnTo>
                  <a:lnTo>
                    <a:pt x="2364898" y="256081"/>
                  </a:lnTo>
                  <a:lnTo>
                    <a:pt x="2367092" y="272887"/>
                  </a:lnTo>
                  <a:lnTo>
                    <a:pt x="2369285" y="314740"/>
                  </a:lnTo>
                  <a:lnTo>
                    <a:pt x="2371479" y="398141"/>
                  </a:lnTo>
                  <a:lnTo>
                    <a:pt x="2373673" y="539926"/>
                  </a:lnTo>
                  <a:lnTo>
                    <a:pt x="2375867" y="605689"/>
                  </a:lnTo>
                  <a:lnTo>
                    <a:pt x="2378061" y="646048"/>
                  </a:lnTo>
                  <a:lnTo>
                    <a:pt x="2380254" y="704479"/>
                  </a:lnTo>
                  <a:lnTo>
                    <a:pt x="2382448" y="731077"/>
                  </a:lnTo>
                  <a:lnTo>
                    <a:pt x="2384642" y="651564"/>
                  </a:lnTo>
                  <a:lnTo>
                    <a:pt x="2386836" y="611727"/>
                  </a:lnTo>
                  <a:lnTo>
                    <a:pt x="2389029" y="926425"/>
                  </a:lnTo>
                  <a:lnTo>
                    <a:pt x="2391223" y="1215981"/>
                  </a:lnTo>
                  <a:lnTo>
                    <a:pt x="2393417" y="1361488"/>
                  </a:lnTo>
                  <a:lnTo>
                    <a:pt x="2395611" y="1522374"/>
                  </a:lnTo>
                  <a:lnTo>
                    <a:pt x="2397805" y="1794116"/>
                  </a:lnTo>
                  <a:lnTo>
                    <a:pt x="2399998" y="1915308"/>
                  </a:lnTo>
                  <a:lnTo>
                    <a:pt x="2402192" y="1649427"/>
                  </a:lnTo>
                  <a:lnTo>
                    <a:pt x="2404386" y="1437835"/>
                  </a:lnTo>
                  <a:lnTo>
                    <a:pt x="2406580" y="1379467"/>
                  </a:lnTo>
                  <a:lnTo>
                    <a:pt x="2408774" y="1352191"/>
                  </a:lnTo>
                  <a:lnTo>
                    <a:pt x="2410967" y="1296531"/>
                  </a:lnTo>
                  <a:lnTo>
                    <a:pt x="2413161" y="1304356"/>
                  </a:lnTo>
                  <a:lnTo>
                    <a:pt x="2415355" y="1471229"/>
                  </a:lnTo>
                  <a:lnTo>
                    <a:pt x="2417549" y="1625071"/>
                  </a:lnTo>
                  <a:lnTo>
                    <a:pt x="2419742" y="1761080"/>
                  </a:lnTo>
                  <a:lnTo>
                    <a:pt x="2421936" y="1854064"/>
                  </a:lnTo>
                  <a:lnTo>
                    <a:pt x="2424130" y="1919468"/>
                  </a:lnTo>
                  <a:lnTo>
                    <a:pt x="2426324" y="2038572"/>
                  </a:lnTo>
                  <a:lnTo>
                    <a:pt x="2428518" y="2005488"/>
                  </a:lnTo>
                  <a:lnTo>
                    <a:pt x="2430711" y="1902266"/>
                  </a:lnTo>
                  <a:lnTo>
                    <a:pt x="2432905" y="1758765"/>
                  </a:lnTo>
                  <a:lnTo>
                    <a:pt x="2435099" y="1682295"/>
                  </a:lnTo>
                  <a:lnTo>
                    <a:pt x="2437293" y="1653016"/>
                  </a:lnTo>
                  <a:lnTo>
                    <a:pt x="2439486" y="1659554"/>
                  </a:lnTo>
                  <a:lnTo>
                    <a:pt x="2441680" y="1681402"/>
                  </a:lnTo>
                  <a:lnTo>
                    <a:pt x="2443874" y="1708222"/>
                  </a:lnTo>
                  <a:lnTo>
                    <a:pt x="2446068" y="1749893"/>
                  </a:lnTo>
                  <a:lnTo>
                    <a:pt x="2448262" y="1750992"/>
                  </a:lnTo>
                  <a:lnTo>
                    <a:pt x="2450455" y="1764705"/>
                  </a:lnTo>
                  <a:lnTo>
                    <a:pt x="2452649" y="1654244"/>
                  </a:lnTo>
                  <a:lnTo>
                    <a:pt x="2454843" y="1621544"/>
                  </a:lnTo>
                  <a:lnTo>
                    <a:pt x="2457037" y="1717609"/>
                  </a:lnTo>
                  <a:lnTo>
                    <a:pt x="2459231" y="1951849"/>
                  </a:lnTo>
                  <a:lnTo>
                    <a:pt x="2461424" y="2053683"/>
                  </a:lnTo>
                  <a:lnTo>
                    <a:pt x="2463618" y="2043824"/>
                  </a:lnTo>
                  <a:lnTo>
                    <a:pt x="2465812" y="2041072"/>
                  </a:lnTo>
                  <a:lnTo>
                    <a:pt x="2468006" y="2049038"/>
                  </a:lnTo>
                  <a:lnTo>
                    <a:pt x="2470199" y="1949132"/>
                  </a:lnTo>
                  <a:lnTo>
                    <a:pt x="2472393" y="1756781"/>
                  </a:lnTo>
                  <a:lnTo>
                    <a:pt x="2474587" y="1754554"/>
                  </a:lnTo>
                  <a:lnTo>
                    <a:pt x="2476781" y="1865995"/>
                  </a:lnTo>
                  <a:lnTo>
                    <a:pt x="2478975" y="2020815"/>
                  </a:lnTo>
                  <a:lnTo>
                    <a:pt x="2481168" y="2118725"/>
                  </a:lnTo>
                  <a:lnTo>
                    <a:pt x="2483362" y="2198331"/>
                  </a:lnTo>
                  <a:lnTo>
                    <a:pt x="2485556" y="2256244"/>
                  </a:lnTo>
                  <a:lnTo>
                    <a:pt x="2487750" y="2294820"/>
                  </a:lnTo>
                  <a:lnTo>
                    <a:pt x="2489944" y="2315471"/>
                  </a:lnTo>
                  <a:lnTo>
                    <a:pt x="2492137" y="2328935"/>
                  </a:lnTo>
                  <a:lnTo>
                    <a:pt x="2494331" y="2303694"/>
                  </a:lnTo>
                  <a:lnTo>
                    <a:pt x="2496525" y="2339017"/>
                  </a:lnTo>
                  <a:lnTo>
                    <a:pt x="2498719" y="2288619"/>
                  </a:lnTo>
                  <a:lnTo>
                    <a:pt x="2500912" y="2148418"/>
                  </a:lnTo>
                  <a:lnTo>
                    <a:pt x="2503106" y="1992476"/>
                  </a:lnTo>
                  <a:lnTo>
                    <a:pt x="2505300" y="1847767"/>
                  </a:lnTo>
                  <a:lnTo>
                    <a:pt x="2507494" y="1861051"/>
                  </a:lnTo>
                  <a:lnTo>
                    <a:pt x="2509688" y="1855031"/>
                  </a:lnTo>
                  <a:lnTo>
                    <a:pt x="2511881" y="1888522"/>
                  </a:lnTo>
                  <a:lnTo>
                    <a:pt x="2514075" y="1933637"/>
                  </a:lnTo>
                  <a:lnTo>
                    <a:pt x="2516269" y="1954809"/>
                  </a:lnTo>
                  <a:lnTo>
                    <a:pt x="2518463" y="1932796"/>
                  </a:lnTo>
                  <a:lnTo>
                    <a:pt x="2520656" y="1829549"/>
                  </a:lnTo>
                  <a:lnTo>
                    <a:pt x="2522850" y="1731224"/>
                  </a:lnTo>
                  <a:lnTo>
                    <a:pt x="2525044" y="1691145"/>
                  </a:lnTo>
                  <a:lnTo>
                    <a:pt x="2527238" y="1711541"/>
                  </a:lnTo>
                  <a:lnTo>
                    <a:pt x="2529432" y="1799152"/>
                  </a:lnTo>
                  <a:lnTo>
                    <a:pt x="2531625" y="1938416"/>
                  </a:lnTo>
                  <a:lnTo>
                    <a:pt x="2533819" y="1953436"/>
                  </a:lnTo>
                  <a:lnTo>
                    <a:pt x="2536013" y="1952426"/>
                  </a:lnTo>
                  <a:lnTo>
                    <a:pt x="2538207" y="1995060"/>
                  </a:lnTo>
                  <a:lnTo>
                    <a:pt x="2540401" y="2031078"/>
                  </a:lnTo>
                  <a:lnTo>
                    <a:pt x="2542594" y="1984815"/>
                  </a:lnTo>
                  <a:lnTo>
                    <a:pt x="2544788" y="1864600"/>
                  </a:lnTo>
                  <a:lnTo>
                    <a:pt x="2546982" y="1911028"/>
                  </a:lnTo>
                  <a:lnTo>
                    <a:pt x="2549176" y="2061795"/>
                  </a:lnTo>
                  <a:lnTo>
                    <a:pt x="2551369" y="2145707"/>
                  </a:lnTo>
                  <a:lnTo>
                    <a:pt x="2553563" y="2196668"/>
                  </a:lnTo>
                  <a:lnTo>
                    <a:pt x="2555757" y="2242272"/>
                  </a:lnTo>
                  <a:lnTo>
                    <a:pt x="2557951" y="2270730"/>
                  </a:lnTo>
                  <a:lnTo>
                    <a:pt x="2560145" y="2290928"/>
                  </a:lnTo>
                  <a:lnTo>
                    <a:pt x="2562338" y="2219117"/>
                  </a:lnTo>
                  <a:lnTo>
                    <a:pt x="2564532" y="2073156"/>
                  </a:lnTo>
                  <a:lnTo>
                    <a:pt x="2566726" y="1925466"/>
                  </a:lnTo>
                  <a:lnTo>
                    <a:pt x="2568920" y="1823805"/>
                  </a:lnTo>
                  <a:lnTo>
                    <a:pt x="2571113" y="1820771"/>
                  </a:lnTo>
                  <a:lnTo>
                    <a:pt x="2573307" y="1823039"/>
                  </a:lnTo>
                  <a:lnTo>
                    <a:pt x="2575501" y="1886972"/>
                  </a:lnTo>
                  <a:lnTo>
                    <a:pt x="2577695" y="2030403"/>
                  </a:lnTo>
                  <a:lnTo>
                    <a:pt x="2579889" y="2195082"/>
                  </a:lnTo>
                  <a:lnTo>
                    <a:pt x="2582082" y="2310684"/>
                  </a:lnTo>
                  <a:lnTo>
                    <a:pt x="2584276" y="2343386"/>
                  </a:lnTo>
                  <a:lnTo>
                    <a:pt x="2586470" y="2251108"/>
                  </a:lnTo>
                  <a:lnTo>
                    <a:pt x="2588664" y="2070988"/>
                  </a:lnTo>
                  <a:lnTo>
                    <a:pt x="2590858" y="1966587"/>
                  </a:lnTo>
                  <a:lnTo>
                    <a:pt x="2593051" y="1907917"/>
                  </a:lnTo>
                  <a:lnTo>
                    <a:pt x="2595245" y="1845996"/>
                  </a:lnTo>
                  <a:lnTo>
                    <a:pt x="2597439" y="1839021"/>
                  </a:lnTo>
                  <a:lnTo>
                    <a:pt x="2599633" y="1920389"/>
                  </a:lnTo>
                  <a:lnTo>
                    <a:pt x="2601826" y="2061946"/>
                  </a:lnTo>
                  <a:lnTo>
                    <a:pt x="2604020" y="2196500"/>
                  </a:lnTo>
                  <a:lnTo>
                    <a:pt x="2606214" y="2280820"/>
                  </a:lnTo>
                  <a:lnTo>
                    <a:pt x="2608408" y="2408772"/>
                  </a:lnTo>
                  <a:lnTo>
                    <a:pt x="2610602" y="2532927"/>
                  </a:lnTo>
                  <a:lnTo>
                    <a:pt x="2612795" y="2654607"/>
                  </a:lnTo>
                  <a:lnTo>
                    <a:pt x="2614989" y="2715876"/>
                  </a:lnTo>
                  <a:lnTo>
                    <a:pt x="2617183" y="2662565"/>
                  </a:lnTo>
                  <a:lnTo>
                    <a:pt x="2619377" y="2675985"/>
                  </a:lnTo>
                  <a:lnTo>
                    <a:pt x="2621571" y="2729157"/>
                  </a:lnTo>
                  <a:lnTo>
                    <a:pt x="2623764" y="2733655"/>
                  </a:lnTo>
                  <a:lnTo>
                    <a:pt x="2625958" y="2736411"/>
                  </a:lnTo>
                  <a:lnTo>
                    <a:pt x="2628152" y="2784936"/>
                  </a:lnTo>
                  <a:lnTo>
                    <a:pt x="2630346" y="2806432"/>
                  </a:lnTo>
                  <a:lnTo>
                    <a:pt x="2632539" y="2677209"/>
                  </a:lnTo>
                  <a:lnTo>
                    <a:pt x="2634733" y="2523089"/>
                  </a:lnTo>
                  <a:lnTo>
                    <a:pt x="2636927" y="2401934"/>
                  </a:lnTo>
                  <a:lnTo>
                    <a:pt x="2639121" y="2296075"/>
                  </a:lnTo>
                  <a:lnTo>
                    <a:pt x="2641315" y="2102537"/>
                  </a:lnTo>
                  <a:lnTo>
                    <a:pt x="2643508" y="1973433"/>
                  </a:lnTo>
                  <a:lnTo>
                    <a:pt x="2645702" y="2001163"/>
                  </a:lnTo>
                  <a:lnTo>
                    <a:pt x="2647896" y="2067961"/>
                  </a:lnTo>
                  <a:lnTo>
                    <a:pt x="2650090" y="2133302"/>
                  </a:lnTo>
                  <a:lnTo>
                    <a:pt x="2652283" y="2194146"/>
                  </a:lnTo>
                  <a:lnTo>
                    <a:pt x="2654477" y="2296099"/>
                  </a:lnTo>
                  <a:lnTo>
                    <a:pt x="2656671" y="2301324"/>
                  </a:lnTo>
                  <a:lnTo>
                    <a:pt x="2658865" y="2211525"/>
                  </a:lnTo>
                  <a:lnTo>
                    <a:pt x="2661059" y="2204628"/>
                  </a:lnTo>
                  <a:lnTo>
                    <a:pt x="2663252" y="2249851"/>
                  </a:lnTo>
                  <a:lnTo>
                    <a:pt x="2665446" y="2344407"/>
                  </a:lnTo>
                  <a:lnTo>
                    <a:pt x="2667640" y="2443683"/>
                  </a:lnTo>
                  <a:lnTo>
                    <a:pt x="2669834" y="2543091"/>
                  </a:lnTo>
                  <a:lnTo>
                    <a:pt x="2672028" y="2657326"/>
                  </a:lnTo>
                  <a:lnTo>
                    <a:pt x="2674221" y="2712402"/>
                  </a:lnTo>
                  <a:lnTo>
                    <a:pt x="2676415" y="2705881"/>
                  </a:lnTo>
                  <a:lnTo>
                    <a:pt x="2678609" y="2676770"/>
                  </a:lnTo>
                  <a:lnTo>
                    <a:pt x="2680803" y="2658616"/>
                  </a:lnTo>
                  <a:lnTo>
                    <a:pt x="2682996" y="2717540"/>
                  </a:lnTo>
                  <a:lnTo>
                    <a:pt x="2685190" y="2815907"/>
                  </a:lnTo>
                  <a:lnTo>
                    <a:pt x="2687384" y="2803602"/>
                  </a:lnTo>
                  <a:lnTo>
                    <a:pt x="2689578" y="2824701"/>
                  </a:lnTo>
                  <a:lnTo>
                    <a:pt x="2691772" y="2788795"/>
                  </a:lnTo>
                  <a:lnTo>
                    <a:pt x="2693965" y="2817961"/>
                  </a:lnTo>
                  <a:lnTo>
                    <a:pt x="2696159" y="2830368"/>
                  </a:lnTo>
                  <a:lnTo>
                    <a:pt x="2698353" y="2774389"/>
                  </a:lnTo>
                  <a:lnTo>
                    <a:pt x="2700547" y="2712534"/>
                  </a:lnTo>
                  <a:lnTo>
                    <a:pt x="2702740" y="2637715"/>
                  </a:lnTo>
                  <a:lnTo>
                    <a:pt x="2704934" y="2630754"/>
                  </a:lnTo>
                  <a:lnTo>
                    <a:pt x="2707128" y="2617040"/>
                  </a:lnTo>
                  <a:lnTo>
                    <a:pt x="2709322" y="2678291"/>
                  </a:lnTo>
                  <a:lnTo>
                    <a:pt x="2711516" y="2769827"/>
                  </a:lnTo>
                  <a:lnTo>
                    <a:pt x="2713709" y="2882015"/>
                  </a:lnTo>
                  <a:lnTo>
                    <a:pt x="2715903" y="2901787"/>
                  </a:lnTo>
                  <a:lnTo>
                    <a:pt x="2718097" y="2846070"/>
                  </a:lnTo>
                  <a:lnTo>
                    <a:pt x="2720291" y="2686736"/>
                  </a:lnTo>
                  <a:lnTo>
                    <a:pt x="2722485" y="2477433"/>
                  </a:lnTo>
                  <a:lnTo>
                    <a:pt x="2724678" y="2271400"/>
                  </a:lnTo>
                  <a:lnTo>
                    <a:pt x="2726872" y="2111381"/>
                  </a:lnTo>
                  <a:lnTo>
                    <a:pt x="2729066" y="2075668"/>
                  </a:lnTo>
                  <a:lnTo>
                    <a:pt x="2731260" y="2099480"/>
                  </a:lnTo>
                  <a:lnTo>
                    <a:pt x="2733453" y="2176706"/>
                  </a:lnTo>
                  <a:lnTo>
                    <a:pt x="2735647" y="2257111"/>
                  </a:lnTo>
                  <a:lnTo>
                    <a:pt x="2737841" y="2264367"/>
                  </a:lnTo>
                  <a:lnTo>
                    <a:pt x="2740035" y="2215132"/>
                  </a:lnTo>
                  <a:lnTo>
                    <a:pt x="2742229" y="2173503"/>
                  </a:lnTo>
                  <a:lnTo>
                    <a:pt x="2744422" y="2042235"/>
                  </a:lnTo>
                  <a:lnTo>
                    <a:pt x="2746616" y="1886122"/>
                  </a:lnTo>
                  <a:lnTo>
                    <a:pt x="2748810" y="1848431"/>
                  </a:lnTo>
                  <a:lnTo>
                    <a:pt x="2751004" y="1939471"/>
                  </a:lnTo>
                  <a:lnTo>
                    <a:pt x="2753198" y="2006137"/>
                  </a:lnTo>
                  <a:lnTo>
                    <a:pt x="2755391" y="2021528"/>
                  </a:lnTo>
                  <a:lnTo>
                    <a:pt x="2757585" y="2141379"/>
                  </a:lnTo>
                  <a:lnTo>
                    <a:pt x="2759779" y="2288310"/>
                  </a:lnTo>
                  <a:lnTo>
                    <a:pt x="2761973" y="2351650"/>
                  </a:lnTo>
                  <a:lnTo>
                    <a:pt x="2764166" y="2353350"/>
                  </a:lnTo>
                  <a:lnTo>
                    <a:pt x="2766360" y="2427959"/>
                  </a:lnTo>
                  <a:lnTo>
                    <a:pt x="2768554" y="2540437"/>
                  </a:lnTo>
                  <a:lnTo>
                    <a:pt x="2770748" y="2573727"/>
                  </a:lnTo>
                  <a:lnTo>
                    <a:pt x="2772942" y="2616973"/>
                  </a:lnTo>
                  <a:lnTo>
                    <a:pt x="2775135" y="2667318"/>
                  </a:lnTo>
                  <a:lnTo>
                    <a:pt x="2777329" y="2700002"/>
                  </a:lnTo>
                  <a:lnTo>
                    <a:pt x="2779523" y="2686909"/>
                  </a:lnTo>
                  <a:lnTo>
                    <a:pt x="2781717" y="2623371"/>
                  </a:lnTo>
                  <a:lnTo>
                    <a:pt x="2783910" y="2609313"/>
                  </a:lnTo>
                  <a:lnTo>
                    <a:pt x="2786104" y="2592703"/>
                  </a:lnTo>
                  <a:lnTo>
                    <a:pt x="2788298" y="2518495"/>
                  </a:lnTo>
                  <a:lnTo>
                    <a:pt x="2790492" y="2438309"/>
                  </a:lnTo>
                  <a:lnTo>
                    <a:pt x="2792686" y="2382485"/>
                  </a:lnTo>
                  <a:lnTo>
                    <a:pt x="2794879" y="2440094"/>
                  </a:lnTo>
                  <a:lnTo>
                    <a:pt x="2797073" y="2431372"/>
                  </a:lnTo>
                  <a:lnTo>
                    <a:pt x="2799267" y="2393528"/>
                  </a:lnTo>
                  <a:lnTo>
                    <a:pt x="2801461" y="2428784"/>
                  </a:lnTo>
                  <a:lnTo>
                    <a:pt x="2803655" y="2484021"/>
                  </a:lnTo>
                  <a:lnTo>
                    <a:pt x="2805848" y="2512682"/>
                  </a:lnTo>
                  <a:lnTo>
                    <a:pt x="2808042" y="2409309"/>
                  </a:lnTo>
                  <a:lnTo>
                    <a:pt x="2810236" y="2314399"/>
                  </a:lnTo>
                  <a:lnTo>
                    <a:pt x="2812430" y="2252549"/>
                  </a:lnTo>
                  <a:lnTo>
                    <a:pt x="2814623" y="2177248"/>
                  </a:lnTo>
                  <a:lnTo>
                    <a:pt x="2816817" y="2125393"/>
                  </a:lnTo>
                  <a:lnTo>
                    <a:pt x="2819011" y="2145490"/>
                  </a:lnTo>
                  <a:lnTo>
                    <a:pt x="2821205" y="2246898"/>
                  </a:lnTo>
                  <a:lnTo>
                    <a:pt x="2823399" y="2339079"/>
                  </a:lnTo>
                  <a:lnTo>
                    <a:pt x="2825592" y="2420324"/>
                  </a:lnTo>
                  <a:lnTo>
                    <a:pt x="2827786" y="2520688"/>
                  </a:lnTo>
                  <a:lnTo>
                    <a:pt x="2829980" y="2571862"/>
                  </a:lnTo>
                  <a:lnTo>
                    <a:pt x="2832174" y="2553040"/>
                  </a:lnTo>
                  <a:lnTo>
                    <a:pt x="2834367" y="2542811"/>
                  </a:lnTo>
                  <a:lnTo>
                    <a:pt x="2836561" y="2597974"/>
                  </a:lnTo>
                  <a:lnTo>
                    <a:pt x="2838755" y="2611009"/>
                  </a:lnTo>
                  <a:lnTo>
                    <a:pt x="2840949" y="2592415"/>
                  </a:lnTo>
                  <a:lnTo>
                    <a:pt x="2843143" y="2554777"/>
                  </a:lnTo>
                  <a:lnTo>
                    <a:pt x="2845336" y="2503106"/>
                  </a:lnTo>
                  <a:lnTo>
                    <a:pt x="2847530" y="2388280"/>
                  </a:lnTo>
                  <a:lnTo>
                    <a:pt x="2849724" y="2279749"/>
                  </a:lnTo>
                  <a:lnTo>
                    <a:pt x="2851918" y="2223139"/>
                  </a:lnTo>
                  <a:lnTo>
                    <a:pt x="2854112" y="2145887"/>
                  </a:lnTo>
                  <a:lnTo>
                    <a:pt x="2856305" y="2143226"/>
                  </a:lnTo>
                  <a:lnTo>
                    <a:pt x="2858499" y="2186661"/>
                  </a:lnTo>
                  <a:lnTo>
                    <a:pt x="2860693" y="2241855"/>
                  </a:lnTo>
                  <a:lnTo>
                    <a:pt x="2862887" y="2291437"/>
                  </a:lnTo>
                  <a:lnTo>
                    <a:pt x="2865080" y="2368513"/>
                  </a:lnTo>
                  <a:lnTo>
                    <a:pt x="2867274" y="2432111"/>
                  </a:lnTo>
                  <a:lnTo>
                    <a:pt x="2869468" y="2474438"/>
                  </a:lnTo>
                  <a:lnTo>
                    <a:pt x="2871662" y="2484156"/>
                  </a:lnTo>
                  <a:lnTo>
                    <a:pt x="2873856" y="2451247"/>
                  </a:lnTo>
                  <a:lnTo>
                    <a:pt x="2876049" y="2376601"/>
                  </a:lnTo>
                  <a:lnTo>
                    <a:pt x="2878243" y="2297094"/>
                  </a:lnTo>
                  <a:lnTo>
                    <a:pt x="2880437" y="2205931"/>
                  </a:lnTo>
                  <a:lnTo>
                    <a:pt x="2882631" y="2182775"/>
                  </a:lnTo>
                  <a:lnTo>
                    <a:pt x="2884825" y="2236402"/>
                  </a:lnTo>
                  <a:lnTo>
                    <a:pt x="2887018" y="2306641"/>
                  </a:lnTo>
                  <a:lnTo>
                    <a:pt x="2889212" y="2382629"/>
                  </a:lnTo>
                  <a:lnTo>
                    <a:pt x="2891406" y="2403872"/>
                  </a:lnTo>
                  <a:lnTo>
                    <a:pt x="2893600" y="2480289"/>
                  </a:lnTo>
                  <a:lnTo>
                    <a:pt x="2895793" y="2486325"/>
                  </a:lnTo>
                  <a:lnTo>
                    <a:pt x="2897987" y="2435877"/>
                  </a:lnTo>
                  <a:lnTo>
                    <a:pt x="2900181" y="2422777"/>
                  </a:lnTo>
                  <a:lnTo>
                    <a:pt x="2902375" y="2433556"/>
                  </a:lnTo>
                  <a:lnTo>
                    <a:pt x="2904569" y="2421180"/>
                  </a:lnTo>
                  <a:lnTo>
                    <a:pt x="2906762" y="2400792"/>
                  </a:lnTo>
                  <a:lnTo>
                    <a:pt x="2908956" y="2392277"/>
                  </a:lnTo>
                  <a:lnTo>
                    <a:pt x="2911150" y="2429237"/>
                  </a:lnTo>
                  <a:lnTo>
                    <a:pt x="2913344" y="2442775"/>
                  </a:lnTo>
                  <a:lnTo>
                    <a:pt x="2915537" y="2450703"/>
                  </a:lnTo>
                  <a:lnTo>
                    <a:pt x="2917731" y="2531985"/>
                  </a:lnTo>
                  <a:lnTo>
                    <a:pt x="2919925" y="2654707"/>
                  </a:lnTo>
                  <a:lnTo>
                    <a:pt x="2922119" y="2751026"/>
                  </a:lnTo>
                  <a:lnTo>
                    <a:pt x="2924313" y="2711548"/>
                  </a:lnTo>
                  <a:lnTo>
                    <a:pt x="2926506" y="2694378"/>
                  </a:lnTo>
                  <a:lnTo>
                    <a:pt x="2928700" y="2721654"/>
                  </a:lnTo>
                  <a:lnTo>
                    <a:pt x="2930894" y="2755780"/>
                  </a:lnTo>
                  <a:lnTo>
                    <a:pt x="2933088" y="2677326"/>
                  </a:lnTo>
                  <a:lnTo>
                    <a:pt x="2935282" y="2575592"/>
                  </a:lnTo>
                  <a:lnTo>
                    <a:pt x="2937475" y="2626991"/>
                  </a:lnTo>
                  <a:lnTo>
                    <a:pt x="2939669" y="2720505"/>
                  </a:lnTo>
                  <a:lnTo>
                    <a:pt x="2941863" y="2778530"/>
                  </a:lnTo>
                  <a:lnTo>
                    <a:pt x="2944057" y="2773689"/>
                  </a:lnTo>
                  <a:lnTo>
                    <a:pt x="2946250" y="2856702"/>
                  </a:lnTo>
                  <a:lnTo>
                    <a:pt x="2948444" y="2978882"/>
                  </a:lnTo>
                  <a:lnTo>
                    <a:pt x="2950638" y="3029411"/>
                  </a:lnTo>
                  <a:lnTo>
                    <a:pt x="2952832" y="3015464"/>
                  </a:lnTo>
                  <a:lnTo>
                    <a:pt x="2955026" y="2940949"/>
                  </a:lnTo>
                  <a:lnTo>
                    <a:pt x="2957219" y="2935219"/>
                  </a:lnTo>
                  <a:lnTo>
                    <a:pt x="2959413" y="2858800"/>
                  </a:lnTo>
                  <a:lnTo>
                    <a:pt x="2961607" y="2753167"/>
                  </a:lnTo>
                  <a:lnTo>
                    <a:pt x="2963801" y="2671485"/>
                  </a:lnTo>
                  <a:lnTo>
                    <a:pt x="2965994" y="2602594"/>
                  </a:lnTo>
                  <a:lnTo>
                    <a:pt x="2968188" y="2585169"/>
                  </a:lnTo>
                  <a:lnTo>
                    <a:pt x="2970382" y="2545431"/>
                  </a:lnTo>
                  <a:lnTo>
                    <a:pt x="2972576" y="2570344"/>
                  </a:lnTo>
                  <a:lnTo>
                    <a:pt x="2974770" y="2655185"/>
                  </a:lnTo>
                  <a:lnTo>
                    <a:pt x="2976963" y="2707039"/>
                  </a:lnTo>
                  <a:lnTo>
                    <a:pt x="2979157" y="2696579"/>
                  </a:lnTo>
                  <a:lnTo>
                    <a:pt x="2981351" y="2656791"/>
                  </a:lnTo>
                  <a:lnTo>
                    <a:pt x="2983545" y="2746148"/>
                  </a:lnTo>
                  <a:lnTo>
                    <a:pt x="2985739" y="2814532"/>
                  </a:lnTo>
                  <a:lnTo>
                    <a:pt x="2987932" y="2757604"/>
                  </a:lnTo>
                  <a:lnTo>
                    <a:pt x="2990126" y="2709039"/>
                  </a:lnTo>
                  <a:lnTo>
                    <a:pt x="2992320" y="2723018"/>
                  </a:lnTo>
                  <a:lnTo>
                    <a:pt x="2994514" y="2765013"/>
                  </a:lnTo>
                  <a:lnTo>
                    <a:pt x="2996707" y="2681064"/>
                  </a:lnTo>
                  <a:lnTo>
                    <a:pt x="2998901" y="2666877"/>
                  </a:lnTo>
                  <a:lnTo>
                    <a:pt x="3001095" y="2704718"/>
                  </a:lnTo>
                  <a:lnTo>
                    <a:pt x="3003289" y="2722576"/>
                  </a:lnTo>
                  <a:lnTo>
                    <a:pt x="3005483" y="2764755"/>
                  </a:lnTo>
                  <a:lnTo>
                    <a:pt x="3007676" y="2787438"/>
                  </a:lnTo>
                  <a:lnTo>
                    <a:pt x="3009870" y="2857389"/>
                  </a:lnTo>
                  <a:lnTo>
                    <a:pt x="3012064" y="2832198"/>
                  </a:lnTo>
                  <a:lnTo>
                    <a:pt x="3014258" y="2862343"/>
                  </a:lnTo>
                  <a:lnTo>
                    <a:pt x="3016451" y="2946693"/>
                  </a:lnTo>
                  <a:lnTo>
                    <a:pt x="3018645" y="2998729"/>
                  </a:lnTo>
                  <a:lnTo>
                    <a:pt x="3020839" y="2985545"/>
                  </a:lnTo>
                  <a:lnTo>
                    <a:pt x="3023033" y="2909408"/>
                  </a:lnTo>
                  <a:lnTo>
                    <a:pt x="3025227" y="2847092"/>
                  </a:lnTo>
                  <a:lnTo>
                    <a:pt x="3027420" y="2780556"/>
                  </a:lnTo>
                  <a:lnTo>
                    <a:pt x="3029614" y="2694774"/>
                  </a:lnTo>
                  <a:lnTo>
                    <a:pt x="3031808" y="2602533"/>
                  </a:lnTo>
                  <a:lnTo>
                    <a:pt x="3034002" y="2678455"/>
                  </a:lnTo>
                  <a:lnTo>
                    <a:pt x="3036196" y="2768876"/>
                  </a:lnTo>
                  <a:lnTo>
                    <a:pt x="3038389" y="2852848"/>
                  </a:lnTo>
                  <a:lnTo>
                    <a:pt x="3040583" y="2888908"/>
                  </a:lnTo>
                  <a:lnTo>
                    <a:pt x="3042777" y="2908499"/>
                  </a:lnTo>
                  <a:lnTo>
                    <a:pt x="3044971" y="2960058"/>
                  </a:lnTo>
                  <a:lnTo>
                    <a:pt x="3047164" y="2895386"/>
                  </a:lnTo>
                  <a:lnTo>
                    <a:pt x="3049358" y="2820282"/>
                  </a:lnTo>
                  <a:lnTo>
                    <a:pt x="3051552" y="2799151"/>
                  </a:lnTo>
                  <a:lnTo>
                    <a:pt x="3053746" y="2814491"/>
                  </a:lnTo>
                  <a:lnTo>
                    <a:pt x="3055940" y="2805291"/>
                  </a:lnTo>
                  <a:lnTo>
                    <a:pt x="3058133" y="2752012"/>
                  </a:lnTo>
                  <a:lnTo>
                    <a:pt x="3060327" y="2768085"/>
                  </a:lnTo>
                  <a:lnTo>
                    <a:pt x="3062521" y="2820658"/>
                  </a:lnTo>
                  <a:lnTo>
                    <a:pt x="3064715" y="2797379"/>
                  </a:lnTo>
                  <a:lnTo>
                    <a:pt x="3066909" y="2677304"/>
                  </a:lnTo>
                  <a:lnTo>
                    <a:pt x="3069102" y="2539872"/>
                  </a:lnTo>
                  <a:lnTo>
                    <a:pt x="3071296" y="2460050"/>
                  </a:lnTo>
                  <a:lnTo>
                    <a:pt x="3073490" y="2372774"/>
                  </a:lnTo>
                  <a:lnTo>
                    <a:pt x="3075684" y="2290618"/>
                  </a:lnTo>
                  <a:lnTo>
                    <a:pt x="3077877" y="2340378"/>
                  </a:lnTo>
                  <a:lnTo>
                    <a:pt x="3080071" y="2496058"/>
                  </a:lnTo>
                  <a:lnTo>
                    <a:pt x="3082265" y="2707125"/>
                  </a:lnTo>
                  <a:lnTo>
                    <a:pt x="3084459" y="2819712"/>
                  </a:lnTo>
                  <a:lnTo>
                    <a:pt x="3086653" y="2889604"/>
                  </a:lnTo>
                  <a:lnTo>
                    <a:pt x="3088846" y="2899680"/>
                  </a:lnTo>
                  <a:lnTo>
                    <a:pt x="3091040" y="2788424"/>
                  </a:lnTo>
                  <a:lnTo>
                    <a:pt x="3093234" y="2709026"/>
                  </a:lnTo>
                  <a:lnTo>
                    <a:pt x="3095428" y="2632796"/>
                  </a:lnTo>
                  <a:lnTo>
                    <a:pt x="3097621" y="2601689"/>
                  </a:lnTo>
                  <a:lnTo>
                    <a:pt x="3099815" y="2547837"/>
                  </a:lnTo>
                  <a:lnTo>
                    <a:pt x="3102009" y="2519279"/>
                  </a:lnTo>
                  <a:lnTo>
                    <a:pt x="3104203" y="2548036"/>
                  </a:lnTo>
                  <a:lnTo>
                    <a:pt x="3106397" y="2484609"/>
                  </a:lnTo>
                  <a:lnTo>
                    <a:pt x="3108590" y="2346475"/>
                  </a:lnTo>
                  <a:lnTo>
                    <a:pt x="3110784" y="2305303"/>
                  </a:lnTo>
                  <a:lnTo>
                    <a:pt x="3112978" y="2341576"/>
                  </a:lnTo>
                  <a:lnTo>
                    <a:pt x="3115172" y="2345939"/>
                  </a:lnTo>
                  <a:lnTo>
                    <a:pt x="3117366" y="2276008"/>
                  </a:lnTo>
                  <a:lnTo>
                    <a:pt x="3119559" y="2280375"/>
                  </a:lnTo>
                  <a:lnTo>
                    <a:pt x="3121753" y="2353203"/>
                  </a:lnTo>
                  <a:lnTo>
                    <a:pt x="3123947" y="2352995"/>
                  </a:lnTo>
                  <a:lnTo>
                    <a:pt x="3126141" y="2297029"/>
                  </a:lnTo>
                  <a:lnTo>
                    <a:pt x="3128334" y="2217886"/>
                  </a:lnTo>
                  <a:lnTo>
                    <a:pt x="3130528" y="2122992"/>
                  </a:lnTo>
                  <a:lnTo>
                    <a:pt x="3132722" y="1997877"/>
                  </a:lnTo>
                  <a:lnTo>
                    <a:pt x="3134916" y="1904156"/>
                  </a:lnTo>
                  <a:lnTo>
                    <a:pt x="3137110" y="1862186"/>
                  </a:lnTo>
                  <a:lnTo>
                    <a:pt x="3139303" y="1868280"/>
                  </a:lnTo>
                  <a:lnTo>
                    <a:pt x="3141497" y="1924689"/>
                  </a:lnTo>
                  <a:lnTo>
                    <a:pt x="3143691" y="1971689"/>
                  </a:lnTo>
                  <a:lnTo>
                    <a:pt x="3145885" y="1995168"/>
                  </a:lnTo>
                  <a:lnTo>
                    <a:pt x="3148078" y="2021735"/>
                  </a:lnTo>
                  <a:lnTo>
                    <a:pt x="3150272" y="2079451"/>
                  </a:lnTo>
                  <a:lnTo>
                    <a:pt x="3152466" y="2059571"/>
                  </a:lnTo>
                  <a:lnTo>
                    <a:pt x="3154660" y="2028183"/>
                  </a:lnTo>
                  <a:lnTo>
                    <a:pt x="3156854" y="2113384"/>
                  </a:lnTo>
                  <a:lnTo>
                    <a:pt x="3159047" y="2301156"/>
                  </a:lnTo>
                  <a:lnTo>
                    <a:pt x="3161241" y="2462468"/>
                  </a:lnTo>
                  <a:lnTo>
                    <a:pt x="3163435" y="2557353"/>
                  </a:lnTo>
                  <a:lnTo>
                    <a:pt x="3165629" y="2658596"/>
                  </a:lnTo>
                  <a:lnTo>
                    <a:pt x="3167823" y="2795335"/>
                  </a:lnTo>
                  <a:lnTo>
                    <a:pt x="3170016" y="2859042"/>
                  </a:lnTo>
                  <a:lnTo>
                    <a:pt x="3172210" y="2855797"/>
                  </a:lnTo>
                  <a:lnTo>
                    <a:pt x="3174404" y="2874780"/>
                  </a:lnTo>
                  <a:lnTo>
                    <a:pt x="3176598" y="2817393"/>
                  </a:lnTo>
                  <a:lnTo>
                    <a:pt x="3178791" y="2726842"/>
                  </a:lnTo>
                  <a:lnTo>
                    <a:pt x="3180985" y="2716362"/>
                  </a:lnTo>
                  <a:lnTo>
                    <a:pt x="3183179" y="2772597"/>
                  </a:lnTo>
                  <a:lnTo>
                    <a:pt x="3185373" y="2789532"/>
                  </a:lnTo>
                  <a:lnTo>
                    <a:pt x="3187567" y="2736917"/>
                  </a:lnTo>
                  <a:lnTo>
                    <a:pt x="3189760" y="2764502"/>
                  </a:lnTo>
                  <a:lnTo>
                    <a:pt x="3191954" y="2825905"/>
                  </a:lnTo>
                  <a:lnTo>
                    <a:pt x="3194148" y="2726132"/>
                  </a:lnTo>
                  <a:lnTo>
                    <a:pt x="3196342" y="2636112"/>
                  </a:lnTo>
                  <a:lnTo>
                    <a:pt x="3198536" y="2626455"/>
                  </a:lnTo>
                  <a:lnTo>
                    <a:pt x="3200729" y="2704183"/>
                  </a:lnTo>
                  <a:lnTo>
                    <a:pt x="3202923" y="2745206"/>
                  </a:lnTo>
                  <a:lnTo>
                    <a:pt x="3205117" y="2766138"/>
                  </a:lnTo>
                  <a:lnTo>
                    <a:pt x="3207311" y="2819475"/>
                  </a:lnTo>
                  <a:lnTo>
                    <a:pt x="3209504" y="2834944"/>
                  </a:lnTo>
                  <a:lnTo>
                    <a:pt x="3211698" y="2807221"/>
                  </a:lnTo>
                  <a:lnTo>
                    <a:pt x="3213892" y="2674747"/>
                  </a:lnTo>
                  <a:lnTo>
                    <a:pt x="3216086" y="2542574"/>
                  </a:lnTo>
                  <a:lnTo>
                    <a:pt x="3218280" y="2510001"/>
                  </a:lnTo>
                  <a:lnTo>
                    <a:pt x="3220473" y="2577206"/>
                  </a:lnTo>
                  <a:lnTo>
                    <a:pt x="3222667" y="2651760"/>
                  </a:lnTo>
                  <a:lnTo>
                    <a:pt x="3224861" y="2718939"/>
                  </a:lnTo>
                  <a:lnTo>
                    <a:pt x="3227055" y="2778138"/>
                  </a:lnTo>
                  <a:lnTo>
                    <a:pt x="3229248" y="2823792"/>
                  </a:lnTo>
                  <a:lnTo>
                    <a:pt x="3231442" y="2813955"/>
                  </a:lnTo>
                  <a:lnTo>
                    <a:pt x="3233636" y="2788306"/>
                  </a:lnTo>
                  <a:lnTo>
                    <a:pt x="3235830" y="2798204"/>
                  </a:lnTo>
                  <a:lnTo>
                    <a:pt x="3238024" y="2709303"/>
                  </a:lnTo>
                  <a:lnTo>
                    <a:pt x="3240217" y="2593459"/>
                  </a:lnTo>
                  <a:lnTo>
                    <a:pt x="3242411" y="2595636"/>
                  </a:lnTo>
                  <a:lnTo>
                    <a:pt x="3244605" y="2702272"/>
                  </a:lnTo>
                  <a:lnTo>
                    <a:pt x="3246799" y="2776728"/>
                  </a:lnTo>
                  <a:lnTo>
                    <a:pt x="3248993" y="2725170"/>
                  </a:lnTo>
                  <a:lnTo>
                    <a:pt x="3251186" y="2727619"/>
                  </a:lnTo>
                  <a:lnTo>
                    <a:pt x="3253380" y="2856321"/>
                  </a:lnTo>
                  <a:lnTo>
                    <a:pt x="3255574" y="2892914"/>
                  </a:lnTo>
                  <a:lnTo>
                    <a:pt x="3257768" y="2779436"/>
                  </a:lnTo>
                  <a:lnTo>
                    <a:pt x="3259961" y="2597442"/>
                  </a:lnTo>
                  <a:lnTo>
                    <a:pt x="3262155" y="2487929"/>
                  </a:lnTo>
                  <a:lnTo>
                    <a:pt x="3264349" y="2451417"/>
                  </a:lnTo>
                  <a:lnTo>
                    <a:pt x="3266543" y="2489502"/>
                  </a:lnTo>
                  <a:lnTo>
                    <a:pt x="3268737" y="2569999"/>
                  </a:lnTo>
                  <a:lnTo>
                    <a:pt x="3270930" y="2642374"/>
                  </a:lnTo>
                  <a:lnTo>
                    <a:pt x="3273124" y="2743147"/>
                  </a:lnTo>
                  <a:lnTo>
                    <a:pt x="3275318" y="2875564"/>
                  </a:lnTo>
                  <a:lnTo>
                    <a:pt x="3277512" y="2951799"/>
                  </a:lnTo>
                  <a:lnTo>
                    <a:pt x="3279705" y="2896491"/>
                  </a:lnTo>
                  <a:lnTo>
                    <a:pt x="3281899" y="2897895"/>
                  </a:lnTo>
                  <a:lnTo>
                    <a:pt x="3284093" y="2924733"/>
                  </a:lnTo>
                  <a:lnTo>
                    <a:pt x="3286287" y="2893507"/>
                  </a:lnTo>
                  <a:lnTo>
                    <a:pt x="3288481" y="2813202"/>
                  </a:lnTo>
                  <a:lnTo>
                    <a:pt x="3290674" y="2809342"/>
                  </a:lnTo>
                  <a:lnTo>
                    <a:pt x="3292868" y="2853068"/>
                  </a:lnTo>
                  <a:lnTo>
                    <a:pt x="3295062" y="2823114"/>
                  </a:lnTo>
                  <a:lnTo>
                    <a:pt x="3297256" y="2774723"/>
                  </a:lnTo>
                  <a:lnTo>
                    <a:pt x="3299450" y="2798915"/>
                  </a:lnTo>
                  <a:lnTo>
                    <a:pt x="3301643" y="2850694"/>
                  </a:lnTo>
                  <a:lnTo>
                    <a:pt x="3303837" y="2874248"/>
                  </a:lnTo>
                  <a:lnTo>
                    <a:pt x="3306031" y="2859950"/>
                  </a:lnTo>
                  <a:lnTo>
                    <a:pt x="3308225" y="2896862"/>
                  </a:lnTo>
                  <a:lnTo>
                    <a:pt x="3310418" y="2976089"/>
                  </a:lnTo>
                  <a:lnTo>
                    <a:pt x="3312612" y="3059182"/>
                  </a:lnTo>
                  <a:lnTo>
                    <a:pt x="3314806" y="3085239"/>
                  </a:lnTo>
                  <a:lnTo>
                    <a:pt x="3317000" y="3041487"/>
                  </a:lnTo>
                  <a:lnTo>
                    <a:pt x="3319194" y="3028271"/>
                  </a:lnTo>
                  <a:lnTo>
                    <a:pt x="3321387" y="2901390"/>
                  </a:lnTo>
                  <a:lnTo>
                    <a:pt x="3323581" y="2769361"/>
                  </a:lnTo>
                  <a:lnTo>
                    <a:pt x="3325775" y="2651563"/>
                  </a:lnTo>
                  <a:lnTo>
                    <a:pt x="3327969" y="2650415"/>
                  </a:lnTo>
                  <a:lnTo>
                    <a:pt x="3330163" y="2715186"/>
                  </a:lnTo>
                  <a:lnTo>
                    <a:pt x="3332356" y="2686145"/>
                  </a:lnTo>
                  <a:lnTo>
                    <a:pt x="3334550" y="2679210"/>
                  </a:lnTo>
                  <a:lnTo>
                    <a:pt x="3336744" y="2733391"/>
                  </a:lnTo>
                  <a:lnTo>
                    <a:pt x="3338938" y="2789896"/>
                  </a:lnTo>
                  <a:lnTo>
                    <a:pt x="3341131" y="2794565"/>
                  </a:lnTo>
                  <a:lnTo>
                    <a:pt x="3343325" y="2785702"/>
                  </a:lnTo>
                  <a:lnTo>
                    <a:pt x="3345519" y="2809335"/>
                  </a:lnTo>
                  <a:lnTo>
                    <a:pt x="3347713" y="2913315"/>
                  </a:lnTo>
                  <a:lnTo>
                    <a:pt x="3349907" y="3009439"/>
                  </a:lnTo>
                  <a:lnTo>
                    <a:pt x="3352100" y="3069133"/>
                  </a:lnTo>
                  <a:lnTo>
                    <a:pt x="3354294" y="3048502"/>
                  </a:lnTo>
                  <a:lnTo>
                    <a:pt x="3356488" y="3007390"/>
                  </a:lnTo>
                  <a:lnTo>
                    <a:pt x="3358682" y="3003122"/>
                  </a:lnTo>
                  <a:lnTo>
                    <a:pt x="3360875" y="2967546"/>
                  </a:lnTo>
                  <a:lnTo>
                    <a:pt x="3363069" y="2883284"/>
                  </a:lnTo>
                  <a:lnTo>
                    <a:pt x="3365263" y="2807141"/>
                  </a:lnTo>
                  <a:lnTo>
                    <a:pt x="3367457" y="2809932"/>
                  </a:lnTo>
                  <a:lnTo>
                    <a:pt x="3369651" y="2872549"/>
                  </a:lnTo>
                  <a:lnTo>
                    <a:pt x="3371844" y="2951388"/>
                  </a:lnTo>
                  <a:lnTo>
                    <a:pt x="3374038" y="3007041"/>
                  </a:lnTo>
                  <a:lnTo>
                    <a:pt x="3376232" y="3065469"/>
                  </a:lnTo>
                  <a:lnTo>
                    <a:pt x="3378426" y="3116972"/>
                  </a:lnTo>
                  <a:lnTo>
                    <a:pt x="3378426" y="3116972"/>
                  </a:lnTo>
                  <a:lnTo>
                    <a:pt x="3380620" y="3116972"/>
                  </a:lnTo>
                  <a:lnTo>
                    <a:pt x="3382813" y="3116972"/>
                  </a:lnTo>
                  <a:lnTo>
                    <a:pt x="3385007" y="3116972"/>
                  </a:lnTo>
                  <a:lnTo>
                    <a:pt x="3387201" y="3093962"/>
                  </a:lnTo>
                  <a:lnTo>
                    <a:pt x="3389395" y="2972573"/>
                  </a:lnTo>
                  <a:lnTo>
                    <a:pt x="3391588" y="2909393"/>
                  </a:lnTo>
                  <a:lnTo>
                    <a:pt x="3393782" y="2811871"/>
                  </a:lnTo>
                  <a:lnTo>
                    <a:pt x="3395976" y="2756870"/>
                  </a:lnTo>
                  <a:lnTo>
                    <a:pt x="3398170" y="2699412"/>
                  </a:lnTo>
                  <a:lnTo>
                    <a:pt x="3400364" y="2761917"/>
                  </a:lnTo>
                  <a:lnTo>
                    <a:pt x="3402557" y="2875724"/>
                  </a:lnTo>
                  <a:lnTo>
                    <a:pt x="3404751" y="2984835"/>
                  </a:lnTo>
                  <a:lnTo>
                    <a:pt x="3406945" y="3027328"/>
                  </a:lnTo>
                  <a:lnTo>
                    <a:pt x="3409139" y="3025351"/>
                  </a:lnTo>
                  <a:lnTo>
                    <a:pt x="3411332" y="3088720"/>
                  </a:lnTo>
                  <a:lnTo>
                    <a:pt x="3413526" y="3060058"/>
                  </a:lnTo>
                  <a:lnTo>
                    <a:pt x="3415720" y="3034032"/>
                  </a:lnTo>
                  <a:lnTo>
                    <a:pt x="3417914" y="3059432"/>
                  </a:lnTo>
                  <a:lnTo>
                    <a:pt x="3420108" y="3075833"/>
                  </a:lnTo>
                  <a:lnTo>
                    <a:pt x="3422301" y="3051566"/>
                  </a:lnTo>
                  <a:lnTo>
                    <a:pt x="3424495" y="2993056"/>
                  </a:lnTo>
                  <a:lnTo>
                    <a:pt x="3426689" y="3011743"/>
                  </a:lnTo>
                  <a:lnTo>
                    <a:pt x="3428883" y="3023334"/>
                  </a:lnTo>
                  <a:lnTo>
                    <a:pt x="3431077" y="2846252"/>
                  </a:lnTo>
                  <a:lnTo>
                    <a:pt x="3433270" y="2729936"/>
                  </a:lnTo>
                  <a:lnTo>
                    <a:pt x="3435464" y="2821935"/>
                  </a:lnTo>
                  <a:lnTo>
                    <a:pt x="3437658" y="2888791"/>
                  </a:lnTo>
                  <a:lnTo>
                    <a:pt x="3439852" y="2864735"/>
                  </a:lnTo>
                  <a:lnTo>
                    <a:pt x="3442045" y="2787287"/>
                  </a:lnTo>
                  <a:lnTo>
                    <a:pt x="3444239" y="2798909"/>
                  </a:lnTo>
                  <a:lnTo>
                    <a:pt x="3446433" y="2819896"/>
                  </a:lnTo>
                  <a:lnTo>
                    <a:pt x="3448627" y="2744373"/>
                  </a:lnTo>
                  <a:lnTo>
                    <a:pt x="3450821" y="2720445"/>
                  </a:lnTo>
                  <a:lnTo>
                    <a:pt x="3453014" y="2756527"/>
                  </a:lnTo>
                  <a:lnTo>
                    <a:pt x="3455208" y="2829196"/>
                  </a:lnTo>
                  <a:lnTo>
                    <a:pt x="3457402" y="2858105"/>
                  </a:lnTo>
                  <a:lnTo>
                    <a:pt x="3459596" y="2853327"/>
                  </a:lnTo>
                  <a:lnTo>
                    <a:pt x="3461790" y="2864007"/>
                  </a:lnTo>
                  <a:lnTo>
                    <a:pt x="3463983" y="2900927"/>
                  </a:lnTo>
                  <a:lnTo>
                    <a:pt x="3466177" y="2939487"/>
                  </a:lnTo>
                  <a:lnTo>
                    <a:pt x="3468371" y="2912593"/>
                  </a:lnTo>
                  <a:lnTo>
                    <a:pt x="3470565" y="2936471"/>
                  </a:lnTo>
                  <a:lnTo>
                    <a:pt x="3472758" y="3023451"/>
                  </a:lnTo>
                  <a:lnTo>
                    <a:pt x="3474952" y="2967920"/>
                  </a:lnTo>
                  <a:lnTo>
                    <a:pt x="3477146" y="2841034"/>
                  </a:lnTo>
                  <a:lnTo>
                    <a:pt x="3479340" y="2748221"/>
                  </a:lnTo>
                  <a:lnTo>
                    <a:pt x="3481534" y="2679879"/>
                  </a:lnTo>
                  <a:lnTo>
                    <a:pt x="3483727" y="2629475"/>
                  </a:lnTo>
                  <a:lnTo>
                    <a:pt x="3485921" y="2521717"/>
                  </a:lnTo>
                  <a:lnTo>
                    <a:pt x="3488115" y="2445332"/>
                  </a:lnTo>
                  <a:lnTo>
                    <a:pt x="3490309" y="2426008"/>
                  </a:lnTo>
                  <a:lnTo>
                    <a:pt x="3492502" y="2379595"/>
                  </a:lnTo>
                  <a:lnTo>
                    <a:pt x="3494696" y="2387562"/>
                  </a:lnTo>
                  <a:lnTo>
                    <a:pt x="3496890" y="2370670"/>
                  </a:lnTo>
                  <a:lnTo>
                    <a:pt x="3499084" y="2318272"/>
                  </a:lnTo>
                  <a:lnTo>
                    <a:pt x="3501278" y="2307644"/>
                  </a:lnTo>
                  <a:lnTo>
                    <a:pt x="3503471" y="2251623"/>
                  </a:lnTo>
                  <a:lnTo>
                    <a:pt x="3505665" y="2181241"/>
                  </a:lnTo>
                  <a:lnTo>
                    <a:pt x="3507859" y="2094066"/>
                  </a:lnTo>
                  <a:lnTo>
                    <a:pt x="3510053" y="1980836"/>
                  </a:lnTo>
                  <a:lnTo>
                    <a:pt x="3512247" y="1927779"/>
                  </a:lnTo>
                  <a:lnTo>
                    <a:pt x="3514440" y="1881796"/>
                  </a:lnTo>
                  <a:lnTo>
                    <a:pt x="3516634" y="1784870"/>
                  </a:lnTo>
                  <a:lnTo>
                    <a:pt x="3518828" y="1791433"/>
                  </a:lnTo>
                  <a:lnTo>
                    <a:pt x="3521022" y="1800464"/>
                  </a:lnTo>
                  <a:lnTo>
                    <a:pt x="3523215" y="1786464"/>
                  </a:lnTo>
                  <a:lnTo>
                    <a:pt x="3525409" y="1826535"/>
                  </a:lnTo>
                  <a:lnTo>
                    <a:pt x="3527603" y="1846024"/>
                  </a:lnTo>
                  <a:lnTo>
                    <a:pt x="3529797" y="1934741"/>
                  </a:lnTo>
                  <a:lnTo>
                    <a:pt x="3531991" y="1919437"/>
                  </a:lnTo>
                  <a:lnTo>
                    <a:pt x="3534184" y="1896723"/>
                  </a:lnTo>
                  <a:lnTo>
                    <a:pt x="3536378" y="1920848"/>
                  </a:lnTo>
                  <a:lnTo>
                    <a:pt x="3538572" y="1834230"/>
                  </a:lnTo>
                  <a:lnTo>
                    <a:pt x="3540766" y="1851188"/>
                  </a:lnTo>
                  <a:lnTo>
                    <a:pt x="3542959" y="1808440"/>
                  </a:lnTo>
                  <a:lnTo>
                    <a:pt x="3545153" y="1739655"/>
                  </a:lnTo>
                  <a:lnTo>
                    <a:pt x="3547347" y="1676658"/>
                  </a:lnTo>
                  <a:lnTo>
                    <a:pt x="3549541" y="1655120"/>
                  </a:lnTo>
                  <a:lnTo>
                    <a:pt x="3551735" y="1690494"/>
                  </a:lnTo>
                  <a:lnTo>
                    <a:pt x="3553928" y="1683958"/>
                  </a:lnTo>
                  <a:lnTo>
                    <a:pt x="3556122" y="1691445"/>
                  </a:lnTo>
                  <a:lnTo>
                    <a:pt x="3558316" y="1744623"/>
                  </a:lnTo>
                  <a:lnTo>
                    <a:pt x="3560510" y="1781912"/>
                  </a:lnTo>
                  <a:lnTo>
                    <a:pt x="3562704" y="1742744"/>
                  </a:lnTo>
                  <a:lnTo>
                    <a:pt x="3564897" y="1708038"/>
                  </a:lnTo>
                  <a:lnTo>
                    <a:pt x="3567091" y="1639117"/>
                  </a:lnTo>
                  <a:lnTo>
                    <a:pt x="3569285" y="1605340"/>
                  </a:lnTo>
                  <a:lnTo>
                    <a:pt x="3571479" y="1630610"/>
                  </a:lnTo>
                  <a:lnTo>
                    <a:pt x="3573672" y="1653994"/>
                  </a:lnTo>
                  <a:lnTo>
                    <a:pt x="3575866" y="1727599"/>
                  </a:lnTo>
                  <a:lnTo>
                    <a:pt x="3578060" y="1815291"/>
                  </a:lnTo>
                  <a:lnTo>
                    <a:pt x="3580254" y="1832608"/>
                  </a:lnTo>
                  <a:lnTo>
                    <a:pt x="3582448" y="1816456"/>
                  </a:lnTo>
                  <a:lnTo>
                    <a:pt x="3584641" y="1739420"/>
                  </a:lnTo>
                  <a:lnTo>
                    <a:pt x="3586835" y="1691639"/>
                  </a:lnTo>
                  <a:lnTo>
                    <a:pt x="3589029" y="1630666"/>
                  </a:lnTo>
                  <a:lnTo>
                    <a:pt x="3591223" y="1492656"/>
                  </a:lnTo>
                  <a:lnTo>
                    <a:pt x="3593416" y="1442213"/>
                  </a:lnTo>
                  <a:lnTo>
                    <a:pt x="3595610" y="1425314"/>
                  </a:lnTo>
                  <a:lnTo>
                    <a:pt x="3597804" y="1391965"/>
                  </a:lnTo>
                  <a:lnTo>
                    <a:pt x="3599998" y="1342161"/>
                  </a:lnTo>
                  <a:lnTo>
                    <a:pt x="3602192" y="1315218"/>
                  </a:lnTo>
                  <a:lnTo>
                    <a:pt x="3604385" y="1352397"/>
                  </a:lnTo>
                  <a:lnTo>
                    <a:pt x="3606579" y="1373821"/>
                  </a:lnTo>
                  <a:lnTo>
                    <a:pt x="3608773" y="1330065"/>
                  </a:lnTo>
                  <a:lnTo>
                    <a:pt x="3610967" y="1321963"/>
                  </a:lnTo>
                  <a:lnTo>
                    <a:pt x="3613161" y="1330876"/>
                  </a:lnTo>
                  <a:lnTo>
                    <a:pt x="3615354" y="1318496"/>
                  </a:lnTo>
                  <a:lnTo>
                    <a:pt x="3617548" y="1306246"/>
                  </a:lnTo>
                  <a:lnTo>
                    <a:pt x="3619742" y="1360725"/>
                  </a:lnTo>
                  <a:lnTo>
                    <a:pt x="3621936" y="1441401"/>
                  </a:lnTo>
                  <a:lnTo>
                    <a:pt x="3624129" y="1587064"/>
                  </a:lnTo>
                  <a:lnTo>
                    <a:pt x="3626323" y="1731160"/>
                  </a:lnTo>
                  <a:lnTo>
                    <a:pt x="3628517" y="1817606"/>
                  </a:lnTo>
                  <a:lnTo>
                    <a:pt x="3630711" y="1928694"/>
                  </a:lnTo>
                  <a:lnTo>
                    <a:pt x="3632905" y="1916230"/>
                  </a:lnTo>
                  <a:lnTo>
                    <a:pt x="3635098" y="1941773"/>
                  </a:lnTo>
                  <a:lnTo>
                    <a:pt x="3637292" y="1913384"/>
                  </a:lnTo>
                  <a:lnTo>
                    <a:pt x="3639486" y="1886108"/>
                  </a:lnTo>
                  <a:lnTo>
                    <a:pt x="3641680" y="1914498"/>
                  </a:lnTo>
                  <a:lnTo>
                    <a:pt x="3643874" y="1919330"/>
                  </a:lnTo>
                  <a:lnTo>
                    <a:pt x="3646067" y="1956870"/>
                  </a:lnTo>
                  <a:lnTo>
                    <a:pt x="3648261" y="1959688"/>
                  </a:lnTo>
                  <a:lnTo>
                    <a:pt x="3650455" y="1936769"/>
                  </a:lnTo>
                  <a:lnTo>
                    <a:pt x="3652649" y="1874278"/>
                  </a:lnTo>
                  <a:lnTo>
                    <a:pt x="3654842" y="1819835"/>
                  </a:lnTo>
                  <a:lnTo>
                    <a:pt x="3657036" y="1725067"/>
                  </a:lnTo>
                  <a:lnTo>
                    <a:pt x="3659230" y="1560099"/>
                  </a:lnTo>
                  <a:lnTo>
                    <a:pt x="3661424" y="1355299"/>
                  </a:lnTo>
                  <a:lnTo>
                    <a:pt x="3663618" y="1160628"/>
                  </a:lnTo>
                  <a:lnTo>
                    <a:pt x="3665811" y="955295"/>
                  </a:lnTo>
                  <a:lnTo>
                    <a:pt x="3668005" y="786719"/>
                  </a:lnTo>
                  <a:lnTo>
                    <a:pt x="3670199" y="672589"/>
                  </a:lnTo>
                  <a:lnTo>
                    <a:pt x="3672393" y="629464"/>
                  </a:lnTo>
                  <a:lnTo>
                    <a:pt x="3674586" y="576628"/>
                  </a:lnTo>
                  <a:lnTo>
                    <a:pt x="3676780" y="470218"/>
                  </a:lnTo>
                  <a:lnTo>
                    <a:pt x="3678974" y="428050"/>
                  </a:lnTo>
                  <a:lnTo>
                    <a:pt x="3681168" y="418730"/>
                  </a:lnTo>
                  <a:lnTo>
                    <a:pt x="3683362" y="459607"/>
                  </a:lnTo>
                  <a:lnTo>
                    <a:pt x="3685555" y="537798"/>
                  </a:lnTo>
                  <a:lnTo>
                    <a:pt x="3687749" y="648711"/>
                  </a:lnTo>
                  <a:lnTo>
                    <a:pt x="3689943" y="837979"/>
                  </a:lnTo>
                  <a:lnTo>
                    <a:pt x="3692137" y="1024901"/>
                  </a:lnTo>
                  <a:lnTo>
                    <a:pt x="3694331" y="1106144"/>
                  </a:lnTo>
                  <a:lnTo>
                    <a:pt x="3696524" y="1098677"/>
                  </a:lnTo>
                  <a:lnTo>
                    <a:pt x="3698718" y="1055388"/>
                  </a:lnTo>
                  <a:lnTo>
                    <a:pt x="3700912" y="1023234"/>
                  </a:lnTo>
                  <a:lnTo>
                    <a:pt x="3703106" y="983230"/>
                  </a:lnTo>
                  <a:lnTo>
                    <a:pt x="3705299" y="943838"/>
                  </a:lnTo>
                  <a:lnTo>
                    <a:pt x="3707493" y="964736"/>
                  </a:lnTo>
                  <a:lnTo>
                    <a:pt x="3709687" y="1022090"/>
                  </a:lnTo>
                  <a:lnTo>
                    <a:pt x="3711881" y="1047947"/>
                  </a:lnTo>
                  <a:lnTo>
                    <a:pt x="3714075" y="1058656"/>
                  </a:lnTo>
                  <a:lnTo>
                    <a:pt x="3716268" y="1074958"/>
                  </a:lnTo>
                  <a:lnTo>
                    <a:pt x="3718462" y="1063224"/>
                  </a:lnTo>
                  <a:lnTo>
                    <a:pt x="3720656" y="1044126"/>
                  </a:lnTo>
                  <a:lnTo>
                    <a:pt x="3722850" y="1039120"/>
                  </a:lnTo>
                  <a:lnTo>
                    <a:pt x="3725043" y="1131126"/>
                  </a:lnTo>
                  <a:lnTo>
                    <a:pt x="3727237" y="1277516"/>
                  </a:lnTo>
                  <a:lnTo>
                    <a:pt x="3729431" y="1356739"/>
                  </a:lnTo>
                  <a:lnTo>
                    <a:pt x="3731625" y="1425583"/>
                  </a:lnTo>
                  <a:lnTo>
                    <a:pt x="3733819" y="1425822"/>
                  </a:lnTo>
                  <a:lnTo>
                    <a:pt x="3736012" y="1360711"/>
                  </a:lnTo>
                  <a:lnTo>
                    <a:pt x="3738206" y="1238917"/>
                  </a:lnTo>
                  <a:lnTo>
                    <a:pt x="3740400" y="1095755"/>
                  </a:lnTo>
                  <a:lnTo>
                    <a:pt x="3742594" y="989080"/>
                  </a:lnTo>
                  <a:lnTo>
                    <a:pt x="3744788" y="920704"/>
                  </a:lnTo>
                  <a:lnTo>
                    <a:pt x="3746981" y="908663"/>
                  </a:lnTo>
                  <a:lnTo>
                    <a:pt x="3749175" y="918106"/>
                  </a:lnTo>
                  <a:lnTo>
                    <a:pt x="3751369" y="981351"/>
                  </a:lnTo>
                  <a:lnTo>
                    <a:pt x="3753563" y="1087696"/>
                  </a:lnTo>
                  <a:lnTo>
                    <a:pt x="3755756" y="1123592"/>
                  </a:lnTo>
                  <a:lnTo>
                    <a:pt x="3757950" y="1123691"/>
                  </a:lnTo>
                  <a:lnTo>
                    <a:pt x="3760144" y="1175229"/>
                  </a:lnTo>
                  <a:lnTo>
                    <a:pt x="3762338" y="1253046"/>
                  </a:lnTo>
                  <a:lnTo>
                    <a:pt x="3764532" y="1305919"/>
                  </a:lnTo>
                  <a:lnTo>
                    <a:pt x="3766725" y="1287954"/>
                  </a:lnTo>
                  <a:lnTo>
                    <a:pt x="3768919" y="1288221"/>
                  </a:lnTo>
                  <a:lnTo>
                    <a:pt x="3771113" y="1247274"/>
                  </a:lnTo>
                  <a:lnTo>
                    <a:pt x="3773307" y="1135333"/>
                  </a:lnTo>
                  <a:lnTo>
                    <a:pt x="3775501" y="1055097"/>
                  </a:lnTo>
                  <a:lnTo>
                    <a:pt x="3777694" y="922643"/>
                  </a:lnTo>
                  <a:lnTo>
                    <a:pt x="3779888" y="750745"/>
                  </a:lnTo>
                  <a:lnTo>
                    <a:pt x="3782082" y="665739"/>
                  </a:lnTo>
                  <a:lnTo>
                    <a:pt x="3784276" y="652772"/>
                  </a:lnTo>
                  <a:lnTo>
                    <a:pt x="3786469" y="609053"/>
                  </a:lnTo>
                  <a:lnTo>
                    <a:pt x="3788663" y="529114"/>
                  </a:lnTo>
                  <a:lnTo>
                    <a:pt x="3790857" y="528068"/>
                  </a:lnTo>
                  <a:lnTo>
                    <a:pt x="3793051" y="563182"/>
                  </a:lnTo>
                  <a:lnTo>
                    <a:pt x="3795245" y="586646"/>
                  </a:lnTo>
                  <a:lnTo>
                    <a:pt x="3797438" y="649590"/>
                  </a:lnTo>
                  <a:lnTo>
                    <a:pt x="3799632" y="768562"/>
                  </a:lnTo>
                  <a:lnTo>
                    <a:pt x="3801826" y="900989"/>
                  </a:lnTo>
                  <a:lnTo>
                    <a:pt x="3804020" y="980431"/>
                  </a:lnTo>
                  <a:lnTo>
                    <a:pt x="3806213" y="1090896"/>
                  </a:lnTo>
                  <a:lnTo>
                    <a:pt x="3808407" y="1099793"/>
                  </a:lnTo>
                  <a:lnTo>
                    <a:pt x="3810601" y="988890"/>
                  </a:lnTo>
                  <a:lnTo>
                    <a:pt x="3812795" y="861543"/>
                  </a:lnTo>
                  <a:lnTo>
                    <a:pt x="3814989" y="742741"/>
                  </a:lnTo>
                  <a:lnTo>
                    <a:pt x="3817182" y="672251"/>
                  </a:lnTo>
                  <a:lnTo>
                    <a:pt x="3819376" y="597465"/>
                  </a:lnTo>
                  <a:lnTo>
                    <a:pt x="3821570" y="618783"/>
                  </a:lnTo>
                  <a:lnTo>
                    <a:pt x="3823764" y="697617"/>
                  </a:lnTo>
                  <a:lnTo>
                    <a:pt x="3825958" y="806787"/>
                  </a:lnTo>
                  <a:lnTo>
                    <a:pt x="3828151" y="988186"/>
                  </a:lnTo>
                  <a:lnTo>
                    <a:pt x="3830345" y="1079950"/>
                  </a:lnTo>
                  <a:lnTo>
                    <a:pt x="3832539" y="1119644"/>
                  </a:lnTo>
                  <a:lnTo>
                    <a:pt x="3834733" y="1103669"/>
                  </a:lnTo>
                  <a:lnTo>
                    <a:pt x="3836926" y="1080127"/>
                  </a:lnTo>
                  <a:lnTo>
                    <a:pt x="3839120" y="1016987"/>
                  </a:lnTo>
                  <a:lnTo>
                    <a:pt x="3841314" y="885394"/>
                  </a:lnTo>
                  <a:lnTo>
                    <a:pt x="3843508" y="838909"/>
                  </a:lnTo>
                  <a:lnTo>
                    <a:pt x="3845702" y="818941"/>
                  </a:lnTo>
                  <a:lnTo>
                    <a:pt x="3847895" y="795306"/>
                  </a:lnTo>
                  <a:lnTo>
                    <a:pt x="3850089" y="783877"/>
                  </a:lnTo>
                  <a:lnTo>
                    <a:pt x="3852283" y="807572"/>
                  </a:lnTo>
                  <a:lnTo>
                    <a:pt x="3854477" y="738309"/>
                  </a:lnTo>
                  <a:lnTo>
                    <a:pt x="3856670" y="648321"/>
                  </a:lnTo>
                  <a:lnTo>
                    <a:pt x="3858864" y="653120"/>
                  </a:lnTo>
                  <a:lnTo>
                    <a:pt x="3861058" y="718088"/>
                  </a:lnTo>
                  <a:lnTo>
                    <a:pt x="3863252" y="777645"/>
                  </a:lnTo>
                  <a:lnTo>
                    <a:pt x="3865446" y="781336"/>
                  </a:lnTo>
                  <a:lnTo>
                    <a:pt x="3867639" y="810380"/>
                  </a:lnTo>
                  <a:lnTo>
                    <a:pt x="3869833" y="785700"/>
                  </a:lnTo>
                  <a:lnTo>
                    <a:pt x="3872027" y="712479"/>
                  </a:lnTo>
                  <a:lnTo>
                    <a:pt x="3874221" y="595959"/>
                  </a:lnTo>
                  <a:lnTo>
                    <a:pt x="3876415" y="471813"/>
                  </a:lnTo>
                  <a:lnTo>
                    <a:pt x="3878608" y="388117"/>
                  </a:lnTo>
                  <a:lnTo>
                    <a:pt x="3880802" y="346855"/>
                  </a:lnTo>
                  <a:lnTo>
                    <a:pt x="3882996" y="353506"/>
                  </a:lnTo>
                  <a:lnTo>
                    <a:pt x="3885190" y="347527"/>
                  </a:lnTo>
                  <a:lnTo>
                    <a:pt x="3887383" y="375443"/>
                  </a:lnTo>
                  <a:lnTo>
                    <a:pt x="3889577" y="410630"/>
                  </a:lnTo>
                  <a:lnTo>
                    <a:pt x="3891771" y="460783"/>
                  </a:lnTo>
                  <a:lnTo>
                    <a:pt x="3893965" y="528488"/>
                  </a:lnTo>
                  <a:lnTo>
                    <a:pt x="3896159" y="624502"/>
                  </a:lnTo>
                  <a:lnTo>
                    <a:pt x="3898352" y="681139"/>
                  </a:lnTo>
                  <a:lnTo>
                    <a:pt x="3900546" y="703859"/>
                  </a:lnTo>
                  <a:lnTo>
                    <a:pt x="3902740" y="752435"/>
                  </a:lnTo>
                  <a:lnTo>
                    <a:pt x="3904934" y="806672"/>
                  </a:lnTo>
                  <a:lnTo>
                    <a:pt x="3907128" y="822675"/>
                  </a:lnTo>
                  <a:lnTo>
                    <a:pt x="3909321" y="761995"/>
                  </a:lnTo>
                  <a:lnTo>
                    <a:pt x="3911515" y="708260"/>
                  </a:lnTo>
                  <a:lnTo>
                    <a:pt x="3913709" y="680965"/>
                  </a:lnTo>
                  <a:lnTo>
                    <a:pt x="3915903" y="666469"/>
                  </a:lnTo>
                  <a:lnTo>
                    <a:pt x="3918096" y="615715"/>
                  </a:lnTo>
                  <a:lnTo>
                    <a:pt x="3920290" y="567897"/>
                  </a:lnTo>
                  <a:lnTo>
                    <a:pt x="3922484" y="603915"/>
                  </a:lnTo>
                  <a:lnTo>
                    <a:pt x="3924678" y="678665"/>
                  </a:lnTo>
                  <a:lnTo>
                    <a:pt x="3926872" y="780974"/>
                  </a:lnTo>
                  <a:lnTo>
                    <a:pt x="3929065" y="922477"/>
                  </a:lnTo>
                  <a:lnTo>
                    <a:pt x="3931259" y="1137880"/>
                  </a:lnTo>
                  <a:lnTo>
                    <a:pt x="3933453" y="1427168"/>
                  </a:lnTo>
                  <a:lnTo>
                    <a:pt x="3935647" y="1648127"/>
                  </a:lnTo>
                  <a:lnTo>
                    <a:pt x="3937840" y="1828715"/>
                  </a:lnTo>
                  <a:lnTo>
                    <a:pt x="3940034" y="2067986"/>
                  </a:lnTo>
                  <a:lnTo>
                    <a:pt x="3942228" y="2294142"/>
                  </a:lnTo>
                  <a:lnTo>
                    <a:pt x="3944422" y="2356579"/>
                  </a:lnTo>
                  <a:lnTo>
                    <a:pt x="3946616" y="2232176"/>
                  </a:lnTo>
                  <a:lnTo>
                    <a:pt x="3948809" y="2207675"/>
                  </a:lnTo>
                  <a:lnTo>
                    <a:pt x="3951003" y="2314128"/>
                  </a:lnTo>
                  <a:lnTo>
                    <a:pt x="3953197" y="2320337"/>
                  </a:lnTo>
                  <a:lnTo>
                    <a:pt x="3955391" y="2148331"/>
                  </a:lnTo>
                  <a:lnTo>
                    <a:pt x="3957585" y="2076964"/>
                  </a:lnTo>
                  <a:lnTo>
                    <a:pt x="3959778" y="2176505"/>
                  </a:lnTo>
                  <a:lnTo>
                    <a:pt x="3961972" y="2186157"/>
                  </a:lnTo>
                  <a:lnTo>
                    <a:pt x="3964166" y="2118581"/>
                  </a:lnTo>
                  <a:lnTo>
                    <a:pt x="3966360" y="2129667"/>
                  </a:lnTo>
                  <a:lnTo>
                    <a:pt x="3968553" y="2194810"/>
                  </a:lnTo>
                  <a:lnTo>
                    <a:pt x="3970747" y="2266187"/>
                  </a:lnTo>
                  <a:lnTo>
                    <a:pt x="3972941" y="2342590"/>
                  </a:lnTo>
                  <a:lnTo>
                    <a:pt x="3975135" y="2372592"/>
                  </a:lnTo>
                  <a:lnTo>
                    <a:pt x="3977329" y="2326990"/>
                  </a:lnTo>
                  <a:lnTo>
                    <a:pt x="3979522" y="2233538"/>
                  </a:lnTo>
                  <a:lnTo>
                    <a:pt x="3981716" y="2144856"/>
                  </a:lnTo>
                  <a:lnTo>
                    <a:pt x="3983910" y="2001300"/>
                  </a:lnTo>
                  <a:lnTo>
                    <a:pt x="3986104" y="1836675"/>
                  </a:lnTo>
                  <a:lnTo>
                    <a:pt x="3988297" y="1792473"/>
                  </a:lnTo>
                  <a:lnTo>
                    <a:pt x="3990491" y="1844795"/>
                  </a:lnTo>
                  <a:lnTo>
                    <a:pt x="3992685" y="1871835"/>
                  </a:lnTo>
                  <a:lnTo>
                    <a:pt x="3994879" y="1949302"/>
                  </a:lnTo>
                  <a:lnTo>
                    <a:pt x="3997073" y="2100379"/>
                  </a:lnTo>
                  <a:lnTo>
                    <a:pt x="3999266" y="2204299"/>
                  </a:lnTo>
                  <a:lnTo>
                    <a:pt x="4001460" y="2278680"/>
                  </a:lnTo>
                  <a:lnTo>
                    <a:pt x="4003654" y="2319959"/>
                  </a:lnTo>
                  <a:lnTo>
                    <a:pt x="4005848" y="2349322"/>
                  </a:lnTo>
                  <a:lnTo>
                    <a:pt x="4008042" y="2423309"/>
                  </a:lnTo>
                  <a:lnTo>
                    <a:pt x="4010235" y="2460328"/>
                  </a:lnTo>
                  <a:lnTo>
                    <a:pt x="4012429" y="2421472"/>
                  </a:lnTo>
                  <a:lnTo>
                    <a:pt x="4014623" y="2359364"/>
                  </a:lnTo>
                  <a:lnTo>
                    <a:pt x="4016817" y="2322853"/>
                  </a:lnTo>
                  <a:lnTo>
                    <a:pt x="4019010" y="2302298"/>
                  </a:lnTo>
                  <a:lnTo>
                    <a:pt x="4021204" y="2223537"/>
                  </a:lnTo>
                  <a:lnTo>
                    <a:pt x="4023398" y="2163079"/>
                  </a:lnTo>
                  <a:lnTo>
                    <a:pt x="4025592" y="2173804"/>
                  </a:lnTo>
                  <a:lnTo>
                    <a:pt x="4027786" y="2188521"/>
                  </a:lnTo>
                  <a:lnTo>
                    <a:pt x="4029979" y="2143055"/>
                  </a:lnTo>
                  <a:lnTo>
                    <a:pt x="4032173" y="2130528"/>
                  </a:lnTo>
                  <a:lnTo>
                    <a:pt x="4034367" y="2231037"/>
                  </a:lnTo>
                  <a:lnTo>
                    <a:pt x="4036561" y="2348027"/>
                  </a:lnTo>
                  <a:lnTo>
                    <a:pt x="4038755" y="2380599"/>
                  </a:lnTo>
                  <a:lnTo>
                    <a:pt x="4040948" y="2364492"/>
                  </a:lnTo>
                  <a:lnTo>
                    <a:pt x="4043142" y="2358899"/>
                  </a:lnTo>
                  <a:lnTo>
                    <a:pt x="4045336" y="2257339"/>
                  </a:lnTo>
                  <a:lnTo>
                    <a:pt x="4047530" y="2161181"/>
                  </a:lnTo>
                  <a:lnTo>
                    <a:pt x="4049723" y="2075930"/>
                  </a:lnTo>
                  <a:lnTo>
                    <a:pt x="4051917" y="2103692"/>
                  </a:lnTo>
                  <a:lnTo>
                    <a:pt x="4054111" y="2141859"/>
                  </a:lnTo>
                  <a:lnTo>
                    <a:pt x="4056305" y="2186178"/>
                  </a:lnTo>
                  <a:lnTo>
                    <a:pt x="4058499" y="2260240"/>
                  </a:lnTo>
                  <a:lnTo>
                    <a:pt x="4060692" y="2207559"/>
                  </a:lnTo>
                  <a:lnTo>
                    <a:pt x="4062886" y="2060392"/>
                  </a:lnTo>
                  <a:lnTo>
                    <a:pt x="4065080" y="1919064"/>
                  </a:lnTo>
                  <a:lnTo>
                    <a:pt x="4067274" y="1810468"/>
                  </a:lnTo>
                  <a:lnTo>
                    <a:pt x="4069467" y="1711918"/>
                  </a:lnTo>
                  <a:lnTo>
                    <a:pt x="4071661" y="1641148"/>
                  </a:lnTo>
                  <a:lnTo>
                    <a:pt x="4073855" y="1629932"/>
                  </a:lnTo>
                  <a:lnTo>
                    <a:pt x="4076049" y="1660494"/>
                  </a:lnTo>
                  <a:lnTo>
                    <a:pt x="4078243" y="1660744"/>
                  </a:lnTo>
                  <a:lnTo>
                    <a:pt x="4080436" y="1674532"/>
                  </a:lnTo>
                  <a:lnTo>
                    <a:pt x="4082630" y="1760420"/>
                  </a:lnTo>
                  <a:lnTo>
                    <a:pt x="4084824" y="1962505"/>
                  </a:lnTo>
                  <a:lnTo>
                    <a:pt x="4087018" y="2177018"/>
                  </a:lnTo>
                  <a:lnTo>
                    <a:pt x="4089212" y="2417346"/>
                  </a:lnTo>
                  <a:lnTo>
                    <a:pt x="4091405" y="2614226"/>
                  </a:lnTo>
                  <a:lnTo>
                    <a:pt x="4093599" y="2732177"/>
                  </a:lnTo>
                  <a:lnTo>
                    <a:pt x="4095793" y="2778967"/>
                  </a:lnTo>
                  <a:lnTo>
                    <a:pt x="4097987" y="2579222"/>
                  </a:lnTo>
                  <a:lnTo>
                    <a:pt x="4100180" y="2331576"/>
                  </a:lnTo>
                  <a:lnTo>
                    <a:pt x="4102374" y="2120861"/>
                  </a:lnTo>
                  <a:lnTo>
                    <a:pt x="4104568" y="1939159"/>
                  </a:lnTo>
                  <a:lnTo>
                    <a:pt x="4106762" y="1808287"/>
                  </a:lnTo>
                  <a:lnTo>
                    <a:pt x="4108956" y="1680023"/>
                  </a:lnTo>
                  <a:lnTo>
                    <a:pt x="4111149" y="1737705"/>
                  </a:lnTo>
                  <a:lnTo>
                    <a:pt x="4113343" y="1812936"/>
                  </a:lnTo>
                  <a:lnTo>
                    <a:pt x="4115537" y="1823840"/>
                  </a:lnTo>
                  <a:lnTo>
                    <a:pt x="4117731" y="1896042"/>
                  </a:lnTo>
                  <a:lnTo>
                    <a:pt x="4119924" y="1965053"/>
                  </a:lnTo>
                  <a:lnTo>
                    <a:pt x="4122118" y="2016490"/>
                  </a:lnTo>
                  <a:lnTo>
                    <a:pt x="4124312" y="1934944"/>
                  </a:lnTo>
                  <a:lnTo>
                    <a:pt x="4126506" y="1884569"/>
                  </a:lnTo>
                  <a:lnTo>
                    <a:pt x="4128700" y="1922849"/>
                  </a:lnTo>
                  <a:lnTo>
                    <a:pt x="4130893" y="1936492"/>
                  </a:lnTo>
                  <a:lnTo>
                    <a:pt x="4133087" y="1826025"/>
                  </a:lnTo>
                  <a:lnTo>
                    <a:pt x="4135281" y="1736904"/>
                  </a:lnTo>
                  <a:lnTo>
                    <a:pt x="4137475" y="1777553"/>
                  </a:lnTo>
                  <a:lnTo>
                    <a:pt x="4139669" y="1675733"/>
                  </a:lnTo>
                  <a:lnTo>
                    <a:pt x="4141862" y="1457504"/>
                  </a:lnTo>
                  <a:lnTo>
                    <a:pt x="4144056" y="1271546"/>
                  </a:lnTo>
                  <a:lnTo>
                    <a:pt x="4146250" y="1342713"/>
                  </a:lnTo>
                  <a:lnTo>
                    <a:pt x="4148444" y="1394890"/>
                  </a:lnTo>
                  <a:lnTo>
                    <a:pt x="4150637" y="1308576"/>
                  </a:lnTo>
                  <a:lnTo>
                    <a:pt x="4152831" y="1284733"/>
                  </a:lnTo>
                  <a:lnTo>
                    <a:pt x="4155025" y="1398964"/>
                  </a:lnTo>
                  <a:lnTo>
                    <a:pt x="4157219" y="1465743"/>
                  </a:lnTo>
                  <a:lnTo>
                    <a:pt x="4159413" y="1394006"/>
                  </a:lnTo>
                  <a:lnTo>
                    <a:pt x="4161606" y="1290414"/>
                  </a:lnTo>
                  <a:lnTo>
                    <a:pt x="4163800" y="1326804"/>
                  </a:lnTo>
                  <a:lnTo>
                    <a:pt x="4165994" y="1431979"/>
                  </a:lnTo>
                  <a:lnTo>
                    <a:pt x="4168188" y="1412737"/>
                  </a:lnTo>
                  <a:lnTo>
                    <a:pt x="4170381" y="1389066"/>
                  </a:lnTo>
                  <a:lnTo>
                    <a:pt x="4172575" y="1353816"/>
                  </a:lnTo>
                  <a:lnTo>
                    <a:pt x="4174769" y="1347719"/>
                  </a:lnTo>
                  <a:lnTo>
                    <a:pt x="4176963" y="1343527"/>
                  </a:lnTo>
                  <a:lnTo>
                    <a:pt x="4179157" y="1350499"/>
                  </a:lnTo>
                  <a:lnTo>
                    <a:pt x="4181350" y="1331653"/>
                  </a:lnTo>
                  <a:lnTo>
                    <a:pt x="4183544" y="1270877"/>
                  </a:lnTo>
                  <a:lnTo>
                    <a:pt x="4185738" y="1209734"/>
                  </a:lnTo>
                  <a:lnTo>
                    <a:pt x="4187932" y="1151687"/>
                  </a:lnTo>
                  <a:lnTo>
                    <a:pt x="4190126" y="1071156"/>
                  </a:lnTo>
                  <a:lnTo>
                    <a:pt x="4192319" y="966827"/>
                  </a:lnTo>
                  <a:lnTo>
                    <a:pt x="4194513" y="923404"/>
                  </a:lnTo>
                  <a:lnTo>
                    <a:pt x="4196707" y="922891"/>
                  </a:lnTo>
                  <a:lnTo>
                    <a:pt x="4198901" y="1034331"/>
                  </a:lnTo>
                  <a:lnTo>
                    <a:pt x="4201094" y="1129432"/>
                  </a:lnTo>
                  <a:lnTo>
                    <a:pt x="4203288" y="1170819"/>
                  </a:lnTo>
                  <a:lnTo>
                    <a:pt x="4205482" y="1198788"/>
                  </a:lnTo>
                  <a:lnTo>
                    <a:pt x="4207676" y="1185455"/>
                  </a:lnTo>
                  <a:lnTo>
                    <a:pt x="4209870" y="1214654"/>
                  </a:lnTo>
                  <a:lnTo>
                    <a:pt x="4212063" y="1151793"/>
                  </a:lnTo>
                  <a:lnTo>
                    <a:pt x="4214257" y="1120218"/>
                  </a:lnTo>
                  <a:lnTo>
                    <a:pt x="4216451" y="1167489"/>
                  </a:lnTo>
                  <a:lnTo>
                    <a:pt x="4218645" y="1177327"/>
                  </a:lnTo>
                  <a:lnTo>
                    <a:pt x="4220839" y="1211838"/>
                  </a:lnTo>
                  <a:lnTo>
                    <a:pt x="4223032" y="1196116"/>
                  </a:lnTo>
                  <a:lnTo>
                    <a:pt x="4225226" y="1227531"/>
                  </a:lnTo>
                  <a:lnTo>
                    <a:pt x="4227420" y="1309145"/>
                  </a:lnTo>
                  <a:lnTo>
                    <a:pt x="4229614" y="1265532"/>
                  </a:lnTo>
                  <a:lnTo>
                    <a:pt x="4231807" y="1180644"/>
                  </a:lnTo>
                  <a:lnTo>
                    <a:pt x="4234001" y="1097737"/>
                  </a:lnTo>
                  <a:lnTo>
                    <a:pt x="4236195" y="1098926"/>
                  </a:lnTo>
                  <a:lnTo>
                    <a:pt x="4238389" y="1067232"/>
                  </a:lnTo>
                  <a:lnTo>
                    <a:pt x="4240583" y="926722"/>
                  </a:lnTo>
                  <a:lnTo>
                    <a:pt x="4242776" y="876861"/>
                  </a:lnTo>
                  <a:lnTo>
                    <a:pt x="4244970" y="911986"/>
                  </a:lnTo>
                  <a:lnTo>
                    <a:pt x="4247164" y="963035"/>
                  </a:lnTo>
                  <a:lnTo>
                    <a:pt x="4249358" y="919410"/>
                  </a:lnTo>
                  <a:lnTo>
                    <a:pt x="4251551" y="925334"/>
                  </a:lnTo>
                  <a:lnTo>
                    <a:pt x="4253745" y="996901"/>
                  </a:lnTo>
                  <a:lnTo>
                    <a:pt x="4255939" y="1075687"/>
                  </a:lnTo>
                  <a:lnTo>
                    <a:pt x="4258133" y="1192298"/>
                  </a:lnTo>
                  <a:lnTo>
                    <a:pt x="4260327" y="1264540"/>
                  </a:lnTo>
                  <a:lnTo>
                    <a:pt x="4262520" y="1291882"/>
                  </a:lnTo>
                  <a:lnTo>
                    <a:pt x="4264714" y="1232996"/>
                  </a:lnTo>
                  <a:lnTo>
                    <a:pt x="4266908" y="1156111"/>
                  </a:lnTo>
                  <a:lnTo>
                    <a:pt x="4269102" y="1117165"/>
                  </a:lnTo>
                  <a:lnTo>
                    <a:pt x="4271296" y="1147378"/>
                  </a:lnTo>
                  <a:lnTo>
                    <a:pt x="4273489" y="1201120"/>
                  </a:lnTo>
                  <a:lnTo>
                    <a:pt x="4275683" y="1241421"/>
                  </a:lnTo>
                  <a:lnTo>
                    <a:pt x="4277877" y="1290754"/>
                  </a:lnTo>
                  <a:lnTo>
                    <a:pt x="4280071" y="1284521"/>
                  </a:lnTo>
                  <a:lnTo>
                    <a:pt x="4282264" y="1216907"/>
                  </a:lnTo>
                  <a:lnTo>
                    <a:pt x="4284458" y="1035960"/>
                  </a:lnTo>
                  <a:lnTo>
                    <a:pt x="4286652" y="921660"/>
                  </a:lnTo>
                  <a:lnTo>
                    <a:pt x="4288846" y="903142"/>
                  </a:lnTo>
                  <a:lnTo>
                    <a:pt x="4291040" y="870219"/>
                  </a:lnTo>
                  <a:lnTo>
                    <a:pt x="4293233" y="888825"/>
                  </a:lnTo>
                  <a:lnTo>
                    <a:pt x="4295427" y="878520"/>
                  </a:lnTo>
                  <a:lnTo>
                    <a:pt x="4297621" y="869703"/>
                  </a:lnTo>
                  <a:lnTo>
                    <a:pt x="4299815" y="852266"/>
                  </a:lnTo>
                  <a:lnTo>
                    <a:pt x="4302008" y="832913"/>
                  </a:lnTo>
                  <a:lnTo>
                    <a:pt x="4304202" y="761787"/>
                  </a:lnTo>
                  <a:lnTo>
                    <a:pt x="4306396" y="661101"/>
                  </a:lnTo>
                  <a:lnTo>
                    <a:pt x="4308590" y="617333"/>
                  </a:lnTo>
                  <a:lnTo>
                    <a:pt x="4310784" y="574079"/>
                  </a:lnTo>
                  <a:lnTo>
                    <a:pt x="4312977" y="501749"/>
                  </a:lnTo>
                  <a:lnTo>
                    <a:pt x="4315171" y="423394"/>
                  </a:lnTo>
                  <a:lnTo>
                    <a:pt x="4317365" y="413393"/>
                  </a:lnTo>
                  <a:lnTo>
                    <a:pt x="4319559" y="434170"/>
                  </a:lnTo>
                  <a:lnTo>
                    <a:pt x="4321753" y="470144"/>
                  </a:lnTo>
                  <a:lnTo>
                    <a:pt x="4323946" y="493910"/>
                  </a:lnTo>
                  <a:lnTo>
                    <a:pt x="4326140" y="529316"/>
                  </a:lnTo>
                  <a:lnTo>
                    <a:pt x="4328334" y="556319"/>
                  </a:lnTo>
                  <a:lnTo>
                    <a:pt x="4330528" y="636110"/>
                  </a:lnTo>
                  <a:lnTo>
                    <a:pt x="4332721" y="693550"/>
                  </a:lnTo>
                  <a:lnTo>
                    <a:pt x="4334915" y="674145"/>
                  </a:lnTo>
                  <a:lnTo>
                    <a:pt x="4337109" y="729384"/>
                  </a:lnTo>
                  <a:lnTo>
                    <a:pt x="4339303" y="836072"/>
                  </a:lnTo>
                  <a:lnTo>
                    <a:pt x="4341497" y="910732"/>
                  </a:lnTo>
                  <a:lnTo>
                    <a:pt x="4343690" y="989460"/>
                  </a:lnTo>
                  <a:lnTo>
                    <a:pt x="4345884" y="1106171"/>
                  </a:lnTo>
                  <a:lnTo>
                    <a:pt x="4348078" y="1351009"/>
                  </a:lnTo>
                  <a:lnTo>
                    <a:pt x="4350272" y="1515163"/>
                  </a:lnTo>
                  <a:lnTo>
                    <a:pt x="4352466" y="1638272"/>
                  </a:lnTo>
                  <a:lnTo>
                    <a:pt x="4354659" y="1756267"/>
                  </a:lnTo>
                  <a:lnTo>
                    <a:pt x="4356853" y="1784725"/>
                  </a:lnTo>
                  <a:lnTo>
                    <a:pt x="4359047" y="1831162"/>
                  </a:lnTo>
                  <a:lnTo>
                    <a:pt x="4361241" y="1766846"/>
                  </a:lnTo>
                  <a:lnTo>
                    <a:pt x="4363434" y="1675469"/>
                  </a:lnTo>
                  <a:lnTo>
                    <a:pt x="4365628" y="1586337"/>
                  </a:lnTo>
                  <a:lnTo>
                    <a:pt x="4367822" y="1562853"/>
                  </a:lnTo>
                  <a:lnTo>
                    <a:pt x="4370016" y="1605292"/>
                  </a:lnTo>
                  <a:lnTo>
                    <a:pt x="4372210" y="1601296"/>
                  </a:lnTo>
                  <a:lnTo>
                    <a:pt x="4374403" y="1647635"/>
                  </a:lnTo>
                  <a:lnTo>
                    <a:pt x="4376597" y="1728707"/>
                  </a:lnTo>
                  <a:lnTo>
                    <a:pt x="4378791" y="1746534"/>
                  </a:lnTo>
                  <a:lnTo>
                    <a:pt x="4380985" y="1731466"/>
                  </a:lnTo>
                  <a:lnTo>
                    <a:pt x="4383178" y="1670238"/>
                  </a:lnTo>
                  <a:lnTo>
                    <a:pt x="4385372" y="1592769"/>
                  </a:lnTo>
                  <a:lnTo>
                    <a:pt x="4387566" y="1460143"/>
                  </a:lnTo>
                  <a:lnTo>
                    <a:pt x="4389760" y="1353494"/>
                  </a:lnTo>
                  <a:lnTo>
                    <a:pt x="4391954" y="1306583"/>
                  </a:lnTo>
                  <a:lnTo>
                    <a:pt x="4394147" y="1282931"/>
                  </a:lnTo>
                  <a:lnTo>
                    <a:pt x="4396341" y="1176248"/>
                  </a:lnTo>
                  <a:lnTo>
                    <a:pt x="4398535" y="1030815"/>
                  </a:lnTo>
                  <a:lnTo>
                    <a:pt x="4400729" y="935979"/>
                  </a:lnTo>
                  <a:lnTo>
                    <a:pt x="4402923" y="866484"/>
                  </a:lnTo>
                  <a:lnTo>
                    <a:pt x="4405116" y="796609"/>
                  </a:lnTo>
                  <a:lnTo>
                    <a:pt x="4407310" y="724445"/>
                  </a:lnTo>
                  <a:lnTo>
                    <a:pt x="4409504" y="773569"/>
                  </a:lnTo>
                  <a:lnTo>
                    <a:pt x="4411698" y="930715"/>
                  </a:lnTo>
                  <a:lnTo>
                    <a:pt x="4413891" y="1033121"/>
                  </a:lnTo>
                  <a:lnTo>
                    <a:pt x="4416085" y="1043115"/>
                  </a:lnTo>
                  <a:lnTo>
                    <a:pt x="4418279" y="981255"/>
                  </a:lnTo>
                  <a:lnTo>
                    <a:pt x="4420473" y="919434"/>
                  </a:lnTo>
                  <a:lnTo>
                    <a:pt x="4422667" y="821887"/>
                  </a:lnTo>
                  <a:lnTo>
                    <a:pt x="4424860" y="721936"/>
                  </a:lnTo>
                  <a:lnTo>
                    <a:pt x="4427054" y="683890"/>
                  </a:lnTo>
                  <a:lnTo>
                    <a:pt x="4429248" y="691016"/>
                  </a:lnTo>
                  <a:lnTo>
                    <a:pt x="4431442" y="758837"/>
                  </a:lnTo>
                  <a:lnTo>
                    <a:pt x="4433635" y="791077"/>
                  </a:lnTo>
                  <a:lnTo>
                    <a:pt x="4435829" y="835228"/>
                  </a:lnTo>
                  <a:lnTo>
                    <a:pt x="4438023" y="842322"/>
                  </a:lnTo>
                  <a:lnTo>
                    <a:pt x="4440217" y="821121"/>
                  </a:lnTo>
                  <a:lnTo>
                    <a:pt x="4442411" y="807794"/>
                  </a:lnTo>
                  <a:lnTo>
                    <a:pt x="4444604" y="767217"/>
                  </a:lnTo>
                  <a:lnTo>
                    <a:pt x="4446798" y="755394"/>
                  </a:lnTo>
                  <a:lnTo>
                    <a:pt x="4448992" y="803405"/>
                  </a:lnTo>
                  <a:lnTo>
                    <a:pt x="4451186" y="918661"/>
                  </a:lnTo>
                  <a:lnTo>
                    <a:pt x="4453380" y="977226"/>
                  </a:lnTo>
                  <a:lnTo>
                    <a:pt x="4455573" y="1025889"/>
                  </a:lnTo>
                  <a:lnTo>
                    <a:pt x="4457767" y="1176878"/>
                  </a:lnTo>
                  <a:lnTo>
                    <a:pt x="4459961" y="1300202"/>
                  </a:lnTo>
                  <a:lnTo>
                    <a:pt x="4462155" y="1341920"/>
                  </a:lnTo>
                  <a:lnTo>
                    <a:pt x="4464348" y="1390085"/>
                  </a:lnTo>
                  <a:lnTo>
                    <a:pt x="4466542" y="1593577"/>
                  </a:lnTo>
                  <a:lnTo>
                    <a:pt x="4468736" y="1771628"/>
                  </a:lnTo>
                  <a:lnTo>
                    <a:pt x="4470930" y="1755529"/>
                  </a:lnTo>
                  <a:lnTo>
                    <a:pt x="4473124" y="1699402"/>
                  </a:lnTo>
                  <a:lnTo>
                    <a:pt x="4475317" y="1635636"/>
                  </a:lnTo>
                  <a:lnTo>
                    <a:pt x="4477511" y="1465162"/>
                  </a:lnTo>
                  <a:lnTo>
                    <a:pt x="4479705" y="1226049"/>
                  </a:lnTo>
                  <a:lnTo>
                    <a:pt x="4481899" y="1049849"/>
                  </a:lnTo>
                  <a:lnTo>
                    <a:pt x="4484093" y="965892"/>
                  </a:lnTo>
                  <a:lnTo>
                    <a:pt x="4486286" y="853022"/>
                  </a:lnTo>
                  <a:lnTo>
                    <a:pt x="4488480" y="756041"/>
                  </a:lnTo>
                  <a:lnTo>
                    <a:pt x="4490674" y="729875"/>
                  </a:lnTo>
                  <a:lnTo>
                    <a:pt x="4492868" y="655677"/>
                  </a:lnTo>
                  <a:lnTo>
                    <a:pt x="4495061" y="578959"/>
                  </a:lnTo>
                  <a:lnTo>
                    <a:pt x="4497255" y="584607"/>
                  </a:lnTo>
                  <a:lnTo>
                    <a:pt x="4499449" y="740132"/>
                  </a:lnTo>
                  <a:lnTo>
                    <a:pt x="4501643" y="904652"/>
                  </a:lnTo>
                  <a:lnTo>
                    <a:pt x="4503837" y="971876"/>
                  </a:lnTo>
                  <a:lnTo>
                    <a:pt x="4506030" y="1009226"/>
                  </a:lnTo>
                  <a:lnTo>
                    <a:pt x="4508224" y="1052480"/>
                  </a:lnTo>
                  <a:lnTo>
                    <a:pt x="4510418" y="1166578"/>
                  </a:lnTo>
                  <a:lnTo>
                    <a:pt x="4512612" y="1229454"/>
                  </a:lnTo>
                  <a:lnTo>
                    <a:pt x="4514805" y="1249815"/>
                  </a:lnTo>
                  <a:lnTo>
                    <a:pt x="4516999" y="1321128"/>
                  </a:lnTo>
                  <a:lnTo>
                    <a:pt x="4519193" y="1397957"/>
                  </a:lnTo>
                  <a:lnTo>
                    <a:pt x="4521387" y="1461008"/>
                  </a:lnTo>
                  <a:lnTo>
                    <a:pt x="4523581" y="1392924"/>
                  </a:lnTo>
                  <a:lnTo>
                    <a:pt x="4525774" y="1405505"/>
                  </a:lnTo>
                  <a:lnTo>
                    <a:pt x="4527968" y="1474185"/>
                  </a:lnTo>
                  <a:lnTo>
                    <a:pt x="4530162" y="1418499"/>
                  </a:lnTo>
                  <a:lnTo>
                    <a:pt x="4532356" y="1385552"/>
                  </a:lnTo>
                  <a:lnTo>
                    <a:pt x="4534550" y="1395287"/>
                  </a:lnTo>
                  <a:lnTo>
                    <a:pt x="4536743" y="1358031"/>
                  </a:lnTo>
                  <a:lnTo>
                    <a:pt x="4538937" y="1227151"/>
                  </a:lnTo>
                  <a:lnTo>
                    <a:pt x="4541131" y="1114081"/>
                  </a:lnTo>
                  <a:lnTo>
                    <a:pt x="4543325" y="1157291"/>
                  </a:lnTo>
                  <a:lnTo>
                    <a:pt x="4545518" y="1213849"/>
                  </a:lnTo>
                  <a:lnTo>
                    <a:pt x="4547712" y="1202820"/>
                  </a:lnTo>
                  <a:lnTo>
                    <a:pt x="4549906" y="1266461"/>
                  </a:lnTo>
                  <a:lnTo>
                    <a:pt x="4552100" y="1412303"/>
                  </a:lnTo>
                  <a:lnTo>
                    <a:pt x="4554294" y="1549900"/>
                  </a:lnTo>
                  <a:lnTo>
                    <a:pt x="4556487" y="1638084"/>
                  </a:lnTo>
                  <a:lnTo>
                    <a:pt x="4558681" y="1761515"/>
                  </a:lnTo>
                  <a:lnTo>
                    <a:pt x="4560875" y="1922732"/>
                  </a:lnTo>
                  <a:lnTo>
                    <a:pt x="4563069" y="2056678"/>
                  </a:lnTo>
                  <a:lnTo>
                    <a:pt x="4565262" y="2016518"/>
                  </a:lnTo>
                  <a:lnTo>
                    <a:pt x="4567456" y="1888520"/>
                  </a:lnTo>
                  <a:lnTo>
                    <a:pt x="4569650" y="1749734"/>
                  </a:lnTo>
                  <a:lnTo>
                    <a:pt x="4571844" y="1555810"/>
                  </a:lnTo>
                  <a:lnTo>
                    <a:pt x="4574038" y="1315964"/>
                  </a:lnTo>
                  <a:lnTo>
                    <a:pt x="4576231" y="1071431"/>
                  </a:lnTo>
                  <a:lnTo>
                    <a:pt x="4578425" y="1014874"/>
                  </a:lnTo>
                  <a:lnTo>
                    <a:pt x="4580619" y="1041404"/>
                  </a:lnTo>
                  <a:lnTo>
                    <a:pt x="4582813" y="1087862"/>
                  </a:lnTo>
                  <a:lnTo>
                    <a:pt x="4585007" y="1139898"/>
                  </a:lnTo>
                  <a:lnTo>
                    <a:pt x="4587200" y="1177450"/>
                  </a:lnTo>
                  <a:lnTo>
                    <a:pt x="4589394" y="1191576"/>
                  </a:lnTo>
                  <a:lnTo>
                    <a:pt x="4591588" y="1074041"/>
                  </a:lnTo>
                  <a:lnTo>
                    <a:pt x="4593782" y="934035"/>
                  </a:lnTo>
                  <a:lnTo>
                    <a:pt x="4595975" y="818830"/>
                  </a:lnTo>
                  <a:lnTo>
                    <a:pt x="4598169" y="736699"/>
                  </a:lnTo>
                  <a:lnTo>
                    <a:pt x="4600363" y="636087"/>
                  </a:lnTo>
                  <a:lnTo>
                    <a:pt x="4602557" y="575394"/>
                  </a:lnTo>
                  <a:lnTo>
                    <a:pt x="4604751" y="606197"/>
                  </a:lnTo>
                  <a:lnTo>
                    <a:pt x="4606944" y="707372"/>
                  </a:lnTo>
                  <a:lnTo>
                    <a:pt x="4609138" y="816478"/>
                  </a:lnTo>
                  <a:lnTo>
                    <a:pt x="4611332" y="842739"/>
                  </a:lnTo>
                  <a:lnTo>
                    <a:pt x="4613526" y="918482"/>
                  </a:lnTo>
                  <a:lnTo>
                    <a:pt x="4615720" y="976455"/>
                  </a:lnTo>
                  <a:lnTo>
                    <a:pt x="4617913" y="948153"/>
                  </a:lnTo>
                  <a:lnTo>
                    <a:pt x="4620107" y="824036"/>
                  </a:lnTo>
                  <a:lnTo>
                    <a:pt x="4622301" y="762593"/>
                  </a:lnTo>
                  <a:lnTo>
                    <a:pt x="4624495" y="882814"/>
                  </a:lnTo>
                  <a:lnTo>
                    <a:pt x="4626688" y="991172"/>
                  </a:lnTo>
                  <a:lnTo>
                    <a:pt x="4628882" y="1024961"/>
                  </a:lnTo>
                  <a:lnTo>
                    <a:pt x="4631076" y="1133304"/>
                  </a:lnTo>
                  <a:lnTo>
                    <a:pt x="4633270" y="1299113"/>
                  </a:lnTo>
                  <a:lnTo>
                    <a:pt x="4635464" y="1337332"/>
                  </a:lnTo>
                  <a:lnTo>
                    <a:pt x="4637657" y="1185470"/>
                  </a:lnTo>
                  <a:lnTo>
                    <a:pt x="4639851" y="1030803"/>
                  </a:lnTo>
                  <a:lnTo>
                    <a:pt x="4642045" y="964275"/>
                  </a:lnTo>
                  <a:lnTo>
                    <a:pt x="4644239" y="869567"/>
                  </a:lnTo>
                  <a:lnTo>
                    <a:pt x="4646432" y="774944"/>
                  </a:lnTo>
                  <a:lnTo>
                    <a:pt x="4648626" y="768076"/>
                  </a:lnTo>
                  <a:lnTo>
                    <a:pt x="4650820" y="785837"/>
                  </a:lnTo>
                  <a:lnTo>
                    <a:pt x="4653014" y="760279"/>
                  </a:lnTo>
                  <a:lnTo>
                    <a:pt x="4655208" y="758245"/>
                  </a:lnTo>
                  <a:lnTo>
                    <a:pt x="4657401" y="783512"/>
                  </a:lnTo>
                  <a:lnTo>
                    <a:pt x="4659595" y="772784"/>
                  </a:lnTo>
                  <a:lnTo>
                    <a:pt x="4661789" y="753538"/>
                  </a:lnTo>
                  <a:lnTo>
                    <a:pt x="4663983" y="803132"/>
                  </a:lnTo>
                  <a:lnTo>
                    <a:pt x="4666177" y="880713"/>
                  </a:lnTo>
                  <a:lnTo>
                    <a:pt x="4668370" y="909138"/>
                  </a:lnTo>
                  <a:lnTo>
                    <a:pt x="4670564" y="907515"/>
                  </a:lnTo>
                  <a:lnTo>
                    <a:pt x="4672758" y="882101"/>
                  </a:lnTo>
                  <a:lnTo>
                    <a:pt x="4674952" y="860516"/>
                  </a:lnTo>
                  <a:lnTo>
                    <a:pt x="4677145" y="872310"/>
                  </a:lnTo>
                  <a:lnTo>
                    <a:pt x="4679339" y="1012549"/>
                  </a:lnTo>
                  <a:lnTo>
                    <a:pt x="4681533" y="1066866"/>
                  </a:lnTo>
                  <a:lnTo>
                    <a:pt x="4683727" y="1036184"/>
                  </a:lnTo>
                  <a:lnTo>
                    <a:pt x="4685921" y="1009368"/>
                  </a:lnTo>
                  <a:lnTo>
                    <a:pt x="4688114" y="939127"/>
                  </a:lnTo>
                  <a:lnTo>
                    <a:pt x="4690308" y="868893"/>
                  </a:lnTo>
                  <a:lnTo>
                    <a:pt x="4692502" y="703380"/>
                  </a:lnTo>
                  <a:lnTo>
                    <a:pt x="4694696" y="624423"/>
                  </a:lnTo>
                  <a:lnTo>
                    <a:pt x="4696889" y="616063"/>
                  </a:lnTo>
                  <a:lnTo>
                    <a:pt x="4699083" y="626389"/>
                  </a:lnTo>
                  <a:lnTo>
                    <a:pt x="4701277" y="639208"/>
                  </a:lnTo>
                  <a:lnTo>
                    <a:pt x="4703471" y="619139"/>
                  </a:lnTo>
                  <a:lnTo>
                    <a:pt x="4705665" y="615026"/>
                  </a:lnTo>
                  <a:lnTo>
                    <a:pt x="4707858" y="609816"/>
                  </a:lnTo>
                  <a:lnTo>
                    <a:pt x="4710052" y="615714"/>
                  </a:lnTo>
                  <a:lnTo>
                    <a:pt x="4712246" y="645841"/>
                  </a:lnTo>
                  <a:lnTo>
                    <a:pt x="4714440" y="640907"/>
                  </a:lnTo>
                  <a:lnTo>
                    <a:pt x="4716634" y="562743"/>
                  </a:lnTo>
                  <a:lnTo>
                    <a:pt x="4718827" y="529654"/>
                  </a:lnTo>
                  <a:lnTo>
                    <a:pt x="4721021" y="501770"/>
                  </a:lnTo>
                  <a:lnTo>
                    <a:pt x="4723215" y="476800"/>
                  </a:lnTo>
                  <a:lnTo>
                    <a:pt x="4725409" y="483031"/>
                  </a:lnTo>
                  <a:lnTo>
                    <a:pt x="4727602" y="488091"/>
                  </a:lnTo>
                  <a:lnTo>
                    <a:pt x="4729796" y="524679"/>
                  </a:lnTo>
                  <a:lnTo>
                    <a:pt x="4731990" y="500020"/>
                  </a:lnTo>
                  <a:lnTo>
                    <a:pt x="4734184" y="485629"/>
                  </a:lnTo>
                  <a:lnTo>
                    <a:pt x="4736378" y="470549"/>
                  </a:lnTo>
                  <a:lnTo>
                    <a:pt x="4738571" y="458426"/>
                  </a:lnTo>
                  <a:lnTo>
                    <a:pt x="4740765" y="512502"/>
                  </a:lnTo>
                  <a:lnTo>
                    <a:pt x="4742959" y="604138"/>
                  </a:lnTo>
                  <a:lnTo>
                    <a:pt x="4745153" y="671214"/>
                  </a:lnTo>
                  <a:lnTo>
                    <a:pt x="4747346" y="692394"/>
                  </a:lnTo>
                  <a:lnTo>
                    <a:pt x="4749540" y="686187"/>
                  </a:lnTo>
                  <a:lnTo>
                    <a:pt x="4751734" y="663318"/>
                  </a:lnTo>
                  <a:lnTo>
                    <a:pt x="4753928" y="615750"/>
                  </a:lnTo>
                  <a:lnTo>
                    <a:pt x="4756122" y="533656"/>
                  </a:lnTo>
                  <a:lnTo>
                    <a:pt x="4758315" y="465300"/>
                  </a:lnTo>
                  <a:lnTo>
                    <a:pt x="4760509" y="449704"/>
                  </a:lnTo>
                  <a:lnTo>
                    <a:pt x="4762703" y="494074"/>
                  </a:lnTo>
                  <a:lnTo>
                    <a:pt x="4764897" y="501271"/>
                  </a:lnTo>
                  <a:lnTo>
                    <a:pt x="4767091" y="561825"/>
                  </a:lnTo>
                  <a:lnTo>
                    <a:pt x="4769284" y="696841"/>
                  </a:lnTo>
                  <a:lnTo>
                    <a:pt x="4771478" y="735881"/>
                  </a:lnTo>
                  <a:lnTo>
                    <a:pt x="4773672" y="727122"/>
                  </a:lnTo>
                  <a:lnTo>
                    <a:pt x="4775866" y="703534"/>
                  </a:lnTo>
                  <a:lnTo>
                    <a:pt x="4778059" y="709524"/>
                  </a:lnTo>
                  <a:lnTo>
                    <a:pt x="4780253" y="691689"/>
                  </a:lnTo>
                  <a:lnTo>
                    <a:pt x="4782447" y="577560"/>
                  </a:lnTo>
                  <a:lnTo>
                    <a:pt x="4784641" y="539287"/>
                  </a:lnTo>
                  <a:lnTo>
                    <a:pt x="4786835" y="554951"/>
                  </a:lnTo>
                  <a:lnTo>
                    <a:pt x="4789028" y="610381"/>
                  </a:lnTo>
                  <a:lnTo>
                    <a:pt x="4791222" y="657850"/>
                  </a:lnTo>
                  <a:lnTo>
                    <a:pt x="4793416" y="619289"/>
                  </a:lnTo>
                  <a:lnTo>
                    <a:pt x="4795610" y="598314"/>
                  </a:lnTo>
                  <a:lnTo>
                    <a:pt x="4797804" y="596313"/>
                  </a:lnTo>
                  <a:lnTo>
                    <a:pt x="4799997" y="568244"/>
                  </a:lnTo>
                  <a:lnTo>
                    <a:pt x="4802191" y="505573"/>
                  </a:lnTo>
                  <a:lnTo>
                    <a:pt x="4804385" y="434284"/>
                  </a:lnTo>
                  <a:lnTo>
                    <a:pt x="4806579" y="437484"/>
                  </a:lnTo>
                  <a:lnTo>
                    <a:pt x="4808772" y="484922"/>
                  </a:lnTo>
                  <a:lnTo>
                    <a:pt x="4810966" y="508064"/>
                  </a:lnTo>
                  <a:lnTo>
                    <a:pt x="4813160" y="508816"/>
                  </a:lnTo>
                  <a:lnTo>
                    <a:pt x="4815354" y="468075"/>
                  </a:lnTo>
                  <a:lnTo>
                    <a:pt x="4817548" y="462208"/>
                  </a:lnTo>
                  <a:lnTo>
                    <a:pt x="4819741" y="466621"/>
                  </a:lnTo>
                  <a:lnTo>
                    <a:pt x="4821935" y="502179"/>
                  </a:lnTo>
                  <a:lnTo>
                    <a:pt x="4824129" y="550640"/>
                  </a:lnTo>
                  <a:lnTo>
                    <a:pt x="4826323" y="603337"/>
                  </a:lnTo>
                  <a:lnTo>
                    <a:pt x="4828516" y="671043"/>
                  </a:lnTo>
                  <a:lnTo>
                    <a:pt x="4830710" y="715177"/>
                  </a:lnTo>
                  <a:lnTo>
                    <a:pt x="4832904" y="743293"/>
                  </a:lnTo>
                  <a:lnTo>
                    <a:pt x="4835098" y="706585"/>
                  </a:lnTo>
                  <a:lnTo>
                    <a:pt x="4837292" y="664879"/>
                  </a:lnTo>
                  <a:lnTo>
                    <a:pt x="4839485" y="661432"/>
                  </a:lnTo>
                  <a:lnTo>
                    <a:pt x="4841679" y="654112"/>
                  </a:lnTo>
                  <a:lnTo>
                    <a:pt x="4843873" y="643126"/>
                  </a:lnTo>
                  <a:lnTo>
                    <a:pt x="4846067" y="665128"/>
                  </a:lnTo>
                  <a:lnTo>
                    <a:pt x="4848261" y="708809"/>
                  </a:lnTo>
                  <a:lnTo>
                    <a:pt x="4850454" y="747673"/>
                  </a:lnTo>
                  <a:lnTo>
                    <a:pt x="4852648" y="787333"/>
                  </a:lnTo>
                  <a:lnTo>
                    <a:pt x="4854842" y="845240"/>
                  </a:lnTo>
                  <a:lnTo>
                    <a:pt x="4857036" y="900252"/>
                  </a:lnTo>
                  <a:lnTo>
                    <a:pt x="4859229" y="943699"/>
                  </a:lnTo>
                  <a:lnTo>
                    <a:pt x="4861423" y="935296"/>
                  </a:lnTo>
                  <a:lnTo>
                    <a:pt x="4863617" y="873853"/>
                  </a:lnTo>
                  <a:lnTo>
                    <a:pt x="4865811" y="809960"/>
                  </a:lnTo>
                  <a:lnTo>
                    <a:pt x="4868005" y="752720"/>
                  </a:lnTo>
                  <a:lnTo>
                    <a:pt x="4870198" y="718987"/>
                  </a:lnTo>
                  <a:lnTo>
                    <a:pt x="4872392" y="644033"/>
                  </a:lnTo>
                  <a:lnTo>
                    <a:pt x="4874586" y="678130"/>
                  </a:lnTo>
                  <a:lnTo>
                    <a:pt x="4876780" y="835851"/>
                  </a:lnTo>
                  <a:lnTo>
                    <a:pt x="4878973" y="1050908"/>
                  </a:lnTo>
                  <a:lnTo>
                    <a:pt x="4881167" y="1304641"/>
                  </a:lnTo>
                  <a:lnTo>
                    <a:pt x="4883361" y="1471811"/>
                  </a:lnTo>
                  <a:lnTo>
                    <a:pt x="4885555" y="1602380"/>
                  </a:lnTo>
                  <a:lnTo>
                    <a:pt x="4887749" y="1678237"/>
                  </a:lnTo>
                  <a:lnTo>
                    <a:pt x="4889942" y="1708218"/>
                  </a:lnTo>
                  <a:lnTo>
                    <a:pt x="4892136" y="1661934"/>
                  </a:lnTo>
                  <a:lnTo>
                    <a:pt x="4894330" y="1493237"/>
                  </a:lnTo>
                  <a:lnTo>
                    <a:pt x="4896524" y="1342438"/>
                  </a:lnTo>
                  <a:lnTo>
                    <a:pt x="4898718" y="1202137"/>
                  </a:lnTo>
                  <a:lnTo>
                    <a:pt x="4900911" y="1114580"/>
                  </a:lnTo>
                  <a:lnTo>
                    <a:pt x="4903105" y="1062905"/>
                  </a:lnTo>
                  <a:lnTo>
                    <a:pt x="4905299" y="1093191"/>
                  </a:lnTo>
                  <a:lnTo>
                    <a:pt x="4907493" y="1273432"/>
                  </a:lnTo>
                  <a:lnTo>
                    <a:pt x="4909686" y="1469628"/>
                  </a:lnTo>
                  <a:lnTo>
                    <a:pt x="4911880" y="1789580"/>
                  </a:lnTo>
                  <a:lnTo>
                    <a:pt x="4914074" y="1980836"/>
                  </a:lnTo>
                  <a:lnTo>
                    <a:pt x="4916268" y="2102169"/>
                  </a:lnTo>
                  <a:lnTo>
                    <a:pt x="4918462" y="2193607"/>
                  </a:lnTo>
                  <a:lnTo>
                    <a:pt x="4920655" y="2234547"/>
                  </a:lnTo>
                  <a:lnTo>
                    <a:pt x="4922849" y="2288895"/>
                  </a:lnTo>
                  <a:lnTo>
                    <a:pt x="4925043" y="2203514"/>
                  </a:lnTo>
                  <a:lnTo>
                    <a:pt x="4927237" y="2267791"/>
                  </a:lnTo>
                  <a:lnTo>
                    <a:pt x="4929431" y="2450768"/>
                  </a:lnTo>
                  <a:lnTo>
                    <a:pt x="4931624" y="2592059"/>
                  </a:lnTo>
                  <a:lnTo>
                    <a:pt x="4933818" y="2674810"/>
                  </a:lnTo>
                  <a:lnTo>
                    <a:pt x="4936012" y="2721545"/>
                  </a:lnTo>
                  <a:lnTo>
                    <a:pt x="4938206" y="2773288"/>
                  </a:lnTo>
                  <a:lnTo>
                    <a:pt x="4940399" y="2723148"/>
                  </a:lnTo>
                  <a:lnTo>
                    <a:pt x="4942593" y="2536080"/>
                  </a:lnTo>
                  <a:lnTo>
                    <a:pt x="4944787" y="2329645"/>
                  </a:lnTo>
                  <a:lnTo>
                    <a:pt x="4946981" y="2099524"/>
                  </a:lnTo>
                  <a:lnTo>
                    <a:pt x="4949175" y="1976059"/>
                  </a:lnTo>
                  <a:lnTo>
                    <a:pt x="4951368" y="1981914"/>
                  </a:lnTo>
                  <a:lnTo>
                    <a:pt x="4953562" y="1894983"/>
                  </a:lnTo>
                  <a:lnTo>
                    <a:pt x="4955756" y="1862166"/>
                  </a:lnTo>
                  <a:lnTo>
                    <a:pt x="4957950" y="1864933"/>
                  </a:lnTo>
                  <a:lnTo>
                    <a:pt x="4960143" y="2030691"/>
                  </a:lnTo>
                  <a:lnTo>
                    <a:pt x="4962337" y="2163801"/>
                  </a:lnTo>
                  <a:lnTo>
                    <a:pt x="4964531" y="2132800"/>
                  </a:lnTo>
                  <a:lnTo>
                    <a:pt x="4966725" y="2104328"/>
                  </a:lnTo>
                  <a:lnTo>
                    <a:pt x="4968919" y="2081583"/>
                  </a:lnTo>
                  <a:lnTo>
                    <a:pt x="4971112" y="2201541"/>
                  </a:lnTo>
                  <a:lnTo>
                    <a:pt x="4973306" y="2262763"/>
                  </a:lnTo>
                  <a:lnTo>
                    <a:pt x="4975500" y="2325761"/>
                  </a:lnTo>
                  <a:lnTo>
                    <a:pt x="4977694" y="2471701"/>
                  </a:lnTo>
                  <a:lnTo>
                    <a:pt x="4979888" y="2678744"/>
                  </a:lnTo>
                  <a:lnTo>
                    <a:pt x="4982081" y="2759397"/>
                  </a:lnTo>
                  <a:lnTo>
                    <a:pt x="4984275" y="2591863"/>
                  </a:lnTo>
                  <a:lnTo>
                    <a:pt x="4986469" y="2372535"/>
                  </a:lnTo>
                  <a:lnTo>
                    <a:pt x="4988663" y="2208155"/>
                  </a:lnTo>
                  <a:lnTo>
                    <a:pt x="4990856" y="2100640"/>
                  </a:lnTo>
                  <a:lnTo>
                    <a:pt x="4993050" y="2053527"/>
                  </a:lnTo>
                  <a:lnTo>
                    <a:pt x="4995244" y="2103563"/>
                  </a:lnTo>
                  <a:lnTo>
                    <a:pt x="4997438" y="2161575"/>
                  </a:lnTo>
                  <a:lnTo>
                    <a:pt x="4999632" y="2215642"/>
                  </a:lnTo>
                  <a:lnTo>
                    <a:pt x="5001825" y="2232168"/>
                  </a:lnTo>
                  <a:lnTo>
                    <a:pt x="5004019" y="2134170"/>
                  </a:lnTo>
                  <a:lnTo>
                    <a:pt x="5006213" y="1980305"/>
                  </a:lnTo>
                  <a:lnTo>
                    <a:pt x="5008407" y="1918227"/>
                  </a:lnTo>
                  <a:lnTo>
                    <a:pt x="5010600" y="2011333"/>
                  </a:lnTo>
                  <a:lnTo>
                    <a:pt x="5012794" y="2112728"/>
                  </a:lnTo>
                  <a:lnTo>
                    <a:pt x="5014988" y="2164360"/>
                  </a:lnTo>
                  <a:lnTo>
                    <a:pt x="5017182" y="2282656"/>
                  </a:lnTo>
                  <a:lnTo>
                    <a:pt x="5019376" y="2468533"/>
                  </a:lnTo>
                  <a:lnTo>
                    <a:pt x="5021569" y="2580110"/>
                  </a:lnTo>
                  <a:lnTo>
                    <a:pt x="5023763" y="2594225"/>
                  </a:lnTo>
                  <a:lnTo>
                    <a:pt x="5025957" y="2552370"/>
                  </a:lnTo>
                  <a:lnTo>
                    <a:pt x="5028151" y="2528261"/>
                  </a:lnTo>
                  <a:lnTo>
                    <a:pt x="5030345" y="2602411"/>
                  </a:lnTo>
                  <a:lnTo>
                    <a:pt x="5032538" y="2660148"/>
                  </a:lnTo>
                  <a:lnTo>
                    <a:pt x="5034732" y="2724287"/>
                  </a:lnTo>
                  <a:lnTo>
                    <a:pt x="5036926" y="2810300"/>
                  </a:lnTo>
                  <a:lnTo>
                    <a:pt x="5039120" y="2937421"/>
                  </a:lnTo>
                  <a:lnTo>
                    <a:pt x="5041313" y="3057752"/>
                  </a:lnTo>
                  <a:lnTo>
                    <a:pt x="5043507" y="3017121"/>
                  </a:lnTo>
                  <a:lnTo>
                    <a:pt x="5045701" y="2886061"/>
                  </a:lnTo>
                  <a:lnTo>
                    <a:pt x="5047895" y="2797647"/>
                  </a:lnTo>
                  <a:lnTo>
                    <a:pt x="5050089" y="2789901"/>
                  </a:lnTo>
                  <a:lnTo>
                    <a:pt x="5052282" y="2785054"/>
                  </a:lnTo>
                  <a:lnTo>
                    <a:pt x="5054476" y="2676012"/>
                  </a:lnTo>
                  <a:lnTo>
                    <a:pt x="5056670" y="2497447"/>
                  </a:lnTo>
                  <a:lnTo>
                    <a:pt x="5058864" y="2470295"/>
                  </a:lnTo>
                  <a:lnTo>
                    <a:pt x="5061058" y="2506883"/>
                  </a:lnTo>
                  <a:lnTo>
                    <a:pt x="5063251" y="2464672"/>
                  </a:lnTo>
                  <a:lnTo>
                    <a:pt x="5065445" y="2355450"/>
                  </a:lnTo>
                  <a:lnTo>
                    <a:pt x="5067639" y="2376701"/>
                  </a:lnTo>
                  <a:lnTo>
                    <a:pt x="5069833" y="2567657"/>
                  </a:lnTo>
                  <a:lnTo>
                    <a:pt x="5072026" y="2705944"/>
                  </a:lnTo>
                  <a:lnTo>
                    <a:pt x="5074220" y="2714219"/>
                  </a:lnTo>
                  <a:lnTo>
                    <a:pt x="5076414" y="2748117"/>
                  </a:lnTo>
                  <a:lnTo>
                    <a:pt x="5078608" y="2858974"/>
                  </a:lnTo>
                  <a:lnTo>
                    <a:pt x="5080802" y="2887243"/>
                  </a:lnTo>
                  <a:lnTo>
                    <a:pt x="5082995" y="2829777"/>
                  </a:lnTo>
                  <a:lnTo>
                    <a:pt x="5085189" y="2822512"/>
                  </a:lnTo>
                  <a:lnTo>
                    <a:pt x="5087383" y="2864242"/>
                  </a:lnTo>
                  <a:lnTo>
                    <a:pt x="5089577" y="2835160"/>
                  </a:lnTo>
                  <a:lnTo>
                    <a:pt x="5091770" y="2813482"/>
                  </a:lnTo>
                  <a:lnTo>
                    <a:pt x="5093964" y="2850181"/>
                  </a:lnTo>
                  <a:lnTo>
                    <a:pt x="5096158" y="2800380"/>
                  </a:lnTo>
                  <a:lnTo>
                    <a:pt x="5098352" y="2606946"/>
                  </a:lnTo>
                  <a:lnTo>
                    <a:pt x="5100546" y="2453144"/>
                  </a:lnTo>
                  <a:lnTo>
                    <a:pt x="5102739" y="2413089"/>
                  </a:lnTo>
                  <a:lnTo>
                    <a:pt x="5104933" y="2416826"/>
                  </a:lnTo>
                  <a:lnTo>
                    <a:pt x="5107127" y="2426288"/>
                  </a:lnTo>
                  <a:lnTo>
                    <a:pt x="5109321" y="2574863"/>
                  </a:lnTo>
                  <a:lnTo>
                    <a:pt x="5111515" y="2813902"/>
                  </a:lnTo>
                  <a:lnTo>
                    <a:pt x="5113708" y="2998198"/>
                  </a:lnTo>
                  <a:lnTo>
                    <a:pt x="5115902" y="3064785"/>
                  </a:lnTo>
                  <a:lnTo>
                    <a:pt x="5118096" y="3069808"/>
                  </a:lnTo>
                  <a:lnTo>
                    <a:pt x="5120290" y="3037445"/>
                  </a:lnTo>
                  <a:lnTo>
                    <a:pt x="5122483" y="2944746"/>
                  </a:lnTo>
                  <a:lnTo>
                    <a:pt x="5124677" y="2874751"/>
                  </a:lnTo>
                  <a:lnTo>
                    <a:pt x="5126871" y="2845667"/>
                  </a:lnTo>
                  <a:lnTo>
                    <a:pt x="5129065" y="2864278"/>
                  </a:lnTo>
                  <a:lnTo>
                    <a:pt x="5131259" y="2880412"/>
                  </a:lnTo>
                  <a:lnTo>
                    <a:pt x="5133452" y="2926137"/>
                  </a:lnTo>
                  <a:lnTo>
                    <a:pt x="5135646" y="2984869"/>
                  </a:lnTo>
                  <a:lnTo>
                    <a:pt x="5137840" y="2998213"/>
                  </a:lnTo>
                  <a:lnTo>
                    <a:pt x="5140034" y="2998621"/>
                  </a:lnTo>
                  <a:lnTo>
                    <a:pt x="5142227" y="2998621"/>
                  </a:lnTo>
                  <a:lnTo>
                    <a:pt x="5144421" y="2992995"/>
                  </a:lnTo>
                  <a:lnTo>
                    <a:pt x="5146615" y="2960963"/>
                  </a:lnTo>
                  <a:lnTo>
                    <a:pt x="5148809" y="2972516"/>
                  </a:lnTo>
                  <a:lnTo>
                    <a:pt x="5151003" y="3031557"/>
                  </a:lnTo>
                  <a:lnTo>
                    <a:pt x="5153196" y="3055972"/>
                  </a:lnTo>
                  <a:lnTo>
                    <a:pt x="5155390" y="3051418"/>
                  </a:lnTo>
                  <a:lnTo>
                    <a:pt x="5157584" y="3030065"/>
                  </a:lnTo>
                  <a:lnTo>
                    <a:pt x="5159778" y="3012410"/>
                  </a:lnTo>
                  <a:lnTo>
                    <a:pt x="5161972" y="2987053"/>
                  </a:lnTo>
                  <a:lnTo>
                    <a:pt x="5164165" y="2971834"/>
                  </a:lnTo>
                  <a:lnTo>
                    <a:pt x="5166359" y="2935176"/>
                  </a:lnTo>
                  <a:lnTo>
                    <a:pt x="5168553" y="2907699"/>
                  </a:lnTo>
                  <a:lnTo>
                    <a:pt x="5170747" y="2907789"/>
                  </a:lnTo>
                  <a:lnTo>
                    <a:pt x="5172940" y="2952392"/>
                  </a:lnTo>
                  <a:lnTo>
                    <a:pt x="5175134" y="3010283"/>
                  </a:lnTo>
                  <a:lnTo>
                    <a:pt x="5177328" y="3027406"/>
                  </a:lnTo>
                  <a:lnTo>
                    <a:pt x="5179522" y="3015098"/>
                  </a:lnTo>
                  <a:lnTo>
                    <a:pt x="5181716" y="3005781"/>
                  </a:lnTo>
                  <a:lnTo>
                    <a:pt x="5183909" y="2983178"/>
                  </a:lnTo>
                  <a:lnTo>
                    <a:pt x="5186103" y="2958608"/>
                  </a:lnTo>
                  <a:lnTo>
                    <a:pt x="5188297" y="2901041"/>
                  </a:lnTo>
                  <a:lnTo>
                    <a:pt x="5190491" y="2869487"/>
                  </a:lnTo>
                  <a:lnTo>
                    <a:pt x="5192685" y="2894038"/>
                  </a:lnTo>
                  <a:lnTo>
                    <a:pt x="5194878" y="2935386"/>
                  </a:lnTo>
                  <a:lnTo>
                    <a:pt x="5197072" y="2984879"/>
                  </a:lnTo>
                  <a:lnTo>
                    <a:pt x="5199266" y="3014533"/>
                  </a:lnTo>
                  <a:lnTo>
                    <a:pt x="5201460" y="3061980"/>
                  </a:lnTo>
                  <a:lnTo>
                    <a:pt x="5203653" y="3070820"/>
                  </a:lnTo>
                  <a:lnTo>
                    <a:pt x="5205847" y="3070820"/>
                  </a:lnTo>
                  <a:lnTo>
                    <a:pt x="5208041" y="3070820"/>
                  </a:lnTo>
                  <a:lnTo>
                    <a:pt x="5210235" y="3070820"/>
                  </a:lnTo>
                  <a:lnTo>
                    <a:pt x="5212429" y="3066334"/>
                  </a:lnTo>
                  <a:lnTo>
                    <a:pt x="5214622" y="3023291"/>
                  </a:lnTo>
                  <a:lnTo>
                    <a:pt x="5216816" y="2998308"/>
                  </a:lnTo>
                  <a:lnTo>
                    <a:pt x="5219010" y="2998309"/>
                  </a:lnTo>
                  <a:lnTo>
                    <a:pt x="5221204" y="2998309"/>
                  </a:lnTo>
                  <a:lnTo>
                    <a:pt x="5223397" y="2998310"/>
                  </a:lnTo>
                  <a:lnTo>
                    <a:pt x="5225591" y="3002795"/>
                  </a:lnTo>
                  <a:lnTo>
                    <a:pt x="5227785" y="3045837"/>
                  </a:lnTo>
                  <a:lnTo>
                    <a:pt x="5229979" y="3070820"/>
                  </a:lnTo>
                  <a:lnTo>
                    <a:pt x="5232173" y="3070279"/>
                  </a:lnTo>
                  <a:lnTo>
                    <a:pt x="5234366" y="3034259"/>
                  </a:lnTo>
                  <a:lnTo>
                    <a:pt x="5236560" y="2959790"/>
                  </a:lnTo>
                  <a:lnTo>
                    <a:pt x="5238754" y="2935494"/>
                  </a:lnTo>
                  <a:lnTo>
                    <a:pt x="5240948" y="2935496"/>
                  </a:lnTo>
                  <a:lnTo>
                    <a:pt x="5243142" y="2935496"/>
                  </a:lnTo>
                  <a:lnTo>
                    <a:pt x="5245335" y="2936038"/>
                  </a:lnTo>
                  <a:lnTo>
                    <a:pt x="5247529" y="2972057"/>
                  </a:lnTo>
                  <a:lnTo>
                    <a:pt x="5249723" y="3046526"/>
                  </a:lnTo>
                  <a:lnTo>
                    <a:pt x="5251917" y="3070820"/>
                  </a:lnTo>
                  <a:lnTo>
                    <a:pt x="5254110" y="3055644"/>
                  </a:lnTo>
                  <a:lnTo>
                    <a:pt x="5256304" y="3008196"/>
                  </a:lnTo>
                  <a:lnTo>
                    <a:pt x="5258498" y="3008693"/>
                  </a:lnTo>
                  <a:lnTo>
                    <a:pt x="5260692" y="3036899"/>
                  </a:lnTo>
                  <a:lnTo>
                    <a:pt x="5262886" y="3046644"/>
                  </a:lnTo>
                  <a:lnTo>
                    <a:pt x="5265079" y="3026540"/>
                  </a:lnTo>
                  <a:lnTo>
                    <a:pt x="5267273" y="3000748"/>
                  </a:lnTo>
                  <a:lnTo>
                    <a:pt x="5269467" y="3035346"/>
                  </a:lnTo>
                  <a:lnTo>
                    <a:pt x="5271661" y="2986183"/>
                  </a:lnTo>
                  <a:lnTo>
                    <a:pt x="5273854" y="2880686"/>
                  </a:lnTo>
                  <a:lnTo>
                    <a:pt x="5276048" y="2842732"/>
                  </a:lnTo>
                  <a:lnTo>
                    <a:pt x="5278242" y="2789020"/>
                  </a:lnTo>
                  <a:lnTo>
                    <a:pt x="5280436" y="2811410"/>
                  </a:lnTo>
                  <a:lnTo>
                    <a:pt x="5282630" y="2760767"/>
                  </a:lnTo>
                  <a:lnTo>
                    <a:pt x="5284823" y="2765073"/>
                  </a:lnTo>
                  <a:lnTo>
                    <a:pt x="5287017" y="2842363"/>
                  </a:lnTo>
                  <a:lnTo>
                    <a:pt x="5289211" y="2870571"/>
                  </a:lnTo>
                  <a:lnTo>
                    <a:pt x="5291405" y="2944386"/>
                  </a:lnTo>
                  <a:lnTo>
                    <a:pt x="5293599" y="2962966"/>
                  </a:lnTo>
                  <a:lnTo>
                    <a:pt x="5295792" y="3033676"/>
                  </a:lnTo>
                  <a:lnTo>
                    <a:pt x="5297986" y="3106244"/>
                  </a:lnTo>
                  <a:lnTo>
                    <a:pt x="5300180" y="3116972"/>
                  </a:lnTo>
                  <a:lnTo>
                    <a:pt x="5300180" y="3116972"/>
                  </a:lnTo>
                  <a:lnTo>
                    <a:pt x="5302374" y="3116972"/>
                  </a:lnTo>
                  <a:lnTo>
                    <a:pt x="5304567" y="3116972"/>
                  </a:lnTo>
                  <a:lnTo>
                    <a:pt x="5306761" y="3116972"/>
                  </a:lnTo>
                  <a:lnTo>
                    <a:pt x="5308955" y="3111802"/>
                  </a:lnTo>
                  <a:lnTo>
                    <a:pt x="5311149" y="3083596"/>
                  </a:lnTo>
                  <a:lnTo>
                    <a:pt x="5313343" y="3070820"/>
                  </a:lnTo>
                  <a:lnTo>
                    <a:pt x="5315536" y="3070820"/>
                  </a:lnTo>
                  <a:lnTo>
                    <a:pt x="5317730" y="3070820"/>
                  </a:lnTo>
                  <a:lnTo>
                    <a:pt x="5319924" y="3070820"/>
                  </a:lnTo>
                  <a:lnTo>
                    <a:pt x="5322118" y="3070820"/>
                  </a:lnTo>
                  <a:lnTo>
                    <a:pt x="5324311" y="3070820"/>
                  </a:lnTo>
                  <a:lnTo>
                    <a:pt x="5326505" y="3070820"/>
                  </a:lnTo>
                  <a:lnTo>
                    <a:pt x="5328699" y="3064542"/>
                  </a:lnTo>
                  <a:lnTo>
                    <a:pt x="5330893" y="3027527"/>
                  </a:lnTo>
                  <a:lnTo>
                    <a:pt x="5333087" y="2997049"/>
                  </a:lnTo>
                  <a:lnTo>
                    <a:pt x="5335280" y="3004184"/>
                  </a:lnTo>
                  <a:lnTo>
                    <a:pt x="5337474" y="3032391"/>
                  </a:lnTo>
                  <a:lnTo>
                    <a:pt x="5339668" y="3045165"/>
                  </a:lnTo>
                  <a:lnTo>
                    <a:pt x="5341862" y="3051443"/>
                  </a:lnTo>
                  <a:lnTo>
                    <a:pt x="5344056" y="3088459"/>
                  </a:lnTo>
                  <a:lnTo>
                    <a:pt x="5346249" y="3116972"/>
                  </a:lnTo>
                  <a:lnTo>
                    <a:pt x="5346249" y="3116972"/>
                  </a:lnTo>
                  <a:lnTo>
                    <a:pt x="5348443" y="3111802"/>
                  </a:lnTo>
                  <a:lnTo>
                    <a:pt x="5350637" y="3083596"/>
                  </a:lnTo>
                  <a:lnTo>
                    <a:pt x="5352831" y="3070820"/>
                  </a:lnTo>
                  <a:lnTo>
                    <a:pt x="5355024" y="3070820"/>
                  </a:lnTo>
                  <a:lnTo>
                    <a:pt x="5357218" y="3070820"/>
                  </a:lnTo>
                  <a:lnTo>
                    <a:pt x="5359412" y="3070820"/>
                  </a:lnTo>
                  <a:lnTo>
                    <a:pt x="5361606" y="3070820"/>
                  </a:lnTo>
                  <a:lnTo>
                    <a:pt x="5363800" y="3070820"/>
                  </a:lnTo>
                  <a:lnTo>
                    <a:pt x="5365993" y="3070820"/>
                  </a:lnTo>
                  <a:lnTo>
                    <a:pt x="5368187" y="3070820"/>
                  </a:lnTo>
                  <a:lnTo>
                    <a:pt x="5370381" y="3070820"/>
                  </a:lnTo>
                  <a:lnTo>
                    <a:pt x="5372575" y="3061999"/>
                  </a:lnTo>
                  <a:lnTo>
                    <a:pt x="5374769" y="2991627"/>
                  </a:lnTo>
                  <a:lnTo>
                    <a:pt x="5376962" y="2899734"/>
                  </a:lnTo>
                  <a:lnTo>
                    <a:pt x="5379156" y="2880100"/>
                  </a:lnTo>
                  <a:lnTo>
                    <a:pt x="5381350" y="2880101"/>
                  </a:lnTo>
                  <a:lnTo>
                    <a:pt x="5383544" y="2880102"/>
                  </a:lnTo>
                  <a:lnTo>
                    <a:pt x="5385737" y="2888923"/>
                  </a:lnTo>
                  <a:lnTo>
                    <a:pt x="5387931" y="2959294"/>
                  </a:lnTo>
                  <a:lnTo>
                    <a:pt x="5390125" y="3008031"/>
                  </a:lnTo>
                  <a:lnTo>
                    <a:pt x="5392319" y="2923615"/>
                  </a:lnTo>
                  <a:lnTo>
                    <a:pt x="5394513" y="2840013"/>
                  </a:lnTo>
                  <a:lnTo>
                    <a:pt x="5396706" y="2822938"/>
                  </a:lnTo>
                  <a:lnTo>
                    <a:pt x="5398900" y="2822939"/>
                  </a:lnTo>
                  <a:lnTo>
                    <a:pt x="5401094" y="2822940"/>
                  </a:lnTo>
                  <a:lnTo>
                    <a:pt x="5403288" y="2866096"/>
                  </a:lnTo>
                  <a:lnTo>
                    <a:pt x="5405481" y="2970145"/>
                  </a:lnTo>
                  <a:lnTo>
                    <a:pt x="5407675" y="3053745"/>
                  </a:lnTo>
                  <a:lnTo>
                    <a:pt x="5409869" y="3070820"/>
                  </a:lnTo>
                  <a:lnTo>
                    <a:pt x="5412063" y="3070820"/>
                  </a:lnTo>
                  <a:lnTo>
                    <a:pt x="5414257" y="3070820"/>
                  </a:lnTo>
                  <a:lnTo>
                    <a:pt x="5416450" y="3065972"/>
                  </a:lnTo>
                  <a:lnTo>
                    <a:pt x="5418644" y="3047796"/>
                  </a:lnTo>
                  <a:lnTo>
                    <a:pt x="5420838" y="3023863"/>
                  </a:lnTo>
                  <a:lnTo>
                    <a:pt x="5423032" y="2945851"/>
                  </a:lnTo>
                  <a:lnTo>
                    <a:pt x="5425226" y="2913797"/>
                  </a:lnTo>
                  <a:lnTo>
                    <a:pt x="5427419" y="2913798"/>
                  </a:lnTo>
                  <a:lnTo>
                    <a:pt x="5429613" y="2931587"/>
                  </a:lnTo>
                  <a:lnTo>
                    <a:pt x="5431807" y="2977970"/>
                  </a:lnTo>
                  <a:lnTo>
                    <a:pt x="5434001" y="3008660"/>
                  </a:lnTo>
                  <a:lnTo>
                    <a:pt x="5436194" y="3086672"/>
                  </a:lnTo>
                  <a:lnTo>
                    <a:pt x="5438388" y="3086706"/>
                  </a:lnTo>
                  <a:lnTo>
                    <a:pt x="5440582" y="3013463"/>
                  </a:lnTo>
                  <a:lnTo>
                    <a:pt x="5442776" y="2970233"/>
                  </a:lnTo>
                  <a:lnTo>
                    <a:pt x="5444970" y="2876398"/>
                  </a:lnTo>
                  <a:lnTo>
                    <a:pt x="5447163" y="2792824"/>
                  </a:lnTo>
                  <a:lnTo>
                    <a:pt x="5449357" y="2674586"/>
                  </a:lnTo>
                  <a:lnTo>
                    <a:pt x="5451551" y="2643856"/>
                  </a:lnTo>
                  <a:lnTo>
                    <a:pt x="5453745" y="2681074"/>
                  </a:lnTo>
                  <a:lnTo>
                    <a:pt x="5455938" y="2668996"/>
                  </a:lnTo>
                  <a:lnTo>
                    <a:pt x="5458132" y="2700084"/>
                  </a:lnTo>
                  <a:lnTo>
                    <a:pt x="5460326" y="2740614"/>
                  </a:lnTo>
                  <a:lnTo>
                    <a:pt x="5462520" y="2859778"/>
                  </a:lnTo>
                  <a:lnTo>
                    <a:pt x="5464714" y="2946695"/>
                  </a:lnTo>
                  <a:lnTo>
                    <a:pt x="5466907" y="2980811"/>
                  </a:lnTo>
                  <a:lnTo>
                    <a:pt x="5469101" y="3031688"/>
                  </a:lnTo>
                  <a:lnTo>
                    <a:pt x="5471295" y="3028134"/>
                  </a:lnTo>
                  <a:lnTo>
                    <a:pt x="5473489" y="3037876"/>
                  </a:lnTo>
                  <a:lnTo>
                    <a:pt x="5475683" y="2990652"/>
                  </a:lnTo>
                  <a:lnTo>
                    <a:pt x="5477876" y="2943395"/>
                  </a:lnTo>
                  <a:lnTo>
                    <a:pt x="5480070" y="2943804"/>
                  </a:lnTo>
                  <a:lnTo>
                    <a:pt x="5482264" y="2932246"/>
                  </a:lnTo>
                  <a:lnTo>
                    <a:pt x="5484458" y="2976787"/>
                  </a:lnTo>
                  <a:lnTo>
                    <a:pt x="5486651" y="2956896"/>
                  </a:lnTo>
                  <a:lnTo>
                    <a:pt x="5488845" y="2981218"/>
                  </a:lnTo>
                  <a:lnTo>
                    <a:pt x="5491039" y="2999414"/>
                  </a:lnTo>
                  <a:lnTo>
                    <a:pt x="5493233" y="3001210"/>
                  </a:lnTo>
                  <a:lnTo>
                    <a:pt x="5495427" y="2974637"/>
                  </a:lnTo>
                  <a:lnTo>
                    <a:pt x="5497620" y="2934165"/>
                  </a:lnTo>
                  <a:lnTo>
                    <a:pt x="5499814" y="2972699"/>
                  </a:lnTo>
                  <a:lnTo>
                    <a:pt x="5502008" y="3008745"/>
                  </a:lnTo>
                  <a:lnTo>
                    <a:pt x="5504202" y="3061910"/>
                  </a:lnTo>
                  <a:lnTo>
                    <a:pt x="5506396" y="3088285"/>
                  </a:lnTo>
                  <a:lnTo>
                    <a:pt x="5508589" y="3116972"/>
                  </a:lnTo>
                  <a:lnTo>
                    <a:pt x="5508589" y="3116972"/>
                  </a:lnTo>
                  <a:lnTo>
                    <a:pt x="5510783" y="3116972"/>
                  </a:lnTo>
                  <a:lnTo>
                    <a:pt x="5512977" y="3116972"/>
                  </a:lnTo>
                  <a:lnTo>
                    <a:pt x="5515171" y="3116972"/>
                  </a:lnTo>
                  <a:lnTo>
                    <a:pt x="5517364" y="3116125"/>
                  </a:lnTo>
                  <a:lnTo>
                    <a:pt x="5519558" y="3089452"/>
                  </a:lnTo>
                  <a:lnTo>
                    <a:pt x="5521752" y="3070820"/>
                  </a:lnTo>
                  <a:lnTo>
                    <a:pt x="5523946" y="3070820"/>
                  </a:lnTo>
                  <a:lnTo>
                    <a:pt x="5526140" y="3070820"/>
                  </a:lnTo>
                  <a:lnTo>
                    <a:pt x="5528333" y="3070820"/>
                  </a:lnTo>
                  <a:lnTo>
                    <a:pt x="5530527" y="3070820"/>
                  </a:lnTo>
                  <a:lnTo>
                    <a:pt x="5532721" y="3070820"/>
                  </a:lnTo>
                  <a:lnTo>
                    <a:pt x="5534915" y="3070820"/>
                  </a:lnTo>
                  <a:lnTo>
                    <a:pt x="5537108" y="3055427"/>
                  </a:lnTo>
                  <a:lnTo>
                    <a:pt x="5539302" y="3016543"/>
                  </a:lnTo>
                  <a:lnTo>
                    <a:pt x="5541496" y="3001045"/>
                  </a:lnTo>
                  <a:lnTo>
                    <a:pt x="5543690" y="2984437"/>
                  </a:lnTo>
                  <a:lnTo>
                    <a:pt x="5545884" y="2892423"/>
                  </a:lnTo>
                  <a:lnTo>
                    <a:pt x="5548077" y="2772214"/>
                  </a:lnTo>
                  <a:lnTo>
                    <a:pt x="5550271" y="2725017"/>
                  </a:lnTo>
                  <a:lnTo>
                    <a:pt x="5552465" y="2715598"/>
                  </a:lnTo>
                  <a:lnTo>
                    <a:pt x="5554659" y="2673044"/>
                  </a:lnTo>
                  <a:lnTo>
                    <a:pt x="5556853" y="2575363"/>
                  </a:lnTo>
                  <a:lnTo>
                    <a:pt x="5559046" y="2574000"/>
                  </a:lnTo>
                  <a:lnTo>
                    <a:pt x="5561240" y="2645781"/>
                  </a:lnTo>
                  <a:lnTo>
                    <a:pt x="5563434" y="2657620"/>
                  </a:lnTo>
                  <a:lnTo>
                    <a:pt x="5565628" y="2626488"/>
                  </a:lnTo>
                  <a:lnTo>
                    <a:pt x="5567821" y="2607689"/>
                  </a:lnTo>
                  <a:lnTo>
                    <a:pt x="5570015" y="2613991"/>
                  </a:lnTo>
                  <a:lnTo>
                    <a:pt x="5572209" y="2563170"/>
                  </a:lnTo>
                  <a:lnTo>
                    <a:pt x="5574403" y="2451999"/>
                  </a:lnTo>
                  <a:lnTo>
                    <a:pt x="5576597" y="2419787"/>
                  </a:lnTo>
                  <a:lnTo>
                    <a:pt x="5578790" y="2469983"/>
                  </a:lnTo>
                  <a:lnTo>
                    <a:pt x="5580984" y="2542865"/>
                  </a:lnTo>
                  <a:lnTo>
                    <a:pt x="5583178" y="2590068"/>
                  </a:lnTo>
                  <a:lnTo>
                    <a:pt x="5585372" y="2649745"/>
                  </a:lnTo>
                  <a:lnTo>
                    <a:pt x="5587565" y="2709838"/>
                  </a:lnTo>
                  <a:lnTo>
                    <a:pt x="5589759" y="2722771"/>
                  </a:lnTo>
                  <a:lnTo>
                    <a:pt x="5591953" y="2724857"/>
                  </a:lnTo>
                  <a:lnTo>
                    <a:pt x="5594147" y="2694804"/>
                  </a:lnTo>
                  <a:lnTo>
                    <a:pt x="5596341" y="2721472"/>
                  </a:lnTo>
                  <a:lnTo>
                    <a:pt x="5598534" y="2796322"/>
                  </a:lnTo>
                  <a:lnTo>
                    <a:pt x="5600728" y="2803940"/>
                  </a:lnTo>
                  <a:lnTo>
                    <a:pt x="5602922" y="2781783"/>
                  </a:lnTo>
                  <a:lnTo>
                    <a:pt x="5605116" y="2736751"/>
                  </a:lnTo>
                  <a:lnTo>
                    <a:pt x="5607310" y="2650805"/>
                  </a:lnTo>
                  <a:lnTo>
                    <a:pt x="5609503" y="2552741"/>
                  </a:lnTo>
                  <a:lnTo>
                    <a:pt x="5611697" y="2491077"/>
                  </a:lnTo>
                  <a:lnTo>
                    <a:pt x="5613891" y="2530679"/>
                  </a:lnTo>
                  <a:lnTo>
                    <a:pt x="5616085" y="2579212"/>
                  </a:lnTo>
                  <a:lnTo>
                    <a:pt x="5618278" y="2623703"/>
                  </a:lnTo>
                  <a:lnTo>
                    <a:pt x="5620472" y="2702396"/>
                  </a:lnTo>
                  <a:lnTo>
                    <a:pt x="5622666" y="2766552"/>
                  </a:lnTo>
                  <a:lnTo>
                    <a:pt x="5624860" y="2775014"/>
                  </a:lnTo>
                  <a:lnTo>
                    <a:pt x="5627054" y="2782582"/>
                  </a:lnTo>
                  <a:lnTo>
                    <a:pt x="5629247" y="2815419"/>
                  </a:lnTo>
                  <a:lnTo>
                    <a:pt x="5631441" y="2770816"/>
                  </a:lnTo>
                  <a:lnTo>
                    <a:pt x="5633635" y="2695153"/>
                  </a:lnTo>
                  <a:lnTo>
                    <a:pt x="5635829" y="2674740"/>
                  </a:lnTo>
                  <a:lnTo>
                    <a:pt x="5638023" y="2704038"/>
                  </a:lnTo>
                  <a:lnTo>
                    <a:pt x="5640216" y="2734085"/>
                  </a:lnTo>
                  <a:lnTo>
                    <a:pt x="5642410" y="2756539"/>
                  </a:lnTo>
                  <a:lnTo>
                    <a:pt x="5644604" y="2825021"/>
                  </a:lnTo>
                  <a:lnTo>
                    <a:pt x="5646798" y="2845160"/>
                  </a:lnTo>
                  <a:lnTo>
                    <a:pt x="5648991" y="2866222"/>
                  </a:lnTo>
                  <a:lnTo>
                    <a:pt x="5651185" y="2873020"/>
                  </a:lnTo>
                  <a:lnTo>
                    <a:pt x="5653379" y="2798291"/>
                  </a:lnTo>
                  <a:lnTo>
                    <a:pt x="5655573" y="2700568"/>
                  </a:lnTo>
                  <a:lnTo>
                    <a:pt x="5657767" y="2657147"/>
                  </a:lnTo>
                  <a:lnTo>
                    <a:pt x="5659960" y="2785805"/>
                  </a:lnTo>
                  <a:lnTo>
                    <a:pt x="5662154" y="2840225"/>
                  </a:lnTo>
                  <a:lnTo>
                    <a:pt x="5664348" y="2838580"/>
                  </a:lnTo>
                  <a:lnTo>
                    <a:pt x="5666542" y="2897573"/>
                  </a:lnTo>
                  <a:lnTo>
                    <a:pt x="5668735" y="2848817"/>
                  </a:lnTo>
                  <a:lnTo>
                    <a:pt x="5670929" y="2776894"/>
                  </a:lnTo>
                  <a:lnTo>
                    <a:pt x="5673123" y="2745384"/>
                  </a:lnTo>
                  <a:lnTo>
                    <a:pt x="5675317" y="2740933"/>
                  </a:lnTo>
                  <a:lnTo>
                    <a:pt x="5677511" y="2678700"/>
                  </a:lnTo>
                  <a:lnTo>
                    <a:pt x="5679704" y="2618031"/>
                  </a:lnTo>
                  <a:lnTo>
                    <a:pt x="5681898" y="2725568"/>
                  </a:lnTo>
                  <a:lnTo>
                    <a:pt x="5684092" y="2856369"/>
                  </a:lnTo>
                  <a:lnTo>
                    <a:pt x="5686286" y="2826654"/>
                  </a:lnTo>
                  <a:lnTo>
                    <a:pt x="5688480" y="2774742"/>
                  </a:lnTo>
                  <a:lnTo>
                    <a:pt x="5690673" y="2803276"/>
                  </a:lnTo>
                  <a:lnTo>
                    <a:pt x="5692867" y="2934915"/>
                  </a:lnTo>
                  <a:lnTo>
                    <a:pt x="5695061" y="2983500"/>
                  </a:lnTo>
                  <a:lnTo>
                    <a:pt x="5697255" y="2931299"/>
                  </a:lnTo>
                  <a:lnTo>
                    <a:pt x="5699448" y="2933393"/>
                  </a:lnTo>
                  <a:lnTo>
                    <a:pt x="5701642" y="2970790"/>
                  </a:lnTo>
                  <a:lnTo>
                    <a:pt x="5703836" y="2998025"/>
                  </a:lnTo>
                  <a:lnTo>
                    <a:pt x="5706030" y="2949271"/>
                  </a:lnTo>
                  <a:lnTo>
                    <a:pt x="5708224" y="2836149"/>
                  </a:lnTo>
                  <a:lnTo>
                    <a:pt x="5710417" y="2779211"/>
                  </a:lnTo>
                  <a:lnTo>
                    <a:pt x="5712611" y="2801680"/>
                  </a:lnTo>
                  <a:lnTo>
                    <a:pt x="5714805" y="2875661"/>
                  </a:lnTo>
                  <a:lnTo>
                    <a:pt x="5716999" y="2917692"/>
                  </a:lnTo>
                  <a:lnTo>
                    <a:pt x="5719192" y="2839650"/>
                  </a:lnTo>
                  <a:lnTo>
                    <a:pt x="5721386" y="2907756"/>
                  </a:lnTo>
                  <a:lnTo>
                    <a:pt x="5723580" y="3032904"/>
                  </a:lnTo>
                  <a:lnTo>
                    <a:pt x="5725774" y="3016298"/>
                  </a:lnTo>
                  <a:lnTo>
                    <a:pt x="5727968" y="2910387"/>
                  </a:lnTo>
                  <a:lnTo>
                    <a:pt x="5730161" y="2831298"/>
                  </a:lnTo>
                  <a:lnTo>
                    <a:pt x="5732355" y="2878633"/>
                  </a:lnTo>
                  <a:lnTo>
                    <a:pt x="5734549" y="2917363"/>
                  </a:lnTo>
                  <a:lnTo>
                    <a:pt x="5736743" y="2902437"/>
                  </a:lnTo>
                  <a:lnTo>
                    <a:pt x="5738937" y="2911761"/>
                  </a:lnTo>
                  <a:lnTo>
                    <a:pt x="5741130" y="2925286"/>
                  </a:lnTo>
                  <a:lnTo>
                    <a:pt x="5743324" y="2958676"/>
                  </a:lnTo>
                  <a:lnTo>
                    <a:pt x="5745518" y="2943100"/>
                  </a:lnTo>
                  <a:lnTo>
                    <a:pt x="5747712" y="2893020"/>
                  </a:lnTo>
                  <a:lnTo>
                    <a:pt x="5749905" y="2860486"/>
                  </a:lnTo>
                  <a:lnTo>
                    <a:pt x="5752099" y="2843642"/>
                  </a:lnTo>
                  <a:lnTo>
                    <a:pt x="5754293" y="2877570"/>
                  </a:lnTo>
                  <a:lnTo>
                    <a:pt x="5756487" y="2935491"/>
                  </a:lnTo>
                  <a:lnTo>
                    <a:pt x="5758681" y="2944067"/>
                  </a:lnTo>
                  <a:lnTo>
                    <a:pt x="5760874" y="2954152"/>
                  </a:lnTo>
                  <a:lnTo>
                    <a:pt x="5763068" y="2941733"/>
                  </a:lnTo>
                  <a:lnTo>
                    <a:pt x="5765262" y="2955649"/>
                  </a:lnTo>
                  <a:lnTo>
                    <a:pt x="5767456" y="2993853"/>
                  </a:lnTo>
                  <a:lnTo>
                    <a:pt x="5769650" y="2958871"/>
                  </a:lnTo>
                  <a:lnTo>
                    <a:pt x="5771843" y="2978977"/>
                  </a:lnTo>
                  <a:lnTo>
                    <a:pt x="5774037" y="2929013"/>
                  </a:lnTo>
                  <a:lnTo>
                    <a:pt x="5776231" y="2914997"/>
                  </a:lnTo>
                  <a:lnTo>
                    <a:pt x="5778425" y="2897012"/>
                  </a:lnTo>
                  <a:lnTo>
                    <a:pt x="5780618" y="2825408"/>
                  </a:lnTo>
                  <a:lnTo>
                    <a:pt x="5782812" y="2742859"/>
                  </a:lnTo>
                  <a:lnTo>
                    <a:pt x="5785006" y="2647501"/>
                  </a:lnTo>
                  <a:lnTo>
                    <a:pt x="5787200" y="2649265"/>
                  </a:lnTo>
                  <a:lnTo>
                    <a:pt x="5789394" y="2638238"/>
                  </a:lnTo>
                  <a:lnTo>
                    <a:pt x="5791587" y="2617704"/>
                  </a:lnTo>
                  <a:lnTo>
                    <a:pt x="5793781" y="2610266"/>
                  </a:lnTo>
                  <a:lnTo>
                    <a:pt x="5795975" y="2554705"/>
                  </a:lnTo>
                  <a:lnTo>
                    <a:pt x="5798169" y="2567081"/>
                  </a:lnTo>
                  <a:lnTo>
                    <a:pt x="5800362" y="2560632"/>
                  </a:lnTo>
                  <a:lnTo>
                    <a:pt x="5802556" y="2525958"/>
                  </a:lnTo>
                  <a:lnTo>
                    <a:pt x="5804750" y="2453399"/>
                  </a:lnTo>
                  <a:lnTo>
                    <a:pt x="5806944" y="2326423"/>
                  </a:lnTo>
                  <a:lnTo>
                    <a:pt x="5809138" y="2314515"/>
                  </a:lnTo>
                  <a:lnTo>
                    <a:pt x="5811331" y="2304119"/>
                  </a:lnTo>
                  <a:lnTo>
                    <a:pt x="5813525" y="2243684"/>
                  </a:lnTo>
                  <a:lnTo>
                    <a:pt x="5815719" y="2233907"/>
                  </a:lnTo>
                  <a:lnTo>
                    <a:pt x="5817913" y="2331131"/>
                  </a:lnTo>
                  <a:lnTo>
                    <a:pt x="5820107" y="2468204"/>
                  </a:lnTo>
                  <a:lnTo>
                    <a:pt x="5822300" y="2576340"/>
                  </a:lnTo>
                  <a:lnTo>
                    <a:pt x="5824494" y="2615788"/>
                  </a:lnTo>
                  <a:lnTo>
                    <a:pt x="5826688" y="2677824"/>
                  </a:lnTo>
                  <a:lnTo>
                    <a:pt x="5828882" y="2741008"/>
                  </a:lnTo>
                  <a:lnTo>
                    <a:pt x="5831075" y="2733440"/>
                  </a:lnTo>
                  <a:lnTo>
                    <a:pt x="5833269" y="2766703"/>
                  </a:lnTo>
                  <a:lnTo>
                    <a:pt x="5835463" y="2812858"/>
                  </a:lnTo>
                  <a:lnTo>
                    <a:pt x="5837657" y="2870403"/>
                  </a:lnTo>
                  <a:lnTo>
                    <a:pt x="5839851" y="2919144"/>
                  </a:lnTo>
                  <a:lnTo>
                    <a:pt x="5842044" y="2926093"/>
                  </a:lnTo>
                  <a:lnTo>
                    <a:pt x="5844238" y="2966976"/>
                  </a:lnTo>
                  <a:lnTo>
                    <a:pt x="5846432" y="2995705"/>
                  </a:lnTo>
                  <a:lnTo>
                    <a:pt x="5848626" y="3016255"/>
                  </a:lnTo>
                  <a:lnTo>
                    <a:pt x="5850819" y="3026781"/>
                  </a:lnTo>
                  <a:lnTo>
                    <a:pt x="5853013" y="2958646"/>
                  </a:lnTo>
                  <a:lnTo>
                    <a:pt x="5855207" y="2928338"/>
                  </a:lnTo>
                  <a:lnTo>
                    <a:pt x="5857401" y="2888931"/>
                  </a:lnTo>
                  <a:lnTo>
                    <a:pt x="5859595" y="2866854"/>
                  </a:lnTo>
                  <a:lnTo>
                    <a:pt x="5861788" y="2830214"/>
                  </a:lnTo>
                  <a:lnTo>
                    <a:pt x="5863982" y="2790050"/>
                  </a:lnTo>
                  <a:lnTo>
                    <a:pt x="5866176" y="2864058"/>
                  </a:lnTo>
                  <a:lnTo>
                    <a:pt x="5868370" y="2847766"/>
                  </a:lnTo>
                  <a:lnTo>
                    <a:pt x="5870564" y="2763039"/>
                  </a:lnTo>
                  <a:lnTo>
                    <a:pt x="5872757" y="2659928"/>
                  </a:lnTo>
                  <a:lnTo>
                    <a:pt x="5874951" y="2661806"/>
                  </a:lnTo>
                  <a:lnTo>
                    <a:pt x="5877145" y="2647453"/>
                  </a:lnTo>
                  <a:lnTo>
                    <a:pt x="5879339" y="2606733"/>
                  </a:lnTo>
                  <a:lnTo>
                    <a:pt x="5881532" y="2605745"/>
                  </a:lnTo>
                  <a:lnTo>
                    <a:pt x="5883726" y="2660108"/>
                  </a:lnTo>
                  <a:lnTo>
                    <a:pt x="5885920" y="2753045"/>
                  </a:lnTo>
                  <a:lnTo>
                    <a:pt x="5888114" y="2823057"/>
                  </a:lnTo>
                  <a:lnTo>
                    <a:pt x="5890308" y="2903710"/>
                  </a:lnTo>
                  <a:lnTo>
                    <a:pt x="5892501" y="2948590"/>
                  </a:lnTo>
                  <a:lnTo>
                    <a:pt x="5894695" y="2984026"/>
                  </a:lnTo>
                  <a:lnTo>
                    <a:pt x="5896889" y="3039175"/>
                  </a:lnTo>
                  <a:lnTo>
                    <a:pt x="5899083" y="3056036"/>
                  </a:lnTo>
                  <a:lnTo>
                    <a:pt x="5901276" y="2980071"/>
                  </a:lnTo>
                  <a:lnTo>
                    <a:pt x="5903470" y="2912952"/>
                  </a:lnTo>
                  <a:lnTo>
                    <a:pt x="5905664" y="2886531"/>
                  </a:lnTo>
                  <a:lnTo>
                    <a:pt x="5907858" y="2917672"/>
                  </a:lnTo>
                  <a:lnTo>
                    <a:pt x="5910052" y="2929795"/>
                  </a:lnTo>
                  <a:lnTo>
                    <a:pt x="5912245" y="2878344"/>
                  </a:lnTo>
                  <a:lnTo>
                    <a:pt x="5914439" y="2888493"/>
                  </a:lnTo>
                  <a:lnTo>
                    <a:pt x="5916633" y="2872230"/>
                  </a:lnTo>
                  <a:lnTo>
                    <a:pt x="5918827" y="2826708"/>
                  </a:lnTo>
                  <a:lnTo>
                    <a:pt x="5921021" y="2802869"/>
                  </a:lnTo>
                  <a:lnTo>
                    <a:pt x="5923214" y="2739172"/>
                  </a:lnTo>
                  <a:lnTo>
                    <a:pt x="5925408" y="2649540"/>
                  </a:lnTo>
                  <a:lnTo>
                    <a:pt x="5927602" y="2609717"/>
                  </a:lnTo>
                  <a:lnTo>
                    <a:pt x="5929796" y="2690606"/>
                  </a:lnTo>
                  <a:lnTo>
                    <a:pt x="5931989" y="2732744"/>
                  </a:lnTo>
                  <a:lnTo>
                    <a:pt x="5934183" y="2690624"/>
                  </a:lnTo>
                  <a:lnTo>
                    <a:pt x="5936377" y="2654340"/>
                  </a:lnTo>
                  <a:lnTo>
                    <a:pt x="5938571" y="2645386"/>
                  </a:lnTo>
                  <a:lnTo>
                    <a:pt x="5940765" y="2527299"/>
                  </a:lnTo>
                  <a:lnTo>
                    <a:pt x="5942958" y="2363958"/>
                  </a:lnTo>
                  <a:lnTo>
                    <a:pt x="5945152" y="2336994"/>
                  </a:lnTo>
                  <a:lnTo>
                    <a:pt x="5947346" y="2363395"/>
                  </a:lnTo>
                  <a:lnTo>
                    <a:pt x="5949540" y="2380056"/>
                  </a:lnTo>
                  <a:lnTo>
                    <a:pt x="5951734" y="2507048"/>
                  </a:lnTo>
                  <a:lnTo>
                    <a:pt x="5953927" y="2626435"/>
                  </a:lnTo>
                  <a:lnTo>
                    <a:pt x="5956121" y="2697385"/>
                  </a:lnTo>
                  <a:lnTo>
                    <a:pt x="5958315" y="2683394"/>
                  </a:lnTo>
                  <a:lnTo>
                    <a:pt x="5960509" y="2704084"/>
                  </a:lnTo>
                  <a:lnTo>
                    <a:pt x="5962702" y="2683677"/>
                  </a:lnTo>
                  <a:lnTo>
                    <a:pt x="5964896" y="2645672"/>
                  </a:lnTo>
                  <a:lnTo>
                    <a:pt x="5967090" y="2649403"/>
                  </a:lnTo>
                  <a:lnTo>
                    <a:pt x="5969284" y="2569750"/>
                  </a:lnTo>
                  <a:lnTo>
                    <a:pt x="5971478" y="2443785"/>
                  </a:lnTo>
                  <a:lnTo>
                    <a:pt x="5973671" y="2249464"/>
                  </a:lnTo>
                  <a:lnTo>
                    <a:pt x="5975865" y="2120516"/>
                  </a:lnTo>
                  <a:lnTo>
                    <a:pt x="5978059" y="1921913"/>
                  </a:lnTo>
                  <a:lnTo>
                    <a:pt x="5980253" y="1718857"/>
                  </a:lnTo>
                  <a:lnTo>
                    <a:pt x="5982446" y="1588838"/>
                  </a:lnTo>
                  <a:lnTo>
                    <a:pt x="5984640" y="1469081"/>
                  </a:lnTo>
                  <a:lnTo>
                    <a:pt x="5986834" y="1398288"/>
                  </a:lnTo>
                  <a:lnTo>
                    <a:pt x="5989028" y="1412171"/>
                  </a:lnTo>
                  <a:lnTo>
                    <a:pt x="5991222" y="1496654"/>
                  </a:lnTo>
                  <a:lnTo>
                    <a:pt x="5993415" y="1559822"/>
                  </a:lnTo>
                  <a:lnTo>
                    <a:pt x="5995609" y="1597754"/>
                  </a:lnTo>
                  <a:lnTo>
                    <a:pt x="5997803" y="1624286"/>
                  </a:lnTo>
                  <a:lnTo>
                    <a:pt x="5999997" y="1609078"/>
                  </a:lnTo>
                  <a:lnTo>
                    <a:pt x="6002191" y="1536822"/>
                  </a:lnTo>
                  <a:lnTo>
                    <a:pt x="6004384" y="1372560"/>
                  </a:lnTo>
                  <a:lnTo>
                    <a:pt x="6006578" y="1272167"/>
                  </a:lnTo>
                  <a:lnTo>
                    <a:pt x="6008772" y="1206856"/>
                  </a:lnTo>
                  <a:lnTo>
                    <a:pt x="6010966" y="1152789"/>
                  </a:lnTo>
                  <a:lnTo>
                    <a:pt x="6013159" y="1121465"/>
                  </a:lnTo>
                  <a:lnTo>
                    <a:pt x="6015353" y="1047877"/>
                  </a:lnTo>
                  <a:lnTo>
                    <a:pt x="6017547" y="991182"/>
                  </a:lnTo>
                  <a:lnTo>
                    <a:pt x="6019741" y="917015"/>
                  </a:lnTo>
                  <a:lnTo>
                    <a:pt x="6021935" y="915727"/>
                  </a:lnTo>
                  <a:lnTo>
                    <a:pt x="6024128" y="970137"/>
                  </a:lnTo>
                  <a:lnTo>
                    <a:pt x="6026322" y="1015189"/>
                  </a:lnTo>
                  <a:lnTo>
                    <a:pt x="6028516" y="1094195"/>
                  </a:lnTo>
                  <a:lnTo>
                    <a:pt x="6030710" y="1164299"/>
                  </a:lnTo>
                  <a:lnTo>
                    <a:pt x="6032903" y="1244439"/>
                  </a:lnTo>
                  <a:lnTo>
                    <a:pt x="6035097" y="1261399"/>
                  </a:lnTo>
                  <a:lnTo>
                    <a:pt x="6037291" y="1239374"/>
                  </a:lnTo>
                  <a:lnTo>
                    <a:pt x="6039485" y="1222176"/>
                  </a:lnTo>
                  <a:lnTo>
                    <a:pt x="6041679" y="1260352"/>
                  </a:lnTo>
                  <a:lnTo>
                    <a:pt x="6043872" y="1353492"/>
                  </a:lnTo>
                  <a:lnTo>
                    <a:pt x="6046066" y="1425636"/>
                  </a:lnTo>
                  <a:lnTo>
                    <a:pt x="6048260" y="1550850"/>
                  </a:lnTo>
                  <a:lnTo>
                    <a:pt x="6050454" y="1705440"/>
                  </a:lnTo>
                  <a:lnTo>
                    <a:pt x="6052648" y="1893418"/>
                  </a:lnTo>
                  <a:lnTo>
                    <a:pt x="6054841" y="2023762"/>
                  </a:lnTo>
                  <a:lnTo>
                    <a:pt x="6057035" y="2063286"/>
                  </a:lnTo>
                  <a:lnTo>
                    <a:pt x="6059229" y="2120449"/>
                  </a:lnTo>
                  <a:lnTo>
                    <a:pt x="6061423" y="2261321"/>
                  </a:lnTo>
                  <a:lnTo>
                    <a:pt x="6063616" y="2284126"/>
                  </a:lnTo>
                  <a:lnTo>
                    <a:pt x="6065810" y="2130402"/>
                  </a:lnTo>
                  <a:lnTo>
                    <a:pt x="6068004" y="1906128"/>
                  </a:lnTo>
                  <a:lnTo>
                    <a:pt x="6070198" y="1751526"/>
                  </a:lnTo>
                  <a:lnTo>
                    <a:pt x="6072392" y="1606615"/>
                  </a:lnTo>
                  <a:lnTo>
                    <a:pt x="6074585" y="1311482"/>
                  </a:lnTo>
                  <a:lnTo>
                    <a:pt x="6076779" y="1125669"/>
                  </a:lnTo>
                  <a:lnTo>
                    <a:pt x="6078973" y="1100626"/>
                  </a:lnTo>
                  <a:lnTo>
                    <a:pt x="6081167" y="1077490"/>
                  </a:lnTo>
                  <a:lnTo>
                    <a:pt x="6083361" y="1049957"/>
                  </a:lnTo>
                  <a:lnTo>
                    <a:pt x="6085554" y="1065732"/>
                  </a:lnTo>
                  <a:lnTo>
                    <a:pt x="6087748" y="1143033"/>
                  </a:lnTo>
                  <a:lnTo>
                    <a:pt x="6089942" y="1181129"/>
                  </a:lnTo>
                  <a:lnTo>
                    <a:pt x="6092136" y="1204139"/>
                  </a:lnTo>
                  <a:lnTo>
                    <a:pt x="6094329" y="1295204"/>
                  </a:lnTo>
                  <a:lnTo>
                    <a:pt x="6096523" y="1329294"/>
                  </a:lnTo>
                  <a:lnTo>
                    <a:pt x="6098717" y="1254793"/>
                  </a:lnTo>
                  <a:lnTo>
                    <a:pt x="6100911" y="1131754"/>
                  </a:lnTo>
                  <a:lnTo>
                    <a:pt x="6103105" y="1049041"/>
                  </a:lnTo>
                  <a:lnTo>
                    <a:pt x="6105298" y="954181"/>
                  </a:lnTo>
                  <a:lnTo>
                    <a:pt x="6107492" y="802450"/>
                  </a:lnTo>
                  <a:lnTo>
                    <a:pt x="6109686" y="705251"/>
                  </a:lnTo>
                  <a:lnTo>
                    <a:pt x="6111880" y="656674"/>
                  </a:lnTo>
                  <a:lnTo>
                    <a:pt x="6114073" y="683844"/>
                  </a:lnTo>
                  <a:lnTo>
                    <a:pt x="6116267" y="713976"/>
                  </a:lnTo>
                  <a:lnTo>
                    <a:pt x="6118461" y="716910"/>
                  </a:lnTo>
                  <a:lnTo>
                    <a:pt x="6120655" y="808570"/>
                  </a:lnTo>
                  <a:lnTo>
                    <a:pt x="6122849" y="974916"/>
                  </a:lnTo>
                  <a:lnTo>
                    <a:pt x="6125042" y="1078006"/>
                  </a:lnTo>
                  <a:lnTo>
                    <a:pt x="6127236" y="1040447"/>
                  </a:lnTo>
                  <a:lnTo>
                    <a:pt x="6129430" y="1023839"/>
                  </a:lnTo>
                  <a:lnTo>
                    <a:pt x="6131624" y="1091219"/>
                  </a:lnTo>
                  <a:lnTo>
                    <a:pt x="6133818" y="1144240"/>
                  </a:lnTo>
                  <a:lnTo>
                    <a:pt x="6136011" y="1120951"/>
                  </a:lnTo>
                  <a:lnTo>
                    <a:pt x="6138205" y="1163379"/>
                  </a:lnTo>
                  <a:lnTo>
                    <a:pt x="6140399" y="1231983"/>
                  </a:lnTo>
                  <a:lnTo>
                    <a:pt x="6142593" y="1230234"/>
                  </a:lnTo>
                  <a:lnTo>
                    <a:pt x="6144786" y="1173474"/>
                  </a:lnTo>
                  <a:lnTo>
                    <a:pt x="6146980" y="1052658"/>
                  </a:lnTo>
                  <a:lnTo>
                    <a:pt x="6149174" y="965487"/>
                  </a:lnTo>
                  <a:lnTo>
                    <a:pt x="6151368" y="902548"/>
                  </a:lnTo>
                  <a:lnTo>
                    <a:pt x="6153562" y="920219"/>
                  </a:lnTo>
                  <a:lnTo>
                    <a:pt x="6155755" y="1100213"/>
                  </a:lnTo>
                  <a:lnTo>
                    <a:pt x="6157949" y="1319538"/>
                  </a:lnTo>
                  <a:lnTo>
                    <a:pt x="6160143" y="1438657"/>
                  </a:lnTo>
                  <a:lnTo>
                    <a:pt x="6162337" y="1505324"/>
                  </a:lnTo>
                  <a:lnTo>
                    <a:pt x="6164530" y="1485124"/>
                  </a:lnTo>
                  <a:lnTo>
                    <a:pt x="6166724" y="1426379"/>
                  </a:lnTo>
                  <a:lnTo>
                    <a:pt x="6168918" y="1254847"/>
                  </a:lnTo>
                  <a:lnTo>
                    <a:pt x="6171112" y="1055737"/>
                  </a:lnTo>
                  <a:lnTo>
                    <a:pt x="6173306" y="985556"/>
                  </a:lnTo>
                  <a:lnTo>
                    <a:pt x="6175499" y="957114"/>
                  </a:lnTo>
                  <a:lnTo>
                    <a:pt x="6177693" y="965128"/>
                  </a:lnTo>
                  <a:lnTo>
                    <a:pt x="6179887" y="964882"/>
                  </a:lnTo>
                  <a:lnTo>
                    <a:pt x="6182081" y="950261"/>
                  </a:lnTo>
                  <a:lnTo>
                    <a:pt x="6184275" y="931948"/>
                  </a:lnTo>
                  <a:lnTo>
                    <a:pt x="6186468" y="942246"/>
                  </a:lnTo>
                  <a:lnTo>
                    <a:pt x="6188662" y="949124"/>
                  </a:lnTo>
                  <a:lnTo>
                    <a:pt x="6190856" y="883327"/>
                  </a:lnTo>
                  <a:lnTo>
                    <a:pt x="6193050" y="829322"/>
                  </a:lnTo>
                  <a:lnTo>
                    <a:pt x="6195243" y="845055"/>
                  </a:lnTo>
                  <a:lnTo>
                    <a:pt x="6197437" y="842046"/>
                  </a:lnTo>
                  <a:lnTo>
                    <a:pt x="6199631" y="805165"/>
                  </a:lnTo>
                  <a:lnTo>
                    <a:pt x="6201825" y="749578"/>
                  </a:lnTo>
                  <a:lnTo>
                    <a:pt x="6204019" y="746012"/>
                  </a:lnTo>
                  <a:lnTo>
                    <a:pt x="6206212" y="757607"/>
                  </a:lnTo>
                  <a:lnTo>
                    <a:pt x="6208406" y="739205"/>
                  </a:lnTo>
                  <a:lnTo>
                    <a:pt x="6210600" y="768198"/>
                  </a:lnTo>
                  <a:lnTo>
                    <a:pt x="6212794" y="833236"/>
                  </a:lnTo>
                  <a:lnTo>
                    <a:pt x="6214988" y="907992"/>
                  </a:lnTo>
                  <a:lnTo>
                    <a:pt x="6217181" y="954149"/>
                  </a:lnTo>
                  <a:lnTo>
                    <a:pt x="6219375" y="1010060"/>
                  </a:lnTo>
                  <a:lnTo>
                    <a:pt x="6221569" y="1079149"/>
                  </a:lnTo>
                  <a:lnTo>
                    <a:pt x="6223763" y="1139074"/>
                  </a:lnTo>
                  <a:lnTo>
                    <a:pt x="6225956" y="1167481"/>
                  </a:lnTo>
                  <a:lnTo>
                    <a:pt x="6228150" y="1132268"/>
                  </a:lnTo>
                  <a:lnTo>
                    <a:pt x="6230344" y="1121700"/>
                  </a:lnTo>
                  <a:lnTo>
                    <a:pt x="6232538" y="1062909"/>
                  </a:lnTo>
                  <a:lnTo>
                    <a:pt x="6234732" y="999071"/>
                  </a:lnTo>
                  <a:lnTo>
                    <a:pt x="6236925" y="887720"/>
                  </a:lnTo>
                  <a:lnTo>
                    <a:pt x="6239119" y="776009"/>
                  </a:lnTo>
                  <a:lnTo>
                    <a:pt x="6241313" y="781816"/>
                  </a:lnTo>
                  <a:lnTo>
                    <a:pt x="6243507" y="836017"/>
                  </a:lnTo>
                  <a:lnTo>
                    <a:pt x="6245700" y="881194"/>
                  </a:lnTo>
                  <a:lnTo>
                    <a:pt x="6247894" y="863151"/>
                  </a:lnTo>
                  <a:lnTo>
                    <a:pt x="6250088" y="851460"/>
                  </a:lnTo>
                  <a:lnTo>
                    <a:pt x="6252282" y="897714"/>
                  </a:lnTo>
                  <a:lnTo>
                    <a:pt x="6254476" y="916718"/>
                  </a:lnTo>
                  <a:lnTo>
                    <a:pt x="6256669" y="915016"/>
                  </a:lnTo>
                  <a:lnTo>
                    <a:pt x="6258863" y="967488"/>
                  </a:lnTo>
                  <a:lnTo>
                    <a:pt x="6261057" y="1039610"/>
                  </a:lnTo>
                  <a:lnTo>
                    <a:pt x="6263251" y="1069651"/>
                  </a:lnTo>
                  <a:lnTo>
                    <a:pt x="6265445" y="1016798"/>
                  </a:lnTo>
                  <a:lnTo>
                    <a:pt x="6267638" y="1035986"/>
                  </a:lnTo>
                  <a:lnTo>
                    <a:pt x="6269832" y="1050536"/>
                  </a:lnTo>
                  <a:lnTo>
                    <a:pt x="6272026" y="1015744"/>
                  </a:lnTo>
                  <a:lnTo>
                    <a:pt x="6274220" y="973853"/>
                  </a:lnTo>
                  <a:lnTo>
                    <a:pt x="6276413" y="980171"/>
                  </a:lnTo>
                  <a:lnTo>
                    <a:pt x="6278607" y="1028516"/>
                  </a:lnTo>
                  <a:lnTo>
                    <a:pt x="6280801" y="944874"/>
                  </a:lnTo>
                  <a:lnTo>
                    <a:pt x="6282995" y="833850"/>
                  </a:lnTo>
                  <a:lnTo>
                    <a:pt x="6285189" y="786062"/>
                  </a:lnTo>
                  <a:lnTo>
                    <a:pt x="6287382" y="820852"/>
                  </a:lnTo>
                  <a:lnTo>
                    <a:pt x="6289576" y="883710"/>
                  </a:lnTo>
                  <a:lnTo>
                    <a:pt x="6291770" y="888682"/>
                  </a:lnTo>
                  <a:lnTo>
                    <a:pt x="6293964" y="928528"/>
                  </a:lnTo>
                  <a:lnTo>
                    <a:pt x="6296157" y="1008500"/>
                  </a:lnTo>
                  <a:lnTo>
                    <a:pt x="6298351" y="1007492"/>
                  </a:lnTo>
                  <a:lnTo>
                    <a:pt x="6300545" y="984831"/>
                  </a:lnTo>
                  <a:lnTo>
                    <a:pt x="6302739" y="934597"/>
                  </a:lnTo>
                  <a:lnTo>
                    <a:pt x="6304933" y="922828"/>
                  </a:lnTo>
                  <a:lnTo>
                    <a:pt x="6307126" y="921721"/>
                  </a:lnTo>
                  <a:lnTo>
                    <a:pt x="6309320" y="867315"/>
                  </a:lnTo>
                  <a:lnTo>
                    <a:pt x="6311514" y="891608"/>
                  </a:lnTo>
                  <a:lnTo>
                    <a:pt x="6313708" y="886075"/>
                  </a:lnTo>
                  <a:lnTo>
                    <a:pt x="6315902" y="944209"/>
                  </a:lnTo>
                  <a:lnTo>
                    <a:pt x="6318095" y="1001438"/>
                  </a:lnTo>
                  <a:lnTo>
                    <a:pt x="6320289" y="1005308"/>
                  </a:lnTo>
                  <a:lnTo>
                    <a:pt x="6322483" y="1030725"/>
                  </a:lnTo>
                  <a:lnTo>
                    <a:pt x="6324677" y="997716"/>
                  </a:lnTo>
                  <a:lnTo>
                    <a:pt x="6326870" y="976718"/>
                  </a:lnTo>
                  <a:lnTo>
                    <a:pt x="6329064" y="886563"/>
                  </a:lnTo>
                  <a:lnTo>
                    <a:pt x="6331258" y="818510"/>
                  </a:lnTo>
                  <a:lnTo>
                    <a:pt x="6333452" y="838685"/>
                  </a:lnTo>
                  <a:lnTo>
                    <a:pt x="6335646" y="866487"/>
                  </a:lnTo>
                  <a:lnTo>
                    <a:pt x="6337839" y="825935"/>
                  </a:lnTo>
                  <a:lnTo>
                    <a:pt x="6340033" y="769797"/>
                  </a:lnTo>
                  <a:lnTo>
                    <a:pt x="6342227" y="778498"/>
                  </a:lnTo>
                  <a:lnTo>
                    <a:pt x="6344421" y="777064"/>
                  </a:lnTo>
                  <a:lnTo>
                    <a:pt x="6346615" y="706342"/>
                  </a:lnTo>
                  <a:lnTo>
                    <a:pt x="6348808" y="656966"/>
                  </a:lnTo>
                  <a:lnTo>
                    <a:pt x="6351002" y="792873"/>
                  </a:lnTo>
                  <a:lnTo>
                    <a:pt x="6353196" y="1032352"/>
                  </a:lnTo>
                  <a:lnTo>
                    <a:pt x="6355390" y="1143915"/>
                  </a:lnTo>
                  <a:lnTo>
                    <a:pt x="6357583" y="1167945"/>
                  </a:lnTo>
                  <a:lnTo>
                    <a:pt x="6359777" y="1223054"/>
                  </a:lnTo>
                  <a:lnTo>
                    <a:pt x="6361971" y="1307697"/>
                  </a:lnTo>
                  <a:lnTo>
                    <a:pt x="6364165" y="1224571"/>
                  </a:lnTo>
                  <a:lnTo>
                    <a:pt x="6366359" y="980355"/>
                  </a:lnTo>
                  <a:lnTo>
                    <a:pt x="6368552" y="882944"/>
                  </a:lnTo>
                  <a:lnTo>
                    <a:pt x="6370746" y="846215"/>
                  </a:lnTo>
                  <a:lnTo>
                    <a:pt x="6372940" y="814478"/>
                  </a:lnTo>
                  <a:lnTo>
                    <a:pt x="6375134" y="758477"/>
                  </a:lnTo>
                  <a:lnTo>
                    <a:pt x="6377327" y="785903"/>
                  </a:lnTo>
                  <a:lnTo>
                    <a:pt x="6379521" y="869512"/>
                  </a:lnTo>
                  <a:lnTo>
                    <a:pt x="6381715" y="885608"/>
                  </a:lnTo>
                  <a:lnTo>
                    <a:pt x="6383909" y="927129"/>
                  </a:lnTo>
                  <a:lnTo>
                    <a:pt x="6386103" y="932843"/>
                  </a:lnTo>
                  <a:lnTo>
                    <a:pt x="6388296" y="997076"/>
                  </a:lnTo>
                  <a:lnTo>
                    <a:pt x="6390490" y="1079926"/>
                  </a:lnTo>
                  <a:lnTo>
                    <a:pt x="6392684" y="1154874"/>
                  </a:lnTo>
                  <a:lnTo>
                    <a:pt x="6394878" y="1255368"/>
                  </a:lnTo>
                  <a:lnTo>
                    <a:pt x="6397072" y="1383276"/>
                  </a:lnTo>
                  <a:lnTo>
                    <a:pt x="6399265" y="1589953"/>
                  </a:lnTo>
                  <a:lnTo>
                    <a:pt x="6401459" y="1593872"/>
                  </a:lnTo>
                  <a:lnTo>
                    <a:pt x="6403653" y="1488156"/>
                  </a:lnTo>
                  <a:lnTo>
                    <a:pt x="6405847" y="1394766"/>
                  </a:lnTo>
                  <a:lnTo>
                    <a:pt x="6408040" y="1264757"/>
                  </a:lnTo>
                  <a:lnTo>
                    <a:pt x="6410234" y="1075507"/>
                  </a:lnTo>
                  <a:lnTo>
                    <a:pt x="6412428" y="895407"/>
                  </a:lnTo>
                  <a:lnTo>
                    <a:pt x="6414622" y="845496"/>
                  </a:lnTo>
                  <a:lnTo>
                    <a:pt x="6416816" y="861094"/>
                  </a:lnTo>
                  <a:lnTo>
                    <a:pt x="6419009" y="861354"/>
                  </a:lnTo>
                  <a:lnTo>
                    <a:pt x="6421203" y="847255"/>
                  </a:lnTo>
                  <a:lnTo>
                    <a:pt x="6423397" y="926269"/>
                  </a:lnTo>
                  <a:lnTo>
                    <a:pt x="6425591" y="987265"/>
                  </a:lnTo>
                  <a:lnTo>
                    <a:pt x="6427784" y="1035451"/>
                  </a:lnTo>
                  <a:lnTo>
                    <a:pt x="6429978" y="1082794"/>
                  </a:lnTo>
                  <a:lnTo>
                    <a:pt x="6432172" y="1135788"/>
                  </a:lnTo>
                  <a:lnTo>
                    <a:pt x="6434366" y="1175938"/>
                  </a:lnTo>
                  <a:lnTo>
                    <a:pt x="6436560" y="1125571"/>
                  </a:lnTo>
                  <a:lnTo>
                    <a:pt x="6438753" y="1027933"/>
                  </a:lnTo>
                  <a:lnTo>
                    <a:pt x="6440947" y="906782"/>
                  </a:lnTo>
                  <a:lnTo>
                    <a:pt x="6443141" y="786767"/>
                  </a:lnTo>
                  <a:lnTo>
                    <a:pt x="6445335" y="670882"/>
                  </a:lnTo>
                  <a:lnTo>
                    <a:pt x="6447529" y="598673"/>
                  </a:lnTo>
                  <a:lnTo>
                    <a:pt x="6449722" y="617564"/>
                  </a:lnTo>
                  <a:lnTo>
                    <a:pt x="6451916" y="610723"/>
                  </a:lnTo>
                  <a:lnTo>
                    <a:pt x="6454110" y="590377"/>
                  </a:lnTo>
                  <a:lnTo>
                    <a:pt x="6456304" y="603378"/>
                  </a:lnTo>
                  <a:lnTo>
                    <a:pt x="6458497" y="648494"/>
                  </a:lnTo>
                  <a:lnTo>
                    <a:pt x="6460691" y="714166"/>
                  </a:lnTo>
                  <a:lnTo>
                    <a:pt x="6462885" y="810001"/>
                  </a:lnTo>
                  <a:lnTo>
                    <a:pt x="6465079" y="877007"/>
                  </a:lnTo>
                  <a:lnTo>
                    <a:pt x="6467273" y="904588"/>
                  </a:lnTo>
                  <a:lnTo>
                    <a:pt x="6469466" y="895215"/>
                  </a:lnTo>
                  <a:lnTo>
                    <a:pt x="6471660" y="837340"/>
                  </a:lnTo>
                  <a:lnTo>
                    <a:pt x="6473854" y="764113"/>
                  </a:lnTo>
                  <a:lnTo>
                    <a:pt x="6476048" y="745483"/>
                  </a:lnTo>
                  <a:lnTo>
                    <a:pt x="6478241" y="875180"/>
                  </a:lnTo>
                  <a:lnTo>
                    <a:pt x="6480435" y="1012024"/>
                  </a:lnTo>
                  <a:lnTo>
                    <a:pt x="6482629" y="1046234"/>
                  </a:lnTo>
                  <a:lnTo>
                    <a:pt x="6484823" y="1059659"/>
                  </a:lnTo>
                  <a:lnTo>
                    <a:pt x="6487017" y="1083357"/>
                  </a:lnTo>
                  <a:lnTo>
                    <a:pt x="6489210" y="999999"/>
                  </a:lnTo>
                  <a:lnTo>
                    <a:pt x="6491404" y="859653"/>
                  </a:lnTo>
                  <a:lnTo>
                    <a:pt x="6493598" y="791153"/>
                  </a:lnTo>
                  <a:lnTo>
                    <a:pt x="6495792" y="835094"/>
                  </a:lnTo>
                  <a:lnTo>
                    <a:pt x="6497986" y="877123"/>
                  </a:lnTo>
                  <a:lnTo>
                    <a:pt x="6500179" y="843065"/>
                  </a:lnTo>
                  <a:lnTo>
                    <a:pt x="6502373" y="778883"/>
                  </a:lnTo>
                  <a:lnTo>
                    <a:pt x="6504567" y="679494"/>
                  </a:lnTo>
                  <a:lnTo>
                    <a:pt x="6506761" y="615791"/>
                  </a:lnTo>
                  <a:lnTo>
                    <a:pt x="6508954" y="591017"/>
                  </a:lnTo>
                  <a:lnTo>
                    <a:pt x="6511148" y="628178"/>
                  </a:lnTo>
                  <a:lnTo>
                    <a:pt x="6513342" y="747384"/>
                  </a:lnTo>
                  <a:lnTo>
                    <a:pt x="6515536" y="764114"/>
                  </a:lnTo>
                  <a:lnTo>
                    <a:pt x="6517730" y="748153"/>
                  </a:lnTo>
                  <a:lnTo>
                    <a:pt x="6519923" y="779285"/>
                  </a:lnTo>
                  <a:lnTo>
                    <a:pt x="6522117" y="867323"/>
                  </a:lnTo>
                  <a:lnTo>
                    <a:pt x="6524311" y="916555"/>
                  </a:lnTo>
                  <a:lnTo>
                    <a:pt x="6526505" y="934392"/>
                  </a:lnTo>
                  <a:lnTo>
                    <a:pt x="6528699" y="1117939"/>
                  </a:lnTo>
                  <a:lnTo>
                    <a:pt x="6530892" y="1295863"/>
                  </a:lnTo>
                  <a:lnTo>
                    <a:pt x="6533086" y="1347656"/>
                  </a:lnTo>
                  <a:lnTo>
                    <a:pt x="6535280" y="1375559"/>
                  </a:lnTo>
                  <a:lnTo>
                    <a:pt x="6537474" y="1459955"/>
                  </a:lnTo>
                  <a:lnTo>
                    <a:pt x="6539667" y="1508490"/>
                  </a:lnTo>
                  <a:lnTo>
                    <a:pt x="6541861" y="1522918"/>
                  </a:lnTo>
                  <a:lnTo>
                    <a:pt x="6544055" y="1602582"/>
                  </a:lnTo>
                  <a:lnTo>
                    <a:pt x="6546249" y="1636739"/>
                  </a:lnTo>
                  <a:lnTo>
                    <a:pt x="6548443" y="1596641"/>
                  </a:lnTo>
                  <a:lnTo>
                    <a:pt x="6550636" y="1627550"/>
                  </a:lnTo>
                  <a:lnTo>
                    <a:pt x="6552830" y="1805119"/>
                  </a:lnTo>
                  <a:lnTo>
                    <a:pt x="6555024" y="1878519"/>
                  </a:lnTo>
                  <a:lnTo>
                    <a:pt x="6557218" y="1906295"/>
                  </a:lnTo>
                  <a:lnTo>
                    <a:pt x="6559411" y="2054022"/>
                  </a:lnTo>
                  <a:lnTo>
                    <a:pt x="6561605" y="2182301"/>
                  </a:lnTo>
                  <a:lnTo>
                    <a:pt x="6563799" y="2255300"/>
                  </a:lnTo>
                  <a:lnTo>
                    <a:pt x="6565993" y="2335487"/>
                  </a:lnTo>
                  <a:lnTo>
                    <a:pt x="6568187" y="2475446"/>
                  </a:lnTo>
                  <a:lnTo>
                    <a:pt x="6570380" y="2474286"/>
                  </a:lnTo>
                  <a:lnTo>
                    <a:pt x="6572574" y="2417830"/>
                  </a:lnTo>
                  <a:lnTo>
                    <a:pt x="6574768" y="2515860"/>
                  </a:lnTo>
                  <a:lnTo>
                    <a:pt x="6576962" y="2509878"/>
                  </a:lnTo>
                  <a:lnTo>
                    <a:pt x="6579156" y="2303986"/>
                  </a:lnTo>
                  <a:lnTo>
                    <a:pt x="6581349" y="2161743"/>
                  </a:lnTo>
                  <a:lnTo>
                    <a:pt x="6583543" y="2248345"/>
                  </a:lnTo>
                  <a:lnTo>
                    <a:pt x="6585737" y="2301148"/>
                  </a:lnTo>
                  <a:lnTo>
                    <a:pt x="6587931" y="2214587"/>
                  </a:lnTo>
                  <a:lnTo>
                    <a:pt x="6590124" y="2165228"/>
                  </a:lnTo>
                  <a:lnTo>
                    <a:pt x="6592318" y="2223544"/>
                  </a:lnTo>
                  <a:lnTo>
                    <a:pt x="6594512" y="2229609"/>
                  </a:lnTo>
                  <a:lnTo>
                    <a:pt x="6596706" y="2092426"/>
                  </a:lnTo>
                  <a:lnTo>
                    <a:pt x="6598900" y="2064760"/>
                  </a:lnTo>
                  <a:lnTo>
                    <a:pt x="6601093" y="1995970"/>
                  </a:lnTo>
                  <a:lnTo>
                    <a:pt x="6603287" y="1878654"/>
                  </a:lnTo>
                  <a:lnTo>
                    <a:pt x="6605481" y="1682011"/>
                  </a:lnTo>
                  <a:lnTo>
                    <a:pt x="6607675" y="1568995"/>
                  </a:lnTo>
                  <a:lnTo>
                    <a:pt x="6609868" y="1548796"/>
                  </a:lnTo>
                  <a:lnTo>
                    <a:pt x="6612062" y="1425442"/>
                  </a:lnTo>
                  <a:lnTo>
                    <a:pt x="6614256" y="1365067"/>
                  </a:lnTo>
                  <a:lnTo>
                    <a:pt x="6616450" y="1347538"/>
                  </a:lnTo>
                  <a:lnTo>
                    <a:pt x="6618644" y="1361705"/>
                  </a:lnTo>
                  <a:lnTo>
                    <a:pt x="6620837" y="1270497"/>
                  </a:lnTo>
                  <a:lnTo>
                    <a:pt x="6623031" y="1151004"/>
                  </a:lnTo>
                  <a:lnTo>
                    <a:pt x="6625225" y="1097479"/>
                  </a:lnTo>
                  <a:lnTo>
                    <a:pt x="6627419" y="994196"/>
                  </a:lnTo>
                  <a:lnTo>
                    <a:pt x="6629613" y="846609"/>
                  </a:lnTo>
                  <a:lnTo>
                    <a:pt x="6631806" y="755552"/>
                  </a:lnTo>
                  <a:lnTo>
                    <a:pt x="6634000" y="758301"/>
                  </a:lnTo>
                  <a:lnTo>
                    <a:pt x="6636194" y="809531"/>
                  </a:lnTo>
                  <a:lnTo>
                    <a:pt x="6638388" y="831554"/>
                  </a:lnTo>
                  <a:lnTo>
                    <a:pt x="6640581" y="919281"/>
                  </a:lnTo>
                  <a:lnTo>
                    <a:pt x="6642775" y="1028770"/>
                  </a:lnTo>
                  <a:lnTo>
                    <a:pt x="6644969" y="1083784"/>
                  </a:lnTo>
                  <a:lnTo>
                    <a:pt x="6647163" y="1034887"/>
                  </a:lnTo>
                  <a:lnTo>
                    <a:pt x="6649357" y="930256"/>
                  </a:lnTo>
                  <a:lnTo>
                    <a:pt x="6651550" y="860413"/>
                  </a:lnTo>
                  <a:lnTo>
                    <a:pt x="6653744" y="840032"/>
                  </a:lnTo>
                  <a:lnTo>
                    <a:pt x="6655938" y="828795"/>
                  </a:lnTo>
                  <a:lnTo>
                    <a:pt x="6658132" y="781874"/>
                  </a:lnTo>
                  <a:lnTo>
                    <a:pt x="6660326" y="763092"/>
                  </a:lnTo>
                  <a:lnTo>
                    <a:pt x="6662519" y="792177"/>
                  </a:lnTo>
                  <a:lnTo>
                    <a:pt x="6664713" y="811840"/>
                  </a:lnTo>
                  <a:lnTo>
                    <a:pt x="6666907" y="725139"/>
                  </a:lnTo>
                  <a:lnTo>
                    <a:pt x="6669101" y="705428"/>
                  </a:lnTo>
                  <a:lnTo>
                    <a:pt x="6671294" y="730077"/>
                  </a:lnTo>
                  <a:lnTo>
                    <a:pt x="6673488" y="737347"/>
                  </a:lnTo>
                  <a:lnTo>
                    <a:pt x="6675682" y="712861"/>
                  </a:lnTo>
                  <a:lnTo>
                    <a:pt x="6677876" y="703694"/>
                  </a:lnTo>
                  <a:lnTo>
                    <a:pt x="6680070" y="707372"/>
                  </a:lnTo>
                  <a:lnTo>
                    <a:pt x="6682263" y="688313"/>
                  </a:lnTo>
                  <a:lnTo>
                    <a:pt x="6684457" y="742571"/>
                  </a:lnTo>
                  <a:lnTo>
                    <a:pt x="6686651" y="822119"/>
                  </a:lnTo>
                  <a:lnTo>
                    <a:pt x="6688845" y="887046"/>
                  </a:lnTo>
                  <a:lnTo>
                    <a:pt x="6691038" y="885675"/>
                  </a:lnTo>
                  <a:lnTo>
                    <a:pt x="6693232" y="860338"/>
                  </a:lnTo>
                  <a:lnTo>
                    <a:pt x="6695426" y="829086"/>
                  </a:lnTo>
                  <a:lnTo>
                    <a:pt x="6697620" y="747568"/>
                  </a:lnTo>
                  <a:lnTo>
                    <a:pt x="6699814" y="669008"/>
                  </a:lnTo>
                  <a:lnTo>
                    <a:pt x="6702007" y="671935"/>
                  </a:lnTo>
                  <a:lnTo>
                    <a:pt x="6704201" y="745669"/>
                  </a:lnTo>
                  <a:lnTo>
                    <a:pt x="6706395" y="848648"/>
                  </a:lnTo>
                  <a:lnTo>
                    <a:pt x="6708589" y="968249"/>
                  </a:lnTo>
                  <a:lnTo>
                    <a:pt x="6710783" y="1090157"/>
                  </a:lnTo>
                  <a:lnTo>
                    <a:pt x="6712976" y="1233610"/>
                  </a:lnTo>
                  <a:lnTo>
                    <a:pt x="6715170" y="1431871"/>
                  </a:lnTo>
                  <a:lnTo>
                    <a:pt x="6717364" y="1627121"/>
                  </a:lnTo>
                  <a:lnTo>
                    <a:pt x="6719558" y="1775611"/>
                  </a:lnTo>
                  <a:lnTo>
                    <a:pt x="6721751" y="1790633"/>
                  </a:lnTo>
                  <a:lnTo>
                    <a:pt x="6723945" y="1838804"/>
                  </a:lnTo>
                  <a:lnTo>
                    <a:pt x="6726139" y="1944086"/>
                  </a:lnTo>
                  <a:lnTo>
                    <a:pt x="6728333" y="2003302"/>
                  </a:lnTo>
                  <a:lnTo>
                    <a:pt x="6730527" y="2083942"/>
                  </a:lnTo>
                  <a:lnTo>
                    <a:pt x="6732720" y="2151198"/>
                  </a:lnTo>
                  <a:lnTo>
                    <a:pt x="6734914" y="2203193"/>
                  </a:lnTo>
                  <a:lnTo>
                    <a:pt x="6737108" y="2191645"/>
                  </a:lnTo>
                  <a:lnTo>
                    <a:pt x="6739302" y="2221406"/>
                  </a:lnTo>
                  <a:lnTo>
                    <a:pt x="6741495" y="2250060"/>
                  </a:lnTo>
                  <a:lnTo>
                    <a:pt x="6743689" y="2241960"/>
                  </a:lnTo>
                  <a:lnTo>
                    <a:pt x="6745883" y="2301111"/>
                  </a:lnTo>
                  <a:lnTo>
                    <a:pt x="6748077" y="2387763"/>
                  </a:lnTo>
                  <a:lnTo>
                    <a:pt x="6750271" y="2369905"/>
                  </a:lnTo>
                  <a:lnTo>
                    <a:pt x="6752464" y="2207164"/>
                  </a:lnTo>
                  <a:lnTo>
                    <a:pt x="6754658" y="1960228"/>
                  </a:lnTo>
                  <a:lnTo>
                    <a:pt x="6756852" y="1683892"/>
                  </a:lnTo>
                  <a:lnTo>
                    <a:pt x="6759046" y="1413670"/>
                  </a:lnTo>
                  <a:lnTo>
                    <a:pt x="6761240" y="1199448"/>
                  </a:lnTo>
                  <a:lnTo>
                    <a:pt x="6763433" y="1181259"/>
                  </a:lnTo>
                  <a:lnTo>
                    <a:pt x="6765627" y="1313557"/>
                  </a:lnTo>
                  <a:lnTo>
                    <a:pt x="6767821" y="1392082"/>
                  </a:lnTo>
                  <a:lnTo>
                    <a:pt x="6770015" y="1446800"/>
                  </a:lnTo>
                  <a:lnTo>
                    <a:pt x="6772208" y="1428165"/>
                  </a:lnTo>
                  <a:lnTo>
                    <a:pt x="6774402" y="1414607"/>
                  </a:lnTo>
                  <a:lnTo>
                    <a:pt x="6776596" y="1343412"/>
                  </a:lnTo>
                  <a:lnTo>
                    <a:pt x="6778790" y="1134067"/>
                  </a:lnTo>
                  <a:lnTo>
                    <a:pt x="6780984" y="995664"/>
                  </a:lnTo>
                  <a:lnTo>
                    <a:pt x="6783177" y="831595"/>
                  </a:lnTo>
                  <a:lnTo>
                    <a:pt x="6785371" y="733334"/>
                  </a:lnTo>
                  <a:lnTo>
                    <a:pt x="6787565" y="714733"/>
                  </a:lnTo>
                  <a:lnTo>
                    <a:pt x="6789759" y="703261"/>
                  </a:lnTo>
                  <a:lnTo>
                    <a:pt x="6791953" y="710120"/>
                  </a:lnTo>
                  <a:lnTo>
                    <a:pt x="6794146" y="678268"/>
                  </a:lnTo>
                  <a:lnTo>
                    <a:pt x="6796340" y="722894"/>
                  </a:lnTo>
                  <a:lnTo>
                    <a:pt x="6798534" y="786022"/>
                  </a:lnTo>
                  <a:lnTo>
                    <a:pt x="6800728" y="809089"/>
                  </a:lnTo>
                  <a:lnTo>
                    <a:pt x="6802921" y="803083"/>
                  </a:lnTo>
                  <a:lnTo>
                    <a:pt x="6805115" y="868901"/>
                  </a:lnTo>
                  <a:lnTo>
                    <a:pt x="6807309" y="965193"/>
                  </a:lnTo>
                  <a:lnTo>
                    <a:pt x="6809503" y="1095385"/>
                  </a:lnTo>
                  <a:lnTo>
                    <a:pt x="6811697" y="1230955"/>
                  </a:lnTo>
                  <a:lnTo>
                    <a:pt x="6813890" y="1339467"/>
                  </a:lnTo>
                  <a:lnTo>
                    <a:pt x="6816084" y="1389864"/>
                  </a:lnTo>
                  <a:lnTo>
                    <a:pt x="6818278" y="1356207"/>
                  </a:lnTo>
                  <a:lnTo>
                    <a:pt x="6820472" y="1326245"/>
                  </a:lnTo>
                  <a:lnTo>
                    <a:pt x="6822665" y="1180915"/>
                  </a:lnTo>
                  <a:lnTo>
                    <a:pt x="6824859" y="1060257"/>
                  </a:lnTo>
                  <a:lnTo>
                    <a:pt x="6827053" y="937364"/>
                  </a:lnTo>
                  <a:lnTo>
                    <a:pt x="6829247" y="866503"/>
                  </a:lnTo>
                  <a:lnTo>
                    <a:pt x="6831441" y="785578"/>
                  </a:lnTo>
                  <a:lnTo>
                    <a:pt x="6833634" y="724523"/>
                  </a:lnTo>
                  <a:lnTo>
                    <a:pt x="6835828" y="764278"/>
                  </a:lnTo>
                  <a:lnTo>
                    <a:pt x="6838022" y="771742"/>
                  </a:lnTo>
                  <a:lnTo>
                    <a:pt x="6840216" y="782015"/>
                  </a:lnTo>
                  <a:lnTo>
                    <a:pt x="6842410" y="817099"/>
                  </a:lnTo>
                  <a:lnTo>
                    <a:pt x="6844603" y="890036"/>
                  </a:lnTo>
                  <a:lnTo>
                    <a:pt x="6846797" y="1007223"/>
                  </a:lnTo>
                  <a:lnTo>
                    <a:pt x="6848991" y="1053552"/>
                  </a:lnTo>
                  <a:lnTo>
                    <a:pt x="6851185" y="1077463"/>
                  </a:lnTo>
                  <a:lnTo>
                    <a:pt x="6853378" y="1137594"/>
                  </a:lnTo>
                  <a:lnTo>
                    <a:pt x="6855572" y="1124662"/>
                  </a:lnTo>
                  <a:lnTo>
                    <a:pt x="6857766" y="1053299"/>
                  </a:lnTo>
                  <a:lnTo>
                    <a:pt x="6859960" y="985493"/>
                  </a:lnTo>
                  <a:lnTo>
                    <a:pt x="6862154" y="969914"/>
                  </a:lnTo>
                  <a:lnTo>
                    <a:pt x="6864347" y="917578"/>
                  </a:lnTo>
                  <a:lnTo>
                    <a:pt x="6866541" y="870969"/>
                  </a:lnTo>
                  <a:lnTo>
                    <a:pt x="6868735" y="872757"/>
                  </a:lnTo>
                  <a:lnTo>
                    <a:pt x="6870929" y="864510"/>
                  </a:lnTo>
                  <a:lnTo>
                    <a:pt x="6873122" y="843629"/>
                  </a:lnTo>
                  <a:lnTo>
                    <a:pt x="6875316" y="963802"/>
                  </a:lnTo>
                  <a:lnTo>
                    <a:pt x="6877510" y="1242961"/>
                  </a:lnTo>
                  <a:lnTo>
                    <a:pt x="6879704" y="1339656"/>
                  </a:lnTo>
                  <a:lnTo>
                    <a:pt x="6881898" y="1328535"/>
                  </a:lnTo>
                  <a:lnTo>
                    <a:pt x="6884091" y="1350075"/>
                  </a:lnTo>
                  <a:lnTo>
                    <a:pt x="6886285" y="1323843"/>
                  </a:lnTo>
                  <a:lnTo>
                    <a:pt x="6888479" y="1148411"/>
                  </a:lnTo>
                  <a:lnTo>
                    <a:pt x="6890673" y="893679"/>
                  </a:lnTo>
                  <a:lnTo>
                    <a:pt x="6892867" y="865689"/>
                  </a:lnTo>
                  <a:lnTo>
                    <a:pt x="6895060" y="936798"/>
                  </a:lnTo>
                  <a:lnTo>
                    <a:pt x="6897254" y="973127"/>
                  </a:lnTo>
                  <a:lnTo>
                    <a:pt x="6899448" y="972323"/>
                  </a:lnTo>
                  <a:lnTo>
                    <a:pt x="6901642" y="957884"/>
                  </a:lnTo>
                  <a:lnTo>
                    <a:pt x="6903835" y="1006227"/>
                  </a:lnTo>
                  <a:lnTo>
                    <a:pt x="6906029" y="1028548"/>
                  </a:lnTo>
                  <a:lnTo>
                    <a:pt x="6908223" y="1042580"/>
                  </a:lnTo>
                  <a:lnTo>
                    <a:pt x="6910417" y="1156465"/>
                  </a:lnTo>
                  <a:lnTo>
                    <a:pt x="6912611" y="1242905"/>
                  </a:lnTo>
                  <a:lnTo>
                    <a:pt x="6914804" y="1266886"/>
                  </a:lnTo>
                  <a:lnTo>
                    <a:pt x="6916998" y="1292627"/>
                  </a:lnTo>
                  <a:lnTo>
                    <a:pt x="6919192" y="1334708"/>
                  </a:lnTo>
                  <a:lnTo>
                    <a:pt x="6921386" y="1401688"/>
                  </a:lnTo>
                  <a:lnTo>
                    <a:pt x="6923580" y="1376979"/>
                  </a:lnTo>
                  <a:lnTo>
                    <a:pt x="6925773" y="1358525"/>
                  </a:lnTo>
                  <a:lnTo>
                    <a:pt x="6927967" y="1446156"/>
                  </a:lnTo>
                  <a:lnTo>
                    <a:pt x="6930161" y="1498418"/>
                  </a:lnTo>
                  <a:lnTo>
                    <a:pt x="6932355" y="1462793"/>
                  </a:lnTo>
                  <a:lnTo>
                    <a:pt x="6934548" y="1412207"/>
                  </a:lnTo>
                  <a:lnTo>
                    <a:pt x="6936742" y="1389795"/>
                  </a:lnTo>
                  <a:lnTo>
                    <a:pt x="6938936" y="1365063"/>
                  </a:lnTo>
                  <a:lnTo>
                    <a:pt x="6941130" y="1331217"/>
                  </a:lnTo>
                  <a:lnTo>
                    <a:pt x="6943324" y="1267092"/>
                  </a:lnTo>
                  <a:lnTo>
                    <a:pt x="6945517" y="1166004"/>
                  </a:lnTo>
                  <a:lnTo>
                    <a:pt x="6947711" y="1059546"/>
                  </a:lnTo>
                  <a:lnTo>
                    <a:pt x="6949905" y="997823"/>
                  </a:lnTo>
                  <a:lnTo>
                    <a:pt x="6952099" y="1043072"/>
                  </a:lnTo>
                  <a:lnTo>
                    <a:pt x="6954292" y="1074913"/>
                  </a:lnTo>
                  <a:lnTo>
                    <a:pt x="6956486" y="1080601"/>
                  </a:lnTo>
                  <a:lnTo>
                    <a:pt x="6958680" y="1159996"/>
                  </a:lnTo>
                  <a:lnTo>
                    <a:pt x="6960874" y="1180247"/>
                  </a:lnTo>
                  <a:lnTo>
                    <a:pt x="6963068" y="1122577"/>
                  </a:lnTo>
                  <a:lnTo>
                    <a:pt x="6965261" y="1029057"/>
                  </a:lnTo>
                  <a:lnTo>
                    <a:pt x="6967455" y="923879"/>
                  </a:lnTo>
                  <a:lnTo>
                    <a:pt x="6969649" y="783053"/>
                  </a:lnTo>
                  <a:lnTo>
                    <a:pt x="6971843" y="704520"/>
                  </a:lnTo>
                  <a:lnTo>
                    <a:pt x="6974037" y="846384"/>
                  </a:lnTo>
                  <a:lnTo>
                    <a:pt x="6976230" y="1070020"/>
                  </a:lnTo>
                  <a:lnTo>
                    <a:pt x="6978424" y="1183114"/>
                  </a:lnTo>
                  <a:lnTo>
                    <a:pt x="6980618" y="1311503"/>
                  </a:lnTo>
                  <a:lnTo>
                    <a:pt x="6982812" y="1497120"/>
                  </a:lnTo>
                  <a:lnTo>
                    <a:pt x="6985005" y="1573006"/>
                  </a:lnTo>
                  <a:lnTo>
                    <a:pt x="6987199" y="1505803"/>
                  </a:lnTo>
                  <a:lnTo>
                    <a:pt x="6989393" y="1426786"/>
                  </a:lnTo>
                  <a:lnTo>
                    <a:pt x="6991587" y="1499131"/>
                  </a:lnTo>
                  <a:lnTo>
                    <a:pt x="6993781" y="1647301"/>
                  </a:lnTo>
                  <a:lnTo>
                    <a:pt x="6995974" y="1817271"/>
                  </a:lnTo>
                  <a:lnTo>
                    <a:pt x="6998168" y="1991793"/>
                  </a:lnTo>
                  <a:lnTo>
                    <a:pt x="7000362" y="2071762"/>
                  </a:lnTo>
                  <a:lnTo>
                    <a:pt x="7002556" y="2109636"/>
                  </a:lnTo>
                  <a:lnTo>
                    <a:pt x="7004749" y="2098329"/>
                  </a:lnTo>
                  <a:lnTo>
                    <a:pt x="7006943" y="1945964"/>
                  </a:lnTo>
                  <a:lnTo>
                    <a:pt x="7009137" y="1689724"/>
                  </a:lnTo>
                  <a:lnTo>
                    <a:pt x="7011331" y="1457607"/>
                  </a:lnTo>
                  <a:lnTo>
                    <a:pt x="7013525" y="1341941"/>
                  </a:lnTo>
                  <a:lnTo>
                    <a:pt x="7015718" y="1255198"/>
                  </a:lnTo>
                  <a:lnTo>
                    <a:pt x="7017912" y="1146014"/>
                  </a:lnTo>
                  <a:lnTo>
                    <a:pt x="7020106" y="1024595"/>
                  </a:lnTo>
                  <a:lnTo>
                    <a:pt x="7022300" y="1032583"/>
                  </a:lnTo>
                  <a:lnTo>
                    <a:pt x="7024494" y="1029392"/>
                  </a:lnTo>
                  <a:lnTo>
                    <a:pt x="7026687" y="975222"/>
                  </a:lnTo>
                  <a:lnTo>
                    <a:pt x="7028881" y="972120"/>
                  </a:lnTo>
                  <a:lnTo>
                    <a:pt x="7031075" y="988714"/>
                  </a:lnTo>
                  <a:lnTo>
                    <a:pt x="7033269" y="1153117"/>
                  </a:lnTo>
                  <a:lnTo>
                    <a:pt x="7035462" y="1281955"/>
                  </a:lnTo>
                  <a:lnTo>
                    <a:pt x="7037656" y="1394960"/>
                  </a:lnTo>
                  <a:lnTo>
                    <a:pt x="7039850" y="1491442"/>
                  </a:lnTo>
                  <a:lnTo>
                    <a:pt x="7042044" y="1506398"/>
                  </a:lnTo>
                  <a:lnTo>
                    <a:pt x="7044238" y="1518637"/>
                  </a:lnTo>
                  <a:lnTo>
                    <a:pt x="7046431" y="1391185"/>
                  </a:lnTo>
                  <a:lnTo>
                    <a:pt x="7048625" y="1236414"/>
                  </a:lnTo>
                  <a:lnTo>
                    <a:pt x="7050819" y="1145488"/>
                  </a:lnTo>
                  <a:lnTo>
                    <a:pt x="7053013" y="1049194"/>
                  </a:lnTo>
                  <a:lnTo>
                    <a:pt x="7055206" y="951842"/>
                  </a:lnTo>
                  <a:lnTo>
                    <a:pt x="7057400" y="876626"/>
                  </a:lnTo>
                  <a:lnTo>
                    <a:pt x="7059594" y="900889"/>
                  </a:lnTo>
                  <a:lnTo>
                    <a:pt x="7061788" y="939441"/>
                  </a:lnTo>
                  <a:lnTo>
                    <a:pt x="7063982" y="940068"/>
                  </a:lnTo>
                  <a:lnTo>
                    <a:pt x="7066175" y="972266"/>
                  </a:lnTo>
                  <a:lnTo>
                    <a:pt x="7068369" y="1011270"/>
                  </a:lnTo>
                  <a:lnTo>
                    <a:pt x="7070563" y="1037205"/>
                  </a:lnTo>
                  <a:lnTo>
                    <a:pt x="7072757" y="1052843"/>
                  </a:lnTo>
                  <a:lnTo>
                    <a:pt x="7074951" y="1069804"/>
                  </a:lnTo>
                  <a:lnTo>
                    <a:pt x="7077144" y="1109969"/>
                  </a:lnTo>
                  <a:lnTo>
                    <a:pt x="7079338" y="1188049"/>
                  </a:lnTo>
                  <a:lnTo>
                    <a:pt x="7081532" y="1270457"/>
                  </a:lnTo>
                  <a:lnTo>
                    <a:pt x="7083726" y="1351737"/>
                  </a:lnTo>
                  <a:lnTo>
                    <a:pt x="7085919" y="1403852"/>
                  </a:lnTo>
                  <a:lnTo>
                    <a:pt x="7088113" y="1438245"/>
                  </a:lnTo>
                  <a:lnTo>
                    <a:pt x="7090307" y="1423291"/>
                  </a:lnTo>
                  <a:lnTo>
                    <a:pt x="7092501" y="1355599"/>
                  </a:lnTo>
                  <a:lnTo>
                    <a:pt x="7094695" y="1285290"/>
                  </a:lnTo>
                  <a:lnTo>
                    <a:pt x="7096888" y="1304845"/>
                  </a:lnTo>
                  <a:lnTo>
                    <a:pt x="7099082" y="1437316"/>
                  </a:lnTo>
                  <a:lnTo>
                    <a:pt x="7101276" y="1557589"/>
                  </a:lnTo>
                  <a:lnTo>
                    <a:pt x="7103470" y="1682981"/>
                  </a:lnTo>
                  <a:lnTo>
                    <a:pt x="7105664" y="1832986"/>
                  </a:lnTo>
                  <a:lnTo>
                    <a:pt x="7107857" y="1930464"/>
                  </a:lnTo>
                  <a:lnTo>
                    <a:pt x="7110051" y="1906537"/>
                  </a:lnTo>
                  <a:lnTo>
                    <a:pt x="7112245" y="1706441"/>
                  </a:lnTo>
                  <a:lnTo>
                    <a:pt x="7114439" y="1490897"/>
                  </a:lnTo>
                  <a:lnTo>
                    <a:pt x="7116632" y="1341691"/>
                  </a:lnTo>
                  <a:lnTo>
                    <a:pt x="7118826" y="1166604"/>
                  </a:lnTo>
                  <a:lnTo>
                    <a:pt x="7121020" y="1054024"/>
                  </a:lnTo>
                  <a:lnTo>
                    <a:pt x="7123214" y="1051720"/>
                  </a:lnTo>
                  <a:lnTo>
                    <a:pt x="7125408" y="1229182"/>
                  </a:lnTo>
                  <a:lnTo>
                    <a:pt x="7127601" y="1325163"/>
                  </a:lnTo>
                  <a:lnTo>
                    <a:pt x="7129795" y="1282011"/>
                  </a:lnTo>
                  <a:lnTo>
                    <a:pt x="7131989" y="1327042"/>
                  </a:lnTo>
                  <a:lnTo>
                    <a:pt x="7134183" y="1414852"/>
                  </a:lnTo>
                  <a:lnTo>
                    <a:pt x="7136376" y="1371537"/>
                  </a:lnTo>
                  <a:lnTo>
                    <a:pt x="7138570" y="1255536"/>
                  </a:lnTo>
                  <a:lnTo>
                    <a:pt x="7140764" y="1368853"/>
                  </a:lnTo>
                  <a:lnTo>
                    <a:pt x="7142958" y="1529291"/>
                  </a:lnTo>
                  <a:lnTo>
                    <a:pt x="7145152" y="1574516"/>
                  </a:lnTo>
                  <a:lnTo>
                    <a:pt x="7147345" y="1597156"/>
                  </a:lnTo>
                  <a:lnTo>
                    <a:pt x="7149539" y="1557881"/>
                  </a:lnTo>
                  <a:lnTo>
                    <a:pt x="7151733" y="1406103"/>
                  </a:lnTo>
                  <a:lnTo>
                    <a:pt x="7153927" y="1085938"/>
                  </a:lnTo>
                  <a:lnTo>
                    <a:pt x="7156121" y="837134"/>
                  </a:lnTo>
                  <a:lnTo>
                    <a:pt x="7158314" y="685526"/>
                  </a:lnTo>
                  <a:lnTo>
                    <a:pt x="7160508" y="504644"/>
                  </a:lnTo>
                  <a:lnTo>
                    <a:pt x="7162702" y="452527"/>
                  </a:lnTo>
                  <a:lnTo>
                    <a:pt x="7164896" y="466758"/>
                  </a:lnTo>
                  <a:lnTo>
                    <a:pt x="7167089" y="526770"/>
                  </a:lnTo>
                  <a:lnTo>
                    <a:pt x="7169283" y="602147"/>
                  </a:lnTo>
                  <a:lnTo>
                    <a:pt x="7171477" y="660158"/>
                  </a:lnTo>
                  <a:lnTo>
                    <a:pt x="7173671" y="697313"/>
                  </a:lnTo>
                  <a:lnTo>
                    <a:pt x="7175865" y="726355"/>
                  </a:lnTo>
                  <a:lnTo>
                    <a:pt x="7178058" y="749074"/>
                  </a:lnTo>
                  <a:lnTo>
                    <a:pt x="7180252" y="782895"/>
                  </a:lnTo>
                  <a:lnTo>
                    <a:pt x="7182446" y="788840"/>
                  </a:lnTo>
                  <a:lnTo>
                    <a:pt x="7184640" y="774076"/>
                  </a:lnTo>
                  <a:lnTo>
                    <a:pt x="7186833" y="891931"/>
                  </a:lnTo>
                  <a:lnTo>
                    <a:pt x="7189027" y="974983"/>
                  </a:lnTo>
                  <a:lnTo>
                    <a:pt x="7191221" y="1096699"/>
                  </a:lnTo>
                  <a:lnTo>
                    <a:pt x="7193415" y="1293851"/>
                  </a:lnTo>
                  <a:lnTo>
                    <a:pt x="7195609" y="1572527"/>
                  </a:lnTo>
                  <a:lnTo>
                    <a:pt x="7197802" y="1867357"/>
                  </a:lnTo>
                  <a:lnTo>
                    <a:pt x="7199996" y="1981121"/>
                  </a:lnTo>
                  <a:lnTo>
                    <a:pt x="7202190" y="2084586"/>
                  </a:lnTo>
                  <a:lnTo>
                    <a:pt x="7204384" y="2114293"/>
                  </a:lnTo>
                  <a:lnTo>
                    <a:pt x="7206578" y="2044614"/>
                  </a:lnTo>
                  <a:lnTo>
                    <a:pt x="7208771" y="1817074"/>
                  </a:lnTo>
                  <a:lnTo>
                    <a:pt x="7210965" y="1523910"/>
                  </a:lnTo>
                  <a:lnTo>
                    <a:pt x="7213159" y="1330232"/>
                  </a:lnTo>
                  <a:lnTo>
                    <a:pt x="7215353" y="1169576"/>
                  </a:lnTo>
                  <a:lnTo>
                    <a:pt x="7217546" y="1037637"/>
                  </a:lnTo>
                  <a:lnTo>
                    <a:pt x="7219740" y="916684"/>
                  </a:lnTo>
                  <a:lnTo>
                    <a:pt x="7221934" y="871527"/>
                  </a:lnTo>
                  <a:lnTo>
                    <a:pt x="7224128" y="861282"/>
                  </a:lnTo>
                  <a:lnTo>
                    <a:pt x="7226322" y="798025"/>
                  </a:lnTo>
                  <a:lnTo>
                    <a:pt x="7228515" y="709495"/>
                  </a:lnTo>
                  <a:lnTo>
                    <a:pt x="7230709" y="673193"/>
                  </a:lnTo>
                  <a:lnTo>
                    <a:pt x="7232903" y="659591"/>
                  </a:lnTo>
                  <a:lnTo>
                    <a:pt x="7235097" y="642968"/>
                  </a:lnTo>
                  <a:lnTo>
                    <a:pt x="7237291" y="619827"/>
                  </a:lnTo>
                  <a:lnTo>
                    <a:pt x="7239484" y="638917"/>
                  </a:lnTo>
                  <a:lnTo>
                    <a:pt x="7241678" y="695761"/>
                  </a:lnTo>
                  <a:lnTo>
                    <a:pt x="7243872" y="677888"/>
                  </a:lnTo>
                  <a:lnTo>
                    <a:pt x="7246066" y="644249"/>
                  </a:lnTo>
                  <a:lnTo>
                    <a:pt x="7248259" y="642756"/>
                  </a:lnTo>
                  <a:lnTo>
                    <a:pt x="7250453" y="676176"/>
                  </a:lnTo>
                  <a:lnTo>
                    <a:pt x="7252647" y="685651"/>
                  </a:lnTo>
                  <a:lnTo>
                    <a:pt x="7254841" y="692102"/>
                  </a:lnTo>
                  <a:lnTo>
                    <a:pt x="7257035" y="755022"/>
                  </a:lnTo>
                  <a:lnTo>
                    <a:pt x="7259228" y="796491"/>
                  </a:lnTo>
                  <a:lnTo>
                    <a:pt x="7261422" y="842490"/>
                  </a:lnTo>
                  <a:lnTo>
                    <a:pt x="7263616" y="954947"/>
                  </a:lnTo>
                  <a:lnTo>
                    <a:pt x="7265810" y="1044016"/>
                  </a:lnTo>
                  <a:lnTo>
                    <a:pt x="7268003" y="1019640"/>
                  </a:lnTo>
                  <a:lnTo>
                    <a:pt x="7270197" y="986468"/>
                  </a:lnTo>
                  <a:lnTo>
                    <a:pt x="7272391" y="1016197"/>
                  </a:lnTo>
                  <a:lnTo>
                    <a:pt x="7274585" y="981696"/>
                  </a:lnTo>
                  <a:lnTo>
                    <a:pt x="7276779" y="816230"/>
                  </a:lnTo>
                  <a:lnTo>
                    <a:pt x="7278972" y="668168"/>
                  </a:lnTo>
                  <a:lnTo>
                    <a:pt x="7281166" y="712014"/>
                  </a:lnTo>
                  <a:lnTo>
                    <a:pt x="7283360" y="871017"/>
                  </a:lnTo>
                  <a:lnTo>
                    <a:pt x="7285554" y="1009304"/>
                  </a:lnTo>
                  <a:lnTo>
                    <a:pt x="7287748" y="1126301"/>
                  </a:lnTo>
                  <a:lnTo>
                    <a:pt x="7289941" y="1149724"/>
                  </a:lnTo>
                  <a:lnTo>
                    <a:pt x="7292135" y="1176892"/>
                  </a:lnTo>
                  <a:lnTo>
                    <a:pt x="7294329" y="1173564"/>
                  </a:lnTo>
                  <a:lnTo>
                    <a:pt x="7296523" y="1125376"/>
                  </a:lnTo>
                  <a:lnTo>
                    <a:pt x="7298716" y="1039117"/>
                  </a:lnTo>
                  <a:lnTo>
                    <a:pt x="7300910" y="942231"/>
                  </a:lnTo>
                  <a:lnTo>
                    <a:pt x="7303104" y="961220"/>
                  </a:lnTo>
                  <a:lnTo>
                    <a:pt x="7305298" y="1003999"/>
                  </a:lnTo>
                  <a:lnTo>
                    <a:pt x="7307492" y="992890"/>
                  </a:lnTo>
                  <a:lnTo>
                    <a:pt x="7309685" y="914273"/>
                  </a:lnTo>
                  <a:lnTo>
                    <a:pt x="7311879" y="848759"/>
                  </a:lnTo>
                  <a:lnTo>
                    <a:pt x="7314073" y="834471"/>
                  </a:lnTo>
                  <a:lnTo>
                    <a:pt x="7316267" y="851557"/>
                  </a:lnTo>
                  <a:lnTo>
                    <a:pt x="7318460" y="912296"/>
                  </a:lnTo>
                  <a:lnTo>
                    <a:pt x="7320654" y="917137"/>
                  </a:lnTo>
                  <a:lnTo>
                    <a:pt x="7322848" y="874693"/>
                  </a:lnTo>
                  <a:lnTo>
                    <a:pt x="7325042" y="822205"/>
                  </a:lnTo>
                  <a:lnTo>
                    <a:pt x="7327236" y="839704"/>
                  </a:lnTo>
                  <a:lnTo>
                    <a:pt x="7329429" y="894813"/>
                  </a:lnTo>
                  <a:lnTo>
                    <a:pt x="7331623" y="861826"/>
                  </a:lnTo>
                  <a:lnTo>
                    <a:pt x="7333817" y="821829"/>
                  </a:lnTo>
                  <a:lnTo>
                    <a:pt x="7336011" y="806011"/>
                  </a:lnTo>
                  <a:lnTo>
                    <a:pt x="7338205" y="789881"/>
                  </a:lnTo>
                  <a:lnTo>
                    <a:pt x="7340398" y="710809"/>
                  </a:lnTo>
                  <a:lnTo>
                    <a:pt x="7342592" y="615540"/>
                  </a:lnTo>
                  <a:lnTo>
                    <a:pt x="7344786" y="567904"/>
                  </a:lnTo>
                  <a:lnTo>
                    <a:pt x="7346980" y="590274"/>
                  </a:lnTo>
                  <a:lnTo>
                    <a:pt x="7349173" y="643768"/>
                  </a:lnTo>
                  <a:lnTo>
                    <a:pt x="7351367" y="707878"/>
                  </a:lnTo>
                  <a:lnTo>
                    <a:pt x="7353561" y="718253"/>
                  </a:lnTo>
                  <a:lnTo>
                    <a:pt x="7355755" y="704352"/>
                  </a:lnTo>
                  <a:lnTo>
                    <a:pt x="7357949" y="658846"/>
                  </a:lnTo>
                  <a:lnTo>
                    <a:pt x="7360142" y="597177"/>
                  </a:lnTo>
                  <a:lnTo>
                    <a:pt x="7362336" y="519795"/>
                  </a:lnTo>
                  <a:lnTo>
                    <a:pt x="7364530" y="467274"/>
                  </a:lnTo>
                  <a:lnTo>
                    <a:pt x="7366724" y="497597"/>
                  </a:lnTo>
                  <a:lnTo>
                    <a:pt x="7368918" y="566356"/>
                  </a:lnTo>
                  <a:lnTo>
                    <a:pt x="7371111" y="603188"/>
                  </a:lnTo>
                  <a:lnTo>
                    <a:pt x="7373305" y="618297"/>
                  </a:lnTo>
                  <a:lnTo>
                    <a:pt x="7375499" y="658654"/>
                  </a:lnTo>
                  <a:lnTo>
                    <a:pt x="7377693" y="680869"/>
                  </a:lnTo>
                  <a:lnTo>
                    <a:pt x="7379886" y="690025"/>
                  </a:lnTo>
                  <a:lnTo>
                    <a:pt x="7382080" y="659121"/>
                  </a:lnTo>
                  <a:lnTo>
                    <a:pt x="7384274" y="668482"/>
                  </a:lnTo>
                  <a:lnTo>
                    <a:pt x="7386468" y="734943"/>
                  </a:lnTo>
                  <a:lnTo>
                    <a:pt x="7388662" y="794405"/>
                  </a:lnTo>
                  <a:lnTo>
                    <a:pt x="7390855" y="846779"/>
                  </a:lnTo>
                  <a:lnTo>
                    <a:pt x="7393049" y="916831"/>
                  </a:lnTo>
                  <a:lnTo>
                    <a:pt x="7395243" y="954209"/>
                  </a:lnTo>
                  <a:lnTo>
                    <a:pt x="7397437" y="925070"/>
                  </a:lnTo>
                  <a:lnTo>
                    <a:pt x="7399630" y="896232"/>
                  </a:lnTo>
                  <a:lnTo>
                    <a:pt x="7401824" y="828546"/>
                  </a:lnTo>
                  <a:lnTo>
                    <a:pt x="7404018" y="742715"/>
                  </a:lnTo>
                  <a:lnTo>
                    <a:pt x="7406212" y="633752"/>
                  </a:lnTo>
                  <a:lnTo>
                    <a:pt x="7408406" y="601783"/>
                  </a:lnTo>
                  <a:lnTo>
                    <a:pt x="7410599" y="692596"/>
                  </a:lnTo>
                  <a:lnTo>
                    <a:pt x="7412793" y="745249"/>
                  </a:lnTo>
                  <a:lnTo>
                    <a:pt x="7414987" y="787517"/>
                  </a:lnTo>
                  <a:lnTo>
                    <a:pt x="7417181" y="820326"/>
                  </a:lnTo>
                  <a:lnTo>
                    <a:pt x="7419375" y="836256"/>
                  </a:lnTo>
                  <a:lnTo>
                    <a:pt x="7421568" y="825887"/>
                  </a:lnTo>
                  <a:lnTo>
                    <a:pt x="7423762" y="768598"/>
                  </a:lnTo>
                  <a:lnTo>
                    <a:pt x="7425956" y="788338"/>
                  </a:lnTo>
                  <a:lnTo>
                    <a:pt x="7428150" y="884734"/>
                  </a:lnTo>
                  <a:lnTo>
                    <a:pt x="7430343" y="924117"/>
                  </a:lnTo>
                  <a:lnTo>
                    <a:pt x="7432537" y="1005701"/>
                  </a:lnTo>
                  <a:lnTo>
                    <a:pt x="7434731" y="1057113"/>
                  </a:lnTo>
                  <a:lnTo>
                    <a:pt x="7436925" y="1108878"/>
                  </a:lnTo>
                  <a:lnTo>
                    <a:pt x="7439119" y="1069114"/>
                  </a:lnTo>
                  <a:lnTo>
                    <a:pt x="7441312" y="975883"/>
                  </a:lnTo>
                  <a:lnTo>
                    <a:pt x="7443506" y="938456"/>
                  </a:lnTo>
                  <a:lnTo>
                    <a:pt x="7445700" y="824125"/>
                  </a:lnTo>
                  <a:lnTo>
                    <a:pt x="7447894" y="709624"/>
                  </a:lnTo>
                  <a:lnTo>
                    <a:pt x="7450087" y="612075"/>
                  </a:lnTo>
                  <a:lnTo>
                    <a:pt x="7452281" y="570635"/>
                  </a:lnTo>
                  <a:lnTo>
                    <a:pt x="7454475" y="543049"/>
                  </a:lnTo>
                  <a:lnTo>
                    <a:pt x="7456669" y="576399"/>
                  </a:lnTo>
                  <a:lnTo>
                    <a:pt x="7458863" y="714113"/>
                  </a:lnTo>
                  <a:lnTo>
                    <a:pt x="7461056" y="918290"/>
                  </a:lnTo>
                  <a:lnTo>
                    <a:pt x="7463250" y="1056047"/>
                  </a:lnTo>
                  <a:lnTo>
                    <a:pt x="7465444" y="1069102"/>
                  </a:lnTo>
                  <a:lnTo>
                    <a:pt x="7467638" y="1083840"/>
                  </a:lnTo>
                  <a:lnTo>
                    <a:pt x="7469832" y="1081353"/>
                  </a:lnTo>
                  <a:lnTo>
                    <a:pt x="7472025" y="1008955"/>
                  </a:lnTo>
                  <a:lnTo>
                    <a:pt x="7474219" y="889952"/>
                  </a:lnTo>
                  <a:lnTo>
                    <a:pt x="7476413" y="800946"/>
                  </a:lnTo>
                  <a:lnTo>
                    <a:pt x="7478607" y="756795"/>
                  </a:lnTo>
                  <a:lnTo>
                    <a:pt x="7480800" y="706879"/>
                  </a:lnTo>
                  <a:lnTo>
                    <a:pt x="7482994" y="722012"/>
                  </a:lnTo>
                  <a:lnTo>
                    <a:pt x="7485188" y="831666"/>
                  </a:lnTo>
                  <a:lnTo>
                    <a:pt x="7487382" y="945504"/>
                  </a:lnTo>
                  <a:lnTo>
                    <a:pt x="7489576" y="1123058"/>
                  </a:lnTo>
                  <a:lnTo>
                    <a:pt x="7491769" y="1314262"/>
                  </a:lnTo>
                  <a:lnTo>
                    <a:pt x="7493963" y="1402291"/>
                  </a:lnTo>
                  <a:lnTo>
                    <a:pt x="7496157" y="1405382"/>
                  </a:lnTo>
                  <a:lnTo>
                    <a:pt x="7498351" y="1305571"/>
                  </a:lnTo>
                  <a:lnTo>
                    <a:pt x="7500545" y="1193964"/>
                  </a:lnTo>
                  <a:lnTo>
                    <a:pt x="7502738" y="984228"/>
                  </a:lnTo>
                  <a:lnTo>
                    <a:pt x="7504932" y="800063"/>
                  </a:lnTo>
                  <a:lnTo>
                    <a:pt x="7507126" y="746469"/>
                  </a:lnTo>
                  <a:lnTo>
                    <a:pt x="7509320" y="785532"/>
                  </a:lnTo>
                  <a:lnTo>
                    <a:pt x="7511513" y="938579"/>
                  </a:lnTo>
                  <a:lnTo>
                    <a:pt x="7513707" y="1110755"/>
                  </a:lnTo>
                  <a:lnTo>
                    <a:pt x="7515901" y="1236605"/>
                  </a:lnTo>
                  <a:lnTo>
                    <a:pt x="7518095" y="1283231"/>
                  </a:lnTo>
                  <a:lnTo>
                    <a:pt x="7520289" y="1250584"/>
                  </a:lnTo>
                  <a:lnTo>
                    <a:pt x="7522482" y="1147706"/>
                  </a:lnTo>
                  <a:lnTo>
                    <a:pt x="7524676" y="975906"/>
                  </a:lnTo>
                  <a:lnTo>
                    <a:pt x="7526870" y="815802"/>
                  </a:lnTo>
                  <a:lnTo>
                    <a:pt x="7529064" y="758400"/>
                  </a:lnTo>
                  <a:lnTo>
                    <a:pt x="7531257" y="723340"/>
                  </a:lnTo>
                  <a:lnTo>
                    <a:pt x="7533451" y="780878"/>
                  </a:lnTo>
                  <a:lnTo>
                    <a:pt x="7535645" y="890600"/>
                  </a:lnTo>
                  <a:lnTo>
                    <a:pt x="7537839" y="940841"/>
                  </a:lnTo>
                  <a:lnTo>
                    <a:pt x="7540033" y="929828"/>
                  </a:lnTo>
                  <a:lnTo>
                    <a:pt x="7542226" y="877926"/>
                  </a:lnTo>
                  <a:lnTo>
                    <a:pt x="7544420" y="829402"/>
                  </a:lnTo>
                  <a:lnTo>
                    <a:pt x="7546614" y="706246"/>
                  </a:lnTo>
                  <a:lnTo>
                    <a:pt x="7548808" y="499790"/>
                  </a:lnTo>
                  <a:lnTo>
                    <a:pt x="7551002" y="357906"/>
                  </a:lnTo>
                  <a:lnTo>
                    <a:pt x="7553195" y="303843"/>
                  </a:lnTo>
                  <a:lnTo>
                    <a:pt x="7555389" y="314964"/>
                  </a:lnTo>
                  <a:lnTo>
                    <a:pt x="7557583" y="404545"/>
                  </a:lnTo>
                  <a:lnTo>
                    <a:pt x="7559777" y="484530"/>
                  </a:lnTo>
                  <a:lnTo>
                    <a:pt x="7561970" y="566249"/>
                  </a:lnTo>
                  <a:lnTo>
                    <a:pt x="7564164" y="607960"/>
                  </a:lnTo>
                  <a:lnTo>
                    <a:pt x="7566358" y="587874"/>
                  </a:lnTo>
                  <a:lnTo>
                    <a:pt x="7568552" y="546860"/>
                  </a:lnTo>
                  <a:lnTo>
                    <a:pt x="7570746" y="543255"/>
                  </a:lnTo>
                  <a:lnTo>
                    <a:pt x="7572939" y="542670"/>
                  </a:lnTo>
                  <a:lnTo>
                    <a:pt x="7575133" y="560455"/>
                  </a:lnTo>
                  <a:lnTo>
                    <a:pt x="7577327" y="601351"/>
                  </a:lnTo>
                  <a:lnTo>
                    <a:pt x="7579521" y="611890"/>
                  </a:lnTo>
                  <a:lnTo>
                    <a:pt x="7581714" y="574906"/>
                  </a:lnTo>
                  <a:lnTo>
                    <a:pt x="7583908" y="505080"/>
                  </a:lnTo>
                  <a:lnTo>
                    <a:pt x="7586102" y="439476"/>
                  </a:lnTo>
                  <a:lnTo>
                    <a:pt x="7588296" y="343862"/>
                  </a:lnTo>
                  <a:lnTo>
                    <a:pt x="7590490" y="254010"/>
                  </a:lnTo>
                  <a:lnTo>
                    <a:pt x="7592683" y="198892"/>
                  </a:lnTo>
                  <a:lnTo>
                    <a:pt x="7594877" y="207651"/>
                  </a:lnTo>
                  <a:lnTo>
                    <a:pt x="7597071" y="199670"/>
                  </a:lnTo>
                  <a:lnTo>
                    <a:pt x="7599265" y="189542"/>
                  </a:lnTo>
                  <a:lnTo>
                    <a:pt x="7601459" y="226151"/>
                  </a:lnTo>
                  <a:lnTo>
                    <a:pt x="7603652" y="263119"/>
                  </a:lnTo>
                  <a:lnTo>
                    <a:pt x="7605846" y="266253"/>
                  </a:lnTo>
                  <a:lnTo>
                    <a:pt x="7608040" y="244085"/>
                  </a:lnTo>
                  <a:lnTo>
                    <a:pt x="7610234" y="227938"/>
                  </a:lnTo>
                  <a:lnTo>
                    <a:pt x="7612427" y="279123"/>
                  </a:lnTo>
                  <a:lnTo>
                    <a:pt x="7614621" y="336510"/>
                  </a:lnTo>
                  <a:lnTo>
                    <a:pt x="7616815" y="360880"/>
                  </a:lnTo>
                  <a:lnTo>
                    <a:pt x="7619009" y="448839"/>
                  </a:lnTo>
                  <a:lnTo>
                    <a:pt x="7621203" y="589971"/>
                  </a:lnTo>
                  <a:lnTo>
                    <a:pt x="7623396" y="718283"/>
                  </a:lnTo>
                  <a:lnTo>
                    <a:pt x="7625590" y="768043"/>
                  </a:lnTo>
                  <a:lnTo>
                    <a:pt x="7627784" y="787074"/>
                  </a:lnTo>
                  <a:lnTo>
                    <a:pt x="7629978" y="896642"/>
                  </a:lnTo>
                  <a:lnTo>
                    <a:pt x="7632171" y="967469"/>
                  </a:lnTo>
                  <a:lnTo>
                    <a:pt x="7634365" y="992988"/>
                  </a:lnTo>
                  <a:lnTo>
                    <a:pt x="7636559" y="1029876"/>
                  </a:lnTo>
                  <a:lnTo>
                    <a:pt x="7638753" y="1120109"/>
                  </a:lnTo>
                  <a:lnTo>
                    <a:pt x="7640947" y="1237650"/>
                  </a:lnTo>
                  <a:lnTo>
                    <a:pt x="7643140" y="1278300"/>
                  </a:lnTo>
                  <a:lnTo>
                    <a:pt x="7645334" y="1274146"/>
                  </a:lnTo>
                  <a:lnTo>
                    <a:pt x="7647528" y="1266916"/>
                  </a:lnTo>
                  <a:lnTo>
                    <a:pt x="7649722" y="1278736"/>
                  </a:lnTo>
                  <a:lnTo>
                    <a:pt x="7651916" y="1281205"/>
                  </a:lnTo>
                  <a:lnTo>
                    <a:pt x="7654109" y="1152296"/>
                  </a:lnTo>
                  <a:lnTo>
                    <a:pt x="7656303" y="964186"/>
                  </a:lnTo>
                  <a:lnTo>
                    <a:pt x="7658497" y="821168"/>
                  </a:lnTo>
                  <a:lnTo>
                    <a:pt x="7660691" y="707467"/>
                  </a:lnTo>
                  <a:lnTo>
                    <a:pt x="7662884" y="648509"/>
                  </a:lnTo>
                  <a:lnTo>
                    <a:pt x="7665078" y="597253"/>
                  </a:lnTo>
                  <a:lnTo>
                    <a:pt x="7667272" y="589804"/>
                  </a:lnTo>
                  <a:lnTo>
                    <a:pt x="7669466" y="623788"/>
                  </a:lnTo>
                  <a:lnTo>
                    <a:pt x="7671660" y="726652"/>
                  </a:lnTo>
                  <a:lnTo>
                    <a:pt x="7673853" y="856054"/>
                  </a:lnTo>
                  <a:lnTo>
                    <a:pt x="7676047" y="886013"/>
                  </a:lnTo>
                  <a:lnTo>
                    <a:pt x="7678241" y="851124"/>
                  </a:lnTo>
                  <a:lnTo>
                    <a:pt x="7680435" y="881656"/>
                  </a:lnTo>
                  <a:lnTo>
                    <a:pt x="7682629" y="882138"/>
                  </a:lnTo>
                  <a:lnTo>
                    <a:pt x="7684822" y="813213"/>
                  </a:lnTo>
                  <a:lnTo>
                    <a:pt x="7687016" y="657547"/>
                  </a:lnTo>
                  <a:lnTo>
                    <a:pt x="7689210" y="455258"/>
                  </a:lnTo>
                  <a:lnTo>
                    <a:pt x="7691404" y="340029"/>
                  </a:lnTo>
                  <a:lnTo>
                    <a:pt x="7693597" y="208078"/>
                  </a:lnTo>
                  <a:lnTo>
                    <a:pt x="7695791" y="92103"/>
                  </a:lnTo>
                  <a:lnTo>
                    <a:pt x="7697985" y="11270"/>
                  </a:lnTo>
                  <a:lnTo>
                    <a:pt x="7700179" y="0"/>
                  </a:lnTo>
                  <a:lnTo>
                    <a:pt x="7700179" y="0"/>
                  </a:lnTo>
                  <a:lnTo>
                    <a:pt x="7702373" y="69855"/>
                  </a:lnTo>
                  <a:lnTo>
                    <a:pt x="7704566" y="81533"/>
                  </a:lnTo>
                  <a:lnTo>
                    <a:pt x="7706760" y="105492"/>
                  </a:lnTo>
                  <a:lnTo>
                    <a:pt x="7708954" y="186236"/>
                  </a:lnTo>
                  <a:lnTo>
                    <a:pt x="7711148" y="238717"/>
                  </a:lnTo>
                  <a:lnTo>
                    <a:pt x="7713341" y="290242"/>
                  </a:lnTo>
                  <a:lnTo>
                    <a:pt x="7715535" y="445339"/>
                  </a:lnTo>
                  <a:lnTo>
                    <a:pt x="7717729" y="514233"/>
                  </a:lnTo>
                  <a:lnTo>
                    <a:pt x="7719923" y="502127"/>
                  </a:lnTo>
                  <a:lnTo>
                    <a:pt x="7722117" y="550185"/>
                  </a:lnTo>
                  <a:lnTo>
                    <a:pt x="7724310" y="605636"/>
                  </a:lnTo>
                  <a:lnTo>
                    <a:pt x="7726504" y="580073"/>
                  </a:lnTo>
                  <a:lnTo>
                    <a:pt x="7728698" y="529800"/>
                  </a:lnTo>
                  <a:lnTo>
                    <a:pt x="7730892" y="633898"/>
                  </a:lnTo>
                  <a:lnTo>
                    <a:pt x="7733086" y="775190"/>
                  </a:lnTo>
                  <a:lnTo>
                    <a:pt x="7735279" y="821115"/>
                  </a:lnTo>
                  <a:lnTo>
                    <a:pt x="7737473" y="902567"/>
                  </a:lnTo>
                  <a:lnTo>
                    <a:pt x="7739667" y="1048558"/>
                  </a:lnTo>
                  <a:lnTo>
                    <a:pt x="7741861" y="1116497"/>
                  </a:lnTo>
                  <a:lnTo>
                    <a:pt x="7744054" y="1146385"/>
                  </a:lnTo>
                  <a:lnTo>
                    <a:pt x="7746248" y="1222809"/>
                  </a:lnTo>
                  <a:lnTo>
                    <a:pt x="7748442" y="1281979"/>
                  </a:lnTo>
                  <a:lnTo>
                    <a:pt x="7750636" y="1239197"/>
                  </a:lnTo>
                  <a:lnTo>
                    <a:pt x="7752830" y="1158571"/>
                  </a:lnTo>
                  <a:lnTo>
                    <a:pt x="7755023" y="1065689"/>
                  </a:lnTo>
                  <a:lnTo>
                    <a:pt x="7757217" y="954626"/>
                  </a:lnTo>
                  <a:lnTo>
                    <a:pt x="7759411" y="810066"/>
                  </a:lnTo>
                  <a:lnTo>
                    <a:pt x="7761605" y="706028"/>
                  </a:lnTo>
                  <a:lnTo>
                    <a:pt x="7763798" y="743720"/>
                  </a:lnTo>
                  <a:lnTo>
                    <a:pt x="7765992" y="786003"/>
                  </a:lnTo>
                  <a:lnTo>
                    <a:pt x="7768186" y="788295"/>
                  </a:lnTo>
                  <a:lnTo>
                    <a:pt x="7770380" y="815150"/>
                  </a:lnTo>
                  <a:lnTo>
                    <a:pt x="7772574" y="892861"/>
                  </a:lnTo>
                  <a:lnTo>
                    <a:pt x="7774767" y="1026786"/>
                  </a:lnTo>
                  <a:lnTo>
                    <a:pt x="7776961" y="1092775"/>
                  </a:lnTo>
                  <a:lnTo>
                    <a:pt x="7779155" y="1032957"/>
                  </a:lnTo>
                  <a:lnTo>
                    <a:pt x="7781349" y="986039"/>
                  </a:lnTo>
                  <a:lnTo>
                    <a:pt x="7783543" y="1004423"/>
                  </a:lnTo>
                  <a:lnTo>
                    <a:pt x="7785736" y="1085595"/>
                  </a:lnTo>
                  <a:lnTo>
                    <a:pt x="7787930" y="1112349"/>
                  </a:lnTo>
                  <a:lnTo>
                    <a:pt x="7790124" y="1014223"/>
                  </a:lnTo>
                  <a:lnTo>
                    <a:pt x="7792318" y="1007692"/>
                  </a:lnTo>
                  <a:lnTo>
                    <a:pt x="7794511" y="1015227"/>
                  </a:lnTo>
                  <a:lnTo>
                    <a:pt x="7796705" y="999693"/>
                  </a:lnTo>
                  <a:lnTo>
                    <a:pt x="7798899" y="937765"/>
                  </a:lnTo>
                  <a:lnTo>
                    <a:pt x="7801093" y="902724"/>
                  </a:lnTo>
                  <a:lnTo>
                    <a:pt x="7803287" y="980948"/>
                  </a:lnTo>
                  <a:lnTo>
                    <a:pt x="7805480" y="1075182"/>
                  </a:lnTo>
                  <a:lnTo>
                    <a:pt x="7807674" y="1182152"/>
                  </a:lnTo>
                  <a:lnTo>
                    <a:pt x="7809868" y="1202084"/>
                  </a:lnTo>
                  <a:lnTo>
                    <a:pt x="7812062" y="1217052"/>
                  </a:lnTo>
                  <a:lnTo>
                    <a:pt x="7814256" y="1215875"/>
                  </a:lnTo>
                  <a:lnTo>
                    <a:pt x="7816449" y="1254652"/>
                  </a:lnTo>
                  <a:lnTo>
                    <a:pt x="7818643" y="1300249"/>
                  </a:lnTo>
                  <a:lnTo>
                    <a:pt x="7820837" y="1316910"/>
                  </a:lnTo>
                  <a:lnTo>
                    <a:pt x="7823031" y="1378533"/>
                  </a:lnTo>
                  <a:lnTo>
                    <a:pt x="7825224" y="1360350"/>
                  </a:lnTo>
                  <a:lnTo>
                    <a:pt x="7827418" y="1305810"/>
                  </a:lnTo>
                  <a:lnTo>
                    <a:pt x="7829612" y="1242409"/>
                  </a:lnTo>
                  <a:lnTo>
                    <a:pt x="7831806" y="1210385"/>
                  </a:lnTo>
                  <a:lnTo>
                    <a:pt x="7834000" y="1209507"/>
                  </a:lnTo>
                  <a:lnTo>
                    <a:pt x="7836193" y="1250294"/>
                  </a:lnTo>
                  <a:lnTo>
                    <a:pt x="7838387" y="1296336"/>
                  </a:lnTo>
                  <a:lnTo>
                    <a:pt x="7840581" y="1430126"/>
                  </a:lnTo>
                  <a:lnTo>
                    <a:pt x="7842775" y="1551668"/>
                  </a:lnTo>
                  <a:lnTo>
                    <a:pt x="7844968" y="1663131"/>
                  </a:lnTo>
                  <a:lnTo>
                    <a:pt x="7847162" y="1791956"/>
                  </a:lnTo>
                  <a:lnTo>
                    <a:pt x="7849356" y="1808129"/>
                  </a:lnTo>
                  <a:lnTo>
                    <a:pt x="7851550" y="1810093"/>
                  </a:lnTo>
                  <a:lnTo>
                    <a:pt x="7853744" y="1774897"/>
                  </a:lnTo>
                  <a:lnTo>
                    <a:pt x="7855937" y="1711453"/>
                  </a:lnTo>
                  <a:lnTo>
                    <a:pt x="7858131" y="1616047"/>
                  </a:lnTo>
                  <a:lnTo>
                    <a:pt x="7860325" y="1504880"/>
                  </a:lnTo>
                  <a:lnTo>
                    <a:pt x="7862519" y="1511393"/>
                  </a:lnTo>
                  <a:lnTo>
                    <a:pt x="7864713" y="1591686"/>
                  </a:lnTo>
                  <a:lnTo>
                    <a:pt x="7866906" y="1560412"/>
                  </a:lnTo>
                  <a:lnTo>
                    <a:pt x="7869100" y="1520625"/>
                  </a:lnTo>
                  <a:lnTo>
                    <a:pt x="7871294" y="1479316"/>
                  </a:lnTo>
                  <a:lnTo>
                    <a:pt x="7873488" y="1434060"/>
                  </a:lnTo>
                  <a:lnTo>
                    <a:pt x="7875681" y="1361983"/>
                  </a:lnTo>
                  <a:lnTo>
                    <a:pt x="7877875" y="1280514"/>
                  </a:lnTo>
                  <a:lnTo>
                    <a:pt x="7880069" y="1261688"/>
                  </a:lnTo>
                  <a:lnTo>
                    <a:pt x="7882263" y="1310376"/>
                  </a:lnTo>
                  <a:lnTo>
                    <a:pt x="7884457" y="1326433"/>
                  </a:lnTo>
                  <a:lnTo>
                    <a:pt x="7886650" y="1294444"/>
                  </a:lnTo>
                  <a:lnTo>
                    <a:pt x="7888844" y="1263248"/>
                  </a:lnTo>
                  <a:lnTo>
                    <a:pt x="7891038" y="1226335"/>
                  </a:lnTo>
                  <a:lnTo>
                    <a:pt x="7893232" y="1248509"/>
                  </a:lnTo>
                  <a:lnTo>
                    <a:pt x="7895425" y="1312634"/>
                  </a:lnTo>
                  <a:lnTo>
                    <a:pt x="7897619" y="1441924"/>
                  </a:lnTo>
                  <a:lnTo>
                    <a:pt x="7899813" y="1588100"/>
                  </a:lnTo>
                  <a:lnTo>
                    <a:pt x="7902007" y="1641590"/>
                  </a:lnTo>
                  <a:lnTo>
                    <a:pt x="7904201" y="1643454"/>
                  </a:lnTo>
                  <a:lnTo>
                    <a:pt x="7906394" y="1562667"/>
                  </a:lnTo>
                  <a:lnTo>
                    <a:pt x="7908588" y="1412479"/>
                  </a:lnTo>
                  <a:lnTo>
                    <a:pt x="7910782" y="1254815"/>
                  </a:lnTo>
                  <a:lnTo>
                    <a:pt x="7912976" y="1088857"/>
                  </a:lnTo>
                  <a:lnTo>
                    <a:pt x="7915170" y="995637"/>
                  </a:lnTo>
                  <a:lnTo>
                    <a:pt x="7917363" y="930695"/>
                  </a:lnTo>
                  <a:lnTo>
                    <a:pt x="7919557" y="964960"/>
                  </a:lnTo>
                  <a:lnTo>
                    <a:pt x="7921751" y="980719"/>
                  </a:lnTo>
                  <a:lnTo>
                    <a:pt x="7923945" y="962969"/>
                  </a:lnTo>
                  <a:lnTo>
                    <a:pt x="7926138" y="976312"/>
                  </a:lnTo>
                  <a:lnTo>
                    <a:pt x="7928332" y="1011845"/>
                  </a:lnTo>
                  <a:lnTo>
                    <a:pt x="7930526" y="1117857"/>
                  </a:lnTo>
                  <a:lnTo>
                    <a:pt x="7932720" y="1111852"/>
                  </a:lnTo>
                  <a:lnTo>
                    <a:pt x="7934914" y="1041874"/>
                  </a:lnTo>
                  <a:lnTo>
                    <a:pt x="7937107" y="981447"/>
                  </a:lnTo>
                  <a:lnTo>
                    <a:pt x="7939301" y="913169"/>
                  </a:lnTo>
                  <a:lnTo>
                    <a:pt x="7941495" y="850533"/>
                  </a:lnTo>
                  <a:lnTo>
                    <a:pt x="7943689" y="803162"/>
                  </a:lnTo>
                  <a:lnTo>
                    <a:pt x="7945883" y="832995"/>
                  </a:lnTo>
                  <a:lnTo>
                    <a:pt x="7948076" y="951179"/>
                  </a:lnTo>
                  <a:lnTo>
                    <a:pt x="7950270" y="1069911"/>
                  </a:lnTo>
                  <a:lnTo>
                    <a:pt x="7952464" y="1170739"/>
                  </a:lnTo>
                  <a:lnTo>
                    <a:pt x="7954658" y="1307551"/>
                  </a:lnTo>
                  <a:lnTo>
                    <a:pt x="7956851" y="1440782"/>
                  </a:lnTo>
                  <a:lnTo>
                    <a:pt x="7959045" y="1536206"/>
                  </a:lnTo>
                  <a:lnTo>
                    <a:pt x="7961239" y="1583721"/>
                  </a:lnTo>
                  <a:lnTo>
                    <a:pt x="7963433" y="1564426"/>
                  </a:lnTo>
                  <a:lnTo>
                    <a:pt x="7965627" y="1572308"/>
                  </a:lnTo>
                  <a:lnTo>
                    <a:pt x="7967820" y="1544137"/>
                  </a:lnTo>
                  <a:lnTo>
                    <a:pt x="7970014" y="1457834"/>
                  </a:lnTo>
                  <a:lnTo>
                    <a:pt x="7972208" y="1401970"/>
                  </a:lnTo>
                  <a:lnTo>
                    <a:pt x="7974402" y="1433273"/>
                  </a:lnTo>
                  <a:lnTo>
                    <a:pt x="7976595" y="1566161"/>
                  </a:lnTo>
                  <a:lnTo>
                    <a:pt x="7978789" y="1671138"/>
                  </a:lnTo>
                  <a:lnTo>
                    <a:pt x="7980983" y="1688849"/>
                  </a:lnTo>
                  <a:lnTo>
                    <a:pt x="7983177" y="1637488"/>
                  </a:lnTo>
                  <a:lnTo>
                    <a:pt x="7985371" y="1522861"/>
                  </a:lnTo>
                  <a:lnTo>
                    <a:pt x="7987564" y="1350754"/>
                  </a:lnTo>
                  <a:lnTo>
                    <a:pt x="7989758" y="1173008"/>
                  </a:lnTo>
                  <a:lnTo>
                    <a:pt x="7991952" y="1004755"/>
                  </a:lnTo>
                  <a:lnTo>
                    <a:pt x="7994146" y="845625"/>
                  </a:lnTo>
                  <a:lnTo>
                    <a:pt x="7996340" y="753113"/>
                  </a:lnTo>
                  <a:lnTo>
                    <a:pt x="7998533" y="694275"/>
                  </a:lnTo>
                  <a:lnTo>
                    <a:pt x="8000727" y="691744"/>
                  </a:lnTo>
                  <a:lnTo>
                    <a:pt x="8002921" y="733091"/>
                  </a:lnTo>
                  <a:lnTo>
                    <a:pt x="8005115" y="819893"/>
                  </a:lnTo>
                  <a:lnTo>
                    <a:pt x="8007308" y="917216"/>
                  </a:lnTo>
                  <a:lnTo>
                    <a:pt x="8009502" y="998780"/>
                  </a:lnTo>
                  <a:lnTo>
                    <a:pt x="8011696" y="1058064"/>
                  </a:lnTo>
                  <a:lnTo>
                    <a:pt x="8013890" y="1064166"/>
                  </a:lnTo>
                  <a:lnTo>
                    <a:pt x="8016084" y="1002574"/>
                  </a:lnTo>
                  <a:lnTo>
                    <a:pt x="8018277" y="899856"/>
                  </a:lnTo>
                  <a:lnTo>
                    <a:pt x="8020471" y="857410"/>
                  </a:lnTo>
                  <a:lnTo>
                    <a:pt x="8022665" y="848922"/>
                  </a:lnTo>
                  <a:lnTo>
                    <a:pt x="8024859" y="981124"/>
                  </a:lnTo>
                  <a:lnTo>
                    <a:pt x="8027052" y="1177740"/>
                  </a:lnTo>
                  <a:lnTo>
                    <a:pt x="8029246" y="1340065"/>
                  </a:lnTo>
                  <a:lnTo>
                    <a:pt x="8031440" y="1417014"/>
                  </a:lnTo>
                  <a:lnTo>
                    <a:pt x="8033634" y="1455629"/>
                  </a:lnTo>
                  <a:lnTo>
                    <a:pt x="8035828" y="1436722"/>
                  </a:lnTo>
                  <a:lnTo>
                    <a:pt x="8038021" y="1367737"/>
                  </a:lnTo>
                  <a:lnTo>
                    <a:pt x="8040215" y="1190462"/>
                  </a:lnTo>
                  <a:lnTo>
                    <a:pt x="8042409" y="1004006"/>
                  </a:lnTo>
                  <a:lnTo>
                    <a:pt x="8044603" y="904075"/>
                  </a:lnTo>
                  <a:lnTo>
                    <a:pt x="8046797" y="851563"/>
                  </a:lnTo>
                  <a:lnTo>
                    <a:pt x="8048990" y="915657"/>
                  </a:lnTo>
                  <a:lnTo>
                    <a:pt x="8051184" y="941750"/>
                  </a:lnTo>
                  <a:lnTo>
                    <a:pt x="8053378" y="917293"/>
                  </a:lnTo>
                  <a:lnTo>
                    <a:pt x="8055572" y="864499"/>
                  </a:lnTo>
                  <a:lnTo>
                    <a:pt x="8057765" y="836833"/>
                  </a:lnTo>
                  <a:lnTo>
                    <a:pt x="8059959" y="784993"/>
                  </a:lnTo>
                  <a:lnTo>
                    <a:pt x="8062153" y="627540"/>
                  </a:lnTo>
                  <a:lnTo>
                    <a:pt x="8064347" y="489895"/>
                  </a:lnTo>
                  <a:lnTo>
                    <a:pt x="8066541" y="470305"/>
                  </a:lnTo>
                  <a:lnTo>
                    <a:pt x="8068734" y="513391"/>
                  </a:lnTo>
                  <a:lnTo>
                    <a:pt x="8070928" y="558757"/>
                  </a:lnTo>
                  <a:lnTo>
                    <a:pt x="8073122" y="609011"/>
                  </a:lnTo>
                  <a:lnTo>
                    <a:pt x="8075316" y="656440"/>
                  </a:lnTo>
                  <a:lnTo>
                    <a:pt x="8077510" y="667776"/>
                  </a:lnTo>
                  <a:lnTo>
                    <a:pt x="8079703" y="647945"/>
                  </a:lnTo>
                  <a:lnTo>
                    <a:pt x="8081897" y="617903"/>
                  </a:lnTo>
                  <a:lnTo>
                    <a:pt x="8084091" y="579393"/>
                  </a:lnTo>
                  <a:lnTo>
                    <a:pt x="8086285" y="573819"/>
                  </a:lnTo>
                  <a:lnTo>
                    <a:pt x="8088478" y="530336"/>
                  </a:lnTo>
                  <a:lnTo>
                    <a:pt x="8090672" y="463828"/>
                  </a:lnTo>
                  <a:lnTo>
                    <a:pt x="8092866" y="431523"/>
                  </a:lnTo>
                  <a:lnTo>
                    <a:pt x="8095060" y="456550"/>
                  </a:lnTo>
                  <a:lnTo>
                    <a:pt x="8097254" y="449943"/>
                  </a:lnTo>
                  <a:lnTo>
                    <a:pt x="8099447" y="379691"/>
                  </a:lnTo>
                  <a:lnTo>
                    <a:pt x="8101641" y="478438"/>
                  </a:lnTo>
                  <a:lnTo>
                    <a:pt x="8103835" y="672822"/>
                  </a:lnTo>
                  <a:lnTo>
                    <a:pt x="8106029" y="735635"/>
                  </a:lnTo>
                  <a:lnTo>
                    <a:pt x="8108222" y="757687"/>
                  </a:lnTo>
                  <a:lnTo>
                    <a:pt x="8110416" y="897300"/>
                  </a:lnTo>
                  <a:lnTo>
                    <a:pt x="8112610" y="1034165"/>
                  </a:lnTo>
                  <a:lnTo>
                    <a:pt x="8114804" y="1004136"/>
                  </a:lnTo>
                  <a:lnTo>
                    <a:pt x="8116998" y="828228"/>
                  </a:lnTo>
                  <a:lnTo>
                    <a:pt x="8119191" y="778282"/>
                  </a:lnTo>
                  <a:lnTo>
                    <a:pt x="8121385" y="785233"/>
                  </a:lnTo>
                  <a:lnTo>
                    <a:pt x="8123579" y="775742"/>
                  </a:lnTo>
                  <a:lnTo>
                    <a:pt x="8125773" y="741088"/>
                  </a:lnTo>
                  <a:lnTo>
                    <a:pt x="8127967" y="729283"/>
                  </a:lnTo>
                  <a:lnTo>
                    <a:pt x="8130160" y="826643"/>
                  </a:lnTo>
                  <a:lnTo>
                    <a:pt x="8132354" y="1018302"/>
                  </a:lnTo>
                  <a:lnTo>
                    <a:pt x="8134548" y="1124712"/>
                  </a:lnTo>
                  <a:lnTo>
                    <a:pt x="8136742" y="1057729"/>
                  </a:lnTo>
                  <a:lnTo>
                    <a:pt x="8138935" y="995036"/>
                  </a:lnTo>
                  <a:lnTo>
                    <a:pt x="8141129" y="977781"/>
                  </a:lnTo>
                  <a:lnTo>
                    <a:pt x="8143323" y="947627"/>
                  </a:lnTo>
                  <a:lnTo>
                    <a:pt x="8145517" y="754549"/>
                  </a:lnTo>
                  <a:lnTo>
                    <a:pt x="8147711" y="612965"/>
                  </a:lnTo>
                  <a:lnTo>
                    <a:pt x="8149904" y="584474"/>
                  </a:lnTo>
                  <a:lnTo>
                    <a:pt x="8152098" y="562933"/>
                  </a:lnTo>
                  <a:lnTo>
                    <a:pt x="8154292" y="615745"/>
                  </a:lnTo>
                  <a:lnTo>
                    <a:pt x="8156486" y="642072"/>
                  </a:lnTo>
                  <a:lnTo>
                    <a:pt x="8158679" y="617385"/>
                  </a:lnTo>
                  <a:lnTo>
                    <a:pt x="8160873" y="577537"/>
                  </a:lnTo>
                  <a:lnTo>
                    <a:pt x="8163067" y="562353"/>
                  </a:lnTo>
                  <a:lnTo>
                    <a:pt x="8165261" y="565065"/>
                  </a:lnTo>
                  <a:lnTo>
                    <a:pt x="8167455" y="557754"/>
                  </a:lnTo>
                  <a:lnTo>
                    <a:pt x="8169648" y="591539"/>
                  </a:lnTo>
                  <a:lnTo>
                    <a:pt x="8171842" y="655696"/>
                  </a:lnTo>
                  <a:lnTo>
                    <a:pt x="8174036" y="696292"/>
                  </a:lnTo>
                  <a:lnTo>
                    <a:pt x="8176230" y="650562"/>
                  </a:lnTo>
                  <a:lnTo>
                    <a:pt x="8178424" y="609560"/>
                  </a:lnTo>
                  <a:lnTo>
                    <a:pt x="8180617" y="527178"/>
                  </a:lnTo>
                  <a:lnTo>
                    <a:pt x="8182811" y="446501"/>
                  </a:lnTo>
                  <a:lnTo>
                    <a:pt x="8185005" y="467675"/>
                  </a:lnTo>
                  <a:lnTo>
                    <a:pt x="8187199" y="529505"/>
                  </a:lnTo>
                  <a:lnTo>
                    <a:pt x="8189392" y="640648"/>
                  </a:lnTo>
                  <a:lnTo>
                    <a:pt x="8191586" y="778594"/>
                  </a:lnTo>
                  <a:lnTo>
                    <a:pt x="8193780" y="945548"/>
                  </a:lnTo>
                  <a:lnTo>
                    <a:pt x="8195974" y="1010471"/>
                  </a:lnTo>
                  <a:lnTo>
                    <a:pt x="8198168" y="1090516"/>
                  </a:lnTo>
                  <a:lnTo>
                    <a:pt x="8200361" y="1181692"/>
                  </a:lnTo>
                  <a:lnTo>
                    <a:pt x="8202555" y="1215964"/>
                  </a:lnTo>
                  <a:lnTo>
                    <a:pt x="8204749" y="1239187"/>
                  </a:lnTo>
                  <a:lnTo>
                    <a:pt x="8206943" y="1220842"/>
                  </a:lnTo>
                  <a:lnTo>
                    <a:pt x="8209136" y="1272538"/>
                  </a:lnTo>
                  <a:lnTo>
                    <a:pt x="8211330" y="1260606"/>
                  </a:lnTo>
                  <a:lnTo>
                    <a:pt x="8213524" y="1213410"/>
                  </a:lnTo>
                  <a:lnTo>
                    <a:pt x="8215718" y="1207401"/>
                  </a:lnTo>
                  <a:lnTo>
                    <a:pt x="8217912" y="1223718"/>
                  </a:lnTo>
                  <a:lnTo>
                    <a:pt x="8220105" y="1249474"/>
                  </a:lnTo>
                  <a:lnTo>
                    <a:pt x="8222299" y="1253476"/>
                  </a:lnTo>
                  <a:lnTo>
                    <a:pt x="8224493" y="1256756"/>
                  </a:lnTo>
                  <a:lnTo>
                    <a:pt x="8226687" y="1305304"/>
                  </a:lnTo>
                  <a:lnTo>
                    <a:pt x="8228881" y="1439372"/>
                  </a:lnTo>
                  <a:lnTo>
                    <a:pt x="8231074" y="1621263"/>
                  </a:lnTo>
                  <a:lnTo>
                    <a:pt x="8233268" y="1740853"/>
                  </a:lnTo>
                  <a:lnTo>
                    <a:pt x="8235462" y="1838080"/>
                  </a:lnTo>
                  <a:lnTo>
                    <a:pt x="8237656" y="2001203"/>
                  </a:lnTo>
                  <a:lnTo>
                    <a:pt x="8239849" y="2159744"/>
                  </a:lnTo>
                  <a:lnTo>
                    <a:pt x="8242043" y="2187773"/>
                  </a:lnTo>
                  <a:lnTo>
                    <a:pt x="8244237" y="2113802"/>
                  </a:lnTo>
                  <a:lnTo>
                    <a:pt x="8246431" y="2123080"/>
                  </a:lnTo>
                  <a:lnTo>
                    <a:pt x="8248625" y="2265034"/>
                  </a:lnTo>
                  <a:lnTo>
                    <a:pt x="8250818" y="2306313"/>
                  </a:lnTo>
                  <a:lnTo>
                    <a:pt x="8253012" y="2243602"/>
                  </a:lnTo>
                  <a:lnTo>
                    <a:pt x="8255206" y="2231621"/>
                  </a:lnTo>
                  <a:lnTo>
                    <a:pt x="8257400" y="2236027"/>
                  </a:lnTo>
                  <a:lnTo>
                    <a:pt x="8259594" y="2200591"/>
                  </a:lnTo>
                  <a:lnTo>
                    <a:pt x="8261787" y="2096054"/>
                  </a:lnTo>
                  <a:lnTo>
                    <a:pt x="8263981" y="2079862"/>
                  </a:lnTo>
                  <a:lnTo>
                    <a:pt x="8266175" y="2072552"/>
                  </a:lnTo>
                  <a:lnTo>
                    <a:pt x="8268369" y="2159117"/>
                  </a:lnTo>
                  <a:lnTo>
                    <a:pt x="8270562" y="2344972"/>
                  </a:lnTo>
                  <a:lnTo>
                    <a:pt x="8272756" y="2499224"/>
                  </a:lnTo>
                  <a:lnTo>
                    <a:pt x="8274950" y="2561208"/>
                  </a:lnTo>
                  <a:lnTo>
                    <a:pt x="8277144" y="2530276"/>
                  </a:lnTo>
                  <a:lnTo>
                    <a:pt x="8279338" y="2576293"/>
                  </a:lnTo>
                  <a:lnTo>
                    <a:pt x="8281531" y="2599290"/>
                  </a:lnTo>
                  <a:lnTo>
                    <a:pt x="8283725" y="2566033"/>
                  </a:lnTo>
                  <a:lnTo>
                    <a:pt x="8285919" y="2504725"/>
                  </a:lnTo>
                  <a:lnTo>
                    <a:pt x="8288113" y="2488628"/>
                  </a:lnTo>
                  <a:lnTo>
                    <a:pt x="8290306" y="2520479"/>
                  </a:lnTo>
                  <a:lnTo>
                    <a:pt x="8292500" y="2499311"/>
                  </a:lnTo>
                  <a:lnTo>
                    <a:pt x="8294694" y="2494381"/>
                  </a:lnTo>
                  <a:lnTo>
                    <a:pt x="8296888" y="2511899"/>
                  </a:lnTo>
                  <a:lnTo>
                    <a:pt x="8299082" y="2603985"/>
                  </a:lnTo>
                  <a:lnTo>
                    <a:pt x="8301275" y="2730072"/>
                  </a:lnTo>
                  <a:lnTo>
                    <a:pt x="8303469" y="2781994"/>
                  </a:lnTo>
                  <a:lnTo>
                    <a:pt x="8305663" y="2856922"/>
                  </a:lnTo>
                  <a:lnTo>
                    <a:pt x="8307857" y="2843520"/>
                  </a:lnTo>
                  <a:lnTo>
                    <a:pt x="8310051" y="2787198"/>
                  </a:lnTo>
                  <a:lnTo>
                    <a:pt x="8312244" y="2798499"/>
                  </a:lnTo>
                  <a:lnTo>
                    <a:pt x="8314438" y="2818084"/>
                  </a:lnTo>
                  <a:lnTo>
                    <a:pt x="8316632" y="2871200"/>
                  </a:lnTo>
                  <a:lnTo>
                    <a:pt x="8318826" y="2916366"/>
                  </a:lnTo>
                  <a:lnTo>
                    <a:pt x="8321019" y="2908101"/>
                  </a:lnTo>
                  <a:lnTo>
                    <a:pt x="8323213" y="2857106"/>
                  </a:lnTo>
                  <a:lnTo>
                    <a:pt x="8325407" y="2857125"/>
                  </a:lnTo>
                  <a:lnTo>
                    <a:pt x="8327601" y="2857999"/>
                  </a:lnTo>
                  <a:lnTo>
                    <a:pt x="8329795" y="2856214"/>
                  </a:lnTo>
                  <a:lnTo>
                    <a:pt x="8331988" y="2898464"/>
                  </a:lnTo>
                  <a:lnTo>
                    <a:pt x="8334182" y="3036221"/>
                  </a:lnTo>
                  <a:lnTo>
                    <a:pt x="8336376" y="3116972"/>
                  </a:lnTo>
                  <a:lnTo>
                    <a:pt x="8336376" y="3116972"/>
                  </a:lnTo>
                  <a:lnTo>
                    <a:pt x="8338570" y="3064458"/>
                  </a:lnTo>
                  <a:lnTo>
                    <a:pt x="8340763" y="2972573"/>
                  </a:lnTo>
                  <a:lnTo>
                    <a:pt x="8342957" y="2934976"/>
                  </a:lnTo>
                  <a:lnTo>
                    <a:pt x="8345151" y="2902282"/>
                  </a:lnTo>
                  <a:lnTo>
                    <a:pt x="8347345" y="2859212"/>
                  </a:lnTo>
                  <a:lnTo>
                    <a:pt x="8349539" y="2869915"/>
                  </a:lnTo>
                  <a:lnTo>
                    <a:pt x="8351732" y="2937075"/>
                  </a:lnTo>
                  <a:lnTo>
                    <a:pt x="8353926" y="2988017"/>
                  </a:lnTo>
                  <a:lnTo>
                    <a:pt x="8356120" y="2975003"/>
                  </a:lnTo>
                  <a:lnTo>
                    <a:pt x="8358314" y="2976723"/>
                  </a:lnTo>
                  <a:lnTo>
                    <a:pt x="8360508" y="2978870"/>
                  </a:lnTo>
                  <a:lnTo>
                    <a:pt x="8362701" y="2964014"/>
                  </a:lnTo>
                  <a:lnTo>
                    <a:pt x="8364895" y="2982760"/>
                  </a:lnTo>
                  <a:lnTo>
                    <a:pt x="8367089" y="3011671"/>
                  </a:lnTo>
                  <a:lnTo>
                    <a:pt x="8369283" y="3070753"/>
                  </a:lnTo>
                  <a:lnTo>
                    <a:pt x="8371476" y="3054706"/>
                  </a:lnTo>
                  <a:lnTo>
                    <a:pt x="8373670" y="3028557"/>
                  </a:lnTo>
                  <a:lnTo>
                    <a:pt x="8375864" y="3064264"/>
                  </a:lnTo>
                  <a:lnTo>
                    <a:pt x="8378058" y="3074570"/>
                  </a:lnTo>
                  <a:lnTo>
                    <a:pt x="8380252" y="3015052"/>
                  </a:lnTo>
                  <a:lnTo>
                    <a:pt x="8382445" y="3048483"/>
                  </a:lnTo>
                  <a:lnTo>
                    <a:pt x="8384639" y="3116972"/>
                  </a:lnTo>
                  <a:lnTo>
                    <a:pt x="8384639" y="3116972"/>
                  </a:lnTo>
                  <a:lnTo>
                    <a:pt x="8386833" y="3116972"/>
                  </a:lnTo>
                  <a:lnTo>
                    <a:pt x="8389027" y="3108731"/>
                  </a:lnTo>
                  <a:lnTo>
                    <a:pt x="8391221" y="3009157"/>
                  </a:lnTo>
                  <a:lnTo>
                    <a:pt x="8393414" y="3011256"/>
                  </a:lnTo>
                  <a:lnTo>
                    <a:pt x="8395608" y="3018559"/>
                  </a:lnTo>
                  <a:lnTo>
                    <a:pt x="8397802" y="2970069"/>
                  </a:lnTo>
                  <a:lnTo>
                    <a:pt x="8399996" y="2984681"/>
                  </a:lnTo>
                  <a:lnTo>
                    <a:pt x="8402189" y="3027210"/>
                  </a:lnTo>
                  <a:lnTo>
                    <a:pt x="8404383" y="3116972"/>
                  </a:lnTo>
                  <a:lnTo>
                    <a:pt x="8404383" y="3116972"/>
                  </a:lnTo>
                  <a:lnTo>
                    <a:pt x="8406577" y="3116972"/>
                  </a:lnTo>
                  <a:lnTo>
                    <a:pt x="8408771" y="3116972"/>
                  </a:lnTo>
                  <a:lnTo>
                    <a:pt x="8410965" y="3116972"/>
                  </a:lnTo>
                  <a:lnTo>
                    <a:pt x="8413158" y="3116972"/>
                  </a:lnTo>
                  <a:lnTo>
                    <a:pt x="8415352" y="3116972"/>
                  </a:lnTo>
                  <a:lnTo>
                    <a:pt x="8417546" y="3116972"/>
                  </a:lnTo>
                  <a:lnTo>
                    <a:pt x="8419740" y="3087814"/>
                  </a:lnTo>
                  <a:lnTo>
                    <a:pt x="8421933" y="3073620"/>
                  </a:lnTo>
                  <a:lnTo>
                    <a:pt x="8424127" y="3066983"/>
                  </a:lnTo>
                  <a:lnTo>
                    <a:pt x="8426321" y="3068875"/>
                  </a:lnTo>
                  <a:lnTo>
                    <a:pt x="8428515" y="2996036"/>
                  </a:lnTo>
                  <a:lnTo>
                    <a:pt x="8430709" y="2890502"/>
                  </a:lnTo>
                  <a:lnTo>
                    <a:pt x="8432902" y="2830429"/>
                  </a:lnTo>
                  <a:lnTo>
                    <a:pt x="8435096" y="2833730"/>
                  </a:lnTo>
                  <a:lnTo>
                    <a:pt x="8437290" y="2825136"/>
                  </a:lnTo>
                  <a:lnTo>
                    <a:pt x="8439484" y="2799161"/>
                  </a:lnTo>
                  <a:lnTo>
                    <a:pt x="8441678" y="2844256"/>
                  </a:lnTo>
                  <a:lnTo>
                    <a:pt x="8443871" y="2940657"/>
                  </a:lnTo>
                  <a:lnTo>
                    <a:pt x="8446065" y="3019764"/>
                  </a:lnTo>
                  <a:lnTo>
                    <a:pt x="8448259" y="3032121"/>
                  </a:lnTo>
                  <a:lnTo>
                    <a:pt x="8450453" y="3050752"/>
                  </a:lnTo>
                  <a:lnTo>
                    <a:pt x="8452646" y="3060580"/>
                  </a:lnTo>
                  <a:lnTo>
                    <a:pt x="8454840" y="3095947"/>
                  </a:lnTo>
                  <a:lnTo>
                    <a:pt x="8457034" y="3116972"/>
                  </a:lnTo>
                  <a:lnTo>
                    <a:pt x="8457034" y="3116972"/>
                  </a:lnTo>
                  <a:lnTo>
                    <a:pt x="8459228" y="3116972"/>
                  </a:lnTo>
                  <a:lnTo>
                    <a:pt x="8461422" y="3116972"/>
                  </a:lnTo>
                  <a:lnTo>
                    <a:pt x="8463615" y="3116972"/>
                  </a:lnTo>
                  <a:lnTo>
                    <a:pt x="8465809" y="3116972"/>
                  </a:lnTo>
                  <a:lnTo>
                    <a:pt x="8468003" y="3111050"/>
                  </a:lnTo>
                  <a:lnTo>
                    <a:pt x="8470197" y="3027752"/>
                  </a:lnTo>
                  <a:lnTo>
                    <a:pt x="8472390" y="2946866"/>
                  </a:lnTo>
                  <a:lnTo>
                    <a:pt x="8474584" y="2873353"/>
                  </a:lnTo>
                  <a:lnTo>
                    <a:pt x="8476778" y="2874875"/>
                  </a:lnTo>
                  <a:lnTo>
                    <a:pt x="8478972" y="2882522"/>
                  </a:lnTo>
                  <a:lnTo>
                    <a:pt x="8481166" y="2845101"/>
                  </a:lnTo>
                  <a:lnTo>
                    <a:pt x="8483359" y="2839635"/>
                  </a:lnTo>
                  <a:lnTo>
                    <a:pt x="8485553" y="2875441"/>
                  </a:lnTo>
                  <a:lnTo>
                    <a:pt x="8487747" y="2980946"/>
                  </a:lnTo>
                  <a:lnTo>
                    <a:pt x="8489941" y="3001322"/>
                  </a:lnTo>
                  <a:lnTo>
                    <a:pt x="8492135" y="3006034"/>
                  </a:lnTo>
                  <a:lnTo>
                    <a:pt x="8494328" y="3031035"/>
                  </a:lnTo>
                  <a:lnTo>
                    <a:pt x="8496522" y="3071177"/>
                  </a:lnTo>
                  <a:lnTo>
                    <a:pt x="8498716" y="3116972"/>
                  </a:lnTo>
                  <a:lnTo>
                    <a:pt x="8498716" y="3116972"/>
                  </a:lnTo>
                  <a:lnTo>
                    <a:pt x="8500910" y="3115946"/>
                  </a:lnTo>
                  <a:lnTo>
                    <a:pt x="8503103" y="3094048"/>
                  </a:lnTo>
                  <a:lnTo>
                    <a:pt x="8505297" y="3078606"/>
                  </a:lnTo>
                  <a:lnTo>
                    <a:pt x="8507491" y="3059052"/>
                  </a:lnTo>
                  <a:lnTo>
                    <a:pt x="8509685" y="3014483"/>
                  </a:lnTo>
                  <a:lnTo>
                    <a:pt x="8511879" y="2945669"/>
                  </a:lnTo>
                  <a:lnTo>
                    <a:pt x="8514072" y="2984714"/>
                  </a:lnTo>
                  <a:lnTo>
                    <a:pt x="8516266" y="3027662"/>
                  </a:lnTo>
                  <a:lnTo>
                    <a:pt x="8518460" y="2990386"/>
                  </a:lnTo>
                  <a:lnTo>
                    <a:pt x="8520654" y="2991407"/>
                  </a:lnTo>
                  <a:lnTo>
                    <a:pt x="8522848" y="3039187"/>
                  </a:lnTo>
                  <a:lnTo>
                    <a:pt x="8525041" y="3080720"/>
                  </a:lnTo>
                  <a:lnTo>
                    <a:pt x="8527235" y="3037273"/>
                  </a:lnTo>
                  <a:lnTo>
                    <a:pt x="8529429" y="2994325"/>
                  </a:lnTo>
                  <a:lnTo>
                    <a:pt x="8531623" y="3034683"/>
                  </a:lnTo>
                  <a:lnTo>
                    <a:pt x="8533816" y="3096043"/>
                  </a:lnTo>
                  <a:lnTo>
                    <a:pt x="8536010" y="3116972"/>
                  </a:lnTo>
                  <a:lnTo>
                    <a:pt x="8536010" y="3116972"/>
                  </a:lnTo>
                  <a:lnTo>
                    <a:pt x="8538204" y="3116972"/>
                  </a:lnTo>
                  <a:lnTo>
                    <a:pt x="8540398" y="3116972"/>
                  </a:lnTo>
                  <a:lnTo>
                    <a:pt x="8542592" y="3065288"/>
                  </a:lnTo>
                  <a:lnTo>
                    <a:pt x="8544785" y="3050308"/>
                  </a:lnTo>
                  <a:lnTo>
                    <a:pt x="8546979" y="3045155"/>
                  </a:lnTo>
                  <a:lnTo>
                    <a:pt x="8549173" y="3012795"/>
                  </a:lnTo>
                  <a:lnTo>
                    <a:pt x="8551367" y="2968847"/>
                  </a:lnTo>
                  <a:lnTo>
                    <a:pt x="8553560" y="3044238"/>
                  </a:lnTo>
                  <a:lnTo>
                    <a:pt x="8553560" y="3044238"/>
                  </a:lnTo>
                </a:path>
              </a:pathLst>
            </a:custGeom>
          </p:spPr>
          <p:txBody>
            <a:bodyPr/>
            <a:lstStyle/>
            <a:p/>
          </p:txBody>
        </p:sp>
        <p:sp>
          <p:nvSpPr>
            <p:cNvPr id="22" name="pl22"/>
            <p:cNvSpPr/>
            <p:nvPr/>
          </p:nvSpPr>
          <p:spPr>
            <a:xfrm>
              <a:off x="444934" y="3262477"/>
              <a:ext cx="8553560" cy="0"/>
            </a:xfrm>
            <a:custGeom>
              <a:avLst/>
              <a:pathLst>
                <a:path w="8553560" h="0">
                  <a:moveTo>
                    <a:pt x="8553560" y="0"/>
                  </a:moveTo>
                  <a:lnTo>
                    <a:pt x="8551367" y="0"/>
                  </a:lnTo>
                  <a:lnTo>
                    <a:pt x="8549173" y="0"/>
                  </a:lnTo>
                  <a:lnTo>
                    <a:pt x="8546979" y="0"/>
                  </a:lnTo>
                  <a:lnTo>
                    <a:pt x="8544785" y="0"/>
                  </a:lnTo>
                  <a:lnTo>
                    <a:pt x="8542592" y="0"/>
                  </a:lnTo>
                  <a:lnTo>
                    <a:pt x="8540398" y="0"/>
                  </a:lnTo>
                  <a:lnTo>
                    <a:pt x="8538204" y="0"/>
                  </a:lnTo>
                  <a:lnTo>
                    <a:pt x="8536010" y="0"/>
                  </a:lnTo>
                  <a:lnTo>
                    <a:pt x="8533816" y="0"/>
                  </a:lnTo>
                  <a:lnTo>
                    <a:pt x="8531623" y="0"/>
                  </a:lnTo>
                  <a:lnTo>
                    <a:pt x="8529429" y="0"/>
                  </a:lnTo>
                  <a:lnTo>
                    <a:pt x="8527235" y="0"/>
                  </a:lnTo>
                  <a:lnTo>
                    <a:pt x="8525041" y="0"/>
                  </a:lnTo>
                  <a:lnTo>
                    <a:pt x="8522848" y="0"/>
                  </a:lnTo>
                  <a:lnTo>
                    <a:pt x="8520654" y="0"/>
                  </a:lnTo>
                  <a:lnTo>
                    <a:pt x="8518460" y="0"/>
                  </a:lnTo>
                  <a:lnTo>
                    <a:pt x="8516266" y="0"/>
                  </a:lnTo>
                  <a:lnTo>
                    <a:pt x="8514072" y="0"/>
                  </a:lnTo>
                  <a:lnTo>
                    <a:pt x="8511879" y="0"/>
                  </a:lnTo>
                  <a:lnTo>
                    <a:pt x="8509685" y="0"/>
                  </a:lnTo>
                  <a:lnTo>
                    <a:pt x="8507491" y="0"/>
                  </a:lnTo>
                  <a:lnTo>
                    <a:pt x="8505297" y="0"/>
                  </a:lnTo>
                  <a:lnTo>
                    <a:pt x="8503103" y="0"/>
                  </a:lnTo>
                  <a:lnTo>
                    <a:pt x="8500910" y="0"/>
                  </a:lnTo>
                  <a:lnTo>
                    <a:pt x="8498716" y="0"/>
                  </a:lnTo>
                  <a:lnTo>
                    <a:pt x="8496522" y="0"/>
                  </a:lnTo>
                  <a:lnTo>
                    <a:pt x="8494328" y="0"/>
                  </a:lnTo>
                  <a:lnTo>
                    <a:pt x="8492135" y="0"/>
                  </a:lnTo>
                  <a:lnTo>
                    <a:pt x="8489941" y="0"/>
                  </a:lnTo>
                  <a:lnTo>
                    <a:pt x="8487747" y="0"/>
                  </a:lnTo>
                  <a:lnTo>
                    <a:pt x="8485553" y="0"/>
                  </a:lnTo>
                  <a:lnTo>
                    <a:pt x="8483359" y="0"/>
                  </a:lnTo>
                  <a:lnTo>
                    <a:pt x="8481166" y="0"/>
                  </a:lnTo>
                  <a:lnTo>
                    <a:pt x="8478972" y="0"/>
                  </a:lnTo>
                  <a:lnTo>
                    <a:pt x="8476778" y="0"/>
                  </a:lnTo>
                  <a:lnTo>
                    <a:pt x="8474584" y="0"/>
                  </a:lnTo>
                  <a:lnTo>
                    <a:pt x="8472390" y="0"/>
                  </a:lnTo>
                  <a:lnTo>
                    <a:pt x="8470197" y="0"/>
                  </a:lnTo>
                  <a:lnTo>
                    <a:pt x="8468003" y="0"/>
                  </a:lnTo>
                  <a:lnTo>
                    <a:pt x="8465809" y="0"/>
                  </a:lnTo>
                  <a:lnTo>
                    <a:pt x="8463615" y="0"/>
                  </a:lnTo>
                  <a:lnTo>
                    <a:pt x="8461422" y="0"/>
                  </a:lnTo>
                  <a:lnTo>
                    <a:pt x="8459228" y="0"/>
                  </a:lnTo>
                  <a:lnTo>
                    <a:pt x="8457034" y="0"/>
                  </a:lnTo>
                  <a:lnTo>
                    <a:pt x="8454840" y="0"/>
                  </a:lnTo>
                  <a:lnTo>
                    <a:pt x="8452646" y="0"/>
                  </a:lnTo>
                  <a:lnTo>
                    <a:pt x="8450453" y="0"/>
                  </a:lnTo>
                  <a:lnTo>
                    <a:pt x="8448259" y="0"/>
                  </a:lnTo>
                  <a:lnTo>
                    <a:pt x="8446065" y="0"/>
                  </a:lnTo>
                  <a:lnTo>
                    <a:pt x="8443871" y="0"/>
                  </a:lnTo>
                  <a:lnTo>
                    <a:pt x="8441678" y="0"/>
                  </a:lnTo>
                  <a:lnTo>
                    <a:pt x="8439484" y="0"/>
                  </a:lnTo>
                  <a:lnTo>
                    <a:pt x="8437290" y="0"/>
                  </a:lnTo>
                  <a:lnTo>
                    <a:pt x="8435096" y="0"/>
                  </a:lnTo>
                  <a:lnTo>
                    <a:pt x="8432902" y="0"/>
                  </a:lnTo>
                  <a:lnTo>
                    <a:pt x="8430709" y="0"/>
                  </a:lnTo>
                  <a:lnTo>
                    <a:pt x="8428515" y="0"/>
                  </a:lnTo>
                  <a:lnTo>
                    <a:pt x="8426321" y="0"/>
                  </a:lnTo>
                  <a:lnTo>
                    <a:pt x="8424127" y="0"/>
                  </a:lnTo>
                  <a:lnTo>
                    <a:pt x="8421933" y="0"/>
                  </a:lnTo>
                  <a:lnTo>
                    <a:pt x="8419740" y="0"/>
                  </a:lnTo>
                  <a:lnTo>
                    <a:pt x="8417546" y="0"/>
                  </a:lnTo>
                  <a:lnTo>
                    <a:pt x="8415352" y="0"/>
                  </a:lnTo>
                  <a:lnTo>
                    <a:pt x="8413158" y="0"/>
                  </a:lnTo>
                  <a:lnTo>
                    <a:pt x="8410965" y="0"/>
                  </a:lnTo>
                  <a:lnTo>
                    <a:pt x="8408771" y="0"/>
                  </a:lnTo>
                  <a:lnTo>
                    <a:pt x="8406577" y="0"/>
                  </a:lnTo>
                  <a:lnTo>
                    <a:pt x="8404383" y="0"/>
                  </a:lnTo>
                  <a:lnTo>
                    <a:pt x="8402189" y="0"/>
                  </a:lnTo>
                  <a:lnTo>
                    <a:pt x="8399996" y="0"/>
                  </a:lnTo>
                  <a:lnTo>
                    <a:pt x="8397802" y="0"/>
                  </a:lnTo>
                  <a:lnTo>
                    <a:pt x="8395608" y="0"/>
                  </a:lnTo>
                  <a:lnTo>
                    <a:pt x="8393414" y="0"/>
                  </a:lnTo>
                  <a:lnTo>
                    <a:pt x="8391221" y="0"/>
                  </a:lnTo>
                  <a:lnTo>
                    <a:pt x="8389027" y="0"/>
                  </a:lnTo>
                  <a:lnTo>
                    <a:pt x="8386833" y="0"/>
                  </a:lnTo>
                  <a:lnTo>
                    <a:pt x="8384639" y="0"/>
                  </a:lnTo>
                  <a:lnTo>
                    <a:pt x="8382445" y="0"/>
                  </a:lnTo>
                  <a:lnTo>
                    <a:pt x="8380252" y="0"/>
                  </a:lnTo>
                  <a:lnTo>
                    <a:pt x="8378058" y="0"/>
                  </a:lnTo>
                  <a:lnTo>
                    <a:pt x="8375864" y="0"/>
                  </a:lnTo>
                  <a:lnTo>
                    <a:pt x="8373670" y="0"/>
                  </a:lnTo>
                  <a:lnTo>
                    <a:pt x="8371476" y="0"/>
                  </a:lnTo>
                  <a:lnTo>
                    <a:pt x="8369283" y="0"/>
                  </a:lnTo>
                  <a:lnTo>
                    <a:pt x="8367089" y="0"/>
                  </a:lnTo>
                  <a:lnTo>
                    <a:pt x="8364895" y="0"/>
                  </a:lnTo>
                  <a:lnTo>
                    <a:pt x="8362701" y="0"/>
                  </a:lnTo>
                  <a:lnTo>
                    <a:pt x="8360508" y="0"/>
                  </a:lnTo>
                  <a:lnTo>
                    <a:pt x="8358314" y="0"/>
                  </a:lnTo>
                  <a:lnTo>
                    <a:pt x="8356120" y="0"/>
                  </a:lnTo>
                  <a:lnTo>
                    <a:pt x="8353926" y="0"/>
                  </a:lnTo>
                  <a:lnTo>
                    <a:pt x="8351732" y="0"/>
                  </a:lnTo>
                  <a:lnTo>
                    <a:pt x="8349539" y="0"/>
                  </a:lnTo>
                  <a:lnTo>
                    <a:pt x="8347345" y="0"/>
                  </a:lnTo>
                  <a:lnTo>
                    <a:pt x="8345151" y="0"/>
                  </a:lnTo>
                  <a:lnTo>
                    <a:pt x="8342957" y="0"/>
                  </a:lnTo>
                  <a:lnTo>
                    <a:pt x="8340763" y="0"/>
                  </a:lnTo>
                  <a:lnTo>
                    <a:pt x="8338570" y="0"/>
                  </a:lnTo>
                  <a:lnTo>
                    <a:pt x="8336376" y="0"/>
                  </a:lnTo>
                  <a:lnTo>
                    <a:pt x="8334182" y="0"/>
                  </a:lnTo>
                  <a:lnTo>
                    <a:pt x="8331988" y="0"/>
                  </a:lnTo>
                  <a:lnTo>
                    <a:pt x="8329795" y="0"/>
                  </a:lnTo>
                  <a:lnTo>
                    <a:pt x="8327601" y="0"/>
                  </a:lnTo>
                  <a:lnTo>
                    <a:pt x="8325407" y="0"/>
                  </a:lnTo>
                  <a:lnTo>
                    <a:pt x="8323213" y="0"/>
                  </a:lnTo>
                  <a:lnTo>
                    <a:pt x="8321019" y="0"/>
                  </a:lnTo>
                  <a:lnTo>
                    <a:pt x="8318826" y="0"/>
                  </a:lnTo>
                  <a:lnTo>
                    <a:pt x="8316632" y="0"/>
                  </a:lnTo>
                  <a:lnTo>
                    <a:pt x="8314438" y="0"/>
                  </a:lnTo>
                  <a:lnTo>
                    <a:pt x="8312244" y="0"/>
                  </a:lnTo>
                  <a:lnTo>
                    <a:pt x="8310051" y="0"/>
                  </a:lnTo>
                  <a:lnTo>
                    <a:pt x="8307857" y="0"/>
                  </a:lnTo>
                  <a:lnTo>
                    <a:pt x="8305663" y="0"/>
                  </a:lnTo>
                  <a:lnTo>
                    <a:pt x="8303469" y="0"/>
                  </a:lnTo>
                  <a:lnTo>
                    <a:pt x="8301275" y="0"/>
                  </a:lnTo>
                  <a:lnTo>
                    <a:pt x="8299082" y="0"/>
                  </a:lnTo>
                  <a:lnTo>
                    <a:pt x="8296888" y="0"/>
                  </a:lnTo>
                  <a:lnTo>
                    <a:pt x="8294694" y="0"/>
                  </a:lnTo>
                  <a:lnTo>
                    <a:pt x="8292500" y="0"/>
                  </a:lnTo>
                  <a:lnTo>
                    <a:pt x="8290306" y="0"/>
                  </a:lnTo>
                  <a:lnTo>
                    <a:pt x="8288113" y="0"/>
                  </a:lnTo>
                  <a:lnTo>
                    <a:pt x="8285919" y="0"/>
                  </a:lnTo>
                  <a:lnTo>
                    <a:pt x="8283725" y="0"/>
                  </a:lnTo>
                  <a:lnTo>
                    <a:pt x="8281531" y="0"/>
                  </a:lnTo>
                  <a:lnTo>
                    <a:pt x="8279338" y="0"/>
                  </a:lnTo>
                  <a:lnTo>
                    <a:pt x="8277144" y="0"/>
                  </a:lnTo>
                  <a:lnTo>
                    <a:pt x="8274950" y="0"/>
                  </a:lnTo>
                  <a:lnTo>
                    <a:pt x="8272756" y="0"/>
                  </a:lnTo>
                  <a:lnTo>
                    <a:pt x="8270562" y="0"/>
                  </a:lnTo>
                  <a:lnTo>
                    <a:pt x="8268369" y="0"/>
                  </a:lnTo>
                  <a:lnTo>
                    <a:pt x="8266175" y="0"/>
                  </a:lnTo>
                  <a:lnTo>
                    <a:pt x="8263981" y="0"/>
                  </a:lnTo>
                  <a:lnTo>
                    <a:pt x="8261787" y="0"/>
                  </a:lnTo>
                  <a:lnTo>
                    <a:pt x="8259594" y="0"/>
                  </a:lnTo>
                  <a:lnTo>
                    <a:pt x="8257400" y="0"/>
                  </a:lnTo>
                  <a:lnTo>
                    <a:pt x="8255206" y="0"/>
                  </a:lnTo>
                  <a:lnTo>
                    <a:pt x="8253012" y="0"/>
                  </a:lnTo>
                  <a:lnTo>
                    <a:pt x="8250818" y="0"/>
                  </a:lnTo>
                  <a:lnTo>
                    <a:pt x="8248625" y="0"/>
                  </a:lnTo>
                  <a:lnTo>
                    <a:pt x="8246431" y="0"/>
                  </a:lnTo>
                  <a:lnTo>
                    <a:pt x="8244237" y="0"/>
                  </a:lnTo>
                  <a:lnTo>
                    <a:pt x="8242043" y="0"/>
                  </a:lnTo>
                  <a:lnTo>
                    <a:pt x="8239849" y="0"/>
                  </a:lnTo>
                  <a:lnTo>
                    <a:pt x="8237656" y="0"/>
                  </a:lnTo>
                  <a:lnTo>
                    <a:pt x="8235462" y="0"/>
                  </a:lnTo>
                  <a:lnTo>
                    <a:pt x="8233268" y="0"/>
                  </a:lnTo>
                  <a:lnTo>
                    <a:pt x="8231074" y="0"/>
                  </a:lnTo>
                  <a:lnTo>
                    <a:pt x="8228881" y="0"/>
                  </a:lnTo>
                  <a:lnTo>
                    <a:pt x="8226687" y="0"/>
                  </a:lnTo>
                  <a:lnTo>
                    <a:pt x="8224493" y="0"/>
                  </a:lnTo>
                  <a:lnTo>
                    <a:pt x="8222299" y="0"/>
                  </a:lnTo>
                  <a:lnTo>
                    <a:pt x="8220105" y="0"/>
                  </a:lnTo>
                  <a:lnTo>
                    <a:pt x="8217912" y="0"/>
                  </a:lnTo>
                  <a:lnTo>
                    <a:pt x="8215718" y="0"/>
                  </a:lnTo>
                  <a:lnTo>
                    <a:pt x="8213524" y="0"/>
                  </a:lnTo>
                  <a:lnTo>
                    <a:pt x="8211330" y="0"/>
                  </a:lnTo>
                  <a:lnTo>
                    <a:pt x="8209136" y="0"/>
                  </a:lnTo>
                  <a:lnTo>
                    <a:pt x="8206943" y="0"/>
                  </a:lnTo>
                  <a:lnTo>
                    <a:pt x="8204749" y="0"/>
                  </a:lnTo>
                  <a:lnTo>
                    <a:pt x="8202555" y="0"/>
                  </a:lnTo>
                  <a:lnTo>
                    <a:pt x="8200361" y="0"/>
                  </a:lnTo>
                  <a:lnTo>
                    <a:pt x="8198168" y="0"/>
                  </a:lnTo>
                  <a:lnTo>
                    <a:pt x="8195974" y="0"/>
                  </a:lnTo>
                  <a:lnTo>
                    <a:pt x="8193780" y="0"/>
                  </a:lnTo>
                  <a:lnTo>
                    <a:pt x="8191586" y="0"/>
                  </a:lnTo>
                  <a:lnTo>
                    <a:pt x="8189392" y="0"/>
                  </a:lnTo>
                  <a:lnTo>
                    <a:pt x="8187199" y="0"/>
                  </a:lnTo>
                  <a:lnTo>
                    <a:pt x="8185005" y="0"/>
                  </a:lnTo>
                  <a:lnTo>
                    <a:pt x="8182811" y="0"/>
                  </a:lnTo>
                  <a:lnTo>
                    <a:pt x="8180617" y="0"/>
                  </a:lnTo>
                  <a:lnTo>
                    <a:pt x="8178424" y="0"/>
                  </a:lnTo>
                  <a:lnTo>
                    <a:pt x="8176230" y="0"/>
                  </a:lnTo>
                  <a:lnTo>
                    <a:pt x="8174036" y="0"/>
                  </a:lnTo>
                  <a:lnTo>
                    <a:pt x="8171842" y="0"/>
                  </a:lnTo>
                  <a:lnTo>
                    <a:pt x="8169648" y="0"/>
                  </a:lnTo>
                  <a:lnTo>
                    <a:pt x="8167455" y="0"/>
                  </a:lnTo>
                  <a:lnTo>
                    <a:pt x="8165261" y="0"/>
                  </a:lnTo>
                  <a:lnTo>
                    <a:pt x="8163067" y="0"/>
                  </a:lnTo>
                  <a:lnTo>
                    <a:pt x="8160873" y="0"/>
                  </a:lnTo>
                  <a:lnTo>
                    <a:pt x="8158679" y="0"/>
                  </a:lnTo>
                  <a:lnTo>
                    <a:pt x="8156486" y="0"/>
                  </a:lnTo>
                  <a:lnTo>
                    <a:pt x="8154292" y="0"/>
                  </a:lnTo>
                  <a:lnTo>
                    <a:pt x="8152098" y="0"/>
                  </a:lnTo>
                  <a:lnTo>
                    <a:pt x="8149904" y="0"/>
                  </a:lnTo>
                  <a:lnTo>
                    <a:pt x="8147711" y="0"/>
                  </a:lnTo>
                  <a:lnTo>
                    <a:pt x="8145517" y="0"/>
                  </a:lnTo>
                  <a:lnTo>
                    <a:pt x="8143323" y="0"/>
                  </a:lnTo>
                  <a:lnTo>
                    <a:pt x="8141129" y="0"/>
                  </a:lnTo>
                  <a:lnTo>
                    <a:pt x="8138935" y="0"/>
                  </a:lnTo>
                  <a:lnTo>
                    <a:pt x="8136742" y="0"/>
                  </a:lnTo>
                  <a:lnTo>
                    <a:pt x="8134548" y="0"/>
                  </a:lnTo>
                  <a:lnTo>
                    <a:pt x="8132354" y="0"/>
                  </a:lnTo>
                  <a:lnTo>
                    <a:pt x="8130160" y="0"/>
                  </a:lnTo>
                  <a:lnTo>
                    <a:pt x="8127967" y="0"/>
                  </a:lnTo>
                  <a:lnTo>
                    <a:pt x="8125773" y="0"/>
                  </a:lnTo>
                  <a:lnTo>
                    <a:pt x="8123579" y="0"/>
                  </a:lnTo>
                  <a:lnTo>
                    <a:pt x="8121385" y="0"/>
                  </a:lnTo>
                  <a:lnTo>
                    <a:pt x="8119191" y="0"/>
                  </a:lnTo>
                  <a:lnTo>
                    <a:pt x="8116998" y="0"/>
                  </a:lnTo>
                  <a:lnTo>
                    <a:pt x="8114804" y="0"/>
                  </a:lnTo>
                  <a:lnTo>
                    <a:pt x="8112610" y="0"/>
                  </a:lnTo>
                  <a:lnTo>
                    <a:pt x="8110416" y="0"/>
                  </a:lnTo>
                  <a:lnTo>
                    <a:pt x="8108222" y="0"/>
                  </a:lnTo>
                  <a:lnTo>
                    <a:pt x="8106029" y="0"/>
                  </a:lnTo>
                  <a:lnTo>
                    <a:pt x="8103835" y="0"/>
                  </a:lnTo>
                  <a:lnTo>
                    <a:pt x="8101641" y="0"/>
                  </a:lnTo>
                  <a:lnTo>
                    <a:pt x="8099447" y="0"/>
                  </a:lnTo>
                  <a:lnTo>
                    <a:pt x="8097254" y="0"/>
                  </a:lnTo>
                  <a:lnTo>
                    <a:pt x="8095060" y="0"/>
                  </a:lnTo>
                  <a:lnTo>
                    <a:pt x="8092866" y="0"/>
                  </a:lnTo>
                  <a:lnTo>
                    <a:pt x="8090672" y="0"/>
                  </a:lnTo>
                  <a:lnTo>
                    <a:pt x="8088478" y="0"/>
                  </a:lnTo>
                  <a:lnTo>
                    <a:pt x="8086285" y="0"/>
                  </a:lnTo>
                  <a:lnTo>
                    <a:pt x="8084091" y="0"/>
                  </a:lnTo>
                  <a:lnTo>
                    <a:pt x="8081897" y="0"/>
                  </a:lnTo>
                  <a:lnTo>
                    <a:pt x="8079703" y="0"/>
                  </a:lnTo>
                  <a:lnTo>
                    <a:pt x="8077510" y="0"/>
                  </a:lnTo>
                  <a:lnTo>
                    <a:pt x="8075316" y="0"/>
                  </a:lnTo>
                  <a:lnTo>
                    <a:pt x="8073122" y="0"/>
                  </a:lnTo>
                  <a:lnTo>
                    <a:pt x="8070928" y="0"/>
                  </a:lnTo>
                  <a:lnTo>
                    <a:pt x="8068734" y="0"/>
                  </a:lnTo>
                  <a:lnTo>
                    <a:pt x="8066541" y="0"/>
                  </a:lnTo>
                  <a:lnTo>
                    <a:pt x="8064347" y="0"/>
                  </a:lnTo>
                  <a:lnTo>
                    <a:pt x="8062153" y="0"/>
                  </a:lnTo>
                  <a:lnTo>
                    <a:pt x="8059959" y="0"/>
                  </a:lnTo>
                  <a:lnTo>
                    <a:pt x="8057765" y="0"/>
                  </a:lnTo>
                  <a:lnTo>
                    <a:pt x="8055572" y="0"/>
                  </a:lnTo>
                  <a:lnTo>
                    <a:pt x="8053378" y="0"/>
                  </a:lnTo>
                  <a:lnTo>
                    <a:pt x="8051184" y="0"/>
                  </a:lnTo>
                  <a:lnTo>
                    <a:pt x="8048990" y="0"/>
                  </a:lnTo>
                  <a:lnTo>
                    <a:pt x="8046797" y="0"/>
                  </a:lnTo>
                  <a:lnTo>
                    <a:pt x="8044603" y="0"/>
                  </a:lnTo>
                  <a:lnTo>
                    <a:pt x="8042409" y="0"/>
                  </a:lnTo>
                  <a:lnTo>
                    <a:pt x="8040215" y="0"/>
                  </a:lnTo>
                  <a:lnTo>
                    <a:pt x="8038021" y="0"/>
                  </a:lnTo>
                  <a:lnTo>
                    <a:pt x="8035828" y="0"/>
                  </a:lnTo>
                  <a:lnTo>
                    <a:pt x="8033634" y="0"/>
                  </a:lnTo>
                  <a:lnTo>
                    <a:pt x="8031440" y="0"/>
                  </a:lnTo>
                  <a:lnTo>
                    <a:pt x="8029246" y="0"/>
                  </a:lnTo>
                  <a:lnTo>
                    <a:pt x="8027052" y="0"/>
                  </a:lnTo>
                  <a:lnTo>
                    <a:pt x="8024859" y="0"/>
                  </a:lnTo>
                  <a:lnTo>
                    <a:pt x="8022665" y="0"/>
                  </a:lnTo>
                  <a:lnTo>
                    <a:pt x="8020471" y="0"/>
                  </a:lnTo>
                  <a:lnTo>
                    <a:pt x="8018277" y="0"/>
                  </a:lnTo>
                  <a:lnTo>
                    <a:pt x="8016084" y="0"/>
                  </a:lnTo>
                  <a:lnTo>
                    <a:pt x="8013890" y="0"/>
                  </a:lnTo>
                  <a:lnTo>
                    <a:pt x="8011696" y="0"/>
                  </a:lnTo>
                  <a:lnTo>
                    <a:pt x="8009502" y="0"/>
                  </a:lnTo>
                  <a:lnTo>
                    <a:pt x="8007308" y="0"/>
                  </a:lnTo>
                  <a:lnTo>
                    <a:pt x="8005115" y="0"/>
                  </a:lnTo>
                  <a:lnTo>
                    <a:pt x="8002921" y="0"/>
                  </a:lnTo>
                  <a:lnTo>
                    <a:pt x="8000727" y="0"/>
                  </a:lnTo>
                  <a:lnTo>
                    <a:pt x="7998533" y="0"/>
                  </a:lnTo>
                  <a:lnTo>
                    <a:pt x="7996340" y="0"/>
                  </a:lnTo>
                  <a:lnTo>
                    <a:pt x="7994146" y="0"/>
                  </a:lnTo>
                  <a:lnTo>
                    <a:pt x="7991952" y="0"/>
                  </a:lnTo>
                  <a:lnTo>
                    <a:pt x="7989758" y="0"/>
                  </a:lnTo>
                  <a:lnTo>
                    <a:pt x="7987564" y="0"/>
                  </a:lnTo>
                  <a:lnTo>
                    <a:pt x="7985371" y="0"/>
                  </a:lnTo>
                  <a:lnTo>
                    <a:pt x="7983177" y="0"/>
                  </a:lnTo>
                  <a:lnTo>
                    <a:pt x="7980983" y="0"/>
                  </a:lnTo>
                  <a:lnTo>
                    <a:pt x="7978789" y="0"/>
                  </a:lnTo>
                  <a:lnTo>
                    <a:pt x="7976595" y="0"/>
                  </a:lnTo>
                  <a:lnTo>
                    <a:pt x="7974402" y="0"/>
                  </a:lnTo>
                  <a:lnTo>
                    <a:pt x="7972208" y="0"/>
                  </a:lnTo>
                  <a:lnTo>
                    <a:pt x="7970014" y="0"/>
                  </a:lnTo>
                  <a:lnTo>
                    <a:pt x="7967820" y="0"/>
                  </a:lnTo>
                  <a:lnTo>
                    <a:pt x="7965627" y="0"/>
                  </a:lnTo>
                  <a:lnTo>
                    <a:pt x="7963433" y="0"/>
                  </a:lnTo>
                  <a:lnTo>
                    <a:pt x="7961239" y="0"/>
                  </a:lnTo>
                  <a:lnTo>
                    <a:pt x="7959045" y="0"/>
                  </a:lnTo>
                  <a:lnTo>
                    <a:pt x="7956851" y="0"/>
                  </a:lnTo>
                  <a:lnTo>
                    <a:pt x="7954658" y="0"/>
                  </a:lnTo>
                  <a:lnTo>
                    <a:pt x="7952464" y="0"/>
                  </a:lnTo>
                  <a:lnTo>
                    <a:pt x="7950270" y="0"/>
                  </a:lnTo>
                  <a:lnTo>
                    <a:pt x="7948076" y="0"/>
                  </a:lnTo>
                  <a:lnTo>
                    <a:pt x="7945883" y="0"/>
                  </a:lnTo>
                  <a:lnTo>
                    <a:pt x="7943689" y="0"/>
                  </a:lnTo>
                  <a:lnTo>
                    <a:pt x="7941495" y="0"/>
                  </a:lnTo>
                  <a:lnTo>
                    <a:pt x="7939301" y="0"/>
                  </a:lnTo>
                  <a:lnTo>
                    <a:pt x="7937107" y="0"/>
                  </a:lnTo>
                  <a:lnTo>
                    <a:pt x="7934914" y="0"/>
                  </a:lnTo>
                  <a:lnTo>
                    <a:pt x="7932720" y="0"/>
                  </a:lnTo>
                  <a:lnTo>
                    <a:pt x="7930526" y="0"/>
                  </a:lnTo>
                  <a:lnTo>
                    <a:pt x="7928332" y="0"/>
                  </a:lnTo>
                  <a:lnTo>
                    <a:pt x="7926138" y="0"/>
                  </a:lnTo>
                  <a:lnTo>
                    <a:pt x="7923945" y="0"/>
                  </a:lnTo>
                  <a:lnTo>
                    <a:pt x="7921751" y="0"/>
                  </a:lnTo>
                  <a:lnTo>
                    <a:pt x="7919557" y="0"/>
                  </a:lnTo>
                  <a:lnTo>
                    <a:pt x="7917363" y="0"/>
                  </a:lnTo>
                  <a:lnTo>
                    <a:pt x="7915170" y="0"/>
                  </a:lnTo>
                  <a:lnTo>
                    <a:pt x="7912976" y="0"/>
                  </a:lnTo>
                  <a:lnTo>
                    <a:pt x="7910782" y="0"/>
                  </a:lnTo>
                  <a:lnTo>
                    <a:pt x="7908588" y="0"/>
                  </a:lnTo>
                  <a:lnTo>
                    <a:pt x="7906394" y="0"/>
                  </a:lnTo>
                  <a:lnTo>
                    <a:pt x="7904201" y="0"/>
                  </a:lnTo>
                  <a:lnTo>
                    <a:pt x="7902007" y="0"/>
                  </a:lnTo>
                  <a:lnTo>
                    <a:pt x="7899813" y="0"/>
                  </a:lnTo>
                  <a:lnTo>
                    <a:pt x="7897619" y="0"/>
                  </a:lnTo>
                  <a:lnTo>
                    <a:pt x="7895425" y="0"/>
                  </a:lnTo>
                  <a:lnTo>
                    <a:pt x="7893232" y="0"/>
                  </a:lnTo>
                  <a:lnTo>
                    <a:pt x="7891038" y="0"/>
                  </a:lnTo>
                  <a:lnTo>
                    <a:pt x="7888844" y="0"/>
                  </a:lnTo>
                  <a:lnTo>
                    <a:pt x="7886650" y="0"/>
                  </a:lnTo>
                  <a:lnTo>
                    <a:pt x="7884457" y="0"/>
                  </a:lnTo>
                  <a:lnTo>
                    <a:pt x="7882263" y="0"/>
                  </a:lnTo>
                  <a:lnTo>
                    <a:pt x="7880069" y="0"/>
                  </a:lnTo>
                  <a:lnTo>
                    <a:pt x="7877875" y="0"/>
                  </a:lnTo>
                  <a:lnTo>
                    <a:pt x="7875681" y="0"/>
                  </a:lnTo>
                  <a:lnTo>
                    <a:pt x="7873488" y="0"/>
                  </a:lnTo>
                  <a:lnTo>
                    <a:pt x="7871294" y="0"/>
                  </a:lnTo>
                  <a:lnTo>
                    <a:pt x="7869100" y="0"/>
                  </a:lnTo>
                  <a:lnTo>
                    <a:pt x="7866906" y="0"/>
                  </a:lnTo>
                  <a:lnTo>
                    <a:pt x="7864713" y="0"/>
                  </a:lnTo>
                  <a:lnTo>
                    <a:pt x="7862519" y="0"/>
                  </a:lnTo>
                  <a:lnTo>
                    <a:pt x="7860325" y="0"/>
                  </a:lnTo>
                  <a:lnTo>
                    <a:pt x="7858131" y="0"/>
                  </a:lnTo>
                  <a:lnTo>
                    <a:pt x="7855937" y="0"/>
                  </a:lnTo>
                  <a:lnTo>
                    <a:pt x="7853744" y="0"/>
                  </a:lnTo>
                  <a:lnTo>
                    <a:pt x="7851550" y="0"/>
                  </a:lnTo>
                  <a:lnTo>
                    <a:pt x="7849356" y="0"/>
                  </a:lnTo>
                  <a:lnTo>
                    <a:pt x="7847162" y="0"/>
                  </a:lnTo>
                  <a:lnTo>
                    <a:pt x="7844968" y="0"/>
                  </a:lnTo>
                  <a:lnTo>
                    <a:pt x="7842775" y="0"/>
                  </a:lnTo>
                  <a:lnTo>
                    <a:pt x="7840581" y="0"/>
                  </a:lnTo>
                  <a:lnTo>
                    <a:pt x="7838387" y="0"/>
                  </a:lnTo>
                  <a:lnTo>
                    <a:pt x="7836193" y="0"/>
                  </a:lnTo>
                  <a:lnTo>
                    <a:pt x="7834000" y="0"/>
                  </a:lnTo>
                  <a:lnTo>
                    <a:pt x="7831806" y="0"/>
                  </a:lnTo>
                  <a:lnTo>
                    <a:pt x="7829612" y="0"/>
                  </a:lnTo>
                  <a:lnTo>
                    <a:pt x="7827418" y="0"/>
                  </a:lnTo>
                  <a:lnTo>
                    <a:pt x="7825224" y="0"/>
                  </a:lnTo>
                  <a:lnTo>
                    <a:pt x="7823031" y="0"/>
                  </a:lnTo>
                  <a:lnTo>
                    <a:pt x="7820837" y="0"/>
                  </a:lnTo>
                  <a:lnTo>
                    <a:pt x="7818643" y="0"/>
                  </a:lnTo>
                  <a:lnTo>
                    <a:pt x="7816449" y="0"/>
                  </a:lnTo>
                  <a:lnTo>
                    <a:pt x="7814256" y="0"/>
                  </a:lnTo>
                  <a:lnTo>
                    <a:pt x="7812062" y="0"/>
                  </a:lnTo>
                  <a:lnTo>
                    <a:pt x="7809868" y="0"/>
                  </a:lnTo>
                  <a:lnTo>
                    <a:pt x="7807674" y="0"/>
                  </a:lnTo>
                  <a:lnTo>
                    <a:pt x="7805480" y="0"/>
                  </a:lnTo>
                  <a:lnTo>
                    <a:pt x="7803287" y="0"/>
                  </a:lnTo>
                  <a:lnTo>
                    <a:pt x="7801093" y="0"/>
                  </a:lnTo>
                  <a:lnTo>
                    <a:pt x="7798899" y="0"/>
                  </a:lnTo>
                  <a:lnTo>
                    <a:pt x="7796705" y="0"/>
                  </a:lnTo>
                  <a:lnTo>
                    <a:pt x="7794511" y="0"/>
                  </a:lnTo>
                  <a:lnTo>
                    <a:pt x="7792318" y="0"/>
                  </a:lnTo>
                  <a:lnTo>
                    <a:pt x="7790124" y="0"/>
                  </a:lnTo>
                  <a:lnTo>
                    <a:pt x="7787930" y="0"/>
                  </a:lnTo>
                  <a:lnTo>
                    <a:pt x="7785736" y="0"/>
                  </a:lnTo>
                  <a:lnTo>
                    <a:pt x="7783543" y="0"/>
                  </a:lnTo>
                  <a:lnTo>
                    <a:pt x="7781349" y="0"/>
                  </a:lnTo>
                  <a:lnTo>
                    <a:pt x="7779155" y="0"/>
                  </a:lnTo>
                  <a:lnTo>
                    <a:pt x="7776961" y="0"/>
                  </a:lnTo>
                  <a:lnTo>
                    <a:pt x="7774767" y="0"/>
                  </a:lnTo>
                  <a:lnTo>
                    <a:pt x="7772574" y="0"/>
                  </a:lnTo>
                  <a:lnTo>
                    <a:pt x="7770380" y="0"/>
                  </a:lnTo>
                  <a:lnTo>
                    <a:pt x="7768186" y="0"/>
                  </a:lnTo>
                  <a:lnTo>
                    <a:pt x="7765992" y="0"/>
                  </a:lnTo>
                  <a:lnTo>
                    <a:pt x="7763798" y="0"/>
                  </a:lnTo>
                  <a:lnTo>
                    <a:pt x="7761605" y="0"/>
                  </a:lnTo>
                  <a:lnTo>
                    <a:pt x="7759411" y="0"/>
                  </a:lnTo>
                  <a:lnTo>
                    <a:pt x="7757217" y="0"/>
                  </a:lnTo>
                  <a:lnTo>
                    <a:pt x="7755023" y="0"/>
                  </a:lnTo>
                  <a:lnTo>
                    <a:pt x="7752830" y="0"/>
                  </a:lnTo>
                  <a:lnTo>
                    <a:pt x="7750636" y="0"/>
                  </a:lnTo>
                  <a:lnTo>
                    <a:pt x="7748442" y="0"/>
                  </a:lnTo>
                  <a:lnTo>
                    <a:pt x="7746248" y="0"/>
                  </a:lnTo>
                  <a:lnTo>
                    <a:pt x="7744054" y="0"/>
                  </a:lnTo>
                  <a:lnTo>
                    <a:pt x="7741861" y="0"/>
                  </a:lnTo>
                  <a:lnTo>
                    <a:pt x="7739667" y="0"/>
                  </a:lnTo>
                  <a:lnTo>
                    <a:pt x="7737473" y="0"/>
                  </a:lnTo>
                  <a:lnTo>
                    <a:pt x="7735279" y="0"/>
                  </a:lnTo>
                  <a:lnTo>
                    <a:pt x="7733086" y="0"/>
                  </a:lnTo>
                  <a:lnTo>
                    <a:pt x="7730892" y="0"/>
                  </a:lnTo>
                  <a:lnTo>
                    <a:pt x="7728698" y="0"/>
                  </a:lnTo>
                  <a:lnTo>
                    <a:pt x="7726504" y="0"/>
                  </a:lnTo>
                  <a:lnTo>
                    <a:pt x="7724310" y="0"/>
                  </a:lnTo>
                  <a:lnTo>
                    <a:pt x="7722117" y="0"/>
                  </a:lnTo>
                  <a:lnTo>
                    <a:pt x="7719923" y="0"/>
                  </a:lnTo>
                  <a:lnTo>
                    <a:pt x="7717729" y="0"/>
                  </a:lnTo>
                  <a:lnTo>
                    <a:pt x="7715535" y="0"/>
                  </a:lnTo>
                  <a:lnTo>
                    <a:pt x="7713341" y="0"/>
                  </a:lnTo>
                  <a:lnTo>
                    <a:pt x="7711148" y="0"/>
                  </a:lnTo>
                  <a:lnTo>
                    <a:pt x="7708954" y="0"/>
                  </a:lnTo>
                  <a:lnTo>
                    <a:pt x="7706760" y="0"/>
                  </a:lnTo>
                  <a:lnTo>
                    <a:pt x="7704566" y="0"/>
                  </a:lnTo>
                  <a:lnTo>
                    <a:pt x="7702373" y="0"/>
                  </a:lnTo>
                  <a:lnTo>
                    <a:pt x="7700179" y="0"/>
                  </a:lnTo>
                  <a:lnTo>
                    <a:pt x="7697985" y="0"/>
                  </a:lnTo>
                  <a:lnTo>
                    <a:pt x="7695791" y="0"/>
                  </a:lnTo>
                  <a:lnTo>
                    <a:pt x="7693597" y="0"/>
                  </a:lnTo>
                  <a:lnTo>
                    <a:pt x="7691404" y="0"/>
                  </a:lnTo>
                  <a:lnTo>
                    <a:pt x="7689210" y="0"/>
                  </a:lnTo>
                  <a:lnTo>
                    <a:pt x="7687016" y="0"/>
                  </a:lnTo>
                  <a:lnTo>
                    <a:pt x="7684822" y="0"/>
                  </a:lnTo>
                  <a:lnTo>
                    <a:pt x="7682629" y="0"/>
                  </a:lnTo>
                  <a:lnTo>
                    <a:pt x="7680435" y="0"/>
                  </a:lnTo>
                  <a:lnTo>
                    <a:pt x="7678241" y="0"/>
                  </a:lnTo>
                  <a:lnTo>
                    <a:pt x="7676047" y="0"/>
                  </a:lnTo>
                  <a:lnTo>
                    <a:pt x="7673853" y="0"/>
                  </a:lnTo>
                  <a:lnTo>
                    <a:pt x="7671660" y="0"/>
                  </a:lnTo>
                  <a:lnTo>
                    <a:pt x="7669466" y="0"/>
                  </a:lnTo>
                  <a:lnTo>
                    <a:pt x="7667272" y="0"/>
                  </a:lnTo>
                  <a:lnTo>
                    <a:pt x="7665078" y="0"/>
                  </a:lnTo>
                  <a:lnTo>
                    <a:pt x="7662884" y="0"/>
                  </a:lnTo>
                  <a:lnTo>
                    <a:pt x="7660691" y="0"/>
                  </a:lnTo>
                  <a:lnTo>
                    <a:pt x="7658497" y="0"/>
                  </a:lnTo>
                  <a:lnTo>
                    <a:pt x="7656303" y="0"/>
                  </a:lnTo>
                  <a:lnTo>
                    <a:pt x="7654109" y="0"/>
                  </a:lnTo>
                  <a:lnTo>
                    <a:pt x="7651916" y="0"/>
                  </a:lnTo>
                  <a:lnTo>
                    <a:pt x="7649722" y="0"/>
                  </a:lnTo>
                  <a:lnTo>
                    <a:pt x="7647528" y="0"/>
                  </a:lnTo>
                  <a:lnTo>
                    <a:pt x="7645334" y="0"/>
                  </a:lnTo>
                  <a:lnTo>
                    <a:pt x="7643140" y="0"/>
                  </a:lnTo>
                  <a:lnTo>
                    <a:pt x="7640947" y="0"/>
                  </a:lnTo>
                  <a:lnTo>
                    <a:pt x="7638753" y="0"/>
                  </a:lnTo>
                  <a:lnTo>
                    <a:pt x="7636559" y="0"/>
                  </a:lnTo>
                  <a:lnTo>
                    <a:pt x="7634365" y="0"/>
                  </a:lnTo>
                  <a:lnTo>
                    <a:pt x="7632171" y="0"/>
                  </a:lnTo>
                  <a:lnTo>
                    <a:pt x="7629978" y="0"/>
                  </a:lnTo>
                  <a:lnTo>
                    <a:pt x="7627784" y="0"/>
                  </a:lnTo>
                  <a:lnTo>
                    <a:pt x="7625590" y="0"/>
                  </a:lnTo>
                  <a:lnTo>
                    <a:pt x="7623396" y="0"/>
                  </a:lnTo>
                  <a:lnTo>
                    <a:pt x="7621203" y="0"/>
                  </a:lnTo>
                  <a:lnTo>
                    <a:pt x="7619009" y="0"/>
                  </a:lnTo>
                  <a:lnTo>
                    <a:pt x="7616815" y="0"/>
                  </a:lnTo>
                  <a:lnTo>
                    <a:pt x="7614621" y="0"/>
                  </a:lnTo>
                  <a:lnTo>
                    <a:pt x="7612427" y="0"/>
                  </a:lnTo>
                  <a:lnTo>
                    <a:pt x="7610234" y="0"/>
                  </a:lnTo>
                  <a:lnTo>
                    <a:pt x="7608040" y="0"/>
                  </a:lnTo>
                  <a:lnTo>
                    <a:pt x="7605846" y="0"/>
                  </a:lnTo>
                  <a:lnTo>
                    <a:pt x="7603652" y="0"/>
                  </a:lnTo>
                  <a:lnTo>
                    <a:pt x="7601459" y="0"/>
                  </a:lnTo>
                  <a:lnTo>
                    <a:pt x="7599265" y="0"/>
                  </a:lnTo>
                  <a:lnTo>
                    <a:pt x="7597071" y="0"/>
                  </a:lnTo>
                  <a:lnTo>
                    <a:pt x="7594877" y="0"/>
                  </a:lnTo>
                  <a:lnTo>
                    <a:pt x="7592683" y="0"/>
                  </a:lnTo>
                  <a:lnTo>
                    <a:pt x="7590490" y="0"/>
                  </a:lnTo>
                  <a:lnTo>
                    <a:pt x="7588296" y="0"/>
                  </a:lnTo>
                  <a:lnTo>
                    <a:pt x="7586102" y="0"/>
                  </a:lnTo>
                  <a:lnTo>
                    <a:pt x="7583908" y="0"/>
                  </a:lnTo>
                  <a:lnTo>
                    <a:pt x="7581714" y="0"/>
                  </a:lnTo>
                  <a:lnTo>
                    <a:pt x="7579521" y="0"/>
                  </a:lnTo>
                  <a:lnTo>
                    <a:pt x="7577327" y="0"/>
                  </a:lnTo>
                  <a:lnTo>
                    <a:pt x="7575133" y="0"/>
                  </a:lnTo>
                  <a:lnTo>
                    <a:pt x="7572939" y="0"/>
                  </a:lnTo>
                  <a:lnTo>
                    <a:pt x="7570746" y="0"/>
                  </a:lnTo>
                  <a:lnTo>
                    <a:pt x="7568552" y="0"/>
                  </a:lnTo>
                  <a:lnTo>
                    <a:pt x="7566358" y="0"/>
                  </a:lnTo>
                  <a:lnTo>
                    <a:pt x="7564164" y="0"/>
                  </a:lnTo>
                  <a:lnTo>
                    <a:pt x="7561970" y="0"/>
                  </a:lnTo>
                  <a:lnTo>
                    <a:pt x="7559777" y="0"/>
                  </a:lnTo>
                  <a:lnTo>
                    <a:pt x="7557583" y="0"/>
                  </a:lnTo>
                  <a:lnTo>
                    <a:pt x="7555389" y="0"/>
                  </a:lnTo>
                  <a:lnTo>
                    <a:pt x="7553195" y="0"/>
                  </a:lnTo>
                  <a:lnTo>
                    <a:pt x="7551002" y="0"/>
                  </a:lnTo>
                  <a:lnTo>
                    <a:pt x="7548808" y="0"/>
                  </a:lnTo>
                  <a:lnTo>
                    <a:pt x="7546614" y="0"/>
                  </a:lnTo>
                  <a:lnTo>
                    <a:pt x="7544420" y="0"/>
                  </a:lnTo>
                  <a:lnTo>
                    <a:pt x="7542226" y="0"/>
                  </a:lnTo>
                  <a:lnTo>
                    <a:pt x="7540033" y="0"/>
                  </a:lnTo>
                  <a:lnTo>
                    <a:pt x="7537839" y="0"/>
                  </a:lnTo>
                  <a:lnTo>
                    <a:pt x="7535645" y="0"/>
                  </a:lnTo>
                  <a:lnTo>
                    <a:pt x="7533451" y="0"/>
                  </a:lnTo>
                  <a:lnTo>
                    <a:pt x="7531257" y="0"/>
                  </a:lnTo>
                  <a:lnTo>
                    <a:pt x="7529064" y="0"/>
                  </a:lnTo>
                  <a:lnTo>
                    <a:pt x="7526870" y="0"/>
                  </a:lnTo>
                  <a:lnTo>
                    <a:pt x="7524676" y="0"/>
                  </a:lnTo>
                  <a:lnTo>
                    <a:pt x="7522482" y="0"/>
                  </a:lnTo>
                  <a:lnTo>
                    <a:pt x="7520289" y="0"/>
                  </a:lnTo>
                  <a:lnTo>
                    <a:pt x="7518095" y="0"/>
                  </a:lnTo>
                  <a:lnTo>
                    <a:pt x="7515901" y="0"/>
                  </a:lnTo>
                  <a:lnTo>
                    <a:pt x="7513707" y="0"/>
                  </a:lnTo>
                  <a:lnTo>
                    <a:pt x="7511513" y="0"/>
                  </a:lnTo>
                  <a:lnTo>
                    <a:pt x="7509320" y="0"/>
                  </a:lnTo>
                  <a:lnTo>
                    <a:pt x="7507126" y="0"/>
                  </a:lnTo>
                  <a:lnTo>
                    <a:pt x="7504932" y="0"/>
                  </a:lnTo>
                  <a:lnTo>
                    <a:pt x="7502738" y="0"/>
                  </a:lnTo>
                  <a:lnTo>
                    <a:pt x="7500545" y="0"/>
                  </a:lnTo>
                  <a:lnTo>
                    <a:pt x="7498351" y="0"/>
                  </a:lnTo>
                  <a:lnTo>
                    <a:pt x="7496157" y="0"/>
                  </a:lnTo>
                  <a:lnTo>
                    <a:pt x="7493963" y="0"/>
                  </a:lnTo>
                  <a:lnTo>
                    <a:pt x="7491769" y="0"/>
                  </a:lnTo>
                  <a:lnTo>
                    <a:pt x="7489576" y="0"/>
                  </a:lnTo>
                  <a:lnTo>
                    <a:pt x="7487382" y="0"/>
                  </a:lnTo>
                  <a:lnTo>
                    <a:pt x="7485188" y="0"/>
                  </a:lnTo>
                  <a:lnTo>
                    <a:pt x="7482994" y="0"/>
                  </a:lnTo>
                  <a:lnTo>
                    <a:pt x="7480800" y="0"/>
                  </a:lnTo>
                  <a:lnTo>
                    <a:pt x="7478607" y="0"/>
                  </a:lnTo>
                  <a:lnTo>
                    <a:pt x="7476413" y="0"/>
                  </a:lnTo>
                  <a:lnTo>
                    <a:pt x="7474219" y="0"/>
                  </a:lnTo>
                  <a:lnTo>
                    <a:pt x="7472025" y="0"/>
                  </a:lnTo>
                  <a:lnTo>
                    <a:pt x="7469832" y="0"/>
                  </a:lnTo>
                  <a:lnTo>
                    <a:pt x="7467638" y="0"/>
                  </a:lnTo>
                  <a:lnTo>
                    <a:pt x="7465444" y="0"/>
                  </a:lnTo>
                  <a:lnTo>
                    <a:pt x="7463250" y="0"/>
                  </a:lnTo>
                  <a:lnTo>
                    <a:pt x="7461056" y="0"/>
                  </a:lnTo>
                  <a:lnTo>
                    <a:pt x="7458863" y="0"/>
                  </a:lnTo>
                  <a:lnTo>
                    <a:pt x="7456669" y="0"/>
                  </a:lnTo>
                  <a:lnTo>
                    <a:pt x="7454475" y="0"/>
                  </a:lnTo>
                  <a:lnTo>
                    <a:pt x="7452281" y="0"/>
                  </a:lnTo>
                  <a:lnTo>
                    <a:pt x="7450087" y="0"/>
                  </a:lnTo>
                  <a:lnTo>
                    <a:pt x="7447894" y="0"/>
                  </a:lnTo>
                  <a:lnTo>
                    <a:pt x="7445700" y="0"/>
                  </a:lnTo>
                  <a:lnTo>
                    <a:pt x="7443506" y="0"/>
                  </a:lnTo>
                  <a:lnTo>
                    <a:pt x="7441312" y="0"/>
                  </a:lnTo>
                  <a:lnTo>
                    <a:pt x="7439119" y="0"/>
                  </a:lnTo>
                  <a:lnTo>
                    <a:pt x="7436925" y="0"/>
                  </a:lnTo>
                  <a:lnTo>
                    <a:pt x="7434731" y="0"/>
                  </a:lnTo>
                  <a:lnTo>
                    <a:pt x="7432537" y="0"/>
                  </a:lnTo>
                  <a:lnTo>
                    <a:pt x="7430343" y="0"/>
                  </a:lnTo>
                  <a:lnTo>
                    <a:pt x="7428150" y="0"/>
                  </a:lnTo>
                  <a:lnTo>
                    <a:pt x="7425956" y="0"/>
                  </a:lnTo>
                  <a:lnTo>
                    <a:pt x="7423762" y="0"/>
                  </a:lnTo>
                  <a:lnTo>
                    <a:pt x="7421568" y="0"/>
                  </a:lnTo>
                  <a:lnTo>
                    <a:pt x="7419375" y="0"/>
                  </a:lnTo>
                  <a:lnTo>
                    <a:pt x="7417181" y="0"/>
                  </a:lnTo>
                  <a:lnTo>
                    <a:pt x="7414987" y="0"/>
                  </a:lnTo>
                  <a:lnTo>
                    <a:pt x="7412793" y="0"/>
                  </a:lnTo>
                  <a:lnTo>
                    <a:pt x="7410599" y="0"/>
                  </a:lnTo>
                  <a:lnTo>
                    <a:pt x="7408406" y="0"/>
                  </a:lnTo>
                  <a:lnTo>
                    <a:pt x="7406212" y="0"/>
                  </a:lnTo>
                  <a:lnTo>
                    <a:pt x="7404018" y="0"/>
                  </a:lnTo>
                  <a:lnTo>
                    <a:pt x="7401824" y="0"/>
                  </a:lnTo>
                  <a:lnTo>
                    <a:pt x="7399630" y="0"/>
                  </a:lnTo>
                  <a:lnTo>
                    <a:pt x="7397437" y="0"/>
                  </a:lnTo>
                  <a:lnTo>
                    <a:pt x="7395243" y="0"/>
                  </a:lnTo>
                  <a:lnTo>
                    <a:pt x="7393049" y="0"/>
                  </a:lnTo>
                  <a:lnTo>
                    <a:pt x="7390855" y="0"/>
                  </a:lnTo>
                  <a:lnTo>
                    <a:pt x="7388662" y="0"/>
                  </a:lnTo>
                  <a:lnTo>
                    <a:pt x="7386468" y="0"/>
                  </a:lnTo>
                  <a:lnTo>
                    <a:pt x="7384274" y="0"/>
                  </a:lnTo>
                  <a:lnTo>
                    <a:pt x="7382080" y="0"/>
                  </a:lnTo>
                  <a:lnTo>
                    <a:pt x="7379886" y="0"/>
                  </a:lnTo>
                  <a:lnTo>
                    <a:pt x="7377693" y="0"/>
                  </a:lnTo>
                  <a:lnTo>
                    <a:pt x="7375499" y="0"/>
                  </a:lnTo>
                  <a:lnTo>
                    <a:pt x="7373305" y="0"/>
                  </a:lnTo>
                  <a:lnTo>
                    <a:pt x="7371111" y="0"/>
                  </a:lnTo>
                  <a:lnTo>
                    <a:pt x="7368918" y="0"/>
                  </a:lnTo>
                  <a:lnTo>
                    <a:pt x="7366724" y="0"/>
                  </a:lnTo>
                  <a:lnTo>
                    <a:pt x="7364530" y="0"/>
                  </a:lnTo>
                  <a:lnTo>
                    <a:pt x="7362336" y="0"/>
                  </a:lnTo>
                  <a:lnTo>
                    <a:pt x="7360142" y="0"/>
                  </a:lnTo>
                  <a:lnTo>
                    <a:pt x="7357949" y="0"/>
                  </a:lnTo>
                  <a:lnTo>
                    <a:pt x="7355755" y="0"/>
                  </a:lnTo>
                  <a:lnTo>
                    <a:pt x="7353561" y="0"/>
                  </a:lnTo>
                  <a:lnTo>
                    <a:pt x="7351367" y="0"/>
                  </a:lnTo>
                  <a:lnTo>
                    <a:pt x="7349173" y="0"/>
                  </a:lnTo>
                  <a:lnTo>
                    <a:pt x="7346980" y="0"/>
                  </a:lnTo>
                  <a:lnTo>
                    <a:pt x="7344786" y="0"/>
                  </a:lnTo>
                  <a:lnTo>
                    <a:pt x="7342592" y="0"/>
                  </a:lnTo>
                  <a:lnTo>
                    <a:pt x="7340398" y="0"/>
                  </a:lnTo>
                  <a:lnTo>
                    <a:pt x="7338205" y="0"/>
                  </a:lnTo>
                  <a:lnTo>
                    <a:pt x="7336011" y="0"/>
                  </a:lnTo>
                  <a:lnTo>
                    <a:pt x="7333817" y="0"/>
                  </a:lnTo>
                  <a:lnTo>
                    <a:pt x="7331623" y="0"/>
                  </a:lnTo>
                  <a:lnTo>
                    <a:pt x="7329429" y="0"/>
                  </a:lnTo>
                  <a:lnTo>
                    <a:pt x="7327236" y="0"/>
                  </a:lnTo>
                  <a:lnTo>
                    <a:pt x="7325042" y="0"/>
                  </a:lnTo>
                  <a:lnTo>
                    <a:pt x="7322848" y="0"/>
                  </a:lnTo>
                  <a:lnTo>
                    <a:pt x="7320654" y="0"/>
                  </a:lnTo>
                  <a:lnTo>
                    <a:pt x="7318460" y="0"/>
                  </a:lnTo>
                  <a:lnTo>
                    <a:pt x="7316267" y="0"/>
                  </a:lnTo>
                  <a:lnTo>
                    <a:pt x="7314073" y="0"/>
                  </a:lnTo>
                  <a:lnTo>
                    <a:pt x="7311879" y="0"/>
                  </a:lnTo>
                  <a:lnTo>
                    <a:pt x="7309685" y="0"/>
                  </a:lnTo>
                  <a:lnTo>
                    <a:pt x="7307492" y="0"/>
                  </a:lnTo>
                  <a:lnTo>
                    <a:pt x="7305298" y="0"/>
                  </a:lnTo>
                  <a:lnTo>
                    <a:pt x="7303104" y="0"/>
                  </a:lnTo>
                  <a:lnTo>
                    <a:pt x="7300910" y="0"/>
                  </a:lnTo>
                  <a:lnTo>
                    <a:pt x="7298716" y="0"/>
                  </a:lnTo>
                  <a:lnTo>
                    <a:pt x="7296523" y="0"/>
                  </a:lnTo>
                  <a:lnTo>
                    <a:pt x="7294329" y="0"/>
                  </a:lnTo>
                  <a:lnTo>
                    <a:pt x="7292135" y="0"/>
                  </a:lnTo>
                  <a:lnTo>
                    <a:pt x="7289941" y="0"/>
                  </a:lnTo>
                  <a:lnTo>
                    <a:pt x="7287748" y="0"/>
                  </a:lnTo>
                  <a:lnTo>
                    <a:pt x="7285554" y="0"/>
                  </a:lnTo>
                  <a:lnTo>
                    <a:pt x="7283360" y="0"/>
                  </a:lnTo>
                  <a:lnTo>
                    <a:pt x="7281166" y="0"/>
                  </a:lnTo>
                  <a:lnTo>
                    <a:pt x="7278972" y="0"/>
                  </a:lnTo>
                  <a:lnTo>
                    <a:pt x="7276779" y="0"/>
                  </a:lnTo>
                  <a:lnTo>
                    <a:pt x="7274585" y="0"/>
                  </a:lnTo>
                  <a:lnTo>
                    <a:pt x="7272391" y="0"/>
                  </a:lnTo>
                  <a:lnTo>
                    <a:pt x="7270197" y="0"/>
                  </a:lnTo>
                  <a:lnTo>
                    <a:pt x="7268003" y="0"/>
                  </a:lnTo>
                  <a:lnTo>
                    <a:pt x="7265810" y="0"/>
                  </a:lnTo>
                  <a:lnTo>
                    <a:pt x="7263616" y="0"/>
                  </a:lnTo>
                  <a:lnTo>
                    <a:pt x="7261422" y="0"/>
                  </a:lnTo>
                  <a:lnTo>
                    <a:pt x="7259228" y="0"/>
                  </a:lnTo>
                  <a:lnTo>
                    <a:pt x="7257035" y="0"/>
                  </a:lnTo>
                  <a:lnTo>
                    <a:pt x="7254841" y="0"/>
                  </a:lnTo>
                  <a:lnTo>
                    <a:pt x="7252647" y="0"/>
                  </a:lnTo>
                  <a:lnTo>
                    <a:pt x="7250453" y="0"/>
                  </a:lnTo>
                  <a:lnTo>
                    <a:pt x="7248259" y="0"/>
                  </a:lnTo>
                  <a:lnTo>
                    <a:pt x="7246066" y="0"/>
                  </a:lnTo>
                  <a:lnTo>
                    <a:pt x="7243872" y="0"/>
                  </a:lnTo>
                  <a:lnTo>
                    <a:pt x="7241678" y="0"/>
                  </a:lnTo>
                  <a:lnTo>
                    <a:pt x="7239484" y="0"/>
                  </a:lnTo>
                  <a:lnTo>
                    <a:pt x="7237291" y="0"/>
                  </a:lnTo>
                  <a:lnTo>
                    <a:pt x="7235097" y="0"/>
                  </a:lnTo>
                  <a:lnTo>
                    <a:pt x="7232903" y="0"/>
                  </a:lnTo>
                  <a:lnTo>
                    <a:pt x="7230709" y="0"/>
                  </a:lnTo>
                  <a:lnTo>
                    <a:pt x="7228515" y="0"/>
                  </a:lnTo>
                  <a:lnTo>
                    <a:pt x="7226322" y="0"/>
                  </a:lnTo>
                  <a:lnTo>
                    <a:pt x="7224128" y="0"/>
                  </a:lnTo>
                  <a:lnTo>
                    <a:pt x="7221934" y="0"/>
                  </a:lnTo>
                  <a:lnTo>
                    <a:pt x="7219740" y="0"/>
                  </a:lnTo>
                  <a:lnTo>
                    <a:pt x="7217546" y="0"/>
                  </a:lnTo>
                  <a:lnTo>
                    <a:pt x="7215353" y="0"/>
                  </a:lnTo>
                  <a:lnTo>
                    <a:pt x="7213159" y="0"/>
                  </a:lnTo>
                  <a:lnTo>
                    <a:pt x="7210965" y="0"/>
                  </a:lnTo>
                  <a:lnTo>
                    <a:pt x="7208771" y="0"/>
                  </a:lnTo>
                  <a:lnTo>
                    <a:pt x="7206578" y="0"/>
                  </a:lnTo>
                  <a:lnTo>
                    <a:pt x="7204384" y="0"/>
                  </a:lnTo>
                  <a:lnTo>
                    <a:pt x="7202190" y="0"/>
                  </a:lnTo>
                  <a:lnTo>
                    <a:pt x="7199996" y="0"/>
                  </a:lnTo>
                  <a:lnTo>
                    <a:pt x="7197802" y="0"/>
                  </a:lnTo>
                  <a:lnTo>
                    <a:pt x="7195609" y="0"/>
                  </a:lnTo>
                  <a:lnTo>
                    <a:pt x="7193415" y="0"/>
                  </a:lnTo>
                  <a:lnTo>
                    <a:pt x="7191221" y="0"/>
                  </a:lnTo>
                  <a:lnTo>
                    <a:pt x="7189027" y="0"/>
                  </a:lnTo>
                  <a:lnTo>
                    <a:pt x="7186833" y="0"/>
                  </a:lnTo>
                  <a:lnTo>
                    <a:pt x="7184640" y="0"/>
                  </a:lnTo>
                  <a:lnTo>
                    <a:pt x="7182446" y="0"/>
                  </a:lnTo>
                  <a:lnTo>
                    <a:pt x="7180252" y="0"/>
                  </a:lnTo>
                  <a:lnTo>
                    <a:pt x="7178058" y="0"/>
                  </a:lnTo>
                  <a:lnTo>
                    <a:pt x="7175865" y="0"/>
                  </a:lnTo>
                  <a:lnTo>
                    <a:pt x="7173671" y="0"/>
                  </a:lnTo>
                  <a:lnTo>
                    <a:pt x="7171477" y="0"/>
                  </a:lnTo>
                  <a:lnTo>
                    <a:pt x="7169283" y="0"/>
                  </a:lnTo>
                  <a:lnTo>
                    <a:pt x="7167089" y="0"/>
                  </a:lnTo>
                  <a:lnTo>
                    <a:pt x="7164896" y="0"/>
                  </a:lnTo>
                  <a:lnTo>
                    <a:pt x="7162702" y="0"/>
                  </a:lnTo>
                  <a:lnTo>
                    <a:pt x="7160508" y="0"/>
                  </a:lnTo>
                  <a:lnTo>
                    <a:pt x="7158314" y="0"/>
                  </a:lnTo>
                  <a:lnTo>
                    <a:pt x="7156121" y="0"/>
                  </a:lnTo>
                  <a:lnTo>
                    <a:pt x="7153927" y="0"/>
                  </a:lnTo>
                  <a:lnTo>
                    <a:pt x="7151733" y="0"/>
                  </a:lnTo>
                  <a:lnTo>
                    <a:pt x="7149539" y="0"/>
                  </a:lnTo>
                  <a:lnTo>
                    <a:pt x="7147345" y="0"/>
                  </a:lnTo>
                  <a:lnTo>
                    <a:pt x="7145152" y="0"/>
                  </a:lnTo>
                  <a:lnTo>
                    <a:pt x="7142958" y="0"/>
                  </a:lnTo>
                  <a:lnTo>
                    <a:pt x="7140764" y="0"/>
                  </a:lnTo>
                  <a:lnTo>
                    <a:pt x="7138570" y="0"/>
                  </a:lnTo>
                  <a:lnTo>
                    <a:pt x="7136376" y="0"/>
                  </a:lnTo>
                  <a:lnTo>
                    <a:pt x="7134183" y="0"/>
                  </a:lnTo>
                  <a:lnTo>
                    <a:pt x="7131989" y="0"/>
                  </a:lnTo>
                  <a:lnTo>
                    <a:pt x="7129795" y="0"/>
                  </a:lnTo>
                  <a:lnTo>
                    <a:pt x="7127601" y="0"/>
                  </a:lnTo>
                  <a:lnTo>
                    <a:pt x="7125408" y="0"/>
                  </a:lnTo>
                  <a:lnTo>
                    <a:pt x="7123214" y="0"/>
                  </a:lnTo>
                  <a:lnTo>
                    <a:pt x="7121020" y="0"/>
                  </a:lnTo>
                  <a:lnTo>
                    <a:pt x="7118826" y="0"/>
                  </a:lnTo>
                  <a:lnTo>
                    <a:pt x="7116632" y="0"/>
                  </a:lnTo>
                  <a:lnTo>
                    <a:pt x="7114439" y="0"/>
                  </a:lnTo>
                  <a:lnTo>
                    <a:pt x="7112245" y="0"/>
                  </a:lnTo>
                  <a:lnTo>
                    <a:pt x="7110051" y="0"/>
                  </a:lnTo>
                  <a:lnTo>
                    <a:pt x="7107857" y="0"/>
                  </a:lnTo>
                  <a:lnTo>
                    <a:pt x="7105664" y="0"/>
                  </a:lnTo>
                  <a:lnTo>
                    <a:pt x="7103470" y="0"/>
                  </a:lnTo>
                  <a:lnTo>
                    <a:pt x="7101276" y="0"/>
                  </a:lnTo>
                  <a:lnTo>
                    <a:pt x="7099082" y="0"/>
                  </a:lnTo>
                  <a:lnTo>
                    <a:pt x="7096888" y="0"/>
                  </a:lnTo>
                  <a:lnTo>
                    <a:pt x="7094695" y="0"/>
                  </a:lnTo>
                  <a:lnTo>
                    <a:pt x="7092501" y="0"/>
                  </a:lnTo>
                  <a:lnTo>
                    <a:pt x="7090307" y="0"/>
                  </a:lnTo>
                  <a:lnTo>
                    <a:pt x="7088113" y="0"/>
                  </a:lnTo>
                  <a:lnTo>
                    <a:pt x="7085919" y="0"/>
                  </a:lnTo>
                  <a:lnTo>
                    <a:pt x="7083726" y="0"/>
                  </a:lnTo>
                  <a:lnTo>
                    <a:pt x="7081532" y="0"/>
                  </a:lnTo>
                  <a:lnTo>
                    <a:pt x="7079338" y="0"/>
                  </a:lnTo>
                  <a:lnTo>
                    <a:pt x="7077144" y="0"/>
                  </a:lnTo>
                  <a:lnTo>
                    <a:pt x="7074951" y="0"/>
                  </a:lnTo>
                  <a:lnTo>
                    <a:pt x="7072757" y="0"/>
                  </a:lnTo>
                  <a:lnTo>
                    <a:pt x="7070563" y="0"/>
                  </a:lnTo>
                  <a:lnTo>
                    <a:pt x="7068369" y="0"/>
                  </a:lnTo>
                  <a:lnTo>
                    <a:pt x="7066175" y="0"/>
                  </a:lnTo>
                  <a:lnTo>
                    <a:pt x="7063982" y="0"/>
                  </a:lnTo>
                  <a:lnTo>
                    <a:pt x="7061788" y="0"/>
                  </a:lnTo>
                  <a:lnTo>
                    <a:pt x="7059594" y="0"/>
                  </a:lnTo>
                  <a:lnTo>
                    <a:pt x="7057400" y="0"/>
                  </a:lnTo>
                  <a:lnTo>
                    <a:pt x="7055206" y="0"/>
                  </a:lnTo>
                  <a:lnTo>
                    <a:pt x="7053013" y="0"/>
                  </a:lnTo>
                  <a:lnTo>
                    <a:pt x="7050819" y="0"/>
                  </a:lnTo>
                  <a:lnTo>
                    <a:pt x="7048625" y="0"/>
                  </a:lnTo>
                  <a:lnTo>
                    <a:pt x="7046431" y="0"/>
                  </a:lnTo>
                  <a:lnTo>
                    <a:pt x="7044238" y="0"/>
                  </a:lnTo>
                  <a:lnTo>
                    <a:pt x="7042044" y="0"/>
                  </a:lnTo>
                  <a:lnTo>
                    <a:pt x="7039850" y="0"/>
                  </a:lnTo>
                  <a:lnTo>
                    <a:pt x="7037656" y="0"/>
                  </a:lnTo>
                  <a:lnTo>
                    <a:pt x="7035462" y="0"/>
                  </a:lnTo>
                  <a:lnTo>
                    <a:pt x="7033269" y="0"/>
                  </a:lnTo>
                  <a:lnTo>
                    <a:pt x="7031075" y="0"/>
                  </a:lnTo>
                  <a:lnTo>
                    <a:pt x="7028881" y="0"/>
                  </a:lnTo>
                  <a:lnTo>
                    <a:pt x="7026687" y="0"/>
                  </a:lnTo>
                  <a:lnTo>
                    <a:pt x="7024494" y="0"/>
                  </a:lnTo>
                  <a:lnTo>
                    <a:pt x="7022300" y="0"/>
                  </a:lnTo>
                  <a:lnTo>
                    <a:pt x="7020106" y="0"/>
                  </a:lnTo>
                  <a:lnTo>
                    <a:pt x="7017912" y="0"/>
                  </a:lnTo>
                  <a:lnTo>
                    <a:pt x="7015718" y="0"/>
                  </a:lnTo>
                  <a:lnTo>
                    <a:pt x="7013525" y="0"/>
                  </a:lnTo>
                  <a:lnTo>
                    <a:pt x="7011331" y="0"/>
                  </a:lnTo>
                  <a:lnTo>
                    <a:pt x="7009137" y="0"/>
                  </a:lnTo>
                  <a:lnTo>
                    <a:pt x="7006943" y="0"/>
                  </a:lnTo>
                  <a:lnTo>
                    <a:pt x="7004749" y="0"/>
                  </a:lnTo>
                  <a:lnTo>
                    <a:pt x="7002556" y="0"/>
                  </a:lnTo>
                  <a:lnTo>
                    <a:pt x="7000362" y="0"/>
                  </a:lnTo>
                  <a:lnTo>
                    <a:pt x="6998168" y="0"/>
                  </a:lnTo>
                  <a:lnTo>
                    <a:pt x="6995974" y="0"/>
                  </a:lnTo>
                  <a:lnTo>
                    <a:pt x="6993781" y="0"/>
                  </a:lnTo>
                  <a:lnTo>
                    <a:pt x="6991587" y="0"/>
                  </a:lnTo>
                  <a:lnTo>
                    <a:pt x="6989393" y="0"/>
                  </a:lnTo>
                  <a:lnTo>
                    <a:pt x="6987199" y="0"/>
                  </a:lnTo>
                  <a:lnTo>
                    <a:pt x="6985005" y="0"/>
                  </a:lnTo>
                  <a:lnTo>
                    <a:pt x="6982812" y="0"/>
                  </a:lnTo>
                  <a:lnTo>
                    <a:pt x="6980618" y="0"/>
                  </a:lnTo>
                  <a:lnTo>
                    <a:pt x="6978424" y="0"/>
                  </a:lnTo>
                  <a:lnTo>
                    <a:pt x="6976230" y="0"/>
                  </a:lnTo>
                  <a:lnTo>
                    <a:pt x="6974037" y="0"/>
                  </a:lnTo>
                  <a:lnTo>
                    <a:pt x="6971843" y="0"/>
                  </a:lnTo>
                  <a:lnTo>
                    <a:pt x="6969649" y="0"/>
                  </a:lnTo>
                  <a:lnTo>
                    <a:pt x="6967455" y="0"/>
                  </a:lnTo>
                  <a:lnTo>
                    <a:pt x="6965261" y="0"/>
                  </a:lnTo>
                  <a:lnTo>
                    <a:pt x="6963068" y="0"/>
                  </a:lnTo>
                  <a:lnTo>
                    <a:pt x="6960874" y="0"/>
                  </a:lnTo>
                  <a:lnTo>
                    <a:pt x="6958680" y="0"/>
                  </a:lnTo>
                  <a:lnTo>
                    <a:pt x="6956486" y="0"/>
                  </a:lnTo>
                  <a:lnTo>
                    <a:pt x="6954292" y="0"/>
                  </a:lnTo>
                  <a:lnTo>
                    <a:pt x="6952099" y="0"/>
                  </a:lnTo>
                  <a:lnTo>
                    <a:pt x="6949905" y="0"/>
                  </a:lnTo>
                  <a:lnTo>
                    <a:pt x="6947711" y="0"/>
                  </a:lnTo>
                  <a:lnTo>
                    <a:pt x="6945517" y="0"/>
                  </a:lnTo>
                  <a:lnTo>
                    <a:pt x="6943324" y="0"/>
                  </a:lnTo>
                  <a:lnTo>
                    <a:pt x="6941130" y="0"/>
                  </a:lnTo>
                  <a:lnTo>
                    <a:pt x="6938936" y="0"/>
                  </a:lnTo>
                  <a:lnTo>
                    <a:pt x="6936742" y="0"/>
                  </a:lnTo>
                  <a:lnTo>
                    <a:pt x="6934548" y="0"/>
                  </a:lnTo>
                  <a:lnTo>
                    <a:pt x="6932355" y="0"/>
                  </a:lnTo>
                  <a:lnTo>
                    <a:pt x="6930161" y="0"/>
                  </a:lnTo>
                  <a:lnTo>
                    <a:pt x="6927967" y="0"/>
                  </a:lnTo>
                  <a:lnTo>
                    <a:pt x="6925773" y="0"/>
                  </a:lnTo>
                  <a:lnTo>
                    <a:pt x="6923580" y="0"/>
                  </a:lnTo>
                  <a:lnTo>
                    <a:pt x="6921386" y="0"/>
                  </a:lnTo>
                  <a:lnTo>
                    <a:pt x="6919192" y="0"/>
                  </a:lnTo>
                  <a:lnTo>
                    <a:pt x="6916998" y="0"/>
                  </a:lnTo>
                  <a:lnTo>
                    <a:pt x="6914804" y="0"/>
                  </a:lnTo>
                  <a:lnTo>
                    <a:pt x="6912611" y="0"/>
                  </a:lnTo>
                  <a:lnTo>
                    <a:pt x="6910417" y="0"/>
                  </a:lnTo>
                  <a:lnTo>
                    <a:pt x="6908223" y="0"/>
                  </a:lnTo>
                  <a:lnTo>
                    <a:pt x="6906029" y="0"/>
                  </a:lnTo>
                  <a:lnTo>
                    <a:pt x="6903835" y="0"/>
                  </a:lnTo>
                  <a:lnTo>
                    <a:pt x="6901642" y="0"/>
                  </a:lnTo>
                  <a:lnTo>
                    <a:pt x="6899448" y="0"/>
                  </a:lnTo>
                  <a:lnTo>
                    <a:pt x="6897254" y="0"/>
                  </a:lnTo>
                  <a:lnTo>
                    <a:pt x="6895060" y="0"/>
                  </a:lnTo>
                  <a:lnTo>
                    <a:pt x="6892867" y="0"/>
                  </a:lnTo>
                  <a:lnTo>
                    <a:pt x="6890673" y="0"/>
                  </a:lnTo>
                  <a:lnTo>
                    <a:pt x="6888479" y="0"/>
                  </a:lnTo>
                  <a:lnTo>
                    <a:pt x="6886285" y="0"/>
                  </a:lnTo>
                  <a:lnTo>
                    <a:pt x="6884091" y="0"/>
                  </a:lnTo>
                  <a:lnTo>
                    <a:pt x="6881898" y="0"/>
                  </a:lnTo>
                  <a:lnTo>
                    <a:pt x="6879704" y="0"/>
                  </a:lnTo>
                  <a:lnTo>
                    <a:pt x="6877510" y="0"/>
                  </a:lnTo>
                  <a:lnTo>
                    <a:pt x="6875316" y="0"/>
                  </a:lnTo>
                  <a:lnTo>
                    <a:pt x="6873122" y="0"/>
                  </a:lnTo>
                  <a:lnTo>
                    <a:pt x="6870929" y="0"/>
                  </a:lnTo>
                  <a:lnTo>
                    <a:pt x="6868735" y="0"/>
                  </a:lnTo>
                  <a:lnTo>
                    <a:pt x="6866541" y="0"/>
                  </a:lnTo>
                  <a:lnTo>
                    <a:pt x="6864347" y="0"/>
                  </a:lnTo>
                  <a:lnTo>
                    <a:pt x="6862154" y="0"/>
                  </a:lnTo>
                  <a:lnTo>
                    <a:pt x="6859960" y="0"/>
                  </a:lnTo>
                  <a:lnTo>
                    <a:pt x="6857766" y="0"/>
                  </a:lnTo>
                  <a:lnTo>
                    <a:pt x="6855572" y="0"/>
                  </a:lnTo>
                  <a:lnTo>
                    <a:pt x="6853378" y="0"/>
                  </a:lnTo>
                  <a:lnTo>
                    <a:pt x="6851185" y="0"/>
                  </a:lnTo>
                  <a:lnTo>
                    <a:pt x="6848991" y="0"/>
                  </a:lnTo>
                  <a:lnTo>
                    <a:pt x="6846797" y="0"/>
                  </a:lnTo>
                  <a:lnTo>
                    <a:pt x="6844603" y="0"/>
                  </a:lnTo>
                  <a:lnTo>
                    <a:pt x="6842410" y="0"/>
                  </a:lnTo>
                  <a:lnTo>
                    <a:pt x="6840216" y="0"/>
                  </a:lnTo>
                  <a:lnTo>
                    <a:pt x="6838022" y="0"/>
                  </a:lnTo>
                  <a:lnTo>
                    <a:pt x="6835828" y="0"/>
                  </a:lnTo>
                  <a:lnTo>
                    <a:pt x="6833634" y="0"/>
                  </a:lnTo>
                  <a:lnTo>
                    <a:pt x="6831441" y="0"/>
                  </a:lnTo>
                  <a:lnTo>
                    <a:pt x="6829247" y="0"/>
                  </a:lnTo>
                  <a:lnTo>
                    <a:pt x="6827053" y="0"/>
                  </a:lnTo>
                  <a:lnTo>
                    <a:pt x="6824859" y="0"/>
                  </a:lnTo>
                  <a:lnTo>
                    <a:pt x="6822665" y="0"/>
                  </a:lnTo>
                  <a:lnTo>
                    <a:pt x="6820472" y="0"/>
                  </a:lnTo>
                  <a:lnTo>
                    <a:pt x="6818278" y="0"/>
                  </a:lnTo>
                  <a:lnTo>
                    <a:pt x="6816084" y="0"/>
                  </a:lnTo>
                  <a:lnTo>
                    <a:pt x="6813890" y="0"/>
                  </a:lnTo>
                  <a:lnTo>
                    <a:pt x="6811697" y="0"/>
                  </a:lnTo>
                  <a:lnTo>
                    <a:pt x="6809503" y="0"/>
                  </a:lnTo>
                  <a:lnTo>
                    <a:pt x="6807309" y="0"/>
                  </a:lnTo>
                  <a:lnTo>
                    <a:pt x="6805115" y="0"/>
                  </a:lnTo>
                  <a:lnTo>
                    <a:pt x="6802921" y="0"/>
                  </a:lnTo>
                  <a:lnTo>
                    <a:pt x="6800728" y="0"/>
                  </a:lnTo>
                  <a:lnTo>
                    <a:pt x="6798534" y="0"/>
                  </a:lnTo>
                  <a:lnTo>
                    <a:pt x="6796340" y="0"/>
                  </a:lnTo>
                  <a:lnTo>
                    <a:pt x="6794146" y="0"/>
                  </a:lnTo>
                  <a:lnTo>
                    <a:pt x="6791953" y="0"/>
                  </a:lnTo>
                  <a:lnTo>
                    <a:pt x="6789759" y="0"/>
                  </a:lnTo>
                  <a:lnTo>
                    <a:pt x="6787565" y="0"/>
                  </a:lnTo>
                  <a:lnTo>
                    <a:pt x="6785371" y="0"/>
                  </a:lnTo>
                  <a:lnTo>
                    <a:pt x="6783177" y="0"/>
                  </a:lnTo>
                  <a:lnTo>
                    <a:pt x="6780984" y="0"/>
                  </a:lnTo>
                  <a:lnTo>
                    <a:pt x="6778790" y="0"/>
                  </a:lnTo>
                  <a:lnTo>
                    <a:pt x="6776596" y="0"/>
                  </a:lnTo>
                  <a:lnTo>
                    <a:pt x="6774402" y="0"/>
                  </a:lnTo>
                  <a:lnTo>
                    <a:pt x="6772208" y="0"/>
                  </a:lnTo>
                  <a:lnTo>
                    <a:pt x="6770015" y="0"/>
                  </a:lnTo>
                  <a:lnTo>
                    <a:pt x="6767821" y="0"/>
                  </a:lnTo>
                  <a:lnTo>
                    <a:pt x="6765627" y="0"/>
                  </a:lnTo>
                  <a:lnTo>
                    <a:pt x="6763433" y="0"/>
                  </a:lnTo>
                  <a:lnTo>
                    <a:pt x="6761240" y="0"/>
                  </a:lnTo>
                  <a:lnTo>
                    <a:pt x="6759046" y="0"/>
                  </a:lnTo>
                  <a:lnTo>
                    <a:pt x="6756852" y="0"/>
                  </a:lnTo>
                  <a:lnTo>
                    <a:pt x="6754658" y="0"/>
                  </a:lnTo>
                  <a:lnTo>
                    <a:pt x="6752464" y="0"/>
                  </a:lnTo>
                  <a:lnTo>
                    <a:pt x="6750271" y="0"/>
                  </a:lnTo>
                  <a:lnTo>
                    <a:pt x="6748077" y="0"/>
                  </a:lnTo>
                  <a:lnTo>
                    <a:pt x="6745883" y="0"/>
                  </a:lnTo>
                  <a:lnTo>
                    <a:pt x="6743689" y="0"/>
                  </a:lnTo>
                  <a:lnTo>
                    <a:pt x="6741495" y="0"/>
                  </a:lnTo>
                  <a:lnTo>
                    <a:pt x="6739302" y="0"/>
                  </a:lnTo>
                  <a:lnTo>
                    <a:pt x="6737108" y="0"/>
                  </a:lnTo>
                  <a:lnTo>
                    <a:pt x="6734914" y="0"/>
                  </a:lnTo>
                  <a:lnTo>
                    <a:pt x="6732720" y="0"/>
                  </a:lnTo>
                  <a:lnTo>
                    <a:pt x="6730527" y="0"/>
                  </a:lnTo>
                  <a:lnTo>
                    <a:pt x="6728333" y="0"/>
                  </a:lnTo>
                  <a:lnTo>
                    <a:pt x="6726139" y="0"/>
                  </a:lnTo>
                  <a:lnTo>
                    <a:pt x="6723945" y="0"/>
                  </a:lnTo>
                  <a:lnTo>
                    <a:pt x="6721751" y="0"/>
                  </a:lnTo>
                  <a:lnTo>
                    <a:pt x="6719558" y="0"/>
                  </a:lnTo>
                  <a:lnTo>
                    <a:pt x="6717364" y="0"/>
                  </a:lnTo>
                  <a:lnTo>
                    <a:pt x="6715170" y="0"/>
                  </a:lnTo>
                  <a:lnTo>
                    <a:pt x="6712976" y="0"/>
                  </a:lnTo>
                  <a:lnTo>
                    <a:pt x="6710783" y="0"/>
                  </a:lnTo>
                  <a:lnTo>
                    <a:pt x="6708589" y="0"/>
                  </a:lnTo>
                  <a:lnTo>
                    <a:pt x="6706395" y="0"/>
                  </a:lnTo>
                  <a:lnTo>
                    <a:pt x="6704201" y="0"/>
                  </a:lnTo>
                  <a:lnTo>
                    <a:pt x="6702007" y="0"/>
                  </a:lnTo>
                  <a:lnTo>
                    <a:pt x="6699814" y="0"/>
                  </a:lnTo>
                  <a:lnTo>
                    <a:pt x="6697620" y="0"/>
                  </a:lnTo>
                  <a:lnTo>
                    <a:pt x="6695426" y="0"/>
                  </a:lnTo>
                  <a:lnTo>
                    <a:pt x="6693232" y="0"/>
                  </a:lnTo>
                  <a:lnTo>
                    <a:pt x="6691038" y="0"/>
                  </a:lnTo>
                  <a:lnTo>
                    <a:pt x="6688845" y="0"/>
                  </a:lnTo>
                  <a:lnTo>
                    <a:pt x="6686651" y="0"/>
                  </a:lnTo>
                  <a:lnTo>
                    <a:pt x="6684457" y="0"/>
                  </a:lnTo>
                  <a:lnTo>
                    <a:pt x="6682263" y="0"/>
                  </a:lnTo>
                  <a:lnTo>
                    <a:pt x="6680070" y="0"/>
                  </a:lnTo>
                  <a:lnTo>
                    <a:pt x="6677876" y="0"/>
                  </a:lnTo>
                  <a:lnTo>
                    <a:pt x="6675682" y="0"/>
                  </a:lnTo>
                  <a:lnTo>
                    <a:pt x="6673488" y="0"/>
                  </a:lnTo>
                  <a:lnTo>
                    <a:pt x="6671294" y="0"/>
                  </a:lnTo>
                  <a:lnTo>
                    <a:pt x="6669101" y="0"/>
                  </a:lnTo>
                  <a:lnTo>
                    <a:pt x="6666907" y="0"/>
                  </a:lnTo>
                  <a:lnTo>
                    <a:pt x="6664713" y="0"/>
                  </a:lnTo>
                  <a:lnTo>
                    <a:pt x="6662519" y="0"/>
                  </a:lnTo>
                  <a:lnTo>
                    <a:pt x="6660326" y="0"/>
                  </a:lnTo>
                  <a:lnTo>
                    <a:pt x="6658132" y="0"/>
                  </a:lnTo>
                  <a:lnTo>
                    <a:pt x="6655938" y="0"/>
                  </a:lnTo>
                  <a:lnTo>
                    <a:pt x="6653744" y="0"/>
                  </a:lnTo>
                  <a:lnTo>
                    <a:pt x="6651550" y="0"/>
                  </a:lnTo>
                  <a:lnTo>
                    <a:pt x="6649357" y="0"/>
                  </a:lnTo>
                  <a:lnTo>
                    <a:pt x="6647163" y="0"/>
                  </a:lnTo>
                  <a:lnTo>
                    <a:pt x="6644969" y="0"/>
                  </a:lnTo>
                  <a:lnTo>
                    <a:pt x="6642775" y="0"/>
                  </a:lnTo>
                  <a:lnTo>
                    <a:pt x="6640581" y="0"/>
                  </a:lnTo>
                  <a:lnTo>
                    <a:pt x="6638388" y="0"/>
                  </a:lnTo>
                  <a:lnTo>
                    <a:pt x="6636194" y="0"/>
                  </a:lnTo>
                  <a:lnTo>
                    <a:pt x="6634000" y="0"/>
                  </a:lnTo>
                  <a:lnTo>
                    <a:pt x="6631806" y="0"/>
                  </a:lnTo>
                  <a:lnTo>
                    <a:pt x="6629613" y="0"/>
                  </a:lnTo>
                  <a:lnTo>
                    <a:pt x="6627419" y="0"/>
                  </a:lnTo>
                  <a:lnTo>
                    <a:pt x="6625225" y="0"/>
                  </a:lnTo>
                  <a:lnTo>
                    <a:pt x="6623031" y="0"/>
                  </a:lnTo>
                  <a:lnTo>
                    <a:pt x="6620837" y="0"/>
                  </a:lnTo>
                  <a:lnTo>
                    <a:pt x="6618644" y="0"/>
                  </a:lnTo>
                  <a:lnTo>
                    <a:pt x="6616450" y="0"/>
                  </a:lnTo>
                  <a:lnTo>
                    <a:pt x="6614256" y="0"/>
                  </a:lnTo>
                  <a:lnTo>
                    <a:pt x="6612062" y="0"/>
                  </a:lnTo>
                  <a:lnTo>
                    <a:pt x="6609868" y="0"/>
                  </a:lnTo>
                  <a:lnTo>
                    <a:pt x="6607675" y="0"/>
                  </a:lnTo>
                  <a:lnTo>
                    <a:pt x="6605481" y="0"/>
                  </a:lnTo>
                  <a:lnTo>
                    <a:pt x="6603287" y="0"/>
                  </a:lnTo>
                  <a:lnTo>
                    <a:pt x="6601093" y="0"/>
                  </a:lnTo>
                  <a:lnTo>
                    <a:pt x="6598900" y="0"/>
                  </a:lnTo>
                  <a:lnTo>
                    <a:pt x="6596706" y="0"/>
                  </a:lnTo>
                  <a:lnTo>
                    <a:pt x="6594512" y="0"/>
                  </a:lnTo>
                  <a:lnTo>
                    <a:pt x="6592318" y="0"/>
                  </a:lnTo>
                  <a:lnTo>
                    <a:pt x="6590124" y="0"/>
                  </a:lnTo>
                  <a:lnTo>
                    <a:pt x="6587931" y="0"/>
                  </a:lnTo>
                  <a:lnTo>
                    <a:pt x="6585737" y="0"/>
                  </a:lnTo>
                  <a:lnTo>
                    <a:pt x="6583543" y="0"/>
                  </a:lnTo>
                  <a:lnTo>
                    <a:pt x="6581349" y="0"/>
                  </a:lnTo>
                  <a:lnTo>
                    <a:pt x="6579156" y="0"/>
                  </a:lnTo>
                  <a:lnTo>
                    <a:pt x="6576962" y="0"/>
                  </a:lnTo>
                  <a:lnTo>
                    <a:pt x="6574768" y="0"/>
                  </a:lnTo>
                  <a:lnTo>
                    <a:pt x="6572574" y="0"/>
                  </a:lnTo>
                  <a:lnTo>
                    <a:pt x="6570380" y="0"/>
                  </a:lnTo>
                  <a:lnTo>
                    <a:pt x="6568187" y="0"/>
                  </a:lnTo>
                  <a:lnTo>
                    <a:pt x="6565993" y="0"/>
                  </a:lnTo>
                  <a:lnTo>
                    <a:pt x="6563799" y="0"/>
                  </a:lnTo>
                  <a:lnTo>
                    <a:pt x="6561605" y="0"/>
                  </a:lnTo>
                  <a:lnTo>
                    <a:pt x="6559411" y="0"/>
                  </a:lnTo>
                  <a:lnTo>
                    <a:pt x="6557218" y="0"/>
                  </a:lnTo>
                  <a:lnTo>
                    <a:pt x="6555024" y="0"/>
                  </a:lnTo>
                  <a:lnTo>
                    <a:pt x="6552830" y="0"/>
                  </a:lnTo>
                  <a:lnTo>
                    <a:pt x="6550636" y="0"/>
                  </a:lnTo>
                  <a:lnTo>
                    <a:pt x="6548443" y="0"/>
                  </a:lnTo>
                  <a:lnTo>
                    <a:pt x="6546249" y="0"/>
                  </a:lnTo>
                  <a:lnTo>
                    <a:pt x="6544055" y="0"/>
                  </a:lnTo>
                  <a:lnTo>
                    <a:pt x="6541861" y="0"/>
                  </a:lnTo>
                  <a:lnTo>
                    <a:pt x="6539667" y="0"/>
                  </a:lnTo>
                  <a:lnTo>
                    <a:pt x="6537474" y="0"/>
                  </a:lnTo>
                  <a:lnTo>
                    <a:pt x="6535280" y="0"/>
                  </a:lnTo>
                  <a:lnTo>
                    <a:pt x="6533086" y="0"/>
                  </a:lnTo>
                  <a:lnTo>
                    <a:pt x="6530892" y="0"/>
                  </a:lnTo>
                  <a:lnTo>
                    <a:pt x="6528699" y="0"/>
                  </a:lnTo>
                  <a:lnTo>
                    <a:pt x="6526505" y="0"/>
                  </a:lnTo>
                  <a:lnTo>
                    <a:pt x="6524311" y="0"/>
                  </a:lnTo>
                  <a:lnTo>
                    <a:pt x="6522117" y="0"/>
                  </a:lnTo>
                  <a:lnTo>
                    <a:pt x="6519923" y="0"/>
                  </a:lnTo>
                  <a:lnTo>
                    <a:pt x="6517730" y="0"/>
                  </a:lnTo>
                  <a:lnTo>
                    <a:pt x="6515536" y="0"/>
                  </a:lnTo>
                  <a:lnTo>
                    <a:pt x="6513342" y="0"/>
                  </a:lnTo>
                  <a:lnTo>
                    <a:pt x="6511148" y="0"/>
                  </a:lnTo>
                  <a:lnTo>
                    <a:pt x="6508954" y="0"/>
                  </a:lnTo>
                  <a:lnTo>
                    <a:pt x="6506761" y="0"/>
                  </a:lnTo>
                  <a:lnTo>
                    <a:pt x="6504567" y="0"/>
                  </a:lnTo>
                  <a:lnTo>
                    <a:pt x="6502373" y="0"/>
                  </a:lnTo>
                  <a:lnTo>
                    <a:pt x="6500179" y="0"/>
                  </a:lnTo>
                  <a:lnTo>
                    <a:pt x="6497986" y="0"/>
                  </a:lnTo>
                  <a:lnTo>
                    <a:pt x="6495792" y="0"/>
                  </a:lnTo>
                  <a:lnTo>
                    <a:pt x="6493598" y="0"/>
                  </a:lnTo>
                  <a:lnTo>
                    <a:pt x="6491404" y="0"/>
                  </a:lnTo>
                  <a:lnTo>
                    <a:pt x="6489210" y="0"/>
                  </a:lnTo>
                  <a:lnTo>
                    <a:pt x="6487017" y="0"/>
                  </a:lnTo>
                  <a:lnTo>
                    <a:pt x="6484823" y="0"/>
                  </a:lnTo>
                  <a:lnTo>
                    <a:pt x="6482629" y="0"/>
                  </a:lnTo>
                  <a:lnTo>
                    <a:pt x="6480435" y="0"/>
                  </a:lnTo>
                  <a:lnTo>
                    <a:pt x="6478241" y="0"/>
                  </a:lnTo>
                  <a:lnTo>
                    <a:pt x="6476048" y="0"/>
                  </a:lnTo>
                  <a:lnTo>
                    <a:pt x="6473854" y="0"/>
                  </a:lnTo>
                  <a:lnTo>
                    <a:pt x="6471660" y="0"/>
                  </a:lnTo>
                  <a:lnTo>
                    <a:pt x="6469466" y="0"/>
                  </a:lnTo>
                  <a:lnTo>
                    <a:pt x="6467273" y="0"/>
                  </a:lnTo>
                  <a:lnTo>
                    <a:pt x="6465079" y="0"/>
                  </a:lnTo>
                  <a:lnTo>
                    <a:pt x="6462885" y="0"/>
                  </a:lnTo>
                  <a:lnTo>
                    <a:pt x="6460691" y="0"/>
                  </a:lnTo>
                  <a:lnTo>
                    <a:pt x="6458497" y="0"/>
                  </a:lnTo>
                  <a:lnTo>
                    <a:pt x="6456304" y="0"/>
                  </a:lnTo>
                  <a:lnTo>
                    <a:pt x="6454110" y="0"/>
                  </a:lnTo>
                  <a:lnTo>
                    <a:pt x="6451916" y="0"/>
                  </a:lnTo>
                  <a:lnTo>
                    <a:pt x="6449722" y="0"/>
                  </a:lnTo>
                  <a:lnTo>
                    <a:pt x="6447529" y="0"/>
                  </a:lnTo>
                  <a:lnTo>
                    <a:pt x="6445335" y="0"/>
                  </a:lnTo>
                  <a:lnTo>
                    <a:pt x="6443141" y="0"/>
                  </a:lnTo>
                  <a:lnTo>
                    <a:pt x="6440947" y="0"/>
                  </a:lnTo>
                  <a:lnTo>
                    <a:pt x="6438753" y="0"/>
                  </a:lnTo>
                  <a:lnTo>
                    <a:pt x="6436560" y="0"/>
                  </a:lnTo>
                  <a:lnTo>
                    <a:pt x="6434366" y="0"/>
                  </a:lnTo>
                  <a:lnTo>
                    <a:pt x="6432172" y="0"/>
                  </a:lnTo>
                  <a:lnTo>
                    <a:pt x="6429978" y="0"/>
                  </a:lnTo>
                  <a:lnTo>
                    <a:pt x="6427784" y="0"/>
                  </a:lnTo>
                  <a:lnTo>
                    <a:pt x="6425591" y="0"/>
                  </a:lnTo>
                  <a:lnTo>
                    <a:pt x="6423397" y="0"/>
                  </a:lnTo>
                  <a:lnTo>
                    <a:pt x="6421203" y="0"/>
                  </a:lnTo>
                  <a:lnTo>
                    <a:pt x="6419009" y="0"/>
                  </a:lnTo>
                  <a:lnTo>
                    <a:pt x="6416816" y="0"/>
                  </a:lnTo>
                  <a:lnTo>
                    <a:pt x="6414622" y="0"/>
                  </a:lnTo>
                  <a:lnTo>
                    <a:pt x="6412428" y="0"/>
                  </a:lnTo>
                  <a:lnTo>
                    <a:pt x="6410234" y="0"/>
                  </a:lnTo>
                  <a:lnTo>
                    <a:pt x="6408040" y="0"/>
                  </a:lnTo>
                  <a:lnTo>
                    <a:pt x="6405847" y="0"/>
                  </a:lnTo>
                  <a:lnTo>
                    <a:pt x="6403653" y="0"/>
                  </a:lnTo>
                  <a:lnTo>
                    <a:pt x="6401459" y="0"/>
                  </a:lnTo>
                  <a:lnTo>
                    <a:pt x="6399265" y="0"/>
                  </a:lnTo>
                  <a:lnTo>
                    <a:pt x="6397072" y="0"/>
                  </a:lnTo>
                  <a:lnTo>
                    <a:pt x="6394878" y="0"/>
                  </a:lnTo>
                  <a:lnTo>
                    <a:pt x="6392684" y="0"/>
                  </a:lnTo>
                  <a:lnTo>
                    <a:pt x="6390490" y="0"/>
                  </a:lnTo>
                  <a:lnTo>
                    <a:pt x="6388296" y="0"/>
                  </a:lnTo>
                  <a:lnTo>
                    <a:pt x="6386103" y="0"/>
                  </a:lnTo>
                  <a:lnTo>
                    <a:pt x="6383909" y="0"/>
                  </a:lnTo>
                  <a:lnTo>
                    <a:pt x="6381715" y="0"/>
                  </a:lnTo>
                  <a:lnTo>
                    <a:pt x="6379521" y="0"/>
                  </a:lnTo>
                  <a:lnTo>
                    <a:pt x="6377327" y="0"/>
                  </a:lnTo>
                  <a:lnTo>
                    <a:pt x="6375134" y="0"/>
                  </a:lnTo>
                  <a:lnTo>
                    <a:pt x="6372940" y="0"/>
                  </a:lnTo>
                  <a:lnTo>
                    <a:pt x="6370746" y="0"/>
                  </a:lnTo>
                  <a:lnTo>
                    <a:pt x="6368552" y="0"/>
                  </a:lnTo>
                  <a:lnTo>
                    <a:pt x="6366359" y="0"/>
                  </a:lnTo>
                  <a:lnTo>
                    <a:pt x="6364165" y="0"/>
                  </a:lnTo>
                  <a:lnTo>
                    <a:pt x="6361971" y="0"/>
                  </a:lnTo>
                  <a:lnTo>
                    <a:pt x="6359777" y="0"/>
                  </a:lnTo>
                  <a:lnTo>
                    <a:pt x="6357583" y="0"/>
                  </a:lnTo>
                  <a:lnTo>
                    <a:pt x="6355390" y="0"/>
                  </a:lnTo>
                  <a:lnTo>
                    <a:pt x="6353196" y="0"/>
                  </a:lnTo>
                  <a:lnTo>
                    <a:pt x="6351002" y="0"/>
                  </a:lnTo>
                  <a:lnTo>
                    <a:pt x="6348808" y="0"/>
                  </a:lnTo>
                  <a:lnTo>
                    <a:pt x="6346615" y="0"/>
                  </a:lnTo>
                  <a:lnTo>
                    <a:pt x="6344421" y="0"/>
                  </a:lnTo>
                  <a:lnTo>
                    <a:pt x="6342227" y="0"/>
                  </a:lnTo>
                  <a:lnTo>
                    <a:pt x="6340033" y="0"/>
                  </a:lnTo>
                  <a:lnTo>
                    <a:pt x="6337839" y="0"/>
                  </a:lnTo>
                  <a:lnTo>
                    <a:pt x="6335646" y="0"/>
                  </a:lnTo>
                  <a:lnTo>
                    <a:pt x="6333452" y="0"/>
                  </a:lnTo>
                  <a:lnTo>
                    <a:pt x="6331258" y="0"/>
                  </a:lnTo>
                  <a:lnTo>
                    <a:pt x="6329064" y="0"/>
                  </a:lnTo>
                  <a:lnTo>
                    <a:pt x="6326870" y="0"/>
                  </a:lnTo>
                  <a:lnTo>
                    <a:pt x="6324677" y="0"/>
                  </a:lnTo>
                  <a:lnTo>
                    <a:pt x="6322483" y="0"/>
                  </a:lnTo>
                  <a:lnTo>
                    <a:pt x="6320289" y="0"/>
                  </a:lnTo>
                  <a:lnTo>
                    <a:pt x="6318095" y="0"/>
                  </a:lnTo>
                  <a:lnTo>
                    <a:pt x="6315902" y="0"/>
                  </a:lnTo>
                  <a:lnTo>
                    <a:pt x="6313708" y="0"/>
                  </a:lnTo>
                  <a:lnTo>
                    <a:pt x="6311514" y="0"/>
                  </a:lnTo>
                  <a:lnTo>
                    <a:pt x="6309320" y="0"/>
                  </a:lnTo>
                  <a:lnTo>
                    <a:pt x="6307126" y="0"/>
                  </a:lnTo>
                  <a:lnTo>
                    <a:pt x="6304933" y="0"/>
                  </a:lnTo>
                  <a:lnTo>
                    <a:pt x="6302739" y="0"/>
                  </a:lnTo>
                  <a:lnTo>
                    <a:pt x="6300545" y="0"/>
                  </a:lnTo>
                  <a:lnTo>
                    <a:pt x="6298351" y="0"/>
                  </a:lnTo>
                  <a:lnTo>
                    <a:pt x="6296157" y="0"/>
                  </a:lnTo>
                  <a:lnTo>
                    <a:pt x="6293964" y="0"/>
                  </a:lnTo>
                  <a:lnTo>
                    <a:pt x="6291770" y="0"/>
                  </a:lnTo>
                  <a:lnTo>
                    <a:pt x="6289576" y="0"/>
                  </a:lnTo>
                  <a:lnTo>
                    <a:pt x="6287382" y="0"/>
                  </a:lnTo>
                  <a:lnTo>
                    <a:pt x="6285189" y="0"/>
                  </a:lnTo>
                  <a:lnTo>
                    <a:pt x="6282995" y="0"/>
                  </a:lnTo>
                  <a:lnTo>
                    <a:pt x="6280801" y="0"/>
                  </a:lnTo>
                  <a:lnTo>
                    <a:pt x="6278607" y="0"/>
                  </a:lnTo>
                  <a:lnTo>
                    <a:pt x="6276413" y="0"/>
                  </a:lnTo>
                  <a:lnTo>
                    <a:pt x="6274220" y="0"/>
                  </a:lnTo>
                  <a:lnTo>
                    <a:pt x="6272026" y="0"/>
                  </a:lnTo>
                  <a:lnTo>
                    <a:pt x="6269832" y="0"/>
                  </a:lnTo>
                  <a:lnTo>
                    <a:pt x="6267638" y="0"/>
                  </a:lnTo>
                  <a:lnTo>
                    <a:pt x="6265445" y="0"/>
                  </a:lnTo>
                  <a:lnTo>
                    <a:pt x="6263251" y="0"/>
                  </a:lnTo>
                  <a:lnTo>
                    <a:pt x="6261057" y="0"/>
                  </a:lnTo>
                  <a:lnTo>
                    <a:pt x="6258863" y="0"/>
                  </a:lnTo>
                  <a:lnTo>
                    <a:pt x="6256669" y="0"/>
                  </a:lnTo>
                  <a:lnTo>
                    <a:pt x="6254476" y="0"/>
                  </a:lnTo>
                  <a:lnTo>
                    <a:pt x="6252282" y="0"/>
                  </a:lnTo>
                  <a:lnTo>
                    <a:pt x="6250088" y="0"/>
                  </a:lnTo>
                  <a:lnTo>
                    <a:pt x="6247894" y="0"/>
                  </a:lnTo>
                  <a:lnTo>
                    <a:pt x="6245700" y="0"/>
                  </a:lnTo>
                  <a:lnTo>
                    <a:pt x="6243507" y="0"/>
                  </a:lnTo>
                  <a:lnTo>
                    <a:pt x="6241313" y="0"/>
                  </a:lnTo>
                  <a:lnTo>
                    <a:pt x="6239119" y="0"/>
                  </a:lnTo>
                  <a:lnTo>
                    <a:pt x="6236925" y="0"/>
                  </a:lnTo>
                  <a:lnTo>
                    <a:pt x="6234732" y="0"/>
                  </a:lnTo>
                  <a:lnTo>
                    <a:pt x="6232538" y="0"/>
                  </a:lnTo>
                  <a:lnTo>
                    <a:pt x="6230344" y="0"/>
                  </a:lnTo>
                  <a:lnTo>
                    <a:pt x="6228150" y="0"/>
                  </a:lnTo>
                  <a:lnTo>
                    <a:pt x="6225956" y="0"/>
                  </a:lnTo>
                  <a:lnTo>
                    <a:pt x="6223763" y="0"/>
                  </a:lnTo>
                  <a:lnTo>
                    <a:pt x="6221569" y="0"/>
                  </a:lnTo>
                  <a:lnTo>
                    <a:pt x="6219375" y="0"/>
                  </a:lnTo>
                  <a:lnTo>
                    <a:pt x="6217181" y="0"/>
                  </a:lnTo>
                  <a:lnTo>
                    <a:pt x="6214988" y="0"/>
                  </a:lnTo>
                  <a:lnTo>
                    <a:pt x="6212794" y="0"/>
                  </a:lnTo>
                  <a:lnTo>
                    <a:pt x="6210600" y="0"/>
                  </a:lnTo>
                  <a:lnTo>
                    <a:pt x="6208406" y="0"/>
                  </a:lnTo>
                  <a:lnTo>
                    <a:pt x="6206212" y="0"/>
                  </a:lnTo>
                  <a:lnTo>
                    <a:pt x="6204019" y="0"/>
                  </a:lnTo>
                  <a:lnTo>
                    <a:pt x="6201825" y="0"/>
                  </a:lnTo>
                  <a:lnTo>
                    <a:pt x="6199631" y="0"/>
                  </a:lnTo>
                  <a:lnTo>
                    <a:pt x="6197437" y="0"/>
                  </a:lnTo>
                  <a:lnTo>
                    <a:pt x="6195243" y="0"/>
                  </a:lnTo>
                  <a:lnTo>
                    <a:pt x="6193050" y="0"/>
                  </a:lnTo>
                  <a:lnTo>
                    <a:pt x="6190856" y="0"/>
                  </a:lnTo>
                  <a:lnTo>
                    <a:pt x="6188662" y="0"/>
                  </a:lnTo>
                  <a:lnTo>
                    <a:pt x="6186468" y="0"/>
                  </a:lnTo>
                  <a:lnTo>
                    <a:pt x="6184275" y="0"/>
                  </a:lnTo>
                  <a:lnTo>
                    <a:pt x="6182081" y="0"/>
                  </a:lnTo>
                  <a:lnTo>
                    <a:pt x="6179887" y="0"/>
                  </a:lnTo>
                  <a:lnTo>
                    <a:pt x="6177693" y="0"/>
                  </a:lnTo>
                  <a:lnTo>
                    <a:pt x="6175499" y="0"/>
                  </a:lnTo>
                  <a:lnTo>
                    <a:pt x="6173306" y="0"/>
                  </a:lnTo>
                  <a:lnTo>
                    <a:pt x="6171112" y="0"/>
                  </a:lnTo>
                  <a:lnTo>
                    <a:pt x="6168918" y="0"/>
                  </a:lnTo>
                  <a:lnTo>
                    <a:pt x="6166724" y="0"/>
                  </a:lnTo>
                  <a:lnTo>
                    <a:pt x="6164530" y="0"/>
                  </a:lnTo>
                  <a:lnTo>
                    <a:pt x="6162337" y="0"/>
                  </a:lnTo>
                  <a:lnTo>
                    <a:pt x="6160143" y="0"/>
                  </a:lnTo>
                  <a:lnTo>
                    <a:pt x="6157949" y="0"/>
                  </a:lnTo>
                  <a:lnTo>
                    <a:pt x="6155755" y="0"/>
                  </a:lnTo>
                  <a:lnTo>
                    <a:pt x="6153562" y="0"/>
                  </a:lnTo>
                  <a:lnTo>
                    <a:pt x="6151368" y="0"/>
                  </a:lnTo>
                  <a:lnTo>
                    <a:pt x="6149174" y="0"/>
                  </a:lnTo>
                  <a:lnTo>
                    <a:pt x="6146980" y="0"/>
                  </a:lnTo>
                  <a:lnTo>
                    <a:pt x="6144786" y="0"/>
                  </a:lnTo>
                  <a:lnTo>
                    <a:pt x="6142593" y="0"/>
                  </a:lnTo>
                  <a:lnTo>
                    <a:pt x="6140399" y="0"/>
                  </a:lnTo>
                  <a:lnTo>
                    <a:pt x="6138205" y="0"/>
                  </a:lnTo>
                  <a:lnTo>
                    <a:pt x="6136011" y="0"/>
                  </a:lnTo>
                  <a:lnTo>
                    <a:pt x="6133818" y="0"/>
                  </a:lnTo>
                  <a:lnTo>
                    <a:pt x="6131624" y="0"/>
                  </a:lnTo>
                  <a:lnTo>
                    <a:pt x="6129430" y="0"/>
                  </a:lnTo>
                  <a:lnTo>
                    <a:pt x="6127236" y="0"/>
                  </a:lnTo>
                  <a:lnTo>
                    <a:pt x="6125042" y="0"/>
                  </a:lnTo>
                  <a:lnTo>
                    <a:pt x="6122849" y="0"/>
                  </a:lnTo>
                  <a:lnTo>
                    <a:pt x="6120655" y="0"/>
                  </a:lnTo>
                  <a:lnTo>
                    <a:pt x="6118461" y="0"/>
                  </a:lnTo>
                  <a:lnTo>
                    <a:pt x="6116267" y="0"/>
                  </a:lnTo>
                  <a:lnTo>
                    <a:pt x="6114073" y="0"/>
                  </a:lnTo>
                  <a:lnTo>
                    <a:pt x="6111880" y="0"/>
                  </a:lnTo>
                  <a:lnTo>
                    <a:pt x="6109686" y="0"/>
                  </a:lnTo>
                  <a:lnTo>
                    <a:pt x="6107492" y="0"/>
                  </a:lnTo>
                  <a:lnTo>
                    <a:pt x="6105298" y="0"/>
                  </a:lnTo>
                  <a:lnTo>
                    <a:pt x="6103105" y="0"/>
                  </a:lnTo>
                  <a:lnTo>
                    <a:pt x="6100911" y="0"/>
                  </a:lnTo>
                  <a:lnTo>
                    <a:pt x="6098717" y="0"/>
                  </a:lnTo>
                  <a:lnTo>
                    <a:pt x="6096523" y="0"/>
                  </a:lnTo>
                  <a:lnTo>
                    <a:pt x="6094329" y="0"/>
                  </a:lnTo>
                  <a:lnTo>
                    <a:pt x="6092136" y="0"/>
                  </a:lnTo>
                  <a:lnTo>
                    <a:pt x="6089942" y="0"/>
                  </a:lnTo>
                  <a:lnTo>
                    <a:pt x="6087748" y="0"/>
                  </a:lnTo>
                  <a:lnTo>
                    <a:pt x="6085554" y="0"/>
                  </a:lnTo>
                  <a:lnTo>
                    <a:pt x="6083361" y="0"/>
                  </a:lnTo>
                  <a:lnTo>
                    <a:pt x="6081167" y="0"/>
                  </a:lnTo>
                  <a:lnTo>
                    <a:pt x="6078973" y="0"/>
                  </a:lnTo>
                  <a:lnTo>
                    <a:pt x="6076779" y="0"/>
                  </a:lnTo>
                  <a:lnTo>
                    <a:pt x="6074585" y="0"/>
                  </a:lnTo>
                  <a:lnTo>
                    <a:pt x="6072392" y="0"/>
                  </a:lnTo>
                  <a:lnTo>
                    <a:pt x="6070198" y="0"/>
                  </a:lnTo>
                  <a:lnTo>
                    <a:pt x="6068004" y="0"/>
                  </a:lnTo>
                  <a:lnTo>
                    <a:pt x="6065810" y="0"/>
                  </a:lnTo>
                  <a:lnTo>
                    <a:pt x="6063616" y="0"/>
                  </a:lnTo>
                  <a:lnTo>
                    <a:pt x="6061423" y="0"/>
                  </a:lnTo>
                  <a:lnTo>
                    <a:pt x="6059229" y="0"/>
                  </a:lnTo>
                  <a:lnTo>
                    <a:pt x="6057035" y="0"/>
                  </a:lnTo>
                  <a:lnTo>
                    <a:pt x="6054841" y="0"/>
                  </a:lnTo>
                  <a:lnTo>
                    <a:pt x="6052648" y="0"/>
                  </a:lnTo>
                  <a:lnTo>
                    <a:pt x="6050454" y="0"/>
                  </a:lnTo>
                  <a:lnTo>
                    <a:pt x="6048260" y="0"/>
                  </a:lnTo>
                  <a:lnTo>
                    <a:pt x="6046066" y="0"/>
                  </a:lnTo>
                  <a:lnTo>
                    <a:pt x="6043872" y="0"/>
                  </a:lnTo>
                  <a:lnTo>
                    <a:pt x="6041679" y="0"/>
                  </a:lnTo>
                  <a:lnTo>
                    <a:pt x="6039485" y="0"/>
                  </a:lnTo>
                  <a:lnTo>
                    <a:pt x="6037291" y="0"/>
                  </a:lnTo>
                  <a:lnTo>
                    <a:pt x="6035097" y="0"/>
                  </a:lnTo>
                  <a:lnTo>
                    <a:pt x="6032903" y="0"/>
                  </a:lnTo>
                  <a:lnTo>
                    <a:pt x="6030710" y="0"/>
                  </a:lnTo>
                  <a:lnTo>
                    <a:pt x="6028516" y="0"/>
                  </a:lnTo>
                  <a:lnTo>
                    <a:pt x="6026322" y="0"/>
                  </a:lnTo>
                  <a:lnTo>
                    <a:pt x="6024128" y="0"/>
                  </a:lnTo>
                  <a:lnTo>
                    <a:pt x="6021935" y="0"/>
                  </a:lnTo>
                  <a:lnTo>
                    <a:pt x="6019741" y="0"/>
                  </a:lnTo>
                  <a:lnTo>
                    <a:pt x="6017547" y="0"/>
                  </a:lnTo>
                  <a:lnTo>
                    <a:pt x="6015353" y="0"/>
                  </a:lnTo>
                  <a:lnTo>
                    <a:pt x="6013159" y="0"/>
                  </a:lnTo>
                  <a:lnTo>
                    <a:pt x="6010966" y="0"/>
                  </a:lnTo>
                  <a:lnTo>
                    <a:pt x="6008772" y="0"/>
                  </a:lnTo>
                  <a:lnTo>
                    <a:pt x="6006578" y="0"/>
                  </a:lnTo>
                  <a:lnTo>
                    <a:pt x="6004384" y="0"/>
                  </a:lnTo>
                  <a:lnTo>
                    <a:pt x="6002191" y="0"/>
                  </a:lnTo>
                  <a:lnTo>
                    <a:pt x="5999997" y="0"/>
                  </a:lnTo>
                  <a:lnTo>
                    <a:pt x="5997803" y="0"/>
                  </a:lnTo>
                  <a:lnTo>
                    <a:pt x="5995609" y="0"/>
                  </a:lnTo>
                  <a:lnTo>
                    <a:pt x="5993415" y="0"/>
                  </a:lnTo>
                  <a:lnTo>
                    <a:pt x="5991222" y="0"/>
                  </a:lnTo>
                  <a:lnTo>
                    <a:pt x="5989028" y="0"/>
                  </a:lnTo>
                  <a:lnTo>
                    <a:pt x="5986834" y="0"/>
                  </a:lnTo>
                  <a:lnTo>
                    <a:pt x="5984640" y="0"/>
                  </a:lnTo>
                  <a:lnTo>
                    <a:pt x="5982446" y="0"/>
                  </a:lnTo>
                  <a:lnTo>
                    <a:pt x="5980253" y="0"/>
                  </a:lnTo>
                  <a:lnTo>
                    <a:pt x="5978059" y="0"/>
                  </a:lnTo>
                  <a:lnTo>
                    <a:pt x="5975865" y="0"/>
                  </a:lnTo>
                  <a:lnTo>
                    <a:pt x="5973671" y="0"/>
                  </a:lnTo>
                  <a:lnTo>
                    <a:pt x="5971478" y="0"/>
                  </a:lnTo>
                  <a:lnTo>
                    <a:pt x="5969284" y="0"/>
                  </a:lnTo>
                  <a:lnTo>
                    <a:pt x="5967090" y="0"/>
                  </a:lnTo>
                  <a:lnTo>
                    <a:pt x="5964896" y="0"/>
                  </a:lnTo>
                  <a:lnTo>
                    <a:pt x="5962702" y="0"/>
                  </a:lnTo>
                  <a:lnTo>
                    <a:pt x="5960509" y="0"/>
                  </a:lnTo>
                  <a:lnTo>
                    <a:pt x="5958315" y="0"/>
                  </a:lnTo>
                  <a:lnTo>
                    <a:pt x="5956121" y="0"/>
                  </a:lnTo>
                  <a:lnTo>
                    <a:pt x="5953927" y="0"/>
                  </a:lnTo>
                  <a:lnTo>
                    <a:pt x="5951734" y="0"/>
                  </a:lnTo>
                  <a:lnTo>
                    <a:pt x="5949540" y="0"/>
                  </a:lnTo>
                  <a:lnTo>
                    <a:pt x="5947346" y="0"/>
                  </a:lnTo>
                  <a:lnTo>
                    <a:pt x="5945152" y="0"/>
                  </a:lnTo>
                  <a:lnTo>
                    <a:pt x="5942958" y="0"/>
                  </a:lnTo>
                  <a:lnTo>
                    <a:pt x="5940765" y="0"/>
                  </a:lnTo>
                  <a:lnTo>
                    <a:pt x="5938571" y="0"/>
                  </a:lnTo>
                  <a:lnTo>
                    <a:pt x="5936377" y="0"/>
                  </a:lnTo>
                  <a:lnTo>
                    <a:pt x="5934183" y="0"/>
                  </a:lnTo>
                  <a:lnTo>
                    <a:pt x="5931989" y="0"/>
                  </a:lnTo>
                  <a:lnTo>
                    <a:pt x="5929796" y="0"/>
                  </a:lnTo>
                  <a:lnTo>
                    <a:pt x="5927602" y="0"/>
                  </a:lnTo>
                  <a:lnTo>
                    <a:pt x="5925408" y="0"/>
                  </a:lnTo>
                  <a:lnTo>
                    <a:pt x="5923214" y="0"/>
                  </a:lnTo>
                  <a:lnTo>
                    <a:pt x="5921021" y="0"/>
                  </a:lnTo>
                  <a:lnTo>
                    <a:pt x="5918827" y="0"/>
                  </a:lnTo>
                  <a:lnTo>
                    <a:pt x="5916633" y="0"/>
                  </a:lnTo>
                  <a:lnTo>
                    <a:pt x="5914439" y="0"/>
                  </a:lnTo>
                  <a:lnTo>
                    <a:pt x="5912245" y="0"/>
                  </a:lnTo>
                  <a:lnTo>
                    <a:pt x="5910052" y="0"/>
                  </a:lnTo>
                  <a:lnTo>
                    <a:pt x="5907858" y="0"/>
                  </a:lnTo>
                  <a:lnTo>
                    <a:pt x="5905664" y="0"/>
                  </a:lnTo>
                  <a:lnTo>
                    <a:pt x="5903470" y="0"/>
                  </a:lnTo>
                  <a:lnTo>
                    <a:pt x="5901276" y="0"/>
                  </a:lnTo>
                  <a:lnTo>
                    <a:pt x="5899083" y="0"/>
                  </a:lnTo>
                  <a:lnTo>
                    <a:pt x="5896889" y="0"/>
                  </a:lnTo>
                  <a:lnTo>
                    <a:pt x="5894695" y="0"/>
                  </a:lnTo>
                  <a:lnTo>
                    <a:pt x="5892501" y="0"/>
                  </a:lnTo>
                  <a:lnTo>
                    <a:pt x="5890308" y="0"/>
                  </a:lnTo>
                  <a:lnTo>
                    <a:pt x="5888114" y="0"/>
                  </a:lnTo>
                  <a:lnTo>
                    <a:pt x="5885920" y="0"/>
                  </a:lnTo>
                  <a:lnTo>
                    <a:pt x="5883726" y="0"/>
                  </a:lnTo>
                  <a:lnTo>
                    <a:pt x="5881532" y="0"/>
                  </a:lnTo>
                  <a:lnTo>
                    <a:pt x="5879339" y="0"/>
                  </a:lnTo>
                  <a:lnTo>
                    <a:pt x="5877145" y="0"/>
                  </a:lnTo>
                  <a:lnTo>
                    <a:pt x="5874951" y="0"/>
                  </a:lnTo>
                  <a:lnTo>
                    <a:pt x="5872757" y="0"/>
                  </a:lnTo>
                  <a:lnTo>
                    <a:pt x="5870564" y="0"/>
                  </a:lnTo>
                  <a:lnTo>
                    <a:pt x="5868370" y="0"/>
                  </a:lnTo>
                  <a:lnTo>
                    <a:pt x="5866176" y="0"/>
                  </a:lnTo>
                  <a:lnTo>
                    <a:pt x="5863982" y="0"/>
                  </a:lnTo>
                  <a:lnTo>
                    <a:pt x="5861788" y="0"/>
                  </a:lnTo>
                  <a:lnTo>
                    <a:pt x="5859595" y="0"/>
                  </a:lnTo>
                  <a:lnTo>
                    <a:pt x="5857401" y="0"/>
                  </a:lnTo>
                  <a:lnTo>
                    <a:pt x="5855207" y="0"/>
                  </a:lnTo>
                  <a:lnTo>
                    <a:pt x="5853013" y="0"/>
                  </a:lnTo>
                  <a:lnTo>
                    <a:pt x="5850819" y="0"/>
                  </a:lnTo>
                  <a:lnTo>
                    <a:pt x="5848626" y="0"/>
                  </a:lnTo>
                  <a:lnTo>
                    <a:pt x="5846432" y="0"/>
                  </a:lnTo>
                  <a:lnTo>
                    <a:pt x="5844238" y="0"/>
                  </a:lnTo>
                  <a:lnTo>
                    <a:pt x="5842044" y="0"/>
                  </a:lnTo>
                  <a:lnTo>
                    <a:pt x="5839851" y="0"/>
                  </a:lnTo>
                  <a:lnTo>
                    <a:pt x="5837657" y="0"/>
                  </a:lnTo>
                  <a:lnTo>
                    <a:pt x="5835463" y="0"/>
                  </a:lnTo>
                  <a:lnTo>
                    <a:pt x="5833269" y="0"/>
                  </a:lnTo>
                  <a:lnTo>
                    <a:pt x="5831075" y="0"/>
                  </a:lnTo>
                  <a:lnTo>
                    <a:pt x="5828882" y="0"/>
                  </a:lnTo>
                  <a:lnTo>
                    <a:pt x="5826688" y="0"/>
                  </a:lnTo>
                  <a:lnTo>
                    <a:pt x="5824494" y="0"/>
                  </a:lnTo>
                  <a:lnTo>
                    <a:pt x="5822300" y="0"/>
                  </a:lnTo>
                  <a:lnTo>
                    <a:pt x="5820107" y="0"/>
                  </a:lnTo>
                  <a:lnTo>
                    <a:pt x="5817913" y="0"/>
                  </a:lnTo>
                  <a:lnTo>
                    <a:pt x="5815719" y="0"/>
                  </a:lnTo>
                  <a:lnTo>
                    <a:pt x="5813525" y="0"/>
                  </a:lnTo>
                  <a:lnTo>
                    <a:pt x="5811331" y="0"/>
                  </a:lnTo>
                  <a:lnTo>
                    <a:pt x="5809138" y="0"/>
                  </a:lnTo>
                  <a:lnTo>
                    <a:pt x="5806944" y="0"/>
                  </a:lnTo>
                  <a:lnTo>
                    <a:pt x="5804750" y="0"/>
                  </a:lnTo>
                  <a:lnTo>
                    <a:pt x="5802556" y="0"/>
                  </a:lnTo>
                  <a:lnTo>
                    <a:pt x="5800362" y="0"/>
                  </a:lnTo>
                  <a:lnTo>
                    <a:pt x="5798169" y="0"/>
                  </a:lnTo>
                  <a:lnTo>
                    <a:pt x="5795975" y="0"/>
                  </a:lnTo>
                  <a:lnTo>
                    <a:pt x="5793781" y="0"/>
                  </a:lnTo>
                  <a:lnTo>
                    <a:pt x="5791587" y="0"/>
                  </a:lnTo>
                  <a:lnTo>
                    <a:pt x="5789394" y="0"/>
                  </a:lnTo>
                  <a:lnTo>
                    <a:pt x="5787200" y="0"/>
                  </a:lnTo>
                  <a:lnTo>
                    <a:pt x="5785006" y="0"/>
                  </a:lnTo>
                  <a:lnTo>
                    <a:pt x="5782812" y="0"/>
                  </a:lnTo>
                  <a:lnTo>
                    <a:pt x="5780618" y="0"/>
                  </a:lnTo>
                  <a:lnTo>
                    <a:pt x="5778425" y="0"/>
                  </a:lnTo>
                  <a:lnTo>
                    <a:pt x="5776231" y="0"/>
                  </a:lnTo>
                  <a:lnTo>
                    <a:pt x="5774037" y="0"/>
                  </a:lnTo>
                  <a:lnTo>
                    <a:pt x="5771843" y="0"/>
                  </a:lnTo>
                  <a:lnTo>
                    <a:pt x="5769650" y="0"/>
                  </a:lnTo>
                  <a:lnTo>
                    <a:pt x="5767456" y="0"/>
                  </a:lnTo>
                  <a:lnTo>
                    <a:pt x="5765262" y="0"/>
                  </a:lnTo>
                  <a:lnTo>
                    <a:pt x="5763068" y="0"/>
                  </a:lnTo>
                  <a:lnTo>
                    <a:pt x="5760874" y="0"/>
                  </a:lnTo>
                  <a:lnTo>
                    <a:pt x="5758681" y="0"/>
                  </a:lnTo>
                  <a:lnTo>
                    <a:pt x="5756487" y="0"/>
                  </a:lnTo>
                  <a:lnTo>
                    <a:pt x="5754293" y="0"/>
                  </a:lnTo>
                  <a:lnTo>
                    <a:pt x="5752099" y="0"/>
                  </a:lnTo>
                  <a:lnTo>
                    <a:pt x="5749905" y="0"/>
                  </a:lnTo>
                  <a:lnTo>
                    <a:pt x="5747712" y="0"/>
                  </a:lnTo>
                  <a:lnTo>
                    <a:pt x="5745518" y="0"/>
                  </a:lnTo>
                  <a:lnTo>
                    <a:pt x="5743324" y="0"/>
                  </a:lnTo>
                  <a:lnTo>
                    <a:pt x="5741130" y="0"/>
                  </a:lnTo>
                  <a:lnTo>
                    <a:pt x="5738937" y="0"/>
                  </a:lnTo>
                  <a:lnTo>
                    <a:pt x="5736743" y="0"/>
                  </a:lnTo>
                  <a:lnTo>
                    <a:pt x="5734549" y="0"/>
                  </a:lnTo>
                  <a:lnTo>
                    <a:pt x="5732355" y="0"/>
                  </a:lnTo>
                  <a:lnTo>
                    <a:pt x="5730161" y="0"/>
                  </a:lnTo>
                  <a:lnTo>
                    <a:pt x="5727968" y="0"/>
                  </a:lnTo>
                  <a:lnTo>
                    <a:pt x="5725774" y="0"/>
                  </a:lnTo>
                  <a:lnTo>
                    <a:pt x="5723580" y="0"/>
                  </a:lnTo>
                  <a:lnTo>
                    <a:pt x="5721386" y="0"/>
                  </a:lnTo>
                  <a:lnTo>
                    <a:pt x="5719192" y="0"/>
                  </a:lnTo>
                  <a:lnTo>
                    <a:pt x="5716999" y="0"/>
                  </a:lnTo>
                  <a:lnTo>
                    <a:pt x="5714805" y="0"/>
                  </a:lnTo>
                  <a:lnTo>
                    <a:pt x="5712611" y="0"/>
                  </a:lnTo>
                  <a:lnTo>
                    <a:pt x="5710417" y="0"/>
                  </a:lnTo>
                  <a:lnTo>
                    <a:pt x="5708224" y="0"/>
                  </a:lnTo>
                  <a:lnTo>
                    <a:pt x="5706030" y="0"/>
                  </a:lnTo>
                  <a:lnTo>
                    <a:pt x="5703836" y="0"/>
                  </a:lnTo>
                  <a:lnTo>
                    <a:pt x="5701642" y="0"/>
                  </a:lnTo>
                  <a:lnTo>
                    <a:pt x="5699448" y="0"/>
                  </a:lnTo>
                  <a:lnTo>
                    <a:pt x="5697255" y="0"/>
                  </a:lnTo>
                  <a:lnTo>
                    <a:pt x="5695061" y="0"/>
                  </a:lnTo>
                  <a:lnTo>
                    <a:pt x="5692867" y="0"/>
                  </a:lnTo>
                  <a:lnTo>
                    <a:pt x="5690673" y="0"/>
                  </a:lnTo>
                  <a:lnTo>
                    <a:pt x="5688480" y="0"/>
                  </a:lnTo>
                  <a:lnTo>
                    <a:pt x="5686286" y="0"/>
                  </a:lnTo>
                  <a:lnTo>
                    <a:pt x="5684092" y="0"/>
                  </a:lnTo>
                  <a:lnTo>
                    <a:pt x="5681898" y="0"/>
                  </a:lnTo>
                  <a:lnTo>
                    <a:pt x="5679704" y="0"/>
                  </a:lnTo>
                  <a:lnTo>
                    <a:pt x="5677511" y="0"/>
                  </a:lnTo>
                  <a:lnTo>
                    <a:pt x="5675317" y="0"/>
                  </a:lnTo>
                  <a:lnTo>
                    <a:pt x="5673123" y="0"/>
                  </a:lnTo>
                  <a:lnTo>
                    <a:pt x="5670929" y="0"/>
                  </a:lnTo>
                  <a:lnTo>
                    <a:pt x="5668735" y="0"/>
                  </a:lnTo>
                  <a:lnTo>
                    <a:pt x="5666542" y="0"/>
                  </a:lnTo>
                  <a:lnTo>
                    <a:pt x="5664348" y="0"/>
                  </a:lnTo>
                  <a:lnTo>
                    <a:pt x="5662154" y="0"/>
                  </a:lnTo>
                  <a:lnTo>
                    <a:pt x="5659960" y="0"/>
                  </a:lnTo>
                  <a:lnTo>
                    <a:pt x="5657767" y="0"/>
                  </a:lnTo>
                  <a:lnTo>
                    <a:pt x="5655573" y="0"/>
                  </a:lnTo>
                  <a:lnTo>
                    <a:pt x="5653379" y="0"/>
                  </a:lnTo>
                  <a:lnTo>
                    <a:pt x="5651185" y="0"/>
                  </a:lnTo>
                  <a:lnTo>
                    <a:pt x="5648991" y="0"/>
                  </a:lnTo>
                  <a:lnTo>
                    <a:pt x="5646798" y="0"/>
                  </a:lnTo>
                  <a:lnTo>
                    <a:pt x="5644604" y="0"/>
                  </a:lnTo>
                  <a:lnTo>
                    <a:pt x="5642410" y="0"/>
                  </a:lnTo>
                  <a:lnTo>
                    <a:pt x="5640216" y="0"/>
                  </a:lnTo>
                  <a:lnTo>
                    <a:pt x="5638023" y="0"/>
                  </a:lnTo>
                  <a:lnTo>
                    <a:pt x="5635829" y="0"/>
                  </a:lnTo>
                  <a:lnTo>
                    <a:pt x="5633635" y="0"/>
                  </a:lnTo>
                  <a:lnTo>
                    <a:pt x="5631441" y="0"/>
                  </a:lnTo>
                  <a:lnTo>
                    <a:pt x="5629247" y="0"/>
                  </a:lnTo>
                  <a:lnTo>
                    <a:pt x="5627054" y="0"/>
                  </a:lnTo>
                  <a:lnTo>
                    <a:pt x="5624860" y="0"/>
                  </a:lnTo>
                  <a:lnTo>
                    <a:pt x="5622666" y="0"/>
                  </a:lnTo>
                  <a:lnTo>
                    <a:pt x="5620472" y="0"/>
                  </a:lnTo>
                  <a:lnTo>
                    <a:pt x="5618278" y="0"/>
                  </a:lnTo>
                  <a:lnTo>
                    <a:pt x="5616085" y="0"/>
                  </a:lnTo>
                  <a:lnTo>
                    <a:pt x="5613891" y="0"/>
                  </a:lnTo>
                  <a:lnTo>
                    <a:pt x="5611697" y="0"/>
                  </a:lnTo>
                  <a:lnTo>
                    <a:pt x="5609503" y="0"/>
                  </a:lnTo>
                  <a:lnTo>
                    <a:pt x="5607310" y="0"/>
                  </a:lnTo>
                  <a:lnTo>
                    <a:pt x="5605116" y="0"/>
                  </a:lnTo>
                  <a:lnTo>
                    <a:pt x="5602922" y="0"/>
                  </a:lnTo>
                  <a:lnTo>
                    <a:pt x="5600728" y="0"/>
                  </a:lnTo>
                  <a:lnTo>
                    <a:pt x="5598534" y="0"/>
                  </a:lnTo>
                  <a:lnTo>
                    <a:pt x="5596341" y="0"/>
                  </a:lnTo>
                  <a:lnTo>
                    <a:pt x="5594147" y="0"/>
                  </a:lnTo>
                  <a:lnTo>
                    <a:pt x="5591953" y="0"/>
                  </a:lnTo>
                  <a:lnTo>
                    <a:pt x="5589759" y="0"/>
                  </a:lnTo>
                  <a:lnTo>
                    <a:pt x="5587565" y="0"/>
                  </a:lnTo>
                  <a:lnTo>
                    <a:pt x="5585372" y="0"/>
                  </a:lnTo>
                  <a:lnTo>
                    <a:pt x="5583178" y="0"/>
                  </a:lnTo>
                  <a:lnTo>
                    <a:pt x="5580984" y="0"/>
                  </a:lnTo>
                  <a:lnTo>
                    <a:pt x="5578790" y="0"/>
                  </a:lnTo>
                  <a:lnTo>
                    <a:pt x="5576597" y="0"/>
                  </a:lnTo>
                  <a:lnTo>
                    <a:pt x="5574403" y="0"/>
                  </a:lnTo>
                  <a:lnTo>
                    <a:pt x="5572209" y="0"/>
                  </a:lnTo>
                  <a:lnTo>
                    <a:pt x="5570015" y="0"/>
                  </a:lnTo>
                  <a:lnTo>
                    <a:pt x="5567821" y="0"/>
                  </a:lnTo>
                  <a:lnTo>
                    <a:pt x="5565628" y="0"/>
                  </a:lnTo>
                  <a:lnTo>
                    <a:pt x="5563434" y="0"/>
                  </a:lnTo>
                  <a:lnTo>
                    <a:pt x="5561240" y="0"/>
                  </a:lnTo>
                  <a:lnTo>
                    <a:pt x="5559046" y="0"/>
                  </a:lnTo>
                  <a:lnTo>
                    <a:pt x="5556853" y="0"/>
                  </a:lnTo>
                  <a:lnTo>
                    <a:pt x="5554659" y="0"/>
                  </a:lnTo>
                  <a:lnTo>
                    <a:pt x="5552465" y="0"/>
                  </a:lnTo>
                  <a:lnTo>
                    <a:pt x="5550271" y="0"/>
                  </a:lnTo>
                  <a:lnTo>
                    <a:pt x="5548077" y="0"/>
                  </a:lnTo>
                  <a:lnTo>
                    <a:pt x="5545884" y="0"/>
                  </a:lnTo>
                  <a:lnTo>
                    <a:pt x="5543690" y="0"/>
                  </a:lnTo>
                  <a:lnTo>
                    <a:pt x="5541496" y="0"/>
                  </a:lnTo>
                  <a:lnTo>
                    <a:pt x="5539302" y="0"/>
                  </a:lnTo>
                  <a:lnTo>
                    <a:pt x="5537108" y="0"/>
                  </a:lnTo>
                  <a:lnTo>
                    <a:pt x="5534915" y="0"/>
                  </a:lnTo>
                  <a:lnTo>
                    <a:pt x="5532721" y="0"/>
                  </a:lnTo>
                  <a:lnTo>
                    <a:pt x="5530527" y="0"/>
                  </a:lnTo>
                  <a:lnTo>
                    <a:pt x="5528333" y="0"/>
                  </a:lnTo>
                  <a:lnTo>
                    <a:pt x="5526140" y="0"/>
                  </a:lnTo>
                  <a:lnTo>
                    <a:pt x="5523946" y="0"/>
                  </a:lnTo>
                  <a:lnTo>
                    <a:pt x="5521752" y="0"/>
                  </a:lnTo>
                  <a:lnTo>
                    <a:pt x="5519558" y="0"/>
                  </a:lnTo>
                  <a:lnTo>
                    <a:pt x="5517364" y="0"/>
                  </a:lnTo>
                  <a:lnTo>
                    <a:pt x="5515171" y="0"/>
                  </a:lnTo>
                  <a:lnTo>
                    <a:pt x="5512977" y="0"/>
                  </a:lnTo>
                  <a:lnTo>
                    <a:pt x="5510783" y="0"/>
                  </a:lnTo>
                  <a:lnTo>
                    <a:pt x="5508589" y="0"/>
                  </a:lnTo>
                  <a:lnTo>
                    <a:pt x="5506396" y="0"/>
                  </a:lnTo>
                  <a:lnTo>
                    <a:pt x="5504202" y="0"/>
                  </a:lnTo>
                  <a:lnTo>
                    <a:pt x="5502008" y="0"/>
                  </a:lnTo>
                  <a:lnTo>
                    <a:pt x="5499814" y="0"/>
                  </a:lnTo>
                  <a:lnTo>
                    <a:pt x="5497620" y="0"/>
                  </a:lnTo>
                  <a:lnTo>
                    <a:pt x="5495427" y="0"/>
                  </a:lnTo>
                  <a:lnTo>
                    <a:pt x="5493233" y="0"/>
                  </a:lnTo>
                  <a:lnTo>
                    <a:pt x="5491039" y="0"/>
                  </a:lnTo>
                  <a:lnTo>
                    <a:pt x="5488845" y="0"/>
                  </a:lnTo>
                  <a:lnTo>
                    <a:pt x="5486651" y="0"/>
                  </a:lnTo>
                  <a:lnTo>
                    <a:pt x="5484458" y="0"/>
                  </a:lnTo>
                  <a:lnTo>
                    <a:pt x="5482264" y="0"/>
                  </a:lnTo>
                  <a:lnTo>
                    <a:pt x="5480070" y="0"/>
                  </a:lnTo>
                  <a:lnTo>
                    <a:pt x="5477876" y="0"/>
                  </a:lnTo>
                  <a:lnTo>
                    <a:pt x="5475683" y="0"/>
                  </a:lnTo>
                  <a:lnTo>
                    <a:pt x="5473489" y="0"/>
                  </a:lnTo>
                  <a:lnTo>
                    <a:pt x="5471295" y="0"/>
                  </a:lnTo>
                  <a:lnTo>
                    <a:pt x="5469101" y="0"/>
                  </a:lnTo>
                  <a:lnTo>
                    <a:pt x="5466907" y="0"/>
                  </a:lnTo>
                  <a:lnTo>
                    <a:pt x="5464714" y="0"/>
                  </a:lnTo>
                  <a:lnTo>
                    <a:pt x="5462520" y="0"/>
                  </a:lnTo>
                  <a:lnTo>
                    <a:pt x="5460326" y="0"/>
                  </a:lnTo>
                  <a:lnTo>
                    <a:pt x="5458132" y="0"/>
                  </a:lnTo>
                  <a:lnTo>
                    <a:pt x="5455938" y="0"/>
                  </a:lnTo>
                  <a:lnTo>
                    <a:pt x="5453745" y="0"/>
                  </a:lnTo>
                  <a:lnTo>
                    <a:pt x="5451551" y="0"/>
                  </a:lnTo>
                  <a:lnTo>
                    <a:pt x="5449357" y="0"/>
                  </a:lnTo>
                  <a:lnTo>
                    <a:pt x="5447163" y="0"/>
                  </a:lnTo>
                  <a:lnTo>
                    <a:pt x="5444970" y="0"/>
                  </a:lnTo>
                  <a:lnTo>
                    <a:pt x="5442776" y="0"/>
                  </a:lnTo>
                  <a:lnTo>
                    <a:pt x="5440582" y="0"/>
                  </a:lnTo>
                  <a:lnTo>
                    <a:pt x="5438388" y="0"/>
                  </a:lnTo>
                  <a:lnTo>
                    <a:pt x="5436194" y="0"/>
                  </a:lnTo>
                  <a:lnTo>
                    <a:pt x="5434001" y="0"/>
                  </a:lnTo>
                  <a:lnTo>
                    <a:pt x="5431807" y="0"/>
                  </a:lnTo>
                  <a:lnTo>
                    <a:pt x="5429613" y="0"/>
                  </a:lnTo>
                  <a:lnTo>
                    <a:pt x="5427419" y="0"/>
                  </a:lnTo>
                  <a:lnTo>
                    <a:pt x="5425226" y="0"/>
                  </a:lnTo>
                  <a:lnTo>
                    <a:pt x="5423032" y="0"/>
                  </a:lnTo>
                  <a:lnTo>
                    <a:pt x="5420838" y="0"/>
                  </a:lnTo>
                  <a:lnTo>
                    <a:pt x="5418644" y="0"/>
                  </a:lnTo>
                  <a:lnTo>
                    <a:pt x="5416450" y="0"/>
                  </a:lnTo>
                  <a:lnTo>
                    <a:pt x="5414257" y="0"/>
                  </a:lnTo>
                  <a:lnTo>
                    <a:pt x="5412063" y="0"/>
                  </a:lnTo>
                  <a:lnTo>
                    <a:pt x="5409869" y="0"/>
                  </a:lnTo>
                  <a:lnTo>
                    <a:pt x="5407675" y="0"/>
                  </a:lnTo>
                  <a:lnTo>
                    <a:pt x="5405481" y="0"/>
                  </a:lnTo>
                  <a:lnTo>
                    <a:pt x="5403288" y="0"/>
                  </a:lnTo>
                  <a:lnTo>
                    <a:pt x="5401094" y="0"/>
                  </a:lnTo>
                  <a:lnTo>
                    <a:pt x="5398900" y="0"/>
                  </a:lnTo>
                  <a:lnTo>
                    <a:pt x="5396706" y="0"/>
                  </a:lnTo>
                  <a:lnTo>
                    <a:pt x="5394513" y="0"/>
                  </a:lnTo>
                  <a:lnTo>
                    <a:pt x="5392319" y="0"/>
                  </a:lnTo>
                  <a:lnTo>
                    <a:pt x="5390125" y="0"/>
                  </a:lnTo>
                  <a:lnTo>
                    <a:pt x="5387931" y="0"/>
                  </a:lnTo>
                  <a:lnTo>
                    <a:pt x="5385737" y="0"/>
                  </a:lnTo>
                  <a:lnTo>
                    <a:pt x="5383544" y="0"/>
                  </a:lnTo>
                  <a:lnTo>
                    <a:pt x="5381350" y="0"/>
                  </a:lnTo>
                  <a:lnTo>
                    <a:pt x="5379156" y="0"/>
                  </a:lnTo>
                  <a:lnTo>
                    <a:pt x="5376962" y="0"/>
                  </a:lnTo>
                  <a:lnTo>
                    <a:pt x="5374769" y="0"/>
                  </a:lnTo>
                  <a:lnTo>
                    <a:pt x="5372575" y="0"/>
                  </a:lnTo>
                  <a:lnTo>
                    <a:pt x="5370381" y="0"/>
                  </a:lnTo>
                  <a:lnTo>
                    <a:pt x="5368187" y="0"/>
                  </a:lnTo>
                  <a:lnTo>
                    <a:pt x="5365993" y="0"/>
                  </a:lnTo>
                  <a:lnTo>
                    <a:pt x="5363800" y="0"/>
                  </a:lnTo>
                  <a:lnTo>
                    <a:pt x="5361606" y="0"/>
                  </a:lnTo>
                  <a:lnTo>
                    <a:pt x="5359412" y="0"/>
                  </a:lnTo>
                  <a:lnTo>
                    <a:pt x="5357218" y="0"/>
                  </a:lnTo>
                  <a:lnTo>
                    <a:pt x="5355024" y="0"/>
                  </a:lnTo>
                  <a:lnTo>
                    <a:pt x="5352831" y="0"/>
                  </a:lnTo>
                  <a:lnTo>
                    <a:pt x="5350637" y="0"/>
                  </a:lnTo>
                  <a:lnTo>
                    <a:pt x="5348443" y="0"/>
                  </a:lnTo>
                  <a:lnTo>
                    <a:pt x="5346249" y="0"/>
                  </a:lnTo>
                  <a:lnTo>
                    <a:pt x="5344056" y="0"/>
                  </a:lnTo>
                  <a:lnTo>
                    <a:pt x="5341862" y="0"/>
                  </a:lnTo>
                  <a:lnTo>
                    <a:pt x="5339668" y="0"/>
                  </a:lnTo>
                  <a:lnTo>
                    <a:pt x="5337474" y="0"/>
                  </a:lnTo>
                  <a:lnTo>
                    <a:pt x="5335280" y="0"/>
                  </a:lnTo>
                  <a:lnTo>
                    <a:pt x="5333087" y="0"/>
                  </a:lnTo>
                  <a:lnTo>
                    <a:pt x="5330893" y="0"/>
                  </a:lnTo>
                  <a:lnTo>
                    <a:pt x="5328699" y="0"/>
                  </a:lnTo>
                  <a:lnTo>
                    <a:pt x="5326505" y="0"/>
                  </a:lnTo>
                  <a:lnTo>
                    <a:pt x="5324311" y="0"/>
                  </a:lnTo>
                  <a:lnTo>
                    <a:pt x="5322118" y="0"/>
                  </a:lnTo>
                  <a:lnTo>
                    <a:pt x="5319924" y="0"/>
                  </a:lnTo>
                  <a:lnTo>
                    <a:pt x="5317730" y="0"/>
                  </a:lnTo>
                  <a:lnTo>
                    <a:pt x="5315536" y="0"/>
                  </a:lnTo>
                  <a:lnTo>
                    <a:pt x="5313343" y="0"/>
                  </a:lnTo>
                  <a:lnTo>
                    <a:pt x="5311149" y="0"/>
                  </a:lnTo>
                  <a:lnTo>
                    <a:pt x="5308955" y="0"/>
                  </a:lnTo>
                  <a:lnTo>
                    <a:pt x="5306761" y="0"/>
                  </a:lnTo>
                  <a:lnTo>
                    <a:pt x="5304567" y="0"/>
                  </a:lnTo>
                  <a:lnTo>
                    <a:pt x="5302374" y="0"/>
                  </a:lnTo>
                  <a:lnTo>
                    <a:pt x="5300180" y="0"/>
                  </a:lnTo>
                  <a:lnTo>
                    <a:pt x="5297986" y="0"/>
                  </a:lnTo>
                  <a:lnTo>
                    <a:pt x="5295792" y="0"/>
                  </a:lnTo>
                  <a:lnTo>
                    <a:pt x="5293599" y="0"/>
                  </a:lnTo>
                  <a:lnTo>
                    <a:pt x="5291405" y="0"/>
                  </a:lnTo>
                  <a:lnTo>
                    <a:pt x="5289211" y="0"/>
                  </a:lnTo>
                  <a:lnTo>
                    <a:pt x="5287017" y="0"/>
                  </a:lnTo>
                  <a:lnTo>
                    <a:pt x="5284823" y="0"/>
                  </a:lnTo>
                  <a:lnTo>
                    <a:pt x="5282630" y="0"/>
                  </a:lnTo>
                  <a:lnTo>
                    <a:pt x="5280436" y="0"/>
                  </a:lnTo>
                  <a:lnTo>
                    <a:pt x="5278242" y="0"/>
                  </a:lnTo>
                  <a:lnTo>
                    <a:pt x="5276048" y="0"/>
                  </a:lnTo>
                  <a:lnTo>
                    <a:pt x="5273854" y="0"/>
                  </a:lnTo>
                  <a:lnTo>
                    <a:pt x="5271661" y="0"/>
                  </a:lnTo>
                  <a:lnTo>
                    <a:pt x="5269467" y="0"/>
                  </a:lnTo>
                  <a:lnTo>
                    <a:pt x="5267273" y="0"/>
                  </a:lnTo>
                  <a:lnTo>
                    <a:pt x="5265079" y="0"/>
                  </a:lnTo>
                  <a:lnTo>
                    <a:pt x="5262886" y="0"/>
                  </a:lnTo>
                  <a:lnTo>
                    <a:pt x="5260692" y="0"/>
                  </a:lnTo>
                  <a:lnTo>
                    <a:pt x="5258498" y="0"/>
                  </a:lnTo>
                  <a:lnTo>
                    <a:pt x="5256304" y="0"/>
                  </a:lnTo>
                  <a:lnTo>
                    <a:pt x="5254110" y="0"/>
                  </a:lnTo>
                  <a:lnTo>
                    <a:pt x="5251917" y="0"/>
                  </a:lnTo>
                  <a:lnTo>
                    <a:pt x="5249723" y="0"/>
                  </a:lnTo>
                  <a:lnTo>
                    <a:pt x="5247529" y="0"/>
                  </a:lnTo>
                  <a:lnTo>
                    <a:pt x="5245335" y="0"/>
                  </a:lnTo>
                  <a:lnTo>
                    <a:pt x="5243142" y="0"/>
                  </a:lnTo>
                  <a:lnTo>
                    <a:pt x="5240948" y="0"/>
                  </a:lnTo>
                  <a:lnTo>
                    <a:pt x="5238754" y="0"/>
                  </a:lnTo>
                  <a:lnTo>
                    <a:pt x="5236560" y="0"/>
                  </a:lnTo>
                  <a:lnTo>
                    <a:pt x="5234366" y="0"/>
                  </a:lnTo>
                  <a:lnTo>
                    <a:pt x="5232173" y="0"/>
                  </a:lnTo>
                  <a:lnTo>
                    <a:pt x="5229979" y="0"/>
                  </a:lnTo>
                  <a:lnTo>
                    <a:pt x="5227785" y="0"/>
                  </a:lnTo>
                  <a:lnTo>
                    <a:pt x="5225591" y="0"/>
                  </a:lnTo>
                  <a:lnTo>
                    <a:pt x="5223397" y="0"/>
                  </a:lnTo>
                  <a:lnTo>
                    <a:pt x="5221204" y="0"/>
                  </a:lnTo>
                  <a:lnTo>
                    <a:pt x="5219010" y="0"/>
                  </a:lnTo>
                  <a:lnTo>
                    <a:pt x="5216816" y="0"/>
                  </a:lnTo>
                  <a:lnTo>
                    <a:pt x="5214622" y="0"/>
                  </a:lnTo>
                  <a:lnTo>
                    <a:pt x="5212429" y="0"/>
                  </a:lnTo>
                  <a:lnTo>
                    <a:pt x="5210235" y="0"/>
                  </a:lnTo>
                  <a:lnTo>
                    <a:pt x="5208041" y="0"/>
                  </a:lnTo>
                  <a:lnTo>
                    <a:pt x="5205847" y="0"/>
                  </a:lnTo>
                  <a:lnTo>
                    <a:pt x="5203653" y="0"/>
                  </a:lnTo>
                  <a:lnTo>
                    <a:pt x="5201460" y="0"/>
                  </a:lnTo>
                  <a:lnTo>
                    <a:pt x="5199266" y="0"/>
                  </a:lnTo>
                  <a:lnTo>
                    <a:pt x="5197072" y="0"/>
                  </a:lnTo>
                  <a:lnTo>
                    <a:pt x="5194878" y="0"/>
                  </a:lnTo>
                  <a:lnTo>
                    <a:pt x="5192685" y="0"/>
                  </a:lnTo>
                  <a:lnTo>
                    <a:pt x="5190491" y="0"/>
                  </a:lnTo>
                  <a:lnTo>
                    <a:pt x="5188297" y="0"/>
                  </a:lnTo>
                  <a:lnTo>
                    <a:pt x="5186103" y="0"/>
                  </a:lnTo>
                  <a:lnTo>
                    <a:pt x="5183909" y="0"/>
                  </a:lnTo>
                  <a:lnTo>
                    <a:pt x="5181716" y="0"/>
                  </a:lnTo>
                  <a:lnTo>
                    <a:pt x="5179522" y="0"/>
                  </a:lnTo>
                  <a:lnTo>
                    <a:pt x="5177328" y="0"/>
                  </a:lnTo>
                  <a:lnTo>
                    <a:pt x="5175134" y="0"/>
                  </a:lnTo>
                  <a:lnTo>
                    <a:pt x="5172940" y="0"/>
                  </a:lnTo>
                  <a:lnTo>
                    <a:pt x="5170747" y="0"/>
                  </a:lnTo>
                  <a:lnTo>
                    <a:pt x="5168553" y="0"/>
                  </a:lnTo>
                  <a:lnTo>
                    <a:pt x="5166359" y="0"/>
                  </a:lnTo>
                  <a:lnTo>
                    <a:pt x="5164165" y="0"/>
                  </a:lnTo>
                  <a:lnTo>
                    <a:pt x="5161972" y="0"/>
                  </a:lnTo>
                  <a:lnTo>
                    <a:pt x="5159778" y="0"/>
                  </a:lnTo>
                  <a:lnTo>
                    <a:pt x="5157584" y="0"/>
                  </a:lnTo>
                  <a:lnTo>
                    <a:pt x="5155390" y="0"/>
                  </a:lnTo>
                  <a:lnTo>
                    <a:pt x="5153196" y="0"/>
                  </a:lnTo>
                  <a:lnTo>
                    <a:pt x="5151003" y="0"/>
                  </a:lnTo>
                  <a:lnTo>
                    <a:pt x="5148809" y="0"/>
                  </a:lnTo>
                  <a:lnTo>
                    <a:pt x="5146615" y="0"/>
                  </a:lnTo>
                  <a:lnTo>
                    <a:pt x="5144421" y="0"/>
                  </a:lnTo>
                  <a:lnTo>
                    <a:pt x="5142227" y="0"/>
                  </a:lnTo>
                  <a:lnTo>
                    <a:pt x="5140034" y="0"/>
                  </a:lnTo>
                  <a:lnTo>
                    <a:pt x="5137840" y="0"/>
                  </a:lnTo>
                  <a:lnTo>
                    <a:pt x="5135646" y="0"/>
                  </a:lnTo>
                  <a:lnTo>
                    <a:pt x="5133452" y="0"/>
                  </a:lnTo>
                  <a:lnTo>
                    <a:pt x="5131259" y="0"/>
                  </a:lnTo>
                  <a:lnTo>
                    <a:pt x="5129065" y="0"/>
                  </a:lnTo>
                  <a:lnTo>
                    <a:pt x="5126871" y="0"/>
                  </a:lnTo>
                  <a:lnTo>
                    <a:pt x="5124677" y="0"/>
                  </a:lnTo>
                  <a:lnTo>
                    <a:pt x="5122483" y="0"/>
                  </a:lnTo>
                  <a:lnTo>
                    <a:pt x="5120290" y="0"/>
                  </a:lnTo>
                  <a:lnTo>
                    <a:pt x="5118096" y="0"/>
                  </a:lnTo>
                  <a:lnTo>
                    <a:pt x="5115902" y="0"/>
                  </a:lnTo>
                  <a:lnTo>
                    <a:pt x="5113708" y="0"/>
                  </a:lnTo>
                  <a:lnTo>
                    <a:pt x="5111515" y="0"/>
                  </a:lnTo>
                  <a:lnTo>
                    <a:pt x="5109321" y="0"/>
                  </a:lnTo>
                  <a:lnTo>
                    <a:pt x="5107127" y="0"/>
                  </a:lnTo>
                  <a:lnTo>
                    <a:pt x="5104933" y="0"/>
                  </a:lnTo>
                  <a:lnTo>
                    <a:pt x="5102739" y="0"/>
                  </a:lnTo>
                  <a:lnTo>
                    <a:pt x="5100546" y="0"/>
                  </a:lnTo>
                  <a:lnTo>
                    <a:pt x="5098352" y="0"/>
                  </a:lnTo>
                  <a:lnTo>
                    <a:pt x="5096158" y="0"/>
                  </a:lnTo>
                  <a:lnTo>
                    <a:pt x="5093964" y="0"/>
                  </a:lnTo>
                  <a:lnTo>
                    <a:pt x="5091770" y="0"/>
                  </a:lnTo>
                  <a:lnTo>
                    <a:pt x="5089577" y="0"/>
                  </a:lnTo>
                  <a:lnTo>
                    <a:pt x="5087383" y="0"/>
                  </a:lnTo>
                  <a:lnTo>
                    <a:pt x="5085189" y="0"/>
                  </a:lnTo>
                  <a:lnTo>
                    <a:pt x="5082995" y="0"/>
                  </a:lnTo>
                  <a:lnTo>
                    <a:pt x="5080802" y="0"/>
                  </a:lnTo>
                  <a:lnTo>
                    <a:pt x="5078608" y="0"/>
                  </a:lnTo>
                  <a:lnTo>
                    <a:pt x="5076414" y="0"/>
                  </a:lnTo>
                  <a:lnTo>
                    <a:pt x="5074220" y="0"/>
                  </a:lnTo>
                  <a:lnTo>
                    <a:pt x="5072026" y="0"/>
                  </a:lnTo>
                  <a:lnTo>
                    <a:pt x="5069833" y="0"/>
                  </a:lnTo>
                  <a:lnTo>
                    <a:pt x="5067639" y="0"/>
                  </a:lnTo>
                  <a:lnTo>
                    <a:pt x="5065445" y="0"/>
                  </a:lnTo>
                  <a:lnTo>
                    <a:pt x="5063251" y="0"/>
                  </a:lnTo>
                  <a:lnTo>
                    <a:pt x="5061058" y="0"/>
                  </a:lnTo>
                  <a:lnTo>
                    <a:pt x="5058864" y="0"/>
                  </a:lnTo>
                  <a:lnTo>
                    <a:pt x="5056670" y="0"/>
                  </a:lnTo>
                  <a:lnTo>
                    <a:pt x="5054476" y="0"/>
                  </a:lnTo>
                  <a:lnTo>
                    <a:pt x="5052282" y="0"/>
                  </a:lnTo>
                  <a:lnTo>
                    <a:pt x="5050089" y="0"/>
                  </a:lnTo>
                  <a:lnTo>
                    <a:pt x="5047895" y="0"/>
                  </a:lnTo>
                  <a:lnTo>
                    <a:pt x="5045701" y="0"/>
                  </a:lnTo>
                  <a:lnTo>
                    <a:pt x="5043507" y="0"/>
                  </a:lnTo>
                  <a:lnTo>
                    <a:pt x="5041313" y="0"/>
                  </a:lnTo>
                  <a:lnTo>
                    <a:pt x="5039120" y="0"/>
                  </a:lnTo>
                  <a:lnTo>
                    <a:pt x="5036926" y="0"/>
                  </a:lnTo>
                  <a:lnTo>
                    <a:pt x="5034732" y="0"/>
                  </a:lnTo>
                  <a:lnTo>
                    <a:pt x="5032538" y="0"/>
                  </a:lnTo>
                  <a:lnTo>
                    <a:pt x="5030345" y="0"/>
                  </a:lnTo>
                  <a:lnTo>
                    <a:pt x="5028151" y="0"/>
                  </a:lnTo>
                  <a:lnTo>
                    <a:pt x="5025957" y="0"/>
                  </a:lnTo>
                  <a:lnTo>
                    <a:pt x="5023763" y="0"/>
                  </a:lnTo>
                  <a:lnTo>
                    <a:pt x="5021569" y="0"/>
                  </a:lnTo>
                  <a:lnTo>
                    <a:pt x="5019376" y="0"/>
                  </a:lnTo>
                  <a:lnTo>
                    <a:pt x="5017182" y="0"/>
                  </a:lnTo>
                  <a:lnTo>
                    <a:pt x="5014988" y="0"/>
                  </a:lnTo>
                  <a:lnTo>
                    <a:pt x="5012794" y="0"/>
                  </a:lnTo>
                  <a:lnTo>
                    <a:pt x="5010600" y="0"/>
                  </a:lnTo>
                  <a:lnTo>
                    <a:pt x="5008407" y="0"/>
                  </a:lnTo>
                  <a:lnTo>
                    <a:pt x="5006213" y="0"/>
                  </a:lnTo>
                  <a:lnTo>
                    <a:pt x="5004019" y="0"/>
                  </a:lnTo>
                  <a:lnTo>
                    <a:pt x="5001825" y="0"/>
                  </a:lnTo>
                  <a:lnTo>
                    <a:pt x="4999632" y="0"/>
                  </a:lnTo>
                  <a:lnTo>
                    <a:pt x="4997438" y="0"/>
                  </a:lnTo>
                  <a:lnTo>
                    <a:pt x="4995244" y="0"/>
                  </a:lnTo>
                  <a:lnTo>
                    <a:pt x="4993050" y="0"/>
                  </a:lnTo>
                  <a:lnTo>
                    <a:pt x="4990856" y="0"/>
                  </a:lnTo>
                  <a:lnTo>
                    <a:pt x="4988663" y="0"/>
                  </a:lnTo>
                  <a:lnTo>
                    <a:pt x="4986469" y="0"/>
                  </a:lnTo>
                  <a:lnTo>
                    <a:pt x="4984275" y="0"/>
                  </a:lnTo>
                  <a:lnTo>
                    <a:pt x="4982081" y="0"/>
                  </a:lnTo>
                  <a:lnTo>
                    <a:pt x="4979888" y="0"/>
                  </a:lnTo>
                  <a:lnTo>
                    <a:pt x="4977694" y="0"/>
                  </a:lnTo>
                  <a:lnTo>
                    <a:pt x="4975500" y="0"/>
                  </a:lnTo>
                  <a:lnTo>
                    <a:pt x="4973306" y="0"/>
                  </a:lnTo>
                  <a:lnTo>
                    <a:pt x="4971112" y="0"/>
                  </a:lnTo>
                  <a:lnTo>
                    <a:pt x="4968919" y="0"/>
                  </a:lnTo>
                  <a:lnTo>
                    <a:pt x="4966725" y="0"/>
                  </a:lnTo>
                  <a:lnTo>
                    <a:pt x="4964531" y="0"/>
                  </a:lnTo>
                  <a:lnTo>
                    <a:pt x="4962337" y="0"/>
                  </a:lnTo>
                  <a:lnTo>
                    <a:pt x="4960143" y="0"/>
                  </a:lnTo>
                  <a:lnTo>
                    <a:pt x="4957950" y="0"/>
                  </a:lnTo>
                  <a:lnTo>
                    <a:pt x="4955756" y="0"/>
                  </a:lnTo>
                  <a:lnTo>
                    <a:pt x="4953562" y="0"/>
                  </a:lnTo>
                  <a:lnTo>
                    <a:pt x="4951368" y="0"/>
                  </a:lnTo>
                  <a:lnTo>
                    <a:pt x="4949175" y="0"/>
                  </a:lnTo>
                  <a:lnTo>
                    <a:pt x="4946981" y="0"/>
                  </a:lnTo>
                  <a:lnTo>
                    <a:pt x="4944787" y="0"/>
                  </a:lnTo>
                  <a:lnTo>
                    <a:pt x="4942593" y="0"/>
                  </a:lnTo>
                  <a:lnTo>
                    <a:pt x="4940399" y="0"/>
                  </a:lnTo>
                  <a:lnTo>
                    <a:pt x="4938206" y="0"/>
                  </a:lnTo>
                  <a:lnTo>
                    <a:pt x="4936012" y="0"/>
                  </a:lnTo>
                  <a:lnTo>
                    <a:pt x="4933818" y="0"/>
                  </a:lnTo>
                  <a:lnTo>
                    <a:pt x="4931624" y="0"/>
                  </a:lnTo>
                  <a:lnTo>
                    <a:pt x="4929431" y="0"/>
                  </a:lnTo>
                  <a:lnTo>
                    <a:pt x="4927237" y="0"/>
                  </a:lnTo>
                  <a:lnTo>
                    <a:pt x="4925043" y="0"/>
                  </a:lnTo>
                  <a:lnTo>
                    <a:pt x="4922849" y="0"/>
                  </a:lnTo>
                  <a:lnTo>
                    <a:pt x="4920655" y="0"/>
                  </a:lnTo>
                  <a:lnTo>
                    <a:pt x="4918462" y="0"/>
                  </a:lnTo>
                  <a:lnTo>
                    <a:pt x="4916268" y="0"/>
                  </a:lnTo>
                  <a:lnTo>
                    <a:pt x="4914074" y="0"/>
                  </a:lnTo>
                  <a:lnTo>
                    <a:pt x="4911880" y="0"/>
                  </a:lnTo>
                  <a:lnTo>
                    <a:pt x="4909686" y="0"/>
                  </a:lnTo>
                  <a:lnTo>
                    <a:pt x="4907493" y="0"/>
                  </a:lnTo>
                  <a:lnTo>
                    <a:pt x="4905299" y="0"/>
                  </a:lnTo>
                  <a:lnTo>
                    <a:pt x="4903105" y="0"/>
                  </a:lnTo>
                  <a:lnTo>
                    <a:pt x="4900911" y="0"/>
                  </a:lnTo>
                  <a:lnTo>
                    <a:pt x="4898718" y="0"/>
                  </a:lnTo>
                  <a:lnTo>
                    <a:pt x="4896524" y="0"/>
                  </a:lnTo>
                  <a:lnTo>
                    <a:pt x="4894330" y="0"/>
                  </a:lnTo>
                  <a:lnTo>
                    <a:pt x="4892136" y="0"/>
                  </a:lnTo>
                  <a:lnTo>
                    <a:pt x="4889942" y="0"/>
                  </a:lnTo>
                  <a:lnTo>
                    <a:pt x="4887749" y="0"/>
                  </a:lnTo>
                  <a:lnTo>
                    <a:pt x="4885555" y="0"/>
                  </a:lnTo>
                  <a:lnTo>
                    <a:pt x="4883361" y="0"/>
                  </a:lnTo>
                  <a:lnTo>
                    <a:pt x="4881167" y="0"/>
                  </a:lnTo>
                  <a:lnTo>
                    <a:pt x="4878973" y="0"/>
                  </a:lnTo>
                  <a:lnTo>
                    <a:pt x="4876780" y="0"/>
                  </a:lnTo>
                  <a:lnTo>
                    <a:pt x="4874586" y="0"/>
                  </a:lnTo>
                  <a:lnTo>
                    <a:pt x="4872392" y="0"/>
                  </a:lnTo>
                  <a:lnTo>
                    <a:pt x="4870198" y="0"/>
                  </a:lnTo>
                  <a:lnTo>
                    <a:pt x="4868005" y="0"/>
                  </a:lnTo>
                  <a:lnTo>
                    <a:pt x="4865811" y="0"/>
                  </a:lnTo>
                  <a:lnTo>
                    <a:pt x="4863617" y="0"/>
                  </a:lnTo>
                  <a:lnTo>
                    <a:pt x="4861423" y="0"/>
                  </a:lnTo>
                  <a:lnTo>
                    <a:pt x="4859229" y="0"/>
                  </a:lnTo>
                  <a:lnTo>
                    <a:pt x="4857036" y="0"/>
                  </a:lnTo>
                  <a:lnTo>
                    <a:pt x="4854842" y="0"/>
                  </a:lnTo>
                  <a:lnTo>
                    <a:pt x="4852648" y="0"/>
                  </a:lnTo>
                  <a:lnTo>
                    <a:pt x="4850454" y="0"/>
                  </a:lnTo>
                  <a:lnTo>
                    <a:pt x="4848261" y="0"/>
                  </a:lnTo>
                  <a:lnTo>
                    <a:pt x="4846067" y="0"/>
                  </a:lnTo>
                  <a:lnTo>
                    <a:pt x="4843873" y="0"/>
                  </a:lnTo>
                  <a:lnTo>
                    <a:pt x="4841679" y="0"/>
                  </a:lnTo>
                  <a:lnTo>
                    <a:pt x="4839485" y="0"/>
                  </a:lnTo>
                  <a:lnTo>
                    <a:pt x="4837292" y="0"/>
                  </a:lnTo>
                  <a:lnTo>
                    <a:pt x="4835098" y="0"/>
                  </a:lnTo>
                  <a:lnTo>
                    <a:pt x="4832904" y="0"/>
                  </a:lnTo>
                  <a:lnTo>
                    <a:pt x="4830710" y="0"/>
                  </a:lnTo>
                  <a:lnTo>
                    <a:pt x="4828516" y="0"/>
                  </a:lnTo>
                  <a:lnTo>
                    <a:pt x="4826323" y="0"/>
                  </a:lnTo>
                  <a:lnTo>
                    <a:pt x="4824129" y="0"/>
                  </a:lnTo>
                  <a:lnTo>
                    <a:pt x="4821935" y="0"/>
                  </a:lnTo>
                  <a:lnTo>
                    <a:pt x="4819741" y="0"/>
                  </a:lnTo>
                  <a:lnTo>
                    <a:pt x="4817548" y="0"/>
                  </a:lnTo>
                  <a:lnTo>
                    <a:pt x="4815354" y="0"/>
                  </a:lnTo>
                  <a:lnTo>
                    <a:pt x="4813160" y="0"/>
                  </a:lnTo>
                  <a:lnTo>
                    <a:pt x="4810966" y="0"/>
                  </a:lnTo>
                  <a:lnTo>
                    <a:pt x="4808772" y="0"/>
                  </a:lnTo>
                  <a:lnTo>
                    <a:pt x="4806579" y="0"/>
                  </a:lnTo>
                  <a:lnTo>
                    <a:pt x="4804385" y="0"/>
                  </a:lnTo>
                  <a:lnTo>
                    <a:pt x="4802191" y="0"/>
                  </a:lnTo>
                  <a:lnTo>
                    <a:pt x="4799997" y="0"/>
                  </a:lnTo>
                  <a:lnTo>
                    <a:pt x="4797804" y="0"/>
                  </a:lnTo>
                  <a:lnTo>
                    <a:pt x="4795610" y="0"/>
                  </a:lnTo>
                  <a:lnTo>
                    <a:pt x="4793416" y="0"/>
                  </a:lnTo>
                  <a:lnTo>
                    <a:pt x="4791222" y="0"/>
                  </a:lnTo>
                  <a:lnTo>
                    <a:pt x="4789028" y="0"/>
                  </a:lnTo>
                  <a:lnTo>
                    <a:pt x="4786835" y="0"/>
                  </a:lnTo>
                  <a:lnTo>
                    <a:pt x="4784641" y="0"/>
                  </a:lnTo>
                  <a:lnTo>
                    <a:pt x="4782447" y="0"/>
                  </a:lnTo>
                  <a:lnTo>
                    <a:pt x="4780253" y="0"/>
                  </a:lnTo>
                  <a:lnTo>
                    <a:pt x="4778059" y="0"/>
                  </a:lnTo>
                  <a:lnTo>
                    <a:pt x="4775866" y="0"/>
                  </a:lnTo>
                  <a:lnTo>
                    <a:pt x="4773672" y="0"/>
                  </a:lnTo>
                  <a:lnTo>
                    <a:pt x="4771478" y="0"/>
                  </a:lnTo>
                  <a:lnTo>
                    <a:pt x="4769284" y="0"/>
                  </a:lnTo>
                  <a:lnTo>
                    <a:pt x="4767091" y="0"/>
                  </a:lnTo>
                  <a:lnTo>
                    <a:pt x="4764897" y="0"/>
                  </a:lnTo>
                  <a:lnTo>
                    <a:pt x="4762703" y="0"/>
                  </a:lnTo>
                  <a:lnTo>
                    <a:pt x="4760509" y="0"/>
                  </a:lnTo>
                  <a:lnTo>
                    <a:pt x="4758315" y="0"/>
                  </a:lnTo>
                  <a:lnTo>
                    <a:pt x="4756122" y="0"/>
                  </a:lnTo>
                  <a:lnTo>
                    <a:pt x="4753928" y="0"/>
                  </a:lnTo>
                  <a:lnTo>
                    <a:pt x="4751734" y="0"/>
                  </a:lnTo>
                  <a:lnTo>
                    <a:pt x="4749540" y="0"/>
                  </a:lnTo>
                  <a:lnTo>
                    <a:pt x="4747346" y="0"/>
                  </a:lnTo>
                  <a:lnTo>
                    <a:pt x="4745153" y="0"/>
                  </a:lnTo>
                  <a:lnTo>
                    <a:pt x="4742959" y="0"/>
                  </a:lnTo>
                  <a:lnTo>
                    <a:pt x="4740765" y="0"/>
                  </a:lnTo>
                  <a:lnTo>
                    <a:pt x="4738571" y="0"/>
                  </a:lnTo>
                  <a:lnTo>
                    <a:pt x="4736378" y="0"/>
                  </a:lnTo>
                  <a:lnTo>
                    <a:pt x="4734184" y="0"/>
                  </a:lnTo>
                  <a:lnTo>
                    <a:pt x="4731990" y="0"/>
                  </a:lnTo>
                  <a:lnTo>
                    <a:pt x="4729796" y="0"/>
                  </a:lnTo>
                  <a:lnTo>
                    <a:pt x="4727602" y="0"/>
                  </a:lnTo>
                  <a:lnTo>
                    <a:pt x="4725409" y="0"/>
                  </a:lnTo>
                  <a:lnTo>
                    <a:pt x="4723215" y="0"/>
                  </a:lnTo>
                  <a:lnTo>
                    <a:pt x="4721021" y="0"/>
                  </a:lnTo>
                  <a:lnTo>
                    <a:pt x="4718827" y="0"/>
                  </a:lnTo>
                  <a:lnTo>
                    <a:pt x="4716634" y="0"/>
                  </a:lnTo>
                  <a:lnTo>
                    <a:pt x="4714440" y="0"/>
                  </a:lnTo>
                  <a:lnTo>
                    <a:pt x="4712246" y="0"/>
                  </a:lnTo>
                  <a:lnTo>
                    <a:pt x="4710052" y="0"/>
                  </a:lnTo>
                  <a:lnTo>
                    <a:pt x="4707858" y="0"/>
                  </a:lnTo>
                  <a:lnTo>
                    <a:pt x="4705665" y="0"/>
                  </a:lnTo>
                  <a:lnTo>
                    <a:pt x="4703471" y="0"/>
                  </a:lnTo>
                  <a:lnTo>
                    <a:pt x="4701277" y="0"/>
                  </a:lnTo>
                  <a:lnTo>
                    <a:pt x="4699083" y="0"/>
                  </a:lnTo>
                  <a:lnTo>
                    <a:pt x="4696889" y="0"/>
                  </a:lnTo>
                  <a:lnTo>
                    <a:pt x="4694696" y="0"/>
                  </a:lnTo>
                  <a:lnTo>
                    <a:pt x="4692502" y="0"/>
                  </a:lnTo>
                  <a:lnTo>
                    <a:pt x="4690308" y="0"/>
                  </a:lnTo>
                  <a:lnTo>
                    <a:pt x="4688114" y="0"/>
                  </a:lnTo>
                  <a:lnTo>
                    <a:pt x="4685921" y="0"/>
                  </a:lnTo>
                  <a:lnTo>
                    <a:pt x="4683727" y="0"/>
                  </a:lnTo>
                  <a:lnTo>
                    <a:pt x="4681533" y="0"/>
                  </a:lnTo>
                  <a:lnTo>
                    <a:pt x="4679339" y="0"/>
                  </a:lnTo>
                  <a:lnTo>
                    <a:pt x="4677145" y="0"/>
                  </a:lnTo>
                  <a:lnTo>
                    <a:pt x="4674952" y="0"/>
                  </a:lnTo>
                  <a:lnTo>
                    <a:pt x="4672758" y="0"/>
                  </a:lnTo>
                  <a:lnTo>
                    <a:pt x="4670564" y="0"/>
                  </a:lnTo>
                  <a:lnTo>
                    <a:pt x="4668370" y="0"/>
                  </a:lnTo>
                  <a:lnTo>
                    <a:pt x="4666177" y="0"/>
                  </a:lnTo>
                  <a:lnTo>
                    <a:pt x="4663983" y="0"/>
                  </a:lnTo>
                  <a:lnTo>
                    <a:pt x="4661789" y="0"/>
                  </a:lnTo>
                  <a:lnTo>
                    <a:pt x="4659595" y="0"/>
                  </a:lnTo>
                  <a:lnTo>
                    <a:pt x="4657401" y="0"/>
                  </a:lnTo>
                  <a:lnTo>
                    <a:pt x="4655208" y="0"/>
                  </a:lnTo>
                  <a:lnTo>
                    <a:pt x="4653014" y="0"/>
                  </a:lnTo>
                  <a:lnTo>
                    <a:pt x="4650820" y="0"/>
                  </a:lnTo>
                  <a:lnTo>
                    <a:pt x="4648626" y="0"/>
                  </a:lnTo>
                  <a:lnTo>
                    <a:pt x="4646432" y="0"/>
                  </a:lnTo>
                  <a:lnTo>
                    <a:pt x="4644239" y="0"/>
                  </a:lnTo>
                  <a:lnTo>
                    <a:pt x="4642045" y="0"/>
                  </a:lnTo>
                  <a:lnTo>
                    <a:pt x="4639851" y="0"/>
                  </a:lnTo>
                  <a:lnTo>
                    <a:pt x="4637657" y="0"/>
                  </a:lnTo>
                  <a:lnTo>
                    <a:pt x="4635464" y="0"/>
                  </a:lnTo>
                  <a:lnTo>
                    <a:pt x="4633270" y="0"/>
                  </a:lnTo>
                  <a:lnTo>
                    <a:pt x="4631076" y="0"/>
                  </a:lnTo>
                  <a:lnTo>
                    <a:pt x="4628882" y="0"/>
                  </a:lnTo>
                  <a:lnTo>
                    <a:pt x="4626688" y="0"/>
                  </a:lnTo>
                  <a:lnTo>
                    <a:pt x="4624495" y="0"/>
                  </a:lnTo>
                  <a:lnTo>
                    <a:pt x="4622301" y="0"/>
                  </a:lnTo>
                  <a:lnTo>
                    <a:pt x="4620107" y="0"/>
                  </a:lnTo>
                  <a:lnTo>
                    <a:pt x="4617913" y="0"/>
                  </a:lnTo>
                  <a:lnTo>
                    <a:pt x="4615720" y="0"/>
                  </a:lnTo>
                  <a:lnTo>
                    <a:pt x="4613526" y="0"/>
                  </a:lnTo>
                  <a:lnTo>
                    <a:pt x="4611332" y="0"/>
                  </a:lnTo>
                  <a:lnTo>
                    <a:pt x="4609138" y="0"/>
                  </a:lnTo>
                  <a:lnTo>
                    <a:pt x="4606944" y="0"/>
                  </a:lnTo>
                  <a:lnTo>
                    <a:pt x="4604751" y="0"/>
                  </a:lnTo>
                  <a:lnTo>
                    <a:pt x="4602557" y="0"/>
                  </a:lnTo>
                  <a:lnTo>
                    <a:pt x="4600363" y="0"/>
                  </a:lnTo>
                  <a:lnTo>
                    <a:pt x="4598169" y="0"/>
                  </a:lnTo>
                  <a:lnTo>
                    <a:pt x="4595975" y="0"/>
                  </a:lnTo>
                  <a:lnTo>
                    <a:pt x="4593782" y="0"/>
                  </a:lnTo>
                  <a:lnTo>
                    <a:pt x="4591588" y="0"/>
                  </a:lnTo>
                  <a:lnTo>
                    <a:pt x="4589394" y="0"/>
                  </a:lnTo>
                  <a:lnTo>
                    <a:pt x="4587200" y="0"/>
                  </a:lnTo>
                  <a:lnTo>
                    <a:pt x="4585007" y="0"/>
                  </a:lnTo>
                  <a:lnTo>
                    <a:pt x="4582813" y="0"/>
                  </a:lnTo>
                  <a:lnTo>
                    <a:pt x="4580619" y="0"/>
                  </a:lnTo>
                  <a:lnTo>
                    <a:pt x="4578425" y="0"/>
                  </a:lnTo>
                  <a:lnTo>
                    <a:pt x="4576231" y="0"/>
                  </a:lnTo>
                  <a:lnTo>
                    <a:pt x="4574038" y="0"/>
                  </a:lnTo>
                  <a:lnTo>
                    <a:pt x="4571844" y="0"/>
                  </a:lnTo>
                  <a:lnTo>
                    <a:pt x="4569650" y="0"/>
                  </a:lnTo>
                  <a:lnTo>
                    <a:pt x="4567456" y="0"/>
                  </a:lnTo>
                  <a:lnTo>
                    <a:pt x="4565262" y="0"/>
                  </a:lnTo>
                  <a:lnTo>
                    <a:pt x="4563069" y="0"/>
                  </a:lnTo>
                  <a:lnTo>
                    <a:pt x="4560875" y="0"/>
                  </a:lnTo>
                  <a:lnTo>
                    <a:pt x="4558681" y="0"/>
                  </a:lnTo>
                  <a:lnTo>
                    <a:pt x="4556487" y="0"/>
                  </a:lnTo>
                  <a:lnTo>
                    <a:pt x="4554294" y="0"/>
                  </a:lnTo>
                  <a:lnTo>
                    <a:pt x="4552100" y="0"/>
                  </a:lnTo>
                  <a:lnTo>
                    <a:pt x="4549906" y="0"/>
                  </a:lnTo>
                  <a:lnTo>
                    <a:pt x="4547712" y="0"/>
                  </a:lnTo>
                  <a:lnTo>
                    <a:pt x="4545518" y="0"/>
                  </a:lnTo>
                  <a:lnTo>
                    <a:pt x="4543325" y="0"/>
                  </a:lnTo>
                  <a:lnTo>
                    <a:pt x="4541131" y="0"/>
                  </a:lnTo>
                  <a:lnTo>
                    <a:pt x="4538937" y="0"/>
                  </a:lnTo>
                  <a:lnTo>
                    <a:pt x="4536743" y="0"/>
                  </a:lnTo>
                  <a:lnTo>
                    <a:pt x="4534550" y="0"/>
                  </a:lnTo>
                  <a:lnTo>
                    <a:pt x="4532356" y="0"/>
                  </a:lnTo>
                  <a:lnTo>
                    <a:pt x="4530162" y="0"/>
                  </a:lnTo>
                  <a:lnTo>
                    <a:pt x="4527968" y="0"/>
                  </a:lnTo>
                  <a:lnTo>
                    <a:pt x="4525774" y="0"/>
                  </a:lnTo>
                  <a:lnTo>
                    <a:pt x="4523581" y="0"/>
                  </a:lnTo>
                  <a:lnTo>
                    <a:pt x="4521387" y="0"/>
                  </a:lnTo>
                  <a:lnTo>
                    <a:pt x="4519193" y="0"/>
                  </a:lnTo>
                  <a:lnTo>
                    <a:pt x="4516999" y="0"/>
                  </a:lnTo>
                  <a:lnTo>
                    <a:pt x="4514805" y="0"/>
                  </a:lnTo>
                  <a:lnTo>
                    <a:pt x="4512612" y="0"/>
                  </a:lnTo>
                  <a:lnTo>
                    <a:pt x="4510418" y="0"/>
                  </a:lnTo>
                  <a:lnTo>
                    <a:pt x="4508224" y="0"/>
                  </a:lnTo>
                  <a:lnTo>
                    <a:pt x="4506030" y="0"/>
                  </a:lnTo>
                  <a:lnTo>
                    <a:pt x="4503837" y="0"/>
                  </a:lnTo>
                  <a:lnTo>
                    <a:pt x="4501643" y="0"/>
                  </a:lnTo>
                  <a:lnTo>
                    <a:pt x="4499449" y="0"/>
                  </a:lnTo>
                  <a:lnTo>
                    <a:pt x="4497255" y="0"/>
                  </a:lnTo>
                  <a:lnTo>
                    <a:pt x="4495061" y="0"/>
                  </a:lnTo>
                  <a:lnTo>
                    <a:pt x="4492868" y="0"/>
                  </a:lnTo>
                  <a:lnTo>
                    <a:pt x="4490674" y="0"/>
                  </a:lnTo>
                  <a:lnTo>
                    <a:pt x="4488480" y="0"/>
                  </a:lnTo>
                  <a:lnTo>
                    <a:pt x="4486286" y="0"/>
                  </a:lnTo>
                  <a:lnTo>
                    <a:pt x="4484093" y="0"/>
                  </a:lnTo>
                  <a:lnTo>
                    <a:pt x="4481899" y="0"/>
                  </a:lnTo>
                  <a:lnTo>
                    <a:pt x="4479705" y="0"/>
                  </a:lnTo>
                  <a:lnTo>
                    <a:pt x="4477511" y="0"/>
                  </a:lnTo>
                  <a:lnTo>
                    <a:pt x="4475317" y="0"/>
                  </a:lnTo>
                  <a:lnTo>
                    <a:pt x="4473124" y="0"/>
                  </a:lnTo>
                  <a:lnTo>
                    <a:pt x="4470930" y="0"/>
                  </a:lnTo>
                  <a:lnTo>
                    <a:pt x="4468736" y="0"/>
                  </a:lnTo>
                  <a:lnTo>
                    <a:pt x="4466542" y="0"/>
                  </a:lnTo>
                  <a:lnTo>
                    <a:pt x="4464348" y="0"/>
                  </a:lnTo>
                  <a:lnTo>
                    <a:pt x="4462155" y="0"/>
                  </a:lnTo>
                  <a:lnTo>
                    <a:pt x="4459961" y="0"/>
                  </a:lnTo>
                  <a:lnTo>
                    <a:pt x="4457767" y="0"/>
                  </a:lnTo>
                  <a:lnTo>
                    <a:pt x="4455573" y="0"/>
                  </a:lnTo>
                  <a:lnTo>
                    <a:pt x="4453380" y="0"/>
                  </a:lnTo>
                  <a:lnTo>
                    <a:pt x="4451186" y="0"/>
                  </a:lnTo>
                  <a:lnTo>
                    <a:pt x="4448992" y="0"/>
                  </a:lnTo>
                  <a:lnTo>
                    <a:pt x="4446798" y="0"/>
                  </a:lnTo>
                  <a:lnTo>
                    <a:pt x="4444604" y="0"/>
                  </a:lnTo>
                  <a:lnTo>
                    <a:pt x="4442411" y="0"/>
                  </a:lnTo>
                  <a:lnTo>
                    <a:pt x="4440217" y="0"/>
                  </a:lnTo>
                  <a:lnTo>
                    <a:pt x="4438023" y="0"/>
                  </a:lnTo>
                  <a:lnTo>
                    <a:pt x="4435829" y="0"/>
                  </a:lnTo>
                  <a:lnTo>
                    <a:pt x="4433635" y="0"/>
                  </a:lnTo>
                  <a:lnTo>
                    <a:pt x="4431442" y="0"/>
                  </a:lnTo>
                  <a:lnTo>
                    <a:pt x="4429248" y="0"/>
                  </a:lnTo>
                  <a:lnTo>
                    <a:pt x="4427054" y="0"/>
                  </a:lnTo>
                  <a:lnTo>
                    <a:pt x="4424860" y="0"/>
                  </a:lnTo>
                  <a:lnTo>
                    <a:pt x="4422667" y="0"/>
                  </a:lnTo>
                  <a:lnTo>
                    <a:pt x="4420473" y="0"/>
                  </a:lnTo>
                  <a:lnTo>
                    <a:pt x="4418279" y="0"/>
                  </a:lnTo>
                  <a:lnTo>
                    <a:pt x="4416085" y="0"/>
                  </a:lnTo>
                  <a:lnTo>
                    <a:pt x="4413891" y="0"/>
                  </a:lnTo>
                  <a:lnTo>
                    <a:pt x="4411698" y="0"/>
                  </a:lnTo>
                  <a:lnTo>
                    <a:pt x="4409504" y="0"/>
                  </a:lnTo>
                  <a:lnTo>
                    <a:pt x="4407310" y="0"/>
                  </a:lnTo>
                  <a:lnTo>
                    <a:pt x="4405116" y="0"/>
                  </a:lnTo>
                  <a:lnTo>
                    <a:pt x="4402923" y="0"/>
                  </a:lnTo>
                  <a:lnTo>
                    <a:pt x="4400729" y="0"/>
                  </a:lnTo>
                  <a:lnTo>
                    <a:pt x="4398535" y="0"/>
                  </a:lnTo>
                  <a:lnTo>
                    <a:pt x="4396341" y="0"/>
                  </a:lnTo>
                  <a:lnTo>
                    <a:pt x="4394147" y="0"/>
                  </a:lnTo>
                  <a:lnTo>
                    <a:pt x="4391954" y="0"/>
                  </a:lnTo>
                  <a:lnTo>
                    <a:pt x="4389760" y="0"/>
                  </a:lnTo>
                  <a:lnTo>
                    <a:pt x="4387566" y="0"/>
                  </a:lnTo>
                  <a:lnTo>
                    <a:pt x="4385372" y="0"/>
                  </a:lnTo>
                  <a:lnTo>
                    <a:pt x="4383178" y="0"/>
                  </a:lnTo>
                  <a:lnTo>
                    <a:pt x="4380985" y="0"/>
                  </a:lnTo>
                  <a:lnTo>
                    <a:pt x="4378791" y="0"/>
                  </a:lnTo>
                  <a:lnTo>
                    <a:pt x="4376597" y="0"/>
                  </a:lnTo>
                  <a:lnTo>
                    <a:pt x="4374403" y="0"/>
                  </a:lnTo>
                  <a:lnTo>
                    <a:pt x="4372210" y="0"/>
                  </a:lnTo>
                  <a:lnTo>
                    <a:pt x="4370016" y="0"/>
                  </a:lnTo>
                  <a:lnTo>
                    <a:pt x="4367822" y="0"/>
                  </a:lnTo>
                  <a:lnTo>
                    <a:pt x="4365628" y="0"/>
                  </a:lnTo>
                  <a:lnTo>
                    <a:pt x="4363434" y="0"/>
                  </a:lnTo>
                  <a:lnTo>
                    <a:pt x="4361241" y="0"/>
                  </a:lnTo>
                  <a:lnTo>
                    <a:pt x="4359047" y="0"/>
                  </a:lnTo>
                  <a:lnTo>
                    <a:pt x="4356853" y="0"/>
                  </a:lnTo>
                  <a:lnTo>
                    <a:pt x="4354659" y="0"/>
                  </a:lnTo>
                  <a:lnTo>
                    <a:pt x="4352466" y="0"/>
                  </a:lnTo>
                  <a:lnTo>
                    <a:pt x="4350272" y="0"/>
                  </a:lnTo>
                  <a:lnTo>
                    <a:pt x="4348078" y="0"/>
                  </a:lnTo>
                  <a:lnTo>
                    <a:pt x="4345884" y="0"/>
                  </a:lnTo>
                  <a:lnTo>
                    <a:pt x="4343690" y="0"/>
                  </a:lnTo>
                  <a:lnTo>
                    <a:pt x="4341497" y="0"/>
                  </a:lnTo>
                  <a:lnTo>
                    <a:pt x="4339303" y="0"/>
                  </a:lnTo>
                  <a:lnTo>
                    <a:pt x="4337109" y="0"/>
                  </a:lnTo>
                  <a:lnTo>
                    <a:pt x="4334915" y="0"/>
                  </a:lnTo>
                  <a:lnTo>
                    <a:pt x="4332721" y="0"/>
                  </a:lnTo>
                  <a:lnTo>
                    <a:pt x="4330528" y="0"/>
                  </a:lnTo>
                  <a:lnTo>
                    <a:pt x="4328334" y="0"/>
                  </a:lnTo>
                  <a:lnTo>
                    <a:pt x="4326140" y="0"/>
                  </a:lnTo>
                  <a:lnTo>
                    <a:pt x="4323946" y="0"/>
                  </a:lnTo>
                  <a:lnTo>
                    <a:pt x="4321753" y="0"/>
                  </a:lnTo>
                  <a:lnTo>
                    <a:pt x="4319559" y="0"/>
                  </a:lnTo>
                  <a:lnTo>
                    <a:pt x="4317365" y="0"/>
                  </a:lnTo>
                  <a:lnTo>
                    <a:pt x="4315171" y="0"/>
                  </a:lnTo>
                  <a:lnTo>
                    <a:pt x="4312977" y="0"/>
                  </a:lnTo>
                  <a:lnTo>
                    <a:pt x="4310784" y="0"/>
                  </a:lnTo>
                  <a:lnTo>
                    <a:pt x="4308590" y="0"/>
                  </a:lnTo>
                  <a:lnTo>
                    <a:pt x="4306396" y="0"/>
                  </a:lnTo>
                  <a:lnTo>
                    <a:pt x="4304202" y="0"/>
                  </a:lnTo>
                  <a:lnTo>
                    <a:pt x="4302008" y="0"/>
                  </a:lnTo>
                  <a:lnTo>
                    <a:pt x="4299815" y="0"/>
                  </a:lnTo>
                  <a:lnTo>
                    <a:pt x="4297621" y="0"/>
                  </a:lnTo>
                  <a:lnTo>
                    <a:pt x="4295427" y="0"/>
                  </a:lnTo>
                  <a:lnTo>
                    <a:pt x="4293233" y="0"/>
                  </a:lnTo>
                  <a:lnTo>
                    <a:pt x="4291040" y="0"/>
                  </a:lnTo>
                  <a:lnTo>
                    <a:pt x="4288846" y="0"/>
                  </a:lnTo>
                  <a:lnTo>
                    <a:pt x="4286652" y="0"/>
                  </a:lnTo>
                  <a:lnTo>
                    <a:pt x="4284458" y="0"/>
                  </a:lnTo>
                  <a:lnTo>
                    <a:pt x="4282264" y="0"/>
                  </a:lnTo>
                  <a:lnTo>
                    <a:pt x="4280071" y="0"/>
                  </a:lnTo>
                  <a:lnTo>
                    <a:pt x="4277877" y="0"/>
                  </a:lnTo>
                  <a:lnTo>
                    <a:pt x="4275683" y="0"/>
                  </a:lnTo>
                  <a:lnTo>
                    <a:pt x="4273489" y="0"/>
                  </a:lnTo>
                  <a:lnTo>
                    <a:pt x="4271296" y="0"/>
                  </a:lnTo>
                  <a:lnTo>
                    <a:pt x="4269102" y="0"/>
                  </a:lnTo>
                  <a:lnTo>
                    <a:pt x="4266908" y="0"/>
                  </a:lnTo>
                  <a:lnTo>
                    <a:pt x="4264714" y="0"/>
                  </a:lnTo>
                  <a:lnTo>
                    <a:pt x="4262520" y="0"/>
                  </a:lnTo>
                  <a:lnTo>
                    <a:pt x="4260327" y="0"/>
                  </a:lnTo>
                  <a:lnTo>
                    <a:pt x="4258133" y="0"/>
                  </a:lnTo>
                  <a:lnTo>
                    <a:pt x="4255939" y="0"/>
                  </a:lnTo>
                  <a:lnTo>
                    <a:pt x="4253745" y="0"/>
                  </a:lnTo>
                  <a:lnTo>
                    <a:pt x="4251551" y="0"/>
                  </a:lnTo>
                  <a:lnTo>
                    <a:pt x="4249358" y="0"/>
                  </a:lnTo>
                  <a:lnTo>
                    <a:pt x="4247164" y="0"/>
                  </a:lnTo>
                  <a:lnTo>
                    <a:pt x="4244970" y="0"/>
                  </a:lnTo>
                  <a:lnTo>
                    <a:pt x="4242776" y="0"/>
                  </a:lnTo>
                  <a:lnTo>
                    <a:pt x="4240583" y="0"/>
                  </a:lnTo>
                  <a:lnTo>
                    <a:pt x="4238389" y="0"/>
                  </a:lnTo>
                  <a:lnTo>
                    <a:pt x="4236195" y="0"/>
                  </a:lnTo>
                  <a:lnTo>
                    <a:pt x="4234001" y="0"/>
                  </a:lnTo>
                  <a:lnTo>
                    <a:pt x="4231807" y="0"/>
                  </a:lnTo>
                  <a:lnTo>
                    <a:pt x="4229614" y="0"/>
                  </a:lnTo>
                  <a:lnTo>
                    <a:pt x="4227420" y="0"/>
                  </a:lnTo>
                  <a:lnTo>
                    <a:pt x="4225226" y="0"/>
                  </a:lnTo>
                  <a:lnTo>
                    <a:pt x="4223032" y="0"/>
                  </a:lnTo>
                  <a:lnTo>
                    <a:pt x="4220839" y="0"/>
                  </a:lnTo>
                  <a:lnTo>
                    <a:pt x="4218645" y="0"/>
                  </a:lnTo>
                  <a:lnTo>
                    <a:pt x="4216451" y="0"/>
                  </a:lnTo>
                  <a:lnTo>
                    <a:pt x="4214257" y="0"/>
                  </a:lnTo>
                  <a:lnTo>
                    <a:pt x="4212063" y="0"/>
                  </a:lnTo>
                  <a:lnTo>
                    <a:pt x="4209870" y="0"/>
                  </a:lnTo>
                  <a:lnTo>
                    <a:pt x="4207676" y="0"/>
                  </a:lnTo>
                  <a:lnTo>
                    <a:pt x="4205482" y="0"/>
                  </a:lnTo>
                  <a:lnTo>
                    <a:pt x="4203288" y="0"/>
                  </a:lnTo>
                  <a:lnTo>
                    <a:pt x="4201094" y="0"/>
                  </a:lnTo>
                  <a:lnTo>
                    <a:pt x="4198901" y="0"/>
                  </a:lnTo>
                  <a:lnTo>
                    <a:pt x="4196707" y="0"/>
                  </a:lnTo>
                  <a:lnTo>
                    <a:pt x="4194513" y="0"/>
                  </a:lnTo>
                  <a:lnTo>
                    <a:pt x="4192319" y="0"/>
                  </a:lnTo>
                  <a:lnTo>
                    <a:pt x="4190126" y="0"/>
                  </a:lnTo>
                  <a:lnTo>
                    <a:pt x="4187932" y="0"/>
                  </a:lnTo>
                  <a:lnTo>
                    <a:pt x="4185738" y="0"/>
                  </a:lnTo>
                  <a:lnTo>
                    <a:pt x="4183544" y="0"/>
                  </a:lnTo>
                  <a:lnTo>
                    <a:pt x="4181350" y="0"/>
                  </a:lnTo>
                  <a:lnTo>
                    <a:pt x="4179157" y="0"/>
                  </a:lnTo>
                  <a:lnTo>
                    <a:pt x="4176963" y="0"/>
                  </a:lnTo>
                  <a:lnTo>
                    <a:pt x="4174769" y="0"/>
                  </a:lnTo>
                  <a:lnTo>
                    <a:pt x="4172575" y="0"/>
                  </a:lnTo>
                  <a:lnTo>
                    <a:pt x="4170381" y="0"/>
                  </a:lnTo>
                  <a:lnTo>
                    <a:pt x="4168188" y="0"/>
                  </a:lnTo>
                  <a:lnTo>
                    <a:pt x="4165994" y="0"/>
                  </a:lnTo>
                  <a:lnTo>
                    <a:pt x="4163800" y="0"/>
                  </a:lnTo>
                  <a:lnTo>
                    <a:pt x="4161606" y="0"/>
                  </a:lnTo>
                  <a:lnTo>
                    <a:pt x="4159413" y="0"/>
                  </a:lnTo>
                  <a:lnTo>
                    <a:pt x="4157219" y="0"/>
                  </a:lnTo>
                  <a:lnTo>
                    <a:pt x="4155025" y="0"/>
                  </a:lnTo>
                  <a:lnTo>
                    <a:pt x="4152831" y="0"/>
                  </a:lnTo>
                  <a:lnTo>
                    <a:pt x="4150637" y="0"/>
                  </a:lnTo>
                  <a:lnTo>
                    <a:pt x="4148444" y="0"/>
                  </a:lnTo>
                  <a:lnTo>
                    <a:pt x="4146250" y="0"/>
                  </a:lnTo>
                  <a:lnTo>
                    <a:pt x="4144056" y="0"/>
                  </a:lnTo>
                  <a:lnTo>
                    <a:pt x="4141862" y="0"/>
                  </a:lnTo>
                  <a:lnTo>
                    <a:pt x="4139669" y="0"/>
                  </a:lnTo>
                  <a:lnTo>
                    <a:pt x="4137475" y="0"/>
                  </a:lnTo>
                  <a:lnTo>
                    <a:pt x="4135281" y="0"/>
                  </a:lnTo>
                  <a:lnTo>
                    <a:pt x="4133087" y="0"/>
                  </a:lnTo>
                  <a:lnTo>
                    <a:pt x="4130893" y="0"/>
                  </a:lnTo>
                  <a:lnTo>
                    <a:pt x="4128700" y="0"/>
                  </a:lnTo>
                  <a:lnTo>
                    <a:pt x="4126506" y="0"/>
                  </a:lnTo>
                  <a:lnTo>
                    <a:pt x="4124312" y="0"/>
                  </a:lnTo>
                  <a:lnTo>
                    <a:pt x="4122118" y="0"/>
                  </a:lnTo>
                  <a:lnTo>
                    <a:pt x="4119924" y="0"/>
                  </a:lnTo>
                  <a:lnTo>
                    <a:pt x="4117731" y="0"/>
                  </a:lnTo>
                  <a:lnTo>
                    <a:pt x="4115537" y="0"/>
                  </a:lnTo>
                  <a:lnTo>
                    <a:pt x="4113343" y="0"/>
                  </a:lnTo>
                  <a:lnTo>
                    <a:pt x="4111149" y="0"/>
                  </a:lnTo>
                  <a:lnTo>
                    <a:pt x="4108956" y="0"/>
                  </a:lnTo>
                  <a:lnTo>
                    <a:pt x="4106762" y="0"/>
                  </a:lnTo>
                  <a:lnTo>
                    <a:pt x="4104568" y="0"/>
                  </a:lnTo>
                  <a:lnTo>
                    <a:pt x="4102374" y="0"/>
                  </a:lnTo>
                  <a:lnTo>
                    <a:pt x="4100180" y="0"/>
                  </a:lnTo>
                  <a:lnTo>
                    <a:pt x="4097987" y="0"/>
                  </a:lnTo>
                  <a:lnTo>
                    <a:pt x="4095793" y="0"/>
                  </a:lnTo>
                  <a:lnTo>
                    <a:pt x="4093599" y="0"/>
                  </a:lnTo>
                  <a:lnTo>
                    <a:pt x="4091405" y="0"/>
                  </a:lnTo>
                  <a:lnTo>
                    <a:pt x="4089212" y="0"/>
                  </a:lnTo>
                  <a:lnTo>
                    <a:pt x="4087018" y="0"/>
                  </a:lnTo>
                  <a:lnTo>
                    <a:pt x="4084824" y="0"/>
                  </a:lnTo>
                  <a:lnTo>
                    <a:pt x="4082630" y="0"/>
                  </a:lnTo>
                  <a:lnTo>
                    <a:pt x="4080436" y="0"/>
                  </a:lnTo>
                  <a:lnTo>
                    <a:pt x="4078243" y="0"/>
                  </a:lnTo>
                  <a:lnTo>
                    <a:pt x="4076049" y="0"/>
                  </a:lnTo>
                  <a:lnTo>
                    <a:pt x="4073855" y="0"/>
                  </a:lnTo>
                  <a:lnTo>
                    <a:pt x="4071661" y="0"/>
                  </a:lnTo>
                  <a:lnTo>
                    <a:pt x="4069467" y="0"/>
                  </a:lnTo>
                  <a:lnTo>
                    <a:pt x="4067274" y="0"/>
                  </a:lnTo>
                  <a:lnTo>
                    <a:pt x="4065080" y="0"/>
                  </a:lnTo>
                  <a:lnTo>
                    <a:pt x="4062886" y="0"/>
                  </a:lnTo>
                  <a:lnTo>
                    <a:pt x="4060692" y="0"/>
                  </a:lnTo>
                  <a:lnTo>
                    <a:pt x="4058499" y="0"/>
                  </a:lnTo>
                  <a:lnTo>
                    <a:pt x="4056305" y="0"/>
                  </a:lnTo>
                  <a:lnTo>
                    <a:pt x="4054111" y="0"/>
                  </a:lnTo>
                  <a:lnTo>
                    <a:pt x="4051917" y="0"/>
                  </a:lnTo>
                  <a:lnTo>
                    <a:pt x="4049723" y="0"/>
                  </a:lnTo>
                  <a:lnTo>
                    <a:pt x="4047530" y="0"/>
                  </a:lnTo>
                  <a:lnTo>
                    <a:pt x="4045336" y="0"/>
                  </a:lnTo>
                  <a:lnTo>
                    <a:pt x="4043142" y="0"/>
                  </a:lnTo>
                  <a:lnTo>
                    <a:pt x="4040948" y="0"/>
                  </a:lnTo>
                  <a:lnTo>
                    <a:pt x="4038755" y="0"/>
                  </a:lnTo>
                  <a:lnTo>
                    <a:pt x="4036561" y="0"/>
                  </a:lnTo>
                  <a:lnTo>
                    <a:pt x="4034367" y="0"/>
                  </a:lnTo>
                  <a:lnTo>
                    <a:pt x="4032173" y="0"/>
                  </a:lnTo>
                  <a:lnTo>
                    <a:pt x="4029979" y="0"/>
                  </a:lnTo>
                  <a:lnTo>
                    <a:pt x="4027786" y="0"/>
                  </a:lnTo>
                  <a:lnTo>
                    <a:pt x="4025592" y="0"/>
                  </a:lnTo>
                  <a:lnTo>
                    <a:pt x="4023398" y="0"/>
                  </a:lnTo>
                  <a:lnTo>
                    <a:pt x="4021204" y="0"/>
                  </a:lnTo>
                  <a:lnTo>
                    <a:pt x="4019010" y="0"/>
                  </a:lnTo>
                  <a:lnTo>
                    <a:pt x="4016817" y="0"/>
                  </a:lnTo>
                  <a:lnTo>
                    <a:pt x="4014623" y="0"/>
                  </a:lnTo>
                  <a:lnTo>
                    <a:pt x="4012429" y="0"/>
                  </a:lnTo>
                  <a:lnTo>
                    <a:pt x="4010235" y="0"/>
                  </a:lnTo>
                  <a:lnTo>
                    <a:pt x="4008042" y="0"/>
                  </a:lnTo>
                  <a:lnTo>
                    <a:pt x="4005848" y="0"/>
                  </a:lnTo>
                  <a:lnTo>
                    <a:pt x="4003654" y="0"/>
                  </a:lnTo>
                  <a:lnTo>
                    <a:pt x="4001460" y="0"/>
                  </a:lnTo>
                  <a:lnTo>
                    <a:pt x="3999266" y="0"/>
                  </a:lnTo>
                  <a:lnTo>
                    <a:pt x="3997073" y="0"/>
                  </a:lnTo>
                  <a:lnTo>
                    <a:pt x="3994879" y="0"/>
                  </a:lnTo>
                  <a:lnTo>
                    <a:pt x="3992685" y="0"/>
                  </a:lnTo>
                  <a:lnTo>
                    <a:pt x="3990491" y="0"/>
                  </a:lnTo>
                  <a:lnTo>
                    <a:pt x="3988297" y="0"/>
                  </a:lnTo>
                  <a:lnTo>
                    <a:pt x="3986104" y="0"/>
                  </a:lnTo>
                  <a:lnTo>
                    <a:pt x="3983910" y="0"/>
                  </a:lnTo>
                  <a:lnTo>
                    <a:pt x="3981716" y="0"/>
                  </a:lnTo>
                  <a:lnTo>
                    <a:pt x="3979522" y="0"/>
                  </a:lnTo>
                  <a:lnTo>
                    <a:pt x="3977329" y="0"/>
                  </a:lnTo>
                  <a:lnTo>
                    <a:pt x="3975135" y="0"/>
                  </a:lnTo>
                  <a:lnTo>
                    <a:pt x="3972941" y="0"/>
                  </a:lnTo>
                  <a:lnTo>
                    <a:pt x="3970747" y="0"/>
                  </a:lnTo>
                  <a:lnTo>
                    <a:pt x="3968553" y="0"/>
                  </a:lnTo>
                  <a:lnTo>
                    <a:pt x="3966360" y="0"/>
                  </a:lnTo>
                  <a:lnTo>
                    <a:pt x="3964166" y="0"/>
                  </a:lnTo>
                  <a:lnTo>
                    <a:pt x="3961972" y="0"/>
                  </a:lnTo>
                  <a:lnTo>
                    <a:pt x="3959778" y="0"/>
                  </a:lnTo>
                  <a:lnTo>
                    <a:pt x="3957585" y="0"/>
                  </a:lnTo>
                  <a:lnTo>
                    <a:pt x="3955391" y="0"/>
                  </a:lnTo>
                  <a:lnTo>
                    <a:pt x="3953197" y="0"/>
                  </a:lnTo>
                  <a:lnTo>
                    <a:pt x="3951003" y="0"/>
                  </a:lnTo>
                  <a:lnTo>
                    <a:pt x="3948809" y="0"/>
                  </a:lnTo>
                  <a:lnTo>
                    <a:pt x="3946616" y="0"/>
                  </a:lnTo>
                  <a:lnTo>
                    <a:pt x="3944422" y="0"/>
                  </a:lnTo>
                  <a:lnTo>
                    <a:pt x="3942228" y="0"/>
                  </a:lnTo>
                  <a:lnTo>
                    <a:pt x="3940034" y="0"/>
                  </a:lnTo>
                  <a:lnTo>
                    <a:pt x="3937840" y="0"/>
                  </a:lnTo>
                  <a:lnTo>
                    <a:pt x="3935647" y="0"/>
                  </a:lnTo>
                  <a:lnTo>
                    <a:pt x="3933453" y="0"/>
                  </a:lnTo>
                  <a:lnTo>
                    <a:pt x="3931259" y="0"/>
                  </a:lnTo>
                  <a:lnTo>
                    <a:pt x="3929065" y="0"/>
                  </a:lnTo>
                  <a:lnTo>
                    <a:pt x="3926872" y="0"/>
                  </a:lnTo>
                  <a:lnTo>
                    <a:pt x="3924678" y="0"/>
                  </a:lnTo>
                  <a:lnTo>
                    <a:pt x="3922484" y="0"/>
                  </a:lnTo>
                  <a:lnTo>
                    <a:pt x="3920290" y="0"/>
                  </a:lnTo>
                  <a:lnTo>
                    <a:pt x="3918096" y="0"/>
                  </a:lnTo>
                  <a:lnTo>
                    <a:pt x="3915903" y="0"/>
                  </a:lnTo>
                  <a:lnTo>
                    <a:pt x="3913709" y="0"/>
                  </a:lnTo>
                  <a:lnTo>
                    <a:pt x="3911515" y="0"/>
                  </a:lnTo>
                  <a:lnTo>
                    <a:pt x="3909321" y="0"/>
                  </a:lnTo>
                  <a:lnTo>
                    <a:pt x="3907128" y="0"/>
                  </a:lnTo>
                  <a:lnTo>
                    <a:pt x="3904934" y="0"/>
                  </a:lnTo>
                  <a:lnTo>
                    <a:pt x="3902740" y="0"/>
                  </a:lnTo>
                  <a:lnTo>
                    <a:pt x="3900546" y="0"/>
                  </a:lnTo>
                  <a:lnTo>
                    <a:pt x="3898352" y="0"/>
                  </a:lnTo>
                  <a:lnTo>
                    <a:pt x="3896159" y="0"/>
                  </a:lnTo>
                  <a:lnTo>
                    <a:pt x="3893965" y="0"/>
                  </a:lnTo>
                  <a:lnTo>
                    <a:pt x="3891771" y="0"/>
                  </a:lnTo>
                  <a:lnTo>
                    <a:pt x="3889577" y="0"/>
                  </a:lnTo>
                  <a:lnTo>
                    <a:pt x="3887383" y="0"/>
                  </a:lnTo>
                  <a:lnTo>
                    <a:pt x="3885190" y="0"/>
                  </a:lnTo>
                  <a:lnTo>
                    <a:pt x="3882996" y="0"/>
                  </a:lnTo>
                  <a:lnTo>
                    <a:pt x="3880802" y="0"/>
                  </a:lnTo>
                  <a:lnTo>
                    <a:pt x="3878608" y="0"/>
                  </a:lnTo>
                  <a:lnTo>
                    <a:pt x="3876415" y="0"/>
                  </a:lnTo>
                  <a:lnTo>
                    <a:pt x="3874221" y="0"/>
                  </a:lnTo>
                  <a:lnTo>
                    <a:pt x="3872027" y="0"/>
                  </a:lnTo>
                  <a:lnTo>
                    <a:pt x="3869833" y="0"/>
                  </a:lnTo>
                  <a:lnTo>
                    <a:pt x="3867639" y="0"/>
                  </a:lnTo>
                  <a:lnTo>
                    <a:pt x="3865446" y="0"/>
                  </a:lnTo>
                  <a:lnTo>
                    <a:pt x="3863252" y="0"/>
                  </a:lnTo>
                  <a:lnTo>
                    <a:pt x="3861058" y="0"/>
                  </a:lnTo>
                  <a:lnTo>
                    <a:pt x="3858864" y="0"/>
                  </a:lnTo>
                  <a:lnTo>
                    <a:pt x="3856670" y="0"/>
                  </a:lnTo>
                  <a:lnTo>
                    <a:pt x="3854477" y="0"/>
                  </a:lnTo>
                  <a:lnTo>
                    <a:pt x="3852283" y="0"/>
                  </a:lnTo>
                  <a:lnTo>
                    <a:pt x="3850089" y="0"/>
                  </a:lnTo>
                  <a:lnTo>
                    <a:pt x="3847895" y="0"/>
                  </a:lnTo>
                  <a:lnTo>
                    <a:pt x="3845702" y="0"/>
                  </a:lnTo>
                  <a:lnTo>
                    <a:pt x="3843508" y="0"/>
                  </a:lnTo>
                  <a:lnTo>
                    <a:pt x="3841314" y="0"/>
                  </a:lnTo>
                  <a:lnTo>
                    <a:pt x="3839120" y="0"/>
                  </a:lnTo>
                  <a:lnTo>
                    <a:pt x="3836926" y="0"/>
                  </a:lnTo>
                  <a:lnTo>
                    <a:pt x="3834733" y="0"/>
                  </a:lnTo>
                  <a:lnTo>
                    <a:pt x="3832539" y="0"/>
                  </a:lnTo>
                  <a:lnTo>
                    <a:pt x="3830345" y="0"/>
                  </a:lnTo>
                  <a:lnTo>
                    <a:pt x="3828151" y="0"/>
                  </a:lnTo>
                  <a:lnTo>
                    <a:pt x="3825958" y="0"/>
                  </a:lnTo>
                  <a:lnTo>
                    <a:pt x="3823764" y="0"/>
                  </a:lnTo>
                  <a:lnTo>
                    <a:pt x="3821570" y="0"/>
                  </a:lnTo>
                  <a:lnTo>
                    <a:pt x="3819376" y="0"/>
                  </a:lnTo>
                  <a:lnTo>
                    <a:pt x="3817182" y="0"/>
                  </a:lnTo>
                  <a:lnTo>
                    <a:pt x="3814989" y="0"/>
                  </a:lnTo>
                  <a:lnTo>
                    <a:pt x="3812795" y="0"/>
                  </a:lnTo>
                  <a:lnTo>
                    <a:pt x="3810601" y="0"/>
                  </a:lnTo>
                  <a:lnTo>
                    <a:pt x="3808407" y="0"/>
                  </a:lnTo>
                  <a:lnTo>
                    <a:pt x="3806213" y="0"/>
                  </a:lnTo>
                  <a:lnTo>
                    <a:pt x="3804020" y="0"/>
                  </a:lnTo>
                  <a:lnTo>
                    <a:pt x="3801826" y="0"/>
                  </a:lnTo>
                  <a:lnTo>
                    <a:pt x="3799632" y="0"/>
                  </a:lnTo>
                  <a:lnTo>
                    <a:pt x="3797438" y="0"/>
                  </a:lnTo>
                  <a:lnTo>
                    <a:pt x="3795245" y="0"/>
                  </a:lnTo>
                  <a:lnTo>
                    <a:pt x="3793051" y="0"/>
                  </a:lnTo>
                  <a:lnTo>
                    <a:pt x="3790857" y="0"/>
                  </a:lnTo>
                  <a:lnTo>
                    <a:pt x="3788663" y="0"/>
                  </a:lnTo>
                  <a:lnTo>
                    <a:pt x="3786469" y="0"/>
                  </a:lnTo>
                  <a:lnTo>
                    <a:pt x="3784276" y="0"/>
                  </a:lnTo>
                  <a:lnTo>
                    <a:pt x="3782082" y="0"/>
                  </a:lnTo>
                  <a:lnTo>
                    <a:pt x="3779888" y="0"/>
                  </a:lnTo>
                  <a:lnTo>
                    <a:pt x="3777694" y="0"/>
                  </a:lnTo>
                  <a:lnTo>
                    <a:pt x="3775501" y="0"/>
                  </a:lnTo>
                  <a:lnTo>
                    <a:pt x="3773307" y="0"/>
                  </a:lnTo>
                  <a:lnTo>
                    <a:pt x="3771113" y="0"/>
                  </a:lnTo>
                  <a:lnTo>
                    <a:pt x="3768919" y="0"/>
                  </a:lnTo>
                  <a:lnTo>
                    <a:pt x="3766725" y="0"/>
                  </a:lnTo>
                  <a:lnTo>
                    <a:pt x="3764532" y="0"/>
                  </a:lnTo>
                  <a:lnTo>
                    <a:pt x="3762338" y="0"/>
                  </a:lnTo>
                  <a:lnTo>
                    <a:pt x="3760144" y="0"/>
                  </a:lnTo>
                  <a:lnTo>
                    <a:pt x="3757950" y="0"/>
                  </a:lnTo>
                  <a:lnTo>
                    <a:pt x="3755756" y="0"/>
                  </a:lnTo>
                  <a:lnTo>
                    <a:pt x="3753563" y="0"/>
                  </a:lnTo>
                  <a:lnTo>
                    <a:pt x="3751369" y="0"/>
                  </a:lnTo>
                  <a:lnTo>
                    <a:pt x="3749175" y="0"/>
                  </a:lnTo>
                  <a:lnTo>
                    <a:pt x="3746981" y="0"/>
                  </a:lnTo>
                  <a:lnTo>
                    <a:pt x="3744788" y="0"/>
                  </a:lnTo>
                  <a:lnTo>
                    <a:pt x="3742594" y="0"/>
                  </a:lnTo>
                  <a:lnTo>
                    <a:pt x="3740400" y="0"/>
                  </a:lnTo>
                  <a:lnTo>
                    <a:pt x="3738206" y="0"/>
                  </a:lnTo>
                  <a:lnTo>
                    <a:pt x="3736012" y="0"/>
                  </a:lnTo>
                  <a:lnTo>
                    <a:pt x="3733819" y="0"/>
                  </a:lnTo>
                  <a:lnTo>
                    <a:pt x="3731625" y="0"/>
                  </a:lnTo>
                  <a:lnTo>
                    <a:pt x="3729431" y="0"/>
                  </a:lnTo>
                  <a:lnTo>
                    <a:pt x="3727237" y="0"/>
                  </a:lnTo>
                  <a:lnTo>
                    <a:pt x="3725043" y="0"/>
                  </a:lnTo>
                  <a:lnTo>
                    <a:pt x="3722850" y="0"/>
                  </a:lnTo>
                  <a:lnTo>
                    <a:pt x="3720656" y="0"/>
                  </a:lnTo>
                  <a:lnTo>
                    <a:pt x="3718462" y="0"/>
                  </a:lnTo>
                  <a:lnTo>
                    <a:pt x="3716268" y="0"/>
                  </a:lnTo>
                  <a:lnTo>
                    <a:pt x="3714075" y="0"/>
                  </a:lnTo>
                  <a:lnTo>
                    <a:pt x="3711881" y="0"/>
                  </a:lnTo>
                  <a:lnTo>
                    <a:pt x="3709687" y="0"/>
                  </a:lnTo>
                  <a:lnTo>
                    <a:pt x="3707493" y="0"/>
                  </a:lnTo>
                  <a:lnTo>
                    <a:pt x="3705299" y="0"/>
                  </a:lnTo>
                  <a:lnTo>
                    <a:pt x="3703106" y="0"/>
                  </a:lnTo>
                  <a:lnTo>
                    <a:pt x="3700912" y="0"/>
                  </a:lnTo>
                  <a:lnTo>
                    <a:pt x="3698718" y="0"/>
                  </a:lnTo>
                  <a:lnTo>
                    <a:pt x="3696524" y="0"/>
                  </a:lnTo>
                  <a:lnTo>
                    <a:pt x="3694331" y="0"/>
                  </a:lnTo>
                  <a:lnTo>
                    <a:pt x="3692137" y="0"/>
                  </a:lnTo>
                  <a:lnTo>
                    <a:pt x="3689943" y="0"/>
                  </a:lnTo>
                  <a:lnTo>
                    <a:pt x="3687749" y="0"/>
                  </a:lnTo>
                  <a:lnTo>
                    <a:pt x="3685555" y="0"/>
                  </a:lnTo>
                  <a:lnTo>
                    <a:pt x="3683362" y="0"/>
                  </a:lnTo>
                  <a:lnTo>
                    <a:pt x="3681168" y="0"/>
                  </a:lnTo>
                  <a:lnTo>
                    <a:pt x="3678974" y="0"/>
                  </a:lnTo>
                  <a:lnTo>
                    <a:pt x="3676780" y="0"/>
                  </a:lnTo>
                  <a:lnTo>
                    <a:pt x="3674586" y="0"/>
                  </a:lnTo>
                  <a:lnTo>
                    <a:pt x="3672393" y="0"/>
                  </a:lnTo>
                  <a:lnTo>
                    <a:pt x="3670199" y="0"/>
                  </a:lnTo>
                  <a:lnTo>
                    <a:pt x="3668005" y="0"/>
                  </a:lnTo>
                  <a:lnTo>
                    <a:pt x="3665811" y="0"/>
                  </a:lnTo>
                  <a:lnTo>
                    <a:pt x="3663618" y="0"/>
                  </a:lnTo>
                  <a:lnTo>
                    <a:pt x="3661424" y="0"/>
                  </a:lnTo>
                  <a:lnTo>
                    <a:pt x="3659230" y="0"/>
                  </a:lnTo>
                  <a:lnTo>
                    <a:pt x="3657036" y="0"/>
                  </a:lnTo>
                  <a:lnTo>
                    <a:pt x="3654842" y="0"/>
                  </a:lnTo>
                  <a:lnTo>
                    <a:pt x="3652649" y="0"/>
                  </a:lnTo>
                  <a:lnTo>
                    <a:pt x="3650455" y="0"/>
                  </a:lnTo>
                  <a:lnTo>
                    <a:pt x="3648261" y="0"/>
                  </a:lnTo>
                  <a:lnTo>
                    <a:pt x="3646067" y="0"/>
                  </a:lnTo>
                  <a:lnTo>
                    <a:pt x="3643874" y="0"/>
                  </a:lnTo>
                  <a:lnTo>
                    <a:pt x="3641680" y="0"/>
                  </a:lnTo>
                  <a:lnTo>
                    <a:pt x="3639486" y="0"/>
                  </a:lnTo>
                  <a:lnTo>
                    <a:pt x="3637292" y="0"/>
                  </a:lnTo>
                  <a:lnTo>
                    <a:pt x="3635098" y="0"/>
                  </a:lnTo>
                  <a:lnTo>
                    <a:pt x="3632905" y="0"/>
                  </a:lnTo>
                  <a:lnTo>
                    <a:pt x="3630711" y="0"/>
                  </a:lnTo>
                  <a:lnTo>
                    <a:pt x="3628517" y="0"/>
                  </a:lnTo>
                  <a:lnTo>
                    <a:pt x="3626323" y="0"/>
                  </a:lnTo>
                  <a:lnTo>
                    <a:pt x="3624129" y="0"/>
                  </a:lnTo>
                  <a:lnTo>
                    <a:pt x="3621936" y="0"/>
                  </a:lnTo>
                  <a:lnTo>
                    <a:pt x="3619742" y="0"/>
                  </a:lnTo>
                  <a:lnTo>
                    <a:pt x="3617548" y="0"/>
                  </a:lnTo>
                  <a:lnTo>
                    <a:pt x="3615354" y="0"/>
                  </a:lnTo>
                  <a:lnTo>
                    <a:pt x="3613161" y="0"/>
                  </a:lnTo>
                  <a:lnTo>
                    <a:pt x="3610967" y="0"/>
                  </a:lnTo>
                  <a:lnTo>
                    <a:pt x="3608773" y="0"/>
                  </a:lnTo>
                  <a:lnTo>
                    <a:pt x="3606579" y="0"/>
                  </a:lnTo>
                  <a:lnTo>
                    <a:pt x="3604385" y="0"/>
                  </a:lnTo>
                  <a:lnTo>
                    <a:pt x="3602192" y="0"/>
                  </a:lnTo>
                  <a:lnTo>
                    <a:pt x="3599998" y="0"/>
                  </a:lnTo>
                  <a:lnTo>
                    <a:pt x="3597804" y="0"/>
                  </a:lnTo>
                  <a:lnTo>
                    <a:pt x="3595610" y="0"/>
                  </a:lnTo>
                  <a:lnTo>
                    <a:pt x="3593416" y="0"/>
                  </a:lnTo>
                  <a:lnTo>
                    <a:pt x="3591223" y="0"/>
                  </a:lnTo>
                  <a:lnTo>
                    <a:pt x="3589029" y="0"/>
                  </a:lnTo>
                  <a:lnTo>
                    <a:pt x="3586835" y="0"/>
                  </a:lnTo>
                  <a:lnTo>
                    <a:pt x="3584641" y="0"/>
                  </a:lnTo>
                  <a:lnTo>
                    <a:pt x="3582448" y="0"/>
                  </a:lnTo>
                  <a:lnTo>
                    <a:pt x="3580254" y="0"/>
                  </a:lnTo>
                  <a:lnTo>
                    <a:pt x="3578060" y="0"/>
                  </a:lnTo>
                  <a:lnTo>
                    <a:pt x="3575866" y="0"/>
                  </a:lnTo>
                  <a:lnTo>
                    <a:pt x="3573672" y="0"/>
                  </a:lnTo>
                  <a:lnTo>
                    <a:pt x="3571479" y="0"/>
                  </a:lnTo>
                  <a:lnTo>
                    <a:pt x="3569285" y="0"/>
                  </a:lnTo>
                  <a:lnTo>
                    <a:pt x="3567091" y="0"/>
                  </a:lnTo>
                  <a:lnTo>
                    <a:pt x="3564897" y="0"/>
                  </a:lnTo>
                  <a:lnTo>
                    <a:pt x="3562704" y="0"/>
                  </a:lnTo>
                  <a:lnTo>
                    <a:pt x="3560510" y="0"/>
                  </a:lnTo>
                  <a:lnTo>
                    <a:pt x="3558316" y="0"/>
                  </a:lnTo>
                  <a:lnTo>
                    <a:pt x="3556122" y="0"/>
                  </a:lnTo>
                  <a:lnTo>
                    <a:pt x="3553928" y="0"/>
                  </a:lnTo>
                  <a:lnTo>
                    <a:pt x="3551735" y="0"/>
                  </a:lnTo>
                  <a:lnTo>
                    <a:pt x="3549541" y="0"/>
                  </a:lnTo>
                  <a:lnTo>
                    <a:pt x="3547347" y="0"/>
                  </a:lnTo>
                  <a:lnTo>
                    <a:pt x="3545153" y="0"/>
                  </a:lnTo>
                  <a:lnTo>
                    <a:pt x="3542959" y="0"/>
                  </a:lnTo>
                  <a:lnTo>
                    <a:pt x="3540766" y="0"/>
                  </a:lnTo>
                  <a:lnTo>
                    <a:pt x="3538572" y="0"/>
                  </a:lnTo>
                  <a:lnTo>
                    <a:pt x="3536378" y="0"/>
                  </a:lnTo>
                  <a:lnTo>
                    <a:pt x="3534184" y="0"/>
                  </a:lnTo>
                  <a:lnTo>
                    <a:pt x="3531991" y="0"/>
                  </a:lnTo>
                  <a:lnTo>
                    <a:pt x="3529797" y="0"/>
                  </a:lnTo>
                  <a:lnTo>
                    <a:pt x="3527603" y="0"/>
                  </a:lnTo>
                  <a:lnTo>
                    <a:pt x="3525409" y="0"/>
                  </a:lnTo>
                  <a:lnTo>
                    <a:pt x="3523215" y="0"/>
                  </a:lnTo>
                  <a:lnTo>
                    <a:pt x="3521022" y="0"/>
                  </a:lnTo>
                  <a:lnTo>
                    <a:pt x="3518828" y="0"/>
                  </a:lnTo>
                  <a:lnTo>
                    <a:pt x="3516634" y="0"/>
                  </a:lnTo>
                  <a:lnTo>
                    <a:pt x="3514440" y="0"/>
                  </a:lnTo>
                  <a:lnTo>
                    <a:pt x="3512247" y="0"/>
                  </a:lnTo>
                  <a:lnTo>
                    <a:pt x="3510053" y="0"/>
                  </a:lnTo>
                  <a:lnTo>
                    <a:pt x="3507859" y="0"/>
                  </a:lnTo>
                  <a:lnTo>
                    <a:pt x="3505665" y="0"/>
                  </a:lnTo>
                  <a:lnTo>
                    <a:pt x="3503471" y="0"/>
                  </a:lnTo>
                  <a:lnTo>
                    <a:pt x="3501278" y="0"/>
                  </a:lnTo>
                  <a:lnTo>
                    <a:pt x="3499084" y="0"/>
                  </a:lnTo>
                  <a:lnTo>
                    <a:pt x="3496890" y="0"/>
                  </a:lnTo>
                  <a:lnTo>
                    <a:pt x="3494696" y="0"/>
                  </a:lnTo>
                  <a:lnTo>
                    <a:pt x="3492502" y="0"/>
                  </a:lnTo>
                  <a:lnTo>
                    <a:pt x="3490309" y="0"/>
                  </a:lnTo>
                  <a:lnTo>
                    <a:pt x="3488115" y="0"/>
                  </a:lnTo>
                  <a:lnTo>
                    <a:pt x="3485921" y="0"/>
                  </a:lnTo>
                  <a:lnTo>
                    <a:pt x="3483727" y="0"/>
                  </a:lnTo>
                  <a:lnTo>
                    <a:pt x="3481534" y="0"/>
                  </a:lnTo>
                  <a:lnTo>
                    <a:pt x="3479340" y="0"/>
                  </a:lnTo>
                  <a:lnTo>
                    <a:pt x="3477146" y="0"/>
                  </a:lnTo>
                  <a:lnTo>
                    <a:pt x="3474952" y="0"/>
                  </a:lnTo>
                  <a:lnTo>
                    <a:pt x="3472758" y="0"/>
                  </a:lnTo>
                  <a:lnTo>
                    <a:pt x="3470565" y="0"/>
                  </a:lnTo>
                  <a:lnTo>
                    <a:pt x="3468371" y="0"/>
                  </a:lnTo>
                  <a:lnTo>
                    <a:pt x="3466177" y="0"/>
                  </a:lnTo>
                  <a:lnTo>
                    <a:pt x="3463983" y="0"/>
                  </a:lnTo>
                  <a:lnTo>
                    <a:pt x="3461790" y="0"/>
                  </a:lnTo>
                  <a:lnTo>
                    <a:pt x="3459596" y="0"/>
                  </a:lnTo>
                  <a:lnTo>
                    <a:pt x="3457402" y="0"/>
                  </a:lnTo>
                  <a:lnTo>
                    <a:pt x="3455208" y="0"/>
                  </a:lnTo>
                  <a:lnTo>
                    <a:pt x="3453014" y="0"/>
                  </a:lnTo>
                  <a:lnTo>
                    <a:pt x="3450821" y="0"/>
                  </a:lnTo>
                  <a:lnTo>
                    <a:pt x="3448627" y="0"/>
                  </a:lnTo>
                  <a:lnTo>
                    <a:pt x="3446433" y="0"/>
                  </a:lnTo>
                  <a:lnTo>
                    <a:pt x="3444239" y="0"/>
                  </a:lnTo>
                  <a:lnTo>
                    <a:pt x="3442045" y="0"/>
                  </a:lnTo>
                  <a:lnTo>
                    <a:pt x="3439852" y="0"/>
                  </a:lnTo>
                  <a:lnTo>
                    <a:pt x="3437658" y="0"/>
                  </a:lnTo>
                  <a:lnTo>
                    <a:pt x="3435464" y="0"/>
                  </a:lnTo>
                  <a:lnTo>
                    <a:pt x="3433270" y="0"/>
                  </a:lnTo>
                  <a:lnTo>
                    <a:pt x="3431077" y="0"/>
                  </a:lnTo>
                  <a:lnTo>
                    <a:pt x="3428883" y="0"/>
                  </a:lnTo>
                  <a:lnTo>
                    <a:pt x="3426689" y="0"/>
                  </a:lnTo>
                  <a:lnTo>
                    <a:pt x="3424495" y="0"/>
                  </a:lnTo>
                  <a:lnTo>
                    <a:pt x="3422301" y="0"/>
                  </a:lnTo>
                  <a:lnTo>
                    <a:pt x="3420108" y="0"/>
                  </a:lnTo>
                  <a:lnTo>
                    <a:pt x="3417914" y="0"/>
                  </a:lnTo>
                  <a:lnTo>
                    <a:pt x="3415720" y="0"/>
                  </a:lnTo>
                  <a:lnTo>
                    <a:pt x="3413526" y="0"/>
                  </a:lnTo>
                  <a:lnTo>
                    <a:pt x="3411332" y="0"/>
                  </a:lnTo>
                  <a:lnTo>
                    <a:pt x="3409139" y="0"/>
                  </a:lnTo>
                  <a:lnTo>
                    <a:pt x="3406945" y="0"/>
                  </a:lnTo>
                  <a:lnTo>
                    <a:pt x="3404751" y="0"/>
                  </a:lnTo>
                  <a:lnTo>
                    <a:pt x="3402557" y="0"/>
                  </a:lnTo>
                  <a:lnTo>
                    <a:pt x="3400364" y="0"/>
                  </a:lnTo>
                  <a:lnTo>
                    <a:pt x="3398170" y="0"/>
                  </a:lnTo>
                  <a:lnTo>
                    <a:pt x="3395976" y="0"/>
                  </a:lnTo>
                  <a:lnTo>
                    <a:pt x="3393782" y="0"/>
                  </a:lnTo>
                  <a:lnTo>
                    <a:pt x="3391588" y="0"/>
                  </a:lnTo>
                  <a:lnTo>
                    <a:pt x="3389395" y="0"/>
                  </a:lnTo>
                  <a:lnTo>
                    <a:pt x="3387201" y="0"/>
                  </a:lnTo>
                  <a:lnTo>
                    <a:pt x="3385007" y="0"/>
                  </a:lnTo>
                  <a:lnTo>
                    <a:pt x="3382813" y="0"/>
                  </a:lnTo>
                  <a:lnTo>
                    <a:pt x="3380620" y="0"/>
                  </a:lnTo>
                  <a:lnTo>
                    <a:pt x="3378426" y="0"/>
                  </a:lnTo>
                  <a:lnTo>
                    <a:pt x="3376232" y="0"/>
                  </a:lnTo>
                  <a:lnTo>
                    <a:pt x="3374038" y="0"/>
                  </a:lnTo>
                  <a:lnTo>
                    <a:pt x="3371844" y="0"/>
                  </a:lnTo>
                  <a:lnTo>
                    <a:pt x="3369651" y="0"/>
                  </a:lnTo>
                  <a:lnTo>
                    <a:pt x="3367457" y="0"/>
                  </a:lnTo>
                  <a:lnTo>
                    <a:pt x="3365263" y="0"/>
                  </a:lnTo>
                  <a:lnTo>
                    <a:pt x="3363069" y="0"/>
                  </a:lnTo>
                  <a:lnTo>
                    <a:pt x="3360875" y="0"/>
                  </a:lnTo>
                  <a:lnTo>
                    <a:pt x="3358682" y="0"/>
                  </a:lnTo>
                  <a:lnTo>
                    <a:pt x="3356488" y="0"/>
                  </a:lnTo>
                  <a:lnTo>
                    <a:pt x="3354294" y="0"/>
                  </a:lnTo>
                  <a:lnTo>
                    <a:pt x="3352100" y="0"/>
                  </a:lnTo>
                  <a:lnTo>
                    <a:pt x="3349907" y="0"/>
                  </a:lnTo>
                  <a:lnTo>
                    <a:pt x="3347713" y="0"/>
                  </a:lnTo>
                  <a:lnTo>
                    <a:pt x="3345519" y="0"/>
                  </a:lnTo>
                  <a:lnTo>
                    <a:pt x="3343325" y="0"/>
                  </a:lnTo>
                  <a:lnTo>
                    <a:pt x="3341131" y="0"/>
                  </a:lnTo>
                  <a:lnTo>
                    <a:pt x="3338938" y="0"/>
                  </a:lnTo>
                  <a:lnTo>
                    <a:pt x="3336744" y="0"/>
                  </a:lnTo>
                  <a:lnTo>
                    <a:pt x="3334550" y="0"/>
                  </a:lnTo>
                  <a:lnTo>
                    <a:pt x="3332356" y="0"/>
                  </a:lnTo>
                  <a:lnTo>
                    <a:pt x="3330163" y="0"/>
                  </a:lnTo>
                  <a:lnTo>
                    <a:pt x="3327969" y="0"/>
                  </a:lnTo>
                  <a:lnTo>
                    <a:pt x="3325775" y="0"/>
                  </a:lnTo>
                  <a:lnTo>
                    <a:pt x="3323581" y="0"/>
                  </a:lnTo>
                  <a:lnTo>
                    <a:pt x="3321387" y="0"/>
                  </a:lnTo>
                  <a:lnTo>
                    <a:pt x="3319194" y="0"/>
                  </a:lnTo>
                  <a:lnTo>
                    <a:pt x="3317000" y="0"/>
                  </a:lnTo>
                  <a:lnTo>
                    <a:pt x="3314806" y="0"/>
                  </a:lnTo>
                  <a:lnTo>
                    <a:pt x="3312612" y="0"/>
                  </a:lnTo>
                  <a:lnTo>
                    <a:pt x="3310418" y="0"/>
                  </a:lnTo>
                  <a:lnTo>
                    <a:pt x="3308225" y="0"/>
                  </a:lnTo>
                  <a:lnTo>
                    <a:pt x="3306031" y="0"/>
                  </a:lnTo>
                  <a:lnTo>
                    <a:pt x="3303837" y="0"/>
                  </a:lnTo>
                  <a:lnTo>
                    <a:pt x="3301643" y="0"/>
                  </a:lnTo>
                  <a:lnTo>
                    <a:pt x="3299450" y="0"/>
                  </a:lnTo>
                  <a:lnTo>
                    <a:pt x="3297256" y="0"/>
                  </a:lnTo>
                  <a:lnTo>
                    <a:pt x="3295062" y="0"/>
                  </a:lnTo>
                  <a:lnTo>
                    <a:pt x="3292868" y="0"/>
                  </a:lnTo>
                  <a:lnTo>
                    <a:pt x="3290674" y="0"/>
                  </a:lnTo>
                  <a:lnTo>
                    <a:pt x="3288481" y="0"/>
                  </a:lnTo>
                  <a:lnTo>
                    <a:pt x="3286287" y="0"/>
                  </a:lnTo>
                  <a:lnTo>
                    <a:pt x="3284093" y="0"/>
                  </a:lnTo>
                  <a:lnTo>
                    <a:pt x="3281899" y="0"/>
                  </a:lnTo>
                  <a:lnTo>
                    <a:pt x="3279705" y="0"/>
                  </a:lnTo>
                  <a:lnTo>
                    <a:pt x="3277512" y="0"/>
                  </a:lnTo>
                  <a:lnTo>
                    <a:pt x="3275318" y="0"/>
                  </a:lnTo>
                  <a:lnTo>
                    <a:pt x="3273124" y="0"/>
                  </a:lnTo>
                  <a:lnTo>
                    <a:pt x="3270930" y="0"/>
                  </a:lnTo>
                  <a:lnTo>
                    <a:pt x="3268737" y="0"/>
                  </a:lnTo>
                  <a:lnTo>
                    <a:pt x="3266543" y="0"/>
                  </a:lnTo>
                  <a:lnTo>
                    <a:pt x="3264349" y="0"/>
                  </a:lnTo>
                  <a:lnTo>
                    <a:pt x="3262155" y="0"/>
                  </a:lnTo>
                  <a:lnTo>
                    <a:pt x="3259961" y="0"/>
                  </a:lnTo>
                  <a:lnTo>
                    <a:pt x="3257768" y="0"/>
                  </a:lnTo>
                  <a:lnTo>
                    <a:pt x="3255574" y="0"/>
                  </a:lnTo>
                  <a:lnTo>
                    <a:pt x="3253380" y="0"/>
                  </a:lnTo>
                  <a:lnTo>
                    <a:pt x="3251186" y="0"/>
                  </a:lnTo>
                  <a:lnTo>
                    <a:pt x="3248993" y="0"/>
                  </a:lnTo>
                  <a:lnTo>
                    <a:pt x="3246799" y="0"/>
                  </a:lnTo>
                  <a:lnTo>
                    <a:pt x="3244605" y="0"/>
                  </a:lnTo>
                  <a:lnTo>
                    <a:pt x="3242411" y="0"/>
                  </a:lnTo>
                  <a:lnTo>
                    <a:pt x="3240217" y="0"/>
                  </a:lnTo>
                  <a:lnTo>
                    <a:pt x="3238024" y="0"/>
                  </a:lnTo>
                  <a:lnTo>
                    <a:pt x="3235830" y="0"/>
                  </a:lnTo>
                  <a:lnTo>
                    <a:pt x="3233636" y="0"/>
                  </a:lnTo>
                  <a:lnTo>
                    <a:pt x="3231442" y="0"/>
                  </a:lnTo>
                  <a:lnTo>
                    <a:pt x="3229248" y="0"/>
                  </a:lnTo>
                  <a:lnTo>
                    <a:pt x="3227055" y="0"/>
                  </a:lnTo>
                  <a:lnTo>
                    <a:pt x="3224861" y="0"/>
                  </a:lnTo>
                  <a:lnTo>
                    <a:pt x="3222667" y="0"/>
                  </a:lnTo>
                  <a:lnTo>
                    <a:pt x="3220473" y="0"/>
                  </a:lnTo>
                  <a:lnTo>
                    <a:pt x="3218280" y="0"/>
                  </a:lnTo>
                  <a:lnTo>
                    <a:pt x="3216086" y="0"/>
                  </a:lnTo>
                  <a:lnTo>
                    <a:pt x="3213892" y="0"/>
                  </a:lnTo>
                  <a:lnTo>
                    <a:pt x="3211698" y="0"/>
                  </a:lnTo>
                  <a:lnTo>
                    <a:pt x="3209504" y="0"/>
                  </a:lnTo>
                  <a:lnTo>
                    <a:pt x="3207311" y="0"/>
                  </a:lnTo>
                  <a:lnTo>
                    <a:pt x="3205117" y="0"/>
                  </a:lnTo>
                  <a:lnTo>
                    <a:pt x="3202923" y="0"/>
                  </a:lnTo>
                  <a:lnTo>
                    <a:pt x="3200729" y="0"/>
                  </a:lnTo>
                  <a:lnTo>
                    <a:pt x="3198536" y="0"/>
                  </a:lnTo>
                  <a:lnTo>
                    <a:pt x="3196342" y="0"/>
                  </a:lnTo>
                  <a:lnTo>
                    <a:pt x="3194148" y="0"/>
                  </a:lnTo>
                  <a:lnTo>
                    <a:pt x="3191954" y="0"/>
                  </a:lnTo>
                  <a:lnTo>
                    <a:pt x="3189760" y="0"/>
                  </a:lnTo>
                  <a:lnTo>
                    <a:pt x="3187567" y="0"/>
                  </a:lnTo>
                  <a:lnTo>
                    <a:pt x="3185373" y="0"/>
                  </a:lnTo>
                  <a:lnTo>
                    <a:pt x="3183179" y="0"/>
                  </a:lnTo>
                  <a:lnTo>
                    <a:pt x="3180985" y="0"/>
                  </a:lnTo>
                  <a:lnTo>
                    <a:pt x="3178791" y="0"/>
                  </a:lnTo>
                  <a:lnTo>
                    <a:pt x="3176598" y="0"/>
                  </a:lnTo>
                  <a:lnTo>
                    <a:pt x="3174404" y="0"/>
                  </a:lnTo>
                  <a:lnTo>
                    <a:pt x="3172210" y="0"/>
                  </a:lnTo>
                  <a:lnTo>
                    <a:pt x="3170016" y="0"/>
                  </a:lnTo>
                  <a:lnTo>
                    <a:pt x="3167823" y="0"/>
                  </a:lnTo>
                  <a:lnTo>
                    <a:pt x="3165629" y="0"/>
                  </a:lnTo>
                  <a:lnTo>
                    <a:pt x="3163435" y="0"/>
                  </a:lnTo>
                  <a:lnTo>
                    <a:pt x="3161241" y="0"/>
                  </a:lnTo>
                  <a:lnTo>
                    <a:pt x="3159047" y="0"/>
                  </a:lnTo>
                  <a:lnTo>
                    <a:pt x="3156854" y="0"/>
                  </a:lnTo>
                  <a:lnTo>
                    <a:pt x="3154660" y="0"/>
                  </a:lnTo>
                  <a:lnTo>
                    <a:pt x="3152466" y="0"/>
                  </a:lnTo>
                  <a:lnTo>
                    <a:pt x="3150272" y="0"/>
                  </a:lnTo>
                  <a:lnTo>
                    <a:pt x="3148078" y="0"/>
                  </a:lnTo>
                  <a:lnTo>
                    <a:pt x="3145885" y="0"/>
                  </a:lnTo>
                  <a:lnTo>
                    <a:pt x="3143691" y="0"/>
                  </a:lnTo>
                  <a:lnTo>
                    <a:pt x="3141497" y="0"/>
                  </a:lnTo>
                  <a:lnTo>
                    <a:pt x="3139303" y="0"/>
                  </a:lnTo>
                  <a:lnTo>
                    <a:pt x="3137110" y="0"/>
                  </a:lnTo>
                  <a:lnTo>
                    <a:pt x="3134916" y="0"/>
                  </a:lnTo>
                  <a:lnTo>
                    <a:pt x="3132722" y="0"/>
                  </a:lnTo>
                  <a:lnTo>
                    <a:pt x="3130528" y="0"/>
                  </a:lnTo>
                  <a:lnTo>
                    <a:pt x="3128334" y="0"/>
                  </a:lnTo>
                  <a:lnTo>
                    <a:pt x="3126141" y="0"/>
                  </a:lnTo>
                  <a:lnTo>
                    <a:pt x="3123947" y="0"/>
                  </a:lnTo>
                  <a:lnTo>
                    <a:pt x="3121753" y="0"/>
                  </a:lnTo>
                  <a:lnTo>
                    <a:pt x="3119559" y="0"/>
                  </a:lnTo>
                  <a:lnTo>
                    <a:pt x="3117366" y="0"/>
                  </a:lnTo>
                  <a:lnTo>
                    <a:pt x="3115172" y="0"/>
                  </a:lnTo>
                  <a:lnTo>
                    <a:pt x="3112978" y="0"/>
                  </a:lnTo>
                  <a:lnTo>
                    <a:pt x="3110784" y="0"/>
                  </a:lnTo>
                  <a:lnTo>
                    <a:pt x="3108590" y="0"/>
                  </a:lnTo>
                  <a:lnTo>
                    <a:pt x="3106397" y="0"/>
                  </a:lnTo>
                  <a:lnTo>
                    <a:pt x="3104203" y="0"/>
                  </a:lnTo>
                  <a:lnTo>
                    <a:pt x="3102009" y="0"/>
                  </a:lnTo>
                  <a:lnTo>
                    <a:pt x="3099815" y="0"/>
                  </a:lnTo>
                  <a:lnTo>
                    <a:pt x="3097621" y="0"/>
                  </a:lnTo>
                  <a:lnTo>
                    <a:pt x="3095428" y="0"/>
                  </a:lnTo>
                  <a:lnTo>
                    <a:pt x="3093234" y="0"/>
                  </a:lnTo>
                  <a:lnTo>
                    <a:pt x="3091040" y="0"/>
                  </a:lnTo>
                  <a:lnTo>
                    <a:pt x="3088846" y="0"/>
                  </a:lnTo>
                  <a:lnTo>
                    <a:pt x="3086653" y="0"/>
                  </a:lnTo>
                  <a:lnTo>
                    <a:pt x="3084459" y="0"/>
                  </a:lnTo>
                  <a:lnTo>
                    <a:pt x="3082265" y="0"/>
                  </a:lnTo>
                  <a:lnTo>
                    <a:pt x="3080071" y="0"/>
                  </a:lnTo>
                  <a:lnTo>
                    <a:pt x="3077877" y="0"/>
                  </a:lnTo>
                  <a:lnTo>
                    <a:pt x="3075684" y="0"/>
                  </a:lnTo>
                  <a:lnTo>
                    <a:pt x="3073490" y="0"/>
                  </a:lnTo>
                  <a:lnTo>
                    <a:pt x="3071296" y="0"/>
                  </a:lnTo>
                  <a:lnTo>
                    <a:pt x="3069102" y="0"/>
                  </a:lnTo>
                  <a:lnTo>
                    <a:pt x="3066909" y="0"/>
                  </a:lnTo>
                  <a:lnTo>
                    <a:pt x="3064715" y="0"/>
                  </a:lnTo>
                  <a:lnTo>
                    <a:pt x="3062521" y="0"/>
                  </a:lnTo>
                  <a:lnTo>
                    <a:pt x="3060327" y="0"/>
                  </a:lnTo>
                  <a:lnTo>
                    <a:pt x="3058133" y="0"/>
                  </a:lnTo>
                  <a:lnTo>
                    <a:pt x="3055940" y="0"/>
                  </a:lnTo>
                  <a:lnTo>
                    <a:pt x="3053746" y="0"/>
                  </a:lnTo>
                  <a:lnTo>
                    <a:pt x="3051552" y="0"/>
                  </a:lnTo>
                  <a:lnTo>
                    <a:pt x="3049358" y="0"/>
                  </a:lnTo>
                  <a:lnTo>
                    <a:pt x="3047164" y="0"/>
                  </a:lnTo>
                  <a:lnTo>
                    <a:pt x="3044971" y="0"/>
                  </a:lnTo>
                  <a:lnTo>
                    <a:pt x="3042777" y="0"/>
                  </a:lnTo>
                  <a:lnTo>
                    <a:pt x="3040583" y="0"/>
                  </a:lnTo>
                  <a:lnTo>
                    <a:pt x="3038389" y="0"/>
                  </a:lnTo>
                  <a:lnTo>
                    <a:pt x="3036196" y="0"/>
                  </a:lnTo>
                  <a:lnTo>
                    <a:pt x="3034002" y="0"/>
                  </a:lnTo>
                  <a:lnTo>
                    <a:pt x="3031808" y="0"/>
                  </a:lnTo>
                  <a:lnTo>
                    <a:pt x="3029614" y="0"/>
                  </a:lnTo>
                  <a:lnTo>
                    <a:pt x="3027420" y="0"/>
                  </a:lnTo>
                  <a:lnTo>
                    <a:pt x="3025227" y="0"/>
                  </a:lnTo>
                  <a:lnTo>
                    <a:pt x="3023033" y="0"/>
                  </a:lnTo>
                  <a:lnTo>
                    <a:pt x="3020839" y="0"/>
                  </a:lnTo>
                  <a:lnTo>
                    <a:pt x="3018645" y="0"/>
                  </a:lnTo>
                  <a:lnTo>
                    <a:pt x="3016451" y="0"/>
                  </a:lnTo>
                  <a:lnTo>
                    <a:pt x="3014258" y="0"/>
                  </a:lnTo>
                  <a:lnTo>
                    <a:pt x="3012064" y="0"/>
                  </a:lnTo>
                  <a:lnTo>
                    <a:pt x="3009870" y="0"/>
                  </a:lnTo>
                  <a:lnTo>
                    <a:pt x="3007676" y="0"/>
                  </a:lnTo>
                  <a:lnTo>
                    <a:pt x="3005483" y="0"/>
                  </a:lnTo>
                  <a:lnTo>
                    <a:pt x="3003289" y="0"/>
                  </a:lnTo>
                  <a:lnTo>
                    <a:pt x="3001095" y="0"/>
                  </a:lnTo>
                  <a:lnTo>
                    <a:pt x="2998901" y="0"/>
                  </a:lnTo>
                  <a:lnTo>
                    <a:pt x="2996707" y="0"/>
                  </a:lnTo>
                  <a:lnTo>
                    <a:pt x="2994514" y="0"/>
                  </a:lnTo>
                  <a:lnTo>
                    <a:pt x="2992320" y="0"/>
                  </a:lnTo>
                  <a:lnTo>
                    <a:pt x="2990126" y="0"/>
                  </a:lnTo>
                  <a:lnTo>
                    <a:pt x="2987932" y="0"/>
                  </a:lnTo>
                  <a:lnTo>
                    <a:pt x="2985739" y="0"/>
                  </a:lnTo>
                  <a:lnTo>
                    <a:pt x="2983545" y="0"/>
                  </a:lnTo>
                  <a:lnTo>
                    <a:pt x="2981351" y="0"/>
                  </a:lnTo>
                  <a:lnTo>
                    <a:pt x="2979157" y="0"/>
                  </a:lnTo>
                  <a:lnTo>
                    <a:pt x="2976963" y="0"/>
                  </a:lnTo>
                  <a:lnTo>
                    <a:pt x="2974770" y="0"/>
                  </a:lnTo>
                  <a:lnTo>
                    <a:pt x="2972576" y="0"/>
                  </a:lnTo>
                  <a:lnTo>
                    <a:pt x="2970382" y="0"/>
                  </a:lnTo>
                  <a:lnTo>
                    <a:pt x="2968188" y="0"/>
                  </a:lnTo>
                  <a:lnTo>
                    <a:pt x="2965994" y="0"/>
                  </a:lnTo>
                  <a:lnTo>
                    <a:pt x="2963801" y="0"/>
                  </a:lnTo>
                  <a:lnTo>
                    <a:pt x="2961607" y="0"/>
                  </a:lnTo>
                  <a:lnTo>
                    <a:pt x="2959413" y="0"/>
                  </a:lnTo>
                  <a:lnTo>
                    <a:pt x="2957219" y="0"/>
                  </a:lnTo>
                  <a:lnTo>
                    <a:pt x="2955026" y="0"/>
                  </a:lnTo>
                  <a:lnTo>
                    <a:pt x="2952832" y="0"/>
                  </a:lnTo>
                  <a:lnTo>
                    <a:pt x="2950638" y="0"/>
                  </a:lnTo>
                  <a:lnTo>
                    <a:pt x="2948444" y="0"/>
                  </a:lnTo>
                  <a:lnTo>
                    <a:pt x="2946250" y="0"/>
                  </a:lnTo>
                  <a:lnTo>
                    <a:pt x="2944057" y="0"/>
                  </a:lnTo>
                  <a:lnTo>
                    <a:pt x="2941863" y="0"/>
                  </a:lnTo>
                  <a:lnTo>
                    <a:pt x="2939669" y="0"/>
                  </a:lnTo>
                  <a:lnTo>
                    <a:pt x="2937475" y="0"/>
                  </a:lnTo>
                  <a:lnTo>
                    <a:pt x="2935282" y="0"/>
                  </a:lnTo>
                  <a:lnTo>
                    <a:pt x="2933088" y="0"/>
                  </a:lnTo>
                  <a:lnTo>
                    <a:pt x="2930894" y="0"/>
                  </a:lnTo>
                  <a:lnTo>
                    <a:pt x="2928700" y="0"/>
                  </a:lnTo>
                  <a:lnTo>
                    <a:pt x="2926506" y="0"/>
                  </a:lnTo>
                  <a:lnTo>
                    <a:pt x="2924313" y="0"/>
                  </a:lnTo>
                  <a:lnTo>
                    <a:pt x="2922119" y="0"/>
                  </a:lnTo>
                  <a:lnTo>
                    <a:pt x="2919925" y="0"/>
                  </a:lnTo>
                  <a:lnTo>
                    <a:pt x="2917731" y="0"/>
                  </a:lnTo>
                  <a:lnTo>
                    <a:pt x="2915537" y="0"/>
                  </a:lnTo>
                  <a:lnTo>
                    <a:pt x="2913344" y="0"/>
                  </a:lnTo>
                  <a:lnTo>
                    <a:pt x="2911150" y="0"/>
                  </a:lnTo>
                  <a:lnTo>
                    <a:pt x="2908956" y="0"/>
                  </a:lnTo>
                  <a:lnTo>
                    <a:pt x="2906762" y="0"/>
                  </a:lnTo>
                  <a:lnTo>
                    <a:pt x="2904569" y="0"/>
                  </a:lnTo>
                  <a:lnTo>
                    <a:pt x="2902375" y="0"/>
                  </a:lnTo>
                  <a:lnTo>
                    <a:pt x="2900181" y="0"/>
                  </a:lnTo>
                  <a:lnTo>
                    <a:pt x="2897987" y="0"/>
                  </a:lnTo>
                  <a:lnTo>
                    <a:pt x="2895793" y="0"/>
                  </a:lnTo>
                  <a:lnTo>
                    <a:pt x="2893600" y="0"/>
                  </a:lnTo>
                  <a:lnTo>
                    <a:pt x="2891406" y="0"/>
                  </a:lnTo>
                  <a:lnTo>
                    <a:pt x="2889212" y="0"/>
                  </a:lnTo>
                  <a:lnTo>
                    <a:pt x="2887018" y="0"/>
                  </a:lnTo>
                  <a:lnTo>
                    <a:pt x="2884825" y="0"/>
                  </a:lnTo>
                  <a:lnTo>
                    <a:pt x="2882631" y="0"/>
                  </a:lnTo>
                  <a:lnTo>
                    <a:pt x="2880437" y="0"/>
                  </a:lnTo>
                  <a:lnTo>
                    <a:pt x="2878243" y="0"/>
                  </a:lnTo>
                  <a:lnTo>
                    <a:pt x="2876049" y="0"/>
                  </a:lnTo>
                  <a:lnTo>
                    <a:pt x="2873856" y="0"/>
                  </a:lnTo>
                  <a:lnTo>
                    <a:pt x="2871662" y="0"/>
                  </a:lnTo>
                  <a:lnTo>
                    <a:pt x="2869468" y="0"/>
                  </a:lnTo>
                  <a:lnTo>
                    <a:pt x="2867274" y="0"/>
                  </a:lnTo>
                  <a:lnTo>
                    <a:pt x="2865080" y="0"/>
                  </a:lnTo>
                  <a:lnTo>
                    <a:pt x="2862887" y="0"/>
                  </a:lnTo>
                  <a:lnTo>
                    <a:pt x="2860693" y="0"/>
                  </a:lnTo>
                  <a:lnTo>
                    <a:pt x="2858499" y="0"/>
                  </a:lnTo>
                  <a:lnTo>
                    <a:pt x="2856305" y="0"/>
                  </a:lnTo>
                  <a:lnTo>
                    <a:pt x="2854112" y="0"/>
                  </a:lnTo>
                  <a:lnTo>
                    <a:pt x="2851918" y="0"/>
                  </a:lnTo>
                  <a:lnTo>
                    <a:pt x="2849724" y="0"/>
                  </a:lnTo>
                  <a:lnTo>
                    <a:pt x="2847530" y="0"/>
                  </a:lnTo>
                  <a:lnTo>
                    <a:pt x="2845336" y="0"/>
                  </a:lnTo>
                  <a:lnTo>
                    <a:pt x="2843143" y="0"/>
                  </a:lnTo>
                  <a:lnTo>
                    <a:pt x="2840949" y="0"/>
                  </a:lnTo>
                  <a:lnTo>
                    <a:pt x="2838755" y="0"/>
                  </a:lnTo>
                  <a:lnTo>
                    <a:pt x="2836561" y="0"/>
                  </a:lnTo>
                  <a:lnTo>
                    <a:pt x="2834367" y="0"/>
                  </a:lnTo>
                  <a:lnTo>
                    <a:pt x="2832174" y="0"/>
                  </a:lnTo>
                  <a:lnTo>
                    <a:pt x="2829980" y="0"/>
                  </a:lnTo>
                  <a:lnTo>
                    <a:pt x="2827786" y="0"/>
                  </a:lnTo>
                  <a:lnTo>
                    <a:pt x="2825592" y="0"/>
                  </a:lnTo>
                  <a:lnTo>
                    <a:pt x="2823399" y="0"/>
                  </a:lnTo>
                  <a:lnTo>
                    <a:pt x="2821205" y="0"/>
                  </a:lnTo>
                  <a:lnTo>
                    <a:pt x="2819011" y="0"/>
                  </a:lnTo>
                  <a:lnTo>
                    <a:pt x="2816817" y="0"/>
                  </a:lnTo>
                  <a:lnTo>
                    <a:pt x="2814623" y="0"/>
                  </a:lnTo>
                  <a:lnTo>
                    <a:pt x="2812430" y="0"/>
                  </a:lnTo>
                  <a:lnTo>
                    <a:pt x="2810236" y="0"/>
                  </a:lnTo>
                  <a:lnTo>
                    <a:pt x="2808042" y="0"/>
                  </a:lnTo>
                  <a:lnTo>
                    <a:pt x="2805848" y="0"/>
                  </a:lnTo>
                  <a:lnTo>
                    <a:pt x="2803655" y="0"/>
                  </a:lnTo>
                  <a:lnTo>
                    <a:pt x="2801461" y="0"/>
                  </a:lnTo>
                  <a:lnTo>
                    <a:pt x="2799267" y="0"/>
                  </a:lnTo>
                  <a:lnTo>
                    <a:pt x="2797073" y="0"/>
                  </a:lnTo>
                  <a:lnTo>
                    <a:pt x="2794879" y="0"/>
                  </a:lnTo>
                  <a:lnTo>
                    <a:pt x="2792686" y="0"/>
                  </a:lnTo>
                  <a:lnTo>
                    <a:pt x="2790492" y="0"/>
                  </a:lnTo>
                  <a:lnTo>
                    <a:pt x="2788298" y="0"/>
                  </a:lnTo>
                  <a:lnTo>
                    <a:pt x="2786104" y="0"/>
                  </a:lnTo>
                  <a:lnTo>
                    <a:pt x="2783910" y="0"/>
                  </a:lnTo>
                  <a:lnTo>
                    <a:pt x="2781717" y="0"/>
                  </a:lnTo>
                  <a:lnTo>
                    <a:pt x="2779523" y="0"/>
                  </a:lnTo>
                  <a:lnTo>
                    <a:pt x="2777329" y="0"/>
                  </a:lnTo>
                  <a:lnTo>
                    <a:pt x="2775135" y="0"/>
                  </a:lnTo>
                  <a:lnTo>
                    <a:pt x="2772942" y="0"/>
                  </a:lnTo>
                  <a:lnTo>
                    <a:pt x="2770748" y="0"/>
                  </a:lnTo>
                  <a:lnTo>
                    <a:pt x="2768554" y="0"/>
                  </a:lnTo>
                  <a:lnTo>
                    <a:pt x="2766360" y="0"/>
                  </a:lnTo>
                  <a:lnTo>
                    <a:pt x="2764166" y="0"/>
                  </a:lnTo>
                  <a:lnTo>
                    <a:pt x="2761973" y="0"/>
                  </a:lnTo>
                  <a:lnTo>
                    <a:pt x="2759779" y="0"/>
                  </a:lnTo>
                  <a:lnTo>
                    <a:pt x="2757585" y="0"/>
                  </a:lnTo>
                  <a:lnTo>
                    <a:pt x="2755391" y="0"/>
                  </a:lnTo>
                  <a:lnTo>
                    <a:pt x="2753198" y="0"/>
                  </a:lnTo>
                  <a:lnTo>
                    <a:pt x="2751004" y="0"/>
                  </a:lnTo>
                  <a:lnTo>
                    <a:pt x="2748810" y="0"/>
                  </a:lnTo>
                  <a:lnTo>
                    <a:pt x="2746616" y="0"/>
                  </a:lnTo>
                  <a:lnTo>
                    <a:pt x="2744422" y="0"/>
                  </a:lnTo>
                  <a:lnTo>
                    <a:pt x="2742229" y="0"/>
                  </a:lnTo>
                  <a:lnTo>
                    <a:pt x="2740035" y="0"/>
                  </a:lnTo>
                  <a:lnTo>
                    <a:pt x="2737841" y="0"/>
                  </a:lnTo>
                  <a:lnTo>
                    <a:pt x="2735647" y="0"/>
                  </a:lnTo>
                  <a:lnTo>
                    <a:pt x="2733453" y="0"/>
                  </a:lnTo>
                  <a:lnTo>
                    <a:pt x="2731260" y="0"/>
                  </a:lnTo>
                  <a:lnTo>
                    <a:pt x="2729066" y="0"/>
                  </a:lnTo>
                  <a:lnTo>
                    <a:pt x="2726872" y="0"/>
                  </a:lnTo>
                  <a:lnTo>
                    <a:pt x="2724678" y="0"/>
                  </a:lnTo>
                  <a:lnTo>
                    <a:pt x="2722485" y="0"/>
                  </a:lnTo>
                  <a:lnTo>
                    <a:pt x="2720291" y="0"/>
                  </a:lnTo>
                  <a:lnTo>
                    <a:pt x="2718097" y="0"/>
                  </a:lnTo>
                  <a:lnTo>
                    <a:pt x="2715903" y="0"/>
                  </a:lnTo>
                  <a:lnTo>
                    <a:pt x="2713709" y="0"/>
                  </a:lnTo>
                  <a:lnTo>
                    <a:pt x="2711516" y="0"/>
                  </a:lnTo>
                  <a:lnTo>
                    <a:pt x="2709322" y="0"/>
                  </a:lnTo>
                  <a:lnTo>
                    <a:pt x="2707128" y="0"/>
                  </a:lnTo>
                  <a:lnTo>
                    <a:pt x="2704934" y="0"/>
                  </a:lnTo>
                  <a:lnTo>
                    <a:pt x="2702740" y="0"/>
                  </a:lnTo>
                  <a:lnTo>
                    <a:pt x="2700547" y="0"/>
                  </a:lnTo>
                  <a:lnTo>
                    <a:pt x="2698353" y="0"/>
                  </a:lnTo>
                  <a:lnTo>
                    <a:pt x="2696159" y="0"/>
                  </a:lnTo>
                  <a:lnTo>
                    <a:pt x="2693965" y="0"/>
                  </a:lnTo>
                  <a:lnTo>
                    <a:pt x="2691772" y="0"/>
                  </a:lnTo>
                  <a:lnTo>
                    <a:pt x="2689578" y="0"/>
                  </a:lnTo>
                  <a:lnTo>
                    <a:pt x="2687384" y="0"/>
                  </a:lnTo>
                  <a:lnTo>
                    <a:pt x="2685190" y="0"/>
                  </a:lnTo>
                  <a:lnTo>
                    <a:pt x="2682996" y="0"/>
                  </a:lnTo>
                  <a:lnTo>
                    <a:pt x="2680803" y="0"/>
                  </a:lnTo>
                  <a:lnTo>
                    <a:pt x="2678609" y="0"/>
                  </a:lnTo>
                  <a:lnTo>
                    <a:pt x="2676415" y="0"/>
                  </a:lnTo>
                  <a:lnTo>
                    <a:pt x="2674221" y="0"/>
                  </a:lnTo>
                  <a:lnTo>
                    <a:pt x="2672028" y="0"/>
                  </a:lnTo>
                  <a:lnTo>
                    <a:pt x="2669834" y="0"/>
                  </a:lnTo>
                  <a:lnTo>
                    <a:pt x="2667640" y="0"/>
                  </a:lnTo>
                  <a:lnTo>
                    <a:pt x="2665446" y="0"/>
                  </a:lnTo>
                  <a:lnTo>
                    <a:pt x="2663252" y="0"/>
                  </a:lnTo>
                  <a:lnTo>
                    <a:pt x="2661059" y="0"/>
                  </a:lnTo>
                  <a:lnTo>
                    <a:pt x="2658865" y="0"/>
                  </a:lnTo>
                  <a:lnTo>
                    <a:pt x="2656671" y="0"/>
                  </a:lnTo>
                  <a:lnTo>
                    <a:pt x="2654477" y="0"/>
                  </a:lnTo>
                  <a:lnTo>
                    <a:pt x="2652283" y="0"/>
                  </a:lnTo>
                  <a:lnTo>
                    <a:pt x="2650090" y="0"/>
                  </a:lnTo>
                  <a:lnTo>
                    <a:pt x="2647896" y="0"/>
                  </a:lnTo>
                  <a:lnTo>
                    <a:pt x="2645702" y="0"/>
                  </a:lnTo>
                  <a:lnTo>
                    <a:pt x="2643508" y="0"/>
                  </a:lnTo>
                  <a:lnTo>
                    <a:pt x="2641315" y="0"/>
                  </a:lnTo>
                  <a:lnTo>
                    <a:pt x="2639121" y="0"/>
                  </a:lnTo>
                  <a:lnTo>
                    <a:pt x="2636927" y="0"/>
                  </a:lnTo>
                  <a:lnTo>
                    <a:pt x="2634733" y="0"/>
                  </a:lnTo>
                  <a:lnTo>
                    <a:pt x="2632539" y="0"/>
                  </a:lnTo>
                  <a:lnTo>
                    <a:pt x="2630346" y="0"/>
                  </a:lnTo>
                  <a:lnTo>
                    <a:pt x="2628152" y="0"/>
                  </a:lnTo>
                  <a:lnTo>
                    <a:pt x="2625958" y="0"/>
                  </a:lnTo>
                  <a:lnTo>
                    <a:pt x="2623764" y="0"/>
                  </a:lnTo>
                  <a:lnTo>
                    <a:pt x="2621571" y="0"/>
                  </a:lnTo>
                  <a:lnTo>
                    <a:pt x="2619377" y="0"/>
                  </a:lnTo>
                  <a:lnTo>
                    <a:pt x="2617183" y="0"/>
                  </a:lnTo>
                  <a:lnTo>
                    <a:pt x="2614989" y="0"/>
                  </a:lnTo>
                  <a:lnTo>
                    <a:pt x="2612795" y="0"/>
                  </a:lnTo>
                  <a:lnTo>
                    <a:pt x="2610602" y="0"/>
                  </a:lnTo>
                  <a:lnTo>
                    <a:pt x="2608408" y="0"/>
                  </a:lnTo>
                  <a:lnTo>
                    <a:pt x="2606214" y="0"/>
                  </a:lnTo>
                  <a:lnTo>
                    <a:pt x="2604020" y="0"/>
                  </a:lnTo>
                  <a:lnTo>
                    <a:pt x="2601826" y="0"/>
                  </a:lnTo>
                  <a:lnTo>
                    <a:pt x="2599633" y="0"/>
                  </a:lnTo>
                  <a:lnTo>
                    <a:pt x="2597439" y="0"/>
                  </a:lnTo>
                  <a:lnTo>
                    <a:pt x="2595245" y="0"/>
                  </a:lnTo>
                  <a:lnTo>
                    <a:pt x="2593051" y="0"/>
                  </a:lnTo>
                  <a:lnTo>
                    <a:pt x="2590858" y="0"/>
                  </a:lnTo>
                  <a:lnTo>
                    <a:pt x="2588664" y="0"/>
                  </a:lnTo>
                  <a:lnTo>
                    <a:pt x="2586470" y="0"/>
                  </a:lnTo>
                  <a:lnTo>
                    <a:pt x="2584276" y="0"/>
                  </a:lnTo>
                  <a:lnTo>
                    <a:pt x="2582082" y="0"/>
                  </a:lnTo>
                  <a:lnTo>
                    <a:pt x="2579889" y="0"/>
                  </a:lnTo>
                  <a:lnTo>
                    <a:pt x="2577695" y="0"/>
                  </a:lnTo>
                  <a:lnTo>
                    <a:pt x="2575501" y="0"/>
                  </a:lnTo>
                  <a:lnTo>
                    <a:pt x="2573307" y="0"/>
                  </a:lnTo>
                  <a:lnTo>
                    <a:pt x="2571113" y="0"/>
                  </a:lnTo>
                  <a:lnTo>
                    <a:pt x="2568920" y="0"/>
                  </a:lnTo>
                  <a:lnTo>
                    <a:pt x="2566726" y="0"/>
                  </a:lnTo>
                  <a:lnTo>
                    <a:pt x="2564532" y="0"/>
                  </a:lnTo>
                  <a:lnTo>
                    <a:pt x="2562338" y="0"/>
                  </a:lnTo>
                  <a:lnTo>
                    <a:pt x="2560145" y="0"/>
                  </a:lnTo>
                  <a:lnTo>
                    <a:pt x="2557951" y="0"/>
                  </a:lnTo>
                  <a:lnTo>
                    <a:pt x="2555757" y="0"/>
                  </a:lnTo>
                  <a:lnTo>
                    <a:pt x="2553563" y="0"/>
                  </a:lnTo>
                  <a:lnTo>
                    <a:pt x="2551369" y="0"/>
                  </a:lnTo>
                  <a:lnTo>
                    <a:pt x="2549176" y="0"/>
                  </a:lnTo>
                  <a:lnTo>
                    <a:pt x="2546982" y="0"/>
                  </a:lnTo>
                  <a:lnTo>
                    <a:pt x="2544788" y="0"/>
                  </a:lnTo>
                  <a:lnTo>
                    <a:pt x="2542594" y="0"/>
                  </a:lnTo>
                  <a:lnTo>
                    <a:pt x="2540401" y="0"/>
                  </a:lnTo>
                  <a:lnTo>
                    <a:pt x="2538207" y="0"/>
                  </a:lnTo>
                  <a:lnTo>
                    <a:pt x="2536013" y="0"/>
                  </a:lnTo>
                  <a:lnTo>
                    <a:pt x="2533819" y="0"/>
                  </a:lnTo>
                  <a:lnTo>
                    <a:pt x="2531625" y="0"/>
                  </a:lnTo>
                  <a:lnTo>
                    <a:pt x="2529432" y="0"/>
                  </a:lnTo>
                  <a:lnTo>
                    <a:pt x="2527238" y="0"/>
                  </a:lnTo>
                  <a:lnTo>
                    <a:pt x="2525044" y="0"/>
                  </a:lnTo>
                  <a:lnTo>
                    <a:pt x="2522850" y="0"/>
                  </a:lnTo>
                  <a:lnTo>
                    <a:pt x="2520656" y="0"/>
                  </a:lnTo>
                  <a:lnTo>
                    <a:pt x="2518463" y="0"/>
                  </a:lnTo>
                  <a:lnTo>
                    <a:pt x="2516269" y="0"/>
                  </a:lnTo>
                  <a:lnTo>
                    <a:pt x="2514075" y="0"/>
                  </a:lnTo>
                  <a:lnTo>
                    <a:pt x="2511881" y="0"/>
                  </a:lnTo>
                  <a:lnTo>
                    <a:pt x="2509688" y="0"/>
                  </a:lnTo>
                  <a:lnTo>
                    <a:pt x="2507494" y="0"/>
                  </a:lnTo>
                  <a:lnTo>
                    <a:pt x="2505300" y="0"/>
                  </a:lnTo>
                  <a:lnTo>
                    <a:pt x="2503106" y="0"/>
                  </a:lnTo>
                  <a:lnTo>
                    <a:pt x="2500912" y="0"/>
                  </a:lnTo>
                  <a:lnTo>
                    <a:pt x="2498719" y="0"/>
                  </a:lnTo>
                  <a:lnTo>
                    <a:pt x="2496525" y="0"/>
                  </a:lnTo>
                  <a:lnTo>
                    <a:pt x="2494331" y="0"/>
                  </a:lnTo>
                  <a:lnTo>
                    <a:pt x="2492137" y="0"/>
                  </a:lnTo>
                  <a:lnTo>
                    <a:pt x="2489944" y="0"/>
                  </a:lnTo>
                  <a:lnTo>
                    <a:pt x="2487750" y="0"/>
                  </a:lnTo>
                  <a:lnTo>
                    <a:pt x="2485556" y="0"/>
                  </a:lnTo>
                  <a:lnTo>
                    <a:pt x="2483362" y="0"/>
                  </a:lnTo>
                  <a:lnTo>
                    <a:pt x="2481168" y="0"/>
                  </a:lnTo>
                  <a:lnTo>
                    <a:pt x="2478975" y="0"/>
                  </a:lnTo>
                  <a:lnTo>
                    <a:pt x="2476781" y="0"/>
                  </a:lnTo>
                  <a:lnTo>
                    <a:pt x="2474587" y="0"/>
                  </a:lnTo>
                  <a:lnTo>
                    <a:pt x="2472393" y="0"/>
                  </a:lnTo>
                  <a:lnTo>
                    <a:pt x="2470199" y="0"/>
                  </a:lnTo>
                  <a:lnTo>
                    <a:pt x="2468006" y="0"/>
                  </a:lnTo>
                  <a:lnTo>
                    <a:pt x="2465812" y="0"/>
                  </a:lnTo>
                  <a:lnTo>
                    <a:pt x="2463618" y="0"/>
                  </a:lnTo>
                  <a:lnTo>
                    <a:pt x="2461424" y="0"/>
                  </a:lnTo>
                  <a:lnTo>
                    <a:pt x="2459231" y="0"/>
                  </a:lnTo>
                  <a:lnTo>
                    <a:pt x="2457037" y="0"/>
                  </a:lnTo>
                  <a:lnTo>
                    <a:pt x="2454843" y="0"/>
                  </a:lnTo>
                  <a:lnTo>
                    <a:pt x="2452649" y="0"/>
                  </a:lnTo>
                  <a:lnTo>
                    <a:pt x="2450455" y="0"/>
                  </a:lnTo>
                  <a:lnTo>
                    <a:pt x="2448262" y="0"/>
                  </a:lnTo>
                  <a:lnTo>
                    <a:pt x="2446068" y="0"/>
                  </a:lnTo>
                  <a:lnTo>
                    <a:pt x="2443874" y="0"/>
                  </a:lnTo>
                  <a:lnTo>
                    <a:pt x="2441680" y="0"/>
                  </a:lnTo>
                  <a:lnTo>
                    <a:pt x="2439486" y="0"/>
                  </a:lnTo>
                  <a:lnTo>
                    <a:pt x="2437293" y="0"/>
                  </a:lnTo>
                  <a:lnTo>
                    <a:pt x="2435099" y="0"/>
                  </a:lnTo>
                  <a:lnTo>
                    <a:pt x="2432905" y="0"/>
                  </a:lnTo>
                  <a:lnTo>
                    <a:pt x="2430711" y="0"/>
                  </a:lnTo>
                  <a:lnTo>
                    <a:pt x="2428518" y="0"/>
                  </a:lnTo>
                  <a:lnTo>
                    <a:pt x="2426324" y="0"/>
                  </a:lnTo>
                  <a:lnTo>
                    <a:pt x="2424130" y="0"/>
                  </a:lnTo>
                  <a:lnTo>
                    <a:pt x="2421936" y="0"/>
                  </a:lnTo>
                  <a:lnTo>
                    <a:pt x="2419742" y="0"/>
                  </a:lnTo>
                  <a:lnTo>
                    <a:pt x="2417549" y="0"/>
                  </a:lnTo>
                  <a:lnTo>
                    <a:pt x="2415355" y="0"/>
                  </a:lnTo>
                  <a:lnTo>
                    <a:pt x="2413161" y="0"/>
                  </a:lnTo>
                  <a:lnTo>
                    <a:pt x="2410967" y="0"/>
                  </a:lnTo>
                  <a:lnTo>
                    <a:pt x="2408774" y="0"/>
                  </a:lnTo>
                  <a:lnTo>
                    <a:pt x="2406580" y="0"/>
                  </a:lnTo>
                  <a:lnTo>
                    <a:pt x="2404386" y="0"/>
                  </a:lnTo>
                  <a:lnTo>
                    <a:pt x="2402192" y="0"/>
                  </a:lnTo>
                  <a:lnTo>
                    <a:pt x="2399998" y="0"/>
                  </a:lnTo>
                  <a:lnTo>
                    <a:pt x="2397805" y="0"/>
                  </a:lnTo>
                  <a:lnTo>
                    <a:pt x="2395611" y="0"/>
                  </a:lnTo>
                  <a:lnTo>
                    <a:pt x="2393417" y="0"/>
                  </a:lnTo>
                  <a:lnTo>
                    <a:pt x="2391223" y="0"/>
                  </a:lnTo>
                  <a:lnTo>
                    <a:pt x="2389029" y="0"/>
                  </a:lnTo>
                  <a:lnTo>
                    <a:pt x="2386836" y="0"/>
                  </a:lnTo>
                  <a:lnTo>
                    <a:pt x="2384642" y="0"/>
                  </a:lnTo>
                  <a:lnTo>
                    <a:pt x="2382448" y="0"/>
                  </a:lnTo>
                  <a:lnTo>
                    <a:pt x="2380254" y="0"/>
                  </a:lnTo>
                  <a:lnTo>
                    <a:pt x="2378061" y="0"/>
                  </a:lnTo>
                  <a:lnTo>
                    <a:pt x="2375867" y="0"/>
                  </a:lnTo>
                  <a:lnTo>
                    <a:pt x="2373673" y="0"/>
                  </a:lnTo>
                  <a:lnTo>
                    <a:pt x="2371479" y="0"/>
                  </a:lnTo>
                  <a:lnTo>
                    <a:pt x="2369285" y="0"/>
                  </a:lnTo>
                  <a:lnTo>
                    <a:pt x="2367092" y="0"/>
                  </a:lnTo>
                  <a:lnTo>
                    <a:pt x="2364898" y="0"/>
                  </a:lnTo>
                  <a:lnTo>
                    <a:pt x="2362704" y="0"/>
                  </a:lnTo>
                  <a:lnTo>
                    <a:pt x="2360510" y="0"/>
                  </a:lnTo>
                  <a:lnTo>
                    <a:pt x="2358317" y="0"/>
                  </a:lnTo>
                  <a:lnTo>
                    <a:pt x="2356123" y="0"/>
                  </a:lnTo>
                  <a:lnTo>
                    <a:pt x="2353929" y="0"/>
                  </a:lnTo>
                  <a:lnTo>
                    <a:pt x="2351735" y="0"/>
                  </a:lnTo>
                  <a:lnTo>
                    <a:pt x="2349541" y="0"/>
                  </a:lnTo>
                  <a:lnTo>
                    <a:pt x="2347348" y="0"/>
                  </a:lnTo>
                  <a:lnTo>
                    <a:pt x="2345154" y="0"/>
                  </a:lnTo>
                  <a:lnTo>
                    <a:pt x="2342960" y="0"/>
                  </a:lnTo>
                  <a:lnTo>
                    <a:pt x="2340766" y="0"/>
                  </a:lnTo>
                  <a:lnTo>
                    <a:pt x="2338572" y="0"/>
                  </a:lnTo>
                  <a:lnTo>
                    <a:pt x="2336379" y="0"/>
                  </a:lnTo>
                  <a:lnTo>
                    <a:pt x="2334185" y="0"/>
                  </a:lnTo>
                  <a:lnTo>
                    <a:pt x="2331991" y="0"/>
                  </a:lnTo>
                  <a:lnTo>
                    <a:pt x="2329797" y="0"/>
                  </a:lnTo>
                  <a:lnTo>
                    <a:pt x="2327604" y="0"/>
                  </a:lnTo>
                  <a:lnTo>
                    <a:pt x="2325410" y="0"/>
                  </a:lnTo>
                  <a:lnTo>
                    <a:pt x="2323216" y="0"/>
                  </a:lnTo>
                  <a:lnTo>
                    <a:pt x="2321022" y="0"/>
                  </a:lnTo>
                  <a:lnTo>
                    <a:pt x="2318828" y="0"/>
                  </a:lnTo>
                  <a:lnTo>
                    <a:pt x="2316635" y="0"/>
                  </a:lnTo>
                  <a:lnTo>
                    <a:pt x="2314441" y="0"/>
                  </a:lnTo>
                  <a:lnTo>
                    <a:pt x="2312247" y="0"/>
                  </a:lnTo>
                  <a:lnTo>
                    <a:pt x="2310053" y="0"/>
                  </a:lnTo>
                  <a:lnTo>
                    <a:pt x="2307860" y="0"/>
                  </a:lnTo>
                  <a:lnTo>
                    <a:pt x="2305666" y="0"/>
                  </a:lnTo>
                  <a:lnTo>
                    <a:pt x="2303472" y="0"/>
                  </a:lnTo>
                  <a:lnTo>
                    <a:pt x="2301278" y="0"/>
                  </a:lnTo>
                  <a:lnTo>
                    <a:pt x="2299084" y="0"/>
                  </a:lnTo>
                  <a:lnTo>
                    <a:pt x="2296891" y="0"/>
                  </a:lnTo>
                  <a:lnTo>
                    <a:pt x="2294697" y="0"/>
                  </a:lnTo>
                  <a:lnTo>
                    <a:pt x="2292503" y="0"/>
                  </a:lnTo>
                  <a:lnTo>
                    <a:pt x="2290309" y="0"/>
                  </a:lnTo>
                  <a:lnTo>
                    <a:pt x="2288115" y="0"/>
                  </a:lnTo>
                  <a:lnTo>
                    <a:pt x="2285922" y="0"/>
                  </a:lnTo>
                  <a:lnTo>
                    <a:pt x="2283728" y="0"/>
                  </a:lnTo>
                  <a:lnTo>
                    <a:pt x="2281534" y="0"/>
                  </a:lnTo>
                  <a:lnTo>
                    <a:pt x="2279340" y="0"/>
                  </a:lnTo>
                  <a:lnTo>
                    <a:pt x="2277147" y="0"/>
                  </a:lnTo>
                  <a:lnTo>
                    <a:pt x="2274953" y="0"/>
                  </a:lnTo>
                  <a:lnTo>
                    <a:pt x="2272759" y="0"/>
                  </a:lnTo>
                  <a:lnTo>
                    <a:pt x="2270565" y="0"/>
                  </a:lnTo>
                  <a:lnTo>
                    <a:pt x="2268371" y="0"/>
                  </a:lnTo>
                  <a:lnTo>
                    <a:pt x="2266178" y="0"/>
                  </a:lnTo>
                  <a:lnTo>
                    <a:pt x="2263984" y="0"/>
                  </a:lnTo>
                  <a:lnTo>
                    <a:pt x="2261790" y="0"/>
                  </a:lnTo>
                  <a:lnTo>
                    <a:pt x="2259596" y="0"/>
                  </a:lnTo>
                  <a:lnTo>
                    <a:pt x="2257402" y="0"/>
                  </a:lnTo>
                  <a:lnTo>
                    <a:pt x="2255209" y="0"/>
                  </a:lnTo>
                  <a:lnTo>
                    <a:pt x="2253015" y="0"/>
                  </a:lnTo>
                  <a:lnTo>
                    <a:pt x="2250821" y="0"/>
                  </a:lnTo>
                  <a:lnTo>
                    <a:pt x="2248627" y="0"/>
                  </a:lnTo>
                  <a:lnTo>
                    <a:pt x="2246434" y="0"/>
                  </a:lnTo>
                  <a:lnTo>
                    <a:pt x="2244240" y="0"/>
                  </a:lnTo>
                  <a:lnTo>
                    <a:pt x="2242046" y="0"/>
                  </a:lnTo>
                  <a:lnTo>
                    <a:pt x="2239852" y="0"/>
                  </a:lnTo>
                  <a:lnTo>
                    <a:pt x="2237658" y="0"/>
                  </a:lnTo>
                  <a:lnTo>
                    <a:pt x="2235465" y="0"/>
                  </a:lnTo>
                  <a:lnTo>
                    <a:pt x="2233271" y="0"/>
                  </a:lnTo>
                  <a:lnTo>
                    <a:pt x="2231077" y="0"/>
                  </a:lnTo>
                  <a:lnTo>
                    <a:pt x="2228883" y="0"/>
                  </a:lnTo>
                  <a:lnTo>
                    <a:pt x="2226690" y="0"/>
                  </a:lnTo>
                  <a:lnTo>
                    <a:pt x="2224496" y="0"/>
                  </a:lnTo>
                  <a:lnTo>
                    <a:pt x="2222302" y="0"/>
                  </a:lnTo>
                  <a:lnTo>
                    <a:pt x="2220108" y="0"/>
                  </a:lnTo>
                  <a:lnTo>
                    <a:pt x="2217914" y="0"/>
                  </a:lnTo>
                  <a:lnTo>
                    <a:pt x="2215721" y="0"/>
                  </a:lnTo>
                  <a:lnTo>
                    <a:pt x="2213527" y="0"/>
                  </a:lnTo>
                  <a:lnTo>
                    <a:pt x="2211333" y="0"/>
                  </a:lnTo>
                  <a:lnTo>
                    <a:pt x="2209139" y="0"/>
                  </a:lnTo>
                  <a:lnTo>
                    <a:pt x="2206945" y="0"/>
                  </a:lnTo>
                  <a:lnTo>
                    <a:pt x="2204752" y="0"/>
                  </a:lnTo>
                  <a:lnTo>
                    <a:pt x="2202558" y="0"/>
                  </a:lnTo>
                  <a:lnTo>
                    <a:pt x="2200364" y="0"/>
                  </a:lnTo>
                  <a:lnTo>
                    <a:pt x="2198170" y="0"/>
                  </a:lnTo>
                  <a:lnTo>
                    <a:pt x="2195977" y="0"/>
                  </a:lnTo>
                  <a:lnTo>
                    <a:pt x="2193783" y="0"/>
                  </a:lnTo>
                  <a:lnTo>
                    <a:pt x="2191589" y="0"/>
                  </a:lnTo>
                  <a:lnTo>
                    <a:pt x="2189395" y="0"/>
                  </a:lnTo>
                  <a:lnTo>
                    <a:pt x="2187201" y="0"/>
                  </a:lnTo>
                  <a:lnTo>
                    <a:pt x="2185008" y="0"/>
                  </a:lnTo>
                  <a:lnTo>
                    <a:pt x="2182814" y="0"/>
                  </a:lnTo>
                  <a:lnTo>
                    <a:pt x="2180620" y="0"/>
                  </a:lnTo>
                  <a:lnTo>
                    <a:pt x="2178426" y="0"/>
                  </a:lnTo>
                  <a:lnTo>
                    <a:pt x="2176233" y="0"/>
                  </a:lnTo>
                  <a:lnTo>
                    <a:pt x="2174039" y="0"/>
                  </a:lnTo>
                  <a:lnTo>
                    <a:pt x="2171845" y="0"/>
                  </a:lnTo>
                  <a:lnTo>
                    <a:pt x="2169651" y="0"/>
                  </a:lnTo>
                  <a:lnTo>
                    <a:pt x="2167457" y="0"/>
                  </a:lnTo>
                  <a:lnTo>
                    <a:pt x="2165264" y="0"/>
                  </a:lnTo>
                  <a:lnTo>
                    <a:pt x="2163070" y="0"/>
                  </a:lnTo>
                  <a:lnTo>
                    <a:pt x="2160876" y="0"/>
                  </a:lnTo>
                  <a:lnTo>
                    <a:pt x="2158682" y="0"/>
                  </a:lnTo>
                  <a:lnTo>
                    <a:pt x="2156488" y="0"/>
                  </a:lnTo>
                  <a:lnTo>
                    <a:pt x="2154295" y="0"/>
                  </a:lnTo>
                  <a:lnTo>
                    <a:pt x="2152101" y="0"/>
                  </a:lnTo>
                  <a:lnTo>
                    <a:pt x="2149907" y="0"/>
                  </a:lnTo>
                  <a:lnTo>
                    <a:pt x="2147713" y="0"/>
                  </a:lnTo>
                  <a:lnTo>
                    <a:pt x="2145520" y="0"/>
                  </a:lnTo>
                  <a:lnTo>
                    <a:pt x="2143326" y="0"/>
                  </a:lnTo>
                  <a:lnTo>
                    <a:pt x="2141132" y="0"/>
                  </a:lnTo>
                  <a:lnTo>
                    <a:pt x="2138938" y="0"/>
                  </a:lnTo>
                  <a:lnTo>
                    <a:pt x="2136744" y="0"/>
                  </a:lnTo>
                  <a:lnTo>
                    <a:pt x="2134551" y="0"/>
                  </a:lnTo>
                  <a:lnTo>
                    <a:pt x="2132357" y="0"/>
                  </a:lnTo>
                  <a:lnTo>
                    <a:pt x="2130163" y="0"/>
                  </a:lnTo>
                  <a:lnTo>
                    <a:pt x="2127969" y="0"/>
                  </a:lnTo>
                  <a:lnTo>
                    <a:pt x="2125775" y="0"/>
                  </a:lnTo>
                  <a:lnTo>
                    <a:pt x="2123582" y="0"/>
                  </a:lnTo>
                  <a:lnTo>
                    <a:pt x="2121388" y="0"/>
                  </a:lnTo>
                  <a:lnTo>
                    <a:pt x="2119194" y="0"/>
                  </a:lnTo>
                  <a:lnTo>
                    <a:pt x="2117000" y="0"/>
                  </a:lnTo>
                  <a:lnTo>
                    <a:pt x="2114807" y="0"/>
                  </a:lnTo>
                  <a:lnTo>
                    <a:pt x="2112613" y="0"/>
                  </a:lnTo>
                  <a:lnTo>
                    <a:pt x="2110419" y="0"/>
                  </a:lnTo>
                  <a:lnTo>
                    <a:pt x="2108225" y="0"/>
                  </a:lnTo>
                  <a:lnTo>
                    <a:pt x="2106031" y="0"/>
                  </a:lnTo>
                  <a:lnTo>
                    <a:pt x="2103838" y="0"/>
                  </a:lnTo>
                  <a:lnTo>
                    <a:pt x="2101644" y="0"/>
                  </a:lnTo>
                  <a:lnTo>
                    <a:pt x="2099450" y="0"/>
                  </a:lnTo>
                  <a:lnTo>
                    <a:pt x="2097256" y="0"/>
                  </a:lnTo>
                  <a:lnTo>
                    <a:pt x="2095063" y="0"/>
                  </a:lnTo>
                  <a:lnTo>
                    <a:pt x="2092869" y="0"/>
                  </a:lnTo>
                  <a:lnTo>
                    <a:pt x="2090675" y="0"/>
                  </a:lnTo>
                  <a:lnTo>
                    <a:pt x="2088481" y="0"/>
                  </a:lnTo>
                  <a:lnTo>
                    <a:pt x="2086287" y="0"/>
                  </a:lnTo>
                  <a:lnTo>
                    <a:pt x="2084094" y="0"/>
                  </a:lnTo>
                  <a:lnTo>
                    <a:pt x="2081900" y="0"/>
                  </a:lnTo>
                  <a:lnTo>
                    <a:pt x="2079706" y="0"/>
                  </a:lnTo>
                  <a:lnTo>
                    <a:pt x="2077512" y="0"/>
                  </a:lnTo>
                  <a:lnTo>
                    <a:pt x="2075318" y="0"/>
                  </a:lnTo>
                  <a:lnTo>
                    <a:pt x="2073125" y="0"/>
                  </a:lnTo>
                  <a:lnTo>
                    <a:pt x="2070931" y="0"/>
                  </a:lnTo>
                  <a:lnTo>
                    <a:pt x="2068737" y="0"/>
                  </a:lnTo>
                  <a:lnTo>
                    <a:pt x="2066543" y="0"/>
                  </a:lnTo>
                  <a:lnTo>
                    <a:pt x="2064350" y="0"/>
                  </a:lnTo>
                  <a:lnTo>
                    <a:pt x="2062156" y="0"/>
                  </a:lnTo>
                  <a:lnTo>
                    <a:pt x="2059962" y="0"/>
                  </a:lnTo>
                  <a:lnTo>
                    <a:pt x="2057768" y="0"/>
                  </a:lnTo>
                  <a:lnTo>
                    <a:pt x="2055574" y="0"/>
                  </a:lnTo>
                  <a:lnTo>
                    <a:pt x="2053381" y="0"/>
                  </a:lnTo>
                  <a:lnTo>
                    <a:pt x="2051187" y="0"/>
                  </a:lnTo>
                  <a:lnTo>
                    <a:pt x="2048993" y="0"/>
                  </a:lnTo>
                  <a:lnTo>
                    <a:pt x="2046799" y="0"/>
                  </a:lnTo>
                  <a:lnTo>
                    <a:pt x="2044606" y="0"/>
                  </a:lnTo>
                  <a:lnTo>
                    <a:pt x="2042412" y="0"/>
                  </a:lnTo>
                  <a:lnTo>
                    <a:pt x="2040218" y="0"/>
                  </a:lnTo>
                  <a:lnTo>
                    <a:pt x="2038024" y="0"/>
                  </a:lnTo>
                  <a:lnTo>
                    <a:pt x="2035830" y="0"/>
                  </a:lnTo>
                  <a:lnTo>
                    <a:pt x="2033637" y="0"/>
                  </a:lnTo>
                  <a:lnTo>
                    <a:pt x="2031443" y="0"/>
                  </a:lnTo>
                  <a:lnTo>
                    <a:pt x="2029249" y="0"/>
                  </a:lnTo>
                  <a:lnTo>
                    <a:pt x="2027055" y="0"/>
                  </a:lnTo>
                  <a:lnTo>
                    <a:pt x="2024861" y="0"/>
                  </a:lnTo>
                  <a:lnTo>
                    <a:pt x="2022668" y="0"/>
                  </a:lnTo>
                  <a:lnTo>
                    <a:pt x="2020474" y="0"/>
                  </a:lnTo>
                  <a:lnTo>
                    <a:pt x="2018280" y="0"/>
                  </a:lnTo>
                  <a:lnTo>
                    <a:pt x="2016086" y="0"/>
                  </a:lnTo>
                  <a:lnTo>
                    <a:pt x="2013893" y="0"/>
                  </a:lnTo>
                  <a:lnTo>
                    <a:pt x="2011699" y="0"/>
                  </a:lnTo>
                  <a:lnTo>
                    <a:pt x="2009505" y="0"/>
                  </a:lnTo>
                  <a:lnTo>
                    <a:pt x="2007311" y="0"/>
                  </a:lnTo>
                  <a:lnTo>
                    <a:pt x="2005117" y="0"/>
                  </a:lnTo>
                  <a:lnTo>
                    <a:pt x="2002924" y="0"/>
                  </a:lnTo>
                  <a:lnTo>
                    <a:pt x="2000730" y="0"/>
                  </a:lnTo>
                  <a:lnTo>
                    <a:pt x="1998536" y="0"/>
                  </a:lnTo>
                  <a:lnTo>
                    <a:pt x="1996342" y="0"/>
                  </a:lnTo>
                  <a:lnTo>
                    <a:pt x="1994148" y="0"/>
                  </a:lnTo>
                  <a:lnTo>
                    <a:pt x="1991955" y="0"/>
                  </a:lnTo>
                  <a:lnTo>
                    <a:pt x="1989761" y="0"/>
                  </a:lnTo>
                  <a:lnTo>
                    <a:pt x="1987567" y="0"/>
                  </a:lnTo>
                  <a:lnTo>
                    <a:pt x="1985373" y="0"/>
                  </a:lnTo>
                  <a:lnTo>
                    <a:pt x="1983180" y="0"/>
                  </a:lnTo>
                  <a:lnTo>
                    <a:pt x="1980986" y="0"/>
                  </a:lnTo>
                  <a:lnTo>
                    <a:pt x="1978792" y="0"/>
                  </a:lnTo>
                  <a:lnTo>
                    <a:pt x="1976598" y="0"/>
                  </a:lnTo>
                  <a:lnTo>
                    <a:pt x="1974404" y="0"/>
                  </a:lnTo>
                  <a:lnTo>
                    <a:pt x="1972211" y="0"/>
                  </a:lnTo>
                  <a:lnTo>
                    <a:pt x="1970017" y="0"/>
                  </a:lnTo>
                  <a:lnTo>
                    <a:pt x="1967823" y="0"/>
                  </a:lnTo>
                  <a:lnTo>
                    <a:pt x="1965629" y="0"/>
                  </a:lnTo>
                  <a:lnTo>
                    <a:pt x="1963436" y="0"/>
                  </a:lnTo>
                  <a:lnTo>
                    <a:pt x="1961242" y="0"/>
                  </a:lnTo>
                  <a:lnTo>
                    <a:pt x="1959048" y="0"/>
                  </a:lnTo>
                  <a:lnTo>
                    <a:pt x="1956854" y="0"/>
                  </a:lnTo>
                  <a:lnTo>
                    <a:pt x="1954660" y="0"/>
                  </a:lnTo>
                  <a:lnTo>
                    <a:pt x="1952467" y="0"/>
                  </a:lnTo>
                  <a:lnTo>
                    <a:pt x="1950273" y="0"/>
                  </a:lnTo>
                  <a:lnTo>
                    <a:pt x="1948079" y="0"/>
                  </a:lnTo>
                  <a:lnTo>
                    <a:pt x="1945885" y="0"/>
                  </a:lnTo>
                  <a:lnTo>
                    <a:pt x="1943691" y="0"/>
                  </a:lnTo>
                  <a:lnTo>
                    <a:pt x="1941498" y="0"/>
                  </a:lnTo>
                  <a:lnTo>
                    <a:pt x="1939304" y="0"/>
                  </a:lnTo>
                  <a:lnTo>
                    <a:pt x="1937110" y="0"/>
                  </a:lnTo>
                  <a:lnTo>
                    <a:pt x="1934916" y="0"/>
                  </a:lnTo>
                  <a:lnTo>
                    <a:pt x="1932723" y="0"/>
                  </a:lnTo>
                  <a:lnTo>
                    <a:pt x="1930529" y="0"/>
                  </a:lnTo>
                  <a:lnTo>
                    <a:pt x="1928335" y="0"/>
                  </a:lnTo>
                  <a:lnTo>
                    <a:pt x="1926141" y="0"/>
                  </a:lnTo>
                  <a:lnTo>
                    <a:pt x="1923947" y="0"/>
                  </a:lnTo>
                  <a:lnTo>
                    <a:pt x="1921754" y="0"/>
                  </a:lnTo>
                  <a:lnTo>
                    <a:pt x="1919560" y="0"/>
                  </a:lnTo>
                  <a:lnTo>
                    <a:pt x="1917366" y="0"/>
                  </a:lnTo>
                  <a:lnTo>
                    <a:pt x="1915172" y="0"/>
                  </a:lnTo>
                  <a:lnTo>
                    <a:pt x="1912979" y="0"/>
                  </a:lnTo>
                  <a:lnTo>
                    <a:pt x="1910785" y="0"/>
                  </a:lnTo>
                  <a:lnTo>
                    <a:pt x="1908591" y="0"/>
                  </a:lnTo>
                  <a:lnTo>
                    <a:pt x="1906397" y="0"/>
                  </a:lnTo>
                  <a:lnTo>
                    <a:pt x="1904203" y="0"/>
                  </a:lnTo>
                  <a:lnTo>
                    <a:pt x="1902010" y="0"/>
                  </a:lnTo>
                  <a:lnTo>
                    <a:pt x="1899816" y="0"/>
                  </a:lnTo>
                  <a:lnTo>
                    <a:pt x="1897622" y="0"/>
                  </a:lnTo>
                  <a:lnTo>
                    <a:pt x="1895428" y="0"/>
                  </a:lnTo>
                  <a:lnTo>
                    <a:pt x="1893234" y="0"/>
                  </a:lnTo>
                  <a:lnTo>
                    <a:pt x="1891041" y="0"/>
                  </a:lnTo>
                  <a:lnTo>
                    <a:pt x="1888847" y="0"/>
                  </a:lnTo>
                  <a:lnTo>
                    <a:pt x="1886653" y="0"/>
                  </a:lnTo>
                  <a:lnTo>
                    <a:pt x="1884459" y="0"/>
                  </a:lnTo>
                  <a:lnTo>
                    <a:pt x="1882266" y="0"/>
                  </a:lnTo>
                  <a:lnTo>
                    <a:pt x="1880072" y="0"/>
                  </a:lnTo>
                  <a:lnTo>
                    <a:pt x="1877878" y="0"/>
                  </a:lnTo>
                  <a:lnTo>
                    <a:pt x="1875684" y="0"/>
                  </a:lnTo>
                  <a:lnTo>
                    <a:pt x="1873490" y="0"/>
                  </a:lnTo>
                  <a:lnTo>
                    <a:pt x="1871297" y="0"/>
                  </a:lnTo>
                  <a:lnTo>
                    <a:pt x="1869103" y="0"/>
                  </a:lnTo>
                  <a:lnTo>
                    <a:pt x="1866909" y="0"/>
                  </a:lnTo>
                  <a:lnTo>
                    <a:pt x="1864715" y="0"/>
                  </a:lnTo>
                  <a:lnTo>
                    <a:pt x="1862521" y="0"/>
                  </a:lnTo>
                  <a:lnTo>
                    <a:pt x="1860328" y="0"/>
                  </a:lnTo>
                  <a:lnTo>
                    <a:pt x="1858134" y="0"/>
                  </a:lnTo>
                  <a:lnTo>
                    <a:pt x="1855940" y="0"/>
                  </a:lnTo>
                  <a:lnTo>
                    <a:pt x="1853746" y="0"/>
                  </a:lnTo>
                  <a:lnTo>
                    <a:pt x="1851553" y="0"/>
                  </a:lnTo>
                  <a:lnTo>
                    <a:pt x="1849359" y="0"/>
                  </a:lnTo>
                  <a:lnTo>
                    <a:pt x="1847165" y="0"/>
                  </a:lnTo>
                  <a:lnTo>
                    <a:pt x="1844971" y="0"/>
                  </a:lnTo>
                  <a:lnTo>
                    <a:pt x="1842777" y="0"/>
                  </a:lnTo>
                  <a:lnTo>
                    <a:pt x="1840584" y="0"/>
                  </a:lnTo>
                  <a:lnTo>
                    <a:pt x="1838390" y="0"/>
                  </a:lnTo>
                  <a:lnTo>
                    <a:pt x="1836196" y="0"/>
                  </a:lnTo>
                  <a:lnTo>
                    <a:pt x="1834002" y="0"/>
                  </a:lnTo>
                  <a:lnTo>
                    <a:pt x="1831809" y="0"/>
                  </a:lnTo>
                  <a:lnTo>
                    <a:pt x="1829615" y="0"/>
                  </a:lnTo>
                  <a:lnTo>
                    <a:pt x="1827421" y="0"/>
                  </a:lnTo>
                  <a:lnTo>
                    <a:pt x="1825227" y="0"/>
                  </a:lnTo>
                  <a:lnTo>
                    <a:pt x="1823033" y="0"/>
                  </a:lnTo>
                  <a:lnTo>
                    <a:pt x="1820840" y="0"/>
                  </a:lnTo>
                  <a:lnTo>
                    <a:pt x="1818646" y="0"/>
                  </a:lnTo>
                  <a:lnTo>
                    <a:pt x="1816452" y="0"/>
                  </a:lnTo>
                  <a:lnTo>
                    <a:pt x="1814258" y="0"/>
                  </a:lnTo>
                  <a:lnTo>
                    <a:pt x="1812064" y="0"/>
                  </a:lnTo>
                  <a:lnTo>
                    <a:pt x="1809871" y="0"/>
                  </a:lnTo>
                  <a:lnTo>
                    <a:pt x="1807677" y="0"/>
                  </a:lnTo>
                  <a:lnTo>
                    <a:pt x="1805483" y="0"/>
                  </a:lnTo>
                  <a:lnTo>
                    <a:pt x="1803289" y="0"/>
                  </a:lnTo>
                  <a:lnTo>
                    <a:pt x="1801096" y="0"/>
                  </a:lnTo>
                  <a:lnTo>
                    <a:pt x="1798902" y="0"/>
                  </a:lnTo>
                  <a:lnTo>
                    <a:pt x="1796708" y="0"/>
                  </a:lnTo>
                  <a:lnTo>
                    <a:pt x="1794514" y="0"/>
                  </a:lnTo>
                  <a:lnTo>
                    <a:pt x="1792320" y="0"/>
                  </a:lnTo>
                  <a:lnTo>
                    <a:pt x="1790127" y="0"/>
                  </a:lnTo>
                  <a:lnTo>
                    <a:pt x="1787933" y="0"/>
                  </a:lnTo>
                  <a:lnTo>
                    <a:pt x="1785739" y="0"/>
                  </a:lnTo>
                  <a:lnTo>
                    <a:pt x="1783545" y="0"/>
                  </a:lnTo>
                  <a:lnTo>
                    <a:pt x="1781352" y="0"/>
                  </a:lnTo>
                  <a:lnTo>
                    <a:pt x="1779158" y="0"/>
                  </a:lnTo>
                  <a:lnTo>
                    <a:pt x="1776964" y="0"/>
                  </a:lnTo>
                  <a:lnTo>
                    <a:pt x="1774770" y="0"/>
                  </a:lnTo>
                  <a:lnTo>
                    <a:pt x="1772576" y="0"/>
                  </a:lnTo>
                  <a:lnTo>
                    <a:pt x="1770383" y="0"/>
                  </a:lnTo>
                  <a:lnTo>
                    <a:pt x="1768189" y="0"/>
                  </a:lnTo>
                  <a:lnTo>
                    <a:pt x="1765995" y="0"/>
                  </a:lnTo>
                  <a:lnTo>
                    <a:pt x="1763801" y="0"/>
                  </a:lnTo>
                  <a:lnTo>
                    <a:pt x="1761607" y="0"/>
                  </a:lnTo>
                  <a:lnTo>
                    <a:pt x="1759414" y="0"/>
                  </a:lnTo>
                  <a:lnTo>
                    <a:pt x="1757220" y="0"/>
                  </a:lnTo>
                  <a:lnTo>
                    <a:pt x="1755026" y="0"/>
                  </a:lnTo>
                  <a:lnTo>
                    <a:pt x="1752832" y="0"/>
                  </a:lnTo>
                  <a:lnTo>
                    <a:pt x="1750639" y="0"/>
                  </a:lnTo>
                  <a:lnTo>
                    <a:pt x="1748445" y="0"/>
                  </a:lnTo>
                  <a:lnTo>
                    <a:pt x="1746251" y="0"/>
                  </a:lnTo>
                  <a:lnTo>
                    <a:pt x="1744057" y="0"/>
                  </a:lnTo>
                  <a:lnTo>
                    <a:pt x="1741863" y="0"/>
                  </a:lnTo>
                  <a:lnTo>
                    <a:pt x="1739670" y="0"/>
                  </a:lnTo>
                  <a:lnTo>
                    <a:pt x="1737476" y="0"/>
                  </a:lnTo>
                  <a:lnTo>
                    <a:pt x="1735282" y="0"/>
                  </a:lnTo>
                  <a:lnTo>
                    <a:pt x="1733088" y="0"/>
                  </a:lnTo>
                  <a:lnTo>
                    <a:pt x="1730895" y="0"/>
                  </a:lnTo>
                  <a:lnTo>
                    <a:pt x="1728701" y="0"/>
                  </a:lnTo>
                  <a:lnTo>
                    <a:pt x="1726507" y="0"/>
                  </a:lnTo>
                  <a:lnTo>
                    <a:pt x="1724313" y="0"/>
                  </a:lnTo>
                  <a:lnTo>
                    <a:pt x="1722119" y="0"/>
                  </a:lnTo>
                  <a:lnTo>
                    <a:pt x="1719926" y="0"/>
                  </a:lnTo>
                  <a:lnTo>
                    <a:pt x="1717732" y="0"/>
                  </a:lnTo>
                  <a:lnTo>
                    <a:pt x="1715538" y="0"/>
                  </a:lnTo>
                  <a:lnTo>
                    <a:pt x="1713344" y="0"/>
                  </a:lnTo>
                  <a:lnTo>
                    <a:pt x="1711150" y="0"/>
                  </a:lnTo>
                  <a:lnTo>
                    <a:pt x="1708957" y="0"/>
                  </a:lnTo>
                  <a:lnTo>
                    <a:pt x="1706763" y="0"/>
                  </a:lnTo>
                  <a:lnTo>
                    <a:pt x="1704569" y="0"/>
                  </a:lnTo>
                  <a:lnTo>
                    <a:pt x="1702375" y="0"/>
                  </a:lnTo>
                  <a:lnTo>
                    <a:pt x="1700182" y="0"/>
                  </a:lnTo>
                  <a:lnTo>
                    <a:pt x="1697988" y="0"/>
                  </a:lnTo>
                  <a:lnTo>
                    <a:pt x="1695794" y="0"/>
                  </a:lnTo>
                  <a:lnTo>
                    <a:pt x="1693600" y="0"/>
                  </a:lnTo>
                  <a:lnTo>
                    <a:pt x="1691406" y="0"/>
                  </a:lnTo>
                  <a:lnTo>
                    <a:pt x="1689213" y="0"/>
                  </a:lnTo>
                  <a:lnTo>
                    <a:pt x="1687019" y="0"/>
                  </a:lnTo>
                  <a:lnTo>
                    <a:pt x="1684825" y="0"/>
                  </a:lnTo>
                  <a:lnTo>
                    <a:pt x="1682631" y="0"/>
                  </a:lnTo>
                  <a:lnTo>
                    <a:pt x="1680437" y="0"/>
                  </a:lnTo>
                  <a:lnTo>
                    <a:pt x="1678244" y="0"/>
                  </a:lnTo>
                  <a:lnTo>
                    <a:pt x="1676050" y="0"/>
                  </a:lnTo>
                  <a:lnTo>
                    <a:pt x="1673856" y="0"/>
                  </a:lnTo>
                  <a:lnTo>
                    <a:pt x="1671662" y="0"/>
                  </a:lnTo>
                  <a:lnTo>
                    <a:pt x="1669469" y="0"/>
                  </a:lnTo>
                  <a:lnTo>
                    <a:pt x="1667275" y="0"/>
                  </a:lnTo>
                  <a:lnTo>
                    <a:pt x="1665081" y="0"/>
                  </a:lnTo>
                  <a:lnTo>
                    <a:pt x="1662887" y="0"/>
                  </a:lnTo>
                  <a:lnTo>
                    <a:pt x="1660693" y="0"/>
                  </a:lnTo>
                  <a:lnTo>
                    <a:pt x="1658500" y="0"/>
                  </a:lnTo>
                  <a:lnTo>
                    <a:pt x="1656306" y="0"/>
                  </a:lnTo>
                  <a:lnTo>
                    <a:pt x="1654112" y="0"/>
                  </a:lnTo>
                  <a:lnTo>
                    <a:pt x="1651918" y="0"/>
                  </a:lnTo>
                  <a:lnTo>
                    <a:pt x="1649725" y="0"/>
                  </a:lnTo>
                  <a:lnTo>
                    <a:pt x="1647531" y="0"/>
                  </a:lnTo>
                  <a:lnTo>
                    <a:pt x="1645337" y="0"/>
                  </a:lnTo>
                  <a:lnTo>
                    <a:pt x="1643143" y="0"/>
                  </a:lnTo>
                  <a:lnTo>
                    <a:pt x="1640949" y="0"/>
                  </a:lnTo>
                  <a:lnTo>
                    <a:pt x="1638756" y="0"/>
                  </a:lnTo>
                  <a:lnTo>
                    <a:pt x="1636562" y="0"/>
                  </a:lnTo>
                  <a:lnTo>
                    <a:pt x="1634368" y="0"/>
                  </a:lnTo>
                  <a:lnTo>
                    <a:pt x="1632174" y="0"/>
                  </a:lnTo>
                  <a:lnTo>
                    <a:pt x="1629980" y="0"/>
                  </a:lnTo>
                  <a:lnTo>
                    <a:pt x="1627787" y="0"/>
                  </a:lnTo>
                  <a:lnTo>
                    <a:pt x="1625593" y="0"/>
                  </a:lnTo>
                  <a:lnTo>
                    <a:pt x="1623399" y="0"/>
                  </a:lnTo>
                  <a:lnTo>
                    <a:pt x="1621205" y="0"/>
                  </a:lnTo>
                  <a:lnTo>
                    <a:pt x="1619012" y="0"/>
                  </a:lnTo>
                  <a:lnTo>
                    <a:pt x="1616818" y="0"/>
                  </a:lnTo>
                  <a:lnTo>
                    <a:pt x="1614624" y="0"/>
                  </a:lnTo>
                  <a:lnTo>
                    <a:pt x="1612430" y="0"/>
                  </a:lnTo>
                  <a:lnTo>
                    <a:pt x="1610236" y="0"/>
                  </a:lnTo>
                  <a:lnTo>
                    <a:pt x="1608043" y="0"/>
                  </a:lnTo>
                  <a:lnTo>
                    <a:pt x="1605849" y="0"/>
                  </a:lnTo>
                  <a:lnTo>
                    <a:pt x="1603655" y="0"/>
                  </a:lnTo>
                  <a:lnTo>
                    <a:pt x="1601461" y="0"/>
                  </a:lnTo>
                  <a:lnTo>
                    <a:pt x="1599268" y="0"/>
                  </a:lnTo>
                  <a:lnTo>
                    <a:pt x="1597074" y="0"/>
                  </a:lnTo>
                  <a:lnTo>
                    <a:pt x="1594880" y="0"/>
                  </a:lnTo>
                  <a:lnTo>
                    <a:pt x="1592686" y="0"/>
                  </a:lnTo>
                  <a:lnTo>
                    <a:pt x="1590492" y="0"/>
                  </a:lnTo>
                  <a:lnTo>
                    <a:pt x="1588299" y="0"/>
                  </a:lnTo>
                  <a:lnTo>
                    <a:pt x="1586105" y="0"/>
                  </a:lnTo>
                  <a:lnTo>
                    <a:pt x="1583911" y="0"/>
                  </a:lnTo>
                  <a:lnTo>
                    <a:pt x="1581717" y="0"/>
                  </a:lnTo>
                  <a:lnTo>
                    <a:pt x="1579523" y="0"/>
                  </a:lnTo>
                  <a:lnTo>
                    <a:pt x="1577330" y="0"/>
                  </a:lnTo>
                  <a:lnTo>
                    <a:pt x="1575136" y="0"/>
                  </a:lnTo>
                  <a:lnTo>
                    <a:pt x="1572942" y="0"/>
                  </a:lnTo>
                  <a:lnTo>
                    <a:pt x="1570748" y="0"/>
                  </a:lnTo>
                  <a:lnTo>
                    <a:pt x="1568555" y="0"/>
                  </a:lnTo>
                  <a:lnTo>
                    <a:pt x="1566361" y="0"/>
                  </a:lnTo>
                  <a:lnTo>
                    <a:pt x="1564167" y="0"/>
                  </a:lnTo>
                  <a:lnTo>
                    <a:pt x="1561973" y="0"/>
                  </a:lnTo>
                  <a:lnTo>
                    <a:pt x="1559779" y="0"/>
                  </a:lnTo>
                  <a:lnTo>
                    <a:pt x="1557586" y="0"/>
                  </a:lnTo>
                  <a:lnTo>
                    <a:pt x="1555392" y="0"/>
                  </a:lnTo>
                  <a:lnTo>
                    <a:pt x="1553198" y="0"/>
                  </a:lnTo>
                  <a:lnTo>
                    <a:pt x="1551004" y="0"/>
                  </a:lnTo>
                  <a:lnTo>
                    <a:pt x="1548810" y="0"/>
                  </a:lnTo>
                  <a:lnTo>
                    <a:pt x="1546617" y="0"/>
                  </a:lnTo>
                  <a:lnTo>
                    <a:pt x="1544423" y="0"/>
                  </a:lnTo>
                  <a:lnTo>
                    <a:pt x="1542229" y="0"/>
                  </a:lnTo>
                  <a:lnTo>
                    <a:pt x="1540035" y="0"/>
                  </a:lnTo>
                  <a:lnTo>
                    <a:pt x="1537842" y="0"/>
                  </a:lnTo>
                  <a:lnTo>
                    <a:pt x="1535648" y="0"/>
                  </a:lnTo>
                  <a:lnTo>
                    <a:pt x="1533454" y="0"/>
                  </a:lnTo>
                  <a:lnTo>
                    <a:pt x="1531260" y="0"/>
                  </a:lnTo>
                  <a:lnTo>
                    <a:pt x="1529066" y="0"/>
                  </a:lnTo>
                  <a:lnTo>
                    <a:pt x="1526873" y="0"/>
                  </a:lnTo>
                  <a:lnTo>
                    <a:pt x="1524679" y="0"/>
                  </a:lnTo>
                  <a:lnTo>
                    <a:pt x="1522485" y="0"/>
                  </a:lnTo>
                  <a:lnTo>
                    <a:pt x="1520291" y="0"/>
                  </a:lnTo>
                  <a:lnTo>
                    <a:pt x="1518098" y="0"/>
                  </a:lnTo>
                  <a:lnTo>
                    <a:pt x="1515904" y="0"/>
                  </a:lnTo>
                  <a:lnTo>
                    <a:pt x="1513710" y="0"/>
                  </a:lnTo>
                  <a:lnTo>
                    <a:pt x="1511516" y="0"/>
                  </a:lnTo>
                  <a:lnTo>
                    <a:pt x="1509322" y="0"/>
                  </a:lnTo>
                  <a:lnTo>
                    <a:pt x="1507129" y="0"/>
                  </a:lnTo>
                  <a:lnTo>
                    <a:pt x="1504935" y="0"/>
                  </a:lnTo>
                  <a:lnTo>
                    <a:pt x="1502741" y="0"/>
                  </a:lnTo>
                  <a:lnTo>
                    <a:pt x="1500547" y="0"/>
                  </a:lnTo>
                  <a:lnTo>
                    <a:pt x="1498353" y="0"/>
                  </a:lnTo>
                  <a:lnTo>
                    <a:pt x="1496160" y="0"/>
                  </a:lnTo>
                  <a:lnTo>
                    <a:pt x="1493966" y="0"/>
                  </a:lnTo>
                  <a:lnTo>
                    <a:pt x="1491772" y="0"/>
                  </a:lnTo>
                  <a:lnTo>
                    <a:pt x="1489578" y="0"/>
                  </a:lnTo>
                  <a:lnTo>
                    <a:pt x="1487385" y="0"/>
                  </a:lnTo>
                  <a:lnTo>
                    <a:pt x="1485191" y="0"/>
                  </a:lnTo>
                  <a:lnTo>
                    <a:pt x="1482997" y="0"/>
                  </a:lnTo>
                  <a:lnTo>
                    <a:pt x="1480803" y="0"/>
                  </a:lnTo>
                  <a:lnTo>
                    <a:pt x="1478609" y="0"/>
                  </a:lnTo>
                  <a:lnTo>
                    <a:pt x="1476416" y="0"/>
                  </a:lnTo>
                  <a:lnTo>
                    <a:pt x="1474222" y="0"/>
                  </a:lnTo>
                  <a:lnTo>
                    <a:pt x="1472028" y="0"/>
                  </a:lnTo>
                  <a:lnTo>
                    <a:pt x="1469834" y="0"/>
                  </a:lnTo>
                  <a:lnTo>
                    <a:pt x="1467641" y="0"/>
                  </a:lnTo>
                  <a:lnTo>
                    <a:pt x="1465447" y="0"/>
                  </a:lnTo>
                  <a:lnTo>
                    <a:pt x="1463253" y="0"/>
                  </a:lnTo>
                  <a:lnTo>
                    <a:pt x="1461059" y="0"/>
                  </a:lnTo>
                  <a:lnTo>
                    <a:pt x="1458865" y="0"/>
                  </a:lnTo>
                  <a:lnTo>
                    <a:pt x="1456672" y="0"/>
                  </a:lnTo>
                  <a:lnTo>
                    <a:pt x="1454478" y="0"/>
                  </a:lnTo>
                  <a:lnTo>
                    <a:pt x="1452284" y="0"/>
                  </a:lnTo>
                  <a:lnTo>
                    <a:pt x="1450090" y="0"/>
                  </a:lnTo>
                  <a:lnTo>
                    <a:pt x="1447896" y="0"/>
                  </a:lnTo>
                  <a:lnTo>
                    <a:pt x="1445703" y="0"/>
                  </a:lnTo>
                  <a:lnTo>
                    <a:pt x="1443509" y="0"/>
                  </a:lnTo>
                  <a:lnTo>
                    <a:pt x="1441315" y="0"/>
                  </a:lnTo>
                  <a:lnTo>
                    <a:pt x="1439121" y="0"/>
                  </a:lnTo>
                  <a:lnTo>
                    <a:pt x="1436928" y="0"/>
                  </a:lnTo>
                  <a:lnTo>
                    <a:pt x="1434734" y="0"/>
                  </a:lnTo>
                  <a:lnTo>
                    <a:pt x="1432540" y="0"/>
                  </a:lnTo>
                  <a:lnTo>
                    <a:pt x="1430346" y="0"/>
                  </a:lnTo>
                  <a:lnTo>
                    <a:pt x="1428152" y="0"/>
                  </a:lnTo>
                  <a:lnTo>
                    <a:pt x="1425959" y="0"/>
                  </a:lnTo>
                  <a:lnTo>
                    <a:pt x="1423765" y="0"/>
                  </a:lnTo>
                  <a:lnTo>
                    <a:pt x="1421571" y="0"/>
                  </a:lnTo>
                  <a:lnTo>
                    <a:pt x="1419377" y="0"/>
                  </a:lnTo>
                  <a:lnTo>
                    <a:pt x="1417183" y="0"/>
                  </a:lnTo>
                  <a:lnTo>
                    <a:pt x="1414990" y="0"/>
                  </a:lnTo>
                  <a:lnTo>
                    <a:pt x="1412796" y="0"/>
                  </a:lnTo>
                  <a:lnTo>
                    <a:pt x="1410602" y="0"/>
                  </a:lnTo>
                  <a:lnTo>
                    <a:pt x="1408408" y="0"/>
                  </a:lnTo>
                  <a:lnTo>
                    <a:pt x="1406215" y="0"/>
                  </a:lnTo>
                  <a:lnTo>
                    <a:pt x="1404021" y="0"/>
                  </a:lnTo>
                  <a:lnTo>
                    <a:pt x="1401827" y="0"/>
                  </a:lnTo>
                  <a:lnTo>
                    <a:pt x="1399633" y="0"/>
                  </a:lnTo>
                  <a:lnTo>
                    <a:pt x="1397439" y="0"/>
                  </a:lnTo>
                  <a:lnTo>
                    <a:pt x="1395246" y="0"/>
                  </a:lnTo>
                  <a:lnTo>
                    <a:pt x="1393052" y="0"/>
                  </a:lnTo>
                  <a:lnTo>
                    <a:pt x="1390858" y="0"/>
                  </a:lnTo>
                  <a:lnTo>
                    <a:pt x="1388664" y="0"/>
                  </a:lnTo>
                  <a:lnTo>
                    <a:pt x="1386471" y="0"/>
                  </a:lnTo>
                  <a:lnTo>
                    <a:pt x="1384277" y="0"/>
                  </a:lnTo>
                  <a:lnTo>
                    <a:pt x="1382083" y="0"/>
                  </a:lnTo>
                  <a:lnTo>
                    <a:pt x="1379889" y="0"/>
                  </a:lnTo>
                  <a:lnTo>
                    <a:pt x="1377695" y="0"/>
                  </a:lnTo>
                  <a:lnTo>
                    <a:pt x="1375502" y="0"/>
                  </a:lnTo>
                  <a:lnTo>
                    <a:pt x="1373308" y="0"/>
                  </a:lnTo>
                  <a:lnTo>
                    <a:pt x="1371114" y="0"/>
                  </a:lnTo>
                  <a:lnTo>
                    <a:pt x="1368920" y="0"/>
                  </a:lnTo>
                  <a:lnTo>
                    <a:pt x="1366726" y="0"/>
                  </a:lnTo>
                  <a:lnTo>
                    <a:pt x="1364533" y="0"/>
                  </a:lnTo>
                  <a:lnTo>
                    <a:pt x="1362339" y="0"/>
                  </a:lnTo>
                  <a:lnTo>
                    <a:pt x="1360145" y="0"/>
                  </a:lnTo>
                  <a:lnTo>
                    <a:pt x="1357951" y="0"/>
                  </a:lnTo>
                  <a:lnTo>
                    <a:pt x="1355758" y="0"/>
                  </a:lnTo>
                  <a:lnTo>
                    <a:pt x="1353564" y="0"/>
                  </a:lnTo>
                  <a:lnTo>
                    <a:pt x="1351370" y="0"/>
                  </a:lnTo>
                  <a:lnTo>
                    <a:pt x="1349176" y="0"/>
                  </a:lnTo>
                  <a:lnTo>
                    <a:pt x="1346982" y="0"/>
                  </a:lnTo>
                  <a:lnTo>
                    <a:pt x="1344789" y="0"/>
                  </a:lnTo>
                  <a:lnTo>
                    <a:pt x="1342595" y="0"/>
                  </a:lnTo>
                  <a:lnTo>
                    <a:pt x="1340401" y="0"/>
                  </a:lnTo>
                  <a:lnTo>
                    <a:pt x="1338207" y="0"/>
                  </a:lnTo>
                  <a:lnTo>
                    <a:pt x="1336014" y="0"/>
                  </a:lnTo>
                  <a:lnTo>
                    <a:pt x="1333820" y="0"/>
                  </a:lnTo>
                  <a:lnTo>
                    <a:pt x="1331626" y="0"/>
                  </a:lnTo>
                  <a:lnTo>
                    <a:pt x="1329432" y="0"/>
                  </a:lnTo>
                  <a:lnTo>
                    <a:pt x="1327238" y="0"/>
                  </a:lnTo>
                  <a:lnTo>
                    <a:pt x="1325045" y="0"/>
                  </a:lnTo>
                  <a:lnTo>
                    <a:pt x="1322851" y="0"/>
                  </a:lnTo>
                  <a:lnTo>
                    <a:pt x="1320657" y="0"/>
                  </a:lnTo>
                  <a:lnTo>
                    <a:pt x="1318463" y="0"/>
                  </a:lnTo>
                  <a:lnTo>
                    <a:pt x="1316269" y="0"/>
                  </a:lnTo>
                  <a:lnTo>
                    <a:pt x="1314076" y="0"/>
                  </a:lnTo>
                  <a:lnTo>
                    <a:pt x="1311882" y="0"/>
                  </a:lnTo>
                  <a:lnTo>
                    <a:pt x="1309688" y="0"/>
                  </a:lnTo>
                  <a:lnTo>
                    <a:pt x="1307494" y="0"/>
                  </a:lnTo>
                  <a:lnTo>
                    <a:pt x="1305301" y="0"/>
                  </a:lnTo>
                  <a:lnTo>
                    <a:pt x="1303107" y="0"/>
                  </a:lnTo>
                  <a:lnTo>
                    <a:pt x="1300913" y="0"/>
                  </a:lnTo>
                  <a:lnTo>
                    <a:pt x="1298719" y="0"/>
                  </a:lnTo>
                  <a:lnTo>
                    <a:pt x="1296525" y="0"/>
                  </a:lnTo>
                  <a:lnTo>
                    <a:pt x="1294332" y="0"/>
                  </a:lnTo>
                  <a:lnTo>
                    <a:pt x="1292138" y="0"/>
                  </a:lnTo>
                  <a:lnTo>
                    <a:pt x="1289944" y="0"/>
                  </a:lnTo>
                  <a:lnTo>
                    <a:pt x="1287750" y="0"/>
                  </a:lnTo>
                  <a:lnTo>
                    <a:pt x="1285556" y="0"/>
                  </a:lnTo>
                  <a:lnTo>
                    <a:pt x="1283363" y="0"/>
                  </a:lnTo>
                  <a:lnTo>
                    <a:pt x="1281169" y="0"/>
                  </a:lnTo>
                  <a:lnTo>
                    <a:pt x="1278975" y="0"/>
                  </a:lnTo>
                  <a:lnTo>
                    <a:pt x="1276781" y="0"/>
                  </a:lnTo>
                  <a:lnTo>
                    <a:pt x="1274588" y="0"/>
                  </a:lnTo>
                  <a:lnTo>
                    <a:pt x="1272394" y="0"/>
                  </a:lnTo>
                  <a:lnTo>
                    <a:pt x="1270200" y="0"/>
                  </a:lnTo>
                  <a:lnTo>
                    <a:pt x="1268006" y="0"/>
                  </a:lnTo>
                  <a:lnTo>
                    <a:pt x="1265812" y="0"/>
                  </a:lnTo>
                  <a:lnTo>
                    <a:pt x="1263619" y="0"/>
                  </a:lnTo>
                  <a:lnTo>
                    <a:pt x="1261425" y="0"/>
                  </a:lnTo>
                  <a:lnTo>
                    <a:pt x="1259231" y="0"/>
                  </a:lnTo>
                  <a:lnTo>
                    <a:pt x="1257037" y="0"/>
                  </a:lnTo>
                  <a:lnTo>
                    <a:pt x="1254844" y="0"/>
                  </a:lnTo>
                  <a:lnTo>
                    <a:pt x="1252650" y="0"/>
                  </a:lnTo>
                  <a:lnTo>
                    <a:pt x="1250456" y="0"/>
                  </a:lnTo>
                  <a:lnTo>
                    <a:pt x="1248262" y="0"/>
                  </a:lnTo>
                  <a:lnTo>
                    <a:pt x="1246068" y="0"/>
                  </a:lnTo>
                  <a:lnTo>
                    <a:pt x="1243875" y="0"/>
                  </a:lnTo>
                  <a:lnTo>
                    <a:pt x="1241681" y="0"/>
                  </a:lnTo>
                  <a:lnTo>
                    <a:pt x="1239487" y="0"/>
                  </a:lnTo>
                  <a:lnTo>
                    <a:pt x="1237293" y="0"/>
                  </a:lnTo>
                  <a:lnTo>
                    <a:pt x="1235099" y="0"/>
                  </a:lnTo>
                  <a:lnTo>
                    <a:pt x="1232906" y="0"/>
                  </a:lnTo>
                  <a:lnTo>
                    <a:pt x="1230712" y="0"/>
                  </a:lnTo>
                  <a:lnTo>
                    <a:pt x="1228518" y="0"/>
                  </a:lnTo>
                  <a:lnTo>
                    <a:pt x="1226324" y="0"/>
                  </a:lnTo>
                  <a:lnTo>
                    <a:pt x="1224131" y="0"/>
                  </a:lnTo>
                  <a:lnTo>
                    <a:pt x="1221937" y="0"/>
                  </a:lnTo>
                  <a:lnTo>
                    <a:pt x="1219743" y="0"/>
                  </a:lnTo>
                  <a:lnTo>
                    <a:pt x="1217549" y="0"/>
                  </a:lnTo>
                  <a:lnTo>
                    <a:pt x="1215355" y="0"/>
                  </a:lnTo>
                  <a:lnTo>
                    <a:pt x="1213162" y="0"/>
                  </a:lnTo>
                  <a:lnTo>
                    <a:pt x="1210968" y="0"/>
                  </a:lnTo>
                  <a:lnTo>
                    <a:pt x="1208774" y="0"/>
                  </a:lnTo>
                  <a:lnTo>
                    <a:pt x="1206580" y="0"/>
                  </a:lnTo>
                  <a:lnTo>
                    <a:pt x="1204387" y="0"/>
                  </a:lnTo>
                  <a:lnTo>
                    <a:pt x="1202193" y="0"/>
                  </a:lnTo>
                  <a:lnTo>
                    <a:pt x="1199999" y="0"/>
                  </a:lnTo>
                  <a:lnTo>
                    <a:pt x="1197805" y="0"/>
                  </a:lnTo>
                  <a:lnTo>
                    <a:pt x="1195611" y="0"/>
                  </a:lnTo>
                  <a:lnTo>
                    <a:pt x="1193418" y="0"/>
                  </a:lnTo>
                  <a:lnTo>
                    <a:pt x="1191224" y="0"/>
                  </a:lnTo>
                  <a:lnTo>
                    <a:pt x="1189030" y="0"/>
                  </a:lnTo>
                  <a:lnTo>
                    <a:pt x="1186836" y="0"/>
                  </a:lnTo>
                  <a:lnTo>
                    <a:pt x="1184642" y="0"/>
                  </a:lnTo>
                  <a:lnTo>
                    <a:pt x="1182449" y="0"/>
                  </a:lnTo>
                  <a:lnTo>
                    <a:pt x="1180255" y="0"/>
                  </a:lnTo>
                  <a:lnTo>
                    <a:pt x="1178061" y="0"/>
                  </a:lnTo>
                  <a:lnTo>
                    <a:pt x="1175867" y="0"/>
                  </a:lnTo>
                  <a:lnTo>
                    <a:pt x="1173674" y="0"/>
                  </a:lnTo>
                  <a:lnTo>
                    <a:pt x="1171480" y="0"/>
                  </a:lnTo>
                  <a:lnTo>
                    <a:pt x="1169286" y="0"/>
                  </a:lnTo>
                  <a:lnTo>
                    <a:pt x="1167092" y="0"/>
                  </a:lnTo>
                  <a:lnTo>
                    <a:pt x="1164898" y="0"/>
                  </a:lnTo>
                  <a:lnTo>
                    <a:pt x="1162705" y="0"/>
                  </a:lnTo>
                  <a:lnTo>
                    <a:pt x="1160511" y="0"/>
                  </a:lnTo>
                  <a:lnTo>
                    <a:pt x="1158317" y="0"/>
                  </a:lnTo>
                  <a:lnTo>
                    <a:pt x="1156123" y="0"/>
                  </a:lnTo>
                  <a:lnTo>
                    <a:pt x="1153930" y="0"/>
                  </a:lnTo>
                  <a:lnTo>
                    <a:pt x="1151736" y="0"/>
                  </a:lnTo>
                  <a:lnTo>
                    <a:pt x="1149542" y="0"/>
                  </a:lnTo>
                  <a:lnTo>
                    <a:pt x="1147348" y="0"/>
                  </a:lnTo>
                  <a:lnTo>
                    <a:pt x="1145154" y="0"/>
                  </a:lnTo>
                  <a:lnTo>
                    <a:pt x="1142961" y="0"/>
                  </a:lnTo>
                  <a:lnTo>
                    <a:pt x="1140767" y="0"/>
                  </a:lnTo>
                  <a:lnTo>
                    <a:pt x="1138573" y="0"/>
                  </a:lnTo>
                  <a:lnTo>
                    <a:pt x="1136379" y="0"/>
                  </a:lnTo>
                  <a:lnTo>
                    <a:pt x="1134185" y="0"/>
                  </a:lnTo>
                  <a:lnTo>
                    <a:pt x="1131992" y="0"/>
                  </a:lnTo>
                  <a:lnTo>
                    <a:pt x="1129798" y="0"/>
                  </a:lnTo>
                  <a:lnTo>
                    <a:pt x="1127604" y="0"/>
                  </a:lnTo>
                  <a:lnTo>
                    <a:pt x="1125410" y="0"/>
                  </a:lnTo>
                  <a:lnTo>
                    <a:pt x="1123217" y="0"/>
                  </a:lnTo>
                  <a:lnTo>
                    <a:pt x="1121023" y="0"/>
                  </a:lnTo>
                  <a:lnTo>
                    <a:pt x="1118829" y="0"/>
                  </a:lnTo>
                  <a:lnTo>
                    <a:pt x="1116635" y="0"/>
                  </a:lnTo>
                  <a:lnTo>
                    <a:pt x="1114441" y="0"/>
                  </a:lnTo>
                  <a:lnTo>
                    <a:pt x="1112248" y="0"/>
                  </a:lnTo>
                  <a:lnTo>
                    <a:pt x="1110054" y="0"/>
                  </a:lnTo>
                  <a:lnTo>
                    <a:pt x="1107860" y="0"/>
                  </a:lnTo>
                  <a:lnTo>
                    <a:pt x="1105666" y="0"/>
                  </a:lnTo>
                  <a:lnTo>
                    <a:pt x="1103472" y="0"/>
                  </a:lnTo>
                  <a:lnTo>
                    <a:pt x="1101279" y="0"/>
                  </a:lnTo>
                  <a:lnTo>
                    <a:pt x="1099085" y="0"/>
                  </a:lnTo>
                  <a:lnTo>
                    <a:pt x="1096891" y="0"/>
                  </a:lnTo>
                  <a:lnTo>
                    <a:pt x="1094697" y="0"/>
                  </a:lnTo>
                  <a:lnTo>
                    <a:pt x="1092504" y="0"/>
                  </a:lnTo>
                  <a:lnTo>
                    <a:pt x="1090310" y="0"/>
                  </a:lnTo>
                  <a:lnTo>
                    <a:pt x="1088116" y="0"/>
                  </a:lnTo>
                  <a:lnTo>
                    <a:pt x="1085922" y="0"/>
                  </a:lnTo>
                  <a:lnTo>
                    <a:pt x="1083728" y="0"/>
                  </a:lnTo>
                  <a:lnTo>
                    <a:pt x="1081535" y="0"/>
                  </a:lnTo>
                  <a:lnTo>
                    <a:pt x="1079341" y="0"/>
                  </a:lnTo>
                  <a:lnTo>
                    <a:pt x="1077147" y="0"/>
                  </a:lnTo>
                  <a:lnTo>
                    <a:pt x="1074953" y="0"/>
                  </a:lnTo>
                  <a:lnTo>
                    <a:pt x="1072760" y="0"/>
                  </a:lnTo>
                  <a:lnTo>
                    <a:pt x="1070566" y="0"/>
                  </a:lnTo>
                  <a:lnTo>
                    <a:pt x="1068372" y="0"/>
                  </a:lnTo>
                  <a:lnTo>
                    <a:pt x="1066178" y="0"/>
                  </a:lnTo>
                  <a:lnTo>
                    <a:pt x="1063984" y="0"/>
                  </a:lnTo>
                  <a:lnTo>
                    <a:pt x="1061791" y="0"/>
                  </a:lnTo>
                  <a:lnTo>
                    <a:pt x="1059597" y="0"/>
                  </a:lnTo>
                  <a:lnTo>
                    <a:pt x="1057403" y="0"/>
                  </a:lnTo>
                  <a:lnTo>
                    <a:pt x="1055209" y="0"/>
                  </a:lnTo>
                  <a:lnTo>
                    <a:pt x="1053015" y="0"/>
                  </a:lnTo>
                  <a:lnTo>
                    <a:pt x="1050822" y="0"/>
                  </a:lnTo>
                  <a:lnTo>
                    <a:pt x="1048628" y="0"/>
                  </a:lnTo>
                  <a:lnTo>
                    <a:pt x="1046434" y="0"/>
                  </a:lnTo>
                  <a:lnTo>
                    <a:pt x="1044240" y="0"/>
                  </a:lnTo>
                  <a:lnTo>
                    <a:pt x="1042047" y="0"/>
                  </a:lnTo>
                  <a:lnTo>
                    <a:pt x="1039853" y="0"/>
                  </a:lnTo>
                  <a:lnTo>
                    <a:pt x="1037659" y="0"/>
                  </a:lnTo>
                  <a:lnTo>
                    <a:pt x="1035465" y="0"/>
                  </a:lnTo>
                  <a:lnTo>
                    <a:pt x="1033271" y="0"/>
                  </a:lnTo>
                  <a:lnTo>
                    <a:pt x="1031078" y="0"/>
                  </a:lnTo>
                  <a:lnTo>
                    <a:pt x="1028884" y="0"/>
                  </a:lnTo>
                  <a:lnTo>
                    <a:pt x="1026690" y="0"/>
                  </a:lnTo>
                  <a:lnTo>
                    <a:pt x="1024496" y="0"/>
                  </a:lnTo>
                  <a:lnTo>
                    <a:pt x="1022303" y="0"/>
                  </a:lnTo>
                  <a:lnTo>
                    <a:pt x="1020109" y="0"/>
                  </a:lnTo>
                  <a:lnTo>
                    <a:pt x="1017915" y="0"/>
                  </a:lnTo>
                  <a:lnTo>
                    <a:pt x="1015721" y="0"/>
                  </a:lnTo>
                  <a:lnTo>
                    <a:pt x="1013527" y="0"/>
                  </a:lnTo>
                  <a:lnTo>
                    <a:pt x="1011334" y="0"/>
                  </a:lnTo>
                  <a:lnTo>
                    <a:pt x="1009140" y="0"/>
                  </a:lnTo>
                  <a:lnTo>
                    <a:pt x="1006946" y="0"/>
                  </a:lnTo>
                  <a:lnTo>
                    <a:pt x="1004752" y="0"/>
                  </a:lnTo>
                  <a:lnTo>
                    <a:pt x="1002558" y="0"/>
                  </a:lnTo>
                  <a:lnTo>
                    <a:pt x="1000365" y="0"/>
                  </a:lnTo>
                  <a:lnTo>
                    <a:pt x="998171" y="0"/>
                  </a:lnTo>
                  <a:lnTo>
                    <a:pt x="995977" y="0"/>
                  </a:lnTo>
                  <a:lnTo>
                    <a:pt x="993783" y="0"/>
                  </a:lnTo>
                  <a:lnTo>
                    <a:pt x="991590" y="0"/>
                  </a:lnTo>
                  <a:lnTo>
                    <a:pt x="989396" y="0"/>
                  </a:lnTo>
                  <a:lnTo>
                    <a:pt x="987202" y="0"/>
                  </a:lnTo>
                  <a:lnTo>
                    <a:pt x="985008" y="0"/>
                  </a:lnTo>
                  <a:lnTo>
                    <a:pt x="982814" y="0"/>
                  </a:lnTo>
                  <a:lnTo>
                    <a:pt x="980621" y="0"/>
                  </a:lnTo>
                  <a:lnTo>
                    <a:pt x="978427" y="0"/>
                  </a:lnTo>
                  <a:lnTo>
                    <a:pt x="976233" y="0"/>
                  </a:lnTo>
                  <a:lnTo>
                    <a:pt x="974039" y="0"/>
                  </a:lnTo>
                  <a:lnTo>
                    <a:pt x="971845" y="0"/>
                  </a:lnTo>
                  <a:lnTo>
                    <a:pt x="969652" y="0"/>
                  </a:lnTo>
                  <a:lnTo>
                    <a:pt x="967458" y="0"/>
                  </a:lnTo>
                  <a:lnTo>
                    <a:pt x="965264" y="0"/>
                  </a:lnTo>
                  <a:lnTo>
                    <a:pt x="963070" y="0"/>
                  </a:lnTo>
                  <a:lnTo>
                    <a:pt x="960877" y="0"/>
                  </a:lnTo>
                  <a:lnTo>
                    <a:pt x="958683" y="0"/>
                  </a:lnTo>
                  <a:lnTo>
                    <a:pt x="956489" y="0"/>
                  </a:lnTo>
                  <a:lnTo>
                    <a:pt x="954295" y="0"/>
                  </a:lnTo>
                  <a:lnTo>
                    <a:pt x="952101" y="0"/>
                  </a:lnTo>
                  <a:lnTo>
                    <a:pt x="949908" y="0"/>
                  </a:lnTo>
                  <a:lnTo>
                    <a:pt x="947714" y="0"/>
                  </a:lnTo>
                  <a:lnTo>
                    <a:pt x="945520" y="0"/>
                  </a:lnTo>
                  <a:lnTo>
                    <a:pt x="943326" y="0"/>
                  </a:lnTo>
                  <a:lnTo>
                    <a:pt x="941133" y="0"/>
                  </a:lnTo>
                  <a:lnTo>
                    <a:pt x="938939" y="0"/>
                  </a:lnTo>
                  <a:lnTo>
                    <a:pt x="936745" y="0"/>
                  </a:lnTo>
                  <a:lnTo>
                    <a:pt x="934551" y="0"/>
                  </a:lnTo>
                  <a:lnTo>
                    <a:pt x="932357" y="0"/>
                  </a:lnTo>
                  <a:lnTo>
                    <a:pt x="930164" y="0"/>
                  </a:lnTo>
                  <a:lnTo>
                    <a:pt x="927970" y="0"/>
                  </a:lnTo>
                  <a:lnTo>
                    <a:pt x="925776" y="0"/>
                  </a:lnTo>
                  <a:lnTo>
                    <a:pt x="923582" y="0"/>
                  </a:lnTo>
                  <a:lnTo>
                    <a:pt x="921388" y="0"/>
                  </a:lnTo>
                  <a:lnTo>
                    <a:pt x="919195" y="0"/>
                  </a:lnTo>
                  <a:lnTo>
                    <a:pt x="917001" y="0"/>
                  </a:lnTo>
                  <a:lnTo>
                    <a:pt x="914807" y="0"/>
                  </a:lnTo>
                  <a:lnTo>
                    <a:pt x="912613" y="0"/>
                  </a:lnTo>
                  <a:lnTo>
                    <a:pt x="910420" y="0"/>
                  </a:lnTo>
                  <a:lnTo>
                    <a:pt x="908226" y="0"/>
                  </a:lnTo>
                  <a:lnTo>
                    <a:pt x="906032" y="0"/>
                  </a:lnTo>
                  <a:lnTo>
                    <a:pt x="903838" y="0"/>
                  </a:lnTo>
                  <a:lnTo>
                    <a:pt x="901644" y="0"/>
                  </a:lnTo>
                  <a:lnTo>
                    <a:pt x="899451" y="0"/>
                  </a:lnTo>
                  <a:lnTo>
                    <a:pt x="897257" y="0"/>
                  </a:lnTo>
                  <a:lnTo>
                    <a:pt x="895063" y="0"/>
                  </a:lnTo>
                  <a:lnTo>
                    <a:pt x="892869" y="0"/>
                  </a:lnTo>
                  <a:lnTo>
                    <a:pt x="890676" y="0"/>
                  </a:lnTo>
                  <a:lnTo>
                    <a:pt x="888482" y="0"/>
                  </a:lnTo>
                  <a:lnTo>
                    <a:pt x="886288" y="0"/>
                  </a:lnTo>
                  <a:lnTo>
                    <a:pt x="884094" y="0"/>
                  </a:lnTo>
                  <a:lnTo>
                    <a:pt x="881900" y="0"/>
                  </a:lnTo>
                  <a:lnTo>
                    <a:pt x="879707" y="0"/>
                  </a:lnTo>
                  <a:lnTo>
                    <a:pt x="877513" y="0"/>
                  </a:lnTo>
                  <a:lnTo>
                    <a:pt x="875319" y="0"/>
                  </a:lnTo>
                  <a:lnTo>
                    <a:pt x="873125" y="0"/>
                  </a:lnTo>
                  <a:lnTo>
                    <a:pt x="870931" y="0"/>
                  </a:lnTo>
                  <a:lnTo>
                    <a:pt x="868738" y="0"/>
                  </a:lnTo>
                  <a:lnTo>
                    <a:pt x="866544" y="0"/>
                  </a:lnTo>
                  <a:lnTo>
                    <a:pt x="864350" y="0"/>
                  </a:lnTo>
                  <a:lnTo>
                    <a:pt x="862156" y="0"/>
                  </a:lnTo>
                  <a:lnTo>
                    <a:pt x="859963" y="0"/>
                  </a:lnTo>
                  <a:lnTo>
                    <a:pt x="857769" y="0"/>
                  </a:lnTo>
                  <a:lnTo>
                    <a:pt x="855575" y="0"/>
                  </a:lnTo>
                  <a:lnTo>
                    <a:pt x="853381" y="0"/>
                  </a:lnTo>
                  <a:lnTo>
                    <a:pt x="851187" y="0"/>
                  </a:lnTo>
                  <a:lnTo>
                    <a:pt x="848994" y="0"/>
                  </a:lnTo>
                  <a:lnTo>
                    <a:pt x="846800" y="0"/>
                  </a:lnTo>
                  <a:lnTo>
                    <a:pt x="844606" y="0"/>
                  </a:lnTo>
                  <a:lnTo>
                    <a:pt x="842412" y="0"/>
                  </a:lnTo>
                  <a:lnTo>
                    <a:pt x="840218" y="0"/>
                  </a:lnTo>
                  <a:lnTo>
                    <a:pt x="838025" y="0"/>
                  </a:lnTo>
                  <a:lnTo>
                    <a:pt x="835831" y="0"/>
                  </a:lnTo>
                  <a:lnTo>
                    <a:pt x="833637" y="0"/>
                  </a:lnTo>
                  <a:lnTo>
                    <a:pt x="831443" y="0"/>
                  </a:lnTo>
                  <a:lnTo>
                    <a:pt x="829250" y="0"/>
                  </a:lnTo>
                  <a:lnTo>
                    <a:pt x="827056" y="0"/>
                  </a:lnTo>
                  <a:lnTo>
                    <a:pt x="824862" y="0"/>
                  </a:lnTo>
                  <a:lnTo>
                    <a:pt x="822668" y="0"/>
                  </a:lnTo>
                  <a:lnTo>
                    <a:pt x="820474" y="0"/>
                  </a:lnTo>
                  <a:lnTo>
                    <a:pt x="818281" y="0"/>
                  </a:lnTo>
                  <a:lnTo>
                    <a:pt x="816087" y="0"/>
                  </a:lnTo>
                  <a:lnTo>
                    <a:pt x="813893" y="0"/>
                  </a:lnTo>
                  <a:lnTo>
                    <a:pt x="811699" y="0"/>
                  </a:lnTo>
                  <a:lnTo>
                    <a:pt x="809506" y="0"/>
                  </a:lnTo>
                  <a:lnTo>
                    <a:pt x="807312" y="0"/>
                  </a:lnTo>
                  <a:lnTo>
                    <a:pt x="805118" y="0"/>
                  </a:lnTo>
                  <a:lnTo>
                    <a:pt x="802924" y="0"/>
                  </a:lnTo>
                  <a:lnTo>
                    <a:pt x="800730" y="0"/>
                  </a:lnTo>
                  <a:lnTo>
                    <a:pt x="798537" y="0"/>
                  </a:lnTo>
                  <a:lnTo>
                    <a:pt x="796343" y="0"/>
                  </a:lnTo>
                  <a:lnTo>
                    <a:pt x="794149" y="0"/>
                  </a:lnTo>
                  <a:lnTo>
                    <a:pt x="791955" y="0"/>
                  </a:lnTo>
                  <a:lnTo>
                    <a:pt x="789761" y="0"/>
                  </a:lnTo>
                  <a:lnTo>
                    <a:pt x="787568" y="0"/>
                  </a:lnTo>
                  <a:lnTo>
                    <a:pt x="785374" y="0"/>
                  </a:lnTo>
                  <a:lnTo>
                    <a:pt x="783180" y="0"/>
                  </a:lnTo>
                  <a:lnTo>
                    <a:pt x="780986" y="0"/>
                  </a:lnTo>
                  <a:lnTo>
                    <a:pt x="778793" y="0"/>
                  </a:lnTo>
                  <a:lnTo>
                    <a:pt x="776599" y="0"/>
                  </a:lnTo>
                  <a:lnTo>
                    <a:pt x="774405" y="0"/>
                  </a:lnTo>
                  <a:lnTo>
                    <a:pt x="772211" y="0"/>
                  </a:lnTo>
                  <a:lnTo>
                    <a:pt x="770017" y="0"/>
                  </a:lnTo>
                  <a:lnTo>
                    <a:pt x="767824" y="0"/>
                  </a:lnTo>
                  <a:lnTo>
                    <a:pt x="765630" y="0"/>
                  </a:lnTo>
                  <a:lnTo>
                    <a:pt x="763436" y="0"/>
                  </a:lnTo>
                  <a:lnTo>
                    <a:pt x="761242" y="0"/>
                  </a:lnTo>
                  <a:lnTo>
                    <a:pt x="759049" y="0"/>
                  </a:lnTo>
                  <a:lnTo>
                    <a:pt x="756855" y="0"/>
                  </a:lnTo>
                  <a:lnTo>
                    <a:pt x="754661" y="0"/>
                  </a:lnTo>
                  <a:lnTo>
                    <a:pt x="752467" y="0"/>
                  </a:lnTo>
                  <a:lnTo>
                    <a:pt x="750273" y="0"/>
                  </a:lnTo>
                  <a:lnTo>
                    <a:pt x="748080" y="0"/>
                  </a:lnTo>
                  <a:lnTo>
                    <a:pt x="745886" y="0"/>
                  </a:lnTo>
                  <a:lnTo>
                    <a:pt x="743692" y="0"/>
                  </a:lnTo>
                  <a:lnTo>
                    <a:pt x="741498" y="0"/>
                  </a:lnTo>
                  <a:lnTo>
                    <a:pt x="739304" y="0"/>
                  </a:lnTo>
                  <a:lnTo>
                    <a:pt x="737111" y="0"/>
                  </a:lnTo>
                  <a:lnTo>
                    <a:pt x="734917" y="0"/>
                  </a:lnTo>
                  <a:lnTo>
                    <a:pt x="732723" y="0"/>
                  </a:lnTo>
                  <a:lnTo>
                    <a:pt x="730529" y="0"/>
                  </a:lnTo>
                  <a:lnTo>
                    <a:pt x="728336" y="0"/>
                  </a:lnTo>
                  <a:lnTo>
                    <a:pt x="726142" y="0"/>
                  </a:lnTo>
                  <a:lnTo>
                    <a:pt x="723948" y="0"/>
                  </a:lnTo>
                  <a:lnTo>
                    <a:pt x="721754" y="0"/>
                  </a:lnTo>
                  <a:lnTo>
                    <a:pt x="719560" y="0"/>
                  </a:lnTo>
                  <a:lnTo>
                    <a:pt x="717367" y="0"/>
                  </a:lnTo>
                  <a:lnTo>
                    <a:pt x="715173" y="0"/>
                  </a:lnTo>
                  <a:lnTo>
                    <a:pt x="712979" y="0"/>
                  </a:lnTo>
                  <a:lnTo>
                    <a:pt x="710785" y="0"/>
                  </a:lnTo>
                  <a:lnTo>
                    <a:pt x="708591" y="0"/>
                  </a:lnTo>
                  <a:lnTo>
                    <a:pt x="706398" y="0"/>
                  </a:lnTo>
                  <a:lnTo>
                    <a:pt x="704204" y="0"/>
                  </a:lnTo>
                  <a:lnTo>
                    <a:pt x="702010" y="0"/>
                  </a:lnTo>
                  <a:lnTo>
                    <a:pt x="699816" y="0"/>
                  </a:lnTo>
                  <a:lnTo>
                    <a:pt x="697623" y="0"/>
                  </a:lnTo>
                  <a:lnTo>
                    <a:pt x="695429" y="0"/>
                  </a:lnTo>
                  <a:lnTo>
                    <a:pt x="693235" y="0"/>
                  </a:lnTo>
                  <a:lnTo>
                    <a:pt x="691041" y="0"/>
                  </a:lnTo>
                  <a:lnTo>
                    <a:pt x="688847" y="0"/>
                  </a:lnTo>
                  <a:lnTo>
                    <a:pt x="686654" y="0"/>
                  </a:lnTo>
                  <a:lnTo>
                    <a:pt x="684460" y="0"/>
                  </a:lnTo>
                  <a:lnTo>
                    <a:pt x="682266" y="0"/>
                  </a:lnTo>
                  <a:lnTo>
                    <a:pt x="680072" y="0"/>
                  </a:lnTo>
                  <a:lnTo>
                    <a:pt x="677879" y="0"/>
                  </a:lnTo>
                  <a:lnTo>
                    <a:pt x="675685" y="0"/>
                  </a:lnTo>
                  <a:lnTo>
                    <a:pt x="673491" y="0"/>
                  </a:lnTo>
                  <a:lnTo>
                    <a:pt x="671297" y="0"/>
                  </a:lnTo>
                  <a:lnTo>
                    <a:pt x="669103" y="0"/>
                  </a:lnTo>
                  <a:lnTo>
                    <a:pt x="666910" y="0"/>
                  </a:lnTo>
                  <a:lnTo>
                    <a:pt x="664716" y="0"/>
                  </a:lnTo>
                  <a:lnTo>
                    <a:pt x="662522" y="0"/>
                  </a:lnTo>
                  <a:lnTo>
                    <a:pt x="660328" y="0"/>
                  </a:lnTo>
                  <a:lnTo>
                    <a:pt x="658134" y="0"/>
                  </a:lnTo>
                  <a:lnTo>
                    <a:pt x="655941" y="0"/>
                  </a:lnTo>
                  <a:lnTo>
                    <a:pt x="653747" y="0"/>
                  </a:lnTo>
                  <a:lnTo>
                    <a:pt x="651553" y="0"/>
                  </a:lnTo>
                  <a:lnTo>
                    <a:pt x="649359" y="0"/>
                  </a:lnTo>
                  <a:lnTo>
                    <a:pt x="647166" y="0"/>
                  </a:lnTo>
                  <a:lnTo>
                    <a:pt x="644972" y="0"/>
                  </a:lnTo>
                  <a:lnTo>
                    <a:pt x="642778" y="0"/>
                  </a:lnTo>
                  <a:lnTo>
                    <a:pt x="640584" y="0"/>
                  </a:lnTo>
                  <a:lnTo>
                    <a:pt x="638390" y="0"/>
                  </a:lnTo>
                  <a:lnTo>
                    <a:pt x="636197" y="0"/>
                  </a:lnTo>
                  <a:lnTo>
                    <a:pt x="634003" y="0"/>
                  </a:lnTo>
                  <a:lnTo>
                    <a:pt x="631809" y="0"/>
                  </a:lnTo>
                  <a:lnTo>
                    <a:pt x="629615" y="0"/>
                  </a:lnTo>
                  <a:lnTo>
                    <a:pt x="627422" y="0"/>
                  </a:lnTo>
                  <a:lnTo>
                    <a:pt x="625228" y="0"/>
                  </a:lnTo>
                  <a:lnTo>
                    <a:pt x="623034" y="0"/>
                  </a:lnTo>
                  <a:lnTo>
                    <a:pt x="620840" y="0"/>
                  </a:lnTo>
                  <a:lnTo>
                    <a:pt x="618646" y="0"/>
                  </a:lnTo>
                  <a:lnTo>
                    <a:pt x="616453" y="0"/>
                  </a:lnTo>
                  <a:lnTo>
                    <a:pt x="614259" y="0"/>
                  </a:lnTo>
                  <a:lnTo>
                    <a:pt x="612065" y="0"/>
                  </a:lnTo>
                  <a:lnTo>
                    <a:pt x="609871" y="0"/>
                  </a:lnTo>
                  <a:lnTo>
                    <a:pt x="607677" y="0"/>
                  </a:lnTo>
                  <a:lnTo>
                    <a:pt x="605484" y="0"/>
                  </a:lnTo>
                  <a:lnTo>
                    <a:pt x="603290" y="0"/>
                  </a:lnTo>
                  <a:lnTo>
                    <a:pt x="601096" y="0"/>
                  </a:lnTo>
                  <a:lnTo>
                    <a:pt x="598902" y="0"/>
                  </a:lnTo>
                  <a:lnTo>
                    <a:pt x="596709" y="0"/>
                  </a:lnTo>
                  <a:lnTo>
                    <a:pt x="594515" y="0"/>
                  </a:lnTo>
                  <a:lnTo>
                    <a:pt x="592321" y="0"/>
                  </a:lnTo>
                  <a:lnTo>
                    <a:pt x="590127" y="0"/>
                  </a:lnTo>
                  <a:lnTo>
                    <a:pt x="587933" y="0"/>
                  </a:lnTo>
                  <a:lnTo>
                    <a:pt x="585740" y="0"/>
                  </a:lnTo>
                  <a:lnTo>
                    <a:pt x="583546" y="0"/>
                  </a:lnTo>
                  <a:lnTo>
                    <a:pt x="581352" y="0"/>
                  </a:lnTo>
                  <a:lnTo>
                    <a:pt x="579158" y="0"/>
                  </a:lnTo>
                  <a:lnTo>
                    <a:pt x="576965" y="0"/>
                  </a:lnTo>
                  <a:lnTo>
                    <a:pt x="574771" y="0"/>
                  </a:lnTo>
                  <a:lnTo>
                    <a:pt x="572577" y="0"/>
                  </a:lnTo>
                  <a:lnTo>
                    <a:pt x="570383" y="0"/>
                  </a:lnTo>
                  <a:lnTo>
                    <a:pt x="568189" y="0"/>
                  </a:lnTo>
                  <a:lnTo>
                    <a:pt x="565996" y="0"/>
                  </a:lnTo>
                  <a:lnTo>
                    <a:pt x="563802" y="0"/>
                  </a:lnTo>
                  <a:lnTo>
                    <a:pt x="561608" y="0"/>
                  </a:lnTo>
                  <a:lnTo>
                    <a:pt x="559414" y="0"/>
                  </a:lnTo>
                  <a:lnTo>
                    <a:pt x="557220" y="0"/>
                  </a:lnTo>
                  <a:lnTo>
                    <a:pt x="555027" y="0"/>
                  </a:lnTo>
                  <a:lnTo>
                    <a:pt x="552833" y="0"/>
                  </a:lnTo>
                  <a:lnTo>
                    <a:pt x="550639" y="0"/>
                  </a:lnTo>
                  <a:lnTo>
                    <a:pt x="548445" y="0"/>
                  </a:lnTo>
                  <a:lnTo>
                    <a:pt x="546252" y="0"/>
                  </a:lnTo>
                  <a:lnTo>
                    <a:pt x="544058" y="0"/>
                  </a:lnTo>
                  <a:lnTo>
                    <a:pt x="541864" y="0"/>
                  </a:lnTo>
                  <a:lnTo>
                    <a:pt x="539670" y="0"/>
                  </a:lnTo>
                  <a:lnTo>
                    <a:pt x="537476" y="0"/>
                  </a:lnTo>
                  <a:lnTo>
                    <a:pt x="535283" y="0"/>
                  </a:lnTo>
                  <a:lnTo>
                    <a:pt x="533089" y="0"/>
                  </a:lnTo>
                  <a:lnTo>
                    <a:pt x="530895" y="0"/>
                  </a:lnTo>
                  <a:lnTo>
                    <a:pt x="528701" y="0"/>
                  </a:lnTo>
                  <a:lnTo>
                    <a:pt x="526507" y="0"/>
                  </a:lnTo>
                  <a:lnTo>
                    <a:pt x="524314" y="0"/>
                  </a:lnTo>
                  <a:lnTo>
                    <a:pt x="522120" y="0"/>
                  </a:lnTo>
                  <a:lnTo>
                    <a:pt x="519926" y="0"/>
                  </a:lnTo>
                  <a:lnTo>
                    <a:pt x="517732" y="0"/>
                  </a:lnTo>
                  <a:lnTo>
                    <a:pt x="515539" y="0"/>
                  </a:lnTo>
                  <a:lnTo>
                    <a:pt x="513345" y="0"/>
                  </a:lnTo>
                  <a:lnTo>
                    <a:pt x="511151" y="0"/>
                  </a:lnTo>
                  <a:lnTo>
                    <a:pt x="508957" y="0"/>
                  </a:lnTo>
                  <a:lnTo>
                    <a:pt x="506763" y="0"/>
                  </a:lnTo>
                  <a:lnTo>
                    <a:pt x="504570" y="0"/>
                  </a:lnTo>
                  <a:lnTo>
                    <a:pt x="502376" y="0"/>
                  </a:lnTo>
                  <a:lnTo>
                    <a:pt x="500182" y="0"/>
                  </a:lnTo>
                  <a:lnTo>
                    <a:pt x="497988" y="0"/>
                  </a:lnTo>
                  <a:lnTo>
                    <a:pt x="495795" y="0"/>
                  </a:lnTo>
                  <a:lnTo>
                    <a:pt x="493601" y="0"/>
                  </a:lnTo>
                  <a:lnTo>
                    <a:pt x="491407" y="0"/>
                  </a:lnTo>
                  <a:lnTo>
                    <a:pt x="489213" y="0"/>
                  </a:lnTo>
                  <a:lnTo>
                    <a:pt x="487019" y="0"/>
                  </a:lnTo>
                  <a:lnTo>
                    <a:pt x="484826" y="0"/>
                  </a:lnTo>
                  <a:lnTo>
                    <a:pt x="482632" y="0"/>
                  </a:lnTo>
                  <a:lnTo>
                    <a:pt x="480438" y="0"/>
                  </a:lnTo>
                  <a:lnTo>
                    <a:pt x="478244" y="0"/>
                  </a:lnTo>
                  <a:lnTo>
                    <a:pt x="476050" y="0"/>
                  </a:lnTo>
                  <a:lnTo>
                    <a:pt x="473857" y="0"/>
                  </a:lnTo>
                  <a:lnTo>
                    <a:pt x="471663" y="0"/>
                  </a:lnTo>
                  <a:lnTo>
                    <a:pt x="469469" y="0"/>
                  </a:lnTo>
                  <a:lnTo>
                    <a:pt x="467275" y="0"/>
                  </a:lnTo>
                  <a:lnTo>
                    <a:pt x="465082" y="0"/>
                  </a:lnTo>
                  <a:lnTo>
                    <a:pt x="462888" y="0"/>
                  </a:lnTo>
                  <a:lnTo>
                    <a:pt x="460694" y="0"/>
                  </a:lnTo>
                  <a:lnTo>
                    <a:pt x="458500" y="0"/>
                  </a:lnTo>
                  <a:lnTo>
                    <a:pt x="456306" y="0"/>
                  </a:lnTo>
                  <a:lnTo>
                    <a:pt x="454113" y="0"/>
                  </a:lnTo>
                  <a:lnTo>
                    <a:pt x="451919" y="0"/>
                  </a:lnTo>
                  <a:lnTo>
                    <a:pt x="449725" y="0"/>
                  </a:lnTo>
                  <a:lnTo>
                    <a:pt x="447531" y="0"/>
                  </a:lnTo>
                  <a:lnTo>
                    <a:pt x="445338" y="0"/>
                  </a:lnTo>
                  <a:lnTo>
                    <a:pt x="443144" y="0"/>
                  </a:lnTo>
                  <a:lnTo>
                    <a:pt x="440950" y="0"/>
                  </a:lnTo>
                  <a:lnTo>
                    <a:pt x="438756" y="0"/>
                  </a:lnTo>
                  <a:lnTo>
                    <a:pt x="436562" y="0"/>
                  </a:lnTo>
                  <a:lnTo>
                    <a:pt x="434369" y="0"/>
                  </a:lnTo>
                  <a:lnTo>
                    <a:pt x="432175" y="0"/>
                  </a:lnTo>
                  <a:lnTo>
                    <a:pt x="429981" y="0"/>
                  </a:lnTo>
                  <a:lnTo>
                    <a:pt x="427787" y="0"/>
                  </a:lnTo>
                  <a:lnTo>
                    <a:pt x="425593" y="0"/>
                  </a:lnTo>
                  <a:lnTo>
                    <a:pt x="423400" y="0"/>
                  </a:lnTo>
                  <a:lnTo>
                    <a:pt x="421206" y="0"/>
                  </a:lnTo>
                  <a:lnTo>
                    <a:pt x="419012" y="0"/>
                  </a:lnTo>
                  <a:lnTo>
                    <a:pt x="416818" y="0"/>
                  </a:lnTo>
                  <a:lnTo>
                    <a:pt x="414625" y="0"/>
                  </a:lnTo>
                  <a:lnTo>
                    <a:pt x="412431" y="0"/>
                  </a:lnTo>
                  <a:lnTo>
                    <a:pt x="410237" y="0"/>
                  </a:lnTo>
                  <a:lnTo>
                    <a:pt x="408043" y="0"/>
                  </a:lnTo>
                  <a:lnTo>
                    <a:pt x="405849" y="0"/>
                  </a:lnTo>
                  <a:lnTo>
                    <a:pt x="403656" y="0"/>
                  </a:lnTo>
                  <a:lnTo>
                    <a:pt x="401462" y="0"/>
                  </a:lnTo>
                  <a:lnTo>
                    <a:pt x="399268" y="0"/>
                  </a:lnTo>
                  <a:lnTo>
                    <a:pt x="397074" y="0"/>
                  </a:lnTo>
                  <a:lnTo>
                    <a:pt x="394880" y="0"/>
                  </a:lnTo>
                  <a:lnTo>
                    <a:pt x="392687" y="0"/>
                  </a:lnTo>
                  <a:lnTo>
                    <a:pt x="390493" y="0"/>
                  </a:lnTo>
                  <a:lnTo>
                    <a:pt x="388299" y="0"/>
                  </a:lnTo>
                  <a:lnTo>
                    <a:pt x="386105" y="0"/>
                  </a:lnTo>
                  <a:lnTo>
                    <a:pt x="383912" y="0"/>
                  </a:lnTo>
                  <a:lnTo>
                    <a:pt x="381718" y="0"/>
                  </a:lnTo>
                  <a:lnTo>
                    <a:pt x="379524" y="0"/>
                  </a:lnTo>
                  <a:lnTo>
                    <a:pt x="377330" y="0"/>
                  </a:lnTo>
                  <a:lnTo>
                    <a:pt x="375136" y="0"/>
                  </a:lnTo>
                  <a:lnTo>
                    <a:pt x="372943" y="0"/>
                  </a:lnTo>
                  <a:lnTo>
                    <a:pt x="370749" y="0"/>
                  </a:lnTo>
                  <a:lnTo>
                    <a:pt x="368555" y="0"/>
                  </a:lnTo>
                  <a:lnTo>
                    <a:pt x="366361" y="0"/>
                  </a:lnTo>
                  <a:lnTo>
                    <a:pt x="364168" y="0"/>
                  </a:lnTo>
                  <a:lnTo>
                    <a:pt x="361974" y="0"/>
                  </a:lnTo>
                  <a:lnTo>
                    <a:pt x="359780" y="0"/>
                  </a:lnTo>
                  <a:lnTo>
                    <a:pt x="357586" y="0"/>
                  </a:lnTo>
                  <a:lnTo>
                    <a:pt x="355392" y="0"/>
                  </a:lnTo>
                  <a:lnTo>
                    <a:pt x="353199" y="0"/>
                  </a:lnTo>
                  <a:lnTo>
                    <a:pt x="351005" y="0"/>
                  </a:lnTo>
                  <a:lnTo>
                    <a:pt x="348811" y="0"/>
                  </a:lnTo>
                  <a:lnTo>
                    <a:pt x="346617" y="0"/>
                  </a:lnTo>
                  <a:lnTo>
                    <a:pt x="344423" y="0"/>
                  </a:lnTo>
                  <a:lnTo>
                    <a:pt x="342230" y="0"/>
                  </a:lnTo>
                  <a:lnTo>
                    <a:pt x="340036" y="0"/>
                  </a:lnTo>
                  <a:lnTo>
                    <a:pt x="337842" y="0"/>
                  </a:lnTo>
                  <a:lnTo>
                    <a:pt x="335648" y="0"/>
                  </a:lnTo>
                  <a:lnTo>
                    <a:pt x="333455" y="0"/>
                  </a:lnTo>
                  <a:lnTo>
                    <a:pt x="331261" y="0"/>
                  </a:lnTo>
                  <a:lnTo>
                    <a:pt x="329067" y="0"/>
                  </a:lnTo>
                  <a:lnTo>
                    <a:pt x="326873" y="0"/>
                  </a:lnTo>
                  <a:lnTo>
                    <a:pt x="324679" y="0"/>
                  </a:lnTo>
                  <a:lnTo>
                    <a:pt x="322486" y="0"/>
                  </a:lnTo>
                  <a:lnTo>
                    <a:pt x="320292" y="0"/>
                  </a:lnTo>
                  <a:lnTo>
                    <a:pt x="318098" y="0"/>
                  </a:lnTo>
                  <a:lnTo>
                    <a:pt x="315904" y="0"/>
                  </a:lnTo>
                  <a:lnTo>
                    <a:pt x="313711" y="0"/>
                  </a:lnTo>
                  <a:lnTo>
                    <a:pt x="311517" y="0"/>
                  </a:lnTo>
                  <a:lnTo>
                    <a:pt x="309323" y="0"/>
                  </a:lnTo>
                  <a:lnTo>
                    <a:pt x="307129" y="0"/>
                  </a:lnTo>
                  <a:lnTo>
                    <a:pt x="304935" y="0"/>
                  </a:lnTo>
                  <a:lnTo>
                    <a:pt x="302742" y="0"/>
                  </a:lnTo>
                  <a:lnTo>
                    <a:pt x="300548" y="0"/>
                  </a:lnTo>
                  <a:lnTo>
                    <a:pt x="298354" y="0"/>
                  </a:lnTo>
                  <a:lnTo>
                    <a:pt x="296160" y="0"/>
                  </a:lnTo>
                  <a:lnTo>
                    <a:pt x="293966" y="0"/>
                  </a:lnTo>
                  <a:lnTo>
                    <a:pt x="291773" y="0"/>
                  </a:lnTo>
                  <a:lnTo>
                    <a:pt x="289579" y="0"/>
                  </a:lnTo>
                  <a:lnTo>
                    <a:pt x="287385" y="0"/>
                  </a:lnTo>
                  <a:lnTo>
                    <a:pt x="285191" y="0"/>
                  </a:lnTo>
                  <a:lnTo>
                    <a:pt x="282998" y="0"/>
                  </a:lnTo>
                  <a:lnTo>
                    <a:pt x="280804" y="0"/>
                  </a:lnTo>
                  <a:lnTo>
                    <a:pt x="278610" y="0"/>
                  </a:lnTo>
                  <a:lnTo>
                    <a:pt x="276416" y="0"/>
                  </a:lnTo>
                  <a:lnTo>
                    <a:pt x="274222" y="0"/>
                  </a:lnTo>
                  <a:lnTo>
                    <a:pt x="272029" y="0"/>
                  </a:lnTo>
                  <a:lnTo>
                    <a:pt x="269835" y="0"/>
                  </a:lnTo>
                  <a:lnTo>
                    <a:pt x="267641" y="0"/>
                  </a:lnTo>
                  <a:lnTo>
                    <a:pt x="265447" y="0"/>
                  </a:lnTo>
                  <a:lnTo>
                    <a:pt x="263253" y="0"/>
                  </a:lnTo>
                  <a:lnTo>
                    <a:pt x="261060" y="0"/>
                  </a:lnTo>
                  <a:lnTo>
                    <a:pt x="258866" y="0"/>
                  </a:lnTo>
                  <a:lnTo>
                    <a:pt x="256672" y="0"/>
                  </a:lnTo>
                  <a:lnTo>
                    <a:pt x="254478" y="0"/>
                  </a:lnTo>
                  <a:lnTo>
                    <a:pt x="252285" y="0"/>
                  </a:lnTo>
                  <a:lnTo>
                    <a:pt x="250091" y="0"/>
                  </a:lnTo>
                  <a:lnTo>
                    <a:pt x="247897" y="0"/>
                  </a:lnTo>
                  <a:lnTo>
                    <a:pt x="245703" y="0"/>
                  </a:lnTo>
                  <a:lnTo>
                    <a:pt x="243509" y="0"/>
                  </a:lnTo>
                  <a:lnTo>
                    <a:pt x="241316" y="0"/>
                  </a:lnTo>
                  <a:lnTo>
                    <a:pt x="239122" y="0"/>
                  </a:lnTo>
                  <a:lnTo>
                    <a:pt x="236928" y="0"/>
                  </a:lnTo>
                  <a:lnTo>
                    <a:pt x="234734" y="0"/>
                  </a:lnTo>
                  <a:lnTo>
                    <a:pt x="232541" y="0"/>
                  </a:lnTo>
                  <a:lnTo>
                    <a:pt x="230347" y="0"/>
                  </a:lnTo>
                  <a:lnTo>
                    <a:pt x="228153" y="0"/>
                  </a:lnTo>
                  <a:lnTo>
                    <a:pt x="225959" y="0"/>
                  </a:lnTo>
                  <a:lnTo>
                    <a:pt x="223765" y="0"/>
                  </a:lnTo>
                  <a:lnTo>
                    <a:pt x="221572" y="0"/>
                  </a:lnTo>
                  <a:lnTo>
                    <a:pt x="219378" y="0"/>
                  </a:lnTo>
                  <a:lnTo>
                    <a:pt x="217184" y="0"/>
                  </a:lnTo>
                  <a:lnTo>
                    <a:pt x="214990" y="0"/>
                  </a:lnTo>
                  <a:lnTo>
                    <a:pt x="212796" y="0"/>
                  </a:lnTo>
                  <a:lnTo>
                    <a:pt x="210603" y="0"/>
                  </a:lnTo>
                  <a:lnTo>
                    <a:pt x="208409" y="0"/>
                  </a:lnTo>
                  <a:lnTo>
                    <a:pt x="206215" y="0"/>
                  </a:lnTo>
                  <a:lnTo>
                    <a:pt x="204021" y="0"/>
                  </a:lnTo>
                  <a:lnTo>
                    <a:pt x="201828" y="0"/>
                  </a:lnTo>
                  <a:lnTo>
                    <a:pt x="199634" y="0"/>
                  </a:lnTo>
                  <a:lnTo>
                    <a:pt x="197440" y="0"/>
                  </a:lnTo>
                  <a:lnTo>
                    <a:pt x="195246" y="0"/>
                  </a:lnTo>
                  <a:lnTo>
                    <a:pt x="193052" y="0"/>
                  </a:lnTo>
                  <a:lnTo>
                    <a:pt x="190859" y="0"/>
                  </a:lnTo>
                  <a:lnTo>
                    <a:pt x="188665" y="0"/>
                  </a:lnTo>
                  <a:lnTo>
                    <a:pt x="186471" y="0"/>
                  </a:lnTo>
                  <a:lnTo>
                    <a:pt x="184277" y="0"/>
                  </a:lnTo>
                  <a:lnTo>
                    <a:pt x="182084" y="0"/>
                  </a:lnTo>
                  <a:lnTo>
                    <a:pt x="179890" y="0"/>
                  </a:lnTo>
                  <a:lnTo>
                    <a:pt x="177696" y="0"/>
                  </a:lnTo>
                  <a:lnTo>
                    <a:pt x="175502" y="0"/>
                  </a:lnTo>
                  <a:lnTo>
                    <a:pt x="173308" y="0"/>
                  </a:lnTo>
                  <a:lnTo>
                    <a:pt x="171115" y="0"/>
                  </a:lnTo>
                  <a:lnTo>
                    <a:pt x="168921" y="0"/>
                  </a:lnTo>
                  <a:lnTo>
                    <a:pt x="166727" y="0"/>
                  </a:lnTo>
                  <a:lnTo>
                    <a:pt x="164533" y="0"/>
                  </a:lnTo>
                  <a:lnTo>
                    <a:pt x="162339" y="0"/>
                  </a:lnTo>
                  <a:lnTo>
                    <a:pt x="160146" y="0"/>
                  </a:lnTo>
                  <a:lnTo>
                    <a:pt x="157952" y="0"/>
                  </a:lnTo>
                  <a:lnTo>
                    <a:pt x="155758" y="0"/>
                  </a:lnTo>
                  <a:lnTo>
                    <a:pt x="153564" y="0"/>
                  </a:lnTo>
                  <a:lnTo>
                    <a:pt x="151371" y="0"/>
                  </a:lnTo>
                  <a:lnTo>
                    <a:pt x="149177" y="0"/>
                  </a:lnTo>
                  <a:lnTo>
                    <a:pt x="146983" y="0"/>
                  </a:lnTo>
                  <a:lnTo>
                    <a:pt x="144789" y="0"/>
                  </a:lnTo>
                  <a:lnTo>
                    <a:pt x="142595" y="0"/>
                  </a:lnTo>
                  <a:lnTo>
                    <a:pt x="140402" y="0"/>
                  </a:lnTo>
                  <a:lnTo>
                    <a:pt x="138208" y="0"/>
                  </a:lnTo>
                  <a:lnTo>
                    <a:pt x="136014" y="0"/>
                  </a:lnTo>
                  <a:lnTo>
                    <a:pt x="133820" y="0"/>
                  </a:lnTo>
                  <a:lnTo>
                    <a:pt x="131626" y="0"/>
                  </a:lnTo>
                  <a:lnTo>
                    <a:pt x="129433" y="0"/>
                  </a:lnTo>
                  <a:lnTo>
                    <a:pt x="127239" y="0"/>
                  </a:lnTo>
                  <a:lnTo>
                    <a:pt x="125045" y="0"/>
                  </a:lnTo>
                  <a:lnTo>
                    <a:pt x="122851" y="0"/>
                  </a:lnTo>
                  <a:lnTo>
                    <a:pt x="120658" y="0"/>
                  </a:lnTo>
                  <a:lnTo>
                    <a:pt x="118464" y="0"/>
                  </a:lnTo>
                  <a:lnTo>
                    <a:pt x="116270" y="0"/>
                  </a:lnTo>
                  <a:lnTo>
                    <a:pt x="114076" y="0"/>
                  </a:lnTo>
                  <a:lnTo>
                    <a:pt x="111882" y="0"/>
                  </a:lnTo>
                  <a:lnTo>
                    <a:pt x="109689" y="0"/>
                  </a:lnTo>
                  <a:lnTo>
                    <a:pt x="107495" y="0"/>
                  </a:lnTo>
                  <a:lnTo>
                    <a:pt x="105301" y="0"/>
                  </a:lnTo>
                  <a:lnTo>
                    <a:pt x="103107" y="0"/>
                  </a:lnTo>
                  <a:lnTo>
                    <a:pt x="100914" y="0"/>
                  </a:lnTo>
                  <a:lnTo>
                    <a:pt x="98720" y="0"/>
                  </a:lnTo>
                  <a:lnTo>
                    <a:pt x="96526" y="0"/>
                  </a:lnTo>
                  <a:lnTo>
                    <a:pt x="94332" y="0"/>
                  </a:lnTo>
                  <a:lnTo>
                    <a:pt x="92138" y="0"/>
                  </a:lnTo>
                  <a:lnTo>
                    <a:pt x="89945" y="0"/>
                  </a:lnTo>
                  <a:lnTo>
                    <a:pt x="87751" y="0"/>
                  </a:lnTo>
                  <a:lnTo>
                    <a:pt x="85557" y="0"/>
                  </a:lnTo>
                  <a:lnTo>
                    <a:pt x="83363" y="0"/>
                  </a:lnTo>
                  <a:lnTo>
                    <a:pt x="81169" y="0"/>
                  </a:lnTo>
                  <a:lnTo>
                    <a:pt x="78976" y="0"/>
                  </a:lnTo>
                  <a:lnTo>
                    <a:pt x="76782" y="0"/>
                  </a:lnTo>
                  <a:lnTo>
                    <a:pt x="74588" y="0"/>
                  </a:lnTo>
                  <a:lnTo>
                    <a:pt x="72394" y="0"/>
                  </a:lnTo>
                  <a:lnTo>
                    <a:pt x="70201" y="0"/>
                  </a:lnTo>
                  <a:lnTo>
                    <a:pt x="68007" y="0"/>
                  </a:lnTo>
                  <a:lnTo>
                    <a:pt x="65813" y="0"/>
                  </a:lnTo>
                  <a:lnTo>
                    <a:pt x="63619" y="0"/>
                  </a:lnTo>
                  <a:lnTo>
                    <a:pt x="61425" y="0"/>
                  </a:lnTo>
                  <a:lnTo>
                    <a:pt x="59232" y="0"/>
                  </a:lnTo>
                  <a:lnTo>
                    <a:pt x="57038" y="0"/>
                  </a:lnTo>
                  <a:lnTo>
                    <a:pt x="54844" y="0"/>
                  </a:lnTo>
                  <a:lnTo>
                    <a:pt x="52650" y="0"/>
                  </a:lnTo>
                  <a:lnTo>
                    <a:pt x="50457" y="0"/>
                  </a:lnTo>
                  <a:lnTo>
                    <a:pt x="48263" y="0"/>
                  </a:lnTo>
                  <a:lnTo>
                    <a:pt x="46069" y="0"/>
                  </a:lnTo>
                  <a:lnTo>
                    <a:pt x="43875" y="0"/>
                  </a:lnTo>
                  <a:lnTo>
                    <a:pt x="41681" y="0"/>
                  </a:lnTo>
                  <a:lnTo>
                    <a:pt x="39488" y="0"/>
                  </a:lnTo>
                  <a:lnTo>
                    <a:pt x="37294" y="0"/>
                  </a:lnTo>
                  <a:lnTo>
                    <a:pt x="35100" y="0"/>
                  </a:lnTo>
                  <a:lnTo>
                    <a:pt x="32906" y="0"/>
                  </a:lnTo>
                  <a:lnTo>
                    <a:pt x="30712" y="0"/>
                  </a:lnTo>
                  <a:lnTo>
                    <a:pt x="28519" y="0"/>
                  </a:lnTo>
                  <a:lnTo>
                    <a:pt x="26325" y="0"/>
                  </a:lnTo>
                  <a:lnTo>
                    <a:pt x="24131" y="0"/>
                  </a:lnTo>
                  <a:lnTo>
                    <a:pt x="21937" y="0"/>
                  </a:lnTo>
                  <a:lnTo>
                    <a:pt x="19744" y="0"/>
                  </a:lnTo>
                  <a:lnTo>
                    <a:pt x="17550" y="0"/>
                  </a:lnTo>
                  <a:lnTo>
                    <a:pt x="15356" y="0"/>
                  </a:lnTo>
                  <a:lnTo>
                    <a:pt x="13162" y="0"/>
                  </a:lnTo>
                  <a:lnTo>
                    <a:pt x="10968" y="0"/>
                  </a:lnTo>
                  <a:lnTo>
                    <a:pt x="8775" y="0"/>
                  </a:lnTo>
                  <a:lnTo>
                    <a:pt x="6581" y="0"/>
                  </a:lnTo>
                  <a:lnTo>
                    <a:pt x="4387" y="0"/>
                  </a:lnTo>
                  <a:lnTo>
                    <a:pt x="2193" y="0"/>
                  </a:ln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</p:spPr>
          <p:txBody>
            <a:bodyPr/>
            <a:lstStyle/>
            <a:p/>
          </p:txBody>
        </p:sp>
        <p:sp>
          <p:nvSpPr>
            <p:cNvPr id="23" name="pl23"/>
            <p:cNvSpPr/>
            <p:nvPr/>
          </p:nvSpPr>
          <p:spPr>
            <a:xfrm>
              <a:off x="444934" y="1815175"/>
              <a:ext cx="8553560" cy="0"/>
            </a:xfrm>
            <a:custGeom>
              <a:avLst/>
              <a:pathLst>
                <a:path w="8553560" h="0">
                  <a:moveTo>
                    <a:pt x="0" y="0"/>
                  </a:moveTo>
                  <a:lnTo>
                    <a:pt x="8553560" y="0"/>
                  </a:lnTo>
                  <a:lnTo>
                    <a:pt x="8553560" y="0"/>
                  </a:lnTo>
                </a:path>
              </a:pathLst>
            </a:custGeom>
            <a:ln w="18970" cap="flat">
              <a:solidFill>
                <a:srgbClr val="000000">
                  <a:alpha val="100000"/>
                </a:srgbClr>
              </a:solidFill>
              <a:prstDash val="dash"/>
              <a:round/>
            </a:ln>
          </p:spPr>
          <p:txBody>
            <a:bodyPr/>
            <a:lstStyle/>
            <a:p/>
          </p:txBody>
        </p:sp>
        <p:sp>
          <p:nvSpPr>
            <p:cNvPr id="24" name="pl24"/>
            <p:cNvSpPr/>
            <p:nvPr/>
          </p:nvSpPr>
          <p:spPr>
            <a:xfrm>
              <a:off x="444934" y="145504"/>
              <a:ext cx="0" cy="3116972"/>
            </a:xfrm>
            <a:custGeom>
              <a:avLst/>
              <a:pathLst>
                <a:path w="0" h="3116972">
                  <a:moveTo>
                    <a:pt x="0" y="3116972"/>
                  </a:moveTo>
                  <a:lnTo>
                    <a:pt x="0" y="0"/>
                  </a:lnTo>
                </a:path>
              </a:pathLst>
            </a:custGeom>
            <a:ln w="13550" cap="sq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" name="tx25"/>
            <p:cNvSpPr/>
            <p:nvPr/>
          </p:nvSpPr>
          <p:spPr>
            <a:xfrm>
              <a:off x="311199" y="3041817"/>
              <a:ext cx="71105" cy="8305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5</a:t>
              </a:r>
            </a:p>
          </p:txBody>
        </p:sp>
        <p:sp>
          <p:nvSpPr>
            <p:cNvPr id="26" name="tx26"/>
            <p:cNvSpPr/>
            <p:nvPr/>
          </p:nvSpPr>
          <p:spPr>
            <a:xfrm>
              <a:off x="311199" y="2354419"/>
              <a:ext cx="71105" cy="8452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6</a:t>
              </a:r>
            </a:p>
          </p:txBody>
        </p:sp>
        <p:sp>
          <p:nvSpPr>
            <p:cNvPr id="27" name="tx27"/>
            <p:cNvSpPr/>
            <p:nvPr/>
          </p:nvSpPr>
          <p:spPr>
            <a:xfrm>
              <a:off x="311199" y="1671550"/>
              <a:ext cx="71105" cy="81473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7</a:t>
              </a:r>
            </a:p>
          </p:txBody>
        </p:sp>
        <p:sp>
          <p:nvSpPr>
            <p:cNvPr id="28" name="tx28"/>
            <p:cNvSpPr/>
            <p:nvPr/>
          </p:nvSpPr>
          <p:spPr>
            <a:xfrm>
              <a:off x="311199" y="982569"/>
              <a:ext cx="71105" cy="8452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8</a:t>
              </a:r>
            </a:p>
          </p:txBody>
        </p:sp>
        <p:sp>
          <p:nvSpPr>
            <p:cNvPr id="29" name="tx29"/>
            <p:cNvSpPr/>
            <p:nvPr/>
          </p:nvSpPr>
          <p:spPr>
            <a:xfrm>
              <a:off x="311199" y="296644"/>
              <a:ext cx="71105" cy="8452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9</a:t>
              </a:r>
            </a:p>
          </p:txBody>
        </p:sp>
        <p:sp>
          <p:nvSpPr>
            <p:cNvPr id="30" name="pl30"/>
            <p:cNvSpPr/>
            <p:nvPr/>
          </p:nvSpPr>
          <p:spPr>
            <a:xfrm>
              <a:off x="410140" y="3084136"/>
              <a:ext cx="34794" cy="0"/>
            </a:xfrm>
            <a:custGeom>
              <a:avLst/>
              <a:pathLst>
                <a:path w="34794" h="0">
                  <a:moveTo>
                    <a:pt x="0" y="0"/>
                  </a:moveTo>
                  <a:lnTo>
                    <a:pt x="34794" y="0"/>
                  </a:lnTo>
                </a:path>
              </a:pathLst>
            </a:custGeom>
            <a:ln w="1355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" name="pl31"/>
            <p:cNvSpPr/>
            <p:nvPr/>
          </p:nvSpPr>
          <p:spPr>
            <a:xfrm>
              <a:off x="410140" y="2398211"/>
              <a:ext cx="34794" cy="0"/>
            </a:xfrm>
            <a:custGeom>
              <a:avLst/>
              <a:pathLst>
                <a:path w="34794" h="0">
                  <a:moveTo>
                    <a:pt x="0" y="0"/>
                  </a:moveTo>
                  <a:lnTo>
                    <a:pt x="34794" y="0"/>
                  </a:lnTo>
                </a:path>
              </a:pathLst>
            </a:custGeom>
            <a:ln w="1355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" name="pl32"/>
            <p:cNvSpPr/>
            <p:nvPr/>
          </p:nvSpPr>
          <p:spPr>
            <a:xfrm>
              <a:off x="410140" y="1712286"/>
              <a:ext cx="34794" cy="0"/>
            </a:xfrm>
            <a:custGeom>
              <a:avLst/>
              <a:pathLst>
                <a:path w="34794" h="0">
                  <a:moveTo>
                    <a:pt x="0" y="0"/>
                  </a:moveTo>
                  <a:lnTo>
                    <a:pt x="34794" y="0"/>
                  </a:lnTo>
                </a:path>
              </a:pathLst>
            </a:custGeom>
            <a:ln w="1355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" name="pl33"/>
            <p:cNvSpPr/>
            <p:nvPr/>
          </p:nvSpPr>
          <p:spPr>
            <a:xfrm>
              <a:off x="410140" y="1026361"/>
              <a:ext cx="34794" cy="0"/>
            </a:xfrm>
            <a:custGeom>
              <a:avLst/>
              <a:pathLst>
                <a:path w="34794" h="0">
                  <a:moveTo>
                    <a:pt x="0" y="0"/>
                  </a:moveTo>
                  <a:lnTo>
                    <a:pt x="34794" y="0"/>
                  </a:lnTo>
                </a:path>
              </a:pathLst>
            </a:custGeom>
            <a:ln w="1355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" name="pl34"/>
            <p:cNvSpPr/>
            <p:nvPr/>
          </p:nvSpPr>
          <p:spPr>
            <a:xfrm>
              <a:off x="410140" y="340436"/>
              <a:ext cx="34794" cy="0"/>
            </a:xfrm>
            <a:custGeom>
              <a:avLst/>
              <a:pathLst>
                <a:path w="34794" h="0">
                  <a:moveTo>
                    <a:pt x="0" y="0"/>
                  </a:moveTo>
                  <a:lnTo>
                    <a:pt x="34794" y="0"/>
                  </a:lnTo>
                </a:path>
              </a:pathLst>
            </a:custGeom>
            <a:ln w="1355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" name="pl35"/>
            <p:cNvSpPr/>
            <p:nvPr/>
          </p:nvSpPr>
          <p:spPr>
            <a:xfrm>
              <a:off x="444934" y="3262477"/>
              <a:ext cx="8553560" cy="0"/>
            </a:xfrm>
            <a:custGeom>
              <a:avLst/>
              <a:pathLst>
                <a:path w="8553560" h="0">
                  <a:moveTo>
                    <a:pt x="0" y="0"/>
                  </a:moveTo>
                  <a:lnTo>
                    <a:pt x="8553560" y="0"/>
                  </a:lnTo>
                </a:path>
              </a:pathLst>
            </a:custGeom>
            <a:ln w="13550" cap="sq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" name="tx36"/>
            <p:cNvSpPr/>
            <p:nvPr/>
          </p:nvSpPr>
          <p:spPr>
            <a:xfrm rot="-5400000">
              <a:off x="69822" y="1649932"/>
              <a:ext cx="246930" cy="10811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obs</a:t>
              </a:r>
            </a:p>
          </p:txBody>
        </p:sp>
        <p:sp>
          <p:nvSpPr>
            <p:cNvPr id="37" name="rc37"/>
            <p:cNvSpPr/>
            <p:nvPr/>
          </p:nvSpPr>
          <p:spPr>
            <a:xfrm>
              <a:off x="444934" y="3262477"/>
              <a:ext cx="8553560" cy="3116972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38" name="pl38"/>
            <p:cNvSpPr/>
            <p:nvPr/>
          </p:nvSpPr>
          <p:spPr>
            <a:xfrm>
              <a:off x="444934" y="5952147"/>
              <a:ext cx="516294" cy="427302"/>
            </a:xfrm>
            <a:custGeom>
              <a:avLst/>
              <a:pathLst>
                <a:path w="516294" h="427302">
                  <a:moveTo>
                    <a:pt x="0" y="202139"/>
                  </a:moveTo>
                  <a:lnTo>
                    <a:pt x="2193" y="185987"/>
                  </a:lnTo>
                  <a:lnTo>
                    <a:pt x="4387" y="217190"/>
                  </a:lnTo>
                  <a:lnTo>
                    <a:pt x="6581" y="275967"/>
                  </a:lnTo>
                  <a:lnTo>
                    <a:pt x="8775" y="252913"/>
                  </a:lnTo>
                  <a:lnTo>
                    <a:pt x="10968" y="272422"/>
                  </a:lnTo>
                  <a:lnTo>
                    <a:pt x="13162" y="281319"/>
                  </a:lnTo>
                  <a:lnTo>
                    <a:pt x="15356" y="302662"/>
                  </a:lnTo>
                  <a:lnTo>
                    <a:pt x="17550" y="281313"/>
                  </a:lnTo>
                  <a:lnTo>
                    <a:pt x="19744" y="258802"/>
                  </a:lnTo>
                  <a:lnTo>
                    <a:pt x="21937" y="162072"/>
                  </a:lnTo>
                  <a:lnTo>
                    <a:pt x="24131" y="167928"/>
                  </a:lnTo>
                  <a:lnTo>
                    <a:pt x="26325" y="107861"/>
                  </a:lnTo>
                  <a:lnTo>
                    <a:pt x="28519" y="97251"/>
                  </a:lnTo>
                  <a:lnTo>
                    <a:pt x="30712" y="70099"/>
                  </a:lnTo>
                  <a:lnTo>
                    <a:pt x="32906" y="54086"/>
                  </a:lnTo>
                  <a:lnTo>
                    <a:pt x="35100" y="100168"/>
                  </a:lnTo>
                  <a:lnTo>
                    <a:pt x="37294" y="32576"/>
                  </a:lnTo>
                  <a:lnTo>
                    <a:pt x="39488" y="16675"/>
                  </a:lnTo>
                  <a:lnTo>
                    <a:pt x="41681" y="0"/>
                  </a:lnTo>
                  <a:lnTo>
                    <a:pt x="43875" y="13522"/>
                  </a:lnTo>
                  <a:lnTo>
                    <a:pt x="46069" y="68482"/>
                  </a:lnTo>
                  <a:lnTo>
                    <a:pt x="48263" y="46916"/>
                  </a:lnTo>
                  <a:lnTo>
                    <a:pt x="50457" y="78956"/>
                  </a:lnTo>
                  <a:lnTo>
                    <a:pt x="52650" y="89328"/>
                  </a:lnTo>
                  <a:lnTo>
                    <a:pt x="54844" y="100991"/>
                  </a:lnTo>
                  <a:lnTo>
                    <a:pt x="57038" y="108904"/>
                  </a:lnTo>
                  <a:lnTo>
                    <a:pt x="59232" y="171112"/>
                  </a:lnTo>
                  <a:lnTo>
                    <a:pt x="61425" y="176584"/>
                  </a:lnTo>
                  <a:lnTo>
                    <a:pt x="63619" y="187365"/>
                  </a:lnTo>
                  <a:lnTo>
                    <a:pt x="65813" y="218185"/>
                  </a:lnTo>
                  <a:lnTo>
                    <a:pt x="68007" y="211206"/>
                  </a:lnTo>
                  <a:lnTo>
                    <a:pt x="70201" y="254203"/>
                  </a:lnTo>
                  <a:lnTo>
                    <a:pt x="72394" y="272058"/>
                  </a:lnTo>
                  <a:lnTo>
                    <a:pt x="74588" y="258463"/>
                  </a:lnTo>
                  <a:lnTo>
                    <a:pt x="76782" y="257017"/>
                  </a:lnTo>
                  <a:lnTo>
                    <a:pt x="78976" y="262079"/>
                  </a:lnTo>
                  <a:lnTo>
                    <a:pt x="81169" y="268919"/>
                  </a:lnTo>
                  <a:lnTo>
                    <a:pt x="83363" y="282112"/>
                  </a:lnTo>
                  <a:lnTo>
                    <a:pt x="85557" y="274538"/>
                  </a:lnTo>
                  <a:lnTo>
                    <a:pt x="87751" y="303016"/>
                  </a:lnTo>
                  <a:lnTo>
                    <a:pt x="89945" y="316588"/>
                  </a:lnTo>
                  <a:lnTo>
                    <a:pt x="92138" y="300562"/>
                  </a:lnTo>
                  <a:lnTo>
                    <a:pt x="94332" y="299711"/>
                  </a:lnTo>
                  <a:lnTo>
                    <a:pt x="96526" y="259696"/>
                  </a:lnTo>
                  <a:lnTo>
                    <a:pt x="98720" y="253642"/>
                  </a:lnTo>
                  <a:lnTo>
                    <a:pt x="100914" y="206045"/>
                  </a:lnTo>
                  <a:lnTo>
                    <a:pt x="103107" y="180438"/>
                  </a:lnTo>
                  <a:lnTo>
                    <a:pt x="105301" y="165390"/>
                  </a:lnTo>
                  <a:lnTo>
                    <a:pt x="107495" y="209703"/>
                  </a:lnTo>
                  <a:lnTo>
                    <a:pt x="109689" y="227436"/>
                  </a:lnTo>
                  <a:lnTo>
                    <a:pt x="111882" y="260777"/>
                  </a:lnTo>
                  <a:lnTo>
                    <a:pt x="114076" y="244608"/>
                  </a:lnTo>
                  <a:lnTo>
                    <a:pt x="116270" y="256900"/>
                  </a:lnTo>
                  <a:lnTo>
                    <a:pt x="118464" y="247303"/>
                  </a:lnTo>
                  <a:lnTo>
                    <a:pt x="120658" y="137670"/>
                  </a:lnTo>
                  <a:lnTo>
                    <a:pt x="122851" y="125397"/>
                  </a:lnTo>
                  <a:lnTo>
                    <a:pt x="125045" y="103521"/>
                  </a:lnTo>
                  <a:lnTo>
                    <a:pt x="127239" y="106121"/>
                  </a:lnTo>
                  <a:lnTo>
                    <a:pt x="129433" y="123332"/>
                  </a:lnTo>
                  <a:lnTo>
                    <a:pt x="131626" y="111633"/>
                  </a:lnTo>
                  <a:lnTo>
                    <a:pt x="133820" y="180175"/>
                  </a:lnTo>
                  <a:lnTo>
                    <a:pt x="136014" y="185607"/>
                  </a:lnTo>
                  <a:lnTo>
                    <a:pt x="138208" y="185074"/>
                  </a:lnTo>
                  <a:lnTo>
                    <a:pt x="140402" y="177056"/>
                  </a:lnTo>
                  <a:lnTo>
                    <a:pt x="142595" y="212645"/>
                  </a:lnTo>
                  <a:lnTo>
                    <a:pt x="144789" y="259692"/>
                  </a:lnTo>
                  <a:lnTo>
                    <a:pt x="146983" y="312073"/>
                  </a:lnTo>
                  <a:lnTo>
                    <a:pt x="149177" y="339241"/>
                  </a:lnTo>
                  <a:lnTo>
                    <a:pt x="151371" y="342115"/>
                  </a:lnTo>
                  <a:lnTo>
                    <a:pt x="153564" y="349853"/>
                  </a:lnTo>
                  <a:lnTo>
                    <a:pt x="155758" y="343910"/>
                  </a:lnTo>
                  <a:lnTo>
                    <a:pt x="157952" y="341991"/>
                  </a:lnTo>
                  <a:lnTo>
                    <a:pt x="160146" y="336475"/>
                  </a:lnTo>
                  <a:lnTo>
                    <a:pt x="162339" y="340439"/>
                  </a:lnTo>
                  <a:lnTo>
                    <a:pt x="164533" y="332758"/>
                  </a:lnTo>
                  <a:lnTo>
                    <a:pt x="166727" y="338104"/>
                  </a:lnTo>
                  <a:lnTo>
                    <a:pt x="168921" y="309175"/>
                  </a:lnTo>
                  <a:lnTo>
                    <a:pt x="171115" y="300154"/>
                  </a:lnTo>
                  <a:lnTo>
                    <a:pt x="173308" y="256213"/>
                  </a:lnTo>
                  <a:lnTo>
                    <a:pt x="175502" y="244259"/>
                  </a:lnTo>
                  <a:lnTo>
                    <a:pt x="177696" y="266626"/>
                  </a:lnTo>
                  <a:lnTo>
                    <a:pt x="179890" y="241608"/>
                  </a:lnTo>
                  <a:lnTo>
                    <a:pt x="182084" y="236039"/>
                  </a:lnTo>
                  <a:lnTo>
                    <a:pt x="184277" y="209299"/>
                  </a:lnTo>
                  <a:lnTo>
                    <a:pt x="186471" y="239338"/>
                  </a:lnTo>
                  <a:lnTo>
                    <a:pt x="188665" y="287607"/>
                  </a:lnTo>
                  <a:lnTo>
                    <a:pt x="190859" y="271394"/>
                  </a:lnTo>
                  <a:lnTo>
                    <a:pt x="193052" y="324724"/>
                  </a:lnTo>
                  <a:lnTo>
                    <a:pt x="195246" y="319932"/>
                  </a:lnTo>
                  <a:lnTo>
                    <a:pt x="197440" y="363689"/>
                  </a:lnTo>
                  <a:lnTo>
                    <a:pt x="199634" y="361917"/>
                  </a:lnTo>
                  <a:lnTo>
                    <a:pt x="201828" y="338147"/>
                  </a:lnTo>
                  <a:lnTo>
                    <a:pt x="204021" y="349718"/>
                  </a:lnTo>
                  <a:lnTo>
                    <a:pt x="206215" y="339677"/>
                  </a:lnTo>
                  <a:lnTo>
                    <a:pt x="208409" y="357773"/>
                  </a:lnTo>
                  <a:lnTo>
                    <a:pt x="210603" y="358431"/>
                  </a:lnTo>
                  <a:lnTo>
                    <a:pt x="212796" y="345920"/>
                  </a:lnTo>
                  <a:lnTo>
                    <a:pt x="214990" y="300745"/>
                  </a:lnTo>
                  <a:lnTo>
                    <a:pt x="217184" y="310961"/>
                  </a:lnTo>
                  <a:lnTo>
                    <a:pt x="219378" y="308386"/>
                  </a:lnTo>
                  <a:lnTo>
                    <a:pt x="221572" y="284262"/>
                  </a:lnTo>
                  <a:lnTo>
                    <a:pt x="223765" y="284103"/>
                  </a:lnTo>
                  <a:lnTo>
                    <a:pt x="225959" y="303141"/>
                  </a:lnTo>
                  <a:lnTo>
                    <a:pt x="228153" y="299134"/>
                  </a:lnTo>
                  <a:lnTo>
                    <a:pt x="230347" y="329967"/>
                  </a:lnTo>
                  <a:lnTo>
                    <a:pt x="232541" y="311710"/>
                  </a:lnTo>
                  <a:lnTo>
                    <a:pt x="234734" y="328023"/>
                  </a:lnTo>
                  <a:lnTo>
                    <a:pt x="236928" y="303845"/>
                  </a:lnTo>
                  <a:lnTo>
                    <a:pt x="239122" y="324116"/>
                  </a:lnTo>
                  <a:lnTo>
                    <a:pt x="241316" y="315528"/>
                  </a:lnTo>
                  <a:lnTo>
                    <a:pt x="243509" y="350736"/>
                  </a:lnTo>
                  <a:lnTo>
                    <a:pt x="245703" y="376959"/>
                  </a:lnTo>
                  <a:lnTo>
                    <a:pt x="247897" y="353785"/>
                  </a:lnTo>
                  <a:lnTo>
                    <a:pt x="250091" y="369725"/>
                  </a:lnTo>
                  <a:lnTo>
                    <a:pt x="252285" y="365088"/>
                  </a:lnTo>
                  <a:lnTo>
                    <a:pt x="254478" y="339691"/>
                  </a:lnTo>
                  <a:lnTo>
                    <a:pt x="256672" y="305603"/>
                  </a:lnTo>
                  <a:lnTo>
                    <a:pt x="258866" y="248606"/>
                  </a:lnTo>
                  <a:lnTo>
                    <a:pt x="261060" y="224041"/>
                  </a:lnTo>
                  <a:lnTo>
                    <a:pt x="263253" y="212079"/>
                  </a:lnTo>
                  <a:lnTo>
                    <a:pt x="265447" y="170706"/>
                  </a:lnTo>
                  <a:lnTo>
                    <a:pt x="267641" y="195706"/>
                  </a:lnTo>
                  <a:lnTo>
                    <a:pt x="269835" y="192443"/>
                  </a:lnTo>
                  <a:lnTo>
                    <a:pt x="272029" y="137858"/>
                  </a:lnTo>
                  <a:lnTo>
                    <a:pt x="274222" y="144708"/>
                  </a:lnTo>
                  <a:lnTo>
                    <a:pt x="276416" y="143578"/>
                  </a:lnTo>
                  <a:lnTo>
                    <a:pt x="278610" y="171992"/>
                  </a:lnTo>
                  <a:lnTo>
                    <a:pt x="280804" y="170015"/>
                  </a:lnTo>
                  <a:lnTo>
                    <a:pt x="282998" y="181587"/>
                  </a:lnTo>
                  <a:lnTo>
                    <a:pt x="285191" y="229442"/>
                  </a:lnTo>
                  <a:lnTo>
                    <a:pt x="287385" y="266972"/>
                  </a:lnTo>
                  <a:lnTo>
                    <a:pt x="289579" y="250012"/>
                  </a:lnTo>
                  <a:lnTo>
                    <a:pt x="291773" y="241953"/>
                  </a:lnTo>
                  <a:lnTo>
                    <a:pt x="293966" y="294439"/>
                  </a:lnTo>
                  <a:lnTo>
                    <a:pt x="296160" y="312494"/>
                  </a:lnTo>
                  <a:lnTo>
                    <a:pt x="298354" y="356346"/>
                  </a:lnTo>
                  <a:lnTo>
                    <a:pt x="300548" y="345870"/>
                  </a:lnTo>
                  <a:lnTo>
                    <a:pt x="302742" y="383704"/>
                  </a:lnTo>
                  <a:lnTo>
                    <a:pt x="304935" y="386867"/>
                  </a:lnTo>
                  <a:lnTo>
                    <a:pt x="307129" y="371848"/>
                  </a:lnTo>
                  <a:lnTo>
                    <a:pt x="309323" y="372135"/>
                  </a:lnTo>
                  <a:lnTo>
                    <a:pt x="311517" y="389571"/>
                  </a:lnTo>
                  <a:lnTo>
                    <a:pt x="313711" y="386372"/>
                  </a:lnTo>
                  <a:lnTo>
                    <a:pt x="315904" y="380739"/>
                  </a:lnTo>
                  <a:lnTo>
                    <a:pt x="318098" y="369108"/>
                  </a:lnTo>
                  <a:lnTo>
                    <a:pt x="320292" y="312850"/>
                  </a:lnTo>
                  <a:lnTo>
                    <a:pt x="322486" y="367900"/>
                  </a:lnTo>
                  <a:lnTo>
                    <a:pt x="324679" y="377037"/>
                  </a:lnTo>
                  <a:lnTo>
                    <a:pt x="326873" y="390029"/>
                  </a:lnTo>
                  <a:lnTo>
                    <a:pt x="329067" y="398974"/>
                  </a:lnTo>
                  <a:lnTo>
                    <a:pt x="331261" y="367383"/>
                  </a:lnTo>
                  <a:lnTo>
                    <a:pt x="333455" y="403658"/>
                  </a:lnTo>
                  <a:lnTo>
                    <a:pt x="335648" y="407377"/>
                  </a:lnTo>
                  <a:lnTo>
                    <a:pt x="337842" y="404355"/>
                  </a:lnTo>
                  <a:lnTo>
                    <a:pt x="340036" y="404954"/>
                  </a:lnTo>
                  <a:lnTo>
                    <a:pt x="342230" y="379499"/>
                  </a:lnTo>
                  <a:lnTo>
                    <a:pt x="344423" y="379009"/>
                  </a:lnTo>
                  <a:lnTo>
                    <a:pt x="346617" y="375992"/>
                  </a:lnTo>
                  <a:lnTo>
                    <a:pt x="348811" y="375048"/>
                  </a:lnTo>
                  <a:lnTo>
                    <a:pt x="351005" y="366214"/>
                  </a:lnTo>
                  <a:lnTo>
                    <a:pt x="353199" y="348074"/>
                  </a:lnTo>
                  <a:lnTo>
                    <a:pt x="355392" y="291034"/>
                  </a:lnTo>
                  <a:lnTo>
                    <a:pt x="357586" y="315946"/>
                  </a:lnTo>
                  <a:lnTo>
                    <a:pt x="359780" y="270815"/>
                  </a:lnTo>
                  <a:lnTo>
                    <a:pt x="361974" y="273020"/>
                  </a:lnTo>
                  <a:lnTo>
                    <a:pt x="364168" y="249163"/>
                  </a:lnTo>
                  <a:lnTo>
                    <a:pt x="366361" y="267231"/>
                  </a:lnTo>
                  <a:lnTo>
                    <a:pt x="368555" y="305032"/>
                  </a:lnTo>
                  <a:lnTo>
                    <a:pt x="370749" y="242540"/>
                  </a:lnTo>
                  <a:lnTo>
                    <a:pt x="372943" y="224993"/>
                  </a:lnTo>
                  <a:lnTo>
                    <a:pt x="375136" y="184866"/>
                  </a:lnTo>
                  <a:lnTo>
                    <a:pt x="377330" y="161545"/>
                  </a:lnTo>
                  <a:lnTo>
                    <a:pt x="379524" y="151497"/>
                  </a:lnTo>
                  <a:lnTo>
                    <a:pt x="381718" y="76230"/>
                  </a:lnTo>
                  <a:lnTo>
                    <a:pt x="383912" y="84118"/>
                  </a:lnTo>
                  <a:lnTo>
                    <a:pt x="386105" y="39443"/>
                  </a:lnTo>
                  <a:lnTo>
                    <a:pt x="388299" y="108197"/>
                  </a:lnTo>
                  <a:lnTo>
                    <a:pt x="390493" y="128822"/>
                  </a:lnTo>
                  <a:lnTo>
                    <a:pt x="392687" y="136718"/>
                  </a:lnTo>
                  <a:lnTo>
                    <a:pt x="394880" y="178433"/>
                  </a:lnTo>
                  <a:lnTo>
                    <a:pt x="397074" y="163738"/>
                  </a:lnTo>
                  <a:lnTo>
                    <a:pt x="399268" y="159168"/>
                  </a:lnTo>
                  <a:lnTo>
                    <a:pt x="401462" y="146181"/>
                  </a:lnTo>
                  <a:lnTo>
                    <a:pt x="403656" y="114186"/>
                  </a:lnTo>
                  <a:lnTo>
                    <a:pt x="405849" y="126019"/>
                  </a:lnTo>
                  <a:lnTo>
                    <a:pt x="408043" y="127730"/>
                  </a:lnTo>
                  <a:lnTo>
                    <a:pt x="410237" y="149370"/>
                  </a:lnTo>
                  <a:lnTo>
                    <a:pt x="412431" y="165774"/>
                  </a:lnTo>
                  <a:lnTo>
                    <a:pt x="414625" y="171611"/>
                  </a:lnTo>
                  <a:lnTo>
                    <a:pt x="416818" y="132618"/>
                  </a:lnTo>
                  <a:lnTo>
                    <a:pt x="419012" y="139476"/>
                  </a:lnTo>
                  <a:lnTo>
                    <a:pt x="421206" y="123625"/>
                  </a:lnTo>
                  <a:lnTo>
                    <a:pt x="423400" y="121865"/>
                  </a:lnTo>
                  <a:lnTo>
                    <a:pt x="425593" y="169252"/>
                  </a:lnTo>
                  <a:lnTo>
                    <a:pt x="427787" y="201943"/>
                  </a:lnTo>
                  <a:lnTo>
                    <a:pt x="429981" y="222461"/>
                  </a:lnTo>
                  <a:lnTo>
                    <a:pt x="432175" y="209235"/>
                  </a:lnTo>
                  <a:lnTo>
                    <a:pt x="434369" y="215925"/>
                  </a:lnTo>
                  <a:lnTo>
                    <a:pt x="436562" y="232378"/>
                  </a:lnTo>
                  <a:lnTo>
                    <a:pt x="438756" y="234681"/>
                  </a:lnTo>
                  <a:lnTo>
                    <a:pt x="440950" y="253139"/>
                  </a:lnTo>
                  <a:lnTo>
                    <a:pt x="443144" y="278557"/>
                  </a:lnTo>
                  <a:lnTo>
                    <a:pt x="445338" y="325100"/>
                  </a:lnTo>
                  <a:lnTo>
                    <a:pt x="447531" y="345113"/>
                  </a:lnTo>
                  <a:lnTo>
                    <a:pt x="449725" y="345902"/>
                  </a:lnTo>
                  <a:lnTo>
                    <a:pt x="451919" y="325821"/>
                  </a:lnTo>
                  <a:lnTo>
                    <a:pt x="454113" y="277766"/>
                  </a:lnTo>
                  <a:lnTo>
                    <a:pt x="456306" y="280186"/>
                  </a:lnTo>
                  <a:lnTo>
                    <a:pt x="458500" y="272015"/>
                  </a:lnTo>
                  <a:lnTo>
                    <a:pt x="460694" y="270228"/>
                  </a:lnTo>
                  <a:lnTo>
                    <a:pt x="462888" y="314566"/>
                  </a:lnTo>
                  <a:lnTo>
                    <a:pt x="465082" y="321223"/>
                  </a:lnTo>
                  <a:lnTo>
                    <a:pt x="467275" y="313113"/>
                  </a:lnTo>
                  <a:lnTo>
                    <a:pt x="469469" y="337320"/>
                  </a:lnTo>
                  <a:lnTo>
                    <a:pt x="471663" y="333137"/>
                  </a:lnTo>
                  <a:lnTo>
                    <a:pt x="473857" y="352240"/>
                  </a:lnTo>
                  <a:lnTo>
                    <a:pt x="476050" y="309907"/>
                  </a:lnTo>
                  <a:lnTo>
                    <a:pt x="478244" y="232516"/>
                  </a:lnTo>
                  <a:lnTo>
                    <a:pt x="480438" y="218490"/>
                  </a:lnTo>
                  <a:lnTo>
                    <a:pt x="482632" y="200560"/>
                  </a:lnTo>
                  <a:lnTo>
                    <a:pt x="484826" y="247782"/>
                  </a:lnTo>
                  <a:lnTo>
                    <a:pt x="487019" y="227696"/>
                  </a:lnTo>
                  <a:lnTo>
                    <a:pt x="489213" y="151232"/>
                  </a:lnTo>
                  <a:lnTo>
                    <a:pt x="491407" y="231081"/>
                  </a:lnTo>
                  <a:lnTo>
                    <a:pt x="493601" y="302105"/>
                  </a:lnTo>
                  <a:lnTo>
                    <a:pt x="495795" y="339704"/>
                  </a:lnTo>
                  <a:lnTo>
                    <a:pt x="497988" y="349242"/>
                  </a:lnTo>
                  <a:lnTo>
                    <a:pt x="500182" y="324379"/>
                  </a:lnTo>
                  <a:lnTo>
                    <a:pt x="502376" y="377906"/>
                  </a:lnTo>
                  <a:lnTo>
                    <a:pt x="504570" y="376847"/>
                  </a:lnTo>
                  <a:lnTo>
                    <a:pt x="506763" y="381725"/>
                  </a:lnTo>
                  <a:lnTo>
                    <a:pt x="508957" y="381548"/>
                  </a:lnTo>
                  <a:lnTo>
                    <a:pt x="511151" y="381962"/>
                  </a:lnTo>
                  <a:lnTo>
                    <a:pt x="513345" y="418446"/>
                  </a:lnTo>
                  <a:lnTo>
                    <a:pt x="515539" y="426211"/>
                  </a:lnTo>
                  <a:lnTo>
                    <a:pt x="516294" y="427302"/>
                  </a:lnTo>
                </a:path>
              </a:pathLst>
            </a:custGeom>
            <a:ln w="10840" cap="flat">
              <a:solidFill>
                <a:srgbClr val="00008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" name="pl39"/>
            <p:cNvSpPr/>
            <p:nvPr/>
          </p:nvSpPr>
          <p:spPr>
            <a:xfrm>
              <a:off x="962825" y="4138494"/>
              <a:ext cx="4531335" cy="2240955"/>
            </a:xfrm>
            <a:custGeom>
              <a:avLst/>
              <a:pathLst>
                <a:path w="4531335" h="2240955">
                  <a:moveTo>
                    <a:pt x="0" y="2240955"/>
                  </a:moveTo>
                  <a:lnTo>
                    <a:pt x="2035" y="2214159"/>
                  </a:lnTo>
                  <a:lnTo>
                    <a:pt x="4229" y="2213850"/>
                  </a:lnTo>
                  <a:lnTo>
                    <a:pt x="6423" y="2213994"/>
                  </a:lnTo>
                  <a:lnTo>
                    <a:pt x="8617" y="2220770"/>
                  </a:lnTo>
                  <a:lnTo>
                    <a:pt x="10811" y="2229897"/>
                  </a:lnTo>
                  <a:lnTo>
                    <a:pt x="13004" y="2231436"/>
                  </a:lnTo>
                  <a:lnTo>
                    <a:pt x="15198" y="2229743"/>
                  </a:lnTo>
                  <a:lnTo>
                    <a:pt x="17392" y="2219573"/>
                  </a:lnTo>
                  <a:lnTo>
                    <a:pt x="19586" y="2218669"/>
                  </a:lnTo>
                  <a:lnTo>
                    <a:pt x="21779" y="2210420"/>
                  </a:lnTo>
                  <a:lnTo>
                    <a:pt x="23973" y="2214563"/>
                  </a:lnTo>
                  <a:lnTo>
                    <a:pt x="26167" y="2203297"/>
                  </a:lnTo>
                  <a:lnTo>
                    <a:pt x="28361" y="2185034"/>
                  </a:lnTo>
                  <a:lnTo>
                    <a:pt x="30555" y="2199137"/>
                  </a:lnTo>
                  <a:lnTo>
                    <a:pt x="32748" y="2217057"/>
                  </a:lnTo>
                  <a:lnTo>
                    <a:pt x="34942" y="2217054"/>
                  </a:lnTo>
                  <a:lnTo>
                    <a:pt x="37136" y="2225835"/>
                  </a:lnTo>
                  <a:lnTo>
                    <a:pt x="39330" y="2229885"/>
                  </a:lnTo>
                  <a:lnTo>
                    <a:pt x="41524" y="2231780"/>
                  </a:lnTo>
                  <a:lnTo>
                    <a:pt x="43717" y="2228477"/>
                  </a:lnTo>
                  <a:lnTo>
                    <a:pt x="45911" y="2220791"/>
                  </a:lnTo>
                  <a:lnTo>
                    <a:pt x="48105" y="2226278"/>
                  </a:lnTo>
                  <a:lnTo>
                    <a:pt x="50299" y="2221673"/>
                  </a:lnTo>
                  <a:lnTo>
                    <a:pt x="52492" y="2227684"/>
                  </a:lnTo>
                  <a:lnTo>
                    <a:pt x="54686" y="2228536"/>
                  </a:lnTo>
                  <a:lnTo>
                    <a:pt x="56880" y="2228857"/>
                  </a:lnTo>
                  <a:lnTo>
                    <a:pt x="59074" y="2225324"/>
                  </a:lnTo>
                  <a:lnTo>
                    <a:pt x="61268" y="2214529"/>
                  </a:lnTo>
                  <a:lnTo>
                    <a:pt x="63461" y="2206503"/>
                  </a:lnTo>
                  <a:lnTo>
                    <a:pt x="65655" y="2194280"/>
                  </a:lnTo>
                  <a:lnTo>
                    <a:pt x="67849" y="2188397"/>
                  </a:lnTo>
                  <a:lnTo>
                    <a:pt x="70043" y="2188490"/>
                  </a:lnTo>
                  <a:lnTo>
                    <a:pt x="72236" y="2149979"/>
                  </a:lnTo>
                  <a:lnTo>
                    <a:pt x="74430" y="2165153"/>
                  </a:lnTo>
                  <a:lnTo>
                    <a:pt x="76624" y="2155385"/>
                  </a:lnTo>
                  <a:lnTo>
                    <a:pt x="78818" y="2165023"/>
                  </a:lnTo>
                  <a:lnTo>
                    <a:pt x="81012" y="2155998"/>
                  </a:lnTo>
                  <a:lnTo>
                    <a:pt x="83205" y="2112888"/>
                  </a:lnTo>
                  <a:lnTo>
                    <a:pt x="85399" y="2099663"/>
                  </a:lnTo>
                  <a:lnTo>
                    <a:pt x="87593" y="2064869"/>
                  </a:lnTo>
                  <a:lnTo>
                    <a:pt x="89787" y="2087229"/>
                  </a:lnTo>
                  <a:lnTo>
                    <a:pt x="91981" y="2045526"/>
                  </a:lnTo>
                  <a:lnTo>
                    <a:pt x="94174" y="2041650"/>
                  </a:lnTo>
                  <a:lnTo>
                    <a:pt x="96368" y="2052046"/>
                  </a:lnTo>
                  <a:lnTo>
                    <a:pt x="98562" y="2068441"/>
                  </a:lnTo>
                  <a:lnTo>
                    <a:pt x="100756" y="2074533"/>
                  </a:lnTo>
                  <a:lnTo>
                    <a:pt x="102949" y="2121199"/>
                  </a:lnTo>
                  <a:lnTo>
                    <a:pt x="105143" y="2139925"/>
                  </a:lnTo>
                  <a:lnTo>
                    <a:pt x="107337" y="2180969"/>
                  </a:lnTo>
                  <a:lnTo>
                    <a:pt x="109531" y="2181375"/>
                  </a:lnTo>
                  <a:lnTo>
                    <a:pt x="111725" y="2188585"/>
                  </a:lnTo>
                  <a:lnTo>
                    <a:pt x="113918" y="2196227"/>
                  </a:lnTo>
                  <a:lnTo>
                    <a:pt x="116112" y="2209238"/>
                  </a:lnTo>
                  <a:lnTo>
                    <a:pt x="118306" y="2219104"/>
                  </a:lnTo>
                  <a:lnTo>
                    <a:pt x="120500" y="2231087"/>
                  </a:lnTo>
                  <a:lnTo>
                    <a:pt x="122693" y="2234769"/>
                  </a:lnTo>
                  <a:lnTo>
                    <a:pt x="124887" y="2233195"/>
                  </a:lnTo>
                  <a:lnTo>
                    <a:pt x="127081" y="2230095"/>
                  </a:lnTo>
                  <a:lnTo>
                    <a:pt x="129275" y="2232636"/>
                  </a:lnTo>
                  <a:lnTo>
                    <a:pt x="131469" y="2229620"/>
                  </a:lnTo>
                  <a:lnTo>
                    <a:pt x="133662" y="2214933"/>
                  </a:lnTo>
                  <a:lnTo>
                    <a:pt x="135856" y="2218689"/>
                  </a:lnTo>
                  <a:lnTo>
                    <a:pt x="138050" y="2216245"/>
                  </a:lnTo>
                  <a:lnTo>
                    <a:pt x="140244" y="2215618"/>
                  </a:lnTo>
                  <a:lnTo>
                    <a:pt x="142438" y="2215983"/>
                  </a:lnTo>
                  <a:lnTo>
                    <a:pt x="144631" y="2199902"/>
                  </a:lnTo>
                  <a:lnTo>
                    <a:pt x="146825" y="2210290"/>
                  </a:lnTo>
                  <a:lnTo>
                    <a:pt x="149019" y="2213152"/>
                  </a:lnTo>
                  <a:lnTo>
                    <a:pt x="151213" y="2210663"/>
                  </a:lnTo>
                  <a:lnTo>
                    <a:pt x="153406" y="2220072"/>
                  </a:lnTo>
                  <a:lnTo>
                    <a:pt x="155600" y="2170071"/>
                  </a:lnTo>
                  <a:lnTo>
                    <a:pt x="157794" y="2166164"/>
                  </a:lnTo>
                  <a:lnTo>
                    <a:pt x="159988" y="2149720"/>
                  </a:lnTo>
                  <a:lnTo>
                    <a:pt x="162182" y="2156902"/>
                  </a:lnTo>
                  <a:lnTo>
                    <a:pt x="164375" y="2169012"/>
                  </a:lnTo>
                  <a:lnTo>
                    <a:pt x="166569" y="2150985"/>
                  </a:lnTo>
                  <a:lnTo>
                    <a:pt x="168763" y="2175888"/>
                  </a:lnTo>
                  <a:lnTo>
                    <a:pt x="170957" y="2173125"/>
                  </a:lnTo>
                  <a:lnTo>
                    <a:pt x="173151" y="2164674"/>
                  </a:lnTo>
                  <a:lnTo>
                    <a:pt x="175344" y="2173514"/>
                  </a:lnTo>
                  <a:lnTo>
                    <a:pt x="177538" y="2112917"/>
                  </a:lnTo>
                  <a:lnTo>
                    <a:pt x="179732" y="2110615"/>
                  </a:lnTo>
                  <a:lnTo>
                    <a:pt x="181926" y="2111146"/>
                  </a:lnTo>
                  <a:lnTo>
                    <a:pt x="184119" y="2085297"/>
                  </a:lnTo>
                  <a:lnTo>
                    <a:pt x="186313" y="2055044"/>
                  </a:lnTo>
                  <a:lnTo>
                    <a:pt x="188507" y="2076082"/>
                  </a:lnTo>
                  <a:lnTo>
                    <a:pt x="190701" y="2115293"/>
                  </a:lnTo>
                  <a:lnTo>
                    <a:pt x="192895" y="2140559"/>
                  </a:lnTo>
                  <a:lnTo>
                    <a:pt x="195088" y="2135391"/>
                  </a:lnTo>
                  <a:lnTo>
                    <a:pt x="197282" y="2147673"/>
                  </a:lnTo>
                  <a:lnTo>
                    <a:pt x="199476" y="2157893"/>
                  </a:lnTo>
                  <a:lnTo>
                    <a:pt x="201670" y="2168154"/>
                  </a:lnTo>
                  <a:lnTo>
                    <a:pt x="203863" y="2170001"/>
                  </a:lnTo>
                  <a:lnTo>
                    <a:pt x="206057" y="2154885"/>
                  </a:lnTo>
                  <a:lnTo>
                    <a:pt x="208251" y="2162269"/>
                  </a:lnTo>
                  <a:lnTo>
                    <a:pt x="210445" y="2142368"/>
                  </a:lnTo>
                  <a:lnTo>
                    <a:pt x="212639" y="2128680"/>
                  </a:lnTo>
                  <a:lnTo>
                    <a:pt x="214832" y="2129774"/>
                  </a:lnTo>
                  <a:lnTo>
                    <a:pt x="217026" y="2145394"/>
                  </a:lnTo>
                  <a:lnTo>
                    <a:pt x="219220" y="2179958"/>
                  </a:lnTo>
                  <a:lnTo>
                    <a:pt x="221414" y="2149894"/>
                  </a:lnTo>
                  <a:lnTo>
                    <a:pt x="223608" y="2137302"/>
                  </a:lnTo>
                  <a:lnTo>
                    <a:pt x="225801" y="2105729"/>
                  </a:lnTo>
                  <a:lnTo>
                    <a:pt x="227995" y="2104444"/>
                  </a:lnTo>
                  <a:lnTo>
                    <a:pt x="230189" y="2116293"/>
                  </a:lnTo>
                  <a:lnTo>
                    <a:pt x="232383" y="2109651"/>
                  </a:lnTo>
                  <a:lnTo>
                    <a:pt x="234576" y="2111873"/>
                  </a:lnTo>
                  <a:lnTo>
                    <a:pt x="236770" y="2101879"/>
                  </a:lnTo>
                  <a:lnTo>
                    <a:pt x="238964" y="2141934"/>
                  </a:lnTo>
                  <a:lnTo>
                    <a:pt x="241158" y="2157234"/>
                  </a:lnTo>
                  <a:lnTo>
                    <a:pt x="243352" y="2142977"/>
                  </a:lnTo>
                  <a:lnTo>
                    <a:pt x="245545" y="2125829"/>
                  </a:lnTo>
                  <a:lnTo>
                    <a:pt x="247739" y="2128444"/>
                  </a:lnTo>
                  <a:lnTo>
                    <a:pt x="249933" y="2142223"/>
                  </a:lnTo>
                  <a:lnTo>
                    <a:pt x="252127" y="2146415"/>
                  </a:lnTo>
                  <a:lnTo>
                    <a:pt x="254320" y="2132716"/>
                  </a:lnTo>
                  <a:lnTo>
                    <a:pt x="256514" y="2156788"/>
                  </a:lnTo>
                  <a:lnTo>
                    <a:pt x="258708" y="2179928"/>
                  </a:lnTo>
                  <a:lnTo>
                    <a:pt x="260902" y="2174808"/>
                  </a:lnTo>
                  <a:lnTo>
                    <a:pt x="263096" y="2144872"/>
                  </a:lnTo>
                  <a:lnTo>
                    <a:pt x="265289" y="2121083"/>
                  </a:lnTo>
                  <a:lnTo>
                    <a:pt x="267483" y="2110147"/>
                  </a:lnTo>
                  <a:lnTo>
                    <a:pt x="269677" y="2114552"/>
                  </a:lnTo>
                  <a:lnTo>
                    <a:pt x="271871" y="2132525"/>
                  </a:lnTo>
                  <a:lnTo>
                    <a:pt x="274065" y="2141566"/>
                  </a:lnTo>
                  <a:lnTo>
                    <a:pt x="276258" y="2170065"/>
                  </a:lnTo>
                  <a:lnTo>
                    <a:pt x="278452" y="2162634"/>
                  </a:lnTo>
                  <a:lnTo>
                    <a:pt x="280646" y="2143145"/>
                  </a:lnTo>
                  <a:lnTo>
                    <a:pt x="282840" y="2145710"/>
                  </a:lnTo>
                  <a:lnTo>
                    <a:pt x="285033" y="2130544"/>
                  </a:lnTo>
                  <a:lnTo>
                    <a:pt x="287227" y="2186035"/>
                  </a:lnTo>
                  <a:lnTo>
                    <a:pt x="289421" y="2162345"/>
                  </a:lnTo>
                  <a:lnTo>
                    <a:pt x="291615" y="2178396"/>
                  </a:lnTo>
                  <a:lnTo>
                    <a:pt x="293809" y="2193125"/>
                  </a:lnTo>
                  <a:lnTo>
                    <a:pt x="296002" y="2190132"/>
                  </a:lnTo>
                  <a:lnTo>
                    <a:pt x="298196" y="2220498"/>
                  </a:lnTo>
                  <a:lnTo>
                    <a:pt x="300390" y="2206420"/>
                  </a:lnTo>
                  <a:lnTo>
                    <a:pt x="302584" y="2210247"/>
                  </a:lnTo>
                  <a:lnTo>
                    <a:pt x="304778" y="2209256"/>
                  </a:lnTo>
                  <a:lnTo>
                    <a:pt x="306971" y="2212177"/>
                  </a:lnTo>
                  <a:lnTo>
                    <a:pt x="309165" y="2198938"/>
                  </a:lnTo>
                  <a:lnTo>
                    <a:pt x="311359" y="2164803"/>
                  </a:lnTo>
                  <a:lnTo>
                    <a:pt x="313553" y="2163322"/>
                  </a:lnTo>
                  <a:lnTo>
                    <a:pt x="315746" y="2167942"/>
                  </a:lnTo>
                  <a:lnTo>
                    <a:pt x="317940" y="2183271"/>
                  </a:lnTo>
                  <a:lnTo>
                    <a:pt x="320134" y="2184091"/>
                  </a:lnTo>
                  <a:lnTo>
                    <a:pt x="322328" y="2130938"/>
                  </a:lnTo>
                  <a:lnTo>
                    <a:pt x="324522" y="2141401"/>
                  </a:lnTo>
                  <a:lnTo>
                    <a:pt x="326715" y="2157072"/>
                  </a:lnTo>
                  <a:lnTo>
                    <a:pt x="328909" y="2177238"/>
                  </a:lnTo>
                  <a:lnTo>
                    <a:pt x="331103" y="2150691"/>
                  </a:lnTo>
                  <a:lnTo>
                    <a:pt x="333297" y="2133694"/>
                  </a:lnTo>
                  <a:lnTo>
                    <a:pt x="335490" y="2119173"/>
                  </a:lnTo>
                  <a:lnTo>
                    <a:pt x="337684" y="2103284"/>
                  </a:lnTo>
                  <a:lnTo>
                    <a:pt x="339878" y="2067570"/>
                  </a:lnTo>
                  <a:lnTo>
                    <a:pt x="342072" y="2056536"/>
                  </a:lnTo>
                  <a:lnTo>
                    <a:pt x="344266" y="2094192"/>
                  </a:lnTo>
                  <a:lnTo>
                    <a:pt x="346459" y="2134413"/>
                  </a:lnTo>
                  <a:lnTo>
                    <a:pt x="348653" y="2153689"/>
                  </a:lnTo>
                  <a:lnTo>
                    <a:pt x="350847" y="2164270"/>
                  </a:lnTo>
                  <a:lnTo>
                    <a:pt x="353041" y="2205866"/>
                  </a:lnTo>
                  <a:lnTo>
                    <a:pt x="355235" y="2183272"/>
                  </a:lnTo>
                  <a:lnTo>
                    <a:pt x="357428" y="2177180"/>
                  </a:lnTo>
                  <a:lnTo>
                    <a:pt x="359622" y="2170859"/>
                  </a:lnTo>
                  <a:lnTo>
                    <a:pt x="361816" y="2150190"/>
                  </a:lnTo>
                  <a:lnTo>
                    <a:pt x="364010" y="2164551"/>
                  </a:lnTo>
                  <a:lnTo>
                    <a:pt x="366203" y="2185499"/>
                  </a:lnTo>
                  <a:lnTo>
                    <a:pt x="368397" y="2197857"/>
                  </a:lnTo>
                  <a:lnTo>
                    <a:pt x="370591" y="2214730"/>
                  </a:lnTo>
                  <a:lnTo>
                    <a:pt x="372785" y="2207639"/>
                  </a:lnTo>
                  <a:lnTo>
                    <a:pt x="374979" y="2207677"/>
                  </a:lnTo>
                  <a:lnTo>
                    <a:pt x="377172" y="2200547"/>
                  </a:lnTo>
                  <a:lnTo>
                    <a:pt x="379366" y="2192231"/>
                  </a:lnTo>
                  <a:lnTo>
                    <a:pt x="381560" y="2172990"/>
                  </a:lnTo>
                  <a:lnTo>
                    <a:pt x="383754" y="2175232"/>
                  </a:lnTo>
                  <a:lnTo>
                    <a:pt x="385947" y="2185012"/>
                  </a:lnTo>
                  <a:lnTo>
                    <a:pt x="388141" y="2165881"/>
                  </a:lnTo>
                  <a:lnTo>
                    <a:pt x="390335" y="2137358"/>
                  </a:lnTo>
                  <a:lnTo>
                    <a:pt x="392529" y="2085558"/>
                  </a:lnTo>
                  <a:lnTo>
                    <a:pt x="394723" y="2102483"/>
                  </a:lnTo>
                  <a:lnTo>
                    <a:pt x="396916" y="2104442"/>
                  </a:lnTo>
                  <a:lnTo>
                    <a:pt x="399110" y="2100876"/>
                  </a:lnTo>
                  <a:lnTo>
                    <a:pt x="401304" y="2133410"/>
                  </a:lnTo>
                  <a:lnTo>
                    <a:pt x="403498" y="2124063"/>
                  </a:lnTo>
                  <a:lnTo>
                    <a:pt x="405692" y="2146399"/>
                  </a:lnTo>
                  <a:lnTo>
                    <a:pt x="407885" y="2161684"/>
                  </a:lnTo>
                  <a:lnTo>
                    <a:pt x="410079" y="2159792"/>
                  </a:lnTo>
                  <a:lnTo>
                    <a:pt x="412273" y="2176245"/>
                  </a:lnTo>
                  <a:lnTo>
                    <a:pt x="414467" y="2203148"/>
                  </a:lnTo>
                  <a:lnTo>
                    <a:pt x="416660" y="2190750"/>
                  </a:lnTo>
                  <a:lnTo>
                    <a:pt x="418854" y="2208934"/>
                  </a:lnTo>
                  <a:lnTo>
                    <a:pt x="421048" y="2226996"/>
                  </a:lnTo>
                  <a:lnTo>
                    <a:pt x="423242" y="2238227"/>
                  </a:lnTo>
                  <a:lnTo>
                    <a:pt x="425436" y="2226232"/>
                  </a:lnTo>
                  <a:lnTo>
                    <a:pt x="427629" y="2228552"/>
                  </a:lnTo>
                  <a:lnTo>
                    <a:pt x="429823" y="2221140"/>
                  </a:lnTo>
                  <a:lnTo>
                    <a:pt x="432017" y="2221144"/>
                  </a:lnTo>
                  <a:lnTo>
                    <a:pt x="434211" y="2218286"/>
                  </a:lnTo>
                  <a:lnTo>
                    <a:pt x="436404" y="2208430"/>
                  </a:lnTo>
                  <a:lnTo>
                    <a:pt x="438598" y="2197820"/>
                  </a:lnTo>
                  <a:lnTo>
                    <a:pt x="440792" y="2174962"/>
                  </a:lnTo>
                  <a:lnTo>
                    <a:pt x="442986" y="2188465"/>
                  </a:lnTo>
                  <a:lnTo>
                    <a:pt x="445180" y="2190597"/>
                  </a:lnTo>
                  <a:lnTo>
                    <a:pt x="447373" y="2147592"/>
                  </a:lnTo>
                  <a:lnTo>
                    <a:pt x="449567" y="2083053"/>
                  </a:lnTo>
                  <a:lnTo>
                    <a:pt x="451761" y="2129195"/>
                  </a:lnTo>
                  <a:lnTo>
                    <a:pt x="453955" y="2148521"/>
                  </a:lnTo>
                  <a:lnTo>
                    <a:pt x="456149" y="2161687"/>
                  </a:lnTo>
                  <a:lnTo>
                    <a:pt x="458342" y="2166777"/>
                  </a:lnTo>
                  <a:lnTo>
                    <a:pt x="460536" y="2141892"/>
                  </a:lnTo>
                  <a:lnTo>
                    <a:pt x="462730" y="2218013"/>
                  </a:lnTo>
                  <a:lnTo>
                    <a:pt x="464924" y="2178797"/>
                  </a:lnTo>
                  <a:lnTo>
                    <a:pt x="467117" y="2185942"/>
                  </a:lnTo>
                  <a:lnTo>
                    <a:pt x="469311" y="2180829"/>
                  </a:lnTo>
                  <a:lnTo>
                    <a:pt x="471505" y="2178407"/>
                  </a:lnTo>
                  <a:lnTo>
                    <a:pt x="473699" y="2156280"/>
                  </a:lnTo>
                  <a:lnTo>
                    <a:pt x="475893" y="2142311"/>
                  </a:lnTo>
                  <a:lnTo>
                    <a:pt x="478086" y="2141589"/>
                  </a:lnTo>
                  <a:lnTo>
                    <a:pt x="480280" y="2109004"/>
                  </a:lnTo>
                  <a:lnTo>
                    <a:pt x="482474" y="2065231"/>
                  </a:lnTo>
                  <a:lnTo>
                    <a:pt x="484668" y="2052863"/>
                  </a:lnTo>
                  <a:lnTo>
                    <a:pt x="486862" y="2036616"/>
                  </a:lnTo>
                  <a:lnTo>
                    <a:pt x="489055" y="2019534"/>
                  </a:lnTo>
                  <a:lnTo>
                    <a:pt x="491249" y="2010797"/>
                  </a:lnTo>
                  <a:lnTo>
                    <a:pt x="493443" y="2020559"/>
                  </a:lnTo>
                  <a:lnTo>
                    <a:pt x="495637" y="2024552"/>
                  </a:lnTo>
                  <a:lnTo>
                    <a:pt x="497830" y="2038992"/>
                  </a:lnTo>
                  <a:lnTo>
                    <a:pt x="500024" y="2064859"/>
                  </a:lnTo>
                  <a:lnTo>
                    <a:pt x="502218" y="2075391"/>
                  </a:lnTo>
                  <a:lnTo>
                    <a:pt x="504412" y="2078495"/>
                  </a:lnTo>
                  <a:lnTo>
                    <a:pt x="506606" y="2087171"/>
                  </a:lnTo>
                  <a:lnTo>
                    <a:pt x="508799" y="2095912"/>
                  </a:lnTo>
                  <a:lnTo>
                    <a:pt x="510993" y="2130331"/>
                  </a:lnTo>
                  <a:lnTo>
                    <a:pt x="513187" y="2161375"/>
                  </a:lnTo>
                  <a:lnTo>
                    <a:pt x="515381" y="2161200"/>
                  </a:lnTo>
                  <a:lnTo>
                    <a:pt x="517574" y="2157624"/>
                  </a:lnTo>
                  <a:lnTo>
                    <a:pt x="519768" y="2170455"/>
                  </a:lnTo>
                  <a:lnTo>
                    <a:pt x="521962" y="2180791"/>
                  </a:lnTo>
                  <a:lnTo>
                    <a:pt x="524156" y="2190108"/>
                  </a:lnTo>
                  <a:lnTo>
                    <a:pt x="526350" y="2187106"/>
                  </a:lnTo>
                  <a:lnTo>
                    <a:pt x="528543" y="2191572"/>
                  </a:lnTo>
                  <a:lnTo>
                    <a:pt x="530737" y="2154234"/>
                  </a:lnTo>
                  <a:lnTo>
                    <a:pt x="532931" y="2180378"/>
                  </a:lnTo>
                  <a:lnTo>
                    <a:pt x="535125" y="2170147"/>
                  </a:lnTo>
                  <a:lnTo>
                    <a:pt x="537319" y="2122760"/>
                  </a:lnTo>
                  <a:lnTo>
                    <a:pt x="539512" y="2086902"/>
                  </a:lnTo>
                  <a:lnTo>
                    <a:pt x="541706" y="2088747"/>
                  </a:lnTo>
                  <a:lnTo>
                    <a:pt x="543900" y="2114599"/>
                  </a:lnTo>
                  <a:lnTo>
                    <a:pt x="546094" y="2092339"/>
                  </a:lnTo>
                  <a:lnTo>
                    <a:pt x="548287" y="2108290"/>
                  </a:lnTo>
                  <a:lnTo>
                    <a:pt x="550481" y="2111013"/>
                  </a:lnTo>
                  <a:lnTo>
                    <a:pt x="552675" y="2086585"/>
                  </a:lnTo>
                  <a:lnTo>
                    <a:pt x="554869" y="2056902"/>
                  </a:lnTo>
                  <a:lnTo>
                    <a:pt x="557063" y="2049336"/>
                  </a:lnTo>
                  <a:lnTo>
                    <a:pt x="559256" y="2051658"/>
                  </a:lnTo>
                  <a:lnTo>
                    <a:pt x="561450" y="2074586"/>
                  </a:lnTo>
                  <a:lnTo>
                    <a:pt x="563644" y="2093768"/>
                  </a:lnTo>
                  <a:lnTo>
                    <a:pt x="565838" y="2098061"/>
                  </a:lnTo>
                  <a:lnTo>
                    <a:pt x="568031" y="2104481"/>
                  </a:lnTo>
                  <a:lnTo>
                    <a:pt x="570225" y="2131960"/>
                  </a:lnTo>
                  <a:lnTo>
                    <a:pt x="572419" y="2138778"/>
                  </a:lnTo>
                  <a:lnTo>
                    <a:pt x="574613" y="2109329"/>
                  </a:lnTo>
                  <a:lnTo>
                    <a:pt x="576807" y="2097910"/>
                  </a:lnTo>
                  <a:lnTo>
                    <a:pt x="579000" y="2097790"/>
                  </a:lnTo>
                  <a:lnTo>
                    <a:pt x="581194" y="2146387"/>
                  </a:lnTo>
                  <a:lnTo>
                    <a:pt x="583388" y="2153411"/>
                  </a:lnTo>
                  <a:lnTo>
                    <a:pt x="585582" y="2147049"/>
                  </a:lnTo>
                  <a:lnTo>
                    <a:pt x="587776" y="2170663"/>
                  </a:lnTo>
                  <a:lnTo>
                    <a:pt x="589969" y="2156478"/>
                  </a:lnTo>
                  <a:lnTo>
                    <a:pt x="592163" y="2154725"/>
                  </a:lnTo>
                  <a:lnTo>
                    <a:pt x="594357" y="2161237"/>
                  </a:lnTo>
                  <a:lnTo>
                    <a:pt x="596551" y="2158932"/>
                  </a:lnTo>
                  <a:lnTo>
                    <a:pt x="598744" y="2163490"/>
                  </a:lnTo>
                  <a:lnTo>
                    <a:pt x="600938" y="2181103"/>
                  </a:lnTo>
                  <a:lnTo>
                    <a:pt x="603132" y="2159064"/>
                  </a:lnTo>
                  <a:lnTo>
                    <a:pt x="605326" y="2151671"/>
                  </a:lnTo>
                  <a:lnTo>
                    <a:pt x="607520" y="2136007"/>
                  </a:lnTo>
                  <a:lnTo>
                    <a:pt x="609713" y="2125335"/>
                  </a:lnTo>
                  <a:lnTo>
                    <a:pt x="611907" y="2138568"/>
                  </a:lnTo>
                  <a:lnTo>
                    <a:pt x="614101" y="2102235"/>
                  </a:lnTo>
                  <a:lnTo>
                    <a:pt x="616295" y="2107890"/>
                  </a:lnTo>
                  <a:lnTo>
                    <a:pt x="618489" y="2087359"/>
                  </a:lnTo>
                  <a:lnTo>
                    <a:pt x="620682" y="2103640"/>
                  </a:lnTo>
                  <a:lnTo>
                    <a:pt x="622876" y="2141021"/>
                  </a:lnTo>
                  <a:lnTo>
                    <a:pt x="625070" y="2155302"/>
                  </a:lnTo>
                  <a:lnTo>
                    <a:pt x="627264" y="2145607"/>
                  </a:lnTo>
                  <a:lnTo>
                    <a:pt x="629457" y="2143977"/>
                  </a:lnTo>
                  <a:lnTo>
                    <a:pt x="631651" y="2092324"/>
                  </a:lnTo>
                  <a:lnTo>
                    <a:pt x="633845" y="2105922"/>
                  </a:lnTo>
                  <a:lnTo>
                    <a:pt x="636039" y="2100111"/>
                  </a:lnTo>
                  <a:lnTo>
                    <a:pt x="638233" y="2089830"/>
                  </a:lnTo>
                  <a:lnTo>
                    <a:pt x="640426" y="2113304"/>
                  </a:lnTo>
                  <a:lnTo>
                    <a:pt x="642620" y="2112368"/>
                  </a:lnTo>
                  <a:lnTo>
                    <a:pt x="644814" y="2112562"/>
                  </a:lnTo>
                  <a:lnTo>
                    <a:pt x="647008" y="2105908"/>
                  </a:lnTo>
                  <a:lnTo>
                    <a:pt x="649201" y="2099194"/>
                  </a:lnTo>
                  <a:lnTo>
                    <a:pt x="651395" y="2100405"/>
                  </a:lnTo>
                  <a:lnTo>
                    <a:pt x="653589" y="2083048"/>
                  </a:lnTo>
                  <a:lnTo>
                    <a:pt x="655783" y="2094486"/>
                  </a:lnTo>
                  <a:lnTo>
                    <a:pt x="657977" y="2087270"/>
                  </a:lnTo>
                  <a:lnTo>
                    <a:pt x="660170" y="2109122"/>
                  </a:lnTo>
                  <a:lnTo>
                    <a:pt x="662364" y="2090604"/>
                  </a:lnTo>
                  <a:lnTo>
                    <a:pt x="664558" y="2090987"/>
                  </a:lnTo>
                  <a:lnTo>
                    <a:pt x="666752" y="2124949"/>
                  </a:lnTo>
                  <a:lnTo>
                    <a:pt x="668946" y="2137429"/>
                  </a:lnTo>
                  <a:lnTo>
                    <a:pt x="671139" y="2133419"/>
                  </a:lnTo>
                  <a:lnTo>
                    <a:pt x="673333" y="2153606"/>
                  </a:lnTo>
                  <a:lnTo>
                    <a:pt x="675527" y="2138727"/>
                  </a:lnTo>
                  <a:lnTo>
                    <a:pt x="677721" y="2162807"/>
                  </a:lnTo>
                  <a:lnTo>
                    <a:pt x="679914" y="2152913"/>
                  </a:lnTo>
                  <a:lnTo>
                    <a:pt x="682108" y="2101050"/>
                  </a:lnTo>
                  <a:lnTo>
                    <a:pt x="684302" y="2101108"/>
                  </a:lnTo>
                  <a:lnTo>
                    <a:pt x="686496" y="2103030"/>
                  </a:lnTo>
                  <a:lnTo>
                    <a:pt x="688690" y="2147555"/>
                  </a:lnTo>
                  <a:lnTo>
                    <a:pt x="690883" y="2142721"/>
                  </a:lnTo>
                  <a:lnTo>
                    <a:pt x="693077" y="2093566"/>
                  </a:lnTo>
                  <a:lnTo>
                    <a:pt x="695271" y="2096245"/>
                  </a:lnTo>
                  <a:lnTo>
                    <a:pt x="697465" y="2114947"/>
                  </a:lnTo>
                  <a:lnTo>
                    <a:pt x="699658" y="2134761"/>
                  </a:lnTo>
                  <a:lnTo>
                    <a:pt x="701852" y="2143138"/>
                  </a:lnTo>
                  <a:lnTo>
                    <a:pt x="704046" y="2111789"/>
                  </a:lnTo>
                  <a:lnTo>
                    <a:pt x="706240" y="2133159"/>
                  </a:lnTo>
                  <a:lnTo>
                    <a:pt x="708434" y="2155128"/>
                  </a:lnTo>
                  <a:lnTo>
                    <a:pt x="710627" y="2180797"/>
                  </a:lnTo>
                  <a:lnTo>
                    <a:pt x="712821" y="2204285"/>
                  </a:lnTo>
                  <a:lnTo>
                    <a:pt x="715015" y="2176962"/>
                  </a:lnTo>
                  <a:lnTo>
                    <a:pt x="717209" y="2183277"/>
                  </a:lnTo>
                  <a:lnTo>
                    <a:pt x="719403" y="2217512"/>
                  </a:lnTo>
                  <a:lnTo>
                    <a:pt x="721596" y="2207584"/>
                  </a:lnTo>
                  <a:lnTo>
                    <a:pt x="723790" y="2165731"/>
                  </a:lnTo>
                  <a:lnTo>
                    <a:pt x="725984" y="2151689"/>
                  </a:lnTo>
                  <a:lnTo>
                    <a:pt x="728178" y="2154857"/>
                  </a:lnTo>
                  <a:lnTo>
                    <a:pt x="730371" y="2202879"/>
                  </a:lnTo>
                  <a:lnTo>
                    <a:pt x="732565" y="2179470"/>
                  </a:lnTo>
                  <a:lnTo>
                    <a:pt x="734759" y="2134912"/>
                  </a:lnTo>
                  <a:lnTo>
                    <a:pt x="736953" y="2130761"/>
                  </a:lnTo>
                  <a:lnTo>
                    <a:pt x="739147" y="2104262"/>
                  </a:lnTo>
                  <a:lnTo>
                    <a:pt x="741340" y="2121976"/>
                  </a:lnTo>
                  <a:lnTo>
                    <a:pt x="743534" y="2079864"/>
                  </a:lnTo>
                  <a:lnTo>
                    <a:pt x="745728" y="2048554"/>
                  </a:lnTo>
                  <a:lnTo>
                    <a:pt x="747922" y="2084741"/>
                  </a:lnTo>
                  <a:lnTo>
                    <a:pt x="750116" y="2076870"/>
                  </a:lnTo>
                  <a:lnTo>
                    <a:pt x="752309" y="2131087"/>
                  </a:lnTo>
                  <a:lnTo>
                    <a:pt x="754503" y="2053083"/>
                  </a:lnTo>
                  <a:lnTo>
                    <a:pt x="756697" y="2038092"/>
                  </a:lnTo>
                  <a:lnTo>
                    <a:pt x="758891" y="1946241"/>
                  </a:lnTo>
                  <a:lnTo>
                    <a:pt x="761084" y="1989198"/>
                  </a:lnTo>
                  <a:lnTo>
                    <a:pt x="763278" y="2051465"/>
                  </a:lnTo>
                  <a:lnTo>
                    <a:pt x="765472" y="2079682"/>
                  </a:lnTo>
                  <a:lnTo>
                    <a:pt x="767666" y="2153514"/>
                  </a:lnTo>
                  <a:lnTo>
                    <a:pt x="769860" y="2167344"/>
                  </a:lnTo>
                  <a:lnTo>
                    <a:pt x="772053" y="2171762"/>
                  </a:lnTo>
                  <a:lnTo>
                    <a:pt x="774247" y="2208862"/>
                  </a:lnTo>
                  <a:lnTo>
                    <a:pt x="776441" y="2177089"/>
                  </a:lnTo>
                  <a:lnTo>
                    <a:pt x="778635" y="2196338"/>
                  </a:lnTo>
                  <a:lnTo>
                    <a:pt x="780828" y="2159162"/>
                  </a:lnTo>
                  <a:lnTo>
                    <a:pt x="783022" y="2190743"/>
                  </a:lnTo>
                  <a:lnTo>
                    <a:pt x="785216" y="2208793"/>
                  </a:lnTo>
                  <a:lnTo>
                    <a:pt x="787410" y="2135321"/>
                  </a:lnTo>
                  <a:lnTo>
                    <a:pt x="789604" y="2145014"/>
                  </a:lnTo>
                  <a:lnTo>
                    <a:pt x="791797" y="2121852"/>
                  </a:lnTo>
                  <a:lnTo>
                    <a:pt x="793991" y="2166672"/>
                  </a:lnTo>
                  <a:lnTo>
                    <a:pt x="796185" y="2189528"/>
                  </a:lnTo>
                  <a:lnTo>
                    <a:pt x="798379" y="2095988"/>
                  </a:lnTo>
                  <a:lnTo>
                    <a:pt x="800573" y="2090643"/>
                  </a:lnTo>
                  <a:lnTo>
                    <a:pt x="802766" y="2120760"/>
                  </a:lnTo>
                  <a:lnTo>
                    <a:pt x="804960" y="2146699"/>
                  </a:lnTo>
                  <a:lnTo>
                    <a:pt x="807154" y="2157023"/>
                  </a:lnTo>
                  <a:lnTo>
                    <a:pt x="809348" y="2126135"/>
                  </a:lnTo>
                  <a:lnTo>
                    <a:pt x="811541" y="2188541"/>
                  </a:lnTo>
                  <a:lnTo>
                    <a:pt x="813735" y="2171203"/>
                  </a:lnTo>
                  <a:lnTo>
                    <a:pt x="815929" y="2201141"/>
                  </a:lnTo>
                  <a:lnTo>
                    <a:pt x="818123" y="2209761"/>
                  </a:lnTo>
                  <a:lnTo>
                    <a:pt x="820317" y="2183836"/>
                  </a:lnTo>
                  <a:lnTo>
                    <a:pt x="822510" y="2218443"/>
                  </a:lnTo>
                  <a:lnTo>
                    <a:pt x="824704" y="2198566"/>
                  </a:lnTo>
                  <a:lnTo>
                    <a:pt x="826898" y="2192147"/>
                  </a:lnTo>
                  <a:lnTo>
                    <a:pt x="829092" y="2189096"/>
                  </a:lnTo>
                  <a:lnTo>
                    <a:pt x="831285" y="2104967"/>
                  </a:lnTo>
                  <a:lnTo>
                    <a:pt x="833479" y="2063468"/>
                  </a:lnTo>
                  <a:lnTo>
                    <a:pt x="835673" y="2118117"/>
                  </a:lnTo>
                  <a:lnTo>
                    <a:pt x="837867" y="2166180"/>
                  </a:lnTo>
                  <a:lnTo>
                    <a:pt x="840061" y="2187587"/>
                  </a:lnTo>
                  <a:lnTo>
                    <a:pt x="842254" y="2142581"/>
                  </a:lnTo>
                  <a:lnTo>
                    <a:pt x="844448" y="2171755"/>
                  </a:lnTo>
                  <a:lnTo>
                    <a:pt x="846642" y="2153800"/>
                  </a:lnTo>
                  <a:lnTo>
                    <a:pt x="848836" y="2165620"/>
                  </a:lnTo>
                  <a:lnTo>
                    <a:pt x="851030" y="2161218"/>
                  </a:lnTo>
                  <a:lnTo>
                    <a:pt x="853223" y="2126501"/>
                  </a:lnTo>
                  <a:lnTo>
                    <a:pt x="855417" y="2158752"/>
                  </a:lnTo>
                  <a:lnTo>
                    <a:pt x="857611" y="2103612"/>
                  </a:lnTo>
                  <a:lnTo>
                    <a:pt x="859805" y="2125493"/>
                  </a:lnTo>
                  <a:lnTo>
                    <a:pt x="861998" y="2132867"/>
                  </a:lnTo>
                  <a:lnTo>
                    <a:pt x="864192" y="2121547"/>
                  </a:lnTo>
                  <a:lnTo>
                    <a:pt x="866386" y="2106840"/>
                  </a:lnTo>
                  <a:lnTo>
                    <a:pt x="868580" y="2086721"/>
                  </a:lnTo>
                  <a:lnTo>
                    <a:pt x="870774" y="2070864"/>
                  </a:lnTo>
                  <a:lnTo>
                    <a:pt x="872967" y="2050818"/>
                  </a:lnTo>
                  <a:lnTo>
                    <a:pt x="875161" y="1994076"/>
                  </a:lnTo>
                  <a:lnTo>
                    <a:pt x="877355" y="1924099"/>
                  </a:lnTo>
                  <a:lnTo>
                    <a:pt x="879549" y="1993146"/>
                  </a:lnTo>
                  <a:lnTo>
                    <a:pt x="881743" y="2004377"/>
                  </a:lnTo>
                  <a:lnTo>
                    <a:pt x="883936" y="2059615"/>
                  </a:lnTo>
                  <a:lnTo>
                    <a:pt x="886130" y="2056232"/>
                  </a:lnTo>
                  <a:lnTo>
                    <a:pt x="888324" y="2043158"/>
                  </a:lnTo>
                  <a:lnTo>
                    <a:pt x="890518" y="2116393"/>
                  </a:lnTo>
                  <a:lnTo>
                    <a:pt x="892711" y="2097979"/>
                  </a:lnTo>
                  <a:lnTo>
                    <a:pt x="894905" y="2115651"/>
                  </a:lnTo>
                  <a:lnTo>
                    <a:pt x="897099" y="2092595"/>
                  </a:lnTo>
                  <a:lnTo>
                    <a:pt x="899293" y="2096892"/>
                  </a:lnTo>
                  <a:lnTo>
                    <a:pt x="901487" y="2123254"/>
                  </a:lnTo>
                  <a:lnTo>
                    <a:pt x="903680" y="2162838"/>
                  </a:lnTo>
                  <a:lnTo>
                    <a:pt x="905874" y="2178823"/>
                  </a:lnTo>
                  <a:lnTo>
                    <a:pt x="908068" y="2194502"/>
                  </a:lnTo>
                  <a:lnTo>
                    <a:pt x="910262" y="2168913"/>
                  </a:lnTo>
                  <a:lnTo>
                    <a:pt x="912455" y="2174600"/>
                  </a:lnTo>
                  <a:lnTo>
                    <a:pt x="914649" y="2221280"/>
                  </a:lnTo>
                  <a:lnTo>
                    <a:pt x="916843" y="2132943"/>
                  </a:lnTo>
                  <a:lnTo>
                    <a:pt x="919037" y="2123295"/>
                  </a:lnTo>
                  <a:lnTo>
                    <a:pt x="921231" y="2108058"/>
                  </a:lnTo>
                  <a:lnTo>
                    <a:pt x="923424" y="2078794"/>
                  </a:lnTo>
                  <a:lnTo>
                    <a:pt x="925618" y="2152814"/>
                  </a:lnTo>
                  <a:lnTo>
                    <a:pt x="927812" y="2112105"/>
                  </a:lnTo>
                  <a:lnTo>
                    <a:pt x="930006" y="2103590"/>
                  </a:lnTo>
                  <a:lnTo>
                    <a:pt x="932200" y="2105154"/>
                  </a:lnTo>
                  <a:lnTo>
                    <a:pt x="934393" y="2044991"/>
                  </a:lnTo>
                  <a:lnTo>
                    <a:pt x="936587" y="1999995"/>
                  </a:lnTo>
                  <a:lnTo>
                    <a:pt x="938781" y="1898430"/>
                  </a:lnTo>
                  <a:lnTo>
                    <a:pt x="940975" y="1882326"/>
                  </a:lnTo>
                  <a:lnTo>
                    <a:pt x="943168" y="1898217"/>
                  </a:lnTo>
                  <a:lnTo>
                    <a:pt x="945362" y="1890925"/>
                  </a:lnTo>
                  <a:lnTo>
                    <a:pt x="947556" y="1873530"/>
                  </a:lnTo>
                  <a:lnTo>
                    <a:pt x="949750" y="1872943"/>
                  </a:lnTo>
                  <a:lnTo>
                    <a:pt x="951944" y="1821349"/>
                  </a:lnTo>
                  <a:lnTo>
                    <a:pt x="954137" y="1800588"/>
                  </a:lnTo>
                  <a:lnTo>
                    <a:pt x="956331" y="1766540"/>
                  </a:lnTo>
                  <a:lnTo>
                    <a:pt x="958525" y="1788282"/>
                  </a:lnTo>
                  <a:lnTo>
                    <a:pt x="960719" y="1851336"/>
                  </a:lnTo>
                  <a:lnTo>
                    <a:pt x="962912" y="1861438"/>
                  </a:lnTo>
                  <a:lnTo>
                    <a:pt x="965106" y="1833570"/>
                  </a:lnTo>
                  <a:lnTo>
                    <a:pt x="967300" y="1758187"/>
                  </a:lnTo>
                  <a:lnTo>
                    <a:pt x="969494" y="1752317"/>
                  </a:lnTo>
                  <a:lnTo>
                    <a:pt x="971688" y="1733486"/>
                  </a:lnTo>
                  <a:lnTo>
                    <a:pt x="973881" y="1735787"/>
                  </a:lnTo>
                  <a:lnTo>
                    <a:pt x="976075" y="1764280"/>
                  </a:lnTo>
                  <a:lnTo>
                    <a:pt x="978269" y="1885433"/>
                  </a:lnTo>
                  <a:lnTo>
                    <a:pt x="980463" y="1867184"/>
                  </a:lnTo>
                  <a:lnTo>
                    <a:pt x="982657" y="1906559"/>
                  </a:lnTo>
                  <a:lnTo>
                    <a:pt x="984850" y="1853363"/>
                  </a:lnTo>
                  <a:lnTo>
                    <a:pt x="987044" y="1794733"/>
                  </a:lnTo>
                  <a:lnTo>
                    <a:pt x="989238" y="1657147"/>
                  </a:lnTo>
                  <a:lnTo>
                    <a:pt x="991432" y="1626633"/>
                  </a:lnTo>
                  <a:lnTo>
                    <a:pt x="993625" y="1568649"/>
                  </a:lnTo>
                  <a:lnTo>
                    <a:pt x="995819" y="1531823"/>
                  </a:lnTo>
                  <a:lnTo>
                    <a:pt x="998013" y="1509343"/>
                  </a:lnTo>
                  <a:lnTo>
                    <a:pt x="1000207" y="1474229"/>
                  </a:lnTo>
                  <a:lnTo>
                    <a:pt x="1002401" y="1509073"/>
                  </a:lnTo>
                  <a:lnTo>
                    <a:pt x="1004594" y="1466789"/>
                  </a:lnTo>
                  <a:lnTo>
                    <a:pt x="1006788" y="1470271"/>
                  </a:lnTo>
                  <a:lnTo>
                    <a:pt x="1008982" y="1481241"/>
                  </a:lnTo>
                  <a:lnTo>
                    <a:pt x="1011176" y="1499222"/>
                  </a:lnTo>
                  <a:lnTo>
                    <a:pt x="1013369" y="1512823"/>
                  </a:lnTo>
                  <a:lnTo>
                    <a:pt x="1015563" y="1505856"/>
                  </a:lnTo>
                  <a:lnTo>
                    <a:pt x="1017757" y="1560239"/>
                  </a:lnTo>
                  <a:lnTo>
                    <a:pt x="1019951" y="1604405"/>
                  </a:lnTo>
                  <a:lnTo>
                    <a:pt x="1022145" y="1643394"/>
                  </a:lnTo>
                  <a:lnTo>
                    <a:pt x="1024338" y="1632269"/>
                  </a:lnTo>
                  <a:lnTo>
                    <a:pt x="1026532" y="1625772"/>
                  </a:lnTo>
                  <a:lnTo>
                    <a:pt x="1028726" y="1626757"/>
                  </a:lnTo>
                  <a:lnTo>
                    <a:pt x="1030920" y="1616344"/>
                  </a:lnTo>
                  <a:lnTo>
                    <a:pt x="1033114" y="1650362"/>
                  </a:lnTo>
                  <a:lnTo>
                    <a:pt x="1035307" y="1635526"/>
                  </a:lnTo>
                  <a:lnTo>
                    <a:pt x="1037501" y="1660306"/>
                  </a:lnTo>
                  <a:lnTo>
                    <a:pt x="1039695" y="1673322"/>
                  </a:lnTo>
                  <a:lnTo>
                    <a:pt x="1041889" y="1607666"/>
                  </a:lnTo>
                  <a:lnTo>
                    <a:pt x="1044082" y="1722056"/>
                  </a:lnTo>
                  <a:lnTo>
                    <a:pt x="1046276" y="1690105"/>
                  </a:lnTo>
                  <a:lnTo>
                    <a:pt x="1048470" y="1732807"/>
                  </a:lnTo>
                  <a:lnTo>
                    <a:pt x="1050664" y="1672285"/>
                  </a:lnTo>
                  <a:lnTo>
                    <a:pt x="1052858" y="1589119"/>
                  </a:lnTo>
                  <a:lnTo>
                    <a:pt x="1055051" y="1626333"/>
                  </a:lnTo>
                  <a:lnTo>
                    <a:pt x="1057245" y="1573215"/>
                  </a:lnTo>
                  <a:lnTo>
                    <a:pt x="1059439" y="1563541"/>
                  </a:lnTo>
                  <a:lnTo>
                    <a:pt x="1061633" y="1547651"/>
                  </a:lnTo>
                  <a:lnTo>
                    <a:pt x="1063827" y="1538368"/>
                  </a:lnTo>
                  <a:lnTo>
                    <a:pt x="1066020" y="1523981"/>
                  </a:lnTo>
                  <a:lnTo>
                    <a:pt x="1068214" y="1470254"/>
                  </a:lnTo>
                  <a:lnTo>
                    <a:pt x="1070408" y="1520146"/>
                  </a:lnTo>
                  <a:lnTo>
                    <a:pt x="1072602" y="1503993"/>
                  </a:lnTo>
                  <a:lnTo>
                    <a:pt x="1074795" y="1492971"/>
                  </a:lnTo>
                  <a:lnTo>
                    <a:pt x="1076989" y="1531377"/>
                  </a:lnTo>
                  <a:lnTo>
                    <a:pt x="1079183" y="1482879"/>
                  </a:lnTo>
                  <a:lnTo>
                    <a:pt x="1081377" y="1497907"/>
                  </a:lnTo>
                  <a:lnTo>
                    <a:pt x="1083571" y="1475039"/>
                  </a:lnTo>
                  <a:lnTo>
                    <a:pt x="1085764" y="1424296"/>
                  </a:lnTo>
                  <a:lnTo>
                    <a:pt x="1087958" y="1408924"/>
                  </a:lnTo>
                  <a:lnTo>
                    <a:pt x="1090152" y="1374601"/>
                  </a:lnTo>
                  <a:lnTo>
                    <a:pt x="1092346" y="1403496"/>
                  </a:lnTo>
                  <a:lnTo>
                    <a:pt x="1094539" y="1444633"/>
                  </a:lnTo>
                  <a:lnTo>
                    <a:pt x="1096733" y="1451269"/>
                  </a:lnTo>
                  <a:lnTo>
                    <a:pt x="1098927" y="1517010"/>
                  </a:lnTo>
                  <a:lnTo>
                    <a:pt x="1101121" y="1477916"/>
                  </a:lnTo>
                  <a:lnTo>
                    <a:pt x="1103315" y="1480914"/>
                  </a:lnTo>
                  <a:lnTo>
                    <a:pt x="1105508" y="1502620"/>
                  </a:lnTo>
                  <a:lnTo>
                    <a:pt x="1107702" y="1503425"/>
                  </a:lnTo>
                  <a:lnTo>
                    <a:pt x="1109896" y="1560810"/>
                  </a:lnTo>
                  <a:lnTo>
                    <a:pt x="1112090" y="1665068"/>
                  </a:lnTo>
                  <a:lnTo>
                    <a:pt x="1114284" y="1697165"/>
                  </a:lnTo>
                  <a:lnTo>
                    <a:pt x="1116477" y="1797489"/>
                  </a:lnTo>
                  <a:lnTo>
                    <a:pt x="1118671" y="1763781"/>
                  </a:lnTo>
                  <a:lnTo>
                    <a:pt x="1120865" y="1684803"/>
                  </a:lnTo>
                  <a:lnTo>
                    <a:pt x="1123059" y="1644304"/>
                  </a:lnTo>
                  <a:lnTo>
                    <a:pt x="1125252" y="1593909"/>
                  </a:lnTo>
                  <a:lnTo>
                    <a:pt x="1127446" y="1575120"/>
                  </a:lnTo>
                  <a:lnTo>
                    <a:pt x="1129640" y="1580449"/>
                  </a:lnTo>
                  <a:lnTo>
                    <a:pt x="1131834" y="1608925"/>
                  </a:lnTo>
                  <a:lnTo>
                    <a:pt x="1134028" y="1650855"/>
                  </a:lnTo>
                  <a:lnTo>
                    <a:pt x="1136221" y="1606672"/>
                  </a:lnTo>
                  <a:lnTo>
                    <a:pt x="1138415" y="1642412"/>
                  </a:lnTo>
                  <a:lnTo>
                    <a:pt x="1140609" y="1600052"/>
                  </a:lnTo>
                  <a:lnTo>
                    <a:pt x="1142803" y="1580107"/>
                  </a:lnTo>
                  <a:lnTo>
                    <a:pt x="1144996" y="1651571"/>
                  </a:lnTo>
                  <a:lnTo>
                    <a:pt x="1147190" y="1649326"/>
                  </a:lnTo>
                  <a:lnTo>
                    <a:pt x="1149384" y="1729836"/>
                  </a:lnTo>
                  <a:lnTo>
                    <a:pt x="1151578" y="1691738"/>
                  </a:lnTo>
                  <a:lnTo>
                    <a:pt x="1153772" y="1669595"/>
                  </a:lnTo>
                  <a:lnTo>
                    <a:pt x="1155965" y="1655977"/>
                  </a:lnTo>
                  <a:lnTo>
                    <a:pt x="1158159" y="1589677"/>
                  </a:lnTo>
                  <a:lnTo>
                    <a:pt x="1160353" y="1616530"/>
                  </a:lnTo>
                  <a:lnTo>
                    <a:pt x="1162547" y="1561118"/>
                  </a:lnTo>
                  <a:lnTo>
                    <a:pt x="1164741" y="1562868"/>
                  </a:lnTo>
                  <a:lnTo>
                    <a:pt x="1166934" y="1528899"/>
                  </a:lnTo>
                  <a:lnTo>
                    <a:pt x="1169128" y="1484395"/>
                  </a:lnTo>
                  <a:lnTo>
                    <a:pt x="1171322" y="1529978"/>
                  </a:lnTo>
                  <a:lnTo>
                    <a:pt x="1173516" y="1530844"/>
                  </a:lnTo>
                  <a:lnTo>
                    <a:pt x="1175709" y="1545991"/>
                  </a:lnTo>
                  <a:lnTo>
                    <a:pt x="1177903" y="1627026"/>
                  </a:lnTo>
                  <a:lnTo>
                    <a:pt x="1180097" y="1652099"/>
                  </a:lnTo>
                  <a:lnTo>
                    <a:pt x="1182291" y="1750464"/>
                  </a:lnTo>
                  <a:lnTo>
                    <a:pt x="1184485" y="1801517"/>
                  </a:lnTo>
                  <a:lnTo>
                    <a:pt x="1186678" y="1808967"/>
                  </a:lnTo>
                  <a:lnTo>
                    <a:pt x="1188872" y="1830037"/>
                  </a:lnTo>
                  <a:lnTo>
                    <a:pt x="1191066" y="1840095"/>
                  </a:lnTo>
                  <a:lnTo>
                    <a:pt x="1193260" y="1795553"/>
                  </a:lnTo>
                  <a:lnTo>
                    <a:pt x="1195454" y="1779827"/>
                  </a:lnTo>
                  <a:lnTo>
                    <a:pt x="1197647" y="1778914"/>
                  </a:lnTo>
                  <a:lnTo>
                    <a:pt x="1199841" y="1709468"/>
                  </a:lnTo>
                  <a:lnTo>
                    <a:pt x="1202035" y="1718657"/>
                  </a:lnTo>
                  <a:lnTo>
                    <a:pt x="1204229" y="1622186"/>
                  </a:lnTo>
                  <a:lnTo>
                    <a:pt x="1206422" y="1618451"/>
                  </a:lnTo>
                  <a:lnTo>
                    <a:pt x="1208616" y="1665028"/>
                  </a:lnTo>
                  <a:lnTo>
                    <a:pt x="1210810" y="1636279"/>
                  </a:lnTo>
                  <a:lnTo>
                    <a:pt x="1213004" y="1733766"/>
                  </a:lnTo>
                  <a:lnTo>
                    <a:pt x="1215198" y="1747987"/>
                  </a:lnTo>
                  <a:lnTo>
                    <a:pt x="1217391" y="1832156"/>
                  </a:lnTo>
                  <a:lnTo>
                    <a:pt x="1219585" y="1906115"/>
                  </a:lnTo>
                  <a:lnTo>
                    <a:pt x="1221779" y="1929999"/>
                  </a:lnTo>
                  <a:lnTo>
                    <a:pt x="1223973" y="1976441"/>
                  </a:lnTo>
                  <a:lnTo>
                    <a:pt x="1226166" y="1971758"/>
                  </a:lnTo>
                  <a:lnTo>
                    <a:pt x="1228360" y="1979081"/>
                  </a:lnTo>
                  <a:lnTo>
                    <a:pt x="1230554" y="1967595"/>
                  </a:lnTo>
                  <a:lnTo>
                    <a:pt x="1232748" y="1991779"/>
                  </a:lnTo>
                  <a:lnTo>
                    <a:pt x="1234942" y="1972566"/>
                  </a:lnTo>
                  <a:lnTo>
                    <a:pt x="1237135" y="1914016"/>
                  </a:lnTo>
                  <a:lnTo>
                    <a:pt x="1239329" y="1877655"/>
                  </a:lnTo>
                  <a:lnTo>
                    <a:pt x="1241523" y="1767813"/>
                  </a:lnTo>
                  <a:lnTo>
                    <a:pt x="1243717" y="1708982"/>
                  </a:lnTo>
                  <a:lnTo>
                    <a:pt x="1245911" y="1744283"/>
                  </a:lnTo>
                  <a:lnTo>
                    <a:pt x="1248104" y="1602235"/>
                  </a:lnTo>
                  <a:lnTo>
                    <a:pt x="1250298" y="1613545"/>
                  </a:lnTo>
                  <a:lnTo>
                    <a:pt x="1252492" y="1625413"/>
                  </a:lnTo>
                  <a:lnTo>
                    <a:pt x="1254686" y="1538481"/>
                  </a:lnTo>
                  <a:lnTo>
                    <a:pt x="1256879" y="1579967"/>
                  </a:lnTo>
                  <a:lnTo>
                    <a:pt x="1259073" y="1536738"/>
                  </a:lnTo>
                  <a:lnTo>
                    <a:pt x="1261267" y="1565315"/>
                  </a:lnTo>
                  <a:lnTo>
                    <a:pt x="1263461" y="1612241"/>
                  </a:lnTo>
                  <a:lnTo>
                    <a:pt x="1265655" y="1654125"/>
                  </a:lnTo>
                  <a:lnTo>
                    <a:pt x="1267848" y="1737648"/>
                  </a:lnTo>
                  <a:lnTo>
                    <a:pt x="1270042" y="1642144"/>
                  </a:lnTo>
                  <a:lnTo>
                    <a:pt x="1272236" y="1568944"/>
                  </a:lnTo>
                  <a:lnTo>
                    <a:pt x="1274430" y="1529661"/>
                  </a:lnTo>
                  <a:lnTo>
                    <a:pt x="1276623" y="1475074"/>
                  </a:lnTo>
                  <a:lnTo>
                    <a:pt x="1278817" y="1505195"/>
                  </a:lnTo>
                  <a:lnTo>
                    <a:pt x="1281011" y="1394406"/>
                  </a:lnTo>
                  <a:lnTo>
                    <a:pt x="1283205" y="1393704"/>
                  </a:lnTo>
                  <a:lnTo>
                    <a:pt x="1285399" y="1381542"/>
                  </a:lnTo>
                  <a:lnTo>
                    <a:pt x="1287592" y="1385850"/>
                  </a:lnTo>
                  <a:lnTo>
                    <a:pt x="1289786" y="1416920"/>
                  </a:lnTo>
                  <a:lnTo>
                    <a:pt x="1291980" y="1424562"/>
                  </a:lnTo>
                  <a:lnTo>
                    <a:pt x="1294174" y="1442484"/>
                  </a:lnTo>
                  <a:lnTo>
                    <a:pt x="1296368" y="1459914"/>
                  </a:lnTo>
                  <a:lnTo>
                    <a:pt x="1298561" y="1480505"/>
                  </a:lnTo>
                  <a:lnTo>
                    <a:pt x="1300755" y="1568588"/>
                  </a:lnTo>
                  <a:lnTo>
                    <a:pt x="1302949" y="1595660"/>
                  </a:lnTo>
                  <a:lnTo>
                    <a:pt x="1305143" y="1607491"/>
                  </a:lnTo>
                  <a:lnTo>
                    <a:pt x="1307336" y="1579103"/>
                  </a:lnTo>
                  <a:lnTo>
                    <a:pt x="1309530" y="1552803"/>
                  </a:lnTo>
                  <a:lnTo>
                    <a:pt x="1311724" y="1545270"/>
                  </a:lnTo>
                  <a:lnTo>
                    <a:pt x="1313918" y="1489482"/>
                  </a:lnTo>
                  <a:lnTo>
                    <a:pt x="1316112" y="1483464"/>
                  </a:lnTo>
                  <a:lnTo>
                    <a:pt x="1318305" y="1424174"/>
                  </a:lnTo>
                  <a:lnTo>
                    <a:pt x="1320499" y="1432692"/>
                  </a:lnTo>
                  <a:lnTo>
                    <a:pt x="1322693" y="1450693"/>
                  </a:lnTo>
                  <a:lnTo>
                    <a:pt x="1324887" y="1475470"/>
                  </a:lnTo>
                  <a:lnTo>
                    <a:pt x="1327081" y="1511128"/>
                  </a:lnTo>
                  <a:lnTo>
                    <a:pt x="1329274" y="1526696"/>
                  </a:lnTo>
                  <a:lnTo>
                    <a:pt x="1331468" y="1645660"/>
                  </a:lnTo>
                  <a:lnTo>
                    <a:pt x="1333662" y="1783449"/>
                  </a:lnTo>
                  <a:lnTo>
                    <a:pt x="1335856" y="1854086"/>
                  </a:lnTo>
                  <a:lnTo>
                    <a:pt x="1338049" y="1907181"/>
                  </a:lnTo>
                  <a:lnTo>
                    <a:pt x="1340243" y="1905183"/>
                  </a:lnTo>
                  <a:lnTo>
                    <a:pt x="1342437" y="1940601"/>
                  </a:lnTo>
                  <a:lnTo>
                    <a:pt x="1344631" y="1932042"/>
                  </a:lnTo>
                  <a:lnTo>
                    <a:pt x="1346825" y="1906979"/>
                  </a:lnTo>
                  <a:lnTo>
                    <a:pt x="1349018" y="1951909"/>
                  </a:lnTo>
                  <a:lnTo>
                    <a:pt x="1351212" y="1969941"/>
                  </a:lnTo>
                  <a:lnTo>
                    <a:pt x="1353406" y="1974772"/>
                  </a:lnTo>
                  <a:lnTo>
                    <a:pt x="1355600" y="1852414"/>
                  </a:lnTo>
                  <a:lnTo>
                    <a:pt x="1357793" y="1722344"/>
                  </a:lnTo>
                  <a:lnTo>
                    <a:pt x="1359987" y="1759189"/>
                  </a:lnTo>
                  <a:lnTo>
                    <a:pt x="1362181" y="1675114"/>
                  </a:lnTo>
                  <a:lnTo>
                    <a:pt x="1364375" y="1643580"/>
                  </a:lnTo>
                  <a:lnTo>
                    <a:pt x="1366569" y="1574745"/>
                  </a:lnTo>
                  <a:lnTo>
                    <a:pt x="1368762" y="1582531"/>
                  </a:lnTo>
                  <a:lnTo>
                    <a:pt x="1370956" y="1584410"/>
                  </a:lnTo>
                  <a:lnTo>
                    <a:pt x="1373150" y="1529775"/>
                  </a:lnTo>
                  <a:lnTo>
                    <a:pt x="1375344" y="1573545"/>
                  </a:lnTo>
                  <a:lnTo>
                    <a:pt x="1377538" y="1478744"/>
                  </a:lnTo>
                  <a:lnTo>
                    <a:pt x="1379731" y="1461641"/>
                  </a:lnTo>
                  <a:lnTo>
                    <a:pt x="1381925" y="1434391"/>
                  </a:lnTo>
                  <a:lnTo>
                    <a:pt x="1384119" y="1423754"/>
                  </a:lnTo>
                  <a:lnTo>
                    <a:pt x="1386313" y="1461735"/>
                  </a:lnTo>
                  <a:lnTo>
                    <a:pt x="1388506" y="1426265"/>
                  </a:lnTo>
                  <a:lnTo>
                    <a:pt x="1390700" y="1423254"/>
                  </a:lnTo>
                  <a:lnTo>
                    <a:pt x="1392894" y="1442410"/>
                  </a:lnTo>
                  <a:lnTo>
                    <a:pt x="1395088" y="1446798"/>
                  </a:lnTo>
                  <a:lnTo>
                    <a:pt x="1397282" y="1441213"/>
                  </a:lnTo>
                  <a:lnTo>
                    <a:pt x="1399475" y="1453739"/>
                  </a:lnTo>
                  <a:lnTo>
                    <a:pt x="1401669" y="1448703"/>
                  </a:lnTo>
                  <a:lnTo>
                    <a:pt x="1403863" y="1463463"/>
                  </a:lnTo>
                  <a:lnTo>
                    <a:pt x="1406057" y="1466451"/>
                  </a:lnTo>
                  <a:lnTo>
                    <a:pt x="1408250" y="1544324"/>
                  </a:lnTo>
                  <a:lnTo>
                    <a:pt x="1410444" y="1555550"/>
                  </a:lnTo>
                  <a:lnTo>
                    <a:pt x="1412638" y="1646569"/>
                  </a:lnTo>
                  <a:lnTo>
                    <a:pt x="1414832" y="1771151"/>
                  </a:lnTo>
                  <a:lnTo>
                    <a:pt x="1417026" y="1731227"/>
                  </a:lnTo>
                  <a:lnTo>
                    <a:pt x="1419219" y="1696471"/>
                  </a:lnTo>
                  <a:lnTo>
                    <a:pt x="1421413" y="1604292"/>
                  </a:lnTo>
                  <a:lnTo>
                    <a:pt x="1423607" y="1555182"/>
                  </a:lnTo>
                  <a:lnTo>
                    <a:pt x="1425801" y="1540762"/>
                  </a:lnTo>
                  <a:lnTo>
                    <a:pt x="1427995" y="1501698"/>
                  </a:lnTo>
                  <a:lnTo>
                    <a:pt x="1430188" y="1504844"/>
                  </a:lnTo>
                  <a:lnTo>
                    <a:pt x="1432382" y="1482027"/>
                  </a:lnTo>
                  <a:lnTo>
                    <a:pt x="1434576" y="1482749"/>
                  </a:lnTo>
                  <a:lnTo>
                    <a:pt x="1436770" y="1645827"/>
                  </a:lnTo>
                  <a:lnTo>
                    <a:pt x="1438963" y="1741130"/>
                  </a:lnTo>
                  <a:lnTo>
                    <a:pt x="1441157" y="1801422"/>
                  </a:lnTo>
                  <a:lnTo>
                    <a:pt x="1443351" y="1814582"/>
                  </a:lnTo>
                  <a:lnTo>
                    <a:pt x="1445545" y="1703655"/>
                  </a:lnTo>
                  <a:lnTo>
                    <a:pt x="1447739" y="1771374"/>
                  </a:lnTo>
                  <a:lnTo>
                    <a:pt x="1449932" y="1737299"/>
                  </a:lnTo>
                  <a:lnTo>
                    <a:pt x="1452126" y="1666714"/>
                  </a:lnTo>
                  <a:lnTo>
                    <a:pt x="1454320" y="1612997"/>
                  </a:lnTo>
                  <a:lnTo>
                    <a:pt x="1456514" y="1545171"/>
                  </a:lnTo>
                  <a:lnTo>
                    <a:pt x="1458708" y="1542827"/>
                  </a:lnTo>
                  <a:lnTo>
                    <a:pt x="1460901" y="1505249"/>
                  </a:lnTo>
                  <a:lnTo>
                    <a:pt x="1463095" y="1487356"/>
                  </a:lnTo>
                  <a:lnTo>
                    <a:pt x="1465289" y="1490349"/>
                  </a:lnTo>
                  <a:lnTo>
                    <a:pt x="1467483" y="1471795"/>
                  </a:lnTo>
                  <a:lnTo>
                    <a:pt x="1469676" y="1493002"/>
                  </a:lnTo>
                  <a:lnTo>
                    <a:pt x="1471870" y="1436257"/>
                  </a:lnTo>
                  <a:lnTo>
                    <a:pt x="1474064" y="1465506"/>
                  </a:lnTo>
                  <a:lnTo>
                    <a:pt x="1476258" y="1496476"/>
                  </a:lnTo>
                  <a:lnTo>
                    <a:pt x="1478452" y="1472416"/>
                  </a:lnTo>
                  <a:lnTo>
                    <a:pt x="1480645" y="1637840"/>
                  </a:lnTo>
                  <a:lnTo>
                    <a:pt x="1482839" y="1668745"/>
                  </a:lnTo>
                  <a:lnTo>
                    <a:pt x="1485033" y="1708753"/>
                  </a:lnTo>
                  <a:lnTo>
                    <a:pt x="1487227" y="1642688"/>
                  </a:lnTo>
                  <a:lnTo>
                    <a:pt x="1489420" y="1597778"/>
                  </a:lnTo>
                  <a:lnTo>
                    <a:pt x="1491614" y="1751866"/>
                  </a:lnTo>
                  <a:lnTo>
                    <a:pt x="1493808" y="1813647"/>
                  </a:lnTo>
                  <a:lnTo>
                    <a:pt x="1496002" y="1887121"/>
                  </a:lnTo>
                  <a:lnTo>
                    <a:pt x="1498196" y="1865691"/>
                  </a:lnTo>
                  <a:lnTo>
                    <a:pt x="1500389" y="1886802"/>
                  </a:lnTo>
                  <a:lnTo>
                    <a:pt x="1502583" y="2016554"/>
                  </a:lnTo>
                  <a:lnTo>
                    <a:pt x="1504777" y="1956618"/>
                  </a:lnTo>
                  <a:lnTo>
                    <a:pt x="1506971" y="2053536"/>
                  </a:lnTo>
                  <a:lnTo>
                    <a:pt x="1509165" y="2034836"/>
                  </a:lnTo>
                  <a:lnTo>
                    <a:pt x="1511358" y="2071372"/>
                  </a:lnTo>
                  <a:lnTo>
                    <a:pt x="1513552" y="2104081"/>
                  </a:lnTo>
                  <a:lnTo>
                    <a:pt x="1515746" y="2076686"/>
                  </a:lnTo>
                  <a:lnTo>
                    <a:pt x="1517940" y="2125979"/>
                  </a:lnTo>
                  <a:lnTo>
                    <a:pt x="1520133" y="2126800"/>
                  </a:lnTo>
                  <a:lnTo>
                    <a:pt x="1522327" y="2147773"/>
                  </a:lnTo>
                  <a:lnTo>
                    <a:pt x="1524521" y="2158297"/>
                  </a:lnTo>
                  <a:lnTo>
                    <a:pt x="1526715" y="2181966"/>
                  </a:lnTo>
                  <a:lnTo>
                    <a:pt x="1528909" y="2181471"/>
                  </a:lnTo>
                  <a:lnTo>
                    <a:pt x="1531102" y="2174356"/>
                  </a:lnTo>
                  <a:lnTo>
                    <a:pt x="1533296" y="2150893"/>
                  </a:lnTo>
                  <a:lnTo>
                    <a:pt x="1535490" y="2131952"/>
                  </a:lnTo>
                  <a:lnTo>
                    <a:pt x="1537684" y="2115954"/>
                  </a:lnTo>
                  <a:lnTo>
                    <a:pt x="1539877" y="2105233"/>
                  </a:lnTo>
                  <a:lnTo>
                    <a:pt x="1542071" y="2072638"/>
                  </a:lnTo>
                  <a:lnTo>
                    <a:pt x="1544265" y="2062515"/>
                  </a:lnTo>
                  <a:lnTo>
                    <a:pt x="1546459" y="2080671"/>
                  </a:lnTo>
                  <a:lnTo>
                    <a:pt x="1548653" y="2076039"/>
                  </a:lnTo>
                  <a:lnTo>
                    <a:pt x="1550846" y="2061023"/>
                  </a:lnTo>
                  <a:lnTo>
                    <a:pt x="1553040" y="2079062"/>
                  </a:lnTo>
                  <a:lnTo>
                    <a:pt x="1555234" y="2060439"/>
                  </a:lnTo>
                  <a:lnTo>
                    <a:pt x="1557428" y="2005457"/>
                  </a:lnTo>
                  <a:lnTo>
                    <a:pt x="1559622" y="1982586"/>
                  </a:lnTo>
                  <a:lnTo>
                    <a:pt x="1561815" y="1966223"/>
                  </a:lnTo>
                  <a:lnTo>
                    <a:pt x="1564009" y="1969922"/>
                  </a:lnTo>
                  <a:lnTo>
                    <a:pt x="1566203" y="1912105"/>
                  </a:lnTo>
                  <a:lnTo>
                    <a:pt x="1568397" y="1952373"/>
                  </a:lnTo>
                  <a:lnTo>
                    <a:pt x="1570590" y="1960735"/>
                  </a:lnTo>
                  <a:lnTo>
                    <a:pt x="1572784" y="1918533"/>
                  </a:lnTo>
                  <a:lnTo>
                    <a:pt x="1574978" y="1928805"/>
                  </a:lnTo>
                  <a:lnTo>
                    <a:pt x="1577172" y="1872484"/>
                  </a:lnTo>
                  <a:lnTo>
                    <a:pt x="1579366" y="1873129"/>
                  </a:lnTo>
                  <a:lnTo>
                    <a:pt x="1581559" y="1854176"/>
                  </a:lnTo>
                  <a:lnTo>
                    <a:pt x="1583753" y="1821200"/>
                  </a:lnTo>
                  <a:lnTo>
                    <a:pt x="1585947" y="1824539"/>
                  </a:lnTo>
                  <a:lnTo>
                    <a:pt x="1588141" y="1803234"/>
                  </a:lnTo>
                  <a:lnTo>
                    <a:pt x="1590334" y="1769888"/>
                  </a:lnTo>
                  <a:lnTo>
                    <a:pt x="1592528" y="1700527"/>
                  </a:lnTo>
                  <a:lnTo>
                    <a:pt x="1594722" y="1662427"/>
                  </a:lnTo>
                  <a:lnTo>
                    <a:pt x="1596916" y="1599666"/>
                  </a:lnTo>
                  <a:lnTo>
                    <a:pt x="1599110" y="1611764"/>
                  </a:lnTo>
                  <a:lnTo>
                    <a:pt x="1601303" y="1555252"/>
                  </a:lnTo>
                  <a:lnTo>
                    <a:pt x="1603497" y="1597405"/>
                  </a:lnTo>
                  <a:lnTo>
                    <a:pt x="1605691" y="1682518"/>
                  </a:lnTo>
                  <a:lnTo>
                    <a:pt x="1607885" y="1743666"/>
                  </a:lnTo>
                  <a:lnTo>
                    <a:pt x="1610079" y="1863572"/>
                  </a:lnTo>
                  <a:lnTo>
                    <a:pt x="1612272" y="1896270"/>
                  </a:lnTo>
                  <a:lnTo>
                    <a:pt x="1614466" y="1849114"/>
                  </a:lnTo>
                  <a:lnTo>
                    <a:pt x="1616660" y="1881539"/>
                  </a:lnTo>
                  <a:lnTo>
                    <a:pt x="1618854" y="1803505"/>
                  </a:lnTo>
                  <a:lnTo>
                    <a:pt x="1621047" y="1784161"/>
                  </a:lnTo>
                  <a:lnTo>
                    <a:pt x="1623241" y="1709456"/>
                  </a:lnTo>
                  <a:lnTo>
                    <a:pt x="1625435" y="1714114"/>
                  </a:lnTo>
                  <a:lnTo>
                    <a:pt x="1627629" y="1856825"/>
                  </a:lnTo>
                  <a:lnTo>
                    <a:pt x="1629823" y="1948848"/>
                  </a:lnTo>
                  <a:lnTo>
                    <a:pt x="1632016" y="2018735"/>
                  </a:lnTo>
                  <a:lnTo>
                    <a:pt x="1634210" y="2045126"/>
                  </a:lnTo>
                  <a:lnTo>
                    <a:pt x="1636404" y="1996815"/>
                  </a:lnTo>
                  <a:lnTo>
                    <a:pt x="1638598" y="2016343"/>
                  </a:lnTo>
                  <a:lnTo>
                    <a:pt x="1640792" y="1973336"/>
                  </a:lnTo>
                  <a:lnTo>
                    <a:pt x="1642985" y="2000717"/>
                  </a:lnTo>
                  <a:lnTo>
                    <a:pt x="1645179" y="2003295"/>
                  </a:lnTo>
                  <a:lnTo>
                    <a:pt x="1647373" y="1997912"/>
                  </a:lnTo>
                  <a:lnTo>
                    <a:pt x="1649567" y="1942184"/>
                  </a:lnTo>
                  <a:lnTo>
                    <a:pt x="1651760" y="1912718"/>
                  </a:lnTo>
                  <a:lnTo>
                    <a:pt x="1653954" y="1887815"/>
                  </a:lnTo>
                  <a:lnTo>
                    <a:pt x="1656148" y="1893681"/>
                  </a:lnTo>
                  <a:lnTo>
                    <a:pt x="1658342" y="1933085"/>
                  </a:lnTo>
                  <a:lnTo>
                    <a:pt x="1660536" y="1900938"/>
                  </a:lnTo>
                  <a:lnTo>
                    <a:pt x="1662729" y="1887210"/>
                  </a:lnTo>
                  <a:lnTo>
                    <a:pt x="1664923" y="1897004"/>
                  </a:lnTo>
                  <a:lnTo>
                    <a:pt x="1667117" y="1854589"/>
                  </a:lnTo>
                  <a:lnTo>
                    <a:pt x="1669311" y="1863133"/>
                  </a:lnTo>
                  <a:lnTo>
                    <a:pt x="1671504" y="1816372"/>
                  </a:lnTo>
                  <a:lnTo>
                    <a:pt x="1673698" y="1803270"/>
                  </a:lnTo>
                  <a:lnTo>
                    <a:pt x="1675892" y="1779180"/>
                  </a:lnTo>
                  <a:lnTo>
                    <a:pt x="1678086" y="1771774"/>
                  </a:lnTo>
                  <a:lnTo>
                    <a:pt x="1680280" y="1776888"/>
                  </a:lnTo>
                  <a:lnTo>
                    <a:pt x="1682473" y="1688527"/>
                  </a:lnTo>
                  <a:lnTo>
                    <a:pt x="1684667" y="1685136"/>
                  </a:lnTo>
                  <a:lnTo>
                    <a:pt x="1686861" y="1513147"/>
                  </a:lnTo>
                  <a:lnTo>
                    <a:pt x="1689055" y="1390660"/>
                  </a:lnTo>
                  <a:lnTo>
                    <a:pt x="1691249" y="1277255"/>
                  </a:lnTo>
                  <a:lnTo>
                    <a:pt x="1693442" y="1189559"/>
                  </a:lnTo>
                  <a:lnTo>
                    <a:pt x="1695636" y="1326177"/>
                  </a:lnTo>
                  <a:lnTo>
                    <a:pt x="1697830" y="1269307"/>
                  </a:lnTo>
                  <a:lnTo>
                    <a:pt x="1700024" y="1326141"/>
                  </a:lnTo>
                  <a:lnTo>
                    <a:pt x="1702217" y="1383057"/>
                  </a:lnTo>
                  <a:lnTo>
                    <a:pt x="1704411" y="1356894"/>
                  </a:lnTo>
                  <a:lnTo>
                    <a:pt x="1706605" y="1313509"/>
                  </a:lnTo>
                  <a:lnTo>
                    <a:pt x="1708799" y="1202453"/>
                  </a:lnTo>
                  <a:lnTo>
                    <a:pt x="1710993" y="1147174"/>
                  </a:lnTo>
                  <a:lnTo>
                    <a:pt x="1713186" y="1126079"/>
                  </a:lnTo>
                  <a:lnTo>
                    <a:pt x="1715380" y="1127023"/>
                  </a:lnTo>
                  <a:lnTo>
                    <a:pt x="1717574" y="1235179"/>
                  </a:lnTo>
                  <a:lnTo>
                    <a:pt x="1719768" y="1327301"/>
                  </a:lnTo>
                  <a:lnTo>
                    <a:pt x="1721961" y="1327859"/>
                  </a:lnTo>
                  <a:lnTo>
                    <a:pt x="1724155" y="1306577"/>
                  </a:lnTo>
                  <a:lnTo>
                    <a:pt x="1726349" y="1262085"/>
                  </a:lnTo>
                  <a:lnTo>
                    <a:pt x="1728543" y="1161943"/>
                  </a:lnTo>
                  <a:lnTo>
                    <a:pt x="1730737" y="1188579"/>
                  </a:lnTo>
                  <a:lnTo>
                    <a:pt x="1732930" y="1154664"/>
                  </a:lnTo>
                  <a:lnTo>
                    <a:pt x="1735124" y="1102423"/>
                  </a:lnTo>
                  <a:lnTo>
                    <a:pt x="1737318" y="1144660"/>
                  </a:lnTo>
                  <a:lnTo>
                    <a:pt x="1739512" y="1109206"/>
                  </a:lnTo>
                  <a:lnTo>
                    <a:pt x="1741706" y="1067430"/>
                  </a:lnTo>
                  <a:lnTo>
                    <a:pt x="1743899" y="1027369"/>
                  </a:lnTo>
                  <a:lnTo>
                    <a:pt x="1746093" y="987375"/>
                  </a:lnTo>
                  <a:lnTo>
                    <a:pt x="1748287" y="935617"/>
                  </a:lnTo>
                  <a:lnTo>
                    <a:pt x="1750481" y="903410"/>
                  </a:lnTo>
                  <a:lnTo>
                    <a:pt x="1752674" y="851516"/>
                  </a:lnTo>
                  <a:lnTo>
                    <a:pt x="1754868" y="882136"/>
                  </a:lnTo>
                  <a:lnTo>
                    <a:pt x="1757062" y="797839"/>
                  </a:lnTo>
                  <a:lnTo>
                    <a:pt x="1759256" y="832467"/>
                  </a:lnTo>
                  <a:lnTo>
                    <a:pt x="1761450" y="794021"/>
                  </a:lnTo>
                  <a:lnTo>
                    <a:pt x="1763643" y="791512"/>
                  </a:lnTo>
                  <a:lnTo>
                    <a:pt x="1765837" y="877572"/>
                  </a:lnTo>
                  <a:lnTo>
                    <a:pt x="1768031" y="1021827"/>
                  </a:lnTo>
                  <a:lnTo>
                    <a:pt x="1770225" y="1153245"/>
                  </a:lnTo>
                  <a:lnTo>
                    <a:pt x="1772419" y="1288497"/>
                  </a:lnTo>
                  <a:lnTo>
                    <a:pt x="1774612" y="1241538"/>
                  </a:lnTo>
                  <a:lnTo>
                    <a:pt x="1776806" y="1094495"/>
                  </a:lnTo>
                  <a:lnTo>
                    <a:pt x="1779000" y="898582"/>
                  </a:lnTo>
                  <a:lnTo>
                    <a:pt x="1781194" y="753230"/>
                  </a:lnTo>
                  <a:lnTo>
                    <a:pt x="1783387" y="725042"/>
                  </a:lnTo>
                  <a:lnTo>
                    <a:pt x="1785581" y="723709"/>
                  </a:lnTo>
                  <a:lnTo>
                    <a:pt x="1787775" y="541193"/>
                  </a:lnTo>
                  <a:lnTo>
                    <a:pt x="1789969" y="560933"/>
                  </a:lnTo>
                  <a:lnTo>
                    <a:pt x="1792163" y="459911"/>
                  </a:lnTo>
                  <a:lnTo>
                    <a:pt x="1794356" y="291224"/>
                  </a:lnTo>
                  <a:lnTo>
                    <a:pt x="1796550" y="229821"/>
                  </a:lnTo>
                  <a:lnTo>
                    <a:pt x="1798744" y="101760"/>
                  </a:lnTo>
                  <a:lnTo>
                    <a:pt x="1800938" y="156349"/>
                  </a:lnTo>
                  <a:lnTo>
                    <a:pt x="1803131" y="73875"/>
                  </a:lnTo>
                  <a:lnTo>
                    <a:pt x="1805325" y="0"/>
                  </a:lnTo>
                  <a:lnTo>
                    <a:pt x="1807519" y="205554"/>
                  </a:lnTo>
                  <a:lnTo>
                    <a:pt x="1809713" y="183992"/>
                  </a:lnTo>
                  <a:lnTo>
                    <a:pt x="1811907" y="312685"/>
                  </a:lnTo>
                  <a:lnTo>
                    <a:pt x="1814100" y="350868"/>
                  </a:lnTo>
                  <a:lnTo>
                    <a:pt x="1816294" y="388960"/>
                  </a:lnTo>
                  <a:lnTo>
                    <a:pt x="1818488" y="497034"/>
                  </a:lnTo>
                  <a:lnTo>
                    <a:pt x="1820682" y="468554"/>
                  </a:lnTo>
                  <a:lnTo>
                    <a:pt x="1822876" y="639654"/>
                  </a:lnTo>
                  <a:lnTo>
                    <a:pt x="1825069" y="656653"/>
                  </a:lnTo>
                  <a:lnTo>
                    <a:pt x="1827263" y="638392"/>
                  </a:lnTo>
                  <a:lnTo>
                    <a:pt x="1829457" y="700568"/>
                  </a:lnTo>
                  <a:lnTo>
                    <a:pt x="1831651" y="571878"/>
                  </a:lnTo>
                  <a:lnTo>
                    <a:pt x="1833844" y="599791"/>
                  </a:lnTo>
                  <a:lnTo>
                    <a:pt x="1836038" y="514982"/>
                  </a:lnTo>
                  <a:lnTo>
                    <a:pt x="1838232" y="563911"/>
                  </a:lnTo>
                  <a:lnTo>
                    <a:pt x="1840426" y="363209"/>
                  </a:lnTo>
                  <a:lnTo>
                    <a:pt x="1842620" y="414647"/>
                  </a:lnTo>
                  <a:lnTo>
                    <a:pt x="1844813" y="461934"/>
                  </a:lnTo>
                  <a:lnTo>
                    <a:pt x="1847007" y="394257"/>
                  </a:lnTo>
                  <a:lnTo>
                    <a:pt x="1849201" y="485800"/>
                  </a:lnTo>
                  <a:lnTo>
                    <a:pt x="1851395" y="555105"/>
                  </a:lnTo>
                  <a:lnTo>
                    <a:pt x="1853588" y="532886"/>
                  </a:lnTo>
                  <a:lnTo>
                    <a:pt x="1855782" y="582928"/>
                  </a:lnTo>
                  <a:lnTo>
                    <a:pt x="1857976" y="652035"/>
                  </a:lnTo>
                  <a:lnTo>
                    <a:pt x="1860170" y="569617"/>
                  </a:lnTo>
                  <a:lnTo>
                    <a:pt x="1862364" y="759210"/>
                  </a:lnTo>
                  <a:lnTo>
                    <a:pt x="1864557" y="828873"/>
                  </a:lnTo>
                  <a:lnTo>
                    <a:pt x="1866751" y="930335"/>
                  </a:lnTo>
                  <a:lnTo>
                    <a:pt x="1868945" y="1103036"/>
                  </a:lnTo>
                  <a:lnTo>
                    <a:pt x="1871139" y="1185055"/>
                  </a:lnTo>
                  <a:lnTo>
                    <a:pt x="1873333" y="1254044"/>
                  </a:lnTo>
                  <a:lnTo>
                    <a:pt x="1875526" y="1182189"/>
                  </a:lnTo>
                  <a:lnTo>
                    <a:pt x="1877720" y="1053069"/>
                  </a:lnTo>
                  <a:lnTo>
                    <a:pt x="1879914" y="961729"/>
                  </a:lnTo>
                  <a:lnTo>
                    <a:pt x="1882108" y="900915"/>
                  </a:lnTo>
                  <a:lnTo>
                    <a:pt x="1884301" y="920283"/>
                  </a:lnTo>
                  <a:lnTo>
                    <a:pt x="1886495" y="954787"/>
                  </a:lnTo>
                  <a:lnTo>
                    <a:pt x="1888689" y="926420"/>
                  </a:lnTo>
                  <a:lnTo>
                    <a:pt x="1890883" y="903467"/>
                  </a:lnTo>
                  <a:lnTo>
                    <a:pt x="1893077" y="952312"/>
                  </a:lnTo>
                  <a:lnTo>
                    <a:pt x="1895270" y="930987"/>
                  </a:lnTo>
                  <a:lnTo>
                    <a:pt x="1897464" y="1074524"/>
                  </a:lnTo>
                  <a:lnTo>
                    <a:pt x="1899658" y="1217712"/>
                  </a:lnTo>
                  <a:lnTo>
                    <a:pt x="1901852" y="1458965"/>
                  </a:lnTo>
                  <a:lnTo>
                    <a:pt x="1904046" y="1655032"/>
                  </a:lnTo>
                  <a:lnTo>
                    <a:pt x="1906239" y="1671466"/>
                  </a:lnTo>
                  <a:lnTo>
                    <a:pt x="1908433" y="1712284"/>
                  </a:lnTo>
                  <a:lnTo>
                    <a:pt x="1910627" y="1726553"/>
                  </a:lnTo>
                  <a:lnTo>
                    <a:pt x="1912821" y="1741202"/>
                  </a:lnTo>
                  <a:lnTo>
                    <a:pt x="1915014" y="1761530"/>
                  </a:lnTo>
                  <a:lnTo>
                    <a:pt x="1917208" y="1747417"/>
                  </a:lnTo>
                  <a:lnTo>
                    <a:pt x="1919402" y="1700408"/>
                  </a:lnTo>
                  <a:lnTo>
                    <a:pt x="1921596" y="1690241"/>
                  </a:lnTo>
                  <a:lnTo>
                    <a:pt x="1923790" y="1731404"/>
                  </a:lnTo>
                  <a:lnTo>
                    <a:pt x="1925983" y="1721758"/>
                  </a:lnTo>
                  <a:lnTo>
                    <a:pt x="1928177" y="1794532"/>
                  </a:lnTo>
                  <a:lnTo>
                    <a:pt x="1930371" y="1793923"/>
                  </a:lnTo>
                  <a:lnTo>
                    <a:pt x="1932565" y="1809593"/>
                  </a:lnTo>
                  <a:lnTo>
                    <a:pt x="1934758" y="1743147"/>
                  </a:lnTo>
                  <a:lnTo>
                    <a:pt x="1936952" y="1851444"/>
                  </a:lnTo>
                  <a:lnTo>
                    <a:pt x="1939146" y="1856569"/>
                  </a:lnTo>
                  <a:lnTo>
                    <a:pt x="1941340" y="1866704"/>
                  </a:lnTo>
                  <a:lnTo>
                    <a:pt x="1943534" y="1910049"/>
                  </a:lnTo>
                  <a:lnTo>
                    <a:pt x="1945727" y="1935233"/>
                  </a:lnTo>
                  <a:lnTo>
                    <a:pt x="1947921" y="1929492"/>
                  </a:lnTo>
                  <a:lnTo>
                    <a:pt x="1950115" y="1908383"/>
                  </a:lnTo>
                  <a:lnTo>
                    <a:pt x="1952309" y="1731657"/>
                  </a:lnTo>
                  <a:lnTo>
                    <a:pt x="1954503" y="1688367"/>
                  </a:lnTo>
                  <a:lnTo>
                    <a:pt x="1956696" y="1686734"/>
                  </a:lnTo>
                  <a:lnTo>
                    <a:pt x="1958890" y="1712287"/>
                  </a:lnTo>
                  <a:lnTo>
                    <a:pt x="1961084" y="1767887"/>
                  </a:lnTo>
                  <a:lnTo>
                    <a:pt x="1963278" y="1832897"/>
                  </a:lnTo>
                  <a:lnTo>
                    <a:pt x="1965471" y="1799595"/>
                  </a:lnTo>
                  <a:lnTo>
                    <a:pt x="1967665" y="1786365"/>
                  </a:lnTo>
                  <a:lnTo>
                    <a:pt x="1969859" y="1714836"/>
                  </a:lnTo>
                  <a:lnTo>
                    <a:pt x="1972053" y="1737079"/>
                  </a:lnTo>
                  <a:lnTo>
                    <a:pt x="1974247" y="1807559"/>
                  </a:lnTo>
                  <a:lnTo>
                    <a:pt x="1976440" y="1914576"/>
                  </a:lnTo>
                  <a:lnTo>
                    <a:pt x="1978634" y="1937911"/>
                  </a:lnTo>
                  <a:lnTo>
                    <a:pt x="1980828" y="1922263"/>
                  </a:lnTo>
                  <a:lnTo>
                    <a:pt x="1983022" y="1920324"/>
                  </a:lnTo>
                  <a:lnTo>
                    <a:pt x="1985215" y="1876552"/>
                  </a:lnTo>
                  <a:lnTo>
                    <a:pt x="1987409" y="1863595"/>
                  </a:lnTo>
                  <a:lnTo>
                    <a:pt x="1989603" y="1848828"/>
                  </a:lnTo>
                  <a:lnTo>
                    <a:pt x="1991797" y="1858274"/>
                  </a:lnTo>
                  <a:lnTo>
                    <a:pt x="1993991" y="1839606"/>
                  </a:lnTo>
                  <a:lnTo>
                    <a:pt x="1996184" y="1808042"/>
                  </a:lnTo>
                  <a:lnTo>
                    <a:pt x="1998378" y="1707268"/>
                  </a:lnTo>
                  <a:lnTo>
                    <a:pt x="2000572" y="1598384"/>
                  </a:lnTo>
                  <a:lnTo>
                    <a:pt x="2002766" y="1577963"/>
                  </a:lnTo>
                  <a:lnTo>
                    <a:pt x="2004960" y="1571586"/>
                  </a:lnTo>
                  <a:lnTo>
                    <a:pt x="2007153" y="1493488"/>
                  </a:lnTo>
                  <a:lnTo>
                    <a:pt x="2009347" y="1490604"/>
                  </a:lnTo>
                  <a:lnTo>
                    <a:pt x="2011541" y="1499634"/>
                  </a:lnTo>
                  <a:lnTo>
                    <a:pt x="2013735" y="1548951"/>
                  </a:lnTo>
                  <a:lnTo>
                    <a:pt x="2015928" y="1649071"/>
                  </a:lnTo>
                  <a:lnTo>
                    <a:pt x="2018122" y="1721102"/>
                  </a:lnTo>
                  <a:lnTo>
                    <a:pt x="2020316" y="1698727"/>
                  </a:lnTo>
                  <a:lnTo>
                    <a:pt x="2022510" y="1603352"/>
                  </a:lnTo>
                  <a:lnTo>
                    <a:pt x="2024704" y="1577536"/>
                  </a:lnTo>
                  <a:lnTo>
                    <a:pt x="2026897" y="1498547"/>
                  </a:lnTo>
                  <a:lnTo>
                    <a:pt x="2029091" y="1470131"/>
                  </a:lnTo>
                  <a:lnTo>
                    <a:pt x="2031285" y="1567790"/>
                  </a:lnTo>
                  <a:lnTo>
                    <a:pt x="2033479" y="1593489"/>
                  </a:lnTo>
                  <a:lnTo>
                    <a:pt x="2035673" y="1712560"/>
                  </a:lnTo>
                  <a:lnTo>
                    <a:pt x="2037866" y="1740159"/>
                  </a:lnTo>
                  <a:lnTo>
                    <a:pt x="2040060" y="1793077"/>
                  </a:lnTo>
                  <a:lnTo>
                    <a:pt x="2042254" y="1794495"/>
                  </a:lnTo>
                  <a:lnTo>
                    <a:pt x="2044448" y="1725950"/>
                  </a:lnTo>
                  <a:lnTo>
                    <a:pt x="2046641" y="1648381"/>
                  </a:lnTo>
                  <a:lnTo>
                    <a:pt x="2048835" y="1546658"/>
                  </a:lnTo>
                  <a:lnTo>
                    <a:pt x="2051029" y="1549300"/>
                  </a:lnTo>
                  <a:lnTo>
                    <a:pt x="2053223" y="1473976"/>
                  </a:lnTo>
                  <a:lnTo>
                    <a:pt x="2055417" y="1411244"/>
                  </a:lnTo>
                  <a:lnTo>
                    <a:pt x="2057610" y="1442901"/>
                  </a:lnTo>
                  <a:lnTo>
                    <a:pt x="2059804" y="1445174"/>
                  </a:lnTo>
                  <a:lnTo>
                    <a:pt x="2061998" y="1503472"/>
                  </a:lnTo>
                  <a:lnTo>
                    <a:pt x="2064192" y="1457735"/>
                  </a:lnTo>
                  <a:lnTo>
                    <a:pt x="2066385" y="1508018"/>
                  </a:lnTo>
                  <a:lnTo>
                    <a:pt x="2068579" y="1575135"/>
                  </a:lnTo>
                  <a:lnTo>
                    <a:pt x="2070773" y="1581183"/>
                  </a:lnTo>
                  <a:lnTo>
                    <a:pt x="2072967" y="1598484"/>
                  </a:lnTo>
                  <a:lnTo>
                    <a:pt x="2075161" y="1526588"/>
                  </a:lnTo>
                  <a:lnTo>
                    <a:pt x="2077354" y="1577717"/>
                  </a:lnTo>
                  <a:lnTo>
                    <a:pt x="2079548" y="1675159"/>
                  </a:lnTo>
                  <a:lnTo>
                    <a:pt x="2081742" y="1799129"/>
                  </a:lnTo>
                  <a:lnTo>
                    <a:pt x="2083936" y="1784083"/>
                  </a:lnTo>
                  <a:lnTo>
                    <a:pt x="2086130" y="1760137"/>
                  </a:lnTo>
                  <a:lnTo>
                    <a:pt x="2088323" y="1784978"/>
                  </a:lnTo>
                  <a:lnTo>
                    <a:pt x="2090517" y="1832588"/>
                  </a:lnTo>
                  <a:lnTo>
                    <a:pt x="2092711" y="1857935"/>
                  </a:lnTo>
                  <a:lnTo>
                    <a:pt x="2094905" y="1842360"/>
                  </a:lnTo>
                  <a:lnTo>
                    <a:pt x="2097098" y="1891986"/>
                  </a:lnTo>
                  <a:lnTo>
                    <a:pt x="2099292" y="1950882"/>
                  </a:lnTo>
                  <a:lnTo>
                    <a:pt x="2101486" y="1958617"/>
                  </a:lnTo>
                  <a:lnTo>
                    <a:pt x="2103680" y="1979372"/>
                  </a:lnTo>
                  <a:lnTo>
                    <a:pt x="2105874" y="1912830"/>
                  </a:lnTo>
                  <a:lnTo>
                    <a:pt x="2108067" y="1949997"/>
                  </a:lnTo>
                  <a:lnTo>
                    <a:pt x="2110261" y="1958584"/>
                  </a:lnTo>
                  <a:lnTo>
                    <a:pt x="2112455" y="1993198"/>
                  </a:lnTo>
                  <a:lnTo>
                    <a:pt x="2114649" y="1967946"/>
                  </a:lnTo>
                  <a:lnTo>
                    <a:pt x="2116842" y="1903562"/>
                  </a:lnTo>
                  <a:lnTo>
                    <a:pt x="2119036" y="1838862"/>
                  </a:lnTo>
                  <a:lnTo>
                    <a:pt x="2121230" y="1720352"/>
                  </a:lnTo>
                  <a:lnTo>
                    <a:pt x="2123424" y="1669593"/>
                  </a:lnTo>
                  <a:lnTo>
                    <a:pt x="2125618" y="1546952"/>
                  </a:lnTo>
                  <a:lnTo>
                    <a:pt x="2127811" y="1460591"/>
                  </a:lnTo>
                  <a:lnTo>
                    <a:pt x="2130005" y="1467949"/>
                  </a:lnTo>
                  <a:lnTo>
                    <a:pt x="2132199" y="1406328"/>
                  </a:lnTo>
                  <a:lnTo>
                    <a:pt x="2134393" y="1430272"/>
                  </a:lnTo>
                  <a:lnTo>
                    <a:pt x="2136587" y="1420213"/>
                  </a:lnTo>
                  <a:lnTo>
                    <a:pt x="2138780" y="1523787"/>
                  </a:lnTo>
                  <a:lnTo>
                    <a:pt x="2140974" y="1543390"/>
                  </a:lnTo>
                  <a:lnTo>
                    <a:pt x="2143168" y="1527674"/>
                  </a:lnTo>
                  <a:lnTo>
                    <a:pt x="2145362" y="1590547"/>
                  </a:lnTo>
                  <a:lnTo>
                    <a:pt x="2147555" y="1646217"/>
                  </a:lnTo>
                  <a:lnTo>
                    <a:pt x="2149749" y="1789454"/>
                  </a:lnTo>
                  <a:lnTo>
                    <a:pt x="2151943" y="1830669"/>
                  </a:lnTo>
                  <a:lnTo>
                    <a:pt x="2154137" y="1762543"/>
                  </a:lnTo>
                  <a:lnTo>
                    <a:pt x="2156331" y="1646985"/>
                  </a:lnTo>
                  <a:lnTo>
                    <a:pt x="2158524" y="1752713"/>
                  </a:lnTo>
                  <a:lnTo>
                    <a:pt x="2160718" y="1809478"/>
                  </a:lnTo>
                  <a:lnTo>
                    <a:pt x="2162912" y="1963797"/>
                  </a:lnTo>
                  <a:lnTo>
                    <a:pt x="2165106" y="1997613"/>
                  </a:lnTo>
                  <a:lnTo>
                    <a:pt x="2167299" y="2007802"/>
                  </a:lnTo>
                  <a:lnTo>
                    <a:pt x="2169493" y="2083722"/>
                  </a:lnTo>
                  <a:lnTo>
                    <a:pt x="2171687" y="2091667"/>
                  </a:lnTo>
                  <a:lnTo>
                    <a:pt x="2173881" y="2081597"/>
                  </a:lnTo>
                  <a:lnTo>
                    <a:pt x="2176075" y="2073924"/>
                  </a:lnTo>
                  <a:lnTo>
                    <a:pt x="2178268" y="2070943"/>
                  </a:lnTo>
                  <a:lnTo>
                    <a:pt x="2180462" y="2100247"/>
                  </a:lnTo>
                  <a:lnTo>
                    <a:pt x="2182656" y="2072576"/>
                  </a:lnTo>
                  <a:lnTo>
                    <a:pt x="2184850" y="2023329"/>
                  </a:lnTo>
                  <a:lnTo>
                    <a:pt x="2187044" y="2024501"/>
                  </a:lnTo>
                  <a:lnTo>
                    <a:pt x="2189237" y="1860860"/>
                  </a:lnTo>
                  <a:lnTo>
                    <a:pt x="2191431" y="1816634"/>
                  </a:lnTo>
                  <a:lnTo>
                    <a:pt x="2193625" y="1790670"/>
                  </a:lnTo>
                  <a:lnTo>
                    <a:pt x="2195819" y="1770517"/>
                  </a:lnTo>
                  <a:lnTo>
                    <a:pt x="2198012" y="1802532"/>
                  </a:lnTo>
                  <a:lnTo>
                    <a:pt x="2200206" y="1665682"/>
                  </a:lnTo>
                  <a:lnTo>
                    <a:pt x="2202400" y="1651359"/>
                  </a:lnTo>
                  <a:lnTo>
                    <a:pt x="2204594" y="1477366"/>
                  </a:lnTo>
                  <a:lnTo>
                    <a:pt x="2206788" y="1439615"/>
                  </a:lnTo>
                  <a:lnTo>
                    <a:pt x="2208981" y="1387133"/>
                  </a:lnTo>
                  <a:lnTo>
                    <a:pt x="2211175" y="1364352"/>
                  </a:lnTo>
                  <a:lnTo>
                    <a:pt x="2213369" y="1429492"/>
                  </a:lnTo>
                  <a:lnTo>
                    <a:pt x="2215563" y="1410228"/>
                  </a:lnTo>
                  <a:lnTo>
                    <a:pt x="2217757" y="1442983"/>
                  </a:lnTo>
                  <a:lnTo>
                    <a:pt x="2219950" y="1430370"/>
                  </a:lnTo>
                  <a:lnTo>
                    <a:pt x="2222144" y="1382087"/>
                  </a:lnTo>
                  <a:lnTo>
                    <a:pt x="2224338" y="1391012"/>
                  </a:lnTo>
                  <a:lnTo>
                    <a:pt x="2226532" y="1338173"/>
                  </a:lnTo>
                  <a:lnTo>
                    <a:pt x="2228725" y="1250321"/>
                  </a:lnTo>
                  <a:lnTo>
                    <a:pt x="2230919" y="1309373"/>
                  </a:lnTo>
                  <a:lnTo>
                    <a:pt x="2233113" y="1271614"/>
                  </a:lnTo>
                  <a:lnTo>
                    <a:pt x="2235307" y="1274795"/>
                  </a:lnTo>
                  <a:lnTo>
                    <a:pt x="2237501" y="1260233"/>
                  </a:lnTo>
                  <a:lnTo>
                    <a:pt x="2239694" y="1252509"/>
                  </a:lnTo>
                  <a:lnTo>
                    <a:pt x="2241888" y="1255799"/>
                  </a:lnTo>
                  <a:lnTo>
                    <a:pt x="2244082" y="1247441"/>
                  </a:lnTo>
                  <a:lnTo>
                    <a:pt x="2246276" y="1289600"/>
                  </a:lnTo>
                  <a:lnTo>
                    <a:pt x="2248469" y="1335580"/>
                  </a:lnTo>
                  <a:lnTo>
                    <a:pt x="2250663" y="1344895"/>
                  </a:lnTo>
                  <a:lnTo>
                    <a:pt x="2252857" y="1344584"/>
                  </a:lnTo>
                  <a:lnTo>
                    <a:pt x="2255051" y="1388829"/>
                  </a:lnTo>
                  <a:lnTo>
                    <a:pt x="2257245" y="1411081"/>
                  </a:lnTo>
                  <a:lnTo>
                    <a:pt x="2259438" y="1428356"/>
                  </a:lnTo>
                  <a:lnTo>
                    <a:pt x="2261632" y="1442358"/>
                  </a:lnTo>
                  <a:lnTo>
                    <a:pt x="2263826" y="1438471"/>
                  </a:lnTo>
                  <a:lnTo>
                    <a:pt x="2266020" y="1438415"/>
                  </a:lnTo>
                  <a:lnTo>
                    <a:pt x="2268214" y="1436448"/>
                  </a:lnTo>
                  <a:lnTo>
                    <a:pt x="2270407" y="1412231"/>
                  </a:lnTo>
                  <a:lnTo>
                    <a:pt x="2272601" y="1345185"/>
                  </a:lnTo>
                  <a:lnTo>
                    <a:pt x="2274795" y="1376173"/>
                  </a:lnTo>
                  <a:lnTo>
                    <a:pt x="2276989" y="1359796"/>
                  </a:lnTo>
                  <a:lnTo>
                    <a:pt x="2279182" y="1372993"/>
                  </a:lnTo>
                  <a:lnTo>
                    <a:pt x="2281376" y="1445868"/>
                  </a:lnTo>
                  <a:lnTo>
                    <a:pt x="2283570" y="1383912"/>
                  </a:lnTo>
                  <a:lnTo>
                    <a:pt x="2285764" y="1449475"/>
                  </a:lnTo>
                  <a:lnTo>
                    <a:pt x="2287958" y="1405389"/>
                  </a:lnTo>
                  <a:lnTo>
                    <a:pt x="2290151" y="1411245"/>
                  </a:lnTo>
                  <a:lnTo>
                    <a:pt x="2292345" y="1376057"/>
                  </a:lnTo>
                  <a:lnTo>
                    <a:pt x="2294539" y="1394289"/>
                  </a:lnTo>
                  <a:lnTo>
                    <a:pt x="2296733" y="1407909"/>
                  </a:lnTo>
                  <a:lnTo>
                    <a:pt x="2298926" y="1401692"/>
                  </a:lnTo>
                  <a:lnTo>
                    <a:pt x="2301120" y="1436876"/>
                  </a:lnTo>
                  <a:lnTo>
                    <a:pt x="2303314" y="1402857"/>
                  </a:lnTo>
                  <a:lnTo>
                    <a:pt x="2305508" y="1432960"/>
                  </a:lnTo>
                  <a:lnTo>
                    <a:pt x="2307702" y="1415973"/>
                  </a:lnTo>
                  <a:lnTo>
                    <a:pt x="2309895" y="1444032"/>
                  </a:lnTo>
                  <a:lnTo>
                    <a:pt x="2312089" y="1462663"/>
                  </a:lnTo>
                  <a:lnTo>
                    <a:pt x="2314283" y="1517333"/>
                  </a:lnTo>
                  <a:lnTo>
                    <a:pt x="2316477" y="1475351"/>
                  </a:lnTo>
                  <a:lnTo>
                    <a:pt x="2318671" y="1475131"/>
                  </a:lnTo>
                  <a:lnTo>
                    <a:pt x="2320864" y="1445819"/>
                  </a:lnTo>
                  <a:lnTo>
                    <a:pt x="2323058" y="1434953"/>
                  </a:lnTo>
                  <a:lnTo>
                    <a:pt x="2325252" y="1421933"/>
                  </a:lnTo>
                  <a:lnTo>
                    <a:pt x="2327446" y="1366511"/>
                  </a:lnTo>
                  <a:lnTo>
                    <a:pt x="2329639" y="1432841"/>
                  </a:lnTo>
                  <a:lnTo>
                    <a:pt x="2331833" y="1408259"/>
                  </a:lnTo>
                  <a:lnTo>
                    <a:pt x="2334027" y="1472314"/>
                  </a:lnTo>
                  <a:lnTo>
                    <a:pt x="2336221" y="1417089"/>
                  </a:lnTo>
                  <a:lnTo>
                    <a:pt x="2338415" y="1419070"/>
                  </a:lnTo>
                  <a:lnTo>
                    <a:pt x="2340608" y="1421234"/>
                  </a:lnTo>
                  <a:lnTo>
                    <a:pt x="2342802" y="1385892"/>
                  </a:lnTo>
                  <a:lnTo>
                    <a:pt x="2344996" y="1383205"/>
                  </a:lnTo>
                  <a:lnTo>
                    <a:pt x="2347190" y="1339912"/>
                  </a:lnTo>
                  <a:lnTo>
                    <a:pt x="2349384" y="1370718"/>
                  </a:lnTo>
                  <a:lnTo>
                    <a:pt x="2351577" y="1367192"/>
                  </a:lnTo>
                  <a:lnTo>
                    <a:pt x="2353771" y="1383424"/>
                  </a:lnTo>
                  <a:lnTo>
                    <a:pt x="2355965" y="1383121"/>
                  </a:lnTo>
                  <a:lnTo>
                    <a:pt x="2358159" y="1403566"/>
                  </a:lnTo>
                  <a:lnTo>
                    <a:pt x="2360352" y="1402104"/>
                  </a:lnTo>
                  <a:lnTo>
                    <a:pt x="2362546" y="1417167"/>
                  </a:lnTo>
                  <a:lnTo>
                    <a:pt x="2364740" y="1452749"/>
                  </a:lnTo>
                  <a:lnTo>
                    <a:pt x="2366934" y="1436743"/>
                  </a:lnTo>
                  <a:lnTo>
                    <a:pt x="2369128" y="1539798"/>
                  </a:lnTo>
                  <a:lnTo>
                    <a:pt x="2371321" y="1630827"/>
                  </a:lnTo>
                  <a:lnTo>
                    <a:pt x="2373515" y="1755151"/>
                  </a:lnTo>
                  <a:lnTo>
                    <a:pt x="2375709" y="1788117"/>
                  </a:lnTo>
                  <a:lnTo>
                    <a:pt x="2377903" y="1732410"/>
                  </a:lnTo>
                  <a:lnTo>
                    <a:pt x="2380096" y="1758489"/>
                  </a:lnTo>
                  <a:lnTo>
                    <a:pt x="2382290" y="1830071"/>
                  </a:lnTo>
                  <a:lnTo>
                    <a:pt x="2384484" y="1808750"/>
                  </a:lnTo>
                  <a:lnTo>
                    <a:pt x="2386678" y="1796857"/>
                  </a:lnTo>
                  <a:lnTo>
                    <a:pt x="2388872" y="1840128"/>
                  </a:lnTo>
                  <a:lnTo>
                    <a:pt x="2391065" y="1909238"/>
                  </a:lnTo>
                  <a:lnTo>
                    <a:pt x="2393259" y="1925775"/>
                  </a:lnTo>
                  <a:lnTo>
                    <a:pt x="2395453" y="1910381"/>
                  </a:lnTo>
                  <a:lnTo>
                    <a:pt x="2397647" y="1801182"/>
                  </a:lnTo>
                  <a:lnTo>
                    <a:pt x="2399841" y="1744267"/>
                  </a:lnTo>
                  <a:lnTo>
                    <a:pt x="2402034" y="1769829"/>
                  </a:lnTo>
                  <a:lnTo>
                    <a:pt x="2404228" y="1803717"/>
                  </a:lnTo>
                  <a:lnTo>
                    <a:pt x="2406422" y="1850963"/>
                  </a:lnTo>
                  <a:lnTo>
                    <a:pt x="2408616" y="1812274"/>
                  </a:lnTo>
                  <a:lnTo>
                    <a:pt x="2410809" y="1915642"/>
                  </a:lnTo>
                  <a:lnTo>
                    <a:pt x="2413003" y="1952452"/>
                  </a:lnTo>
                  <a:lnTo>
                    <a:pt x="2415197" y="1980371"/>
                  </a:lnTo>
                  <a:lnTo>
                    <a:pt x="2417391" y="2003096"/>
                  </a:lnTo>
                  <a:lnTo>
                    <a:pt x="2419585" y="1965510"/>
                  </a:lnTo>
                  <a:lnTo>
                    <a:pt x="2421778" y="1978789"/>
                  </a:lnTo>
                  <a:lnTo>
                    <a:pt x="2423972" y="1976139"/>
                  </a:lnTo>
                  <a:lnTo>
                    <a:pt x="2426166" y="2006658"/>
                  </a:lnTo>
                  <a:lnTo>
                    <a:pt x="2428360" y="2022432"/>
                  </a:lnTo>
                  <a:lnTo>
                    <a:pt x="2430553" y="2007154"/>
                  </a:lnTo>
                  <a:lnTo>
                    <a:pt x="2432747" y="2051606"/>
                  </a:lnTo>
                  <a:lnTo>
                    <a:pt x="2434941" y="2071343"/>
                  </a:lnTo>
                  <a:lnTo>
                    <a:pt x="2437135" y="2056767"/>
                  </a:lnTo>
                  <a:lnTo>
                    <a:pt x="2439329" y="2067237"/>
                  </a:lnTo>
                  <a:lnTo>
                    <a:pt x="2441522" y="2075316"/>
                  </a:lnTo>
                  <a:lnTo>
                    <a:pt x="2443716" y="2092881"/>
                  </a:lnTo>
                  <a:lnTo>
                    <a:pt x="2445910" y="2094978"/>
                  </a:lnTo>
                  <a:lnTo>
                    <a:pt x="2448104" y="2054881"/>
                  </a:lnTo>
                  <a:lnTo>
                    <a:pt x="2450298" y="2048676"/>
                  </a:lnTo>
                  <a:lnTo>
                    <a:pt x="2452491" y="2061655"/>
                  </a:lnTo>
                  <a:lnTo>
                    <a:pt x="2454685" y="2052136"/>
                  </a:lnTo>
                  <a:lnTo>
                    <a:pt x="2456879" y="2014949"/>
                  </a:lnTo>
                  <a:lnTo>
                    <a:pt x="2459073" y="2013083"/>
                  </a:lnTo>
                  <a:lnTo>
                    <a:pt x="2461266" y="1995747"/>
                  </a:lnTo>
                  <a:lnTo>
                    <a:pt x="2463460" y="1968124"/>
                  </a:lnTo>
                  <a:lnTo>
                    <a:pt x="2465654" y="1978238"/>
                  </a:lnTo>
                  <a:lnTo>
                    <a:pt x="2467848" y="1939681"/>
                  </a:lnTo>
                  <a:lnTo>
                    <a:pt x="2470042" y="1946134"/>
                  </a:lnTo>
                  <a:lnTo>
                    <a:pt x="2472235" y="1973610"/>
                  </a:lnTo>
                  <a:lnTo>
                    <a:pt x="2474429" y="1928948"/>
                  </a:lnTo>
                  <a:lnTo>
                    <a:pt x="2476623" y="1900225"/>
                  </a:lnTo>
                  <a:lnTo>
                    <a:pt x="2478817" y="1871671"/>
                  </a:lnTo>
                  <a:lnTo>
                    <a:pt x="2481011" y="1883865"/>
                  </a:lnTo>
                  <a:lnTo>
                    <a:pt x="2483204" y="1943781"/>
                  </a:lnTo>
                  <a:lnTo>
                    <a:pt x="2485398" y="1983598"/>
                  </a:lnTo>
                  <a:lnTo>
                    <a:pt x="2487592" y="2059028"/>
                  </a:lnTo>
                  <a:lnTo>
                    <a:pt x="2489786" y="2056435"/>
                  </a:lnTo>
                  <a:lnTo>
                    <a:pt x="2491979" y="2101017"/>
                  </a:lnTo>
                  <a:lnTo>
                    <a:pt x="2494173" y="2104451"/>
                  </a:lnTo>
                  <a:lnTo>
                    <a:pt x="2496367" y="2069172"/>
                  </a:lnTo>
                  <a:lnTo>
                    <a:pt x="2498561" y="2080058"/>
                  </a:lnTo>
                  <a:lnTo>
                    <a:pt x="2500755" y="2026420"/>
                  </a:lnTo>
                  <a:lnTo>
                    <a:pt x="2502948" y="2062411"/>
                  </a:lnTo>
                  <a:lnTo>
                    <a:pt x="2505142" y="2084920"/>
                  </a:lnTo>
                  <a:lnTo>
                    <a:pt x="2507336" y="2043956"/>
                  </a:lnTo>
                  <a:lnTo>
                    <a:pt x="2509530" y="2039356"/>
                  </a:lnTo>
                  <a:lnTo>
                    <a:pt x="2511723" y="2053868"/>
                  </a:lnTo>
                  <a:lnTo>
                    <a:pt x="2513917" y="2069303"/>
                  </a:lnTo>
                  <a:lnTo>
                    <a:pt x="2516111" y="2092320"/>
                  </a:lnTo>
                  <a:lnTo>
                    <a:pt x="2518305" y="2057712"/>
                  </a:lnTo>
                  <a:lnTo>
                    <a:pt x="2520499" y="2038130"/>
                  </a:lnTo>
                  <a:lnTo>
                    <a:pt x="2522692" y="2072852"/>
                  </a:lnTo>
                  <a:lnTo>
                    <a:pt x="2524886" y="2086000"/>
                  </a:lnTo>
                  <a:lnTo>
                    <a:pt x="2527080" y="2089968"/>
                  </a:lnTo>
                  <a:lnTo>
                    <a:pt x="2529274" y="2077015"/>
                  </a:lnTo>
                  <a:lnTo>
                    <a:pt x="2531468" y="2048993"/>
                  </a:lnTo>
                  <a:lnTo>
                    <a:pt x="2533661" y="2058189"/>
                  </a:lnTo>
                  <a:lnTo>
                    <a:pt x="2535855" y="2085413"/>
                  </a:lnTo>
                  <a:lnTo>
                    <a:pt x="2538049" y="2100047"/>
                  </a:lnTo>
                  <a:lnTo>
                    <a:pt x="2540243" y="2110964"/>
                  </a:lnTo>
                  <a:lnTo>
                    <a:pt x="2542436" y="2053038"/>
                  </a:lnTo>
                  <a:lnTo>
                    <a:pt x="2544630" y="2099348"/>
                  </a:lnTo>
                  <a:lnTo>
                    <a:pt x="2546824" y="2126682"/>
                  </a:lnTo>
                  <a:lnTo>
                    <a:pt x="2549018" y="2131627"/>
                  </a:lnTo>
                  <a:lnTo>
                    <a:pt x="2551212" y="2121120"/>
                  </a:lnTo>
                  <a:lnTo>
                    <a:pt x="2553405" y="2054946"/>
                  </a:lnTo>
                  <a:lnTo>
                    <a:pt x="2555599" y="2044785"/>
                  </a:lnTo>
                  <a:lnTo>
                    <a:pt x="2557793" y="1971549"/>
                  </a:lnTo>
                  <a:lnTo>
                    <a:pt x="2559987" y="2011499"/>
                  </a:lnTo>
                  <a:lnTo>
                    <a:pt x="2562180" y="2019915"/>
                  </a:lnTo>
                  <a:lnTo>
                    <a:pt x="2564374" y="2018827"/>
                  </a:lnTo>
                  <a:lnTo>
                    <a:pt x="2566568" y="2045380"/>
                  </a:lnTo>
                  <a:lnTo>
                    <a:pt x="2568762" y="1930631"/>
                  </a:lnTo>
                  <a:lnTo>
                    <a:pt x="2570956" y="1883797"/>
                  </a:lnTo>
                  <a:lnTo>
                    <a:pt x="2573149" y="1860164"/>
                  </a:lnTo>
                  <a:lnTo>
                    <a:pt x="2575343" y="1821555"/>
                  </a:lnTo>
                  <a:lnTo>
                    <a:pt x="2577537" y="1880430"/>
                  </a:lnTo>
                  <a:lnTo>
                    <a:pt x="2579731" y="1872271"/>
                  </a:lnTo>
                  <a:lnTo>
                    <a:pt x="2581925" y="1933847"/>
                  </a:lnTo>
                  <a:lnTo>
                    <a:pt x="2584118" y="1948648"/>
                  </a:lnTo>
                  <a:lnTo>
                    <a:pt x="2586312" y="1973501"/>
                  </a:lnTo>
                  <a:lnTo>
                    <a:pt x="2588506" y="1961711"/>
                  </a:lnTo>
                  <a:lnTo>
                    <a:pt x="2590700" y="1951995"/>
                  </a:lnTo>
                  <a:lnTo>
                    <a:pt x="2592893" y="1937014"/>
                  </a:lnTo>
                  <a:lnTo>
                    <a:pt x="2595087" y="1907451"/>
                  </a:lnTo>
                  <a:lnTo>
                    <a:pt x="2597281" y="1908376"/>
                  </a:lnTo>
                  <a:lnTo>
                    <a:pt x="2599475" y="1950474"/>
                  </a:lnTo>
                  <a:lnTo>
                    <a:pt x="2601669" y="1936429"/>
                  </a:lnTo>
                  <a:lnTo>
                    <a:pt x="2603862" y="1890234"/>
                  </a:lnTo>
                  <a:lnTo>
                    <a:pt x="2606056" y="1808858"/>
                  </a:lnTo>
                  <a:lnTo>
                    <a:pt x="2608250" y="1782140"/>
                  </a:lnTo>
                  <a:lnTo>
                    <a:pt x="2610444" y="1746881"/>
                  </a:lnTo>
                  <a:lnTo>
                    <a:pt x="2612638" y="1668533"/>
                  </a:lnTo>
                  <a:lnTo>
                    <a:pt x="2614831" y="1646957"/>
                  </a:lnTo>
                  <a:lnTo>
                    <a:pt x="2617025" y="1616404"/>
                  </a:lnTo>
                  <a:lnTo>
                    <a:pt x="2619219" y="1566038"/>
                  </a:lnTo>
                  <a:lnTo>
                    <a:pt x="2621413" y="1619988"/>
                  </a:lnTo>
                  <a:lnTo>
                    <a:pt x="2623606" y="1551036"/>
                  </a:lnTo>
                  <a:lnTo>
                    <a:pt x="2625800" y="1578384"/>
                  </a:lnTo>
                  <a:lnTo>
                    <a:pt x="2627994" y="1560954"/>
                  </a:lnTo>
                  <a:lnTo>
                    <a:pt x="2630188" y="1492193"/>
                  </a:lnTo>
                  <a:lnTo>
                    <a:pt x="2632382" y="1526329"/>
                  </a:lnTo>
                  <a:lnTo>
                    <a:pt x="2634575" y="1517663"/>
                  </a:lnTo>
                  <a:lnTo>
                    <a:pt x="2636769" y="1563201"/>
                  </a:lnTo>
                  <a:lnTo>
                    <a:pt x="2638963" y="1576293"/>
                  </a:lnTo>
                  <a:lnTo>
                    <a:pt x="2641157" y="1581301"/>
                  </a:lnTo>
                  <a:lnTo>
                    <a:pt x="2643350" y="1587637"/>
                  </a:lnTo>
                  <a:lnTo>
                    <a:pt x="2645544" y="1685640"/>
                  </a:lnTo>
                  <a:lnTo>
                    <a:pt x="2647738" y="1730032"/>
                  </a:lnTo>
                  <a:lnTo>
                    <a:pt x="2649932" y="1771132"/>
                  </a:lnTo>
                  <a:lnTo>
                    <a:pt x="2652126" y="1807560"/>
                  </a:lnTo>
                  <a:lnTo>
                    <a:pt x="2654319" y="1895362"/>
                  </a:lnTo>
                  <a:lnTo>
                    <a:pt x="2656513" y="1963258"/>
                  </a:lnTo>
                  <a:lnTo>
                    <a:pt x="2658707" y="2025210"/>
                  </a:lnTo>
                  <a:lnTo>
                    <a:pt x="2660901" y="1983803"/>
                  </a:lnTo>
                  <a:lnTo>
                    <a:pt x="2663095" y="2009750"/>
                  </a:lnTo>
                  <a:lnTo>
                    <a:pt x="2665288" y="1993364"/>
                  </a:lnTo>
                  <a:lnTo>
                    <a:pt x="2667482" y="2017281"/>
                  </a:lnTo>
                  <a:lnTo>
                    <a:pt x="2669676" y="2015628"/>
                  </a:lnTo>
                  <a:lnTo>
                    <a:pt x="2671870" y="1966809"/>
                  </a:lnTo>
                  <a:lnTo>
                    <a:pt x="2674063" y="1963929"/>
                  </a:lnTo>
                  <a:lnTo>
                    <a:pt x="2676257" y="1931740"/>
                  </a:lnTo>
                  <a:lnTo>
                    <a:pt x="2678451" y="1947039"/>
                  </a:lnTo>
                  <a:lnTo>
                    <a:pt x="2680645" y="1942704"/>
                  </a:lnTo>
                  <a:lnTo>
                    <a:pt x="2682839" y="1874604"/>
                  </a:lnTo>
                  <a:lnTo>
                    <a:pt x="2685032" y="1883192"/>
                  </a:lnTo>
                  <a:lnTo>
                    <a:pt x="2687226" y="1904665"/>
                  </a:lnTo>
                  <a:lnTo>
                    <a:pt x="2689420" y="1897260"/>
                  </a:lnTo>
                  <a:lnTo>
                    <a:pt x="2691614" y="1940937"/>
                  </a:lnTo>
                  <a:lnTo>
                    <a:pt x="2693807" y="1905995"/>
                  </a:lnTo>
                  <a:lnTo>
                    <a:pt x="2696001" y="1901730"/>
                  </a:lnTo>
                  <a:lnTo>
                    <a:pt x="2698195" y="1839982"/>
                  </a:lnTo>
                  <a:lnTo>
                    <a:pt x="2700389" y="1889896"/>
                  </a:lnTo>
                  <a:lnTo>
                    <a:pt x="2702583" y="1816758"/>
                  </a:lnTo>
                  <a:lnTo>
                    <a:pt x="2704776" y="1845456"/>
                  </a:lnTo>
                  <a:lnTo>
                    <a:pt x="2706970" y="1849301"/>
                  </a:lnTo>
                  <a:lnTo>
                    <a:pt x="2709164" y="1835801"/>
                  </a:lnTo>
                  <a:lnTo>
                    <a:pt x="2711358" y="1863191"/>
                  </a:lnTo>
                  <a:lnTo>
                    <a:pt x="2713552" y="1764085"/>
                  </a:lnTo>
                  <a:lnTo>
                    <a:pt x="2715745" y="1759857"/>
                  </a:lnTo>
                  <a:lnTo>
                    <a:pt x="2717939" y="1579210"/>
                  </a:lnTo>
                  <a:lnTo>
                    <a:pt x="2720133" y="1477794"/>
                  </a:lnTo>
                  <a:lnTo>
                    <a:pt x="2722327" y="1533026"/>
                  </a:lnTo>
                  <a:lnTo>
                    <a:pt x="2724520" y="1456886"/>
                  </a:lnTo>
                  <a:lnTo>
                    <a:pt x="2726714" y="1456141"/>
                  </a:lnTo>
                  <a:lnTo>
                    <a:pt x="2728908" y="1521696"/>
                  </a:lnTo>
                  <a:lnTo>
                    <a:pt x="2731102" y="1519873"/>
                  </a:lnTo>
                  <a:lnTo>
                    <a:pt x="2733296" y="1476086"/>
                  </a:lnTo>
                  <a:lnTo>
                    <a:pt x="2735489" y="1417773"/>
                  </a:lnTo>
                  <a:lnTo>
                    <a:pt x="2737683" y="1453238"/>
                  </a:lnTo>
                  <a:lnTo>
                    <a:pt x="2739877" y="1395469"/>
                  </a:lnTo>
                  <a:lnTo>
                    <a:pt x="2742071" y="1459720"/>
                  </a:lnTo>
                  <a:lnTo>
                    <a:pt x="2744264" y="1360627"/>
                  </a:lnTo>
                  <a:lnTo>
                    <a:pt x="2746458" y="1384027"/>
                  </a:lnTo>
                  <a:lnTo>
                    <a:pt x="2748652" y="1445001"/>
                  </a:lnTo>
                  <a:lnTo>
                    <a:pt x="2750846" y="1413258"/>
                  </a:lnTo>
                  <a:lnTo>
                    <a:pt x="2753040" y="1382540"/>
                  </a:lnTo>
                  <a:lnTo>
                    <a:pt x="2755233" y="1353821"/>
                  </a:lnTo>
                  <a:lnTo>
                    <a:pt x="2757427" y="1310222"/>
                  </a:lnTo>
                  <a:lnTo>
                    <a:pt x="2759621" y="1303410"/>
                  </a:lnTo>
                  <a:lnTo>
                    <a:pt x="2761815" y="1239736"/>
                  </a:lnTo>
                  <a:lnTo>
                    <a:pt x="2764009" y="1214721"/>
                  </a:lnTo>
                  <a:lnTo>
                    <a:pt x="2766202" y="1053216"/>
                  </a:lnTo>
                  <a:lnTo>
                    <a:pt x="2768396" y="1043013"/>
                  </a:lnTo>
                  <a:lnTo>
                    <a:pt x="2770590" y="1088078"/>
                  </a:lnTo>
                  <a:lnTo>
                    <a:pt x="2772784" y="1043052"/>
                  </a:lnTo>
                  <a:lnTo>
                    <a:pt x="2774977" y="1049725"/>
                  </a:lnTo>
                  <a:lnTo>
                    <a:pt x="2777171" y="1132353"/>
                  </a:lnTo>
                  <a:lnTo>
                    <a:pt x="2779365" y="1161357"/>
                  </a:lnTo>
                  <a:lnTo>
                    <a:pt x="2781559" y="1201711"/>
                  </a:lnTo>
                  <a:lnTo>
                    <a:pt x="2783753" y="1138585"/>
                  </a:lnTo>
                  <a:lnTo>
                    <a:pt x="2785946" y="1175403"/>
                  </a:lnTo>
                  <a:lnTo>
                    <a:pt x="2788140" y="1194941"/>
                  </a:lnTo>
                  <a:lnTo>
                    <a:pt x="2790334" y="1190980"/>
                  </a:lnTo>
                  <a:lnTo>
                    <a:pt x="2792528" y="1238594"/>
                  </a:lnTo>
                  <a:lnTo>
                    <a:pt x="2794722" y="1246205"/>
                  </a:lnTo>
                  <a:lnTo>
                    <a:pt x="2796915" y="1253595"/>
                  </a:lnTo>
                  <a:lnTo>
                    <a:pt x="2799109" y="1267684"/>
                  </a:lnTo>
                  <a:lnTo>
                    <a:pt x="2801303" y="1308680"/>
                  </a:lnTo>
                  <a:lnTo>
                    <a:pt x="2803497" y="1352529"/>
                  </a:lnTo>
                  <a:lnTo>
                    <a:pt x="2805690" y="1367092"/>
                  </a:lnTo>
                  <a:lnTo>
                    <a:pt x="2807884" y="1385364"/>
                  </a:lnTo>
                  <a:lnTo>
                    <a:pt x="2810078" y="1400064"/>
                  </a:lnTo>
                  <a:lnTo>
                    <a:pt x="2812272" y="1372159"/>
                  </a:lnTo>
                  <a:lnTo>
                    <a:pt x="2814466" y="1352179"/>
                  </a:lnTo>
                  <a:lnTo>
                    <a:pt x="2816659" y="1347110"/>
                  </a:lnTo>
                  <a:lnTo>
                    <a:pt x="2818853" y="1380607"/>
                  </a:lnTo>
                  <a:lnTo>
                    <a:pt x="2821047" y="1376277"/>
                  </a:lnTo>
                  <a:lnTo>
                    <a:pt x="2823241" y="1430944"/>
                  </a:lnTo>
                  <a:lnTo>
                    <a:pt x="2825434" y="1562115"/>
                  </a:lnTo>
                  <a:lnTo>
                    <a:pt x="2827628" y="1677120"/>
                  </a:lnTo>
                  <a:lnTo>
                    <a:pt x="2829822" y="1683335"/>
                  </a:lnTo>
                  <a:lnTo>
                    <a:pt x="2832016" y="1632806"/>
                  </a:lnTo>
                  <a:lnTo>
                    <a:pt x="2834210" y="1551818"/>
                  </a:lnTo>
                  <a:lnTo>
                    <a:pt x="2836403" y="1556354"/>
                  </a:lnTo>
                  <a:lnTo>
                    <a:pt x="2838597" y="1551081"/>
                  </a:lnTo>
                  <a:lnTo>
                    <a:pt x="2840791" y="1513896"/>
                  </a:lnTo>
                  <a:lnTo>
                    <a:pt x="2842985" y="1480394"/>
                  </a:lnTo>
                  <a:lnTo>
                    <a:pt x="2845179" y="1554917"/>
                  </a:lnTo>
                  <a:lnTo>
                    <a:pt x="2847372" y="1558253"/>
                  </a:lnTo>
                  <a:lnTo>
                    <a:pt x="2849566" y="1529847"/>
                  </a:lnTo>
                  <a:lnTo>
                    <a:pt x="2851760" y="1509022"/>
                  </a:lnTo>
                  <a:lnTo>
                    <a:pt x="2853954" y="1511695"/>
                  </a:lnTo>
                  <a:lnTo>
                    <a:pt x="2856147" y="1508392"/>
                  </a:lnTo>
                  <a:lnTo>
                    <a:pt x="2858341" y="1561831"/>
                  </a:lnTo>
                  <a:lnTo>
                    <a:pt x="2860535" y="1519145"/>
                  </a:lnTo>
                  <a:lnTo>
                    <a:pt x="2862729" y="1454617"/>
                  </a:lnTo>
                  <a:lnTo>
                    <a:pt x="2864923" y="1444339"/>
                  </a:lnTo>
                  <a:lnTo>
                    <a:pt x="2867116" y="1399859"/>
                  </a:lnTo>
                  <a:lnTo>
                    <a:pt x="2869310" y="1360371"/>
                  </a:lnTo>
                  <a:lnTo>
                    <a:pt x="2871504" y="1359931"/>
                  </a:lnTo>
                  <a:lnTo>
                    <a:pt x="2873698" y="1354271"/>
                  </a:lnTo>
                  <a:lnTo>
                    <a:pt x="2875891" y="1339884"/>
                  </a:lnTo>
                  <a:lnTo>
                    <a:pt x="2878085" y="1378976"/>
                  </a:lnTo>
                  <a:lnTo>
                    <a:pt x="2880279" y="1377680"/>
                  </a:lnTo>
                  <a:lnTo>
                    <a:pt x="2882473" y="1361406"/>
                  </a:lnTo>
                  <a:lnTo>
                    <a:pt x="2884667" y="1380509"/>
                  </a:lnTo>
                  <a:lnTo>
                    <a:pt x="2886860" y="1376208"/>
                  </a:lnTo>
                  <a:lnTo>
                    <a:pt x="2889054" y="1386767"/>
                  </a:lnTo>
                  <a:lnTo>
                    <a:pt x="2891248" y="1367718"/>
                  </a:lnTo>
                  <a:lnTo>
                    <a:pt x="2893442" y="1346968"/>
                  </a:lnTo>
                  <a:lnTo>
                    <a:pt x="2895636" y="1406993"/>
                  </a:lnTo>
                  <a:lnTo>
                    <a:pt x="2897829" y="1335235"/>
                  </a:lnTo>
                  <a:lnTo>
                    <a:pt x="2900023" y="1390454"/>
                  </a:lnTo>
                  <a:lnTo>
                    <a:pt x="2902217" y="1377866"/>
                  </a:lnTo>
                  <a:lnTo>
                    <a:pt x="2904411" y="1383513"/>
                  </a:lnTo>
                  <a:lnTo>
                    <a:pt x="2906604" y="1413226"/>
                  </a:lnTo>
                  <a:lnTo>
                    <a:pt x="2908798" y="1395919"/>
                  </a:lnTo>
                  <a:lnTo>
                    <a:pt x="2910992" y="1442394"/>
                  </a:lnTo>
                  <a:lnTo>
                    <a:pt x="2913186" y="1484277"/>
                  </a:lnTo>
                  <a:lnTo>
                    <a:pt x="2915380" y="1490576"/>
                  </a:lnTo>
                  <a:lnTo>
                    <a:pt x="2917573" y="1531370"/>
                  </a:lnTo>
                  <a:lnTo>
                    <a:pt x="2919767" y="1408328"/>
                  </a:lnTo>
                  <a:lnTo>
                    <a:pt x="2921961" y="1469907"/>
                  </a:lnTo>
                  <a:lnTo>
                    <a:pt x="2924155" y="1456027"/>
                  </a:lnTo>
                  <a:lnTo>
                    <a:pt x="2926349" y="1513969"/>
                  </a:lnTo>
                  <a:lnTo>
                    <a:pt x="2928542" y="1537241"/>
                  </a:lnTo>
                  <a:lnTo>
                    <a:pt x="2930736" y="1570478"/>
                  </a:lnTo>
                  <a:lnTo>
                    <a:pt x="2932930" y="1606986"/>
                  </a:lnTo>
                  <a:lnTo>
                    <a:pt x="2935124" y="1637642"/>
                  </a:lnTo>
                  <a:lnTo>
                    <a:pt x="2937317" y="1586285"/>
                  </a:lnTo>
                  <a:lnTo>
                    <a:pt x="2939511" y="1620311"/>
                  </a:lnTo>
                  <a:lnTo>
                    <a:pt x="2941705" y="1605290"/>
                  </a:lnTo>
                  <a:lnTo>
                    <a:pt x="2943899" y="1565574"/>
                  </a:lnTo>
                  <a:lnTo>
                    <a:pt x="2946093" y="1491757"/>
                  </a:lnTo>
                  <a:lnTo>
                    <a:pt x="2948286" y="1479657"/>
                  </a:lnTo>
                  <a:lnTo>
                    <a:pt x="2950480" y="1471546"/>
                  </a:lnTo>
                  <a:lnTo>
                    <a:pt x="2952674" y="1419874"/>
                  </a:lnTo>
                  <a:lnTo>
                    <a:pt x="2954868" y="1400653"/>
                  </a:lnTo>
                  <a:lnTo>
                    <a:pt x="2957061" y="1363356"/>
                  </a:lnTo>
                  <a:lnTo>
                    <a:pt x="2959255" y="1427356"/>
                  </a:lnTo>
                  <a:lnTo>
                    <a:pt x="2961449" y="1471054"/>
                  </a:lnTo>
                  <a:lnTo>
                    <a:pt x="2963643" y="1445392"/>
                  </a:lnTo>
                  <a:lnTo>
                    <a:pt x="2965837" y="1427229"/>
                  </a:lnTo>
                  <a:lnTo>
                    <a:pt x="2968030" y="1405788"/>
                  </a:lnTo>
                  <a:lnTo>
                    <a:pt x="2970224" y="1436209"/>
                  </a:lnTo>
                  <a:lnTo>
                    <a:pt x="2972418" y="1393746"/>
                  </a:lnTo>
                  <a:lnTo>
                    <a:pt x="2974612" y="1444503"/>
                  </a:lnTo>
                  <a:lnTo>
                    <a:pt x="2976806" y="1430427"/>
                  </a:lnTo>
                  <a:lnTo>
                    <a:pt x="2978999" y="1417222"/>
                  </a:lnTo>
                  <a:lnTo>
                    <a:pt x="2981193" y="1418364"/>
                  </a:lnTo>
                  <a:lnTo>
                    <a:pt x="2983387" y="1374957"/>
                  </a:lnTo>
                  <a:lnTo>
                    <a:pt x="2985581" y="1365460"/>
                  </a:lnTo>
                  <a:lnTo>
                    <a:pt x="2987774" y="1398639"/>
                  </a:lnTo>
                  <a:lnTo>
                    <a:pt x="2989968" y="1408922"/>
                  </a:lnTo>
                  <a:lnTo>
                    <a:pt x="2992162" y="1446931"/>
                  </a:lnTo>
                  <a:lnTo>
                    <a:pt x="2994356" y="1411722"/>
                  </a:lnTo>
                  <a:lnTo>
                    <a:pt x="2996550" y="1450815"/>
                  </a:lnTo>
                  <a:lnTo>
                    <a:pt x="2998743" y="1504928"/>
                  </a:lnTo>
                  <a:lnTo>
                    <a:pt x="3000937" y="1423808"/>
                  </a:lnTo>
                  <a:lnTo>
                    <a:pt x="3003131" y="1426609"/>
                  </a:lnTo>
                  <a:lnTo>
                    <a:pt x="3005325" y="1452134"/>
                  </a:lnTo>
                  <a:lnTo>
                    <a:pt x="3007518" y="1520132"/>
                  </a:lnTo>
                  <a:lnTo>
                    <a:pt x="3009712" y="1468757"/>
                  </a:lnTo>
                  <a:lnTo>
                    <a:pt x="3011906" y="1549939"/>
                  </a:lnTo>
                  <a:lnTo>
                    <a:pt x="3014100" y="1530044"/>
                  </a:lnTo>
                  <a:lnTo>
                    <a:pt x="3016294" y="1452011"/>
                  </a:lnTo>
                  <a:lnTo>
                    <a:pt x="3018487" y="1498607"/>
                  </a:lnTo>
                  <a:lnTo>
                    <a:pt x="3020681" y="1467131"/>
                  </a:lnTo>
                  <a:lnTo>
                    <a:pt x="3022875" y="1497537"/>
                  </a:lnTo>
                  <a:lnTo>
                    <a:pt x="3025069" y="1464833"/>
                  </a:lnTo>
                  <a:lnTo>
                    <a:pt x="3027263" y="1484461"/>
                  </a:lnTo>
                  <a:lnTo>
                    <a:pt x="3029456" y="1532156"/>
                  </a:lnTo>
                  <a:lnTo>
                    <a:pt x="3031650" y="1513242"/>
                  </a:lnTo>
                  <a:lnTo>
                    <a:pt x="3033844" y="1530833"/>
                  </a:lnTo>
                  <a:lnTo>
                    <a:pt x="3036038" y="1525567"/>
                  </a:lnTo>
                  <a:lnTo>
                    <a:pt x="3038231" y="1587775"/>
                  </a:lnTo>
                  <a:lnTo>
                    <a:pt x="3040425" y="1602209"/>
                  </a:lnTo>
                  <a:lnTo>
                    <a:pt x="3042619" y="1618938"/>
                  </a:lnTo>
                  <a:lnTo>
                    <a:pt x="3044813" y="1646676"/>
                  </a:lnTo>
                  <a:lnTo>
                    <a:pt x="3047007" y="1649443"/>
                  </a:lnTo>
                  <a:lnTo>
                    <a:pt x="3049200" y="1695071"/>
                  </a:lnTo>
                  <a:lnTo>
                    <a:pt x="3051394" y="1737170"/>
                  </a:lnTo>
                  <a:lnTo>
                    <a:pt x="3053588" y="1654423"/>
                  </a:lnTo>
                  <a:lnTo>
                    <a:pt x="3055782" y="1700676"/>
                  </a:lnTo>
                  <a:lnTo>
                    <a:pt x="3057976" y="1691305"/>
                  </a:lnTo>
                  <a:lnTo>
                    <a:pt x="3060169" y="1662553"/>
                  </a:lnTo>
                  <a:lnTo>
                    <a:pt x="3062363" y="1716854"/>
                  </a:lnTo>
                  <a:lnTo>
                    <a:pt x="3064557" y="1656276"/>
                  </a:lnTo>
                  <a:lnTo>
                    <a:pt x="3066751" y="1677679"/>
                  </a:lnTo>
                  <a:lnTo>
                    <a:pt x="3068944" y="1699556"/>
                  </a:lnTo>
                  <a:lnTo>
                    <a:pt x="3071138" y="1587825"/>
                  </a:lnTo>
                  <a:lnTo>
                    <a:pt x="3073332" y="1637581"/>
                  </a:lnTo>
                  <a:lnTo>
                    <a:pt x="3075526" y="1623315"/>
                  </a:lnTo>
                  <a:lnTo>
                    <a:pt x="3077720" y="1596365"/>
                  </a:lnTo>
                  <a:lnTo>
                    <a:pt x="3079913" y="1627675"/>
                  </a:lnTo>
                  <a:lnTo>
                    <a:pt x="3082107" y="1580236"/>
                  </a:lnTo>
                  <a:lnTo>
                    <a:pt x="3084301" y="1575439"/>
                  </a:lnTo>
                  <a:lnTo>
                    <a:pt x="3086495" y="1542091"/>
                  </a:lnTo>
                  <a:lnTo>
                    <a:pt x="3088688" y="1511605"/>
                  </a:lnTo>
                  <a:lnTo>
                    <a:pt x="3090882" y="1541035"/>
                  </a:lnTo>
                  <a:lnTo>
                    <a:pt x="3093076" y="1521103"/>
                  </a:lnTo>
                  <a:lnTo>
                    <a:pt x="3095270" y="1519439"/>
                  </a:lnTo>
                  <a:lnTo>
                    <a:pt x="3097464" y="1560747"/>
                  </a:lnTo>
                  <a:lnTo>
                    <a:pt x="3099657" y="1557787"/>
                  </a:lnTo>
                  <a:lnTo>
                    <a:pt x="3101851" y="1581114"/>
                  </a:lnTo>
                  <a:lnTo>
                    <a:pt x="3104045" y="1573270"/>
                  </a:lnTo>
                  <a:lnTo>
                    <a:pt x="3106239" y="1509674"/>
                  </a:lnTo>
                  <a:lnTo>
                    <a:pt x="3108433" y="1527708"/>
                  </a:lnTo>
                  <a:lnTo>
                    <a:pt x="3110626" y="1595762"/>
                  </a:lnTo>
                  <a:lnTo>
                    <a:pt x="3112820" y="1626373"/>
                  </a:lnTo>
                  <a:lnTo>
                    <a:pt x="3115014" y="1675947"/>
                  </a:lnTo>
                  <a:lnTo>
                    <a:pt x="3117208" y="1734049"/>
                  </a:lnTo>
                  <a:lnTo>
                    <a:pt x="3119401" y="1695742"/>
                  </a:lnTo>
                  <a:lnTo>
                    <a:pt x="3121595" y="1676862"/>
                  </a:lnTo>
                  <a:lnTo>
                    <a:pt x="3123789" y="1638253"/>
                  </a:lnTo>
                  <a:lnTo>
                    <a:pt x="3125983" y="1553456"/>
                  </a:lnTo>
                  <a:lnTo>
                    <a:pt x="3128177" y="1584600"/>
                  </a:lnTo>
                  <a:lnTo>
                    <a:pt x="3130370" y="1593969"/>
                  </a:lnTo>
                  <a:lnTo>
                    <a:pt x="3132564" y="1580560"/>
                  </a:lnTo>
                  <a:lnTo>
                    <a:pt x="3134758" y="1656805"/>
                  </a:lnTo>
                  <a:lnTo>
                    <a:pt x="3136952" y="1709971"/>
                  </a:lnTo>
                  <a:lnTo>
                    <a:pt x="3139145" y="1706030"/>
                  </a:lnTo>
                  <a:lnTo>
                    <a:pt x="3141339" y="1693773"/>
                  </a:lnTo>
                  <a:lnTo>
                    <a:pt x="3143533" y="1479461"/>
                  </a:lnTo>
                  <a:lnTo>
                    <a:pt x="3145727" y="1474152"/>
                  </a:lnTo>
                  <a:lnTo>
                    <a:pt x="3147921" y="1434629"/>
                  </a:lnTo>
                  <a:lnTo>
                    <a:pt x="3150114" y="1379770"/>
                  </a:lnTo>
                  <a:lnTo>
                    <a:pt x="3152308" y="1334063"/>
                  </a:lnTo>
                  <a:lnTo>
                    <a:pt x="3154502" y="1311401"/>
                  </a:lnTo>
                  <a:lnTo>
                    <a:pt x="3156696" y="1308109"/>
                  </a:lnTo>
                  <a:lnTo>
                    <a:pt x="3158890" y="1316029"/>
                  </a:lnTo>
                  <a:lnTo>
                    <a:pt x="3161083" y="1323459"/>
                  </a:lnTo>
                  <a:lnTo>
                    <a:pt x="3163277" y="1299901"/>
                  </a:lnTo>
                  <a:lnTo>
                    <a:pt x="3165471" y="1431473"/>
                  </a:lnTo>
                  <a:lnTo>
                    <a:pt x="3167665" y="1551520"/>
                  </a:lnTo>
                  <a:lnTo>
                    <a:pt x="3169858" y="1705668"/>
                  </a:lnTo>
                  <a:lnTo>
                    <a:pt x="3172052" y="1732071"/>
                  </a:lnTo>
                  <a:lnTo>
                    <a:pt x="3174246" y="1726757"/>
                  </a:lnTo>
                  <a:lnTo>
                    <a:pt x="3176440" y="1689365"/>
                  </a:lnTo>
                  <a:lnTo>
                    <a:pt x="3178634" y="1531576"/>
                  </a:lnTo>
                  <a:lnTo>
                    <a:pt x="3180827" y="1458238"/>
                  </a:lnTo>
                  <a:lnTo>
                    <a:pt x="3183021" y="1447539"/>
                  </a:lnTo>
                  <a:lnTo>
                    <a:pt x="3185215" y="1391549"/>
                  </a:lnTo>
                  <a:lnTo>
                    <a:pt x="3187409" y="1422346"/>
                  </a:lnTo>
                  <a:lnTo>
                    <a:pt x="3189603" y="1366916"/>
                  </a:lnTo>
                  <a:lnTo>
                    <a:pt x="3191796" y="1365920"/>
                  </a:lnTo>
                  <a:lnTo>
                    <a:pt x="3193990" y="1370572"/>
                  </a:lnTo>
                  <a:lnTo>
                    <a:pt x="3196184" y="1316641"/>
                  </a:lnTo>
                  <a:lnTo>
                    <a:pt x="3198378" y="1317768"/>
                  </a:lnTo>
                  <a:lnTo>
                    <a:pt x="3200571" y="1346907"/>
                  </a:lnTo>
                  <a:lnTo>
                    <a:pt x="3202765" y="1268257"/>
                  </a:lnTo>
                  <a:lnTo>
                    <a:pt x="3204959" y="1263161"/>
                  </a:lnTo>
                  <a:lnTo>
                    <a:pt x="3207153" y="1289446"/>
                  </a:lnTo>
                  <a:lnTo>
                    <a:pt x="3209347" y="1234264"/>
                  </a:lnTo>
                  <a:lnTo>
                    <a:pt x="3211540" y="1238965"/>
                  </a:lnTo>
                  <a:lnTo>
                    <a:pt x="3213734" y="1146867"/>
                  </a:lnTo>
                  <a:lnTo>
                    <a:pt x="3215928" y="1145683"/>
                  </a:lnTo>
                  <a:lnTo>
                    <a:pt x="3218122" y="1181906"/>
                  </a:lnTo>
                  <a:lnTo>
                    <a:pt x="3220315" y="1224405"/>
                  </a:lnTo>
                  <a:lnTo>
                    <a:pt x="3222509" y="1195315"/>
                  </a:lnTo>
                  <a:lnTo>
                    <a:pt x="3224703" y="1176472"/>
                  </a:lnTo>
                  <a:lnTo>
                    <a:pt x="3226897" y="1160204"/>
                  </a:lnTo>
                  <a:lnTo>
                    <a:pt x="3229091" y="1248826"/>
                  </a:lnTo>
                  <a:lnTo>
                    <a:pt x="3231284" y="1275508"/>
                  </a:lnTo>
                  <a:lnTo>
                    <a:pt x="3233478" y="1276384"/>
                  </a:lnTo>
                  <a:lnTo>
                    <a:pt x="3235672" y="1342593"/>
                  </a:lnTo>
                  <a:lnTo>
                    <a:pt x="3237866" y="1435472"/>
                  </a:lnTo>
                  <a:lnTo>
                    <a:pt x="3240060" y="1616650"/>
                  </a:lnTo>
                  <a:lnTo>
                    <a:pt x="3242253" y="1646198"/>
                  </a:lnTo>
                  <a:lnTo>
                    <a:pt x="3244447" y="1665048"/>
                  </a:lnTo>
                  <a:lnTo>
                    <a:pt x="3246641" y="1724122"/>
                  </a:lnTo>
                  <a:lnTo>
                    <a:pt x="3248835" y="1682434"/>
                  </a:lnTo>
                  <a:lnTo>
                    <a:pt x="3251028" y="1670783"/>
                  </a:lnTo>
                  <a:lnTo>
                    <a:pt x="3253222" y="1686699"/>
                  </a:lnTo>
                  <a:lnTo>
                    <a:pt x="3255416" y="1557752"/>
                  </a:lnTo>
                  <a:lnTo>
                    <a:pt x="3257610" y="1450480"/>
                  </a:lnTo>
                  <a:lnTo>
                    <a:pt x="3259804" y="1366822"/>
                  </a:lnTo>
                  <a:lnTo>
                    <a:pt x="3261997" y="1265315"/>
                  </a:lnTo>
                  <a:lnTo>
                    <a:pt x="3264191" y="1271156"/>
                  </a:lnTo>
                  <a:lnTo>
                    <a:pt x="3266385" y="1268215"/>
                  </a:lnTo>
                  <a:lnTo>
                    <a:pt x="3268579" y="1274584"/>
                  </a:lnTo>
                  <a:lnTo>
                    <a:pt x="3270772" y="1288351"/>
                  </a:lnTo>
                  <a:lnTo>
                    <a:pt x="3272966" y="1221613"/>
                  </a:lnTo>
                  <a:lnTo>
                    <a:pt x="3275160" y="1196606"/>
                  </a:lnTo>
                  <a:lnTo>
                    <a:pt x="3277354" y="1138377"/>
                  </a:lnTo>
                  <a:lnTo>
                    <a:pt x="3279548" y="1219777"/>
                  </a:lnTo>
                  <a:lnTo>
                    <a:pt x="3281741" y="1302257"/>
                  </a:lnTo>
                  <a:lnTo>
                    <a:pt x="3283935" y="1361342"/>
                  </a:lnTo>
                  <a:lnTo>
                    <a:pt x="3286129" y="1414833"/>
                  </a:lnTo>
                  <a:lnTo>
                    <a:pt x="3288323" y="1482473"/>
                  </a:lnTo>
                  <a:lnTo>
                    <a:pt x="3290517" y="1365186"/>
                  </a:lnTo>
                  <a:lnTo>
                    <a:pt x="3292710" y="1317379"/>
                  </a:lnTo>
                  <a:lnTo>
                    <a:pt x="3294904" y="1230833"/>
                  </a:lnTo>
                  <a:lnTo>
                    <a:pt x="3297098" y="1105586"/>
                  </a:lnTo>
                  <a:lnTo>
                    <a:pt x="3299292" y="1154283"/>
                  </a:lnTo>
                  <a:lnTo>
                    <a:pt x="3301485" y="1265590"/>
                  </a:lnTo>
                  <a:lnTo>
                    <a:pt x="3303679" y="1328732"/>
                  </a:lnTo>
                  <a:lnTo>
                    <a:pt x="3305873" y="1317421"/>
                  </a:lnTo>
                  <a:lnTo>
                    <a:pt x="3308067" y="1279144"/>
                  </a:lnTo>
                  <a:lnTo>
                    <a:pt x="3310261" y="1364528"/>
                  </a:lnTo>
                  <a:lnTo>
                    <a:pt x="3312454" y="1224508"/>
                  </a:lnTo>
                  <a:lnTo>
                    <a:pt x="3314648" y="1259064"/>
                  </a:lnTo>
                  <a:lnTo>
                    <a:pt x="3316842" y="1264843"/>
                  </a:lnTo>
                  <a:lnTo>
                    <a:pt x="3319036" y="1211262"/>
                  </a:lnTo>
                  <a:lnTo>
                    <a:pt x="3321229" y="974607"/>
                  </a:lnTo>
                  <a:lnTo>
                    <a:pt x="3323423" y="790879"/>
                  </a:lnTo>
                  <a:lnTo>
                    <a:pt x="3325617" y="776063"/>
                  </a:lnTo>
                  <a:lnTo>
                    <a:pt x="3327811" y="654024"/>
                  </a:lnTo>
                  <a:lnTo>
                    <a:pt x="3330005" y="649639"/>
                  </a:lnTo>
                  <a:lnTo>
                    <a:pt x="3332198" y="579997"/>
                  </a:lnTo>
                  <a:lnTo>
                    <a:pt x="3334392" y="425976"/>
                  </a:lnTo>
                  <a:lnTo>
                    <a:pt x="3336586" y="520648"/>
                  </a:lnTo>
                  <a:lnTo>
                    <a:pt x="3338780" y="409608"/>
                  </a:lnTo>
                  <a:lnTo>
                    <a:pt x="3340974" y="539724"/>
                  </a:lnTo>
                  <a:lnTo>
                    <a:pt x="3343167" y="572019"/>
                  </a:lnTo>
                  <a:lnTo>
                    <a:pt x="3345361" y="538032"/>
                  </a:lnTo>
                  <a:lnTo>
                    <a:pt x="3347555" y="554491"/>
                  </a:lnTo>
                  <a:lnTo>
                    <a:pt x="3349749" y="551093"/>
                  </a:lnTo>
                  <a:lnTo>
                    <a:pt x="3351942" y="486603"/>
                  </a:lnTo>
                  <a:lnTo>
                    <a:pt x="3354136" y="476381"/>
                  </a:lnTo>
                  <a:lnTo>
                    <a:pt x="3356330" y="382117"/>
                  </a:lnTo>
                  <a:lnTo>
                    <a:pt x="3358524" y="305395"/>
                  </a:lnTo>
                  <a:lnTo>
                    <a:pt x="3360718" y="301648"/>
                  </a:lnTo>
                  <a:lnTo>
                    <a:pt x="3362911" y="22905"/>
                  </a:lnTo>
                  <a:lnTo>
                    <a:pt x="3365105" y="42452"/>
                  </a:lnTo>
                  <a:lnTo>
                    <a:pt x="3367299" y="1906"/>
                  </a:lnTo>
                  <a:lnTo>
                    <a:pt x="3369493" y="93530"/>
                  </a:lnTo>
                  <a:lnTo>
                    <a:pt x="3371687" y="133870"/>
                  </a:lnTo>
                  <a:lnTo>
                    <a:pt x="3373880" y="225745"/>
                  </a:lnTo>
                  <a:lnTo>
                    <a:pt x="3376074" y="251913"/>
                  </a:lnTo>
                  <a:lnTo>
                    <a:pt x="3378268" y="235679"/>
                  </a:lnTo>
                  <a:lnTo>
                    <a:pt x="3380462" y="311160"/>
                  </a:lnTo>
                  <a:lnTo>
                    <a:pt x="3382655" y="410703"/>
                  </a:lnTo>
                  <a:lnTo>
                    <a:pt x="3384849" y="506236"/>
                  </a:lnTo>
                  <a:lnTo>
                    <a:pt x="3387043" y="578531"/>
                  </a:lnTo>
                  <a:lnTo>
                    <a:pt x="3389237" y="625957"/>
                  </a:lnTo>
                  <a:lnTo>
                    <a:pt x="3391431" y="629472"/>
                  </a:lnTo>
                  <a:lnTo>
                    <a:pt x="3393624" y="696579"/>
                  </a:lnTo>
                  <a:lnTo>
                    <a:pt x="3395818" y="730129"/>
                  </a:lnTo>
                  <a:lnTo>
                    <a:pt x="3398012" y="812902"/>
                  </a:lnTo>
                  <a:lnTo>
                    <a:pt x="3400206" y="843909"/>
                  </a:lnTo>
                  <a:lnTo>
                    <a:pt x="3402399" y="886393"/>
                  </a:lnTo>
                  <a:lnTo>
                    <a:pt x="3404593" y="995915"/>
                  </a:lnTo>
                  <a:lnTo>
                    <a:pt x="3406787" y="1052937"/>
                  </a:lnTo>
                  <a:lnTo>
                    <a:pt x="3408981" y="1056953"/>
                  </a:lnTo>
                  <a:lnTo>
                    <a:pt x="3411175" y="1201759"/>
                  </a:lnTo>
                  <a:lnTo>
                    <a:pt x="3413368" y="1397737"/>
                  </a:lnTo>
                  <a:lnTo>
                    <a:pt x="3415562" y="1467975"/>
                  </a:lnTo>
                  <a:lnTo>
                    <a:pt x="3417756" y="1644514"/>
                  </a:lnTo>
                  <a:lnTo>
                    <a:pt x="3419950" y="1687930"/>
                  </a:lnTo>
                  <a:lnTo>
                    <a:pt x="3422144" y="1751636"/>
                  </a:lnTo>
                  <a:lnTo>
                    <a:pt x="3424337" y="1829313"/>
                  </a:lnTo>
                  <a:lnTo>
                    <a:pt x="3426531" y="1905884"/>
                  </a:lnTo>
                  <a:lnTo>
                    <a:pt x="3428725" y="1896685"/>
                  </a:lnTo>
                  <a:lnTo>
                    <a:pt x="3430919" y="1913321"/>
                  </a:lnTo>
                  <a:lnTo>
                    <a:pt x="3433112" y="1913473"/>
                  </a:lnTo>
                  <a:lnTo>
                    <a:pt x="3435306" y="1966485"/>
                  </a:lnTo>
                  <a:lnTo>
                    <a:pt x="3437500" y="1906917"/>
                  </a:lnTo>
                  <a:lnTo>
                    <a:pt x="3439694" y="1885590"/>
                  </a:lnTo>
                  <a:lnTo>
                    <a:pt x="3441888" y="1773145"/>
                  </a:lnTo>
                  <a:lnTo>
                    <a:pt x="3444081" y="1603470"/>
                  </a:lnTo>
                  <a:lnTo>
                    <a:pt x="3446275" y="1588440"/>
                  </a:lnTo>
                  <a:lnTo>
                    <a:pt x="3448469" y="1543089"/>
                  </a:lnTo>
                  <a:lnTo>
                    <a:pt x="3450663" y="1471497"/>
                  </a:lnTo>
                  <a:lnTo>
                    <a:pt x="3452856" y="1529161"/>
                  </a:lnTo>
                  <a:lnTo>
                    <a:pt x="3455050" y="1626942"/>
                  </a:lnTo>
                  <a:lnTo>
                    <a:pt x="3457244" y="1677099"/>
                  </a:lnTo>
                  <a:lnTo>
                    <a:pt x="3459438" y="1621006"/>
                  </a:lnTo>
                  <a:lnTo>
                    <a:pt x="3461632" y="1583691"/>
                  </a:lnTo>
                  <a:lnTo>
                    <a:pt x="3463825" y="1462408"/>
                  </a:lnTo>
                  <a:lnTo>
                    <a:pt x="3466019" y="1392649"/>
                  </a:lnTo>
                  <a:lnTo>
                    <a:pt x="3468213" y="1314878"/>
                  </a:lnTo>
                  <a:lnTo>
                    <a:pt x="3470407" y="1279250"/>
                  </a:lnTo>
                  <a:lnTo>
                    <a:pt x="3472601" y="1280479"/>
                  </a:lnTo>
                  <a:lnTo>
                    <a:pt x="3474794" y="1223844"/>
                  </a:lnTo>
                  <a:lnTo>
                    <a:pt x="3476988" y="1223628"/>
                  </a:lnTo>
                  <a:lnTo>
                    <a:pt x="3479182" y="1245864"/>
                  </a:lnTo>
                  <a:lnTo>
                    <a:pt x="3481376" y="1227438"/>
                  </a:lnTo>
                  <a:lnTo>
                    <a:pt x="3483569" y="1248801"/>
                  </a:lnTo>
                  <a:lnTo>
                    <a:pt x="3485763" y="1220762"/>
                  </a:lnTo>
                  <a:lnTo>
                    <a:pt x="3487957" y="1282871"/>
                  </a:lnTo>
                  <a:lnTo>
                    <a:pt x="3490151" y="1323568"/>
                  </a:lnTo>
                  <a:lnTo>
                    <a:pt x="3492345" y="1364714"/>
                  </a:lnTo>
                  <a:lnTo>
                    <a:pt x="3494538" y="1396479"/>
                  </a:lnTo>
                  <a:lnTo>
                    <a:pt x="3496732" y="1415575"/>
                  </a:lnTo>
                  <a:lnTo>
                    <a:pt x="3498926" y="1465090"/>
                  </a:lnTo>
                  <a:lnTo>
                    <a:pt x="3501120" y="1469377"/>
                  </a:lnTo>
                  <a:lnTo>
                    <a:pt x="3503314" y="1476238"/>
                  </a:lnTo>
                  <a:lnTo>
                    <a:pt x="3505507" y="1395856"/>
                  </a:lnTo>
                  <a:lnTo>
                    <a:pt x="3507701" y="1412196"/>
                  </a:lnTo>
                  <a:lnTo>
                    <a:pt x="3509895" y="1476367"/>
                  </a:lnTo>
                  <a:lnTo>
                    <a:pt x="3512089" y="1460586"/>
                  </a:lnTo>
                  <a:lnTo>
                    <a:pt x="3514282" y="1479799"/>
                  </a:lnTo>
                  <a:lnTo>
                    <a:pt x="3516476" y="1446476"/>
                  </a:lnTo>
                  <a:lnTo>
                    <a:pt x="3518670" y="1598679"/>
                  </a:lnTo>
                  <a:lnTo>
                    <a:pt x="3520864" y="1727558"/>
                  </a:lnTo>
                  <a:lnTo>
                    <a:pt x="3523058" y="1655703"/>
                  </a:lnTo>
                  <a:lnTo>
                    <a:pt x="3525251" y="1710127"/>
                  </a:lnTo>
                  <a:lnTo>
                    <a:pt x="3527445" y="1547128"/>
                  </a:lnTo>
                  <a:lnTo>
                    <a:pt x="3529639" y="1440633"/>
                  </a:lnTo>
                  <a:lnTo>
                    <a:pt x="3531833" y="1440168"/>
                  </a:lnTo>
                  <a:lnTo>
                    <a:pt x="3534026" y="1427457"/>
                  </a:lnTo>
                  <a:lnTo>
                    <a:pt x="3536220" y="1412796"/>
                  </a:lnTo>
                  <a:lnTo>
                    <a:pt x="3538414" y="1390415"/>
                  </a:lnTo>
                  <a:lnTo>
                    <a:pt x="3540608" y="1435372"/>
                  </a:lnTo>
                  <a:lnTo>
                    <a:pt x="3542802" y="1423669"/>
                  </a:lnTo>
                  <a:lnTo>
                    <a:pt x="3544995" y="1399179"/>
                  </a:lnTo>
                  <a:lnTo>
                    <a:pt x="3547189" y="1432920"/>
                  </a:lnTo>
                  <a:lnTo>
                    <a:pt x="3549383" y="1417145"/>
                  </a:lnTo>
                  <a:lnTo>
                    <a:pt x="3551577" y="1480757"/>
                  </a:lnTo>
                  <a:lnTo>
                    <a:pt x="3553771" y="1436727"/>
                  </a:lnTo>
                  <a:lnTo>
                    <a:pt x="3555964" y="1458276"/>
                  </a:lnTo>
                  <a:lnTo>
                    <a:pt x="3558158" y="1483304"/>
                  </a:lnTo>
                  <a:lnTo>
                    <a:pt x="3560352" y="1493627"/>
                  </a:lnTo>
                  <a:lnTo>
                    <a:pt x="3562546" y="1615941"/>
                  </a:lnTo>
                  <a:lnTo>
                    <a:pt x="3564739" y="1729422"/>
                  </a:lnTo>
                  <a:lnTo>
                    <a:pt x="3566933" y="1811511"/>
                  </a:lnTo>
                  <a:lnTo>
                    <a:pt x="3569127" y="1885379"/>
                  </a:lnTo>
                  <a:lnTo>
                    <a:pt x="3571321" y="1899015"/>
                  </a:lnTo>
                  <a:lnTo>
                    <a:pt x="3573515" y="1995109"/>
                  </a:lnTo>
                  <a:lnTo>
                    <a:pt x="3575708" y="2027637"/>
                  </a:lnTo>
                  <a:lnTo>
                    <a:pt x="3577902" y="2034778"/>
                  </a:lnTo>
                  <a:lnTo>
                    <a:pt x="3580096" y="2048304"/>
                  </a:lnTo>
                  <a:lnTo>
                    <a:pt x="3582290" y="2030694"/>
                  </a:lnTo>
                  <a:lnTo>
                    <a:pt x="3584483" y="1979395"/>
                  </a:lnTo>
                  <a:lnTo>
                    <a:pt x="3586677" y="1988554"/>
                  </a:lnTo>
                  <a:lnTo>
                    <a:pt x="3588871" y="1903994"/>
                  </a:lnTo>
                  <a:lnTo>
                    <a:pt x="3591065" y="1912190"/>
                  </a:lnTo>
                  <a:lnTo>
                    <a:pt x="3593259" y="1894822"/>
                  </a:lnTo>
                  <a:lnTo>
                    <a:pt x="3595452" y="1837245"/>
                  </a:lnTo>
                  <a:lnTo>
                    <a:pt x="3597646" y="1859008"/>
                  </a:lnTo>
                  <a:lnTo>
                    <a:pt x="3599840" y="1808414"/>
                  </a:lnTo>
                  <a:lnTo>
                    <a:pt x="3602034" y="1756758"/>
                  </a:lnTo>
                  <a:lnTo>
                    <a:pt x="3604228" y="1769494"/>
                  </a:lnTo>
                  <a:lnTo>
                    <a:pt x="3606421" y="1818219"/>
                  </a:lnTo>
                  <a:lnTo>
                    <a:pt x="3608615" y="1838043"/>
                  </a:lnTo>
                  <a:lnTo>
                    <a:pt x="3610809" y="1811322"/>
                  </a:lnTo>
                  <a:lnTo>
                    <a:pt x="3613003" y="1860760"/>
                  </a:lnTo>
                  <a:lnTo>
                    <a:pt x="3615196" y="1922194"/>
                  </a:lnTo>
                  <a:lnTo>
                    <a:pt x="3617390" y="1883698"/>
                  </a:lnTo>
                  <a:lnTo>
                    <a:pt x="3619584" y="1853436"/>
                  </a:lnTo>
                  <a:lnTo>
                    <a:pt x="3621778" y="1821616"/>
                  </a:lnTo>
                  <a:lnTo>
                    <a:pt x="3623972" y="1811180"/>
                  </a:lnTo>
                  <a:lnTo>
                    <a:pt x="3626165" y="1810066"/>
                  </a:lnTo>
                  <a:lnTo>
                    <a:pt x="3628359" y="1759454"/>
                  </a:lnTo>
                  <a:lnTo>
                    <a:pt x="3630553" y="1777145"/>
                  </a:lnTo>
                  <a:lnTo>
                    <a:pt x="3632747" y="1895331"/>
                  </a:lnTo>
                  <a:lnTo>
                    <a:pt x="3634941" y="1946066"/>
                  </a:lnTo>
                  <a:lnTo>
                    <a:pt x="3637134" y="1989880"/>
                  </a:lnTo>
                  <a:lnTo>
                    <a:pt x="3639328" y="2004605"/>
                  </a:lnTo>
                  <a:lnTo>
                    <a:pt x="3641522" y="2002809"/>
                  </a:lnTo>
                  <a:lnTo>
                    <a:pt x="3643716" y="1964379"/>
                  </a:lnTo>
                  <a:lnTo>
                    <a:pt x="3645909" y="1939919"/>
                  </a:lnTo>
                  <a:lnTo>
                    <a:pt x="3648103" y="1895728"/>
                  </a:lnTo>
                  <a:lnTo>
                    <a:pt x="3650297" y="1831931"/>
                  </a:lnTo>
                  <a:lnTo>
                    <a:pt x="3652491" y="1832880"/>
                  </a:lnTo>
                  <a:lnTo>
                    <a:pt x="3654685" y="1732956"/>
                  </a:lnTo>
                  <a:lnTo>
                    <a:pt x="3656878" y="1621280"/>
                  </a:lnTo>
                  <a:lnTo>
                    <a:pt x="3659072" y="1574033"/>
                  </a:lnTo>
                  <a:lnTo>
                    <a:pt x="3661266" y="1541917"/>
                  </a:lnTo>
                  <a:lnTo>
                    <a:pt x="3663460" y="1501359"/>
                  </a:lnTo>
                  <a:lnTo>
                    <a:pt x="3665653" y="1499870"/>
                  </a:lnTo>
                  <a:lnTo>
                    <a:pt x="3667847" y="1455640"/>
                  </a:lnTo>
                  <a:lnTo>
                    <a:pt x="3670041" y="1419800"/>
                  </a:lnTo>
                  <a:lnTo>
                    <a:pt x="3672235" y="1389970"/>
                  </a:lnTo>
                  <a:lnTo>
                    <a:pt x="3674429" y="1356871"/>
                  </a:lnTo>
                  <a:lnTo>
                    <a:pt x="3676622" y="1374878"/>
                  </a:lnTo>
                  <a:lnTo>
                    <a:pt x="3678816" y="1350259"/>
                  </a:lnTo>
                  <a:lnTo>
                    <a:pt x="3681010" y="1355929"/>
                  </a:lnTo>
                  <a:lnTo>
                    <a:pt x="3683204" y="1375021"/>
                  </a:lnTo>
                  <a:lnTo>
                    <a:pt x="3685398" y="1386890"/>
                  </a:lnTo>
                  <a:lnTo>
                    <a:pt x="3687591" y="1415054"/>
                  </a:lnTo>
                  <a:lnTo>
                    <a:pt x="3689785" y="1422588"/>
                  </a:lnTo>
                  <a:lnTo>
                    <a:pt x="3691979" y="1451107"/>
                  </a:lnTo>
                  <a:lnTo>
                    <a:pt x="3694173" y="1469981"/>
                  </a:lnTo>
                  <a:lnTo>
                    <a:pt x="3696366" y="1494273"/>
                  </a:lnTo>
                  <a:lnTo>
                    <a:pt x="3698560" y="1489256"/>
                  </a:lnTo>
                  <a:lnTo>
                    <a:pt x="3700754" y="1501495"/>
                  </a:lnTo>
                  <a:lnTo>
                    <a:pt x="3702948" y="1496186"/>
                  </a:lnTo>
                  <a:lnTo>
                    <a:pt x="3705142" y="1484847"/>
                  </a:lnTo>
                  <a:lnTo>
                    <a:pt x="3707335" y="1545362"/>
                  </a:lnTo>
                  <a:lnTo>
                    <a:pt x="3709529" y="1464075"/>
                  </a:lnTo>
                  <a:lnTo>
                    <a:pt x="3711723" y="1543951"/>
                  </a:lnTo>
                  <a:lnTo>
                    <a:pt x="3713917" y="1541375"/>
                  </a:lnTo>
                  <a:lnTo>
                    <a:pt x="3716110" y="1515103"/>
                  </a:lnTo>
                  <a:lnTo>
                    <a:pt x="3718304" y="1576911"/>
                  </a:lnTo>
                  <a:lnTo>
                    <a:pt x="3720498" y="1505829"/>
                  </a:lnTo>
                  <a:lnTo>
                    <a:pt x="3722692" y="1594144"/>
                  </a:lnTo>
                  <a:lnTo>
                    <a:pt x="3724886" y="1589552"/>
                  </a:lnTo>
                  <a:lnTo>
                    <a:pt x="3727079" y="1585712"/>
                  </a:lnTo>
                  <a:lnTo>
                    <a:pt x="3729273" y="1618814"/>
                  </a:lnTo>
                  <a:lnTo>
                    <a:pt x="3731467" y="1580528"/>
                  </a:lnTo>
                  <a:lnTo>
                    <a:pt x="3733661" y="1555669"/>
                  </a:lnTo>
                  <a:lnTo>
                    <a:pt x="3735855" y="1606124"/>
                  </a:lnTo>
                  <a:lnTo>
                    <a:pt x="3738048" y="1567045"/>
                  </a:lnTo>
                  <a:lnTo>
                    <a:pt x="3740242" y="1610517"/>
                  </a:lnTo>
                  <a:lnTo>
                    <a:pt x="3742436" y="1626484"/>
                  </a:lnTo>
                  <a:lnTo>
                    <a:pt x="3744630" y="1689682"/>
                  </a:lnTo>
                  <a:lnTo>
                    <a:pt x="3746823" y="1744445"/>
                  </a:lnTo>
                  <a:lnTo>
                    <a:pt x="3749017" y="1799576"/>
                  </a:lnTo>
                  <a:lnTo>
                    <a:pt x="3751211" y="1726376"/>
                  </a:lnTo>
                  <a:lnTo>
                    <a:pt x="3753405" y="1642466"/>
                  </a:lnTo>
                  <a:lnTo>
                    <a:pt x="3755599" y="1768921"/>
                  </a:lnTo>
                  <a:lnTo>
                    <a:pt x="3757792" y="1694256"/>
                  </a:lnTo>
                  <a:lnTo>
                    <a:pt x="3759986" y="1741735"/>
                  </a:lnTo>
                  <a:lnTo>
                    <a:pt x="3762180" y="1630800"/>
                  </a:lnTo>
                  <a:lnTo>
                    <a:pt x="3764374" y="1579478"/>
                  </a:lnTo>
                  <a:lnTo>
                    <a:pt x="3766568" y="1605927"/>
                  </a:lnTo>
                  <a:lnTo>
                    <a:pt x="3768761" y="1506660"/>
                  </a:lnTo>
                  <a:lnTo>
                    <a:pt x="3770955" y="1523669"/>
                  </a:lnTo>
                  <a:lnTo>
                    <a:pt x="3773149" y="1529699"/>
                  </a:lnTo>
                  <a:lnTo>
                    <a:pt x="3775343" y="1463791"/>
                  </a:lnTo>
                  <a:lnTo>
                    <a:pt x="3777536" y="1432680"/>
                  </a:lnTo>
                  <a:lnTo>
                    <a:pt x="3779730" y="1397062"/>
                  </a:lnTo>
                  <a:lnTo>
                    <a:pt x="3781924" y="1348496"/>
                  </a:lnTo>
                  <a:lnTo>
                    <a:pt x="3784118" y="1357855"/>
                  </a:lnTo>
                  <a:lnTo>
                    <a:pt x="3786312" y="1345014"/>
                  </a:lnTo>
                  <a:lnTo>
                    <a:pt x="3788505" y="1304912"/>
                  </a:lnTo>
                  <a:lnTo>
                    <a:pt x="3790699" y="1340459"/>
                  </a:lnTo>
                  <a:lnTo>
                    <a:pt x="3792893" y="1327740"/>
                  </a:lnTo>
                  <a:lnTo>
                    <a:pt x="3795087" y="1287408"/>
                  </a:lnTo>
                  <a:lnTo>
                    <a:pt x="3797280" y="1320809"/>
                  </a:lnTo>
                  <a:lnTo>
                    <a:pt x="3799474" y="1296450"/>
                  </a:lnTo>
                  <a:lnTo>
                    <a:pt x="3801668" y="1307812"/>
                  </a:lnTo>
                  <a:lnTo>
                    <a:pt x="3803862" y="1324292"/>
                  </a:lnTo>
                  <a:lnTo>
                    <a:pt x="3806056" y="1367726"/>
                  </a:lnTo>
                  <a:lnTo>
                    <a:pt x="3808249" y="1375535"/>
                  </a:lnTo>
                  <a:lnTo>
                    <a:pt x="3810443" y="1329614"/>
                  </a:lnTo>
                  <a:lnTo>
                    <a:pt x="3812637" y="1367580"/>
                  </a:lnTo>
                  <a:lnTo>
                    <a:pt x="3814831" y="1306999"/>
                  </a:lnTo>
                  <a:lnTo>
                    <a:pt x="3817025" y="1343589"/>
                  </a:lnTo>
                  <a:lnTo>
                    <a:pt x="3819218" y="1347654"/>
                  </a:lnTo>
                  <a:lnTo>
                    <a:pt x="3821412" y="1365701"/>
                  </a:lnTo>
                  <a:lnTo>
                    <a:pt x="3823606" y="1419684"/>
                  </a:lnTo>
                  <a:lnTo>
                    <a:pt x="3825800" y="1437306"/>
                  </a:lnTo>
                  <a:lnTo>
                    <a:pt x="3827993" y="1461820"/>
                  </a:lnTo>
                  <a:lnTo>
                    <a:pt x="3830187" y="1499759"/>
                  </a:lnTo>
                  <a:lnTo>
                    <a:pt x="3832381" y="1583031"/>
                  </a:lnTo>
                  <a:lnTo>
                    <a:pt x="3834575" y="1591091"/>
                  </a:lnTo>
                  <a:lnTo>
                    <a:pt x="3836769" y="1549829"/>
                  </a:lnTo>
                  <a:lnTo>
                    <a:pt x="3838962" y="1674276"/>
                  </a:lnTo>
                  <a:lnTo>
                    <a:pt x="3841156" y="1712648"/>
                  </a:lnTo>
                  <a:lnTo>
                    <a:pt x="3843350" y="1701850"/>
                  </a:lnTo>
                  <a:lnTo>
                    <a:pt x="3845544" y="1602435"/>
                  </a:lnTo>
                  <a:lnTo>
                    <a:pt x="3847737" y="1541854"/>
                  </a:lnTo>
                  <a:lnTo>
                    <a:pt x="3849931" y="1601554"/>
                  </a:lnTo>
                  <a:lnTo>
                    <a:pt x="3852125" y="1606422"/>
                  </a:lnTo>
                  <a:lnTo>
                    <a:pt x="3854319" y="1633399"/>
                  </a:lnTo>
                  <a:lnTo>
                    <a:pt x="3856513" y="1658281"/>
                  </a:lnTo>
                  <a:lnTo>
                    <a:pt x="3858706" y="1621612"/>
                  </a:lnTo>
                  <a:lnTo>
                    <a:pt x="3860900" y="1625925"/>
                  </a:lnTo>
                  <a:lnTo>
                    <a:pt x="3863094" y="1655476"/>
                  </a:lnTo>
                  <a:lnTo>
                    <a:pt x="3865288" y="1613647"/>
                  </a:lnTo>
                  <a:lnTo>
                    <a:pt x="3867482" y="1624332"/>
                  </a:lnTo>
                  <a:lnTo>
                    <a:pt x="3869675" y="1583019"/>
                  </a:lnTo>
                  <a:lnTo>
                    <a:pt x="3871869" y="1627821"/>
                  </a:lnTo>
                  <a:lnTo>
                    <a:pt x="3874063" y="1670126"/>
                  </a:lnTo>
                  <a:lnTo>
                    <a:pt x="3876257" y="1616827"/>
                  </a:lnTo>
                  <a:lnTo>
                    <a:pt x="3878450" y="1591459"/>
                  </a:lnTo>
                  <a:lnTo>
                    <a:pt x="3880644" y="1646556"/>
                  </a:lnTo>
                  <a:lnTo>
                    <a:pt x="3882838" y="1593858"/>
                  </a:lnTo>
                  <a:lnTo>
                    <a:pt x="3885032" y="1602548"/>
                  </a:lnTo>
                  <a:lnTo>
                    <a:pt x="3887226" y="1535592"/>
                  </a:lnTo>
                  <a:lnTo>
                    <a:pt x="3889419" y="1532579"/>
                  </a:lnTo>
                  <a:lnTo>
                    <a:pt x="3891613" y="1683265"/>
                  </a:lnTo>
                  <a:lnTo>
                    <a:pt x="3893807" y="1622663"/>
                  </a:lnTo>
                  <a:lnTo>
                    <a:pt x="3896001" y="1730839"/>
                  </a:lnTo>
                  <a:lnTo>
                    <a:pt x="3898194" y="1723342"/>
                  </a:lnTo>
                  <a:lnTo>
                    <a:pt x="3900388" y="1721541"/>
                  </a:lnTo>
                  <a:lnTo>
                    <a:pt x="3902582" y="1622120"/>
                  </a:lnTo>
                  <a:lnTo>
                    <a:pt x="3904776" y="1587079"/>
                  </a:lnTo>
                  <a:lnTo>
                    <a:pt x="3906970" y="1599762"/>
                  </a:lnTo>
                  <a:lnTo>
                    <a:pt x="3909163" y="1603033"/>
                  </a:lnTo>
                  <a:lnTo>
                    <a:pt x="3911357" y="1557250"/>
                  </a:lnTo>
                  <a:lnTo>
                    <a:pt x="3913551" y="1601184"/>
                  </a:lnTo>
                  <a:lnTo>
                    <a:pt x="3915745" y="1571459"/>
                  </a:lnTo>
                  <a:lnTo>
                    <a:pt x="3917939" y="1552941"/>
                  </a:lnTo>
                  <a:lnTo>
                    <a:pt x="3920132" y="1548380"/>
                  </a:lnTo>
                  <a:lnTo>
                    <a:pt x="3922326" y="1552793"/>
                  </a:lnTo>
                  <a:lnTo>
                    <a:pt x="3924520" y="1599721"/>
                  </a:lnTo>
                  <a:lnTo>
                    <a:pt x="3926714" y="1589778"/>
                  </a:lnTo>
                  <a:lnTo>
                    <a:pt x="3928907" y="1563723"/>
                  </a:lnTo>
                  <a:lnTo>
                    <a:pt x="3931101" y="1582581"/>
                  </a:lnTo>
                  <a:lnTo>
                    <a:pt x="3933295" y="1587690"/>
                  </a:lnTo>
                  <a:lnTo>
                    <a:pt x="3935489" y="1664317"/>
                  </a:lnTo>
                  <a:lnTo>
                    <a:pt x="3937683" y="1672544"/>
                  </a:lnTo>
                  <a:lnTo>
                    <a:pt x="3939876" y="1724670"/>
                  </a:lnTo>
                  <a:lnTo>
                    <a:pt x="3942070" y="1746381"/>
                  </a:lnTo>
                  <a:lnTo>
                    <a:pt x="3944264" y="1901968"/>
                  </a:lnTo>
                  <a:lnTo>
                    <a:pt x="3946458" y="1945410"/>
                  </a:lnTo>
                  <a:lnTo>
                    <a:pt x="3948652" y="1914626"/>
                  </a:lnTo>
                  <a:lnTo>
                    <a:pt x="3950845" y="1901089"/>
                  </a:lnTo>
                  <a:lnTo>
                    <a:pt x="3953039" y="1948004"/>
                  </a:lnTo>
                  <a:lnTo>
                    <a:pt x="3955233" y="1986993"/>
                  </a:lnTo>
                  <a:lnTo>
                    <a:pt x="3957427" y="1962713"/>
                  </a:lnTo>
                  <a:lnTo>
                    <a:pt x="3959620" y="1907102"/>
                  </a:lnTo>
                  <a:lnTo>
                    <a:pt x="3961814" y="1840112"/>
                  </a:lnTo>
                  <a:lnTo>
                    <a:pt x="3964008" y="1663329"/>
                  </a:lnTo>
                  <a:lnTo>
                    <a:pt x="3966202" y="1664075"/>
                  </a:lnTo>
                  <a:lnTo>
                    <a:pt x="3968396" y="1543844"/>
                  </a:lnTo>
                  <a:lnTo>
                    <a:pt x="3970589" y="1531110"/>
                  </a:lnTo>
                  <a:lnTo>
                    <a:pt x="3972783" y="1478845"/>
                  </a:lnTo>
                  <a:lnTo>
                    <a:pt x="3974977" y="1455416"/>
                  </a:lnTo>
                  <a:lnTo>
                    <a:pt x="3977171" y="1544717"/>
                  </a:lnTo>
                  <a:lnTo>
                    <a:pt x="3979364" y="1507457"/>
                  </a:lnTo>
                  <a:lnTo>
                    <a:pt x="3981558" y="1575166"/>
                  </a:lnTo>
                  <a:lnTo>
                    <a:pt x="3983752" y="1654789"/>
                  </a:lnTo>
                  <a:lnTo>
                    <a:pt x="3985946" y="1766194"/>
                  </a:lnTo>
                  <a:lnTo>
                    <a:pt x="3988140" y="1849996"/>
                  </a:lnTo>
                  <a:lnTo>
                    <a:pt x="3990333" y="1733980"/>
                  </a:lnTo>
                  <a:lnTo>
                    <a:pt x="3992527" y="1762622"/>
                  </a:lnTo>
                  <a:lnTo>
                    <a:pt x="3994721" y="1832600"/>
                  </a:lnTo>
                  <a:lnTo>
                    <a:pt x="3996915" y="1960698"/>
                  </a:lnTo>
                  <a:lnTo>
                    <a:pt x="3999109" y="1980149"/>
                  </a:lnTo>
                  <a:lnTo>
                    <a:pt x="4001302" y="1964921"/>
                  </a:lnTo>
                  <a:lnTo>
                    <a:pt x="4003496" y="1925400"/>
                  </a:lnTo>
                  <a:lnTo>
                    <a:pt x="4005690" y="1963053"/>
                  </a:lnTo>
                  <a:lnTo>
                    <a:pt x="4007884" y="1920661"/>
                  </a:lnTo>
                  <a:lnTo>
                    <a:pt x="4010077" y="1925063"/>
                  </a:lnTo>
                  <a:lnTo>
                    <a:pt x="4012271" y="1993028"/>
                  </a:lnTo>
                  <a:lnTo>
                    <a:pt x="4014465" y="2007665"/>
                  </a:lnTo>
                  <a:lnTo>
                    <a:pt x="4016659" y="1921977"/>
                  </a:lnTo>
                  <a:lnTo>
                    <a:pt x="4018853" y="1839640"/>
                  </a:lnTo>
                  <a:lnTo>
                    <a:pt x="4021046" y="1836628"/>
                  </a:lnTo>
                  <a:lnTo>
                    <a:pt x="4023240" y="1838624"/>
                  </a:lnTo>
                  <a:lnTo>
                    <a:pt x="4025434" y="1802692"/>
                  </a:lnTo>
                  <a:lnTo>
                    <a:pt x="4027628" y="1795364"/>
                  </a:lnTo>
                  <a:lnTo>
                    <a:pt x="4029821" y="1790161"/>
                  </a:lnTo>
                  <a:lnTo>
                    <a:pt x="4032015" y="1894387"/>
                  </a:lnTo>
                  <a:lnTo>
                    <a:pt x="4034209" y="1948099"/>
                  </a:lnTo>
                  <a:lnTo>
                    <a:pt x="4036403" y="2008065"/>
                  </a:lnTo>
                  <a:lnTo>
                    <a:pt x="4038597" y="2024161"/>
                  </a:lnTo>
                  <a:lnTo>
                    <a:pt x="4040790" y="2031865"/>
                  </a:lnTo>
                  <a:lnTo>
                    <a:pt x="4042984" y="2054374"/>
                  </a:lnTo>
                  <a:lnTo>
                    <a:pt x="4045178" y="2056860"/>
                  </a:lnTo>
                  <a:lnTo>
                    <a:pt x="4047372" y="2097105"/>
                  </a:lnTo>
                  <a:lnTo>
                    <a:pt x="4049566" y="2113776"/>
                  </a:lnTo>
                  <a:lnTo>
                    <a:pt x="4051759" y="2077832"/>
                  </a:lnTo>
                  <a:lnTo>
                    <a:pt x="4053953" y="2032304"/>
                  </a:lnTo>
                  <a:lnTo>
                    <a:pt x="4056147" y="1983847"/>
                  </a:lnTo>
                  <a:lnTo>
                    <a:pt x="4058341" y="1937576"/>
                  </a:lnTo>
                  <a:lnTo>
                    <a:pt x="4060534" y="1905411"/>
                  </a:lnTo>
                  <a:lnTo>
                    <a:pt x="4062728" y="1902094"/>
                  </a:lnTo>
                  <a:lnTo>
                    <a:pt x="4064922" y="1934268"/>
                  </a:lnTo>
                  <a:lnTo>
                    <a:pt x="4067116" y="1841293"/>
                  </a:lnTo>
                  <a:lnTo>
                    <a:pt x="4069310" y="1790322"/>
                  </a:lnTo>
                  <a:lnTo>
                    <a:pt x="4071503" y="1742202"/>
                  </a:lnTo>
                  <a:lnTo>
                    <a:pt x="4073697" y="1600856"/>
                  </a:lnTo>
                  <a:lnTo>
                    <a:pt x="4075891" y="1695335"/>
                  </a:lnTo>
                  <a:lnTo>
                    <a:pt x="4078085" y="1583594"/>
                  </a:lnTo>
                  <a:lnTo>
                    <a:pt x="4080279" y="1560077"/>
                  </a:lnTo>
                  <a:lnTo>
                    <a:pt x="4082472" y="1572965"/>
                  </a:lnTo>
                  <a:lnTo>
                    <a:pt x="4084666" y="1516561"/>
                  </a:lnTo>
                  <a:lnTo>
                    <a:pt x="4086860" y="1584427"/>
                  </a:lnTo>
                  <a:lnTo>
                    <a:pt x="4089054" y="1572280"/>
                  </a:lnTo>
                  <a:lnTo>
                    <a:pt x="4091247" y="1593673"/>
                  </a:lnTo>
                  <a:lnTo>
                    <a:pt x="4093441" y="1670687"/>
                  </a:lnTo>
                  <a:lnTo>
                    <a:pt x="4095635" y="1718783"/>
                  </a:lnTo>
                  <a:lnTo>
                    <a:pt x="4097829" y="1804834"/>
                  </a:lnTo>
                  <a:lnTo>
                    <a:pt x="4100023" y="1752163"/>
                  </a:lnTo>
                  <a:lnTo>
                    <a:pt x="4102216" y="1780438"/>
                  </a:lnTo>
                  <a:lnTo>
                    <a:pt x="4104410" y="1837154"/>
                  </a:lnTo>
                  <a:lnTo>
                    <a:pt x="4106604" y="1827543"/>
                  </a:lnTo>
                  <a:lnTo>
                    <a:pt x="4108798" y="1865312"/>
                  </a:lnTo>
                  <a:lnTo>
                    <a:pt x="4110991" y="1972642"/>
                  </a:lnTo>
                  <a:lnTo>
                    <a:pt x="4113185" y="1955851"/>
                  </a:lnTo>
                  <a:lnTo>
                    <a:pt x="4115379" y="1991526"/>
                  </a:lnTo>
                  <a:lnTo>
                    <a:pt x="4117573" y="1977064"/>
                  </a:lnTo>
                  <a:lnTo>
                    <a:pt x="4119767" y="1981353"/>
                  </a:lnTo>
                  <a:lnTo>
                    <a:pt x="4121960" y="1939335"/>
                  </a:lnTo>
                  <a:lnTo>
                    <a:pt x="4124154" y="1928846"/>
                  </a:lnTo>
                  <a:lnTo>
                    <a:pt x="4126348" y="1818303"/>
                  </a:lnTo>
                  <a:lnTo>
                    <a:pt x="4128542" y="1758095"/>
                  </a:lnTo>
                  <a:lnTo>
                    <a:pt x="4130736" y="1715257"/>
                  </a:lnTo>
                  <a:lnTo>
                    <a:pt x="4132929" y="1630631"/>
                  </a:lnTo>
                  <a:lnTo>
                    <a:pt x="4135123" y="1618991"/>
                  </a:lnTo>
                  <a:lnTo>
                    <a:pt x="4137317" y="1579468"/>
                  </a:lnTo>
                  <a:lnTo>
                    <a:pt x="4139511" y="1603561"/>
                  </a:lnTo>
                  <a:lnTo>
                    <a:pt x="4141704" y="1700362"/>
                  </a:lnTo>
                  <a:lnTo>
                    <a:pt x="4143898" y="1734172"/>
                  </a:lnTo>
                  <a:lnTo>
                    <a:pt x="4146092" y="1809835"/>
                  </a:lnTo>
                  <a:lnTo>
                    <a:pt x="4148286" y="1753637"/>
                  </a:lnTo>
                  <a:lnTo>
                    <a:pt x="4150480" y="1812607"/>
                  </a:lnTo>
                  <a:lnTo>
                    <a:pt x="4152673" y="1746735"/>
                  </a:lnTo>
                  <a:lnTo>
                    <a:pt x="4154867" y="1697894"/>
                  </a:lnTo>
                  <a:lnTo>
                    <a:pt x="4157061" y="1720012"/>
                  </a:lnTo>
                  <a:lnTo>
                    <a:pt x="4159255" y="1680159"/>
                  </a:lnTo>
                  <a:lnTo>
                    <a:pt x="4161448" y="1723030"/>
                  </a:lnTo>
                  <a:lnTo>
                    <a:pt x="4163642" y="1728163"/>
                  </a:lnTo>
                  <a:lnTo>
                    <a:pt x="4165836" y="1799474"/>
                  </a:lnTo>
                  <a:lnTo>
                    <a:pt x="4168030" y="1815959"/>
                  </a:lnTo>
                  <a:lnTo>
                    <a:pt x="4170224" y="1789256"/>
                  </a:lnTo>
                  <a:lnTo>
                    <a:pt x="4172417" y="1764441"/>
                  </a:lnTo>
                  <a:lnTo>
                    <a:pt x="4174611" y="1742331"/>
                  </a:lnTo>
                  <a:lnTo>
                    <a:pt x="4176805" y="1717574"/>
                  </a:lnTo>
                  <a:lnTo>
                    <a:pt x="4178999" y="1702512"/>
                  </a:lnTo>
                  <a:lnTo>
                    <a:pt x="4181193" y="1678729"/>
                  </a:lnTo>
                  <a:lnTo>
                    <a:pt x="4183386" y="1666615"/>
                  </a:lnTo>
                  <a:lnTo>
                    <a:pt x="4185580" y="1680531"/>
                  </a:lnTo>
                  <a:lnTo>
                    <a:pt x="4187774" y="1666743"/>
                  </a:lnTo>
                  <a:lnTo>
                    <a:pt x="4189968" y="1734832"/>
                  </a:lnTo>
                  <a:lnTo>
                    <a:pt x="4192161" y="1766912"/>
                  </a:lnTo>
                  <a:lnTo>
                    <a:pt x="4194355" y="1766676"/>
                  </a:lnTo>
                  <a:lnTo>
                    <a:pt x="4196549" y="1803631"/>
                  </a:lnTo>
                  <a:lnTo>
                    <a:pt x="4198743" y="1768678"/>
                  </a:lnTo>
                  <a:lnTo>
                    <a:pt x="4200937" y="1785880"/>
                  </a:lnTo>
                  <a:lnTo>
                    <a:pt x="4203130" y="1738292"/>
                  </a:lnTo>
                  <a:lnTo>
                    <a:pt x="4205324" y="1651334"/>
                  </a:lnTo>
                  <a:lnTo>
                    <a:pt x="4207518" y="1665204"/>
                  </a:lnTo>
                  <a:lnTo>
                    <a:pt x="4209712" y="1641682"/>
                  </a:lnTo>
                  <a:lnTo>
                    <a:pt x="4211906" y="1627703"/>
                  </a:lnTo>
                  <a:lnTo>
                    <a:pt x="4214099" y="1589522"/>
                  </a:lnTo>
                  <a:lnTo>
                    <a:pt x="4216293" y="1594971"/>
                  </a:lnTo>
                  <a:lnTo>
                    <a:pt x="4218487" y="1636033"/>
                  </a:lnTo>
                  <a:lnTo>
                    <a:pt x="4220681" y="1622843"/>
                  </a:lnTo>
                  <a:lnTo>
                    <a:pt x="4222874" y="1632777"/>
                  </a:lnTo>
                  <a:lnTo>
                    <a:pt x="4225068" y="1643757"/>
                  </a:lnTo>
                  <a:lnTo>
                    <a:pt x="4227262" y="1671703"/>
                  </a:lnTo>
                  <a:lnTo>
                    <a:pt x="4229456" y="1696257"/>
                  </a:lnTo>
                  <a:lnTo>
                    <a:pt x="4231650" y="1709369"/>
                  </a:lnTo>
                  <a:lnTo>
                    <a:pt x="4233843" y="1725165"/>
                  </a:lnTo>
                  <a:lnTo>
                    <a:pt x="4236037" y="1748710"/>
                  </a:lnTo>
                  <a:lnTo>
                    <a:pt x="4238231" y="1797178"/>
                  </a:lnTo>
                  <a:lnTo>
                    <a:pt x="4240425" y="1804718"/>
                  </a:lnTo>
                  <a:lnTo>
                    <a:pt x="4242618" y="1748240"/>
                  </a:lnTo>
                  <a:lnTo>
                    <a:pt x="4244812" y="1681505"/>
                  </a:lnTo>
                  <a:lnTo>
                    <a:pt x="4247006" y="1725528"/>
                  </a:lnTo>
                  <a:lnTo>
                    <a:pt x="4249200" y="1707503"/>
                  </a:lnTo>
                  <a:lnTo>
                    <a:pt x="4251394" y="1690101"/>
                  </a:lnTo>
                  <a:lnTo>
                    <a:pt x="4253587" y="1694849"/>
                  </a:lnTo>
                  <a:lnTo>
                    <a:pt x="4255781" y="1784812"/>
                  </a:lnTo>
                  <a:lnTo>
                    <a:pt x="4257975" y="1738066"/>
                  </a:lnTo>
                  <a:lnTo>
                    <a:pt x="4260169" y="1678253"/>
                  </a:lnTo>
                  <a:lnTo>
                    <a:pt x="4262363" y="1608569"/>
                  </a:lnTo>
                  <a:lnTo>
                    <a:pt x="4264556" y="1628351"/>
                  </a:lnTo>
                  <a:lnTo>
                    <a:pt x="4266750" y="1675582"/>
                  </a:lnTo>
                  <a:lnTo>
                    <a:pt x="4268944" y="1672474"/>
                  </a:lnTo>
                  <a:lnTo>
                    <a:pt x="4271138" y="1742369"/>
                  </a:lnTo>
                  <a:lnTo>
                    <a:pt x="4273331" y="1772858"/>
                  </a:lnTo>
                  <a:lnTo>
                    <a:pt x="4275525" y="1896752"/>
                  </a:lnTo>
                  <a:lnTo>
                    <a:pt x="4277719" y="1916046"/>
                  </a:lnTo>
                  <a:lnTo>
                    <a:pt x="4279913" y="1835896"/>
                  </a:lnTo>
                  <a:lnTo>
                    <a:pt x="4282107" y="1741520"/>
                  </a:lnTo>
                  <a:lnTo>
                    <a:pt x="4284300" y="1685169"/>
                  </a:lnTo>
                  <a:lnTo>
                    <a:pt x="4286494" y="1672687"/>
                  </a:lnTo>
                  <a:lnTo>
                    <a:pt x="4288688" y="1638362"/>
                  </a:lnTo>
                  <a:lnTo>
                    <a:pt x="4290882" y="1568621"/>
                  </a:lnTo>
                  <a:lnTo>
                    <a:pt x="4293075" y="1578902"/>
                  </a:lnTo>
                  <a:lnTo>
                    <a:pt x="4295269" y="1556344"/>
                  </a:lnTo>
                  <a:lnTo>
                    <a:pt x="4297463" y="1558919"/>
                  </a:lnTo>
                  <a:lnTo>
                    <a:pt x="4299657" y="1554800"/>
                  </a:lnTo>
                  <a:lnTo>
                    <a:pt x="4301851" y="1548766"/>
                  </a:lnTo>
                  <a:lnTo>
                    <a:pt x="4304044" y="1571407"/>
                  </a:lnTo>
                  <a:lnTo>
                    <a:pt x="4306238" y="1588542"/>
                  </a:lnTo>
                  <a:lnTo>
                    <a:pt x="4308432" y="1565028"/>
                  </a:lnTo>
                  <a:lnTo>
                    <a:pt x="4310626" y="1627584"/>
                  </a:lnTo>
                  <a:lnTo>
                    <a:pt x="4312820" y="1614931"/>
                  </a:lnTo>
                  <a:lnTo>
                    <a:pt x="4315013" y="1634920"/>
                  </a:lnTo>
                  <a:lnTo>
                    <a:pt x="4317207" y="1665598"/>
                  </a:lnTo>
                  <a:lnTo>
                    <a:pt x="4319401" y="1638328"/>
                  </a:lnTo>
                  <a:lnTo>
                    <a:pt x="4321595" y="1678925"/>
                  </a:lnTo>
                  <a:lnTo>
                    <a:pt x="4323788" y="1710310"/>
                  </a:lnTo>
                  <a:lnTo>
                    <a:pt x="4325982" y="1672913"/>
                  </a:lnTo>
                  <a:lnTo>
                    <a:pt x="4328176" y="1674832"/>
                  </a:lnTo>
                  <a:lnTo>
                    <a:pt x="4330370" y="1702753"/>
                  </a:lnTo>
                  <a:lnTo>
                    <a:pt x="4332564" y="1742116"/>
                  </a:lnTo>
                  <a:lnTo>
                    <a:pt x="4334757" y="1680827"/>
                  </a:lnTo>
                  <a:lnTo>
                    <a:pt x="4336951" y="1697102"/>
                  </a:lnTo>
                  <a:lnTo>
                    <a:pt x="4339145" y="1659540"/>
                  </a:lnTo>
                  <a:lnTo>
                    <a:pt x="4341339" y="1658188"/>
                  </a:lnTo>
                  <a:lnTo>
                    <a:pt x="4343533" y="1682637"/>
                  </a:lnTo>
                  <a:lnTo>
                    <a:pt x="4345726" y="1626353"/>
                  </a:lnTo>
                  <a:lnTo>
                    <a:pt x="4347920" y="1743867"/>
                  </a:lnTo>
                  <a:lnTo>
                    <a:pt x="4350114" y="1696253"/>
                  </a:lnTo>
                  <a:lnTo>
                    <a:pt x="4352308" y="1748252"/>
                  </a:lnTo>
                  <a:lnTo>
                    <a:pt x="4354501" y="1795583"/>
                  </a:lnTo>
                  <a:lnTo>
                    <a:pt x="4356695" y="1782777"/>
                  </a:lnTo>
                  <a:lnTo>
                    <a:pt x="4358889" y="1882180"/>
                  </a:lnTo>
                  <a:lnTo>
                    <a:pt x="4361083" y="1943738"/>
                  </a:lnTo>
                  <a:lnTo>
                    <a:pt x="4363277" y="1989328"/>
                  </a:lnTo>
                  <a:lnTo>
                    <a:pt x="4365470" y="2015968"/>
                  </a:lnTo>
                  <a:lnTo>
                    <a:pt x="4367664" y="2016802"/>
                  </a:lnTo>
                  <a:lnTo>
                    <a:pt x="4369858" y="2035426"/>
                  </a:lnTo>
                  <a:lnTo>
                    <a:pt x="4372052" y="2024393"/>
                  </a:lnTo>
                  <a:lnTo>
                    <a:pt x="4374245" y="2041209"/>
                  </a:lnTo>
                  <a:lnTo>
                    <a:pt x="4376439" y="2014780"/>
                  </a:lnTo>
                  <a:lnTo>
                    <a:pt x="4378633" y="1999505"/>
                  </a:lnTo>
                  <a:lnTo>
                    <a:pt x="4380827" y="1965947"/>
                  </a:lnTo>
                  <a:lnTo>
                    <a:pt x="4383021" y="1940216"/>
                  </a:lnTo>
                  <a:lnTo>
                    <a:pt x="4385214" y="1985543"/>
                  </a:lnTo>
                  <a:lnTo>
                    <a:pt x="4387408" y="1997040"/>
                  </a:lnTo>
                  <a:lnTo>
                    <a:pt x="4389602" y="2045207"/>
                  </a:lnTo>
                  <a:lnTo>
                    <a:pt x="4391796" y="2059150"/>
                  </a:lnTo>
                  <a:lnTo>
                    <a:pt x="4393990" y="2101387"/>
                  </a:lnTo>
                  <a:lnTo>
                    <a:pt x="4396183" y="2124845"/>
                  </a:lnTo>
                  <a:lnTo>
                    <a:pt x="4398377" y="2146192"/>
                  </a:lnTo>
                  <a:lnTo>
                    <a:pt x="4400571" y="2180722"/>
                  </a:lnTo>
                  <a:lnTo>
                    <a:pt x="4402765" y="2175205"/>
                  </a:lnTo>
                  <a:lnTo>
                    <a:pt x="4404958" y="2204058"/>
                  </a:lnTo>
                  <a:lnTo>
                    <a:pt x="4407152" y="2202226"/>
                  </a:lnTo>
                  <a:lnTo>
                    <a:pt x="4409346" y="2222170"/>
                  </a:lnTo>
                  <a:lnTo>
                    <a:pt x="4411540" y="2234149"/>
                  </a:lnTo>
                  <a:lnTo>
                    <a:pt x="4413734" y="2227756"/>
                  </a:lnTo>
                  <a:lnTo>
                    <a:pt x="4415927" y="2208802"/>
                  </a:lnTo>
                  <a:lnTo>
                    <a:pt x="4418121" y="2232603"/>
                  </a:lnTo>
                  <a:lnTo>
                    <a:pt x="4420315" y="2221463"/>
                  </a:lnTo>
                  <a:lnTo>
                    <a:pt x="4422509" y="2218459"/>
                  </a:lnTo>
                  <a:lnTo>
                    <a:pt x="4424702" y="2202424"/>
                  </a:lnTo>
                  <a:lnTo>
                    <a:pt x="4426896" y="2165851"/>
                  </a:lnTo>
                  <a:lnTo>
                    <a:pt x="4429090" y="2193454"/>
                  </a:lnTo>
                  <a:lnTo>
                    <a:pt x="4431284" y="2140257"/>
                  </a:lnTo>
                  <a:lnTo>
                    <a:pt x="4433478" y="2133789"/>
                  </a:lnTo>
                  <a:lnTo>
                    <a:pt x="4435671" y="2136311"/>
                  </a:lnTo>
                  <a:lnTo>
                    <a:pt x="4437865" y="2134788"/>
                  </a:lnTo>
                  <a:lnTo>
                    <a:pt x="4440059" y="2184204"/>
                  </a:lnTo>
                  <a:lnTo>
                    <a:pt x="4442253" y="2174528"/>
                  </a:lnTo>
                  <a:lnTo>
                    <a:pt x="4444447" y="2199469"/>
                  </a:lnTo>
                  <a:lnTo>
                    <a:pt x="4446640" y="2202792"/>
                  </a:lnTo>
                  <a:lnTo>
                    <a:pt x="4448834" y="2189920"/>
                  </a:lnTo>
                  <a:lnTo>
                    <a:pt x="4451028" y="2222691"/>
                  </a:lnTo>
                  <a:lnTo>
                    <a:pt x="4453222" y="2203080"/>
                  </a:lnTo>
                  <a:lnTo>
                    <a:pt x="4455415" y="2221986"/>
                  </a:lnTo>
                  <a:lnTo>
                    <a:pt x="4457609" y="2233436"/>
                  </a:lnTo>
                  <a:lnTo>
                    <a:pt x="4459803" y="2230047"/>
                  </a:lnTo>
                  <a:lnTo>
                    <a:pt x="4461997" y="2238840"/>
                  </a:lnTo>
                  <a:lnTo>
                    <a:pt x="4464191" y="2231789"/>
                  </a:lnTo>
                  <a:lnTo>
                    <a:pt x="4466384" y="2232116"/>
                  </a:lnTo>
                  <a:lnTo>
                    <a:pt x="4468578" y="2229035"/>
                  </a:lnTo>
                  <a:lnTo>
                    <a:pt x="4470772" y="2219691"/>
                  </a:lnTo>
                  <a:lnTo>
                    <a:pt x="4472966" y="2211611"/>
                  </a:lnTo>
                  <a:lnTo>
                    <a:pt x="4475159" y="2214582"/>
                  </a:lnTo>
                  <a:lnTo>
                    <a:pt x="4477353" y="2214960"/>
                  </a:lnTo>
                  <a:lnTo>
                    <a:pt x="4479547" y="2217348"/>
                  </a:lnTo>
                  <a:lnTo>
                    <a:pt x="4481741" y="2201763"/>
                  </a:lnTo>
                  <a:lnTo>
                    <a:pt x="4483935" y="2192269"/>
                  </a:lnTo>
                  <a:lnTo>
                    <a:pt x="4486128" y="2182681"/>
                  </a:lnTo>
                  <a:lnTo>
                    <a:pt x="4488322" y="2194980"/>
                  </a:lnTo>
                  <a:lnTo>
                    <a:pt x="4490516" y="2205847"/>
                  </a:lnTo>
                  <a:lnTo>
                    <a:pt x="4492710" y="2219233"/>
                  </a:lnTo>
                  <a:lnTo>
                    <a:pt x="4494904" y="2221128"/>
                  </a:lnTo>
                  <a:lnTo>
                    <a:pt x="4497097" y="2227010"/>
                  </a:lnTo>
                  <a:lnTo>
                    <a:pt x="4499291" y="2231232"/>
                  </a:lnTo>
                  <a:lnTo>
                    <a:pt x="4501485" y="2232460"/>
                  </a:lnTo>
                  <a:lnTo>
                    <a:pt x="4503679" y="2232040"/>
                  </a:lnTo>
                  <a:lnTo>
                    <a:pt x="4505872" y="2233578"/>
                  </a:lnTo>
                  <a:lnTo>
                    <a:pt x="4508066" y="2236418"/>
                  </a:lnTo>
                  <a:lnTo>
                    <a:pt x="4510260" y="2236418"/>
                  </a:lnTo>
                  <a:lnTo>
                    <a:pt x="4512454" y="2236418"/>
                  </a:lnTo>
                  <a:lnTo>
                    <a:pt x="4514648" y="2236418"/>
                  </a:lnTo>
                  <a:lnTo>
                    <a:pt x="4516841" y="2235234"/>
                  </a:lnTo>
                  <a:lnTo>
                    <a:pt x="4519035" y="2235045"/>
                  </a:lnTo>
                  <a:lnTo>
                    <a:pt x="4521229" y="2235045"/>
                  </a:lnTo>
                  <a:lnTo>
                    <a:pt x="4523423" y="2235045"/>
                  </a:lnTo>
                  <a:lnTo>
                    <a:pt x="4525617" y="2234838"/>
                  </a:lnTo>
                  <a:lnTo>
                    <a:pt x="4527810" y="2236604"/>
                  </a:lnTo>
                  <a:lnTo>
                    <a:pt x="4530004" y="2233721"/>
                  </a:lnTo>
                  <a:lnTo>
                    <a:pt x="4531335" y="2240955"/>
                  </a:lnTo>
                </a:path>
              </a:pathLst>
            </a:custGeom>
            <a:ln w="10840" cap="flat">
              <a:solidFill>
                <a:srgbClr val="00008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" name="pl40"/>
            <p:cNvSpPr/>
            <p:nvPr/>
          </p:nvSpPr>
          <p:spPr>
            <a:xfrm>
              <a:off x="5498619" y="6167786"/>
              <a:ext cx="140412" cy="211663"/>
            </a:xfrm>
            <a:custGeom>
              <a:avLst/>
              <a:pathLst>
                <a:path w="140412" h="211663">
                  <a:moveTo>
                    <a:pt x="0" y="211663"/>
                  </a:moveTo>
                  <a:lnTo>
                    <a:pt x="791" y="208675"/>
                  </a:lnTo>
                  <a:lnTo>
                    <a:pt x="2985" y="205161"/>
                  </a:lnTo>
                  <a:lnTo>
                    <a:pt x="5179" y="204261"/>
                  </a:lnTo>
                  <a:lnTo>
                    <a:pt x="7372" y="204202"/>
                  </a:lnTo>
                  <a:lnTo>
                    <a:pt x="9566" y="201664"/>
                  </a:lnTo>
                  <a:lnTo>
                    <a:pt x="11760" y="205404"/>
                  </a:lnTo>
                  <a:lnTo>
                    <a:pt x="13954" y="207448"/>
                  </a:lnTo>
                  <a:lnTo>
                    <a:pt x="16148" y="198109"/>
                  </a:lnTo>
                  <a:lnTo>
                    <a:pt x="18341" y="203462"/>
                  </a:lnTo>
                  <a:lnTo>
                    <a:pt x="20535" y="203565"/>
                  </a:lnTo>
                  <a:lnTo>
                    <a:pt x="22729" y="207352"/>
                  </a:lnTo>
                  <a:lnTo>
                    <a:pt x="24923" y="209404"/>
                  </a:lnTo>
                  <a:lnTo>
                    <a:pt x="27117" y="202292"/>
                  </a:lnTo>
                  <a:lnTo>
                    <a:pt x="29310" y="195182"/>
                  </a:lnTo>
                  <a:lnTo>
                    <a:pt x="31504" y="185319"/>
                  </a:lnTo>
                  <a:lnTo>
                    <a:pt x="33698" y="200625"/>
                  </a:lnTo>
                  <a:lnTo>
                    <a:pt x="35892" y="179258"/>
                  </a:lnTo>
                  <a:lnTo>
                    <a:pt x="38085" y="197529"/>
                  </a:lnTo>
                  <a:lnTo>
                    <a:pt x="40279" y="188256"/>
                  </a:lnTo>
                  <a:lnTo>
                    <a:pt x="42473" y="170243"/>
                  </a:lnTo>
                  <a:lnTo>
                    <a:pt x="44667" y="180753"/>
                  </a:lnTo>
                  <a:lnTo>
                    <a:pt x="46861" y="120933"/>
                  </a:lnTo>
                  <a:lnTo>
                    <a:pt x="49054" y="119076"/>
                  </a:lnTo>
                  <a:lnTo>
                    <a:pt x="51248" y="125201"/>
                  </a:lnTo>
                  <a:lnTo>
                    <a:pt x="53442" y="121144"/>
                  </a:lnTo>
                  <a:lnTo>
                    <a:pt x="55636" y="150494"/>
                  </a:lnTo>
                  <a:lnTo>
                    <a:pt x="57829" y="128353"/>
                  </a:lnTo>
                  <a:lnTo>
                    <a:pt x="60023" y="165456"/>
                  </a:lnTo>
                  <a:lnTo>
                    <a:pt x="62217" y="173138"/>
                  </a:lnTo>
                  <a:lnTo>
                    <a:pt x="64411" y="172198"/>
                  </a:lnTo>
                  <a:lnTo>
                    <a:pt x="66605" y="188899"/>
                  </a:lnTo>
                  <a:lnTo>
                    <a:pt x="68798" y="179810"/>
                  </a:lnTo>
                  <a:lnTo>
                    <a:pt x="70992" y="197468"/>
                  </a:lnTo>
                  <a:lnTo>
                    <a:pt x="73186" y="198123"/>
                  </a:lnTo>
                  <a:lnTo>
                    <a:pt x="75380" y="202335"/>
                  </a:lnTo>
                  <a:lnTo>
                    <a:pt x="77574" y="200562"/>
                  </a:lnTo>
                  <a:lnTo>
                    <a:pt x="79767" y="201519"/>
                  </a:lnTo>
                  <a:lnTo>
                    <a:pt x="81961" y="197508"/>
                  </a:lnTo>
                  <a:lnTo>
                    <a:pt x="84155" y="194590"/>
                  </a:lnTo>
                  <a:lnTo>
                    <a:pt x="86349" y="194110"/>
                  </a:lnTo>
                  <a:lnTo>
                    <a:pt x="88542" y="198645"/>
                  </a:lnTo>
                  <a:lnTo>
                    <a:pt x="90736" y="174049"/>
                  </a:lnTo>
                  <a:lnTo>
                    <a:pt x="92930" y="173799"/>
                  </a:lnTo>
                  <a:lnTo>
                    <a:pt x="95124" y="166703"/>
                  </a:lnTo>
                  <a:lnTo>
                    <a:pt x="97318" y="170111"/>
                  </a:lnTo>
                  <a:lnTo>
                    <a:pt x="99511" y="164873"/>
                  </a:lnTo>
                  <a:lnTo>
                    <a:pt x="101705" y="133804"/>
                  </a:lnTo>
                  <a:lnTo>
                    <a:pt x="103899" y="117027"/>
                  </a:lnTo>
                  <a:lnTo>
                    <a:pt x="106093" y="81461"/>
                  </a:lnTo>
                  <a:lnTo>
                    <a:pt x="108287" y="83371"/>
                  </a:lnTo>
                  <a:lnTo>
                    <a:pt x="110480" y="44635"/>
                  </a:lnTo>
                  <a:lnTo>
                    <a:pt x="112674" y="0"/>
                  </a:lnTo>
                  <a:lnTo>
                    <a:pt x="114868" y="59058"/>
                  </a:lnTo>
                  <a:lnTo>
                    <a:pt x="117062" y="93483"/>
                  </a:lnTo>
                  <a:lnTo>
                    <a:pt x="119255" y="119997"/>
                  </a:lnTo>
                  <a:lnTo>
                    <a:pt x="121449" y="144818"/>
                  </a:lnTo>
                  <a:lnTo>
                    <a:pt x="123643" y="150516"/>
                  </a:lnTo>
                  <a:lnTo>
                    <a:pt x="125837" y="166789"/>
                  </a:lnTo>
                  <a:lnTo>
                    <a:pt x="128031" y="163095"/>
                  </a:lnTo>
                  <a:lnTo>
                    <a:pt x="130224" y="173057"/>
                  </a:lnTo>
                  <a:lnTo>
                    <a:pt x="132418" y="170721"/>
                  </a:lnTo>
                  <a:lnTo>
                    <a:pt x="134612" y="182349"/>
                  </a:lnTo>
                  <a:lnTo>
                    <a:pt x="136806" y="209095"/>
                  </a:lnTo>
                  <a:lnTo>
                    <a:pt x="138999" y="209070"/>
                  </a:lnTo>
                  <a:lnTo>
                    <a:pt x="140412" y="211663"/>
                  </a:lnTo>
                </a:path>
              </a:pathLst>
            </a:custGeom>
            <a:ln w="10840" cap="flat">
              <a:solidFill>
                <a:srgbClr val="00008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" name="pl41"/>
            <p:cNvSpPr/>
            <p:nvPr/>
          </p:nvSpPr>
          <p:spPr>
            <a:xfrm>
              <a:off x="5646228" y="6373741"/>
              <a:ext cx="12139" cy="5708"/>
            </a:xfrm>
            <a:custGeom>
              <a:avLst/>
              <a:pathLst>
                <a:path w="12139" h="5708">
                  <a:moveTo>
                    <a:pt x="0" y="5708"/>
                  </a:moveTo>
                  <a:lnTo>
                    <a:pt x="166" y="5591"/>
                  </a:lnTo>
                  <a:lnTo>
                    <a:pt x="2360" y="1735"/>
                  </a:lnTo>
                  <a:lnTo>
                    <a:pt x="4553" y="159"/>
                  </a:lnTo>
                  <a:lnTo>
                    <a:pt x="6747" y="0"/>
                  </a:lnTo>
                  <a:lnTo>
                    <a:pt x="8941" y="841"/>
                  </a:lnTo>
                  <a:lnTo>
                    <a:pt x="11135" y="3888"/>
                  </a:lnTo>
                  <a:lnTo>
                    <a:pt x="12139" y="5708"/>
                  </a:lnTo>
                </a:path>
              </a:pathLst>
            </a:custGeom>
            <a:ln w="10840" cap="flat">
              <a:solidFill>
                <a:srgbClr val="00008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" name="pl42"/>
            <p:cNvSpPr/>
            <p:nvPr/>
          </p:nvSpPr>
          <p:spPr>
            <a:xfrm>
              <a:off x="5707954" y="6265998"/>
              <a:ext cx="55622" cy="113451"/>
            </a:xfrm>
            <a:custGeom>
              <a:avLst/>
              <a:pathLst>
                <a:path w="55622" h="113451">
                  <a:moveTo>
                    <a:pt x="0" y="113451"/>
                  </a:moveTo>
                  <a:lnTo>
                    <a:pt x="2060" y="103692"/>
                  </a:lnTo>
                  <a:lnTo>
                    <a:pt x="4254" y="93016"/>
                  </a:lnTo>
                  <a:lnTo>
                    <a:pt x="6448" y="100383"/>
                  </a:lnTo>
                  <a:lnTo>
                    <a:pt x="8641" y="96823"/>
                  </a:lnTo>
                  <a:lnTo>
                    <a:pt x="10835" y="90349"/>
                  </a:lnTo>
                  <a:lnTo>
                    <a:pt x="13029" y="73115"/>
                  </a:lnTo>
                  <a:lnTo>
                    <a:pt x="15223" y="42236"/>
                  </a:lnTo>
                  <a:lnTo>
                    <a:pt x="17416" y="32176"/>
                  </a:lnTo>
                  <a:lnTo>
                    <a:pt x="19610" y="16096"/>
                  </a:lnTo>
                  <a:lnTo>
                    <a:pt x="21804" y="0"/>
                  </a:lnTo>
                  <a:lnTo>
                    <a:pt x="23998" y="12174"/>
                  </a:lnTo>
                  <a:lnTo>
                    <a:pt x="26192" y="14538"/>
                  </a:lnTo>
                  <a:lnTo>
                    <a:pt x="28385" y="53037"/>
                  </a:lnTo>
                  <a:lnTo>
                    <a:pt x="30579" y="79072"/>
                  </a:lnTo>
                  <a:lnTo>
                    <a:pt x="32773" y="88291"/>
                  </a:lnTo>
                  <a:lnTo>
                    <a:pt x="34967" y="97503"/>
                  </a:lnTo>
                  <a:lnTo>
                    <a:pt x="37161" y="84468"/>
                  </a:lnTo>
                  <a:lnTo>
                    <a:pt x="39354" y="99561"/>
                  </a:lnTo>
                  <a:lnTo>
                    <a:pt x="41548" y="97309"/>
                  </a:lnTo>
                  <a:lnTo>
                    <a:pt x="43742" y="101546"/>
                  </a:lnTo>
                  <a:lnTo>
                    <a:pt x="45936" y="107522"/>
                  </a:lnTo>
                  <a:lnTo>
                    <a:pt x="48129" y="108170"/>
                  </a:lnTo>
                  <a:lnTo>
                    <a:pt x="50323" y="109779"/>
                  </a:lnTo>
                  <a:lnTo>
                    <a:pt x="52517" y="110764"/>
                  </a:lnTo>
                  <a:lnTo>
                    <a:pt x="54711" y="112890"/>
                  </a:lnTo>
                  <a:lnTo>
                    <a:pt x="55622" y="113451"/>
                  </a:lnTo>
                </a:path>
              </a:pathLst>
            </a:custGeom>
            <a:ln w="10840" cap="flat">
              <a:solidFill>
                <a:srgbClr val="00008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" name="pl43"/>
            <p:cNvSpPr/>
            <p:nvPr/>
          </p:nvSpPr>
          <p:spPr>
            <a:xfrm>
              <a:off x="5778254" y="6367380"/>
              <a:ext cx="77917" cy="12069"/>
            </a:xfrm>
            <a:custGeom>
              <a:avLst/>
              <a:pathLst>
                <a:path w="77917" h="12069">
                  <a:moveTo>
                    <a:pt x="0" y="12069"/>
                  </a:moveTo>
                  <a:lnTo>
                    <a:pt x="1961" y="5417"/>
                  </a:lnTo>
                  <a:lnTo>
                    <a:pt x="4154" y="5417"/>
                  </a:lnTo>
                  <a:lnTo>
                    <a:pt x="6348" y="5965"/>
                  </a:lnTo>
                  <a:lnTo>
                    <a:pt x="8542" y="4862"/>
                  </a:lnTo>
                  <a:lnTo>
                    <a:pt x="10736" y="5752"/>
                  </a:lnTo>
                  <a:lnTo>
                    <a:pt x="12930" y="5589"/>
                  </a:lnTo>
                  <a:lnTo>
                    <a:pt x="15123" y="4321"/>
                  </a:lnTo>
                  <a:lnTo>
                    <a:pt x="17317" y="5315"/>
                  </a:lnTo>
                  <a:lnTo>
                    <a:pt x="19511" y="5315"/>
                  </a:lnTo>
                  <a:lnTo>
                    <a:pt x="21705" y="5315"/>
                  </a:lnTo>
                  <a:lnTo>
                    <a:pt x="23899" y="5315"/>
                  </a:lnTo>
                  <a:lnTo>
                    <a:pt x="26092" y="5315"/>
                  </a:lnTo>
                  <a:lnTo>
                    <a:pt x="28286" y="3820"/>
                  </a:lnTo>
                  <a:lnTo>
                    <a:pt x="30480" y="5315"/>
                  </a:lnTo>
                  <a:lnTo>
                    <a:pt x="32674" y="4862"/>
                  </a:lnTo>
                  <a:lnTo>
                    <a:pt x="34867" y="5752"/>
                  </a:lnTo>
                  <a:lnTo>
                    <a:pt x="37061" y="6479"/>
                  </a:lnTo>
                  <a:lnTo>
                    <a:pt x="39255" y="6062"/>
                  </a:lnTo>
                  <a:lnTo>
                    <a:pt x="41449" y="8241"/>
                  </a:lnTo>
                  <a:lnTo>
                    <a:pt x="43643" y="8241"/>
                  </a:lnTo>
                  <a:lnTo>
                    <a:pt x="45836" y="3812"/>
                  </a:lnTo>
                  <a:lnTo>
                    <a:pt x="48030" y="3307"/>
                  </a:lnTo>
                  <a:lnTo>
                    <a:pt x="50224" y="4510"/>
                  </a:lnTo>
                  <a:lnTo>
                    <a:pt x="52418" y="3993"/>
                  </a:lnTo>
                  <a:lnTo>
                    <a:pt x="54612" y="5315"/>
                  </a:lnTo>
                  <a:lnTo>
                    <a:pt x="56805" y="5315"/>
                  </a:lnTo>
                  <a:lnTo>
                    <a:pt x="58999" y="3880"/>
                  </a:lnTo>
                  <a:lnTo>
                    <a:pt x="61193" y="4898"/>
                  </a:lnTo>
                  <a:lnTo>
                    <a:pt x="63387" y="2129"/>
                  </a:lnTo>
                  <a:lnTo>
                    <a:pt x="65580" y="646"/>
                  </a:lnTo>
                  <a:lnTo>
                    <a:pt x="67774" y="0"/>
                  </a:lnTo>
                  <a:lnTo>
                    <a:pt x="69968" y="950"/>
                  </a:lnTo>
                  <a:lnTo>
                    <a:pt x="72162" y="5589"/>
                  </a:lnTo>
                  <a:lnTo>
                    <a:pt x="74356" y="6479"/>
                  </a:lnTo>
                  <a:lnTo>
                    <a:pt x="76549" y="6062"/>
                  </a:lnTo>
                  <a:lnTo>
                    <a:pt x="77917" y="12069"/>
                  </a:lnTo>
                </a:path>
              </a:pathLst>
            </a:custGeom>
            <a:ln w="10840" cap="flat">
              <a:solidFill>
                <a:srgbClr val="00008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" name="pl44"/>
            <p:cNvSpPr/>
            <p:nvPr/>
          </p:nvSpPr>
          <p:spPr>
            <a:xfrm>
              <a:off x="5859578" y="4155449"/>
              <a:ext cx="3074985" cy="2224000"/>
            </a:xfrm>
            <a:custGeom>
              <a:avLst/>
              <a:pathLst>
                <a:path w="3074985" h="2224000">
                  <a:moveTo>
                    <a:pt x="0" y="2224000"/>
                  </a:moveTo>
                  <a:lnTo>
                    <a:pt x="1806" y="2218445"/>
                  </a:lnTo>
                  <a:lnTo>
                    <a:pt x="4000" y="2214130"/>
                  </a:lnTo>
                  <a:lnTo>
                    <a:pt x="6194" y="2213402"/>
                  </a:lnTo>
                  <a:lnTo>
                    <a:pt x="8388" y="2209675"/>
                  </a:lnTo>
                  <a:lnTo>
                    <a:pt x="10582" y="2195097"/>
                  </a:lnTo>
                  <a:lnTo>
                    <a:pt x="12775" y="2171195"/>
                  </a:lnTo>
                  <a:lnTo>
                    <a:pt x="14969" y="2174428"/>
                  </a:lnTo>
                  <a:lnTo>
                    <a:pt x="17163" y="2156703"/>
                  </a:lnTo>
                  <a:lnTo>
                    <a:pt x="19357" y="2152901"/>
                  </a:lnTo>
                  <a:lnTo>
                    <a:pt x="21551" y="2170867"/>
                  </a:lnTo>
                  <a:lnTo>
                    <a:pt x="23744" y="2117299"/>
                  </a:lnTo>
                  <a:lnTo>
                    <a:pt x="25938" y="2143065"/>
                  </a:lnTo>
                  <a:lnTo>
                    <a:pt x="28132" y="2106389"/>
                  </a:lnTo>
                  <a:lnTo>
                    <a:pt x="30326" y="2120995"/>
                  </a:lnTo>
                  <a:lnTo>
                    <a:pt x="32519" y="2071265"/>
                  </a:lnTo>
                  <a:lnTo>
                    <a:pt x="34713" y="2063955"/>
                  </a:lnTo>
                  <a:lnTo>
                    <a:pt x="36907" y="2062502"/>
                  </a:lnTo>
                  <a:lnTo>
                    <a:pt x="39101" y="2037238"/>
                  </a:lnTo>
                  <a:lnTo>
                    <a:pt x="41295" y="1983934"/>
                  </a:lnTo>
                  <a:lnTo>
                    <a:pt x="43488" y="2014356"/>
                  </a:lnTo>
                  <a:lnTo>
                    <a:pt x="45682" y="2002930"/>
                  </a:lnTo>
                  <a:lnTo>
                    <a:pt x="47876" y="2012563"/>
                  </a:lnTo>
                  <a:lnTo>
                    <a:pt x="50070" y="1974203"/>
                  </a:lnTo>
                  <a:lnTo>
                    <a:pt x="52264" y="1932943"/>
                  </a:lnTo>
                  <a:lnTo>
                    <a:pt x="54457" y="1927438"/>
                  </a:lnTo>
                  <a:lnTo>
                    <a:pt x="56651" y="1901338"/>
                  </a:lnTo>
                  <a:lnTo>
                    <a:pt x="58845" y="1911968"/>
                  </a:lnTo>
                  <a:lnTo>
                    <a:pt x="61039" y="1930002"/>
                  </a:lnTo>
                  <a:lnTo>
                    <a:pt x="63232" y="1963108"/>
                  </a:lnTo>
                  <a:lnTo>
                    <a:pt x="65426" y="1969607"/>
                  </a:lnTo>
                  <a:lnTo>
                    <a:pt x="67620" y="1988410"/>
                  </a:lnTo>
                  <a:lnTo>
                    <a:pt x="69814" y="1997605"/>
                  </a:lnTo>
                  <a:lnTo>
                    <a:pt x="72008" y="1970315"/>
                  </a:lnTo>
                  <a:lnTo>
                    <a:pt x="74201" y="2028766"/>
                  </a:lnTo>
                  <a:lnTo>
                    <a:pt x="76395" y="2040608"/>
                  </a:lnTo>
                  <a:lnTo>
                    <a:pt x="78589" y="2077189"/>
                  </a:lnTo>
                  <a:lnTo>
                    <a:pt x="80783" y="2079891"/>
                  </a:lnTo>
                  <a:lnTo>
                    <a:pt x="82976" y="2134076"/>
                  </a:lnTo>
                  <a:lnTo>
                    <a:pt x="85170" y="2159749"/>
                  </a:lnTo>
                  <a:lnTo>
                    <a:pt x="87364" y="2164826"/>
                  </a:lnTo>
                  <a:lnTo>
                    <a:pt x="89558" y="2186541"/>
                  </a:lnTo>
                  <a:lnTo>
                    <a:pt x="91752" y="2188033"/>
                  </a:lnTo>
                  <a:lnTo>
                    <a:pt x="93945" y="2185323"/>
                  </a:lnTo>
                  <a:lnTo>
                    <a:pt x="96139" y="2194976"/>
                  </a:lnTo>
                  <a:lnTo>
                    <a:pt x="98333" y="2206450"/>
                  </a:lnTo>
                  <a:lnTo>
                    <a:pt x="100527" y="2203098"/>
                  </a:lnTo>
                  <a:lnTo>
                    <a:pt x="102721" y="2206807"/>
                  </a:lnTo>
                  <a:lnTo>
                    <a:pt x="104914" y="2207542"/>
                  </a:lnTo>
                  <a:lnTo>
                    <a:pt x="107108" y="2208441"/>
                  </a:lnTo>
                  <a:lnTo>
                    <a:pt x="109302" y="2207123"/>
                  </a:lnTo>
                  <a:lnTo>
                    <a:pt x="111496" y="2203622"/>
                  </a:lnTo>
                  <a:lnTo>
                    <a:pt x="113689" y="2204511"/>
                  </a:lnTo>
                  <a:lnTo>
                    <a:pt x="115883" y="2215451"/>
                  </a:lnTo>
                  <a:lnTo>
                    <a:pt x="118077" y="2205039"/>
                  </a:lnTo>
                  <a:lnTo>
                    <a:pt x="120271" y="2214091"/>
                  </a:lnTo>
                  <a:lnTo>
                    <a:pt x="122465" y="2190717"/>
                  </a:lnTo>
                  <a:lnTo>
                    <a:pt x="124658" y="2171201"/>
                  </a:lnTo>
                  <a:lnTo>
                    <a:pt x="126852" y="2143022"/>
                  </a:lnTo>
                  <a:lnTo>
                    <a:pt x="129046" y="2114904"/>
                  </a:lnTo>
                  <a:lnTo>
                    <a:pt x="131240" y="2116594"/>
                  </a:lnTo>
                  <a:lnTo>
                    <a:pt x="133433" y="2087229"/>
                  </a:lnTo>
                  <a:lnTo>
                    <a:pt x="135627" y="2048362"/>
                  </a:lnTo>
                  <a:lnTo>
                    <a:pt x="137821" y="1986361"/>
                  </a:lnTo>
                  <a:lnTo>
                    <a:pt x="140015" y="1957791"/>
                  </a:lnTo>
                  <a:lnTo>
                    <a:pt x="142209" y="1958051"/>
                  </a:lnTo>
                  <a:lnTo>
                    <a:pt x="144402" y="1950433"/>
                  </a:lnTo>
                  <a:lnTo>
                    <a:pt x="146596" y="1899514"/>
                  </a:lnTo>
                  <a:lnTo>
                    <a:pt x="148790" y="1891703"/>
                  </a:lnTo>
                  <a:lnTo>
                    <a:pt x="150984" y="1884448"/>
                  </a:lnTo>
                  <a:lnTo>
                    <a:pt x="153178" y="1913699"/>
                  </a:lnTo>
                  <a:lnTo>
                    <a:pt x="155371" y="1922815"/>
                  </a:lnTo>
                  <a:lnTo>
                    <a:pt x="157565" y="1899574"/>
                  </a:lnTo>
                  <a:lnTo>
                    <a:pt x="159759" y="1877690"/>
                  </a:lnTo>
                  <a:lnTo>
                    <a:pt x="161953" y="1914659"/>
                  </a:lnTo>
                  <a:lnTo>
                    <a:pt x="164146" y="1897231"/>
                  </a:lnTo>
                  <a:lnTo>
                    <a:pt x="166340" y="1861728"/>
                  </a:lnTo>
                  <a:lnTo>
                    <a:pt x="168534" y="1855446"/>
                  </a:lnTo>
                  <a:lnTo>
                    <a:pt x="170728" y="1870215"/>
                  </a:lnTo>
                  <a:lnTo>
                    <a:pt x="172922" y="1881293"/>
                  </a:lnTo>
                  <a:lnTo>
                    <a:pt x="175115" y="1885017"/>
                  </a:lnTo>
                  <a:lnTo>
                    <a:pt x="177309" y="1862330"/>
                  </a:lnTo>
                  <a:lnTo>
                    <a:pt x="179503" y="1837576"/>
                  </a:lnTo>
                  <a:lnTo>
                    <a:pt x="181697" y="1863990"/>
                  </a:lnTo>
                  <a:lnTo>
                    <a:pt x="183890" y="1867735"/>
                  </a:lnTo>
                  <a:lnTo>
                    <a:pt x="186084" y="1861891"/>
                  </a:lnTo>
                  <a:lnTo>
                    <a:pt x="188278" y="1877362"/>
                  </a:lnTo>
                  <a:lnTo>
                    <a:pt x="190472" y="1877594"/>
                  </a:lnTo>
                  <a:lnTo>
                    <a:pt x="192666" y="1892988"/>
                  </a:lnTo>
                  <a:lnTo>
                    <a:pt x="194859" y="1915048"/>
                  </a:lnTo>
                  <a:lnTo>
                    <a:pt x="197053" y="1927468"/>
                  </a:lnTo>
                  <a:lnTo>
                    <a:pt x="199247" y="1991773"/>
                  </a:lnTo>
                  <a:lnTo>
                    <a:pt x="201441" y="2008127"/>
                  </a:lnTo>
                  <a:lnTo>
                    <a:pt x="203635" y="2021785"/>
                  </a:lnTo>
                  <a:lnTo>
                    <a:pt x="205828" y="2044011"/>
                  </a:lnTo>
                  <a:lnTo>
                    <a:pt x="208022" y="2061224"/>
                  </a:lnTo>
                  <a:lnTo>
                    <a:pt x="210216" y="2072458"/>
                  </a:lnTo>
                  <a:lnTo>
                    <a:pt x="212410" y="2058405"/>
                  </a:lnTo>
                  <a:lnTo>
                    <a:pt x="214603" y="2039819"/>
                  </a:lnTo>
                  <a:lnTo>
                    <a:pt x="216797" y="2056338"/>
                  </a:lnTo>
                  <a:lnTo>
                    <a:pt x="218991" y="2063305"/>
                  </a:lnTo>
                  <a:lnTo>
                    <a:pt x="221185" y="2067600"/>
                  </a:lnTo>
                  <a:lnTo>
                    <a:pt x="223379" y="2049012"/>
                  </a:lnTo>
                  <a:lnTo>
                    <a:pt x="225572" y="2029695"/>
                  </a:lnTo>
                  <a:lnTo>
                    <a:pt x="227766" y="2056524"/>
                  </a:lnTo>
                  <a:lnTo>
                    <a:pt x="229960" y="2021986"/>
                  </a:lnTo>
                  <a:lnTo>
                    <a:pt x="232154" y="2015388"/>
                  </a:lnTo>
                  <a:lnTo>
                    <a:pt x="234348" y="2037553"/>
                  </a:lnTo>
                  <a:lnTo>
                    <a:pt x="236541" y="2031531"/>
                  </a:lnTo>
                  <a:lnTo>
                    <a:pt x="238735" y="2024052"/>
                  </a:lnTo>
                  <a:lnTo>
                    <a:pt x="240929" y="2014801"/>
                  </a:lnTo>
                  <a:lnTo>
                    <a:pt x="243123" y="2013896"/>
                  </a:lnTo>
                  <a:lnTo>
                    <a:pt x="245316" y="1988013"/>
                  </a:lnTo>
                  <a:lnTo>
                    <a:pt x="247510" y="1988245"/>
                  </a:lnTo>
                  <a:lnTo>
                    <a:pt x="249704" y="1991989"/>
                  </a:lnTo>
                  <a:lnTo>
                    <a:pt x="251898" y="1974648"/>
                  </a:lnTo>
                  <a:lnTo>
                    <a:pt x="254092" y="1964615"/>
                  </a:lnTo>
                  <a:lnTo>
                    <a:pt x="256285" y="1978938"/>
                  </a:lnTo>
                  <a:lnTo>
                    <a:pt x="258479" y="1977672"/>
                  </a:lnTo>
                  <a:lnTo>
                    <a:pt x="260673" y="1951456"/>
                  </a:lnTo>
                  <a:lnTo>
                    <a:pt x="262867" y="1958647"/>
                  </a:lnTo>
                  <a:lnTo>
                    <a:pt x="265060" y="1966286"/>
                  </a:lnTo>
                  <a:lnTo>
                    <a:pt x="267254" y="1957717"/>
                  </a:lnTo>
                  <a:lnTo>
                    <a:pt x="269448" y="1960990"/>
                  </a:lnTo>
                  <a:lnTo>
                    <a:pt x="271642" y="1932442"/>
                  </a:lnTo>
                  <a:lnTo>
                    <a:pt x="273836" y="1933845"/>
                  </a:lnTo>
                  <a:lnTo>
                    <a:pt x="276029" y="2029239"/>
                  </a:lnTo>
                  <a:lnTo>
                    <a:pt x="278223" y="1990925"/>
                  </a:lnTo>
                  <a:lnTo>
                    <a:pt x="280417" y="1982352"/>
                  </a:lnTo>
                  <a:lnTo>
                    <a:pt x="282611" y="2019763"/>
                  </a:lnTo>
                  <a:lnTo>
                    <a:pt x="284805" y="2040739"/>
                  </a:lnTo>
                  <a:lnTo>
                    <a:pt x="286998" y="2066023"/>
                  </a:lnTo>
                  <a:lnTo>
                    <a:pt x="289192" y="2064247"/>
                  </a:lnTo>
                  <a:lnTo>
                    <a:pt x="291386" y="2111356"/>
                  </a:lnTo>
                  <a:lnTo>
                    <a:pt x="293580" y="2118940"/>
                  </a:lnTo>
                  <a:lnTo>
                    <a:pt x="295773" y="2126221"/>
                  </a:lnTo>
                  <a:lnTo>
                    <a:pt x="297967" y="2108426"/>
                  </a:lnTo>
                  <a:lnTo>
                    <a:pt x="300161" y="2126927"/>
                  </a:lnTo>
                  <a:lnTo>
                    <a:pt x="302355" y="2134965"/>
                  </a:lnTo>
                  <a:lnTo>
                    <a:pt x="304549" y="2153128"/>
                  </a:lnTo>
                  <a:lnTo>
                    <a:pt x="306742" y="2176692"/>
                  </a:lnTo>
                  <a:lnTo>
                    <a:pt x="308936" y="2144704"/>
                  </a:lnTo>
                  <a:lnTo>
                    <a:pt x="311130" y="2159999"/>
                  </a:lnTo>
                  <a:lnTo>
                    <a:pt x="313324" y="2149545"/>
                  </a:lnTo>
                  <a:lnTo>
                    <a:pt x="315517" y="2142808"/>
                  </a:lnTo>
                  <a:lnTo>
                    <a:pt x="317711" y="2174811"/>
                  </a:lnTo>
                  <a:lnTo>
                    <a:pt x="319905" y="2108773"/>
                  </a:lnTo>
                  <a:lnTo>
                    <a:pt x="322099" y="2143100"/>
                  </a:lnTo>
                  <a:lnTo>
                    <a:pt x="324293" y="2116520"/>
                  </a:lnTo>
                  <a:lnTo>
                    <a:pt x="326486" y="2118504"/>
                  </a:lnTo>
                  <a:lnTo>
                    <a:pt x="328680" y="2117536"/>
                  </a:lnTo>
                  <a:lnTo>
                    <a:pt x="330874" y="2106227"/>
                  </a:lnTo>
                  <a:lnTo>
                    <a:pt x="333068" y="2157273"/>
                  </a:lnTo>
                  <a:lnTo>
                    <a:pt x="335262" y="2144739"/>
                  </a:lnTo>
                  <a:lnTo>
                    <a:pt x="337455" y="2178046"/>
                  </a:lnTo>
                  <a:lnTo>
                    <a:pt x="339649" y="2164716"/>
                  </a:lnTo>
                  <a:lnTo>
                    <a:pt x="341843" y="2179152"/>
                  </a:lnTo>
                  <a:lnTo>
                    <a:pt x="344037" y="2182718"/>
                  </a:lnTo>
                  <a:lnTo>
                    <a:pt x="346230" y="2152560"/>
                  </a:lnTo>
                  <a:lnTo>
                    <a:pt x="348424" y="2115481"/>
                  </a:lnTo>
                  <a:lnTo>
                    <a:pt x="350618" y="2109862"/>
                  </a:lnTo>
                  <a:lnTo>
                    <a:pt x="352812" y="2107575"/>
                  </a:lnTo>
                  <a:lnTo>
                    <a:pt x="355006" y="2117041"/>
                  </a:lnTo>
                  <a:lnTo>
                    <a:pt x="357199" y="2089422"/>
                  </a:lnTo>
                  <a:lnTo>
                    <a:pt x="359393" y="2093353"/>
                  </a:lnTo>
                  <a:lnTo>
                    <a:pt x="361587" y="2087231"/>
                  </a:lnTo>
                  <a:lnTo>
                    <a:pt x="363781" y="2060086"/>
                  </a:lnTo>
                  <a:lnTo>
                    <a:pt x="365975" y="2041767"/>
                  </a:lnTo>
                  <a:lnTo>
                    <a:pt x="368168" y="2021378"/>
                  </a:lnTo>
                  <a:lnTo>
                    <a:pt x="370362" y="2009849"/>
                  </a:lnTo>
                  <a:lnTo>
                    <a:pt x="372556" y="2019368"/>
                  </a:lnTo>
                  <a:lnTo>
                    <a:pt x="374750" y="1977274"/>
                  </a:lnTo>
                  <a:lnTo>
                    <a:pt x="376943" y="1991195"/>
                  </a:lnTo>
                  <a:lnTo>
                    <a:pt x="379137" y="1961857"/>
                  </a:lnTo>
                  <a:lnTo>
                    <a:pt x="381331" y="1955287"/>
                  </a:lnTo>
                  <a:lnTo>
                    <a:pt x="383525" y="1901429"/>
                  </a:lnTo>
                  <a:lnTo>
                    <a:pt x="385719" y="1871450"/>
                  </a:lnTo>
                  <a:lnTo>
                    <a:pt x="387912" y="1805682"/>
                  </a:lnTo>
                  <a:lnTo>
                    <a:pt x="390106" y="1780192"/>
                  </a:lnTo>
                  <a:lnTo>
                    <a:pt x="392300" y="1783675"/>
                  </a:lnTo>
                  <a:lnTo>
                    <a:pt x="394494" y="1705001"/>
                  </a:lnTo>
                  <a:lnTo>
                    <a:pt x="396687" y="1741019"/>
                  </a:lnTo>
                  <a:lnTo>
                    <a:pt x="398881" y="1727563"/>
                  </a:lnTo>
                  <a:lnTo>
                    <a:pt x="401075" y="1734209"/>
                  </a:lnTo>
                  <a:lnTo>
                    <a:pt x="403269" y="1751697"/>
                  </a:lnTo>
                  <a:lnTo>
                    <a:pt x="405463" y="1754298"/>
                  </a:lnTo>
                  <a:lnTo>
                    <a:pt x="407656" y="1728603"/>
                  </a:lnTo>
                  <a:lnTo>
                    <a:pt x="409850" y="1727043"/>
                  </a:lnTo>
                  <a:lnTo>
                    <a:pt x="412044" y="1696167"/>
                  </a:lnTo>
                  <a:lnTo>
                    <a:pt x="414238" y="1700173"/>
                  </a:lnTo>
                  <a:lnTo>
                    <a:pt x="416432" y="1756155"/>
                  </a:lnTo>
                  <a:lnTo>
                    <a:pt x="418625" y="1770115"/>
                  </a:lnTo>
                  <a:lnTo>
                    <a:pt x="420819" y="1772831"/>
                  </a:lnTo>
                  <a:lnTo>
                    <a:pt x="423013" y="1775630"/>
                  </a:lnTo>
                  <a:lnTo>
                    <a:pt x="425207" y="1869946"/>
                  </a:lnTo>
                  <a:lnTo>
                    <a:pt x="427400" y="1864345"/>
                  </a:lnTo>
                  <a:lnTo>
                    <a:pt x="429594" y="1839486"/>
                  </a:lnTo>
                  <a:lnTo>
                    <a:pt x="431788" y="1860938"/>
                  </a:lnTo>
                  <a:lnTo>
                    <a:pt x="433982" y="1837128"/>
                  </a:lnTo>
                  <a:lnTo>
                    <a:pt x="436176" y="1883367"/>
                  </a:lnTo>
                  <a:lnTo>
                    <a:pt x="438369" y="1885701"/>
                  </a:lnTo>
                  <a:lnTo>
                    <a:pt x="440563" y="1865892"/>
                  </a:lnTo>
                  <a:lnTo>
                    <a:pt x="442757" y="1885463"/>
                  </a:lnTo>
                  <a:lnTo>
                    <a:pt x="444951" y="1847202"/>
                  </a:lnTo>
                  <a:lnTo>
                    <a:pt x="447144" y="1874013"/>
                  </a:lnTo>
                  <a:lnTo>
                    <a:pt x="449338" y="1769917"/>
                  </a:lnTo>
                  <a:lnTo>
                    <a:pt x="451532" y="1762279"/>
                  </a:lnTo>
                  <a:lnTo>
                    <a:pt x="453726" y="1794109"/>
                  </a:lnTo>
                  <a:lnTo>
                    <a:pt x="455920" y="1803384"/>
                  </a:lnTo>
                  <a:lnTo>
                    <a:pt x="458113" y="1802939"/>
                  </a:lnTo>
                  <a:lnTo>
                    <a:pt x="460307" y="1807243"/>
                  </a:lnTo>
                  <a:lnTo>
                    <a:pt x="462501" y="1808860"/>
                  </a:lnTo>
                  <a:lnTo>
                    <a:pt x="464695" y="1837004"/>
                  </a:lnTo>
                  <a:lnTo>
                    <a:pt x="466889" y="1797025"/>
                  </a:lnTo>
                  <a:lnTo>
                    <a:pt x="469082" y="1789782"/>
                  </a:lnTo>
                  <a:lnTo>
                    <a:pt x="471276" y="1837525"/>
                  </a:lnTo>
                  <a:lnTo>
                    <a:pt x="473470" y="1829970"/>
                  </a:lnTo>
                  <a:lnTo>
                    <a:pt x="475664" y="1892543"/>
                  </a:lnTo>
                  <a:lnTo>
                    <a:pt x="477857" y="1934028"/>
                  </a:lnTo>
                  <a:lnTo>
                    <a:pt x="480051" y="1943935"/>
                  </a:lnTo>
                  <a:lnTo>
                    <a:pt x="482245" y="1944117"/>
                  </a:lnTo>
                  <a:lnTo>
                    <a:pt x="484439" y="1896726"/>
                  </a:lnTo>
                  <a:lnTo>
                    <a:pt x="486633" y="1924289"/>
                  </a:lnTo>
                  <a:lnTo>
                    <a:pt x="488826" y="1993220"/>
                  </a:lnTo>
                  <a:lnTo>
                    <a:pt x="491020" y="2013870"/>
                  </a:lnTo>
                  <a:lnTo>
                    <a:pt x="493214" y="1999762"/>
                  </a:lnTo>
                  <a:lnTo>
                    <a:pt x="495408" y="2021417"/>
                  </a:lnTo>
                  <a:lnTo>
                    <a:pt x="497602" y="1997610"/>
                  </a:lnTo>
                  <a:lnTo>
                    <a:pt x="499795" y="1967846"/>
                  </a:lnTo>
                  <a:lnTo>
                    <a:pt x="501989" y="2007309"/>
                  </a:lnTo>
                  <a:lnTo>
                    <a:pt x="504183" y="1902277"/>
                  </a:lnTo>
                  <a:lnTo>
                    <a:pt x="506377" y="1885020"/>
                  </a:lnTo>
                  <a:lnTo>
                    <a:pt x="508570" y="1849093"/>
                  </a:lnTo>
                  <a:lnTo>
                    <a:pt x="510764" y="1799183"/>
                  </a:lnTo>
                  <a:lnTo>
                    <a:pt x="512958" y="1804667"/>
                  </a:lnTo>
                  <a:lnTo>
                    <a:pt x="515152" y="1787530"/>
                  </a:lnTo>
                  <a:lnTo>
                    <a:pt x="517346" y="1759410"/>
                  </a:lnTo>
                  <a:lnTo>
                    <a:pt x="519539" y="1725233"/>
                  </a:lnTo>
                  <a:lnTo>
                    <a:pt x="521733" y="1691039"/>
                  </a:lnTo>
                  <a:lnTo>
                    <a:pt x="523927" y="1734709"/>
                  </a:lnTo>
                  <a:lnTo>
                    <a:pt x="526121" y="1677038"/>
                  </a:lnTo>
                  <a:lnTo>
                    <a:pt x="528314" y="1656395"/>
                  </a:lnTo>
                  <a:lnTo>
                    <a:pt x="530508" y="1639246"/>
                  </a:lnTo>
                  <a:lnTo>
                    <a:pt x="532702" y="1628734"/>
                  </a:lnTo>
                  <a:lnTo>
                    <a:pt x="534896" y="1726174"/>
                  </a:lnTo>
                  <a:lnTo>
                    <a:pt x="537090" y="1664843"/>
                  </a:lnTo>
                  <a:lnTo>
                    <a:pt x="539283" y="1648457"/>
                  </a:lnTo>
                  <a:lnTo>
                    <a:pt x="541477" y="1678442"/>
                  </a:lnTo>
                  <a:lnTo>
                    <a:pt x="543671" y="1666273"/>
                  </a:lnTo>
                  <a:lnTo>
                    <a:pt x="545865" y="1713006"/>
                  </a:lnTo>
                  <a:lnTo>
                    <a:pt x="548059" y="1699664"/>
                  </a:lnTo>
                  <a:lnTo>
                    <a:pt x="550252" y="1775326"/>
                  </a:lnTo>
                  <a:lnTo>
                    <a:pt x="552446" y="1794652"/>
                  </a:lnTo>
                  <a:lnTo>
                    <a:pt x="554640" y="1756281"/>
                  </a:lnTo>
                  <a:lnTo>
                    <a:pt x="556834" y="1721063"/>
                  </a:lnTo>
                  <a:lnTo>
                    <a:pt x="559027" y="1707699"/>
                  </a:lnTo>
                  <a:lnTo>
                    <a:pt x="561221" y="1838357"/>
                  </a:lnTo>
                  <a:lnTo>
                    <a:pt x="563415" y="1803345"/>
                  </a:lnTo>
                  <a:lnTo>
                    <a:pt x="565609" y="1715967"/>
                  </a:lnTo>
                  <a:lnTo>
                    <a:pt x="567803" y="1729608"/>
                  </a:lnTo>
                  <a:lnTo>
                    <a:pt x="569996" y="1704790"/>
                  </a:lnTo>
                  <a:lnTo>
                    <a:pt x="572190" y="1746971"/>
                  </a:lnTo>
                  <a:lnTo>
                    <a:pt x="574384" y="1694373"/>
                  </a:lnTo>
                  <a:lnTo>
                    <a:pt x="576578" y="1715582"/>
                  </a:lnTo>
                  <a:lnTo>
                    <a:pt x="578771" y="1728424"/>
                  </a:lnTo>
                  <a:lnTo>
                    <a:pt x="580965" y="1712954"/>
                  </a:lnTo>
                  <a:lnTo>
                    <a:pt x="583159" y="1765268"/>
                  </a:lnTo>
                  <a:lnTo>
                    <a:pt x="585353" y="1742941"/>
                  </a:lnTo>
                  <a:lnTo>
                    <a:pt x="587547" y="1719898"/>
                  </a:lnTo>
                  <a:lnTo>
                    <a:pt x="589740" y="1756942"/>
                  </a:lnTo>
                  <a:lnTo>
                    <a:pt x="591934" y="1737611"/>
                  </a:lnTo>
                  <a:lnTo>
                    <a:pt x="594128" y="1720503"/>
                  </a:lnTo>
                  <a:lnTo>
                    <a:pt x="596322" y="1710724"/>
                  </a:lnTo>
                  <a:lnTo>
                    <a:pt x="598516" y="1728898"/>
                  </a:lnTo>
                  <a:lnTo>
                    <a:pt x="600709" y="1764862"/>
                  </a:lnTo>
                  <a:lnTo>
                    <a:pt x="602903" y="1781726"/>
                  </a:lnTo>
                  <a:lnTo>
                    <a:pt x="605097" y="1789707"/>
                  </a:lnTo>
                  <a:lnTo>
                    <a:pt x="607291" y="1755226"/>
                  </a:lnTo>
                  <a:lnTo>
                    <a:pt x="609484" y="1804677"/>
                  </a:lnTo>
                  <a:lnTo>
                    <a:pt x="611678" y="1795580"/>
                  </a:lnTo>
                  <a:lnTo>
                    <a:pt x="613872" y="1809738"/>
                  </a:lnTo>
                  <a:lnTo>
                    <a:pt x="616066" y="1801922"/>
                  </a:lnTo>
                  <a:lnTo>
                    <a:pt x="618260" y="1775686"/>
                  </a:lnTo>
                  <a:lnTo>
                    <a:pt x="620453" y="1801300"/>
                  </a:lnTo>
                  <a:lnTo>
                    <a:pt x="622647" y="1808199"/>
                  </a:lnTo>
                  <a:lnTo>
                    <a:pt x="624841" y="1813958"/>
                  </a:lnTo>
                  <a:lnTo>
                    <a:pt x="627035" y="1800409"/>
                  </a:lnTo>
                  <a:lnTo>
                    <a:pt x="629229" y="1853931"/>
                  </a:lnTo>
                  <a:lnTo>
                    <a:pt x="631422" y="1874455"/>
                  </a:lnTo>
                  <a:lnTo>
                    <a:pt x="633616" y="1935429"/>
                  </a:lnTo>
                  <a:lnTo>
                    <a:pt x="635810" y="1977554"/>
                  </a:lnTo>
                  <a:lnTo>
                    <a:pt x="638004" y="2009051"/>
                  </a:lnTo>
                  <a:lnTo>
                    <a:pt x="640197" y="2059754"/>
                  </a:lnTo>
                  <a:lnTo>
                    <a:pt x="642391" y="2060375"/>
                  </a:lnTo>
                  <a:lnTo>
                    <a:pt x="644585" y="2097898"/>
                  </a:lnTo>
                  <a:lnTo>
                    <a:pt x="646779" y="2105459"/>
                  </a:lnTo>
                  <a:lnTo>
                    <a:pt x="648973" y="2100765"/>
                  </a:lnTo>
                  <a:lnTo>
                    <a:pt x="651166" y="2101636"/>
                  </a:lnTo>
                  <a:lnTo>
                    <a:pt x="653360" y="2075942"/>
                  </a:lnTo>
                  <a:lnTo>
                    <a:pt x="655554" y="2053637"/>
                  </a:lnTo>
                  <a:lnTo>
                    <a:pt x="657748" y="1976331"/>
                  </a:lnTo>
                  <a:lnTo>
                    <a:pt x="659941" y="1972003"/>
                  </a:lnTo>
                  <a:lnTo>
                    <a:pt x="662135" y="1975579"/>
                  </a:lnTo>
                  <a:lnTo>
                    <a:pt x="664329" y="1887858"/>
                  </a:lnTo>
                  <a:lnTo>
                    <a:pt x="666523" y="1841160"/>
                  </a:lnTo>
                  <a:lnTo>
                    <a:pt x="668717" y="1810978"/>
                  </a:lnTo>
                  <a:lnTo>
                    <a:pt x="670910" y="1815346"/>
                  </a:lnTo>
                  <a:lnTo>
                    <a:pt x="673104" y="1798371"/>
                  </a:lnTo>
                  <a:lnTo>
                    <a:pt x="675298" y="1775526"/>
                  </a:lnTo>
                  <a:lnTo>
                    <a:pt x="677492" y="1804365"/>
                  </a:lnTo>
                  <a:lnTo>
                    <a:pt x="679686" y="1809509"/>
                  </a:lnTo>
                  <a:lnTo>
                    <a:pt x="681879" y="1812556"/>
                  </a:lnTo>
                  <a:lnTo>
                    <a:pt x="684073" y="1805950"/>
                  </a:lnTo>
                  <a:lnTo>
                    <a:pt x="686267" y="1765745"/>
                  </a:lnTo>
                  <a:lnTo>
                    <a:pt x="688461" y="1805537"/>
                  </a:lnTo>
                  <a:lnTo>
                    <a:pt x="690654" y="1745275"/>
                  </a:lnTo>
                  <a:lnTo>
                    <a:pt x="692848" y="1781643"/>
                  </a:lnTo>
                  <a:lnTo>
                    <a:pt x="695042" y="1743706"/>
                  </a:lnTo>
                  <a:lnTo>
                    <a:pt x="697236" y="1705903"/>
                  </a:lnTo>
                  <a:lnTo>
                    <a:pt x="699430" y="1731922"/>
                  </a:lnTo>
                  <a:lnTo>
                    <a:pt x="701623" y="1734034"/>
                  </a:lnTo>
                  <a:lnTo>
                    <a:pt x="703817" y="1735173"/>
                  </a:lnTo>
                  <a:lnTo>
                    <a:pt x="706011" y="1754335"/>
                  </a:lnTo>
                  <a:lnTo>
                    <a:pt x="708205" y="1746444"/>
                  </a:lnTo>
                  <a:lnTo>
                    <a:pt x="710398" y="1824484"/>
                  </a:lnTo>
                  <a:lnTo>
                    <a:pt x="712592" y="1864306"/>
                  </a:lnTo>
                  <a:lnTo>
                    <a:pt x="714786" y="1843139"/>
                  </a:lnTo>
                  <a:lnTo>
                    <a:pt x="716980" y="1828417"/>
                  </a:lnTo>
                  <a:lnTo>
                    <a:pt x="719174" y="1809686"/>
                  </a:lnTo>
                  <a:lnTo>
                    <a:pt x="721367" y="1834027"/>
                  </a:lnTo>
                  <a:lnTo>
                    <a:pt x="723561" y="1876323"/>
                  </a:lnTo>
                  <a:lnTo>
                    <a:pt x="725755" y="1847304"/>
                  </a:lnTo>
                  <a:lnTo>
                    <a:pt x="727949" y="1877954"/>
                  </a:lnTo>
                  <a:lnTo>
                    <a:pt x="730143" y="1852023"/>
                  </a:lnTo>
                  <a:lnTo>
                    <a:pt x="732336" y="1860906"/>
                  </a:lnTo>
                  <a:lnTo>
                    <a:pt x="734530" y="1860794"/>
                  </a:lnTo>
                  <a:lnTo>
                    <a:pt x="736724" y="1831653"/>
                  </a:lnTo>
                  <a:lnTo>
                    <a:pt x="738918" y="1862926"/>
                  </a:lnTo>
                  <a:lnTo>
                    <a:pt x="741111" y="1864508"/>
                  </a:lnTo>
                  <a:lnTo>
                    <a:pt x="743305" y="1924808"/>
                  </a:lnTo>
                  <a:lnTo>
                    <a:pt x="745499" y="1980441"/>
                  </a:lnTo>
                  <a:lnTo>
                    <a:pt x="747693" y="1994887"/>
                  </a:lnTo>
                  <a:lnTo>
                    <a:pt x="749887" y="2001479"/>
                  </a:lnTo>
                  <a:lnTo>
                    <a:pt x="752080" y="1950651"/>
                  </a:lnTo>
                  <a:lnTo>
                    <a:pt x="754274" y="1990714"/>
                  </a:lnTo>
                  <a:lnTo>
                    <a:pt x="756468" y="1954263"/>
                  </a:lnTo>
                  <a:lnTo>
                    <a:pt x="758662" y="1939595"/>
                  </a:lnTo>
                  <a:lnTo>
                    <a:pt x="760855" y="1870066"/>
                  </a:lnTo>
                  <a:lnTo>
                    <a:pt x="763049" y="1894521"/>
                  </a:lnTo>
                  <a:lnTo>
                    <a:pt x="765243" y="1873867"/>
                  </a:lnTo>
                  <a:lnTo>
                    <a:pt x="767437" y="1855147"/>
                  </a:lnTo>
                  <a:lnTo>
                    <a:pt x="769631" y="1836225"/>
                  </a:lnTo>
                  <a:lnTo>
                    <a:pt x="771824" y="1822227"/>
                  </a:lnTo>
                  <a:lnTo>
                    <a:pt x="774018" y="1861563"/>
                  </a:lnTo>
                  <a:lnTo>
                    <a:pt x="776212" y="1860825"/>
                  </a:lnTo>
                  <a:lnTo>
                    <a:pt x="778406" y="1875436"/>
                  </a:lnTo>
                  <a:lnTo>
                    <a:pt x="780600" y="1854627"/>
                  </a:lnTo>
                  <a:lnTo>
                    <a:pt x="782793" y="1825230"/>
                  </a:lnTo>
                  <a:lnTo>
                    <a:pt x="784987" y="1837922"/>
                  </a:lnTo>
                  <a:lnTo>
                    <a:pt x="787181" y="1800263"/>
                  </a:lnTo>
                  <a:lnTo>
                    <a:pt x="789375" y="1777143"/>
                  </a:lnTo>
                  <a:lnTo>
                    <a:pt x="791568" y="1749796"/>
                  </a:lnTo>
                  <a:lnTo>
                    <a:pt x="793762" y="1760766"/>
                  </a:lnTo>
                  <a:lnTo>
                    <a:pt x="795956" y="1780800"/>
                  </a:lnTo>
                  <a:lnTo>
                    <a:pt x="798150" y="1778727"/>
                  </a:lnTo>
                  <a:lnTo>
                    <a:pt x="800344" y="1827265"/>
                  </a:lnTo>
                  <a:lnTo>
                    <a:pt x="802537" y="1829358"/>
                  </a:lnTo>
                  <a:lnTo>
                    <a:pt x="804731" y="1840306"/>
                  </a:lnTo>
                  <a:lnTo>
                    <a:pt x="806925" y="1885250"/>
                  </a:lnTo>
                  <a:lnTo>
                    <a:pt x="809119" y="1826536"/>
                  </a:lnTo>
                  <a:lnTo>
                    <a:pt x="811313" y="1845902"/>
                  </a:lnTo>
                  <a:lnTo>
                    <a:pt x="813506" y="1862413"/>
                  </a:lnTo>
                  <a:lnTo>
                    <a:pt x="815700" y="1863917"/>
                  </a:lnTo>
                  <a:lnTo>
                    <a:pt x="817894" y="1879250"/>
                  </a:lnTo>
                  <a:lnTo>
                    <a:pt x="820088" y="1816679"/>
                  </a:lnTo>
                  <a:lnTo>
                    <a:pt x="822281" y="1796067"/>
                  </a:lnTo>
                  <a:lnTo>
                    <a:pt x="824475" y="1828276"/>
                  </a:lnTo>
                  <a:lnTo>
                    <a:pt x="826669" y="1812233"/>
                  </a:lnTo>
                  <a:lnTo>
                    <a:pt x="828863" y="1785130"/>
                  </a:lnTo>
                  <a:lnTo>
                    <a:pt x="831057" y="1776861"/>
                  </a:lnTo>
                  <a:lnTo>
                    <a:pt x="833250" y="1829476"/>
                  </a:lnTo>
                  <a:lnTo>
                    <a:pt x="835444" y="1860776"/>
                  </a:lnTo>
                  <a:lnTo>
                    <a:pt x="837638" y="1854148"/>
                  </a:lnTo>
                  <a:lnTo>
                    <a:pt x="839832" y="1780445"/>
                  </a:lnTo>
                  <a:lnTo>
                    <a:pt x="842025" y="1804391"/>
                  </a:lnTo>
                  <a:lnTo>
                    <a:pt x="844219" y="1829454"/>
                  </a:lnTo>
                  <a:lnTo>
                    <a:pt x="846413" y="1781048"/>
                  </a:lnTo>
                  <a:lnTo>
                    <a:pt x="848607" y="1786141"/>
                  </a:lnTo>
                  <a:lnTo>
                    <a:pt x="850801" y="1749558"/>
                  </a:lnTo>
                  <a:lnTo>
                    <a:pt x="852994" y="1787283"/>
                  </a:lnTo>
                  <a:lnTo>
                    <a:pt x="855188" y="1796138"/>
                  </a:lnTo>
                  <a:lnTo>
                    <a:pt x="857382" y="1832056"/>
                  </a:lnTo>
                  <a:lnTo>
                    <a:pt x="859576" y="1843944"/>
                  </a:lnTo>
                  <a:lnTo>
                    <a:pt x="861770" y="1840767"/>
                  </a:lnTo>
                  <a:lnTo>
                    <a:pt x="863963" y="1853650"/>
                  </a:lnTo>
                  <a:lnTo>
                    <a:pt x="866157" y="1804846"/>
                  </a:lnTo>
                  <a:lnTo>
                    <a:pt x="868351" y="1858293"/>
                  </a:lnTo>
                  <a:lnTo>
                    <a:pt x="870545" y="1840521"/>
                  </a:lnTo>
                  <a:lnTo>
                    <a:pt x="872738" y="1811574"/>
                  </a:lnTo>
                  <a:lnTo>
                    <a:pt x="874932" y="1845910"/>
                  </a:lnTo>
                  <a:lnTo>
                    <a:pt x="877126" y="1768176"/>
                  </a:lnTo>
                  <a:lnTo>
                    <a:pt x="879320" y="1762737"/>
                  </a:lnTo>
                  <a:lnTo>
                    <a:pt x="881514" y="1782339"/>
                  </a:lnTo>
                  <a:lnTo>
                    <a:pt x="883707" y="1752032"/>
                  </a:lnTo>
                  <a:lnTo>
                    <a:pt x="885901" y="1794705"/>
                  </a:lnTo>
                  <a:lnTo>
                    <a:pt x="888095" y="1758947"/>
                  </a:lnTo>
                  <a:lnTo>
                    <a:pt x="890289" y="1787798"/>
                  </a:lnTo>
                  <a:lnTo>
                    <a:pt x="892482" y="1803609"/>
                  </a:lnTo>
                  <a:lnTo>
                    <a:pt x="894676" y="1804469"/>
                  </a:lnTo>
                  <a:lnTo>
                    <a:pt x="896870" y="1877375"/>
                  </a:lnTo>
                  <a:lnTo>
                    <a:pt x="899064" y="1876562"/>
                  </a:lnTo>
                  <a:lnTo>
                    <a:pt x="901258" y="1878236"/>
                  </a:lnTo>
                  <a:lnTo>
                    <a:pt x="903451" y="1885506"/>
                  </a:lnTo>
                  <a:lnTo>
                    <a:pt x="905645" y="1936535"/>
                  </a:lnTo>
                  <a:lnTo>
                    <a:pt x="907839" y="1903151"/>
                  </a:lnTo>
                  <a:lnTo>
                    <a:pt x="910033" y="1875702"/>
                  </a:lnTo>
                  <a:lnTo>
                    <a:pt x="912227" y="1852704"/>
                  </a:lnTo>
                  <a:lnTo>
                    <a:pt x="914420" y="1827751"/>
                  </a:lnTo>
                  <a:lnTo>
                    <a:pt x="916614" y="1823532"/>
                  </a:lnTo>
                  <a:lnTo>
                    <a:pt x="918808" y="1781501"/>
                  </a:lnTo>
                  <a:lnTo>
                    <a:pt x="921002" y="1730210"/>
                  </a:lnTo>
                  <a:lnTo>
                    <a:pt x="923195" y="1816229"/>
                  </a:lnTo>
                  <a:lnTo>
                    <a:pt x="925389" y="1778729"/>
                  </a:lnTo>
                  <a:lnTo>
                    <a:pt x="927583" y="1795193"/>
                  </a:lnTo>
                  <a:lnTo>
                    <a:pt x="929777" y="1754627"/>
                  </a:lnTo>
                  <a:lnTo>
                    <a:pt x="931971" y="1736596"/>
                  </a:lnTo>
                  <a:lnTo>
                    <a:pt x="934164" y="1785258"/>
                  </a:lnTo>
                  <a:lnTo>
                    <a:pt x="936358" y="1757086"/>
                  </a:lnTo>
                  <a:lnTo>
                    <a:pt x="938552" y="1817027"/>
                  </a:lnTo>
                  <a:lnTo>
                    <a:pt x="940746" y="1873022"/>
                  </a:lnTo>
                  <a:lnTo>
                    <a:pt x="942940" y="1941580"/>
                  </a:lnTo>
                  <a:lnTo>
                    <a:pt x="945133" y="1960757"/>
                  </a:lnTo>
                  <a:lnTo>
                    <a:pt x="947327" y="1931481"/>
                  </a:lnTo>
                  <a:lnTo>
                    <a:pt x="949521" y="1956789"/>
                  </a:lnTo>
                  <a:lnTo>
                    <a:pt x="951715" y="1928542"/>
                  </a:lnTo>
                  <a:lnTo>
                    <a:pt x="953908" y="1941923"/>
                  </a:lnTo>
                  <a:lnTo>
                    <a:pt x="956102" y="1910667"/>
                  </a:lnTo>
                  <a:lnTo>
                    <a:pt x="958296" y="1906180"/>
                  </a:lnTo>
                  <a:lnTo>
                    <a:pt x="960490" y="1938304"/>
                  </a:lnTo>
                  <a:lnTo>
                    <a:pt x="962684" y="1950812"/>
                  </a:lnTo>
                  <a:lnTo>
                    <a:pt x="964877" y="1989675"/>
                  </a:lnTo>
                  <a:lnTo>
                    <a:pt x="967071" y="1953079"/>
                  </a:lnTo>
                  <a:lnTo>
                    <a:pt x="969265" y="1995813"/>
                  </a:lnTo>
                  <a:lnTo>
                    <a:pt x="971459" y="2006468"/>
                  </a:lnTo>
                  <a:lnTo>
                    <a:pt x="973652" y="1992425"/>
                  </a:lnTo>
                  <a:lnTo>
                    <a:pt x="975846" y="2000440"/>
                  </a:lnTo>
                  <a:lnTo>
                    <a:pt x="978040" y="2014384"/>
                  </a:lnTo>
                  <a:lnTo>
                    <a:pt x="980234" y="2031582"/>
                  </a:lnTo>
                  <a:lnTo>
                    <a:pt x="982428" y="2042596"/>
                  </a:lnTo>
                  <a:lnTo>
                    <a:pt x="984621" y="2070012"/>
                  </a:lnTo>
                  <a:lnTo>
                    <a:pt x="986815" y="2065545"/>
                  </a:lnTo>
                  <a:lnTo>
                    <a:pt x="989009" y="2093793"/>
                  </a:lnTo>
                  <a:lnTo>
                    <a:pt x="991203" y="1998936"/>
                  </a:lnTo>
                  <a:lnTo>
                    <a:pt x="993397" y="1987122"/>
                  </a:lnTo>
                  <a:lnTo>
                    <a:pt x="995590" y="1961455"/>
                  </a:lnTo>
                  <a:lnTo>
                    <a:pt x="997784" y="1941994"/>
                  </a:lnTo>
                  <a:lnTo>
                    <a:pt x="999978" y="1963918"/>
                  </a:lnTo>
                  <a:lnTo>
                    <a:pt x="1002172" y="1918044"/>
                  </a:lnTo>
                  <a:lnTo>
                    <a:pt x="1004365" y="1947696"/>
                  </a:lnTo>
                  <a:lnTo>
                    <a:pt x="1006559" y="1938087"/>
                  </a:lnTo>
                  <a:lnTo>
                    <a:pt x="1008753" y="1938529"/>
                  </a:lnTo>
                  <a:lnTo>
                    <a:pt x="1010947" y="1852310"/>
                  </a:lnTo>
                  <a:lnTo>
                    <a:pt x="1013141" y="1860651"/>
                  </a:lnTo>
                  <a:lnTo>
                    <a:pt x="1015334" y="1863750"/>
                  </a:lnTo>
                  <a:lnTo>
                    <a:pt x="1017528" y="1833576"/>
                  </a:lnTo>
                  <a:lnTo>
                    <a:pt x="1019722" y="1823424"/>
                  </a:lnTo>
                  <a:lnTo>
                    <a:pt x="1021916" y="1732519"/>
                  </a:lnTo>
                  <a:lnTo>
                    <a:pt x="1024109" y="1747366"/>
                  </a:lnTo>
                  <a:lnTo>
                    <a:pt x="1026303" y="1731362"/>
                  </a:lnTo>
                  <a:lnTo>
                    <a:pt x="1028497" y="1676367"/>
                  </a:lnTo>
                  <a:lnTo>
                    <a:pt x="1030691" y="1748663"/>
                  </a:lnTo>
                  <a:lnTo>
                    <a:pt x="1032885" y="1728537"/>
                  </a:lnTo>
                  <a:lnTo>
                    <a:pt x="1035078" y="1745343"/>
                  </a:lnTo>
                  <a:lnTo>
                    <a:pt x="1037272" y="1745305"/>
                  </a:lnTo>
                  <a:lnTo>
                    <a:pt x="1039466" y="1757885"/>
                  </a:lnTo>
                  <a:lnTo>
                    <a:pt x="1041660" y="1750050"/>
                  </a:lnTo>
                  <a:lnTo>
                    <a:pt x="1043854" y="1764020"/>
                  </a:lnTo>
                  <a:lnTo>
                    <a:pt x="1046047" y="1793706"/>
                  </a:lnTo>
                  <a:lnTo>
                    <a:pt x="1048241" y="1838929"/>
                  </a:lnTo>
                  <a:lnTo>
                    <a:pt x="1050435" y="1822230"/>
                  </a:lnTo>
                  <a:lnTo>
                    <a:pt x="1052629" y="1810409"/>
                  </a:lnTo>
                  <a:lnTo>
                    <a:pt x="1054822" y="1808886"/>
                  </a:lnTo>
                  <a:lnTo>
                    <a:pt x="1057016" y="1847324"/>
                  </a:lnTo>
                  <a:lnTo>
                    <a:pt x="1059210" y="1823915"/>
                  </a:lnTo>
                  <a:lnTo>
                    <a:pt x="1061404" y="1810151"/>
                  </a:lnTo>
                  <a:lnTo>
                    <a:pt x="1063598" y="1884643"/>
                  </a:lnTo>
                  <a:lnTo>
                    <a:pt x="1065791" y="1902866"/>
                  </a:lnTo>
                  <a:lnTo>
                    <a:pt x="1067985" y="1978693"/>
                  </a:lnTo>
                  <a:lnTo>
                    <a:pt x="1070179" y="1964959"/>
                  </a:lnTo>
                  <a:lnTo>
                    <a:pt x="1072373" y="1946150"/>
                  </a:lnTo>
                  <a:lnTo>
                    <a:pt x="1074567" y="1934703"/>
                  </a:lnTo>
                  <a:lnTo>
                    <a:pt x="1076760" y="1914309"/>
                  </a:lnTo>
                  <a:lnTo>
                    <a:pt x="1078954" y="1943958"/>
                  </a:lnTo>
                  <a:lnTo>
                    <a:pt x="1081148" y="1952595"/>
                  </a:lnTo>
                  <a:lnTo>
                    <a:pt x="1083342" y="1952313"/>
                  </a:lnTo>
                  <a:lnTo>
                    <a:pt x="1085535" y="1950093"/>
                  </a:lnTo>
                  <a:lnTo>
                    <a:pt x="1087729" y="1908799"/>
                  </a:lnTo>
                  <a:lnTo>
                    <a:pt x="1089923" y="1892887"/>
                  </a:lnTo>
                  <a:lnTo>
                    <a:pt x="1092117" y="1907471"/>
                  </a:lnTo>
                  <a:lnTo>
                    <a:pt x="1094311" y="1904325"/>
                  </a:lnTo>
                  <a:lnTo>
                    <a:pt x="1096504" y="1914932"/>
                  </a:lnTo>
                  <a:lnTo>
                    <a:pt x="1098698" y="1886363"/>
                  </a:lnTo>
                  <a:lnTo>
                    <a:pt x="1100892" y="1897595"/>
                  </a:lnTo>
                  <a:lnTo>
                    <a:pt x="1103086" y="1854301"/>
                  </a:lnTo>
                  <a:lnTo>
                    <a:pt x="1105279" y="1869209"/>
                  </a:lnTo>
                  <a:lnTo>
                    <a:pt x="1107473" y="1851321"/>
                  </a:lnTo>
                  <a:lnTo>
                    <a:pt x="1109667" y="1876129"/>
                  </a:lnTo>
                  <a:lnTo>
                    <a:pt x="1111861" y="1907844"/>
                  </a:lnTo>
                  <a:lnTo>
                    <a:pt x="1114055" y="1922231"/>
                  </a:lnTo>
                  <a:lnTo>
                    <a:pt x="1116248" y="1966289"/>
                  </a:lnTo>
                  <a:lnTo>
                    <a:pt x="1118442" y="1983210"/>
                  </a:lnTo>
                  <a:lnTo>
                    <a:pt x="1120636" y="1992832"/>
                  </a:lnTo>
                  <a:lnTo>
                    <a:pt x="1122830" y="2003116"/>
                  </a:lnTo>
                  <a:lnTo>
                    <a:pt x="1125024" y="2033878"/>
                  </a:lnTo>
                  <a:lnTo>
                    <a:pt x="1127217" y="2082241"/>
                  </a:lnTo>
                  <a:lnTo>
                    <a:pt x="1129411" y="2093155"/>
                  </a:lnTo>
                  <a:lnTo>
                    <a:pt x="1131605" y="2109836"/>
                  </a:lnTo>
                  <a:lnTo>
                    <a:pt x="1133799" y="2096682"/>
                  </a:lnTo>
                  <a:lnTo>
                    <a:pt x="1135992" y="2066896"/>
                  </a:lnTo>
                  <a:lnTo>
                    <a:pt x="1138186" y="2087264"/>
                  </a:lnTo>
                  <a:lnTo>
                    <a:pt x="1140380" y="2106453"/>
                  </a:lnTo>
                  <a:lnTo>
                    <a:pt x="1142574" y="2116319"/>
                  </a:lnTo>
                  <a:lnTo>
                    <a:pt x="1144768" y="2144038"/>
                  </a:lnTo>
                  <a:lnTo>
                    <a:pt x="1146961" y="2162720"/>
                  </a:lnTo>
                  <a:lnTo>
                    <a:pt x="1149155" y="2189798"/>
                  </a:lnTo>
                  <a:lnTo>
                    <a:pt x="1151349" y="2185076"/>
                  </a:lnTo>
                  <a:lnTo>
                    <a:pt x="1153543" y="2181583"/>
                  </a:lnTo>
                  <a:lnTo>
                    <a:pt x="1155736" y="2187224"/>
                  </a:lnTo>
                  <a:lnTo>
                    <a:pt x="1157930" y="2183997"/>
                  </a:lnTo>
                  <a:lnTo>
                    <a:pt x="1160124" y="2192800"/>
                  </a:lnTo>
                  <a:lnTo>
                    <a:pt x="1162318" y="2169491"/>
                  </a:lnTo>
                  <a:lnTo>
                    <a:pt x="1164512" y="2189571"/>
                  </a:lnTo>
                  <a:lnTo>
                    <a:pt x="1166705" y="2161924"/>
                  </a:lnTo>
                  <a:lnTo>
                    <a:pt x="1168899" y="2161988"/>
                  </a:lnTo>
                  <a:lnTo>
                    <a:pt x="1171093" y="2126092"/>
                  </a:lnTo>
                  <a:lnTo>
                    <a:pt x="1173287" y="2130243"/>
                  </a:lnTo>
                  <a:lnTo>
                    <a:pt x="1175481" y="2132494"/>
                  </a:lnTo>
                  <a:lnTo>
                    <a:pt x="1177674" y="2100745"/>
                  </a:lnTo>
                  <a:lnTo>
                    <a:pt x="1179868" y="2052992"/>
                  </a:lnTo>
                  <a:lnTo>
                    <a:pt x="1182062" y="2051660"/>
                  </a:lnTo>
                  <a:lnTo>
                    <a:pt x="1184256" y="2058638"/>
                  </a:lnTo>
                  <a:lnTo>
                    <a:pt x="1186449" y="2045567"/>
                  </a:lnTo>
                  <a:lnTo>
                    <a:pt x="1188643" y="2074532"/>
                  </a:lnTo>
                  <a:lnTo>
                    <a:pt x="1190837" y="2003258"/>
                  </a:lnTo>
                  <a:lnTo>
                    <a:pt x="1193031" y="1960796"/>
                  </a:lnTo>
                  <a:lnTo>
                    <a:pt x="1195225" y="1892648"/>
                  </a:lnTo>
                  <a:lnTo>
                    <a:pt x="1197418" y="1902884"/>
                  </a:lnTo>
                  <a:lnTo>
                    <a:pt x="1199612" y="1918531"/>
                  </a:lnTo>
                  <a:lnTo>
                    <a:pt x="1201806" y="1827016"/>
                  </a:lnTo>
                  <a:lnTo>
                    <a:pt x="1204000" y="1796190"/>
                  </a:lnTo>
                  <a:lnTo>
                    <a:pt x="1206194" y="1771826"/>
                  </a:lnTo>
                  <a:lnTo>
                    <a:pt x="1208387" y="1763421"/>
                  </a:lnTo>
                  <a:lnTo>
                    <a:pt x="1210581" y="1714467"/>
                  </a:lnTo>
                  <a:lnTo>
                    <a:pt x="1212775" y="1652579"/>
                  </a:lnTo>
                  <a:lnTo>
                    <a:pt x="1214969" y="1642231"/>
                  </a:lnTo>
                  <a:lnTo>
                    <a:pt x="1217162" y="1648583"/>
                  </a:lnTo>
                  <a:lnTo>
                    <a:pt x="1219356" y="1612087"/>
                  </a:lnTo>
                  <a:lnTo>
                    <a:pt x="1221550" y="1647622"/>
                  </a:lnTo>
                  <a:lnTo>
                    <a:pt x="1223744" y="1615454"/>
                  </a:lnTo>
                  <a:lnTo>
                    <a:pt x="1225938" y="1686444"/>
                  </a:lnTo>
                  <a:lnTo>
                    <a:pt x="1228131" y="1665997"/>
                  </a:lnTo>
                  <a:lnTo>
                    <a:pt x="1230325" y="1651785"/>
                  </a:lnTo>
                  <a:lnTo>
                    <a:pt x="1232519" y="1701674"/>
                  </a:lnTo>
                  <a:lnTo>
                    <a:pt x="1234713" y="1632713"/>
                  </a:lnTo>
                  <a:lnTo>
                    <a:pt x="1236906" y="1697324"/>
                  </a:lnTo>
                  <a:lnTo>
                    <a:pt x="1239100" y="1658799"/>
                  </a:lnTo>
                  <a:lnTo>
                    <a:pt x="1241294" y="1709482"/>
                  </a:lnTo>
                  <a:lnTo>
                    <a:pt x="1243488" y="1740992"/>
                  </a:lnTo>
                  <a:lnTo>
                    <a:pt x="1245682" y="1749645"/>
                  </a:lnTo>
                  <a:lnTo>
                    <a:pt x="1247875" y="1770555"/>
                  </a:lnTo>
                  <a:lnTo>
                    <a:pt x="1250069" y="1711468"/>
                  </a:lnTo>
                  <a:lnTo>
                    <a:pt x="1252263" y="1720163"/>
                  </a:lnTo>
                  <a:lnTo>
                    <a:pt x="1254457" y="1681840"/>
                  </a:lnTo>
                  <a:lnTo>
                    <a:pt x="1256651" y="1679222"/>
                  </a:lnTo>
                  <a:lnTo>
                    <a:pt x="1258844" y="1615754"/>
                  </a:lnTo>
                  <a:lnTo>
                    <a:pt x="1261038" y="1636814"/>
                  </a:lnTo>
                  <a:lnTo>
                    <a:pt x="1263232" y="1615818"/>
                  </a:lnTo>
                  <a:lnTo>
                    <a:pt x="1265426" y="1665941"/>
                  </a:lnTo>
                  <a:lnTo>
                    <a:pt x="1267619" y="1637768"/>
                  </a:lnTo>
                  <a:lnTo>
                    <a:pt x="1269813" y="1687494"/>
                  </a:lnTo>
                  <a:lnTo>
                    <a:pt x="1272007" y="1719604"/>
                  </a:lnTo>
                  <a:lnTo>
                    <a:pt x="1274201" y="1738362"/>
                  </a:lnTo>
                  <a:lnTo>
                    <a:pt x="1276395" y="1778531"/>
                  </a:lnTo>
                  <a:lnTo>
                    <a:pt x="1278588" y="1739626"/>
                  </a:lnTo>
                  <a:lnTo>
                    <a:pt x="1280782" y="1738259"/>
                  </a:lnTo>
                  <a:lnTo>
                    <a:pt x="1282976" y="1777685"/>
                  </a:lnTo>
                  <a:lnTo>
                    <a:pt x="1285170" y="1718742"/>
                  </a:lnTo>
                  <a:lnTo>
                    <a:pt x="1287363" y="1703366"/>
                  </a:lnTo>
                  <a:lnTo>
                    <a:pt x="1289557" y="1722690"/>
                  </a:lnTo>
                  <a:lnTo>
                    <a:pt x="1291751" y="1700458"/>
                  </a:lnTo>
                  <a:lnTo>
                    <a:pt x="1293945" y="1814426"/>
                  </a:lnTo>
                  <a:lnTo>
                    <a:pt x="1296139" y="1763441"/>
                  </a:lnTo>
                  <a:lnTo>
                    <a:pt x="1298332" y="1768474"/>
                  </a:lnTo>
                  <a:lnTo>
                    <a:pt x="1300526" y="1846148"/>
                  </a:lnTo>
                  <a:lnTo>
                    <a:pt x="1302720" y="1870030"/>
                  </a:lnTo>
                  <a:lnTo>
                    <a:pt x="1304914" y="1873081"/>
                  </a:lnTo>
                  <a:lnTo>
                    <a:pt x="1307108" y="1914949"/>
                  </a:lnTo>
                  <a:lnTo>
                    <a:pt x="1309301" y="1971435"/>
                  </a:lnTo>
                  <a:lnTo>
                    <a:pt x="1311495" y="2023559"/>
                  </a:lnTo>
                  <a:lnTo>
                    <a:pt x="1313689" y="2016239"/>
                  </a:lnTo>
                  <a:lnTo>
                    <a:pt x="1315883" y="2090778"/>
                  </a:lnTo>
                  <a:lnTo>
                    <a:pt x="1318076" y="2077317"/>
                  </a:lnTo>
                  <a:lnTo>
                    <a:pt x="1320270" y="2091060"/>
                  </a:lnTo>
                  <a:lnTo>
                    <a:pt x="1322464" y="2086440"/>
                  </a:lnTo>
                  <a:lnTo>
                    <a:pt x="1324658" y="2086698"/>
                  </a:lnTo>
                  <a:lnTo>
                    <a:pt x="1326852" y="2082200"/>
                  </a:lnTo>
                  <a:lnTo>
                    <a:pt x="1329045" y="2071483"/>
                  </a:lnTo>
                  <a:lnTo>
                    <a:pt x="1331239" y="2130773"/>
                  </a:lnTo>
                  <a:lnTo>
                    <a:pt x="1333433" y="2112720"/>
                  </a:lnTo>
                  <a:lnTo>
                    <a:pt x="1335627" y="2125175"/>
                  </a:lnTo>
                  <a:lnTo>
                    <a:pt x="1337820" y="2101566"/>
                  </a:lnTo>
                  <a:lnTo>
                    <a:pt x="1340014" y="2079845"/>
                  </a:lnTo>
                  <a:lnTo>
                    <a:pt x="1342208" y="2065232"/>
                  </a:lnTo>
                  <a:lnTo>
                    <a:pt x="1344402" y="2019296"/>
                  </a:lnTo>
                  <a:lnTo>
                    <a:pt x="1346596" y="2020552"/>
                  </a:lnTo>
                  <a:lnTo>
                    <a:pt x="1348789" y="1991724"/>
                  </a:lnTo>
                  <a:lnTo>
                    <a:pt x="1350983" y="1987691"/>
                  </a:lnTo>
                  <a:lnTo>
                    <a:pt x="1353177" y="1978966"/>
                  </a:lnTo>
                  <a:lnTo>
                    <a:pt x="1355371" y="1943492"/>
                  </a:lnTo>
                  <a:lnTo>
                    <a:pt x="1357565" y="1946541"/>
                  </a:lnTo>
                  <a:lnTo>
                    <a:pt x="1359758" y="1879797"/>
                  </a:lnTo>
                  <a:lnTo>
                    <a:pt x="1361952" y="1822159"/>
                  </a:lnTo>
                  <a:lnTo>
                    <a:pt x="1364146" y="1685545"/>
                  </a:lnTo>
                  <a:lnTo>
                    <a:pt x="1366340" y="1621464"/>
                  </a:lnTo>
                  <a:lnTo>
                    <a:pt x="1368533" y="1585701"/>
                  </a:lnTo>
                  <a:lnTo>
                    <a:pt x="1370727" y="1527476"/>
                  </a:lnTo>
                  <a:lnTo>
                    <a:pt x="1372921" y="1492802"/>
                  </a:lnTo>
                  <a:lnTo>
                    <a:pt x="1375115" y="1443027"/>
                  </a:lnTo>
                  <a:lnTo>
                    <a:pt x="1377309" y="1454685"/>
                  </a:lnTo>
                  <a:lnTo>
                    <a:pt x="1379502" y="1461484"/>
                  </a:lnTo>
                  <a:lnTo>
                    <a:pt x="1381696" y="1436727"/>
                  </a:lnTo>
                  <a:lnTo>
                    <a:pt x="1383890" y="1447849"/>
                  </a:lnTo>
                  <a:lnTo>
                    <a:pt x="1386084" y="1435093"/>
                  </a:lnTo>
                  <a:lnTo>
                    <a:pt x="1388278" y="1439902"/>
                  </a:lnTo>
                  <a:lnTo>
                    <a:pt x="1390471" y="1466790"/>
                  </a:lnTo>
                  <a:lnTo>
                    <a:pt x="1392665" y="1421875"/>
                  </a:lnTo>
                  <a:lnTo>
                    <a:pt x="1394859" y="1471664"/>
                  </a:lnTo>
                  <a:lnTo>
                    <a:pt x="1397053" y="1460739"/>
                  </a:lnTo>
                  <a:lnTo>
                    <a:pt x="1399246" y="1489393"/>
                  </a:lnTo>
                  <a:lnTo>
                    <a:pt x="1401440" y="1506444"/>
                  </a:lnTo>
                  <a:lnTo>
                    <a:pt x="1403634" y="1492505"/>
                  </a:lnTo>
                  <a:lnTo>
                    <a:pt x="1405828" y="1454335"/>
                  </a:lnTo>
                  <a:lnTo>
                    <a:pt x="1408022" y="1446227"/>
                  </a:lnTo>
                  <a:lnTo>
                    <a:pt x="1410215" y="1415859"/>
                  </a:lnTo>
                  <a:lnTo>
                    <a:pt x="1412409" y="1416850"/>
                  </a:lnTo>
                  <a:lnTo>
                    <a:pt x="1414603" y="1401781"/>
                  </a:lnTo>
                  <a:lnTo>
                    <a:pt x="1416797" y="1362857"/>
                  </a:lnTo>
                  <a:lnTo>
                    <a:pt x="1418990" y="1383791"/>
                  </a:lnTo>
                  <a:lnTo>
                    <a:pt x="1421184" y="1341976"/>
                  </a:lnTo>
                  <a:lnTo>
                    <a:pt x="1423378" y="1342217"/>
                  </a:lnTo>
                  <a:lnTo>
                    <a:pt x="1425572" y="1346063"/>
                  </a:lnTo>
                  <a:lnTo>
                    <a:pt x="1427766" y="1376984"/>
                  </a:lnTo>
                  <a:lnTo>
                    <a:pt x="1429959" y="1475529"/>
                  </a:lnTo>
                  <a:lnTo>
                    <a:pt x="1432153" y="1495035"/>
                  </a:lnTo>
                  <a:lnTo>
                    <a:pt x="1434347" y="1515093"/>
                  </a:lnTo>
                  <a:lnTo>
                    <a:pt x="1436541" y="1532011"/>
                  </a:lnTo>
                  <a:lnTo>
                    <a:pt x="1438735" y="1520405"/>
                  </a:lnTo>
                  <a:lnTo>
                    <a:pt x="1440928" y="1577156"/>
                  </a:lnTo>
                  <a:lnTo>
                    <a:pt x="1443122" y="1505313"/>
                  </a:lnTo>
                  <a:lnTo>
                    <a:pt x="1445316" y="1537537"/>
                  </a:lnTo>
                  <a:lnTo>
                    <a:pt x="1447510" y="1462172"/>
                  </a:lnTo>
                  <a:lnTo>
                    <a:pt x="1449703" y="1495402"/>
                  </a:lnTo>
                  <a:lnTo>
                    <a:pt x="1451897" y="1510210"/>
                  </a:lnTo>
                  <a:lnTo>
                    <a:pt x="1454091" y="1482580"/>
                  </a:lnTo>
                  <a:lnTo>
                    <a:pt x="1456285" y="1459825"/>
                  </a:lnTo>
                  <a:lnTo>
                    <a:pt x="1458479" y="1512490"/>
                  </a:lnTo>
                  <a:lnTo>
                    <a:pt x="1460672" y="1477558"/>
                  </a:lnTo>
                  <a:lnTo>
                    <a:pt x="1462866" y="1592644"/>
                  </a:lnTo>
                  <a:lnTo>
                    <a:pt x="1465060" y="1672260"/>
                  </a:lnTo>
                  <a:lnTo>
                    <a:pt x="1467254" y="1830391"/>
                  </a:lnTo>
                  <a:lnTo>
                    <a:pt x="1469447" y="1814710"/>
                  </a:lnTo>
                  <a:lnTo>
                    <a:pt x="1471641" y="1764493"/>
                  </a:lnTo>
                  <a:lnTo>
                    <a:pt x="1473835" y="1798064"/>
                  </a:lnTo>
                  <a:lnTo>
                    <a:pt x="1476029" y="1834202"/>
                  </a:lnTo>
                  <a:lnTo>
                    <a:pt x="1478223" y="1769220"/>
                  </a:lnTo>
                  <a:lnTo>
                    <a:pt x="1480416" y="1705707"/>
                  </a:lnTo>
                  <a:lnTo>
                    <a:pt x="1482610" y="1721512"/>
                  </a:lnTo>
                  <a:lnTo>
                    <a:pt x="1484804" y="1809562"/>
                  </a:lnTo>
                  <a:lnTo>
                    <a:pt x="1486998" y="1723216"/>
                  </a:lnTo>
                  <a:lnTo>
                    <a:pt x="1489192" y="1613409"/>
                  </a:lnTo>
                  <a:lnTo>
                    <a:pt x="1491385" y="1637237"/>
                  </a:lnTo>
                  <a:lnTo>
                    <a:pt x="1493579" y="1680261"/>
                  </a:lnTo>
                  <a:lnTo>
                    <a:pt x="1495773" y="1622136"/>
                  </a:lnTo>
                  <a:lnTo>
                    <a:pt x="1497967" y="1640270"/>
                  </a:lnTo>
                  <a:lnTo>
                    <a:pt x="1500160" y="1686058"/>
                  </a:lnTo>
                  <a:lnTo>
                    <a:pt x="1502354" y="1705197"/>
                  </a:lnTo>
                  <a:lnTo>
                    <a:pt x="1504548" y="1687158"/>
                  </a:lnTo>
                  <a:lnTo>
                    <a:pt x="1506742" y="1573526"/>
                  </a:lnTo>
                  <a:lnTo>
                    <a:pt x="1508936" y="1614477"/>
                  </a:lnTo>
                  <a:lnTo>
                    <a:pt x="1511129" y="1584262"/>
                  </a:lnTo>
                  <a:lnTo>
                    <a:pt x="1513323" y="1623717"/>
                  </a:lnTo>
                  <a:lnTo>
                    <a:pt x="1515517" y="1572041"/>
                  </a:lnTo>
                  <a:lnTo>
                    <a:pt x="1517711" y="1630493"/>
                  </a:lnTo>
                  <a:lnTo>
                    <a:pt x="1519905" y="1696052"/>
                  </a:lnTo>
                  <a:lnTo>
                    <a:pt x="1522098" y="1783760"/>
                  </a:lnTo>
                  <a:lnTo>
                    <a:pt x="1524292" y="1838893"/>
                  </a:lnTo>
                  <a:lnTo>
                    <a:pt x="1526486" y="1774276"/>
                  </a:lnTo>
                  <a:lnTo>
                    <a:pt x="1528680" y="1733094"/>
                  </a:lnTo>
                  <a:lnTo>
                    <a:pt x="1530873" y="1738361"/>
                  </a:lnTo>
                  <a:lnTo>
                    <a:pt x="1533067" y="1729330"/>
                  </a:lnTo>
                  <a:lnTo>
                    <a:pt x="1535261" y="1701041"/>
                  </a:lnTo>
                  <a:lnTo>
                    <a:pt x="1537455" y="1568456"/>
                  </a:lnTo>
                  <a:lnTo>
                    <a:pt x="1539649" y="1578559"/>
                  </a:lnTo>
                  <a:lnTo>
                    <a:pt x="1541842" y="1561180"/>
                  </a:lnTo>
                  <a:lnTo>
                    <a:pt x="1544036" y="1558013"/>
                  </a:lnTo>
                  <a:lnTo>
                    <a:pt x="1546230" y="1543112"/>
                  </a:lnTo>
                  <a:lnTo>
                    <a:pt x="1548424" y="1506365"/>
                  </a:lnTo>
                  <a:lnTo>
                    <a:pt x="1550617" y="1477892"/>
                  </a:lnTo>
                  <a:lnTo>
                    <a:pt x="1552811" y="1492219"/>
                  </a:lnTo>
                  <a:lnTo>
                    <a:pt x="1555005" y="1493886"/>
                  </a:lnTo>
                  <a:lnTo>
                    <a:pt x="1557199" y="1535777"/>
                  </a:lnTo>
                  <a:lnTo>
                    <a:pt x="1559393" y="1515927"/>
                  </a:lnTo>
                  <a:lnTo>
                    <a:pt x="1561586" y="1699490"/>
                  </a:lnTo>
                  <a:lnTo>
                    <a:pt x="1563780" y="1855449"/>
                  </a:lnTo>
                  <a:lnTo>
                    <a:pt x="1565974" y="1913203"/>
                  </a:lnTo>
                  <a:lnTo>
                    <a:pt x="1568168" y="1965572"/>
                  </a:lnTo>
                  <a:lnTo>
                    <a:pt x="1570362" y="1961046"/>
                  </a:lnTo>
                  <a:lnTo>
                    <a:pt x="1572555" y="2011330"/>
                  </a:lnTo>
                  <a:lnTo>
                    <a:pt x="1574749" y="1986695"/>
                  </a:lnTo>
                  <a:lnTo>
                    <a:pt x="1576943" y="2009417"/>
                  </a:lnTo>
                  <a:lnTo>
                    <a:pt x="1579137" y="1997702"/>
                  </a:lnTo>
                  <a:lnTo>
                    <a:pt x="1581330" y="2004971"/>
                  </a:lnTo>
                  <a:lnTo>
                    <a:pt x="1583524" y="2036225"/>
                  </a:lnTo>
                  <a:lnTo>
                    <a:pt x="1585718" y="2042659"/>
                  </a:lnTo>
                  <a:lnTo>
                    <a:pt x="1587912" y="2029520"/>
                  </a:lnTo>
                  <a:lnTo>
                    <a:pt x="1590106" y="1960275"/>
                  </a:lnTo>
                  <a:lnTo>
                    <a:pt x="1592299" y="1931555"/>
                  </a:lnTo>
                  <a:lnTo>
                    <a:pt x="1594493" y="1876814"/>
                  </a:lnTo>
                  <a:lnTo>
                    <a:pt x="1596687" y="1841829"/>
                  </a:lnTo>
                  <a:lnTo>
                    <a:pt x="1598881" y="1786975"/>
                  </a:lnTo>
                  <a:lnTo>
                    <a:pt x="1601074" y="1649173"/>
                  </a:lnTo>
                  <a:lnTo>
                    <a:pt x="1603268" y="1588390"/>
                  </a:lnTo>
                  <a:lnTo>
                    <a:pt x="1605462" y="1587699"/>
                  </a:lnTo>
                  <a:lnTo>
                    <a:pt x="1607656" y="1548742"/>
                  </a:lnTo>
                  <a:lnTo>
                    <a:pt x="1609850" y="1555171"/>
                  </a:lnTo>
                  <a:lnTo>
                    <a:pt x="1612043" y="1504202"/>
                  </a:lnTo>
                  <a:lnTo>
                    <a:pt x="1614237" y="1499955"/>
                  </a:lnTo>
                  <a:lnTo>
                    <a:pt x="1616431" y="1607297"/>
                  </a:lnTo>
                  <a:lnTo>
                    <a:pt x="1618625" y="1701776"/>
                  </a:lnTo>
                  <a:lnTo>
                    <a:pt x="1620819" y="1831587"/>
                  </a:lnTo>
                  <a:lnTo>
                    <a:pt x="1623012" y="1877782"/>
                  </a:lnTo>
                  <a:lnTo>
                    <a:pt x="1625206" y="1895334"/>
                  </a:lnTo>
                  <a:lnTo>
                    <a:pt x="1627400" y="1926490"/>
                  </a:lnTo>
                  <a:lnTo>
                    <a:pt x="1629594" y="1881093"/>
                  </a:lnTo>
                  <a:lnTo>
                    <a:pt x="1631787" y="1849208"/>
                  </a:lnTo>
                  <a:lnTo>
                    <a:pt x="1633981" y="1812188"/>
                  </a:lnTo>
                  <a:lnTo>
                    <a:pt x="1636175" y="1689178"/>
                  </a:lnTo>
                  <a:lnTo>
                    <a:pt x="1638369" y="1654348"/>
                  </a:lnTo>
                  <a:lnTo>
                    <a:pt x="1640563" y="1696217"/>
                  </a:lnTo>
                  <a:lnTo>
                    <a:pt x="1642756" y="1627629"/>
                  </a:lnTo>
                  <a:lnTo>
                    <a:pt x="1644950" y="1613639"/>
                  </a:lnTo>
                  <a:lnTo>
                    <a:pt x="1647144" y="1508965"/>
                  </a:lnTo>
                  <a:lnTo>
                    <a:pt x="1649338" y="1547877"/>
                  </a:lnTo>
                  <a:lnTo>
                    <a:pt x="1651532" y="1538689"/>
                  </a:lnTo>
                  <a:lnTo>
                    <a:pt x="1653725" y="1580724"/>
                  </a:lnTo>
                  <a:lnTo>
                    <a:pt x="1655919" y="1631646"/>
                  </a:lnTo>
                  <a:lnTo>
                    <a:pt x="1658113" y="1618799"/>
                  </a:lnTo>
                  <a:lnTo>
                    <a:pt x="1660307" y="1553304"/>
                  </a:lnTo>
                  <a:lnTo>
                    <a:pt x="1662500" y="1505914"/>
                  </a:lnTo>
                  <a:lnTo>
                    <a:pt x="1664694" y="1562748"/>
                  </a:lnTo>
                  <a:lnTo>
                    <a:pt x="1666888" y="1516579"/>
                  </a:lnTo>
                  <a:lnTo>
                    <a:pt x="1669082" y="1579681"/>
                  </a:lnTo>
                  <a:lnTo>
                    <a:pt x="1671276" y="1550683"/>
                  </a:lnTo>
                  <a:lnTo>
                    <a:pt x="1673469" y="1628593"/>
                  </a:lnTo>
                  <a:lnTo>
                    <a:pt x="1675663" y="1563505"/>
                  </a:lnTo>
                  <a:lnTo>
                    <a:pt x="1677857" y="1569289"/>
                  </a:lnTo>
                  <a:lnTo>
                    <a:pt x="1680051" y="1580620"/>
                  </a:lnTo>
                  <a:lnTo>
                    <a:pt x="1682244" y="1478142"/>
                  </a:lnTo>
                  <a:lnTo>
                    <a:pt x="1684438" y="1698781"/>
                  </a:lnTo>
                  <a:lnTo>
                    <a:pt x="1686632" y="1792826"/>
                  </a:lnTo>
                  <a:lnTo>
                    <a:pt x="1688826" y="1854083"/>
                  </a:lnTo>
                  <a:lnTo>
                    <a:pt x="1691020" y="1913676"/>
                  </a:lnTo>
                  <a:lnTo>
                    <a:pt x="1693213" y="1837158"/>
                  </a:lnTo>
                  <a:lnTo>
                    <a:pt x="1695407" y="1890299"/>
                  </a:lnTo>
                  <a:lnTo>
                    <a:pt x="1697601" y="1777160"/>
                  </a:lnTo>
                  <a:lnTo>
                    <a:pt x="1699795" y="1687966"/>
                  </a:lnTo>
                  <a:lnTo>
                    <a:pt x="1701989" y="1669032"/>
                  </a:lnTo>
                  <a:lnTo>
                    <a:pt x="1704182" y="1635532"/>
                  </a:lnTo>
                  <a:lnTo>
                    <a:pt x="1706376" y="1737971"/>
                  </a:lnTo>
                  <a:lnTo>
                    <a:pt x="1708570" y="1637570"/>
                  </a:lnTo>
                  <a:lnTo>
                    <a:pt x="1710764" y="1768790"/>
                  </a:lnTo>
                  <a:lnTo>
                    <a:pt x="1712957" y="1894728"/>
                  </a:lnTo>
                  <a:lnTo>
                    <a:pt x="1715151" y="1951943"/>
                  </a:lnTo>
                  <a:lnTo>
                    <a:pt x="1717345" y="1951179"/>
                  </a:lnTo>
                  <a:lnTo>
                    <a:pt x="1719539" y="1880566"/>
                  </a:lnTo>
                  <a:lnTo>
                    <a:pt x="1721733" y="1901605"/>
                  </a:lnTo>
                  <a:lnTo>
                    <a:pt x="1723926" y="1858080"/>
                  </a:lnTo>
                  <a:lnTo>
                    <a:pt x="1726120" y="1853630"/>
                  </a:lnTo>
                  <a:lnTo>
                    <a:pt x="1728314" y="1869075"/>
                  </a:lnTo>
                  <a:lnTo>
                    <a:pt x="1730508" y="1870067"/>
                  </a:lnTo>
                  <a:lnTo>
                    <a:pt x="1732701" y="1904885"/>
                  </a:lnTo>
                  <a:lnTo>
                    <a:pt x="1734895" y="1912831"/>
                  </a:lnTo>
                  <a:lnTo>
                    <a:pt x="1737089" y="1903484"/>
                  </a:lnTo>
                  <a:lnTo>
                    <a:pt x="1739283" y="1809639"/>
                  </a:lnTo>
                  <a:lnTo>
                    <a:pt x="1741477" y="1690207"/>
                  </a:lnTo>
                  <a:lnTo>
                    <a:pt x="1743670" y="1605883"/>
                  </a:lnTo>
                  <a:lnTo>
                    <a:pt x="1745864" y="1495877"/>
                  </a:lnTo>
                  <a:lnTo>
                    <a:pt x="1748058" y="1472867"/>
                  </a:lnTo>
                  <a:lnTo>
                    <a:pt x="1750252" y="1385650"/>
                  </a:lnTo>
                  <a:lnTo>
                    <a:pt x="1752446" y="1342882"/>
                  </a:lnTo>
                  <a:lnTo>
                    <a:pt x="1754639" y="1376058"/>
                  </a:lnTo>
                  <a:lnTo>
                    <a:pt x="1756833" y="1346378"/>
                  </a:lnTo>
                  <a:lnTo>
                    <a:pt x="1759027" y="1393004"/>
                  </a:lnTo>
                  <a:lnTo>
                    <a:pt x="1761221" y="1415068"/>
                  </a:lnTo>
                  <a:lnTo>
                    <a:pt x="1763414" y="1397872"/>
                  </a:lnTo>
                  <a:lnTo>
                    <a:pt x="1765608" y="1397979"/>
                  </a:lnTo>
                  <a:lnTo>
                    <a:pt x="1767802" y="1412137"/>
                  </a:lnTo>
                  <a:lnTo>
                    <a:pt x="1769996" y="1489772"/>
                  </a:lnTo>
                  <a:lnTo>
                    <a:pt x="1772190" y="1524033"/>
                  </a:lnTo>
                  <a:lnTo>
                    <a:pt x="1774383" y="1639109"/>
                  </a:lnTo>
                  <a:lnTo>
                    <a:pt x="1776577" y="1761138"/>
                  </a:lnTo>
                  <a:lnTo>
                    <a:pt x="1778771" y="1862864"/>
                  </a:lnTo>
                  <a:lnTo>
                    <a:pt x="1780965" y="1889078"/>
                  </a:lnTo>
                  <a:lnTo>
                    <a:pt x="1783159" y="1941068"/>
                  </a:lnTo>
                  <a:lnTo>
                    <a:pt x="1785352" y="1962075"/>
                  </a:lnTo>
                  <a:lnTo>
                    <a:pt x="1787546" y="1955092"/>
                  </a:lnTo>
                  <a:lnTo>
                    <a:pt x="1789740" y="1951371"/>
                  </a:lnTo>
                  <a:lnTo>
                    <a:pt x="1791934" y="1927766"/>
                  </a:lnTo>
                  <a:lnTo>
                    <a:pt x="1794127" y="1927887"/>
                  </a:lnTo>
                  <a:lnTo>
                    <a:pt x="1796321" y="1883140"/>
                  </a:lnTo>
                  <a:lnTo>
                    <a:pt x="1798515" y="1740598"/>
                  </a:lnTo>
                  <a:lnTo>
                    <a:pt x="1800709" y="1668061"/>
                  </a:lnTo>
                  <a:lnTo>
                    <a:pt x="1802903" y="1531776"/>
                  </a:lnTo>
                  <a:lnTo>
                    <a:pt x="1805096" y="1480092"/>
                  </a:lnTo>
                  <a:lnTo>
                    <a:pt x="1807290" y="1433020"/>
                  </a:lnTo>
                  <a:lnTo>
                    <a:pt x="1809484" y="1337186"/>
                  </a:lnTo>
                  <a:lnTo>
                    <a:pt x="1811678" y="1346280"/>
                  </a:lnTo>
                  <a:lnTo>
                    <a:pt x="1813871" y="1312737"/>
                  </a:lnTo>
                  <a:lnTo>
                    <a:pt x="1816065" y="1327621"/>
                  </a:lnTo>
                  <a:lnTo>
                    <a:pt x="1818259" y="1323600"/>
                  </a:lnTo>
                  <a:lnTo>
                    <a:pt x="1820453" y="1258686"/>
                  </a:lnTo>
                  <a:lnTo>
                    <a:pt x="1822647" y="1345838"/>
                  </a:lnTo>
                  <a:lnTo>
                    <a:pt x="1824840" y="1359482"/>
                  </a:lnTo>
                  <a:lnTo>
                    <a:pt x="1827034" y="1344570"/>
                  </a:lnTo>
                  <a:lnTo>
                    <a:pt x="1829228" y="1436442"/>
                  </a:lnTo>
                  <a:lnTo>
                    <a:pt x="1831422" y="1337989"/>
                  </a:lnTo>
                  <a:lnTo>
                    <a:pt x="1833616" y="1388519"/>
                  </a:lnTo>
                  <a:lnTo>
                    <a:pt x="1835809" y="1475728"/>
                  </a:lnTo>
                  <a:lnTo>
                    <a:pt x="1838003" y="1472749"/>
                  </a:lnTo>
                  <a:lnTo>
                    <a:pt x="1840197" y="1497142"/>
                  </a:lnTo>
                  <a:lnTo>
                    <a:pt x="1842391" y="1476552"/>
                  </a:lnTo>
                  <a:lnTo>
                    <a:pt x="1844584" y="1483114"/>
                  </a:lnTo>
                  <a:lnTo>
                    <a:pt x="1846778" y="1576252"/>
                  </a:lnTo>
                  <a:lnTo>
                    <a:pt x="1848972" y="1495898"/>
                  </a:lnTo>
                  <a:lnTo>
                    <a:pt x="1851166" y="1519865"/>
                  </a:lnTo>
                  <a:lnTo>
                    <a:pt x="1853360" y="1514572"/>
                  </a:lnTo>
                  <a:lnTo>
                    <a:pt x="1855553" y="1513109"/>
                  </a:lnTo>
                  <a:lnTo>
                    <a:pt x="1857747" y="1576906"/>
                  </a:lnTo>
                  <a:lnTo>
                    <a:pt x="1859941" y="1443093"/>
                  </a:lnTo>
                  <a:lnTo>
                    <a:pt x="1862135" y="1425707"/>
                  </a:lnTo>
                  <a:lnTo>
                    <a:pt x="1864328" y="1449291"/>
                  </a:lnTo>
                  <a:lnTo>
                    <a:pt x="1866522" y="1450236"/>
                  </a:lnTo>
                  <a:lnTo>
                    <a:pt x="1868716" y="1526822"/>
                  </a:lnTo>
                  <a:lnTo>
                    <a:pt x="1870910" y="1632337"/>
                  </a:lnTo>
                  <a:lnTo>
                    <a:pt x="1873104" y="1723826"/>
                  </a:lnTo>
                  <a:lnTo>
                    <a:pt x="1875297" y="1820488"/>
                  </a:lnTo>
                  <a:lnTo>
                    <a:pt x="1877491" y="1786577"/>
                  </a:lnTo>
                  <a:lnTo>
                    <a:pt x="1879685" y="1742137"/>
                  </a:lnTo>
                  <a:lnTo>
                    <a:pt x="1881879" y="1710448"/>
                  </a:lnTo>
                  <a:lnTo>
                    <a:pt x="1884073" y="1733504"/>
                  </a:lnTo>
                  <a:lnTo>
                    <a:pt x="1886266" y="1780856"/>
                  </a:lnTo>
                  <a:lnTo>
                    <a:pt x="1888460" y="1746485"/>
                  </a:lnTo>
                  <a:lnTo>
                    <a:pt x="1890654" y="1646913"/>
                  </a:lnTo>
                  <a:lnTo>
                    <a:pt x="1892848" y="1663563"/>
                  </a:lnTo>
                  <a:lnTo>
                    <a:pt x="1895041" y="1593321"/>
                  </a:lnTo>
                  <a:lnTo>
                    <a:pt x="1897235" y="1561329"/>
                  </a:lnTo>
                  <a:lnTo>
                    <a:pt x="1899429" y="1607868"/>
                  </a:lnTo>
                  <a:lnTo>
                    <a:pt x="1901623" y="1576423"/>
                  </a:lnTo>
                  <a:lnTo>
                    <a:pt x="1903817" y="1508745"/>
                  </a:lnTo>
                  <a:lnTo>
                    <a:pt x="1906010" y="1462124"/>
                  </a:lnTo>
                  <a:lnTo>
                    <a:pt x="1908204" y="1424106"/>
                  </a:lnTo>
                  <a:lnTo>
                    <a:pt x="1910398" y="1447069"/>
                  </a:lnTo>
                  <a:lnTo>
                    <a:pt x="1912592" y="1455140"/>
                  </a:lnTo>
                  <a:lnTo>
                    <a:pt x="1914785" y="1435007"/>
                  </a:lnTo>
                  <a:lnTo>
                    <a:pt x="1916979" y="1279693"/>
                  </a:lnTo>
                  <a:lnTo>
                    <a:pt x="1919173" y="1330823"/>
                  </a:lnTo>
                  <a:lnTo>
                    <a:pt x="1921367" y="1289025"/>
                  </a:lnTo>
                  <a:lnTo>
                    <a:pt x="1923561" y="1302889"/>
                  </a:lnTo>
                  <a:lnTo>
                    <a:pt x="1925754" y="1278642"/>
                  </a:lnTo>
                  <a:lnTo>
                    <a:pt x="1927948" y="1263426"/>
                  </a:lnTo>
                  <a:lnTo>
                    <a:pt x="1930142" y="1260782"/>
                  </a:lnTo>
                  <a:lnTo>
                    <a:pt x="1932336" y="1226906"/>
                  </a:lnTo>
                  <a:lnTo>
                    <a:pt x="1934530" y="1193227"/>
                  </a:lnTo>
                  <a:lnTo>
                    <a:pt x="1936723" y="1209431"/>
                  </a:lnTo>
                  <a:lnTo>
                    <a:pt x="1938917" y="1202676"/>
                  </a:lnTo>
                  <a:lnTo>
                    <a:pt x="1941111" y="1160303"/>
                  </a:lnTo>
                  <a:lnTo>
                    <a:pt x="1943305" y="1209535"/>
                  </a:lnTo>
                  <a:lnTo>
                    <a:pt x="1945498" y="1150181"/>
                  </a:lnTo>
                  <a:lnTo>
                    <a:pt x="1947692" y="1179351"/>
                  </a:lnTo>
                  <a:lnTo>
                    <a:pt x="1949886" y="1250140"/>
                  </a:lnTo>
                  <a:lnTo>
                    <a:pt x="1952080" y="1194684"/>
                  </a:lnTo>
                  <a:lnTo>
                    <a:pt x="1954274" y="1209822"/>
                  </a:lnTo>
                  <a:lnTo>
                    <a:pt x="1956467" y="1253449"/>
                  </a:lnTo>
                  <a:lnTo>
                    <a:pt x="1958661" y="1307396"/>
                  </a:lnTo>
                  <a:lnTo>
                    <a:pt x="1960855" y="1323955"/>
                  </a:lnTo>
                  <a:lnTo>
                    <a:pt x="1963049" y="1291487"/>
                  </a:lnTo>
                  <a:lnTo>
                    <a:pt x="1965243" y="1253115"/>
                  </a:lnTo>
                  <a:lnTo>
                    <a:pt x="1967436" y="1251027"/>
                  </a:lnTo>
                  <a:lnTo>
                    <a:pt x="1969630" y="1290291"/>
                  </a:lnTo>
                  <a:lnTo>
                    <a:pt x="1971824" y="1287678"/>
                  </a:lnTo>
                  <a:lnTo>
                    <a:pt x="1974018" y="1273894"/>
                  </a:lnTo>
                  <a:lnTo>
                    <a:pt x="1976211" y="1332560"/>
                  </a:lnTo>
                  <a:lnTo>
                    <a:pt x="1978405" y="1317512"/>
                  </a:lnTo>
                  <a:lnTo>
                    <a:pt x="1980599" y="1314942"/>
                  </a:lnTo>
                  <a:lnTo>
                    <a:pt x="1982793" y="1360412"/>
                  </a:lnTo>
                  <a:lnTo>
                    <a:pt x="1984987" y="1287992"/>
                  </a:lnTo>
                  <a:lnTo>
                    <a:pt x="1987180" y="1357846"/>
                  </a:lnTo>
                  <a:lnTo>
                    <a:pt x="1989374" y="1340180"/>
                  </a:lnTo>
                  <a:lnTo>
                    <a:pt x="1991568" y="1341510"/>
                  </a:lnTo>
                  <a:lnTo>
                    <a:pt x="1993762" y="1303031"/>
                  </a:lnTo>
                  <a:lnTo>
                    <a:pt x="1995955" y="1287567"/>
                  </a:lnTo>
                  <a:lnTo>
                    <a:pt x="1998149" y="1300226"/>
                  </a:lnTo>
                  <a:lnTo>
                    <a:pt x="2000343" y="1355598"/>
                  </a:lnTo>
                  <a:lnTo>
                    <a:pt x="2002537" y="1382868"/>
                  </a:lnTo>
                  <a:lnTo>
                    <a:pt x="2004731" y="1326689"/>
                  </a:lnTo>
                  <a:lnTo>
                    <a:pt x="2006924" y="1308418"/>
                  </a:lnTo>
                  <a:lnTo>
                    <a:pt x="2009118" y="1274009"/>
                  </a:lnTo>
                  <a:lnTo>
                    <a:pt x="2011312" y="1262166"/>
                  </a:lnTo>
                  <a:lnTo>
                    <a:pt x="2013506" y="1090763"/>
                  </a:lnTo>
                  <a:lnTo>
                    <a:pt x="2015700" y="1091276"/>
                  </a:lnTo>
                  <a:lnTo>
                    <a:pt x="2017893" y="1087509"/>
                  </a:lnTo>
                  <a:lnTo>
                    <a:pt x="2020087" y="1071454"/>
                  </a:lnTo>
                  <a:lnTo>
                    <a:pt x="2022281" y="1076541"/>
                  </a:lnTo>
                  <a:lnTo>
                    <a:pt x="2024475" y="995154"/>
                  </a:lnTo>
                  <a:lnTo>
                    <a:pt x="2026668" y="938308"/>
                  </a:lnTo>
                  <a:lnTo>
                    <a:pt x="2028862" y="938572"/>
                  </a:lnTo>
                  <a:lnTo>
                    <a:pt x="2031056" y="847536"/>
                  </a:lnTo>
                  <a:lnTo>
                    <a:pt x="2033250" y="859360"/>
                  </a:lnTo>
                  <a:lnTo>
                    <a:pt x="2035444" y="835425"/>
                  </a:lnTo>
                  <a:lnTo>
                    <a:pt x="2037637" y="851070"/>
                  </a:lnTo>
                  <a:lnTo>
                    <a:pt x="2039831" y="839294"/>
                  </a:lnTo>
                  <a:lnTo>
                    <a:pt x="2042025" y="803093"/>
                  </a:lnTo>
                  <a:lnTo>
                    <a:pt x="2044219" y="763654"/>
                  </a:lnTo>
                  <a:lnTo>
                    <a:pt x="2046412" y="818885"/>
                  </a:lnTo>
                  <a:lnTo>
                    <a:pt x="2048606" y="794229"/>
                  </a:lnTo>
                  <a:lnTo>
                    <a:pt x="2050800" y="773443"/>
                  </a:lnTo>
                  <a:lnTo>
                    <a:pt x="2052994" y="800257"/>
                  </a:lnTo>
                  <a:lnTo>
                    <a:pt x="2055188" y="718525"/>
                  </a:lnTo>
                  <a:lnTo>
                    <a:pt x="2057381" y="710926"/>
                  </a:lnTo>
                  <a:lnTo>
                    <a:pt x="2059575" y="647411"/>
                  </a:lnTo>
                  <a:lnTo>
                    <a:pt x="2061769" y="570563"/>
                  </a:lnTo>
                  <a:lnTo>
                    <a:pt x="2063963" y="450960"/>
                  </a:lnTo>
                  <a:lnTo>
                    <a:pt x="2066157" y="472281"/>
                  </a:lnTo>
                  <a:lnTo>
                    <a:pt x="2068350" y="446436"/>
                  </a:lnTo>
                  <a:lnTo>
                    <a:pt x="2070544" y="380117"/>
                  </a:lnTo>
                  <a:lnTo>
                    <a:pt x="2072738" y="530514"/>
                  </a:lnTo>
                  <a:lnTo>
                    <a:pt x="2074932" y="480632"/>
                  </a:lnTo>
                  <a:lnTo>
                    <a:pt x="2077125" y="630710"/>
                  </a:lnTo>
                  <a:lnTo>
                    <a:pt x="2079319" y="586433"/>
                  </a:lnTo>
                  <a:lnTo>
                    <a:pt x="2081513" y="574081"/>
                  </a:lnTo>
                  <a:lnTo>
                    <a:pt x="2083707" y="598645"/>
                  </a:lnTo>
                  <a:lnTo>
                    <a:pt x="2085901" y="551794"/>
                  </a:lnTo>
                  <a:lnTo>
                    <a:pt x="2088094" y="559627"/>
                  </a:lnTo>
                  <a:lnTo>
                    <a:pt x="2090288" y="523154"/>
                  </a:lnTo>
                  <a:lnTo>
                    <a:pt x="2092482" y="442710"/>
                  </a:lnTo>
                  <a:lnTo>
                    <a:pt x="2094676" y="321031"/>
                  </a:lnTo>
                  <a:lnTo>
                    <a:pt x="2096870" y="317037"/>
                  </a:lnTo>
                  <a:lnTo>
                    <a:pt x="2099063" y="341284"/>
                  </a:lnTo>
                  <a:lnTo>
                    <a:pt x="2101257" y="504638"/>
                  </a:lnTo>
                  <a:lnTo>
                    <a:pt x="2103451" y="514622"/>
                  </a:lnTo>
                  <a:lnTo>
                    <a:pt x="2105645" y="580475"/>
                  </a:lnTo>
                  <a:lnTo>
                    <a:pt x="2107838" y="527860"/>
                  </a:lnTo>
                  <a:lnTo>
                    <a:pt x="2110032" y="598793"/>
                  </a:lnTo>
                  <a:lnTo>
                    <a:pt x="2112226" y="623015"/>
                  </a:lnTo>
                  <a:lnTo>
                    <a:pt x="2114420" y="679030"/>
                  </a:lnTo>
                  <a:lnTo>
                    <a:pt x="2116614" y="685460"/>
                  </a:lnTo>
                  <a:lnTo>
                    <a:pt x="2118807" y="821752"/>
                  </a:lnTo>
                  <a:lnTo>
                    <a:pt x="2121001" y="788736"/>
                  </a:lnTo>
                  <a:lnTo>
                    <a:pt x="2123195" y="782345"/>
                  </a:lnTo>
                  <a:lnTo>
                    <a:pt x="2125389" y="747580"/>
                  </a:lnTo>
                  <a:lnTo>
                    <a:pt x="2127582" y="675372"/>
                  </a:lnTo>
                  <a:lnTo>
                    <a:pt x="2129776" y="619047"/>
                  </a:lnTo>
                  <a:lnTo>
                    <a:pt x="2131970" y="545339"/>
                  </a:lnTo>
                  <a:lnTo>
                    <a:pt x="2134164" y="532607"/>
                  </a:lnTo>
                  <a:lnTo>
                    <a:pt x="2136358" y="446761"/>
                  </a:lnTo>
                  <a:lnTo>
                    <a:pt x="2138551" y="398444"/>
                  </a:lnTo>
                  <a:lnTo>
                    <a:pt x="2140745" y="363457"/>
                  </a:lnTo>
                  <a:lnTo>
                    <a:pt x="2142939" y="346875"/>
                  </a:lnTo>
                  <a:lnTo>
                    <a:pt x="2145133" y="339037"/>
                  </a:lnTo>
                  <a:lnTo>
                    <a:pt x="2147327" y="456055"/>
                  </a:lnTo>
                  <a:lnTo>
                    <a:pt x="2149520" y="496825"/>
                  </a:lnTo>
                  <a:lnTo>
                    <a:pt x="2151714" y="564457"/>
                  </a:lnTo>
                  <a:lnTo>
                    <a:pt x="2153908" y="488377"/>
                  </a:lnTo>
                  <a:lnTo>
                    <a:pt x="2156102" y="498685"/>
                  </a:lnTo>
                  <a:lnTo>
                    <a:pt x="2158295" y="566688"/>
                  </a:lnTo>
                  <a:lnTo>
                    <a:pt x="2160489" y="572352"/>
                  </a:lnTo>
                  <a:lnTo>
                    <a:pt x="2162683" y="530023"/>
                  </a:lnTo>
                  <a:lnTo>
                    <a:pt x="2164877" y="542049"/>
                  </a:lnTo>
                  <a:lnTo>
                    <a:pt x="2167071" y="452467"/>
                  </a:lnTo>
                  <a:lnTo>
                    <a:pt x="2169264" y="450391"/>
                  </a:lnTo>
                  <a:lnTo>
                    <a:pt x="2171458" y="406545"/>
                  </a:lnTo>
                  <a:lnTo>
                    <a:pt x="2173652" y="192969"/>
                  </a:lnTo>
                  <a:lnTo>
                    <a:pt x="2175846" y="223312"/>
                  </a:lnTo>
                  <a:lnTo>
                    <a:pt x="2178039" y="45229"/>
                  </a:lnTo>
                  <a:lnTo>
                    <a:pt x="2180233" y="14755"/>
                  </a:lnTo>
                  <a:lnTo>
                    <a:pt x="2182427" y="88398"/>
                  </a:lnTo>
                  <a:lnTo>
                    <a:pt x="2184621" y="0"/>
                  </a:lnTo>
                  <a:lnTo>
                    <a:pt x="2186815" y="66344"/>
                  </a:lnTo>
                  <a:lnTo>
                    <a:pt x="2189008" y="253991"/>
                  </a:lnTo>
                  <a:lnTo>
                    <a:pt x="2191202" y="296313"/>
                  </a:lnTo>
                  <a:lnTo>
                    <a:pt x="2193396" y="292784"/>
                  </a:lnTo>
                  <a:lnTo>
                    <a:pt x="2195590" y="301283"/>
                  </a:lnTo>
                  <a:lnTo>
                    <a:pt x="2197784" y="354663"/>
                  </a:lnTo>
                  <a:lnTo>
                    <a:pt x="2199977" y="532854"/>
                  </a:lnTo>
                  <a:lnTo>
                    <a:pt x="2202171" y="582032"/>
                  </a:lnTo>
                  <a:lnTo>
                    <a:pt x="2204365" y="632926"/>
                  </a:lnTo>
                  <a:lnTo>
                    <a:pt x="2206559" y="756973"/>
                  </a:lnTo>
                  <a:lnTo>
                    <a:pt x="2208752" y="759689"/>
                  </a:lnTo>
                  <a:lnTo>
                    <a:pt x="2210946" y="906415"/>
                  </a:lnTo>
                  <a:lnTo>
                    <a:pt x="2213140" y="1002613"/>
                  </a:lnTo>
                  <a:lnTo>
                    <a:pt x="2215334" y="1077601"/>
                  </a:lnTo>
                  <a:lnTo>
                    <a:pt x="2217528" y="1169945"/>
                  </a:lnTo>
                  <a:lnTo>
                    <a:pt x="2219721" y="1168595"/>
                  </a:lnTo>
                  <a:lnTo>
                    <a:pt x="2221915" y="1286413"/>
                  </a:lnTo>
                  <a:lnTo>
                    <a:pt x="2224109" y="1204135"/>
                  </a:lnTo>
                  <a:lnTo>
                    <a:pt x="2226303" y="1263105"/>
                  </a:lnTo>
                  <a:lnTo>
                    <a:pt x="2228497" y="1239089"/>
                  </a:lnTo>
                  <a:lnTo>
                    <a:pt x="2230690" y="1307178"/>
                  </a:lnTo>
                  <a:lnTo>
                    <a:pt x="2232884" y="1292789"/>
                  </a:lnTo>
                  <a:lnTo>
                    <a:pt x="2235078" y="1364096"/>
                  </a:lnTo>
                  <a:lnTo>
                    <a:pt x="2237272" y="1371631"/>
                  </a:lnTo>
                  <a:lnTo>
                    <a:pt x="2239465" y="1286076"/>
                  </a:lnTo>
                  <a:lnTo>
                    <a:pt x="2241659" y="1424461"/>
                  </a:lnTo>
                  <a:lnTo>
                    <a:pt x="2243853" y="1365116"/>
                  </a:lnTo>
                  <a:lnTo>
                    <a:pt x="2246047" y="1246619"/>
                  </a:lnTo>
                  <a:lnTo>
                    <a:pt x="2248241" y="1185221"/>
                  </a:lnTo>
                  <a:lnTo>
                    <a:pt x="2250434" y="1206899"/>
                  </a:lnTo>
                  <a:lnTo>
                    <a:pt x="2252628" y="1237332"/>
                  </a:lnTo>
                  <a:lnTo>
                    <a:pt x="2254822" y="1212492"/>
                  </a:lnTo>
                  <a:lnTo>
                    <a:pt x="2257016" y="1212746"/>
                  </a:lnTo>
                  <a:lnTo>
                    <a:pt x="2259209" y="1232970"/>
                  </a:lnTo>
                  <a:lnTo>
                    <a:pt x="2261403" y="1298775"/>
                  </a:lnTo>
                  <a:lnTo>
                    <a:pt x="2263597" y="1277504"/>
                  </a:lnTo>
                  <a:lnTo>
                    <a:pt x="2265791" y="1234193"/>
                  </a:lnTo>
                  <a:lnTo>
                    <a:pt x="2267985" y="1239374"/>
                  </a:lnTo>
                  <a:lnTo>
                    <a:pt x="2270178" y="1199548"/>
                  </a:lnTo>
                  <a:lnTo>
                    <a:pt x="2272372" y="1042630"/>
                  </a:lnTo>
                  <a:lnTo>
                    <a:pt x="2274566" y="933173"/>
                  </a:lnTo>
                  <a:lnTo>
                    <a:pt x="2276760" y="850599"/>
                  </a:lnTo>
                  <a:lnTo>
                    <a:pt x="2278954" y="696948"/>
                  </a:lnTo>
                  <a:lnTo>
                    <a:pt x="2281147" y="634666"/>
                  </a:lnTo>
                  <a:lnTo>
                    <a:pt x="2283341" y="562678"/>
                  </a:lnTo>
                  <a:lnTo>
                    <a:pt x="2285535" y="499792"/>
                  </a:lnTo>
                  <a:lnTo>
                    <a:pt x="2287729" y="529928"/>
                  </a:lnTo>
                  <a:lnTo>
                    <a:pt x="2289922" y="482293"/>
                  </a:lnTo>
                  <a:lnTo>
                    <a:pt x="2292116" y="437273"/>
                  </a:lnTo>
                  <a:lnTo>
                    <a:pt x="2294310" y="399565"/>
                  </a:lnTo>
                  <a:lnTo>
                    <a:pt x="2296504" y="491101"/>
                  </a:lnTo>
                  <a:lnTo>
                    <a:pt x="2298698" y="502441"/>
                  </a:lnTo>
                  <a:lnTo>
                    <a:pt x="2300891" y="582048"/>
                  </a:lnTo>
                  <a:lnTo>
                    <a:pt x="2303085" y="556824"/>
                  </a:lnTo>
                  <a:lnTo>
                    <a:pt x="2305279" y="622873"/>
                  </a:lnTo>
                  <a:lnTo>
                    <a:pt x="2307473" y="702138"/>
                  </a:lnTo>
                  <a:lnTo>
                    <a:pt x="2309666" y="734284"/>
                  </a:lnTo>
                  <a:lnTo>
                    <a:pt x="2311860" y="779688"/>
                  </a:lnTo>
                  <a:lnTo>
                    <a:pt x="2314054" y="767640"/>
                  </a:lnTo>
                  <a:lnTo>
                    <a:pt x="2316248" y="856710"/>
                  </a:lnTo>
                  <a:lnTo>
                    <a:pt x="2318442" y="1001857"/>
                  </a:lnTo>
                  <a:lnTo>
                    <a:pt x="2320635" y="994351"/>
                  </a:lnTo>
                  <a:lnTo>
                    <a:pt x="2322829" y="1000496"/>
                  </a:lnTo>
                  <a:lnTo>
                    <a:pt x="2325023" y="982776"/>
                  </a:lnTo>
                  <a:lnTo>
                    <a:pt x="2327217" y="1025061"/>
                  </a:lnTo>
                  <a:lnTo>
                    <a:pt x="2329411" y="919741"/>
                  </a:lnTo>
                  <a:lnTo>
                    <a:pt x="2331604" y="840130"/>
                  </a:lnTo>
                  <a:lnTo>
                    <a:pt x="2333798" y="891320"/>
                  </a:lnTo>
                  <a:lnTo>
                    <a:pt x="2335992" y="842598"/>
                  </a:lnTo>
                  <a:lnTo>
                    <a:pt x="2338186" y="788847"/>
                  </a:lnTo>
                  <a:lnTo>
                    <a:pt x="2340379" y="623473"/>
                  </a:lnTo>
                  <a:lnTo>
                    <a:pt x="2342573" y="443635"/>
                  </a:lnTo>
                  <a:lnTo>
                    <a:pt x="2344767" y="467798"/>
                  </a:lnTo>
                  <a:lnTo>
                    <a:pt x="2346961" y="385874"/>
                  </a:lnTo>
                  <a:lnTo>
                    <a:pt x="2349155" y="341434"/>
                  </a:lnTo>
                  <a:lnTo>
                    <a:pt x="2351348" y="326519"/>
                  </a:lnTo>
                  <a:lnTo>
                    <a:pt x="2353542" y="490129"/>
                  </a:lnTo>
                  <a:lnTo>
                    <a:pt x="2355736" y="557863"/>
                  </a:lnTo>
                  <a:lnTo>
                    <a:pt x="2357930" y="165637"/>
                  </a:lnTo>
                  <a:lnTo>
                    <a:pt x="2360124" y="220471"/>
                  </a:lnTo>
                  <a:lnTo>
                    <a:pt x="2362317" y="243144"/>
                  </a:lnTo>
                  <a:lnTo>
                    <a:pt x="2364511" y="238743"/>
                  </a:lnTo>
                  <a:lnTo>
                    <a:pt x="2366705" y="222794"/>
                  </a:lnTo>
                  <a:lnTo>
                    <a:pt x="2368899" y="303692"/>
                  </a:lnTo>
                  <a:lnTo>
                    <a:pt x="2371092" y="268639"/>
                  </a:lnTo>
                  <a:lnTo>
                    <a:pt x="2373286" y="317084"/>
                  </a:lnTo>
                  <a:lnTo>
                    <a:pt x="2375480" y="348649"/>
                  </a:lnTo>
                  <a:lnTo>
                    <a:pt x="2377674" y="290352"/>
                  </a:lnTo>
                  <a:lnTo>
                    <a:pt x="2379868" y="329967"/>
                  </a:lnTo>
                  <a:lnTo>
                    <a:pt x="2382061" y="331314"/>
                  </a:lnTo>
                  <a:lnTo>
                    <a:pt x="2384255" y="276666"/>
                  </a:lnTo>
                  <a:lnTo>
                    <a:pt x="2386449" y="280451"/>
                  </a:lnTo>
                  <a:lnTo>
                    <a:pt x="2388643" y="302807"/>
                  </a:lnTo>
                  <a:lnTo>
                    <a:pt x="2390836" y="155355"/>
                  </a:lnTo>
                  <a:lnTo>
                    <a:pt x="2393030" y="252599"/>
                  </a:lnTo>
                  <a:lnTo>
                    <a:pt x="2395224" y="212634"/>
                  </a:lnTo>
                  <a:lnTo>
                    <a:pt x="2397418" y="242202"/>
                  </a:lnTo>
                  <a:lnTo>
                    <a:pt x="2399612" y="368267"/>
                  </a:lnTo>
                  <a:lnTo>
                    <a:pt x="2401805" y="330159"/>
                  </a:lnTo>
                  <a:lnTo>
                    <a:pt x="2403999" y="411674"/>
                  </a:lnTo>
                  <a:lnTo>
                    <a:pt x="2406193" y="410427"/>
                  </a:lnTo>
                  <a:lnTo>
                    <a:pt x="2408387" y="537297"/>
                  </a:lnTo>
                  <a:lnTo>
                    <a:pt x="2410581" y="512061"/>
                  </a:lnTo>
                  <a:lnTo>
                    <a:pt x="2412774" y="569967"/>
                  </a:lnTo>
                  <a:lnTo>
                    <a:pt x="2414968" y="697269"/>
                  </a:lnTo>
                  <a:lnTo>
                    <a:pt x="2417162" y="650153"/>
                  </a:lnTo>
                  <a:lnTo>
                    <a:pt x="2419356" y="731097"/>
                  </a:lnTo>
                  <a:lnTo>
                    <a:pt x="2421549" y="835740"/>
                  </a:lnTo>
                  <a:lnTo>
                    <a:pt x="2423743" y="921415"/>
                  </a:lnTo>
                  <a:lnTo>
                    <a:pt x="2425937" y="967870"/>
                  </a:lnTo>
                  <a:lnTo>
                    <a:pt x="2428131" y="1024492"/>
                  </a:lnTo>
                  <a:lnTo>
                    <a:pt x="2430325" y="982908"/>
                  </a:lnTo>
                  <a:lnTo>
                    <a:pt x="2432518" y="1013547"/>
                  </a:lnTo>
                  <a:lnTo>
                    <a:pt x="2434712" y="1136861"/>
                  </a:lnTo>
                  <a:lnTo>
                    <a:pt x="2436906" y="1131546"/>
                  </a:lnTo>
                  <a:lnTo>
                    <a:pt x="2439100" y="1165576"/>
                  </a:lnTo>
                  <a:lnTo>
                    <a:pt x="2441293" y="1164795"/>
                  </a:lnTo>
                  <a:lnTo>
                    <a:pt x="2443487" y="1136890"/>
                  </a:lnTo>
                  <a:lnTo>
                    <a:pt x="2445681" y="1214690"/>
                  </a:lnTo>
                  <a:lnTo>
                    <a:pt x="2447875" y="1242167"/>
                  </a:lnTo>
                  <a:lnTo>
                    <a:pt x="2450069" y="1274939"/>
                  </a:lnTo>
                  <a:lnTo>
                    <a:pt x="2452262" y="1335578"/>
                  </a:lnTo>
                  <a:lnTo>
                    <a:pt x="2454456" y="1328418"/>
                  </a:lnTo>
                  <a:lnTo>
                    <a:pt x="2456650" y="1316512"/>
                  </a:lnTo>
                  <a:lnTo>
                    <a:pt x="2458844" y="1195466"/>
                  </a:lnTo>
                  <a:lnTo>
                    <a:pt x="2461038" y="1259292"/>
                  </a:lnTo>
                  <a:lnTo>
                    <a:pt x="2463231" y="1352944"/>
                  </a:lnTo>
                  <a:lnTo>
                    <a:pt x="2465425" y="1296163"/>
                  </a:lnTo>
                  <a:lnTo>
                    <a:pt x="2467619" y="1242229"/>
                  </a:lnTo>
                  <a:lnTo>
                    <a:pt x="2469813" y="1131984"/>
                  </a:lnTo>
                  <a:lnTo>
                    <a:pt x="2472006" y="1035858"/>
                  </a:lnTo>
                  <a:lnTo>
                    <a:pt x="2474200" y="1028332"/>
                  </a:lnTo>
                  <a:lnTo>
                    <a:pt x="2476394" y="1032248"/>
                  </a:lnTo>
                  <a:lnTo>
                    <a:pt x="2478588" y="1043992"/>
                  </a:lnTo>
                  <a:lnTo>
                    <a:pt x="2480782" y="1050196"/>
                  </a:lnTo>
                  <a:lnTo>
                    <a:pt x="2482975" y="1151884"/>
                  </a:lnTo>
                  <a:lnTo>
                    <a:pt x="2485169" y="1165014"/>
                  </a:lnTo>
                  <a:lnTo>
                    <a:pt x="2487363" y="1197827"/>
                  </a:lnTo>
                  <a:lnTo>
                    <a:pt x="2489557" y="1270423"/>
                  </a:lnTo>
                  <a:lnTo>
                    <a:pt x="2491750" y="1246184"/>
                  </a:lnTo>
                  <a:lnTo>
                    <a:pt x="2493944" y="1237930"/>
                  </a:lnTo>
                  <a:lnTo>
                    <a:pt x="2496138" y="1245382"/>
                  </a:lnTo>
                  <a:lnTo>
                    <a:pt x="2498332" y="1214362"/>
                  </a:lnTo>
                  <a:lnTo>
                    <a:pt x="2500526" y="1207742"/>
                  </a:lnTo>
                  <a:lnTo>
                    <a:pt x="2502719" y="1211898"/>
                  </a:lnTo>
                  <a:lnTo>
                    <a:pt x="2504913" y="1191258"/>
                  </a:lnTo>
                  <a:lnTo>
                    <a:pt x="2507107" y="1257797"/>
                  </a:lnTo>
                  <a:lnTo>
                    <a:pt x="2509301" y="1151813"/>
                  </a:lnTo>
                  <a:lnTo>
                    <a:pt x="2511495" y="1190006"/>
                  </a:lnTo>
                  <a:lnTo>
                    <a:pt x="2513688" y="1172481"/>
                  </a:lnTo>
                  <a:lnTo>
                    <a:pt x="2515882" y="1156753"/>
                  </a:lnTo>
                  <a:lnTo>
                    <a:pt x="2518076" y="1287168"/>
                  </a:lnTo>
                  <a:lnTo>
                    <a:pt x="2520270" y="1229536"/>
                  </a:lnTo>
                  <a:lnTo>
                    <a:pt x="2522463" y="1278904"/>
                  </a:lnTo>
                  <a:lnTo>
                    <a:pt x="2524657" y="1241400"/>
                  </a:lnTo>
                  <a:lnTo>
                    <a:pt x="2526851" y="1215360"/>
                  </a:lnTo>
                  <a:lnTo>
                    <a:pt x="2529045" y="1252062"/>
                  </a:lnTo>
                  <a:lnTo>
                    <a:pt x="2531239" y="1242690"/>
                  </a:lnTo>
                  <a:lnTo>
                    <a:pt x="2533432" y="1265655"/>
                  </a:lnTo>
                  <a:lnTo>
                    <a:pt x="2535626" y="1268273"/>
                  </a:lnTo>
                  <a:lnTo>
                    <a:pt x="2537820" y="1279526"/>
                  </a:lnTo>
                  <a:lnTo>
                    <a:pt x="2540014" y="1321114"/>
                  </a:lnTo>
                  <a:lnTo>
                    <a:pt x="2542208" y="1322367"/>
                  </a:lnTo>
                  <a:lnTo>
                    <a:pt x="2544401" y="1370116"/>
                  </a:lnTo>
                  <a:lnTo>
                    <a:pt x="2546595" y="1343846"/>
                  </a:lnTo>
                  <a:lnTo>
                    <a:pt x="2548789" y="1346831"/>
                  </a:lnTo>
                  <a:lnTo>
                    <a:pt x="2550983" y="1373333"/>
                  </a:lnTo>
                  <a:lnTo>
                    <a:pt x="2553176" y="1374009"/>
                  </a:lnTo>
                  <a:lnTo>
                    <a:pt x="2555370" y="1310057"/>
                  </a:lnTo>
                  <a:lnTo>
                    <a:pt x="2557564" y="1337337"/>
                  </a:lnTo>
                  <a:lnTo>
                    <a:pt x="2559758" y="1462579"/>
                  </a:lnTo>
                  <a:lnTo>
                    <a:pt x="2561952" y="1519590"/>
                  </a:lnTo>
                  <a:lnTo>
                    <a:pt x="2564145" y="1541636"/>
                  </a:lnTo>
                  <a:lnTo>
                    <a:pt x="2566339" y="1491657"/>
                  </a:lnTo>
                  <a:lnTo>
                    <a:pt x="2568533" y="1417375"/>
                  </a:lnTo>
                  <a:lnTo>
                    <a:pt x="2570727" y="1317094"/>
                  </a:lnTo>
                  <a:lnTo>
                    <a:pt x="2572920" y="1257946"/>
                  </a:lnTo>
                  <a:lnTo>
                    <a:pt x="2575114" y="1269229"/>
                  </a:lnTo>
                  <a:lnTo>
                    <a:pt x="2577308" y="1214110"/>
                  </a:lnTo>
                  <a:lnTo>
                    <a:pt x="2579502" y="1258543"/>
                  </a:lnTo>
                  <a:lnTo>
                    <a:pt x="2581696" y="1315122"/>
                  </a:lnTo>
                  <a:lnTo>
                    <a:pt x="2583889" y="1326272"/>
                  </a:lnTo>
                  <a:lnTo>
                    <a:pt x="2586083" y="1305031"/>
                  </a:lnTo>
                  <a:lnTo>
                    <a:pt x="2588277" y="1370983"/>
                  </a:lnTo>
                  <a:lnTo>
                    <a:pt x="2590471" y="1396705"/>
                  </a:lnTo>
                  <a:lnTo>
                    <a:pt x="2592665" y="1447812"/>
                  </a:lnTo>
                  <a:lnTo>
                    <a:pt x="2594858" y="1548545"/>
                  </a:lnTo>
                  <a:lnTo>
                    <a:pt x="2597052" y="1529765"/>
                  </a:lnTo>
                  <a:lnTo>
                    <a:pt x="2599246" y="1531408"/>
                  </a:lnTo>
                  <a:lnTo>
                    <a:pt x="2601440" y="1535080"/>
                  </a:lnTo>
                  <a:lnTo>
                    <a:pt x="2603633" y="1386982"/>
                  </a:lnTo>
                  <a:lnTo>
                    <a:pt x="2605827" y="1451490"/>
                  </a:lnTo>
                  <a:lnTo>
                    <a:pt x="2608021" y="1497205"/>
                  </a:lnTo>
                  <a:lnTo>
                    <a:pt x="2610215" y="1453796"/>
                  </a:lnTo>
                  <a:lnTo>
                    <a:pt x="2612409" y="1645359"/>
                  </a:lnTo>
                  <a:lnTo>
                    <a:pt x="2614602" y="1740768"/>
                  </a:lnTo>
                  <a:lnTo>
                    <a:pt x="2616796" y="1866789"/>
                  </a:lnTo>
                  <a:lnTo>
                    <a:pt x="2618990" y="1905634"/>
                  </a:lnTo>
                  <a:lnTo>
                    <a:pt x="2621184" y="1809536"/>
                  </a:lnTo>
                  <a:lnTo>
                    <a:pt x="2623377" y="1875722"/>
                  </a:lnTo>
                  <a:lnTo>
                    <a:pt x="2625571" y="1843820"/>
                  </a:lnTo>
                  <a:lnTo>
                    <a:pt x="2627765" y="1808476"/>
                  </a:lnTo>
                  <a:lnTo>
                    <a:pt x="2629959" y="1788703"/>
                  </a:lnTo>
                  <a:lnTo>
                    <a:pt x="2632153" y="1554911"/>
                  </a:lnTo>
                  <a:lnTo>
                    <a:pt x="2634346" y="1549345"/>
                  </a:lnTo>
                  <a:lnTo>
                    <a:pt x="2636540" y="1517069"/>
                  </a:lnTo>
                  <a:lnTo>
                    <a:pt x="2638734" y="1500472"/>
                  </a:lnTo>
                  <a:lnTo>
                    <a:pt x="2640928" y="1577695"/>
                  </a:lnTo>
                  <a:lnTo>
                    <a:pt x="2643122" y="1446561"/>
                  </a:lnTo>
                  <a:lnTo>
                    <a:pt x="2645315" y="1422135"/>
                  </a:lnTo>
                  <a:lnTo>
                    <a:pt x="2647509" y="1392565"/>
                  </a:lnTo>
                  <a:lnTo>
                    <a:pt x="2649703" y="1393615"/>
                  </a:lnTo>
                  <a:lnTo>
                    <a:pt x="2651897" y="1358572"/>
                  </a:lnTo>
                  <a:lnTo>
                    <a:pt x="2654090" y="1358602"/>
                  </a:lnTo>
                  <a:lnTo>
                    <a:pt x="2656284" y="1379368"/>
                  </a:lnTo>
                  <a:lnTo>
                    <a:pt x="2658478" y="1344738"/>
                  </a:lnTo>
                  <a:lnTo>
                    <a:pt x="2660672" y="1416483"/>
                  </a:lnTo>
                  <a:lnTo>
                    <a:pt x="2662866" y="1370739"/>
                  </a:lnTo>
                  <a:lnTo>
                    <a:pt x="2665059" y="1377361"/>
                  </a:lnTo>
                  <a:lnTo>
                    <a:pt x="2667253" y="1346332"/>
                  </a:lnTo>
                  <a:lnTo>
                    <a:pt x="2669447" y="1357856"/>
                  </a:lnTo>
                  <a:lnTo>
                    <a:pt x="2671641" y="1347523"/>
                  </a:lnTo>
                  <a:lnTo>
                    <a:pt x="2673835" y="1365933"/>
                  </a:lnTo>
                  <a:lnTo>
                    <a:pt x="2676028" y="1379615"/>
                  </a:lnTo>
                  <a:lnTo>
                    <a:pt x="2678222" y="1433388"/>
                  </a:lnTo>
                  <a:lnTo>
                    <a:pt x="2680416" y="1400489"/>
                  </a:lnTo>
                  <a:lnTo>
                    <a:pt x="2682610" y="1415275"/>
                  </a:lnTo>
                  <a:lnTo>
                    <a:pt x="2684803" y="1463431"/>
                  </a:lnTo>
                  <a:lnTo>
                    <a:pt x="2686997" y="1491866"/>
                  </a:lnTo>
                  <a:lnTo>
                    <a:pt x="2689191" y="1513073"/>
                  </a:lnTo>
                  <a:lnTo>
                    <a:pt x="2691385" y="1592626"/>
                  </a:lnTo>
                  <a:lnTo>
                    <a:pt x="2693579" y="1632663"/>
                  </a:lnTo>
                  <a:lnTo>
                    <a:pt x="2695772" y="1667435"/>
                  </a:lnTo>
                  <a:lnTo>
                    <a:pt x="2697966" y="1644511"/>
                  </a:lnTo>
                  <a:lnTo>
                    <a:pt x="2700160" y="1618373"/>
                  </a:lnTo>
                  <a:lnTo>
                    <a:pt x="2702354" y="1637660"/>
                  </a:lnTo>
                  <a:lnTo>
                    <a:pt x="2704547" y="1597367"/>
                  </a:lnTo>
                  <a:lnTo>
                    <a:pt x="2706741" y="1554634"/>
                  </a:lnTo>
                  <a:lnTo>
                    <a:pt x="2708935" y="1543623"/>
                  </a:lnTo>
                  <a:lnTo>
                    <a:pt x="2711129" y="1530634"/>
                  </a:lnTo>
                  <a:lnTo>
                    <a:pt x="2713323" y="1501535"/>
                  </a:lnTo>
                  <a:lnTo>
                    <a:pt x="2715516" y="1476608"/>
                  </a:lnTo>
                  <a:lnTo>
                    <a:pt x="2717710" y="1492557"/>
                  </a:lnTo>
                  <a:lnTo>
                    <a:pt x="2719904" y="1507751"/>
                  </a:lnTo>
                  <a:lnTo>
                    <a:pt x="2722098" y="1544583"/>
                  </a:lnTo>
                  <a:lnTo>
                    <a:pt x="2724292" y="1492379"/>
                  </a:lnTo>
                  <a:lnTo>
                    <a:pt x="2726485" y="1466819"/>
                  </a:lnTo>
                  <a:lnTo>
                    <a:pt x="2728679" y="1308122"/>
                  </a:lnTo>
                  <a:lnTo>
                    <a:pt x="2730873" y="1184741"/>
                  </a:lnTo>
                  <a:lnTo>
                    <a:pt x="2733067" y="1190493"/>
                  </a:lnTo>
                  <a:lnTo>
                    <a:pt x="2735260" y="1165051"/>
                  </a:lnTo>
                  <a:lnTo>
                    <a:pt x="2737454" y="1115749"/>
                  </a:lnTo>
                  <a:lnTo>
                    <a:pt x="2739648" y="1127992"/>
                  </a:lnTo>
                  <a:lnTo>
                    <a:pt x="2741842" y="1104257"/>
                  </a:lnTo>
                  <a:lnTo>
                    <a:pt x="2744036" y="1144342"/>
                  </a:lnTo>
                  <a:lnTo>
                    <a:pt x="2746229" y="1130533"/>
                  </a:lnTo>
                  <a:lnTo>
                    <a:pt x="2748423" y="1055434"/>
                  </a:lnTo>
                  <a:lnTo>
                    <a:pt x="2750617" y="1050858"/>
                  </a:lnTo>
                  <a:lnTo>
                    <a:pt x="2752811" y="1023179"/>
                  </a:lnTo>
                  <a:lnTo>
                    <a:pt x="2755004" y="1088962"/>
                  </a:lnTo>
                  <a:lnTo>
                    <a:pt x="2757198" y="1222132"/>
                  </a:lnTo>
                  <a:lnTo>
                    <a:pt x="2759392" y="1198158"/>
                  </a:lnTo>
                  <a:lnTo>
                    <a:pt x="2761586" y="1253327"/>
                  </a:lnTo>
                  <a:lnTo>
                    <a:pt x="2763780" y="1124905"/>
                  </a:lnTo>
                  <a:lnTo>
                    <a:pt x="2765973" y="920372"/>
                  </a:lnTo>
                  <a:lnTo>
                    <a:pt x="2768167" y="899586"/>
                  </a:lnTo>
                  <a:lnTo>
                    <a:pt x="2770361" y="797329"/>
                  </a:lnTo>
                  <a:lnTo>
                    <a:pt x="2772555" y="1012890"/>
                  </a:lnTo>
                  <a:lnTo>
                    <a:pt x="2774749" y="959817"/>
                  </a:lnTo>
                  <a:lnTo>
                    <a:pt x="2776942" y="1066704"/>
                  </a:lnTo>
                  <a:lnTo>
                    <a:pt x="2779136" y="1162396"/>
                  </a:lnTo>
                  <a:lnTo>
                    <a:pt x="2781330" y="1179143"/>
                  </a:lnTo>
                  <a:lnTo>
                    <a:pt x="2783524" y="1262457"/>
                  </a:lnTo>
                  <a:lnTo>
                    <a:pt x="2785717" y="1223600"/>
                  </a:lnTo>
                  <a:lnTo>
                    <a:pt x="2787911" y="1249870"/>
                  </a:lnTo>
                  <a:lnTo>
                    <a:pt x="2790105" y="1278483"/>
                  </a:lnTo>
                  <a:lnTo>
                    <a:pt x="2792299" y="1228659"/>
                  </a:lnTo>
                  <a:lnTo>
                    <a:pt x="2794493" y="1263080"/>
                  </a:lnTo>
                  <a:lnTo>
                    <a:pt x="2796686" y="1231181"/>
                  </a:lnTo>
                  <a:lnTo>
                    <a:pt x="2798880" y="1209308"/>
                  </a:lnTo>
                  <a:lnTo>
                    <a:pt x="2801074" y="1188184"/>
                  </a:lnTo>
                  <a:lnTo>
                    <a:pt x="2803268" y="1192293"/>
                  </a:lnTo>
                  <a:lnTo>
                    <a:pt x="2805462" y="1133777"/>
                  </a:lnTo>
                  <a:lnTo>
                    <a:pt x="2807655" y="1179159"/>
                  </a:lnTo>
                  <a:lnTo>
                    <a:pt x="2809849" y="1180058"/>
                  </a:lnTo>
                  <a:lnTo>
                    <a:pt x="2812043" y="1191601"/>
                  </a:lnTo>
                  <a:lnTo>
                    <a:pt x="2814237" y="1266864"/>
                  </a:lnTo>
                  <a:lnTo>
                    <a:pt x="2816430" y="1343836"/>
                  </a:lnTo>
                  <a:lnTo>
                    <a:pt x="2818624" y="1345122"/>
                  </a:lnTo>
                  <a:lnTo>
                    <a:pt x="2820818" y="1361714"/>
                  </a:lnTo>
                  <a:lnTo>
                    <a:pt x="2823012" y="1406176"/>
                  </a:lnTo>
                  <a:lnTo>
                    <a:pt x="2825206" y="1490678"/>
                  </a:lnTo>
                  <a:lnTo>
                    <a:pt x="2827399" y="1484842"/>
                  </a:lnTo>
                  <a:lnTo>
                    <a:pt x="2829593" y="1479085"/>
                  </a:lnTo>
                  <a:lnTo>
                    <a:pt x="2831787" y="1471402"/>
                  </a:lnTo>
                  <a:lnTo>
                    <a:pt x="2833981" y="1590442"/>
                  </a:lnTo>
                  <a:lnTo>
                    <a:pt x="2836174" y="1662506"/>
                  </a:lnTo>
                  <a:lnTo>
                    <a:pt x="2838368" y="1670773"/>
                  </a:lnTo>
                  <a:lnTo>
                    <a:pt x="2840562" y="1636020"/>
                  </a:lnTo>
                  <a:lnTo>
                    <a:pt x="2842756" y="1575593"/>
                  </a:lnTo>
                  <a:lnTo>
                    <a:pt x="2844950" y="1549573"/>
                  </a:lnTo>
                  <a:lnTo>
                    <a:pt x="2847143" y="1512355"/>
                  </a:lnTo>
                  <a:lnTo>
                    <a:pt x="2849337" y="1441252"/>
                  </a:lnTo>
                  <a:lnTo>
                    <a:pt x="2851531" y="1441569"/>
                  </a:lnTo>
                  <a:lnTo>
                    <a:pt x="2853725" y="1388204"/>
                  </a:lnTo>
                  <a:lnTo>
                    <a:pt x="2855919" y="1391812"/>
                  </a:lnTo>
                  <a:lnTo>
                    <a:pt x="2858112" y="1561523"/>
                  </a:lnTo>
                  <a:lnTo>
                    <a:pt x="2860306" y="1604930"/>
                  </a:lnTo>
                  <a:lnTo>
                    <a:pt x="2862500" y="1560405"/>
                  </a:lnTo>
                  <a:lnTo>
                    <a:pt x="2864694" y="1491291"/>
                  </a:lnTo>
                  <a:lnTo>
                    <a:pt x="2866887" y="1528781"/>
                  </a:lnTo>
                  <a:lnTo>
                    <a:pt x="2869081" y="1516306"/>
                  </a:lnTo>
                  <a:lnTo>
                    <a:pt x="2871275" y="1467492"/>
                  </a:lnTo>
                  <a:lnTo>
                    <a:pt x="2873469" y="1424950"/>
                  </a:lnTo>
                  <a:lnTo>
                    <a:pt x="2875663" y="1393189"/>
                  </a:lnTo>
                  <a:lnTo>
                    <a:pt x="2877856" y="1510308"/>
                  </a:lnTo>
                  <a:lnTo>
                    <a:pt x="2880050" y="1513070"/>
                  </a:lnTo>
                  <a:lnTo>
                    <a:pt x="2882244" y="1605337"/>
                  </a:lnTo>
                  <a:lnTo>
                    <a:pt x="2884438" y="1697487"/>
                  </a:lnTo>
                  <a:lnTo>
                    <a:pt x="2886631" y="1817779"/>
                  </a:lnTo>
                  <a:lnTo>
                    <a:pt x="2888825" y="1916593"/>
                  </a:lnTo>
                  <a:lnTo>
                    <a:pt x="2891019" y="1940122"/>
                  </a:lnTo>
                  <a:lnTo>
                    <a:pt x="2893213" y="1824380"/>
                  </a:lnTo>
                  <a:lnTo>
                    <a:pt x="2895407" y="1858328"/>
                  </a:lnTo>
                  <a:lnTo>
                    <a:pt x="2897600" y="1781681"/>
                  </a:lnTo>
                  <a:lnTo>
                    <a:pt x="2899794" y="1797899"/>
                  </a:lnTo>
                  <a:lnTo>
                    <a:pt x="2901988" y="1805914"/>
                  </a:lnTo>
                  <a:lnTo>
                    <a:pt x="2904182" y="1819704"/>
                  </a:lnTo>
                  <a:lnTo>
                    <a:pt x="2906376" y="1957143"/>
                  </a:lnTo>
                  <a:lnTo>
                    <a:pt x="2908569" y="1887619"/>
                  </a:lnTo>
                  <a:lnTo>
                    <a:pt x="2910763" y="1841110"/>
                  </a:lnTo>
                  <a:lnTo>
                    <a:pt x="2912957" y="1836052"/>
                  </a:lnTo>
                  <a:lnTo>
                    <a:pt x="2915151" y="1807175"/>
                  </a:lnTo>
                  <a:lnTo>
                    <a:pt x="2917344" y="1855341"/>
                  </a:lnTo>
                  <a:lnTo>
                    <a:pt x="2919538" y="1784040"/>
                  </a:lnTo>
                  <a:lnTo>
                    <a:pt x="2921732" y="1826658"/>
                  </a:lnTo>
                  <a:lnTo>
                    <a:pt x="2923926" y="1895626"/>
                  </a:lnTo>
                  <a:lnTo>
                    <a:pt x="2926120" y="1918001"/>
                  </a:lnTo>
                  <a:lnTo>
                    <a:pt x="2928313" y="1983559"/>
                  </a:lnTo>
                  <a:lnTo>
                    <a:pt x="2930507" y="1993943"/>
                  </a:lnTo>
                  <a:lnTo>
                    <a:pt x="2932701" y="2035506"/>
                  </a:lnTo>
                  <a:lnTo>
                    <a:pt x="2934895" y="2041330"/>
                  </a:lnTo>
                  <a:lnTo>
                    <a:pt x="2937089" y="2104884"/>
                  </a:lnTo>
                  <a:lnTo>
                    <a:pt x="2939282" y="2063936"/>
                  </a:lnTo>
                  <a:lnTo>
                    <a:pt x="2941476" y="2163634"/>
                  </a:lnTo>
                  <a:lnTo>
                    <a:pt x="2943670" y="2128038"/>
                  </a:lnTo>
                  <a:lnTo>
                    <a:pt x="2945864" y="2150353"/>
                  </a:lnTo>
                  <a:lnTo>
                    <a:pt x="2948057" y="2136247"/>
                  </a:lnTo>
                  <a:lnTo>
                    <a:pt x="2950251" y="2089584"/>
                  </a:lnTo>
                  <a:lnTo>
                    <a:pt x="2952445" y="2105667"/>
                  </a:lnTo>
                  <a:lnTo>
                    <a:pt x="2954639" y="2011375"/>
                  </a:lnTo>
                  <a:lnTo>
                    <a:pt x="2956833" y="2050231"/>
                  </a:lnTo>
                  <a:lnTo>
                    <a:pt x="2959026" y="2005400"/>
                  </a:lnTo>
                  <a:lnTo>
                    <a:pt x="2961220" y="2015394"/>
                  </a:lnTo>
                  <a:lnTo>
                    <a:pt x="2963414" y="1967088"/>
                  </a:lnTo>
                  <a:lnTo>
                    <a:pt x="2965608" y="1988933"/>
                  </a:lnTo>
                  <a:lnTo>
                    <a:pt x="2967801" y="2035062"/>
                  </a:lnTo>
                  <a:lnTo>
                    <a:pt x="2969995" y="2014014"/>
                  </a:lnTo>
                  <a:lnTo>
                    <a:pt x="2972189" y="1969177"/>
                  </a:lnTo>
                  <a:lnTo>
                    <a:pt x="2974383" y="1926799"/>
                  </a:lnTo>
                  <a:lnTo>
                    <a:pt x="2976577" y="1859237"/>
                  </a:lnTo>
                  <a:lnTo>
                    <a:pt x="2978770" y="1913599"/>
                  </a:lnTo>
                  <a:lnTo>
                    <a:pt x="2980964" y="2030304"/>
                  </a:lnTo>
                  <a:lnTo>
                    <a:pt x="2983158" y="2053499"/>
                  </a:lnTo>
                  <a:lnTo>
                    <a:pt x="2985352" y="2110143"/>
                  </a:lnTo>
                  <a:lnTo>
                    <a:pt x="2987546" y="2148739"/>
                  </a:lnTo>
                  <a:lnTo>
                    <a:pt x="2989739" y="2163408"/>
                  </a:lnTo>
                  <a:lnTo>
                    <a:pt x="2991933" y="2102370"/>
                  </a:lnTo>
                  <a:lnTo>
                    <a:pt x="2994127" y="2090609"/>
                  </a:lnTo>
                  <a:lnTo>
                    <a:pt x="2996321" y="2050681"/>
                  </a:lnTo>
                  <a:lnTo>
                    <a:pt x="2998514" y="2043162"/>
                  </a:lnTo>
                  <a:lnTo>
                    <a:pt x="3000708" y="2077247"/>
                  </a:lnTo>
                  <a:lnTo>
                    <a:pt x="3002902" y="2082499"/>
                  </a:lnTo>
                  <a:lnTo>
                    <a:pt x="3005096" y="2079857"/>
                  </a:lnTo>
                  <a:lnTo>
                    <a:pt x="3007290" y="2073271"/>
                  </a:lnTo>
                  <a:lnTo>
                    <a:pt x="3009483" y="2087315"/>
                  </a:lnTo>
                  <a:lnTo>
                    <a:pt x="3011677" y="2032359"/>
                  </a:lnTo>
                  <a:lnTo>
                    <a:pt x="3013871" y="2022669"/>
                  </a:lnTo>
                  <a:lnTo>
                    <a:pt x="3016065" y="1981069"/>
                  </a:lnTo>
                  <a:lnTo>
                    <a:pt x="3018258" y="2018990"/>
                  </a:lnTo>
                  <a:lnTo>
                    <a:pt x="3020452" y="2045582"/>
                  </a:lnTo>
                  <a:lnTo>
                    <a:pt x="3022646" y="1915285"/>
                  </a:lnTo>
                  <a:lnTo>
                    <a:pt x="3024840" y="2037800"/>
                  </a:lnTo>
                  <a:lnTo>
                    <a:pt x="3027034" y="2037492"/>
                  </a:lnTo>
                  <a:lnTo>
                    <a:pt x="3029227" y="2114503"/>
                  </a:lnTo>
                  <a:lnTo>
                    <a:pt x="3031421" y="2089024"/>
                  </a:lnTo>
                  <a:lnTo>
                    <a:pt x="3033615" y="2053494"/>
                  </a:lnTo>
                  <a:lnTo>
                    <a:pt x="3035809" y="2106883"/>
                  </a:lnTo>
                  <a:lnTo>
                    <a:pt x="3038003" y="2097246"/>
                  </a:lnTo>
                  <a:lnTo>
                    <a:pt x="3040196" y="2113611"/>
                  </a:lnTo>
                  <a:lnTo>
                    <a:pt x="3042390" y="2125238"/>
                  </a:lnTo>
                  <a:lnTo>
                    <a:pt x="3044584" y="2203553"/>
                  </a:lnTo>
                  <a:lnTo>
                    <a:pt x="3046778" y="2193797"/>
                  </a:lnTo>
                  <a:lnTo>
                    <a:pt x="3048971" y="2200473"/>
                  </a:lnTo>
                  <a:lnTo>
                    <a:pt x="3051165" y="2209776"/>
                  </a:lnTo>
                  <a:lnTo>
                    <a:pt x="3053359" y="2214071"/>
                  </a:lnTo>
                  <a:lnTo>
                    <a:pt x="3055553" y="2214747"/>
                  </a:lnTo>
                  <a:lnTo>
                    <a:pt x="3057747" y="2181739"/>
                  </a:lnTo>
                  <a:lnTo>
                    <a:pt x="3059940" y="2187590"/>
                  </a:lnTo>
                  <a:lnTo>
                    <a:pt x="3062134" y="2190098"/>
                  </a:lnTo>
                  <a:lnTo>
                    <a:pt x="3064328" y="2175979"/>
                  </a:lnTo>
                  <a:lnTo>
                    <a:pt x="3066522" y="2198901"/>
                  </a:lnTo>
                  <a:lnTo>
                    <a:pt x="3068715" y="2165086"/>
                  </a:lnTo>
                  <a:lnTo>
                    <a:pt x="3070909" y="2194870"/>
                  </a:lnTo>
                  <a:lnTo>
                    <a:pt x="3073103" y="2202063"/>
                  </a:lnTo>
                  <a:lnTo>
                    <a:pt x="3074985" y="2224000"/>
                  </a:lnTo>
                </a:path>
              </a:pathLst>
            </a:custGeom>
            <a:ln w="10840" cap="flat">
              <a:solidFill>
                <a:srgbClr val="00008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" name="pl45"/>
            <p:cNvSpPr/>
            <p:nvPr/>
          </p:nvSpPr>
          <p:spPr>
            <a:xfrm>
              <a:off x="8937706" y="6360706"/>
              <a:ext cx="3314" cy="18743"/>
            </a:xfrm>
            <a:custGeom>
              <a:avLst/>
              <a:pathLst>
                <a:path w="3314" h="18743">
                  <a:moveTo>
                    <a:pt x="0" y="18743"/>
                  </a:moveTo>
                  <a:lnTo>
                    <a:pt x="1557" y="0"/>
                  </a:lnTo>
                  <a:lnTo>
                    <a:pt x="3314" y="18743"/>
                  </a:lnTo>
                </a:path>
              </a:pathLst>
            </a:custGeom>
            <a:ln w="10840" cap="flat">
              <a:solidFill>
                <a:srgbClr val="00008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" name="pl46"/>
            <p:cNvSpPr/>
            <p:nvPr/>
          </p:nvSpPr>
          <p:spPr>
            <a:xfrm>
              <a:off x="8952979" y="6287545"/>
              <a:ext cx="40280" cy="91904"/>
            </a:xfrm>
            <a:custGeom>
              <a:avLst/>
              <a:pathLst>
                <a:path w="40280" h="91904">
                  <a:moveTo>
                    <a:pt x="0" y="91904"/>
                  </a:moveTo>
                  <a:lnTo>
                    <a:pt x="1640" y="67916"/>
                  </a:lnTo>
                  <a:lnTo>
                    <a:pt x="3833" y="74191"/>
                  </a:lnTo>
                  <a:lnTo>
                    <a:pt x="6027" y="60043"/>
                  </a:lnTo>
                  <a:lnTo>
                    <a:pt x="8221" y="53144"/>
                  </a:lnTo>
                  <a:lnTo>
                    <a:pt x="10415" y="40827"/>
                  </a:lnTo>
                  <a:lnTo>
                    <a:pt x="12608" y="63983"/>
                  </a:lnTo>
                  <a:lnTo>
                    <a:pt x="14802" y="86485"/>
                  </a:lnTo>
                  <a:lnTo>
                    <a:pt x="16996" y="87304"/>
                  </a:lnTo>
                  <a:lnTo>
                    <a:pt x="19190" y="15626"/>
                  </a:lnTo>
                  <a:lnTo>
                    <a:pt x="21384" y="7713"/>
                  </a:lnTo>
                  <a:lnTo>
                    <a:pt x="23577" y="0"/>
                  </a:lnTo>
                  <a:lnTo>
                    <a:pt x="25771" y="6215"/>
                  </a:lnTo>
                  <a:lnTo>
                    <a:pt x="27965" y="43000"/>
                  </a:lnTo>
                  <a:lnTo>
                    <a:pt x="30159" y="50547"/>
                  </a:lnTo>
                  <a:lnTo>
                    <a:pt x="32352" y="41224"/>
                  </a:lnTo>
                  <a:lnTo>
                    <a:pt x="34546" y="19510"/>
                  </a:lnTo>
                  <a:lnTo>
                    <a:pt x="36740" y="54340"/>
                  </a:lnTo>
                  <a:lnTo>
                    <a:pt x="38934" y="61587"/>
                  </a:lnTo>
                  <a:lnTo>
                    <a:pt x="40280" y="91904"/>
                  </a:lnTo>
                </a:path>
              </a:pathLst>
            </a:custGeom>
            <a:ln w="10840" cap="flat">
              <a:solidFill>
                <a:srgbClr val="00008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" name="pl47"/>
            <p:cNvSpPr/>
            <p:nvPr/>
          </p:nvSpPr>
          <p:spPr>
            <a:xfrm>
              <a:off x="8995090" y="6310729"/>
              <a:ext cx="3404" cy="68720"/>
            </a:xfrm>
            <a:custGeom>
              <a:avLst/>
              <a:pathLst>
                <a:path w="3404" h="68720">
                  <a:moveTo>
                    <a:pt x="0" y="68720"/>
                  </a:moveTo>
                  <a:lnTo>
                    <a:pt x="1210" y="45183"/>
                  </a:lnTo>
                  <a:lnTo>
                    <a:pt x="3404" y="0"/>
                  </a:lnTo>
                  <a:lnTo>
                    <a:pt x="3404" y="0"/>
                  </a:lnTo>
                </a:path>
              </a:pathLst>
            </a:custGeom>
            <a:ln w="10840" cap="flat">
              <a:solidFill>
                <a:srgbClr val="00008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" name="pg48"/>
            <p:cNvSpPr/>
            <p:nvPr/>
          </p:nvSpPr>
          <p:spPr>
            <a:xfrm>
              <a:off x="444934" y="4138494"/>
              <a:ext cx="8553560" cy="2240955"/>
            </a:xfrm>
            <a:custGeom>
              <a:avLst/>
              <a:pathLst>
                <a:path w="8553560" h="2240955">
                  <a:moveTo>
                    <a:pt x="0" y="2015792"/>
                  </a:moveTo>
                  <a:lnTo>
                    <a:pt x="2193" y="1999640"/>
                  </a:lnTo>
                  <a:lnTo>
                    <a:pt x="4387" y="2030843"/>
                  </a:lnTo>
                  <a:lnTo>
                    <a:pt x="6581" y="2089620"/>
                  </a:lnTo>
                  <a:lnTo>
                    <a:pt x="8775" y="2066566"/>
                  </a:lnTo>
                  <a:lnTo>
                    <a:pt x="10968" y="2086075"/>
                  </a:lnTo>
                  <a:lnTo>
                    <a:pt x="13162" y="2094972"/>
                  </a:lnTo>
                  <a:lnTo>
                    <a:pt x="15356" y="2116315"/>
                  </a:lnTo>
                  <a:lnTo>
                    <a:pt x="17550" y="2094966"/>
                  </a:lnTo>
                  <a:lnTo>
                    <a:pt x="19744" y="2072455"/>
                  </a:lnTo>
                  <a:lnTo>
                    <a:pt x="21937" y="1975725"/>
                  </a:lnTo>
                  <a:lnTo>
                    <a:pt x="24131" y="1981581"/>
                  </a:lnTo>
                  <a:lnTo>
                    <a:pt x="26325" y="1921514"/>
                  </a:lnTo>
                  <a:lnTo>
                    <a:pt x="28519" y="1910904"/>
                  </a:lnTo>
                  <a:lnTo>
                    <a:pt x="30712" y="1883752"/>
                  </a:lnTo>
                  <a:lnTo>
                    <a:pt x="32906" y="1867739"/>
                  </a:lnTo>
                  <a:lnTo>
                    <a:pt x="35100" y="1913821"/>
                  </a:lnTo>
                  <a:lnTo>
                    <a:pt x="37294" y="1846229"/>
                  </a:lnTo>
                  <a:lnTo>
                    <a:pt x="39488" y="1830328"/>
                  </a:lnTo>
                  <a:lnTo>
                    <a:pt x="41681" y="1813653"/>
                  </a:lnTo>
                  <a:lnTo>
                    <a:pt x="43875" y="1827175"/>
                  </a:lnTo>
                  <a:lnTo>
                    <a:pt x="46069" y="1882135"/>
                  </a:lnTo>
                  <a:lnTo>
                    <a:pt x="48263" y="1860569"/>
                  </a:lnTo>
                  <a:lnTo>
                    <a:pt x="50457" y="1892609"/>
                  </a:lnTo>
                  <a:lnTo>
                    <a:pt x="52650" y="1902981"/>
                  </a:lnTo>
                  <a:lnTo>
                    <a:pt x="54844" y="1914644"/>
                  </a:lnTo>
                  <a:lnTo>
                    <a:pt x="57038" y="1922557"/>
                  </a:lnTo>
                  <a:lnTo>
                    <a:pt x="59232" y="1984765"/>
                  </a:lnTo>
                  <a:lnTo>
                    <a:pt x="61425" y="1990237"/>
                  </a:lnTo>
                  <a:lnTo>
                    <a:pt x="63619" y="2001018"/>
                  </a:lnTo>
                  <a:lnTo>
                    <a:pt x="65813" y="2031838"/>
                  </a:lnTo>
                  <a:lnTo>
                    <a:pt x="68007" y="2024859"/>
                  </a:lnTo>
                  <a:lnTo>
                    <a:pt x="70201" y="2067856"/>
                  </a:lnTo>
                  <a:lnTo>
                    <a:pt x="72394" y="2085712"/>
                  </a:lnTo>
                  <a:lnTo>
                    <a:pt x="74588" y="2072116"/>
                  </a:lnTo>
                  <a:lnTo>
                    <a:pt x="76782" y="2070670"/>
                  </a:lnTo>
                  <a:lnTo>
                    <a:pt x="78976" y="2075732"/>
                  </a:lnTo>
                  <a:lnTo>
                    <a:pt x="81169" y="2082572"/>
                  </a:lnTo>
                  <a:lnTo>
                    <a:pt x="83363" y="2095765"/>
                  </a:lnTo>
                  <a:lnTo>
                    <a:pt x="85557" y="2088191"/>
                  </a:lnTo>
                  <a:lnTo>
                    <a:pt x="87751" y="2116669"/>
                  </a:lnTo>
                  <a:lnTo>
                    <a:pt x="89945" y="2130241"/>
                  </a:lnTo>
                  <a:lnTo>
                    <a:pt x="92138" y="2114215"/>
                  </a:lnTo>
                  <a:lnTo>
                    <a:pt x="94332" y="2113364"/>
                  </a:lnTo>
                  <a:lnTo>
                    <a:pt x="96526" y="2073349"/>
                  </a:lnTo>
                  <a:lnTo>
                    <a:pt x="98720" y="2067295"/>
                  </a:lnTo>
                  <a:lnTo>
                    <a:pt x="100914" y="2019698"/>
                  </a:lnTo>
                  <a:lnTo>
                    <a:pt x="103107" y="1994091"/>
                  </a:lnTo>
                  <a:lnTo>
                    <a:pt x="105301" y="1979043"/>
                  </a:lnTo>
                  <a:lnTo>
                    <a:pt x="107495" y="2023356"/>
                  </a:lnTo>
                  <a:lnTo>
                    <a:pt x="109689" y="2041089"/>
                  </a:lnTo>
                  <a:lnTo>
                    <a:pt x="111882" y="2074430"/>
                  </a:lnTo>
                  <a:lnTo>
                    <a:pt x="114076" y="2058261"/>
                  </a:lnTo>
                  <a:lnTo>
                    <a:pt x="116270" y="2070553"/>
                  </a:lnTo>
                  <a:lnTo>
                    <a:pt x="118464" y="2060956"/>
                  </a:lnTo>
                  <a:lnTo>
                    <a:pt x="120658" y="1951323"/>
                  </a:lnTo>
                  <a:lnTo>
                    <a:pt x="122851" y="1939050"/>
                  </a:lnTo>
                  <a:lnTo>
                    <a:pt x="125045" y="1917174"/>
                  </a:lnTo>
                  <a:lnTo>
                    <a:pt x="127239" y="1919775"/>
                  </a:lnTo>
                  <a:lnTo>
                    <a:pt x="129433" y="1936985"/>
                  </a:lnTo>
                  <a:lnTo>
                    <a:pt x="131626" y="1925286"/>
                  </a:lnTo>
                  <a:lnTo>
                    <a:pt x="133820" y="1993828"/>
                  </a:lnTo>
                  <a:lnTo>
                    <a:pt x="136014" y="1999260"/>
                  </a:lnTo>
                  <a:lnTo>
                    <a:pt x="138208" y="1998727"/>
                  </a:lnTo>
                  <a:lnTo>
                    <a:pt x="140402" y="1990709"/>
                  </a:lnTo>
                  <a:lnTo>
                    <a:pt x="142595" y="2026298"/>
                  </a:lnTo>
                  <a:lnTo>
                    <a:pt x="144789" y="2073345"/>
                  </a:lnTo>
                  <a:lnTo>
                    <a:pt x="146983" y="2125726"/>
                  </a:lnTo>
                  <a:lnTo>
                    <a:pt x="149177" y="2152894"/>
                  </a:lnTo>
                  <a:lnTo>
                    <a:pt x="151371" y="2155768"/>
                  </a:lnTo>
                  <a:lnTo>
                    <a:pt x="153564" y="2163506"/>
                  </a:lnTo>
                  <a:lnTo>
                    <a:pt x="155758" y="2157563"/>
                  </a:lnTo>
                  <a:lnTo>
                    <a:pt x="157952" y="2155644"/>
                  </a:lnTo>
                  <a:lnTo>
                    <a:pt x="160146" y="2150128"/>
                  </a:lnTo>
                  <a:lnTo>
                    <a:pt x="162339" y="2154092"/>
                  </a:lnTo>
                  <a:lnTo>
                    <a:pt x="164533" y="2146411"/>
                  </a:lnTo>
                  <a:lnTo>
                    <a:pt x="166727" y="2151757"/>
                  </a:lnTo>
                  <a:lnTo>
                    <a:pt x="168921" y="2122828"/>
                  </a:lnTo>
                  <a:lnTo>
                    <a:pt x="171115" y="2113807"/>
                  </a:lnTo>
                  <a:lnTo>
                    <a:pt x="173308" y="2069866"/>
                  </a:lnTo>
                  <a:lnTo>
                    <a:pt x="175502" y="2057912"/>
                  </a:lnTo>
                  <a:lnTo>
                    <a:pt x="177696" y="2080279"/>
                  </a:lnTo>
                  <a:lnTo>
                    <a:pt x="179890" y="2055261"/>
                  </a:lnTo>
                  <a:lnTo>
                    <a:pt x="182084" y="2049692"/>
                  </a:lnTo>
                  <a:lnTo>
                    <a:pt x="184277" y="2022952"/>
                  </a:lnTo>
                  <a:lnTo>
                    <a:pt x="186471" y="2052991"/>
                  </a:lnTo>
                  <a:lnTo>
                    <a:pt x="188665" y="2101261"/>
                  </a:lnTo>
                  <a:lnTo>
                    <a:pt x="190859" y="2085047"/>
                  </a:lnTo>
                  <a:lnTo>
                    <a:pt x="193052" y="2138377"/>
                  </a:lnTo>
                  <a:lnTo>
                    <a:pt x="195246" y="2133585"/>
                  </a:lnTo>
                  <a:lnTo>
                    <a:pt x="197440" y="2177342"/>
                  </a:lnTo>
                  <a:lnTo>
                    <a:pt x="199634" y="2175570"/>
                  </a:lnTo>
                  <a:lnTo>
                    <a:pt x="201828" y="2151800"/>
                  </a:lnTo>
                  <a:lnTo>
                    <a:pt x="204021" y="2163371"/>
                  </a:lnTo>
                  <a:lnTo>
                    <a:pt x="206215" y="2153330"/>
                  </a:lnTo>
                  <a:lnTo>
                    <a:pt x="208409" y="2171426"/>
                  </a:lnTo>
                  <a:lnTo>
                    <a:pt x="210603" y="2172084"/>
                  </a:lnTo>
                  <a:lnTo>
                    <a:pt x="212796" y="2159573"/>
                  </a:lnTo>
                  <a:lnTo>
                    <a:pt x="214990" y="2114398"/>
                  </a:lnTo>
                  <a:lnTo>
                    <a:pt x="217184" y="2124614"/>
                  </a:lnTo>
                  <a:lnTo>
                    <a:pt x="219378" y="2122039"/>
                  </a:lnTo>
                  <a:lnTo>
                    <a:pt x="221572" y="2097915"/>
                  </a:lnTo>
                  <a:lnTo>
                    <a:pt x="223765" y="2097756"/>
                  </a:lnTo>
                  <a:lnTo>
                    <a:pt x="225959" y="2116794"/>
                  </a:lnTo>
                  <a:lnTo>
                    <a:pt x="228153" y="2112787"/>
                  </a:lnTo>
                  <a:lnTo>
                    <a:pt x="230347" y="2143620"/>
                  </a:lnTo>
                  <a:lnTo>
                    <a:pt x="232541" y="2125363"/>
                  </a:lnTo>
                  <a:lnTo>
                    <a:pt x="234734" y="2141676"/>
                  </a:lnTo>
                  <a:lnTo>
                    <a:pt x="236928" y="2117498"/>
                  </a:lnTo>
                  <a:lnTo>
                    <a:pt x="239122" y="2137769"/>
                  </a:lnTo>
                  <a:lnTo>
                    <a:pt x="241316" y="2129181"/>
                  </a:lnTo>
                  <a:lnTo>
                    <a:pt x="243509" y="2164389"/>
                  </a:lnTo>
                  <a:lnTo>
                    <a:pt x="245703" y="2190612"/>
                  </a:lnTo>
                  <a:lnTo>
                    <a:pt x="247897" y="2167438"/>
                  </a:lnTo>
                  <a:lnTo>
                    <a:pt x="250091" y="2183378"/>
                  </a:lnTo>
                  <a:lnTo>
                    <a:pt x="252285" y="2178741"/>
                  </a:lnTo>
                  <a:lnTo>
                    <a:pt x="254478" y="2153344"/>
                  </a:lnTo>
                  <a:lnTo>
                    <a:pt x="256672" y="2119256"/>
                  </a:lnTo>
                  <a:lnTo>
                    <a:pt x="258866" y="2062259"/>
                  </a:lnTo>
                  <a:lnTo>
                    <a:pt x="261060" y="2037694"/>
                  </a:lnTo>
                  <a:lnTo>
                    <a:pt x="263253" y="2025732"/>
                  </a:lnTo>
                  <a:lnTo>
                    <a:pt x="265447" y="1984359"/>
                  </a:lnTo>
                  <a:lnTo>
                    <a:pt x="267641" y="2009359"/>
                  </a:lnTo>
                  <a:lnTo>
                    <a:pt x="269835" y="2006096"/>
                  </a:lnTo>
                  <a:lnTo>
                    <a:pt x="272029" y="1951511"/>
                  </a:lnTo>
                  <a:lnTo>
                    <a:pt x="274222" y="1958361"/>
                  </a:lnTo>
                  <a:lnTo>
                    <a:pt x="276416" y="1957231"/>
                  </a:lnTo>
                  <a:lnTo>
                    <a:pt x="278610" y="1985645"/>
                  </a:lnTo>
                  <a:lnTo>
                    <a:pt x="280804" y="1983668"/>
                  </a:lnTo>
                  <a:lnTo>
                    <a:pt x="282998" y="1995240"/>
                  </a:lnTo>
                  <a:lnTo>
                    <a:pt x="285191" y="2043096"/>
                  </a:lnTo>
                  <a:lnTo>
                    <a:pt x="287385" y="2080626"/>
                  </a:lnTo>
                  <a:lnTo>
                    <a:pt x="289579" y="2063665"/>
                  </a:lnTo>
                  <a:lnTo>
                    <a:pt x="291773" y="2055606"/>
                  </a:lnTo>
                  <a:lnTo>
                    <a:pt x="293966" y="2108092"/>
                  </a:lnTo>
                  <a:lnTo>
                    <a:pt x="296160" y="2126147"/>
                  </a:lnTo>
                  <a:lnTo>
                    <a:pt x="298354" y="2169999"/>
                  </a:lnTo>
                  <a:lnTo>
                    <a:pt x="300548" y="2159523"/>
                  </a:lnTo>
                  <a:lnTo>
                    <a:pt x="302742" y="2197357"/>
                  </a:lnTo>
                  <a:lnTo>
                    <a:pt x="304935" y="2200520"/>
                  </a:lnTo>
                  <a:lnTo>
                    <a:pt x="307129" y="2185501"/>
                  </a:lnTo>
                  <a:lnTo>
                    <a:pt x="309323" y="2185788"/>
                  </a:lnTo>
                  <a:lnTo>
                    <a:pt x="311517" y="2203224"/>
                  </a:lnTo>
                  <a:lnTo>
                    <a:pt x="313711" y="2200025"/>
                  </a:lnTo>
                  <a:lnTo>
                    <a:pt x="315904" y="2194393"/>
                  </a:lnTo>
                  <a:lnTo>
                    <a:pt x="318098" y="2182761"/>
                  </a:lnTo>
                  <a:lnTo>
                    <a:pt x="320292" y="2126503"/>
                  </a:lnTo>
                  <a:lnTo>
                    <a:pt x="322486" y="2181553"/>
                  </a:lnTo>
                  <a:lnTo>
                    <a:pt x="324679" y="2190690"/>
                  </a:lnTo>
                  <a:lnTo>
                    <a:pt x="326873" y="2203682"/>
                  </a:lnTo>
                  <a:lnTo>
                    <a:pt x="329067" y="2212627"/>
                  </a:lnTo>
                  <a:lnTo>
                    <a:pt x="331261" y="2181036"/>
                  </a:lnTo>
                  <a:lnTo>
                    <a:pt x="333455" y="2217311"/>
                  </a:lnTo>
                  <a:lnTo>
                    <a:pt x="335648" y="2221030"/>
                  </a:lnTo>
                  <a:lnTo>
                    <a:pt x="337842" y="2218008"/>
                  </a:lnTo>
                  <a:lnTo>
                    <a:pt x="340036" y="2218607"/>
                  </a:lnTo>
                  <a:lnTo>
                    <a:pt x="342230" y="2193153"/>
                  </a:lnTo>
                  <a:lnTo>
                    <a:pt x="344423" y="2192662"/>
                  </a:lnTo>
                  <a:lnTo>
                    <a:pt x="346617" y="2189646"/>
                  </a:lnTo>
                  <a:lnTo>
                    <a:pt x="348811" y="2188701"/>
                  </a:lnTo>
                  <a:lnTo>
                    <a:pt x="351005" y="2179867"/>
                  </a:lnTo>
                  <a:lnTo>
                    <a:pt x="353199" y="2161727"/>
                  </a:lnTo>
                  <a:lnTo>
                    <a:pt x="355392" y="2104687"/>
                  </a:lnTo>
                  <a:lnTo>
                    <a:pt x="357586" y="2129599"/>
                  </a:lnTo>
                  <a:lnTo>
                    <a:pt x="359780" y="2084468"/>
                  </a:lnTo>
                  <a:lnTo>
                    <a:pt x="361974" y="2086673"/>
                  </a:lnTo>
                  <a:lnTo>
                    <a:pt x="364168" y="2062816"/>
                  </a:lnTo>
                  <a:lnTo>
                    <a:pt x="366361" y="2080884"/>
                  </a:lnTo>
                  <a:lnTo>
                    <a:pt x="368555" y="2118685"/>
                  </a:lnTo>
                  <a:lnTo>
                    <a:pt x="370749" y="2056193"/>
                  </a:lnTo>
                  <a:lnTo>
                    <a:pt x="372943" y="2038647"/>
                  </a:lnTo>
                  <a:lnTo>
                    <a:pt x="375136" y="1998519"/>
                  </a:lnTo>
                  <a:lnTo>
                    <a:pt x="377330" y="1975198"/>
                  </a:lnTo>
                  <a:lnTo>
                    <a:pt x="379524" y="1965150"/>
                  </a:lnTo>
                  <a:lnTo>
                    <a:pt x="381718" y="1889883"/>
                  </a:lnTo>
                  <a:lnTo>
                    <a:pt x="383912" y="1897771"/>
                  </a:lnTo>
                  <a:lnTo>
                    <a:pt x="386105" y="1853096"/>
                  </a:lnTo>
                  <a:lnTo>
                    <a:pt x="388299" y="1921850"/>
                  </a:lnTo>
                  <a:lnTo>
                    <a:pt x="390493" y="1942475"/>
                  </a:lnTo>
                  <a:lnTo>
                    <a:pt x="392687" y="1950371"/>
                  </a:lnTo>
                  <a:lnTo>
                    <a:pt x="394880" y="1992086"/>
                  </a:lnTo>
                  <a:lnTo>
                    <a:pt x="397074" y="1977391"/>
                  </a:lnTo>
                  <a:lnTo>
                    <a:pt x="399268" y="1972821"/>
                  </a:lnTo>
                  <a:lnTo>
                    <a:pt x="401462" y="1959834"/>
                  </a:lnTo>
                  <a:lnTo>
                    <a:pt x="403656" y="1927839"/>
                  </a:lnTo>
                  <a:lnTo>
                    <a:pt x="405849" y="1939672"/>
                  </a:lnTo>
                  <a:lnTo>
                    <a:pt x="408043" y="1941383"/>
                  </a:lnTo>
                  <a:lnTo>
                    <a:pt x="410237" y="1963023"/>
                  </a:lnTo>
                  <a:lnTo>
                    <a:pt x="412431" y="1979427"/>
                  </a:lnTo>
                  <a:lnTo>
                    <a:pt x="414625" y="1985265"/>
                  </a:lnTo>
                  <a:lnTo>
                    <a:pt x="416818" y="1946271"/>
                  </a:lnTo>
                  <a:lnTo>
                    <a:pt x="419012" y="1953129"/>
                  </a:lnTo>
                  <a:lnTo>
                    <a:pt x="421206" y="1937278"/>
                  </a:lnTo>
                  <a:lnTo>
                    <a:pt x="423400" y="1935518"/>
                  </a:lnTo>
                  <a:lnTo>
                    <a:pt x="425593" y="1982905"/>
                  </a:lnTo>
                  <a:lnTo>
                    <a:pt x="427787" y="2015596"/>
                  </a:lnTo>
                  <a:lnTo>
                    <a:pt x="429981" y="2036114"/>
                  </a:lnTo>
                  <a:lnTo>
                    <a:pt x="432175" y="2022888"/>
                  </a:lnTo>
                  <a:lnTo>
                    <a:pt x="434369" y="2029578"/>
                  </a:lnTo>
                  <a:lnTo>
                    <a:pt x="436562" y="2046031"/>
                  </a:lnTo>
                  <a:lnTo>
                    <a:pt x="438756" y="2048334"/>
                  </a:lnTo>
                  <a:lnTo>
                    <a:pt x="440950" y="2066792"/>
                  </a:lnTo>
                  <a:lnTo>
                    <a:pt x="443144" y="2092210"/>
                  </a:lnTo>
                  <a:lnTo>
                    <a:pt x="445338" y="2138753"/>
                  </a:lnTo>
                  <a:lnTo>
                    <a:pt x="447531" y="2158766"/>
                  </a:lnTo>
                  <a:lnTo>
                    <a:pt x="449725" y="2159555"/>
                  </a:lnTo>
                  <a:lnTo>
                    <a:pt x="451919" y="2139474"/>
                  </a:lnTo>
                  <a:lnTo>
                    <a:pt x="454113" y="2091420"/>
                  </a:lnTo>
                  <a:lnTo>
                    <a:pt x="456306" y="2093839"/>
                  </a:lnTo>
                  <a:lnTo>
                    <a:pt x="458500" y="2085668"/>
                  </a:lnTo>
                  <a:lnTo>
                    <a:pt x="460694" y="2083881"/>
                  </a:lnTo>
                  <a:lnTo>
                    <a:pt x="462888" y="2128219"/>
                  </a:lnTo>
                  <a:lnTo>
                    <a:pt x="465082" y="2134876"/>
                  </a:lnTo>
                  <a:lnTo>
                    <a:pt x="467275" y="2126766"/>
                  </a:lnTo>
                  <a:lnTo>
                    <a:pt x="469469" y="2150973"/>
                  </a:lnTo>
                  <a:lnTo>
                    <a:pt x="471663" y="2146790"/>
                  </a:lnTo>
                  <a:lnTo>
                    <a:pt x="473857" y="2165893"/>
                  </a:lnTo>
                  <a:lnTo>
                    <a:pt x="476050" y="2123560"/>
                  </a:lnTo>
                  <a:lnTo>
                    <a:pt x="478244" y="2046169"/>
                  </a:lnTo>
                  <a:lnTo>
                    <a:pt x="480438" y="2032143"/>
                  </a:lnTo>
                  <a:lnTo>
                    <a:pt x="482632" y="2014213"/>
                  </a:lnTo>
                  <a:lnTo>
                    <a:pt x="484826" y="2061435"/>
                  </a:lnTo>
                  <a:lnTo>
                    <a:pt x="487019" y="2041349"/>
                  </a:lnTo>
                  <a:lnTo>
                    <a:pt x="489213" y="1964885"/>
                  </a:lnTo>
                  <a:lnTo>
                    <a:pt x="491407" y="2044734"/>
                  </a:lnTo>
                  <a:lnTo>
                    <a:pt x="493601" y="2115758"/>
                  </a:lnTo>
                  <a:lnTo>
                    <a:pt x="495795" y="2153357"/>
                  </a:lnTo>
                  <a:lnTo>
                    <a:pt x="497988" y="2162895"/>
                  </a:lnTo>
                  <a:lnTo>
                    <a:pt x="500182" y="2138032"/>
                  </a:lnTo>
                  <a:lnTo>
                    <a:pt x="502376" y="2191560"/>
                  </a:lnTo>
                  <a:lnTo>
                    <a:pt x="504570" y="2190500"/>
                  </a:lnTo>
                  <a:lnTo>
                    <a:pt x="506763" y="2195379"/>
                  </a:lnTo>
                  <a:lnTo>
                    <a:pt x="508957" y="2195201"/>
                  </a:lnTo>
                  <a:lnTo>
                    <a:pt x="511151" y="2195615"/>
                  </a:lnTo>
                  <a:lnTo>
                    <a:pt x="513345" y="2232099"/>
                  </a:lnTo>
                  <a:lnTo>
                    <a:pt x="515539" y="2239864"/>
                  </a:lnTo>
                  <a:lnTo>
                    <a:pt x="517732" y="2240955"/>
                  </a:lnTo>
                  <a:lnTo>
                    <a:pt x="519926" y="2214159"/>
                  </a:lnTo>
                  <a:lnTo>
                    <a:pt x="522120" y="2213850"/>
                  </a:lnTo>
                  <a:lnTo>
                    <a:pt x="524314" y="2213994"/>
                  </a:lnTo>
                  <a:lnTo>
                    <a:pt x="526507" y="2220770"/>
                  </a:lnTo>
                  <a:lnTo>
                    <a:pt x="528701" y="2229897"/>
                  </a:lnTo>
                  <a:lnTo>
                    <a:pt x="530895" y="2231436"/>
                  </a:lnTo>
                  <a:lnTo>
                    <a:pt x="533089" y="2229743"/>
                  </a:lnTo>
                  <a:lnTo>
                    <a:pt x="535283" y="2219573"/>
                  </a:lnTo>
                  <a:lnTo>
                    <a:pt x="537476" y="2218669"/>
                  </a:lnTo>
                  <a:lnTo>
                    <a:pt x="539670" y="2210420"/>
                  </a:lnTo>
                  <a:lnTo>
                    <a:pt x="541864" y="2214563"/>
                  </a:lnTo>
                  <a:lnTo>
                    <a:pt x="544058" y="2203297"/>
                  </a:lnTo>
                  <a:lnTo>
                    <a:pt x="546252" y="2185034"/>
                  </a:lnTo>
                  <a:lnTo>
                    <a:pt x="548445" y="2199137"/>
                  </a:lnTo>
                  <a:lnTo>
                    <a:pt x="550639" y="2217057"/>
                  </a:lnTo>
                  <a:lnTo>
                    <a:pt x="552833" y="2217054"/>
                  </a:lnTo>
                  <a:lnTo>
                    <a:pt x="555027" y="2225835"/>
                  </a:lnTo>
                  <a:lnTo>
                    <a:pt x="557220" y="2229885"/>
                  </a:lnTo>
                  <a:lnTo>
                    <a:pt x="559414" y="2231780"/>
                  </a:lnTo>
                  <a:lnTo>
                    <a:pt x="561608" y="2228477"/>
                  </a:lnTo>
                  <a:lnTo>
                    <a:pt x="563802" y="2220791"/>
                  </a:lnTo>
                  <a:lnTo>
                    <a:pt x="565996" y="2226278"/>
                  </a:lnTo>
                  <a:lnTo>
                    <a:pt x="568189" y="2221673"/>
                  </a:lnTo>
                  <a:lnTo>
                    <a:pt x="570383" y="2227684"/>
                  </a:lnTo>
                  <a:lnTo>
                    <a:pt x="572577" y="2228536"/>
                  </a:lnTo>
                  <a:lnTo>
                    <a:pt x="574771" y="2228857"/>
                  </a:lnTo>
                  <a:lnTo>
                    <a:pt x="576965" y="2225324"/>
                  </a:lnTo>
                  <a:lnTo>
                    <a:pt x="579158" y="2214529"/>
                  </a:lnTo>
                  <a:lnTo>
                    <a:pt x="581352" y="2206503"/>
                  </a:lnTo>
                  <a:lnTo>
                    <a:pt x="583546" y="2194280"/>
                  </a:lnTo>
                  <a:lnTo>
                    <a:pt x="585740" y="2188397"/>
                  </a:lnTo>
                  <a:lnTo>
                    <a:pt x="587933" y="2188490"/>
                  </a:lnTo>
                  <a:lnTo>
                    <a:pt x="590127" y="2149979"/>
                  </a:lnTo>
                  <a:lnTo>
                    <a:pt x="592321" y="2165153"/>
                  </a:lnTo>
                  <a:lnTo>
                    <a:pt x="594515" y="2155385"/>
                  </a:lnTo>
                  <a:lnTo>
                    <a:pt x="596709" y="2165023"/>
                  </a:lnTo>
                  <a:lnTo>
                    <a:pt x="598902" y="2155998"/>
                  </a:lnTo>
                  <a:lnTo>
                    <a:pt x="601096" y="2112888"/>
                  </a:lnTo>
                  <a:lnTo>
                    <a:pt x="603290" y="2099663"/>
                  </a:lnTo>
                  <a:lnTo>
                    <a:pt x="605484" y="2064869"/>
                  </a:lnTo>
                  <a:lnTo>
                    <a:pt x="607677" y="2087229"/>
                  </a:lnTo>
                  <a:lnTo>
                    <a:pt x="609871" y="2045526"/>
                  </a:lnTo>
                  <a:lnTo>
                    <a:pt x="612065" y="2041650"/>
                  </a:lnTo>
                  <a:lnTo>
                    <a:pt x="614259" y="2052046"/>
                  </a:lnTo>
                  <a:lnTo>
                    <a:pt x="616453" y="2068441"/>
                  </a:lnTo>
                  <a:lnTo>
                    <a:pt x="618646" y="2074533"/>
                  </a:lnTo>
                  <a:lnTo>
                    <a:pt x="620840" y="2121199"/>
                  </a:lnTo>
                  <a:lnTo>
                    <a:pt x="623034" y="2139925"/>
                  </a:lnTo>
                  <a:lnTo>
                    <a:pt x="625228" y="2180969"/>
                  </a:lnTo>
                  <a:lnTo>
                    <a:pt x="627422" y="2181375"/>
                  </a:lnTo>
                  <a:lnTo>
                    <a:pt x="629615" y="2188585"/>
                  </a:lnTo>
                  <a:lnTo>
                    <a:pt x="631809" y="2196227"/>
                  </a:lnTo>
                  <a:lnTo>
                    <a:pt x="634003" y="2209238"/>
                  </a:lnTo>
                  <a:lnTo>
                    <a:pt x="636197" y="2219104"/>
                  </a:lnTo>
                  <a:lnTo>
                    <a:pt x="638390" y="2231087"/>
                  </a:lnTo>
                  <a:lnTo>
                    <a:pt x="640584" y="2234769"/>
                  </a:lnTo>
                  <a:lnTo>
                    <a:pt x="642778" y="2233195"/>
                  </a:lnTo>
                  <a:lnTo>
                    <a:pt x="644972" y="2230095"/>
                  </a:lnTo>
                  <a:lnTo>
                    <a:pt x="647166" y="2232636"/>
                  </a:lnTo>
                  <a:lnTo>
                    <a:pt x="649359" y="2229620"/>
                  </a:lnTo>
                  <a:lnTo>
                    <a:pt x="651553" y="2214933"/>
                  </a:lnTo>
                  <a:lnTo>
                    <a:pt x="653747" y="2218689"/>
                  </a:lnTo>
                  <a:lnTo>
                    <a:pt x="655941" y="2216245"/>
                  </a:lnTo>
                  <a:lnTo>
                    <a:pt x="658134" y="2215618"/>
                  </a:lnTo>
                  <a:lnTo>
                    <a:pt x="660328" y="2215983"/>
                  </a:lnTo>
                  <a:lnTo>
                    <a:pt x="662522" y="2199902"/>
                  </a:lnTo>
                  <a:lnTo>
                    <a:pt x="664716" y="2210290"/>
                  </a:lnTo>
                  <a:lnTo>
                    <a:pt x="666910" y="2213152"/>
                  </a:lnTo>
                  <a:lnTo>
                    <a:pt x="669103" y="2210663"/>
                  </a:lnTo>
                  <a:lnTo>
                    <a:pt x="671297" y="2220072"/>
                  </a:lnTo>
                  <a:lnTo>
                    <a:pt x="673491" y="2170071"/>
                  </a:lnTo>
                  <a:lnTo>
                    <a:pt x="675685" y="2166164"/>
                  </a:lnTo>
                  <a:lnTo>
                    <a:pt x="677879" y="2149720"/>
                  </a:lnTo>
                  <a:lnTo>
                    <a:pt x="680072" y="2156902"/>
                  </a:lnTo>
                  <a:lnTo>
                    <a:pt x="682266" y="2169012"/>
                  </a:lnTo>
                  <a:lnTo>
                    <a:pt x="684460" y="2150985"/>
                  </a:lnTo>
                  <a:lnTo>
                    <a:pt x="686654" y="2175888"/>
                  </a:lnTo>
                  <a:lnTo>
                    <a:pt x="688847" y="2173125"/>
                  </a:lnTo>
                  <a:lnTo>
                    <a:pt x="691041" y="2164674"/>
                  </a:lnTo>
                  <a:lnTo>
                    <a:pt x="693235" y="2173514"/>
                  </a:lnTo>
                  <a:lnTo>
                    <a:pt x="695429" y="2112917"/>
                  </a:lnTo>
                  <a:lnTo>
                    <a:pt x="697623" y="2110615"/>
                  </a:lnTo>
                  <a:lnTo>
                    <a:pt x="699816" y="2111146"/>
                  </a:lnTo>
                  <a:lnTo>
                    <a:pt x="702010" y="2085297"/>
                  </a:lnTo>
                  <a:lnTo>
                    <a:pt x="704204" y="2055044"/>
                  </a:lnTo>
                  <a:lnTo>
                    <a:pt x="706398" y="2076082"/>
                  </a:lnTo>
                  <a:lnTo>
                    <a:pt x="708591" y="2115293"/>
                  </a:lnTo>
                  <a:lnTo>
                    <a:pt x="710785" y="2140559"/>
                  </a:lnTo>
                  <a:lnTo>
                    <a:pt x="712979" y="2135391"/>
                  </a:lnTo>
                  <a:lnTo>
                    <a:pt x="715173" y="2147673"/>
                  </a:lnTo>
                  <a:lnTo>
                    <a:pt x="717367" y="2157893"/>
                  </a:lnTo>
                  <a:lnTo>
                    <a:pt x="719560" y="2168154"/>
                  </a:lnTo>
                  <a:lnTo>
                    <a:pt x="721754" y="2170001"/>
                  </a:lnTo>
                  <a:lnTo>
                    <a:pt x="723948" y="2154885"/>
                  </a:lnTo>
                  <a:lnTo>
                    <a:pt x="726142" y="2162269"/>
                  </a:lnTo>
                  <a:lnTo>
                    <a:pt x="728336" y="2142368"/>
                  </a:lnTo>
                  <a:lnTo>
                    <a:pt x="730529" y="2128680"/>
                  </a:lnTo>
                  <a:lnTo>
                    <a:pt x="732723" y="2129774"/>
                  </a:lnTo>
                  <a:lnTo>
                    <a:pt x="734917" y="2145394"/>
                  </a:lnTo>
                  <a:lnTo>
                    <a:pt x="737111" y="2179958"/>
                  </a:lnTo>
                  <a:lnTo>
                    <a:pt x="739304" y="2149894"/>
                  </a:lnTo>
                  <a:lnTo>
                    <a:pt x="741498" y="2137302"/>
                  </a:lnTo>
                  <a:lnTo>
                    <a:pt x="743692" y="2105729"/>
                  </a:lnTo>
                  <a:lnTo>
                    <a:pt x="745886" y="2104444"/>
                  </a:lnTo>
                  <a:lnTo>
                    <a:pt x="748080" y="2116293"/>
                  </a:lnTo>
                  <a:lnTo>
                    <a:pt x="750273" y="2109651"/>
                  </a:lnTo>
                  <a:lnTo>
                    <a:pt x="752467" y="2111873"/>
                  </a:lnTo>
                  <a:lnTo>
                    <a:pt x="754661" y="2101879"/>
                  </a:lnTo>
                  <a:lnTo>
                    <a:pt x="756855" y="2141934"/>
                  </a:lnTo>
                  <a:lnTo>
                    <a:pt x="759049" y="2157234"/>
                  </a:lnTo>
                  <a:lnTo>
                    <a:pt x="761242" y="2142977"/>
                  </a:lnTo>
                  <a:lnTo>
                    <a:pt x="763436" y="2125829"/>
                  </a:lnTo>
                  <a:lnTo>
                    <a:pt x="765630" y="2128444"/>
                  </a:lnTo>
                  <a:lnTo>
                    <a:pt x="767824" y="2142223"/>
                  </a:lnTo>
                  <a:lnTo>
                    <a:pt x="770017" y="2146415"/>
                  </a:lnTo>
                  <a:lnTo>
                    <a:pt x="772211" y="2132716"/>
                  </a:lnTo>
                  <a:lnTo>
                    <a:pt x="774405" y="2156788"/>
                  </a:lnTo>
                  <a:lnTo>
                    <a:pt x="776599" y="2179928"/>
                  </a:lnTo>
                  <a:lnTo>
                    <a:pt x="778793" y="2174808"/>
                  </a:lnTo>
                  <a:lnTo>
                    <a:pt x="780986" y="2144872"/>
                  </a:lnTo>
                  <a:lnTo>
                    <a:pt x="783180" y="2121083"/>
                  </a:lnTo>
                  <a:lnTo>
                    <a:pt x="785374" y="2110147"/>
                  </a:lnTo>
                  <a:lnTo>
                    <a:pt x="787568" y="2114552"/>
                  </a:lnTo>
                  <a:lnTo>
                    <a:pt x="789761" y="2132525"/>
                  </a:lnTo>
                  <a:lnTo>
                    <a:pt x="791955" y="2141566"/>
                  </a:lnTo>
                  <a:lnTo>
                    <a:pt x="794149" y="2170065"/>
                  </a:lnTo>
                  <a:lnTo>
                    <a:pt x="796343" y="2162634"/>
                  </a:lnTo>
                  <a:lnTo>
                    <a:pt x="798537" y="2143145"/>
                  </a:lnTo>
                  <a:lnTo>
                    <a:pt x="800730" y="2145710"/>
                  </a:lnTo>
                  <a:lnTo>
                    <a:pt x="802924" y="2130544"/>
                  </a:lnTo>
                  <a:lnTo>
                    <a:pt x="805118" y="2186035"/>
                  </a:lnTo>
                  <a:lnTo>
                    <a:pt x="807312" y="2162345"/>
                  </a:lnTo>
                  <a:lnTo>
                    <a:pt x="809506" y="2178396"/>
                  </a:lnTo>
                  <a:lnTo>
                    <a:pt x="811699" y="2193125"/>
                  </a:lnTo>
                  <a:lnTo>
                    <a:pt x="813893" y="2190132"/>
                  </a:lnTo>
                  <a:lnTo>
                    <a:pt x="816087" y="2220498"/>
                  </a:lnTo>
                  <a:lnTo>
                    <a:pt x="818281" y="2206420"/>
                  </a:lnTo>
                  <a:lnTo>
                    <a:pt x="820474" y="2210247"/>
                  </a:lnTo>
                  <a:lnTo>
                    <a:pt x="822668" y="2209256"/>
                  </a:lnTo>
                  <a:lnTo>
                    <a:pt x="824862" y="2212177"/>
                  </a:lnTo>
                  <a:lnTo>
                    <a:pt x="827056" y="2198938"/>
                  </a:lnTo>
                  <a:lnTo>
                    <a:pt x="829250" y="2164803"/>
                  </a:lnTo>
                  <a:lnTo>
                    <a:pt x="831443" y="2163322"/>
                  </a:lnTo>
                  <a:lnTo>
                    <a:pt x="833637" y="2167942"/>
                  </a:lnTo>
                  <a:lnTo>
                    <a:pt x="835831" y="2183271"/>
                  </a:lnTo>
                  <a:lnTo>
                    <a:pt x="838025" y="2184091"/>
                  </a:lnTo>
                  <a:lnTo>
                    <a:pt x="840218" y="2130938"/>
                  </a:lnTo>
                  <a:lnTo>
                    <a:pt x="842412" y="2141401"/>
                  </a:lnTo>
                  <a:lnTo>
                    <a:pt x="844606" y="2157072"/>
                  </a:lnTo>
                  <a:lnTo>
                    <a:pt x="846800" y="2177238"/>
                  </a:lnTo>
                  <a:lnTo>
                    <a:pt x="848994" y="2150691"/>
                  </a:lnTo>
                  <a:lnTo>
                    <a:pt x="851187" y="2133694"/>
                  </a:lnTo>
                  <a:lnTo>
                    <a:pt x="853381" y="2119173"/>
                  </a:lnTo>
                  <a:lnTo>
                    <a:pt x="855575" y="2103284"/>
                  </a:lnTo>
                  <a:lnTo>
                    <a:pt x="857769" y="2067570"/>
                  </a:lnTo>
                  <a:lnTo>
                    <a:pt x="859963" y="2056536"/>
                  </a:lnTo>
                  <a:lnTo>
                    <a:pt x="862156" y="2094192"/>
                  </a:lnTo>
                  <a:lnTo>
                    <a:pt x="864350" y="2134413"/>
                  </a:lnTo>
                  <a:lnTo>
                    <a:pt x="866544" y="2153689"/>
                  </a:lnTo>
                  <a:lnTo>
                    <a:pt x="868738" y="2164270"/>
                  </a:lnTo>
                  <a:lnTo>
                    <a:pt x="870931" y="2205866"/>
                  </a:lnTo>
                  <a:lnTo>
                    <a:pt x="873125" y="2183272"/>
                  </a:lnTo>
                  <a:lnTo>
                    <a:pt x="875319" y="2177180"/>
                  </a:lnTo>
                  <a:lnTo>
                    <a:pt x="877513" y="2170859"/>
                  </a:lnTo>
                  <a:lnTo>
                    <a:pt x="879707" y="2150190"/>
                  </a:lnTo>
                  <a:lnTo>
                    <a:pt x="881900" y="2164551"/>
                  </a:lnTo>
                  <a:lnTo>
                    <a:pt x="884094" y="2185499"/>
                  </a:lnTo>
                  <a:lnTo>
                    <a:pt x="886288" y="2197857"/>
                  </a:lnTo>
                  <a:lnTo>
                    <a:pt x="888482" y="2214730"/>
                  </a:lnTo>
                  <a:lnTo>
                    <a:pt x="890676" y="2207639"/>
                  </a:lnTo>
                  <a:lnTo>
                    <a:pt x="892869" y="2207677"/>
                  </a:lnTo>
                  <a:lnTo>
                    <a:pt x="895063" y="2200547"/>
                  </a:lnTo>
                  <a:lnTo>
                    <a:pt x="897257" y="2192231"/>
                  </a:lnTo>
                  <a:lnTo>
                    <a:pt x="899451" y="2172990"/>
                  </a:lnTo>
                  <a:lnTo>
                    <a:pt x="901644" y="2175232"/>
                  </a:lnTo>
                  <a:lnTo>
                    <a:pt x="903838" y="2185012"/>
                  </a:lnTo>
                  <a:lnTo>
                    <a:pt x="906032" y="2165881"/>
                  </a:lnTo>
                  <a:lnTo>
                    <a:pt x="908226" y="2137358"/>
                  </a:lnTo>
                  <a:lnTo>
                    <a:pt x="910420" y="2085558"/>
                  </a:lnTo>
                  <a:lnTo>
                    <a:pt x="912613" y="2102483"/>
                  </a:lnTo>
                  <a:lnTo>
                    <a:pt x="914807" y="2104442"/>
                  </a:lnTo>
                  <a:lnTo>
                    <a:pt x="917001" y="2100876"/>
                  </a:lnTo>
                  <a:lnTo>
                    <a:pt x="919195" y="2133410"/>
                  </a:lnTo>
                  <a:lnTo>
                    <a:pt x="921388" y="2124063"/>
                  </a:lnTo>
                  <a:lnTo>
                    <a:pt x="923582" y="2146399"/>
                  </a:lnTo>
                  <a:lnTo>
                    <a:pt x="925776" y="2161684"/>
                  </a:lnTo>
                  <a:lnTo>
                    <a:pt x="927970" y="2159792"/>
                  </a:lnTo>
                  <a:lnTo>
                    <a:pt x="930164" y="2176245"/>
                  </a:lnTo>
                  <a:lnTo>
                    <a:pt x="932357" y="2203148"/>
                  </a:lnTo>
                  <a:lnTo>
                    <a:pt x="934551" y="2190750"/>
                  </a:lnTo>
                  <a:lnTo>
                    <a:pt x="936745" y="2208934"/>
                  </a:lnTo>
                  <a:lnTo>
                    <a:pt x="938939" y="2226996"/>
                  </a:lnTo>
                  <a:lnTo>
                    <a:pt x="941133" y="2238227"/>
                  </a:lnTo>
                  <a:lnTo>
                    <a:pt x="943326" y="2226232"/>
                  </a:lnTo>
                  <a:lnTo>
                    <a:pt x="945520" y="2228552"/>
                  </a:lnTo>
                  <a:lnTo>
                    <a:pt x="947714" y="2221140"/>
                  </a:lnTo>
                  <a:lnTo>
                    <a:pt x="949908" y="2221144"/>
                  </a:lnTo>
                  <a:lnTo>
                    <a:pt x="952101" y="2218286"/>
                  </a:lnTo>
                  <a:lnTo>
                    <a:pt x="954295" y="2208430"/>
                  </a:lnTo>
                  <a:lnTo>
                    <a:pt x="956489" y="2197820"/>
                  </a:lnTo>
                  <a:lnTo>
                    <a:pt x="958683" y="2174962"/>
                  </a:lnTo>
                  <a:lnTo>
                    <a:pt x="960877" y="2188465"/>
                  </a:lnTo>
                  <a:lnTo>
                    <a:pt x="963070" y="2190597"/>
                  </a:lnTo>
                  <a:lnTo>
                    <a:pt x="965264" y="2147592"/>
                  </a:lnTo>
                  <a:lnTo>
                    <a:pt x="967458" y="2083053"/>
                  </a:lnTo>
                  <a:lnTo>
                    <a:pt x="969652" y="2129195"/>
                  </a:lnTo>
                  <a:lnTo>
                    <a:pt x="971845" y="2148521"/>
                  </a:lnTo>
                  <a:lnTo>
                    <a:pt x="974039" y="2161687"/>
                  </a:lnTo>
                  <a:lnTo>
                    <a:pt x="976233" y="2166777"/>
                  </a:lnTo>
                  <a:lnTo>
                    <a:pt x="978427" y="2141892"/>
                  </a:lnTo>
                  <a:lnTo>
                    <a:pt x="980621" y="2218013"/>
                  </a:lnTo>
                  <a:lnTo>
                    <a:pt x="982814" y="2178797"/>
                  </a:lnTo>
                  <a:lnTo>
                    <a:pt x="985008" y="2185942"/>
                  </a:lnTo>
                  <a:lnTo>
                    <a:pt x="987202" y="2180829"/>
                  </a:lnTo>
                  <a:lnTo>
                    <a:pt x="989396" y="2178407"/>
                  </a:lnTo>
                  <a:lnTo>
                    <a:pt x="991590" y="2156280"/>
                  </a:lnTo>
                  <a:lnTo>
                    <a:pt x="993783" y="2142311"/>
                  </a:lnTo>
                  <a:lnTo>
                    <a:pt x="995977" y="2141589"/>
                  </a:lnTo>
                  <a:lnTo>
                    <a:pt x="998171" y="2109004"/>
                  </a:lnTo>
                  <a:lnTo>
                    <a:pt x="1000365" y="2065231"/>
                  </a:lnTo>
                  <a:lnTo>
                    <a:pt x="1002558" y="2052863"/>
                  </a:lnTo>
                  <a:lnTo>
                    <a:pt x="1004752" y="2036616"/>
                  </a:lnTo>
                  <a:lnTo>
                    <a:pt x="1006946" y="2019534"/>
                  </a:lnTo>
                  <a:lnTo>
                    <a:pt x="1009140" y="2010797"/>
                  </a:lnTo>
                  <a:lnTo>
                    <a:pt x="1011334" y="2020559"/>
                  </a:lnTo>
                  <a:lnTo>
                    <a:pt x="1013527" y="2024552"/>
                  </a:lnTo>
                  <a:lnTo>
                    <a:pt x="1015721" y="2038992"/>
                  </a:lnTo>
                  <a:lnTo>
                    <a:pt x="1017915" y="2064859"/>
                  </a:lnTo>
                  <a:lnTo>
                    <a:pt x="1020109" y="2075391"/>
                  </a:lnTo>
                  <a:lnTo>
                    <a:pt x="1022303" y="2078495"/>
                  </a:lnTo>
                  <a:lnTo>
                    <a:pt x="1024496" y="2087171"/>
                  </a:lnTo>
                  <a:lnTo>
                    <a:pt x="1026690" y="2095912"/>
                  </a:lnTo>
                  <a:lnTo>
                    <a:pt x="1028884" y="2130331"/>
                  </a:lnTo>
                  <a:lnTo>
                    <a:pt x="1031078" y="2161375"/>
                  </a:lnTo>
                  <a:lnTo>
                    <a:pt x="1033271" y="2161200"/>
                  </a:lnTo>
                  <a:lnTo>
                    <a:pt x="1035465" y="2157624"/>
                  </a:lnTo>
                  <a:lnTo>
                    <a:pt x="1037659" y="2170455"/>
                  </a:lnTo>
                  <a:lnTo>
                    <a:pt x="1039853" y="2180791"/>
                  </a:lnTo>
                  <a:lnTo>
                    <a:pt x="1042047" y="2190108"/>
                  </a:lnTo>
                  <a:lnTo>
                    <a:pt x="1044240" y="2187106"/>
                  </a:lnTo>
                  <a:lnTo>
                    <a:pt x="1046434" y="2191572"/>
                  </a:lnTo>
                  <a:lnTo>
                    <a:pt x="1048628" y="2154234"/>
                  </a:lnTo>
                  <a:lnTo>
                    <a:pt x="1050822" y="2180378"/>
                  </a:lnTo>
                  <a:lnTo>
                    <a:pt x="1053015" y="2170147"/>
                  </a:lnTo>
                  <a:lnTo>
                    <a:pt x="1055209" y="2122760"/>
                  </a:lnTo>
                  <a:lnTo>
                    <a:pt x="1057403" y="2086902"/>
                  </a:lnTo>
                  <a:lnTo>
                    <a:pt x="1059597" y="2088747"/>
                  </a:lnTo>
                  <a:lnTo>
                    <a:pt x="1061791" y="2114599"/>
                  </a:lnTo>
                  <a:lnTo>
                    <a:pt x="1063984" y="2092339"/>
                  </a:lnTo>
                  <a:lnTo>
                    <a:pt x="1066178" y="2108290"/>
                  </a:lnTo>
                  <a:lnTo>
                    <a:pt x="1068372" y="2111013"/>
                  </a:lnTo>
                  <a:lnTo>
                    <a:pt x="1070566" y="2086585"/>
                  </a:lnTo>
                  <a:lnTo>
                    <a:pt x="1072760" y="2056902"/>
                  </a:lnTo>
                  <a:lnTo>
                    <a:pt x="1074953" y="2049336"/>
                  </a:lnTo>
                  <a:lnTo>
                    <a:pt x="1077147" y="2051658"/>
                  </a:lnTo>
                  <a:lnTo>
                    <a:pt x="1079341" y="2074586"/>
                  </a:lnTo>
                  <a:lnTo>
                    <a:pt x="1081535" y="2093768"/>
                  </a:lnTo>
                  <a:lnTo>
                    <a:pt x="1083728" y="2098061"/>
                  </a:lnTo>
                  <a:lnTo>
                    <a:pt x="1085922" y="2104481"/>
                  </a:lnTo>
                  <a:lnTo>
                    <a:pt x="1088116" y="2131960"/>
                  </a:lnTo>
                  <a:lnTo>
                    <a:pt x="1090310" y="2138778"/>
                  </a:lnTo>
                  <a:lnTo>
                    <a:pt x="1092504" y="2109329"/>
                  </a:lnTo>
                  <a:lnTo>
                    <a:pt x="1094697" y="2097910"/>
                  </a:lnTo>
                  <a:lnTo>
                    <a:pt x="1096891" y="2097790"/>
                  </a:lnTo>
                  <a:lnTo>
                    <a:pt x="1099085" y="2146387"/>
                  </a:lnTo>
                  <a:lnTo>
                    <a:pt x="1101279" y="2153411"/>
                  </a:lnTo>
                  <a:lnTo>
                    <a:pt x="1103472" y="2147049"/>
                  </a:lnTo>
                  <a:lnTo>
                    <a:pt x="1105666" y="2170663"/>
                  </a:lnTo>
                  <a:lnTo>
                    <a:pt x="1107860" y="2156478"/>
                  </a:lnTo>
                  <a:lnTo>
                    <a:pt x="1110054" y="2154725"/>
                  </a:lnTo>
                  <a:lnTo>
                    <a:pt x="1112248" y="2161237"/>
                  </a:lnTo>
                  <a:lnTo>
                    <a:pt x="1114441" y="2158932"/>
                  </a:lnTo>
                  <a:lnTo>
                    <a:pt x="1116635" y="2163490"/>
                  </a:lnTo>
                  <a:lnTo>
                    <a:pt x="1118829" y="2181103"/>
                  </a:lnTo>
                  <a:lnTo>
                    <a:pt x="1121023" y="2159064"/>
                  </a:lnTo>
                  <a:lnTo>
                    <a:pt x="1123217" y="2151671"/>
                  </a:lnTo>
                  <a:lnTo>
                    <a:pt x="1125410" y="2136007"/>
                  </a:lnTo>
                  <a:lnTo>
                    <a:pt x="1127604" y="2125335"/>
                  </a:lnTo>
                  <a:lnTo>
                    <a:pt x="1129798" y="2138568"/>
                  </a:lnTo>
                  <a:lnTo>
                    <a:pt x="1131992" y="2102235"/>
                  </a:lnTo>
                  <a:lnTo>
                    <a:pt x="1134185" y="2107890"/>
                  </a:lnTo>
                  <a:lnTo>
                    <a:pt x="1136379" y="2087359"/>
                  </a:lnTo>
                  <a:lnTo>
                    <a:pt x="1138573" y="2103640"/>
                  </a:lnTo>
                  <a:lnTo>
                    <a:pt x="1140767" y="2141021"/>
                  </a:lnTo>
                  <a:lnTo>
                    <a:pt x="1142961" y="2155302"/>
                  </a:lnTo>
                  <a:lnTo>
                    <a:pt x="1145154" y="2145607"/>
                  </a:lnTo>
                  <a:lnTo>
                    <a:pt x="1147348" y="2143977"/>
                  </a:lnTo>
                  <a:lnTo>
                    <a:pt x="1149542" y="2092324"/>
                  </a:lnTo>
                  <a:lnTo>
                    <a:pt x="1151736" y="2105922"/>
                  </a:lnTo>
                  <a:lnTo>
                    <a:pt x="1153930" y="2100111"/>
                  </a:lnTo>
                  <a:lnTo>
                    <a:pt x="1156123" y="2089830"/>
                  </a:lnTo>
                  <a:lnTo>
                    <a:pt x="1158317" y="2113304"/>
                  </a:lnTo>
                  <a:lnTo>
                    <a:pt x="1160511" y="2112368"/>
                  </a:lnTo>
                  <a:lnTo>
                    <a:pt x="1162705" y="2112562"/>
                  </a:lnTo>
                  <a:lnTo>
                    <a:pt x="1164898" y="2105908"/>
                  </a:lnTo>
                  <a:lnTo>
                    <a:pt x="1167092" y="2099194"/>
                  </a:lnTo>
                  <a:lnTo>
                    <a:pt x="1169286" y="2100405"/>
                  </a:lnTo>
                  <a:lnTo>
                    <a:pt x="1171480" y="2083048"/>
                  </a:lnTo>
                  <a:lnTo>
                    <a:pt x="1173674" y="2094486"/>
                  </a:lnTo>
                  <a:lnTo>
                    <a:pt x="1175867" y="2087270"/>
                  </a:lnTo>
                  <a:lnTo>
                    <a:pt x="1178061" y="2109122"/>
                  </a:lnTo>
                  <a:lnTo>
                    <a:pt x="1180255" y="2090604"/>
                  </a:lnTo>
                  <a:lnTo>
                    <a:pt x="1182449" y="2090987"/>
                  </a:lnTo>
                  <a:lnTo>
                    <a:pt x="1184642" y="2124949"/>
                  </a:lnTo>
                  <a:lnTo>
                    <a:pt x="1186836" y="2137429"/>
                  </a:lnTo>
                  <a:lnTo>
                    <a:pt x="1189030" y="2133419"/>
                  </a:lnTo>
                  <a:lnTo>
                    <a:pt x="1191224" y="2153606"/>
                  </a:lnTo>
                  <a:lnTo>
                    <a:pt x="1193418" y="2138727"/>
                  </a:lnTo>
                  <a:lnTo>
                    <a:pt x="1195611" y="2162807"/>
                  </a:lnTo>
                  <a:lnTo>
                    <a:pt x="1197805" y="2152913"/>
                  </a:lnTo>
                  <a:lnTo>
                    <a:pt x="1199999" y="2101050"/>
                  </a:lnTo>
                  <a:lnTo>
                    <a:pt x="1202193" y="2101108"/>
                  </a:lnTo>
                  <a:lnTo>
                    <a:pt x="1204387" y="2103030"/>
                  </a:lnTo>
                  <a:lnTo>
                    <a:pt x="1206580" y="2147555"/>
                  </a:lnTo>
                  <a:lnTo>
                    <a:pt x="1208774" y="2142721"/>
                  </a:lnTo>
                  <a:lnTo>
                    <a:pt x="1210968" y="2093566"/>
                  </a:lnTo>
                  <a:lnTo>
                    <a:pt x="1213162" y="2096245"/>
                  </a:lnTo>
                  <a:lnTo>
                    <a:pt x="1215355" y="2114947"/>
                  </a:lnTo>
                  <a:lnTo>
                    <a:pt x="1217549" y="2134761"/>
                  </a:lnTo>
                  <a:lnTo>
                    <a:pt x="1219743" y="2143138"/>
                  </a:lnTo>
                  <a:lnTo>
                    <a:pt x="1221937" y="2111789"/>
                  </a:lnTo>
                  <a:lnTo>
                    <a:pt x="1224131" y="2133159"/>
                  </a:lnTo>
                  <a:lnTo>
                    <a:pt x="1226324" y="2155128"/>
                  </a:lnTo>
                  <a:lnTo>
                    <a:pt x="1228518" y="2180797"/>
                  </a:lnTo>
                  <a:lnTo>
                    <a:pt x="1230712" y="2204285"/>
                  </a:lnTo>
                  <a:lnTo>
                    <a:pt x="1232906" y="2176962"/>
                  </a:lnTo>
                  <a:lnTo>
                    <a:pt x="1235099" y="2183277"/>
                  </a:lnTo>
                  <a:lnTo>
                    <a:pt x="1237293" y="2217512"/>
                  </a:lnTo>
                  <a:lnTo>
                    <a:pt x="1239487" y="2207584"/>
                  </a:lnTo>
                  <a:lnTo>
                    <a:pt x="1241681" y="2165731"/>
                  </a:lnTo>
                  <a:lnTo>
                    <a:pt x="1243875" y="2151689"/>
                  </a:lnTo>
                  <a:lnTo>
                    <a:pt x="1246068" y="2154857"/>
                  </a:lnTo>
                  <a:lnTo>
                    <a:pt x="1248262" y="2202879"/>
                  </a:lnTo>
                  <a:lnTo>
                    <a:pt x="1250456" y="2179470"/>
                  </a:lnTo>
                  <a:lnTo>
                    <a:pt x="1252650" y="2134912"/>
                  </a:lnTo>
                  <a:lnTo>
                    <a:pt x="1254844" y="2130761"/>
                  </a:lnTo>
                  <a:lnTo>
                    <a:pt x="1257037" y="2104262"/>
                  </a:lnTo>
                  <a:lnTo>
                    <a:pt x="1259231" y="2121976"/>
                  </a:lnTo>
                  <a:lnTo>
                    <a:pt x="1261425" y="2079864"/>
                  </a:lnTo>
                  <a:lnTo>
                    <a:pt x="1263619" y="2048554"/>
                  </a:lnTo>
                  <a:lnTo>
                    <a:pt x="1265812" y="2084741"/>
                  </a:lnTo>
                  <a:lnTo>
                    <a:pt x="1268006" y="2076870"/>
                  </a:lnTo>
                  <a:lnTo>
                    <a:pt x="1270200" y="2131087"/>
                  </a:lnTo>
                  <a:lnTo>
                    <a:pt x="1272394" y="2053083"/>
                  </a:lnTo>
                  <a:lnTo>
                    <a:pt x="1274588" y="2038092"/>
                  </a:lnTo>
                  <a:lnTo>
                    <a:pt x="1276781" y="1946241"/>
                  </a:lnTo>
                  <a:lnTo>
                    <a:pt x="1278975" y="1989198"/>
                  </a:lnTo>
                  <a:lnTo>
                    <a:pt x="1281169" y="2051465"/>
                  </a:lnTo>
                  <a:lnTo>
                    <a:pt x="1283363" y="2079682"/>
                  </a:lnTo>
                  <a:lnTo>
                    <a:pt x="1285556" y="2153514"/>
                  </a:lnTo>
                  <a:lnTo>
                    <a:pt x="1287750" y="2167344"/>
                  </a:lnTo>
                  <a:lnTo>
                    <a:pt x="1289944" y="2171762"/>
                  </a:lnTo>
                  <a:lnTo>
                    <a:pt x="1292138" y="2208862"/>
                  </a:lnTo>
                  <a:lnTo>
                    <a:pt x="1294332" y="2177089"/>
                  </a:lnTo>
                  <a:lnTo>
                    <a:pt x="1296525" y="2196338"/>
                  </a:lnTo>
                  <a:lnTo>
                    <a:pt x="1298719" y="2159162"/>
                  </a:lnTo>
                  <a:lnTo>
                    <a:pt x="1300913" y="2190743"/>
                  </a:lnTo>
                  <a:lnTo>
                    <a:pt x="1303107" y="2208793"/>
                  </a:lnTo>
                  <a:lnTo>
                    <a:pt x="1305301" y="2135321"/>
                  </a:lnTo>
                  <a:lnTo>
                    <a:pt x="1307494" y="2145014"/>
                  </a:lnTo>
                  <a:lnTo>
                    <a:pt x="1309688" y="2121852"/>
                  </a:lnTo>
                  <a:lnTo>
                    <a:pt x="1311882" y="2166672"/>
                  </a:lnTo>
                  <a:lnTo>
                    <a:pt x="1314076" y="2189528"/>
                  </a:lnTo>
                  <a:lnTo>
                    <a:pt x="1316269" y="2095988"/>
                  </a:lnTo>
                  <a:lnTo>
                    <a:pt x="1318463" y="2090643"/>
                  </a:lnTo>
                  <a:lnTo>
                    <a:pt x="1320657" y="2120760"/>
                  </a:lnTo>
                  <a:lnTo>
                    <a:pt x="1322851" y="2146699"/>
                  </a:lnTo>
                  <a:lnTo>
                    <a:pt x="1325045" y="2157023"/>
                  </a:lnTo>
                  <a:lnTo>
                    <a:pt x="1327238" y="2126135"/>
                  </a:lnTo>
                  <a:lnTo>
                    <a:pt x="1329432" y="2188541"/>
                  </a:lnTo>
                  <a:lnTo>
                    <a:pt x="1331626" y="2171203"/>
                  </a:lnTo>
                  <a:lnTo>
                    <a:pt x="1333820" y="2201141"/>
                  </a:lnTo>
                  <a:lnTo>
                    <a:pt x="1336014" y="2209761"/>
                  </a:lnTo>
                  <a:lnTo>
                    <a:pt x="1338207" y="2183836"/>
                  </a:lnTo>
                  <a:lnTo>
                    <a:pt x="1340401" y="2218443"/>
                  </a:lnTo>
                  <a:lnTo>
                    <a:pt x="1342595" y="2198566"/>
                  </a:lnTo>
                  <a:lnTo>
                    <a:pt x="1344789" y="2192147"/>
                  </a:lnTo>
                  <a:lnTo>
                    <a:pt x="1346982" y="2189096"/>
                  </a:lnTo>
                  <a:lnTo>
                    <a:pt x="1349176" y="2104967"/>
                  </a:lnTo>
                  <a:lnTo>
                    <a:pt x="1351370" y="2063468"/>
                  </a:lnTo>
                  <a:lnTo>
                    <a:pt x="1353564" y="2118117"/>
                  </a:lnTo>
                  <a:lnTo>
                    <a:pt x="1355758" y="2166180"/>
                  </a:lnTo>
                  <a:lnTo>
                    <a:pt x="1357951" y="2187587"/>
                  </a:lnTo>
                  <a:lnTo>
                    <a:pt x="1360145" y="2142581"/>
                  </a:lnTo>
                  <a:lnTo>
                    <a:pt x="1362339" y="2171755"/>
                  </a:lnTo>
                  <a:lnTo>
                    <a:pt x="1364533" y="2153800"/>
                  </a:lnTo>
                  <a:lnTo>
                    <a:pt x="1366726" y="2165620"/>
                  </a:lnTo>
                  <a:lnTo>
                    <a:pt x="1368920" y="2161218"/>
                  </a:lnTo>
                  <a:lnTo>
                    <a:pt x="1371114" y="2126501"/>
                  </a:lnTo>
                  <a:lnTo>
                    <a:pt x="1373308" y="2158752"/>
                  </a:lnTo>
                  <a:lnTo>
                    <a:pt x="1375502" y="2103612"/>
                  </a:lnTo>
                  <a:lnTo>
                    <a:pt x="1377695" y="2125493"/>
                  </a:lnTo>
                  <a:lnTo>
                    <a:pt x="1379889" y="2132867"/>
                  </a:lnTo>
                  <a:lnTo>
                    <a:pt x="1382083" y="2121547"/>
                  </a:lnTo>
                  <a:lnTo>
                    <a:pt x="1384277" y="2106840"/>
                  </a:lnTo>
                  <a:lnTo>
                    <a:pt x="1386471" y="2086721"/>
                  </a:lnTo>
                  <a:lnTo>
                    <a:pt x="1388664" y="2070864"/>
                  </a:lnTo>
                  <a:lnTo>
                    <a:pt x="1390858" y="2050818"/>
                  </a:lnTo>
                  <a:lnTo>
                    <a:pt x="1393052" y="1994076"/>
                  </a:lnTo>
                  <a:lnTo>
                    <a:pt x="1395246" y="1924099"/>
                  </a:lnTo>
                  <a:lnTo>
                    <a:pt x="1397439" y="1993146"/>
                  </a:lnTo>
                  <a:lnTo>
                    <a:pt x="1399633" y="2004377"/>
                  </a:lnTo>
                  <a:lnTo>
                    <a:pt x="1401827" y="2059615"/>
                  </a:lnTo>
                  <a:lnTo>
                    <a:pt x="1404021" y="2056232"/>
                  </a:lnTo>
                  <a:lnTo>
                    <a:pt x="1406215" y="2043158"/>
                  </a:lnTo>
                  <a:lnTo>
                    <a:pt x="1408408" y="2116393"/>
                  </a:lnTo>
                  <a:lnTo>
                    <a:pt x="1410602" y="2097979"/>
                  </a:lnTo>
                  <a:lnTo>
                    <a:pt x="1412796" y="2115651"/>
                  </a:lnTo>
                  <a:lnTo>
                    <a:pt x="1414990" y="2092595"/>
                  </a:lnTo>
                  <a:lnTo>
                    <a:pt x="1417183" y="2096892"/>
                  </a:lnTo>
                  <a:lnTo>
                    <a:pt x="1419377" y="2123254"/>
                  </a:lnTo>
                  <a:lnTo>
                    <a:pt x="1421571" y="2162838"/>
                  </a:lnTo>
                  <a:lnTo>
                    <a:pt x="1423765" y="2178823"/>
                  </a:lnTo>
                  <a:lnTo>
                    <a:pt x="1425959" y="2194502"/>
                  </a:lnTo>
                  <a:lnTo>
                    <a:pt x="1428152" y="2168913"/>
                  </a:lnTo>
                  <a:lnTo>
                    <a:pt x="1430346" y="2174600"/>
                  </a:lnTo>
                  <a:lnTo>
                    <a:pt x="1432540" y="2221280"/>
                  </a:lnTo>
                  <a:lnTo>
                    <a:pt x="1434734" y="2132943"/>
                  </a:lnTo>
                  <a:lnTo>
                    <a:pt x="1436928" y="2123295"/>
                  </a:lnTo>
                  <a:lnTo>
                    <a:pt x="1439121" y="2108058"/>
                  </a:lnTo>
                  <a:lnTo>
                    <a:pt x="1441315" y="2078794"/>
                  </a:lnTo>
                  <a:lnTo>
                    <a:pt x="1443509" y="2152814"/>
                  </a:lnTo>
                  <a:lnTo>
                    <a:pt x="1445703" y="2112105"/>
                  </a:lnTo>
                  <a:lnTo>
                    <a:pt x="1447896" y="2103590"/>
                  </a:lnTo>
                  <a:lnTo>
                    <a:pt x="1450090" y="2105154"/>
                  </a:lnTo>
                  <a:lnTo>
                    <a:pt x="1452284" y="2044991"/>
                  </a:lnTo>
                  <a:lnTo>
                    <a:pt x="1454478" y="1999995"/>
                  </a:lnTo>
                  <a:lnTo>
                    <a:pt x="1456672" y="1898430"/>
                  </a:lnTo>
                  <a:lnTo>
                    <a:pt x="1458865" y="1882326"/>
                  </a:lnTo>
                  <a:lnTo>
                    <a:pt x="1461059" y="1898217"/>
                  </a:lnTo>
                  <a:lnTo>
                    <a:pt x="1463253" y="1890925"/>
                  </a:lnTo>
                  <a:lnTo>
                    <a:pt x="1465447" y="1873530"/>
                  </a:lnTo>
                  <a:lnTo>
                    <a:pt x="1467641" y="1872943"/>
                  </a:lnTo>
                  <a:lnTo>
                    <a:pt x="1469834" y="1821349"/>
                  </a:lnTo>
                  <a:lnTo>
                    <a:pt x="1472028" y="1800588"/>
                  </a:lnTo>
                  <a:lnTo>
                    <a:pt x="1474222" y="1766540"/>
                  </a:lnTo>
                  <a:lnTo>
                    <a:pt x="1476416" y="1788282"/>
                  </a:lnTo>
                  <a:lnTo>
                    <a:pt x="1478609" y="1851336"/>
                  </a:lnTo>
                  <a:lnTo>
                    <a:pt x="1480803" y="1861438"/>
                  </a:lnTo>
                  <a:lnTo>
                    <a:pt x="1482997" y="1833570"/>
                  </a:lnTo>
                  <a:lnTo>
                    <a:pt x="1485191" y="1758187"/>
                  </a:lnTo>
                  <a:lnTo>
                    <a:pt x="1487385" y="1752317"/>
                  </a:lnTo>
                  <a:lnTo>
                    <a:pt x="1489578" y="1733486"/>
                  </a:lnTo>
                  <a:lnTo>
                    <a:pt x="1491772" y="1735787"/>
                  </a:lnTo>
                  <a:lnTo>
                    <a:pt x="1493966" y="1764280"/>
                  </a:lnTo>
                  <a:lnTo>
                    <a:pt x="1496160" y="1885433"/>
                  </a:lnTo>
                  <a:lnTo>
                    <a:pt x="1498353" y="1867184"/>
                  </a:lnTo>
                  <a:lnTo>
                    <a:pt x="1500547" y="1906559"/>
                  </a:lnTo>
                  <a:lnTo>
                    <a:pt x="1502741" y="1853363"/>
                  </a:lnTo>
                  <a:lnTo>
                    <a:pt x="1504935" y="1794733"/>
                  </a:lnTo>
                  <a:lnTo>
                    <a:pt x="1507129" y="1657147"/>
                  </a:lnTo>
                  <a:lnTo>
                    <a:pt x="1509322" y="1626633"/>
                  </a:lnTo>
                  <a:lnTo>
                    <a:pt x="1511516" y="1568649"/>
                  </a:lnTo>
                  <a:lnTo>
                    <a:pt x="1513710" y="1531823"/>
                  </a:lnTo>
                  <a:lnTo>
                    <a:pt x="1515904" y="1509343"/>
                  </a:lnTo>
                  <a:lnTo>
                    <a:pt x="1518098" y="1474229"/>
                  </a:lnTo>
                  <a:lnTo>
                    <a:pt x="1520291" y="1509073"/>
                  </a:lnTo>
                  <a:lnTo>
                    <a:pt x="1522485" y="1466789"/>
                  </a:lnTo>
                  <a:lnTo>
                    <a:pt x="1524679" y="1470271"/>
                  </a:lnTo>
                  <a:lnTo>
                    <a:pt x="1526873" y="1481241"/>
                  </a:lnTo>
                  <a:lnTo>
                    <a:pt x="1529066" y="1499222"/>
                  </a:lnTo>
                  <a:lnTo>
                    <a:pt x="1531260" y="1512823"/>
                  </a:lnTo>
                  <a:lnTo>
                    <a:pt x="1533454" y="1505856"/>
                  </a:lnTo>
                  <a:lnTo>
                    <a:pt x="1535648" y="1560239"/>
                  </a:lnTo>
                  <a:lnTo>
                    <a:pt x="1537842" y="1604405"/>
                  </a:lnTo>
                  <a:lnTo>
                    <a:pt x="1540035" y="1643394"/>
                  </a:lnTo>
                  <a:lnTo>
                    <a:pt x="1542229" y="1632269"/>
                  </a:lnTo>
                  <a:lnTo>
                    <a:pt x="1544423" y="1625772"/>
                  </a:lnTo>
                  <a:lnTo>
                    <a:pt x="1546617" y="1626757"/>
                  </a:lnTo>
                  <a:lnTo>
                    <a:pt x="1548810" y="1616344"/>
                  </a:lnTo>
                  <a:lnTo>
                    <a:pt x="1551004" y="1650362"/>
                  </a:lnTo>
                  <a:lnTo>
                    <a:pt x="1553198" y="1635526"/>
                  </a:lnTo>
                  <a:lnTo>
                    <a:pt x="1555392" y="1660306"/>
                  </a:lnTo>
                  <a:lnTo>
                    <a:pt x="1557586" y="1673322"/>
                  </a:lnTo>
                  <a:lnTo>
                    <a:pt x="1559779" y="1607666"/>
                  </a:lnTo>
                  <a:lnTo>
                    <a:pt x="1561973" y="1722056"/>
                  </a:lnTo>
                  <a:lnTo>
                    <a:pt x="1564167" y="1690105"/>
                  </a:lnTo>
                  <a:lnTo>
                    <a:pt x="1566361" y="1732807"/>
                  </a:lnTo>
                  <a:lnTo>
                    <a:pt x="1568555" y="1672285"/>
                  </a:lnTo>
                  <a:lnTo>
                    <a:pt x="1570748" y="1589119"/>
                  </a:lnTo>
                  <a:lnTo>
                    <a:pt x="1572942" y="1626333"/>
                  </a:lnTo>
                  <a:lnTo>
                    <a:pt x="1575136" y="1573215"/>
                  </a:lnTo>
                  <a:lnTo>
                    <a:pt x="1577330" y="1563541"/>
                  </a:lnTo>
                  <a:lnTo>
                    <a:pt x="1579523" y="1547651"/>
                  </a:lnTo>
                  <a:lnTo>
                    <a:pt x="1581717" y="1538368"/>
                  </a:lnTo>
                  <a:lnTo>
                    <a:pt x="1583911" y="1523981"/>
                  </a:lnTo>
                  <a:lnTo>
                    <a:pt x="1586105" y="1470254"/>
                  </a:lnTo>
                  <a:lnTo>
                    <a:pt x="1588299" y="1520146"/>
                  </a:lnTo>
                  <a:lnTo>
                    <a:pt x="1590492" y="1503993"/>
                  </a:lnTo>
                  <a:lnTo>
                    <a:pt x="1592686" y="1492971"/>
                  </a:lnTo>
                  <a:lnTo>
                    <a:pt x="1594880" y="1531377"/>
                  </a:lnTo>
                  <a:lnTo>
                    <a:pt x="1597074" y="1482879"/>
                  </a:lnTo>
                  <a:lnTo>
                    <a:pt x="1599268" y="1497907"/>
                  </a:lnTo>
                  <a:lnTo>
                    <a:pt x="1601461" y="1475039"/>
                  </a:lnTo>
                  <a:lnTo>
                    <a:pt x="1603655" y="1424296"/>
                  </a:lnTo>
                  <a:lnTo>
                    <a:pt x="1605849" y="1408924"/>
                  </a:lnTo>
                  <a:lnTo>
                    <a:pt x="1608043" y="1374601"/>
                  </a:lnTo>
                  <a:lnTo>
                    <a:pt x="1610236" y="1403496"/>
                  </a:lnTo>
                  <a:lnTo>
                    <a:pt x="1612430" y="1444633"/>
                  </a:lnTo>
                  <a:lnTo>
                    <a:pt x="1614624" y="1451269"/>
                  </a:lnTo>
                  <a:lnTo>
                    <a:pt x="1616818" y="1517010"/>
                  </a:lnTo>
                  <a:lnTo>
                    <a:pt x="1619012" y="1477916"/>
                  </a:lnTo>
                  <a:lnTo>
                    <a:pt x="1621205" y="1480914"/>
                  </a:lnTo>
                  <a:lnTo>
                    <a:pt x="1623399" y="1502620"/>
                  </a:lnTo>
                  <a:lnTo>
                    <a:pt x="1625593" y="1503425"/>
                  </a:lnTo>
                  <a:lnTo>
                    <a:pt x="1627787" y="1560810"/>
                  </a:lnTo>
                  <a:lnTo>
                    <a:pt x="1629980" y="1665068"/>
                  </a:lnTo>
                  <a:lnTo>
                    <a:pt x="1632174" y="1697165"/>
                  </a:lnTo>
                  <a:lnTo>
                    <a:pt x="1634368" y="1797489"/>
                  </a:lnTo>
                  <a:lnTo>
                    <a:pt x="1636562" y="1763781"/>
                  </a:lnTo>
                  <a:lnTo>
                    <a:pt x="1638756" y="1684803"/>
                  </a:lnTo>
                  <a:lnTo>
                    <a:pt x="1640949" y="1644304"/>
                  </a:lnTo>
                  <a:lnTo>
                    <a:pt x="1643143" y="1593909"/>
                  </a:lnTo>
                  <a:lnTo>
                    <a:pt x="1645337" y="1575120"/>
                  </a:lnTo>
                  <a:lnTo>
                    <a:pt x="1647531" y="1580449"/>
                  </a:lnTo>
                  <a:lnTo>
                    <a:pt x="1649725" y="1608925"/>
                  </a:lnTo>
                  <a:lnTo>
                    <a:pt x="1651918" y="1650855"/>
                  </a:lnTo>
                  <a:lnTo>
                    <a:pt x="1654112" y="1606672"/>
                  </a:lnTo>
                  <a:lnTo>
                    <a:pt x="1656306" y="1642412"/>
                  </a:lnTo>
                  <a:lnTo>
                    <a:pt x="1658500" y="1600052"/>
                  </a:lnTo>
                  <a:lnTo>
                    <a:pt x="1660693" y="1580107"/>
                  </a:lnTo>
                  <a:lnTo>
                    <a:pt x="1662887" y="1651571"/>
                  </a:lnTo>
                  <a:lnTo>
                    <a:pt x="1665081" y="1649326"/>
                  </a:lnTo>
                  <a:lnTo>
                    <a:pt x="1667275" y="1729836"/>
                  </a:lnTo>
                  <a:lnTo>
                    <a:pt x="1669469" y="1691738"/>
                  </a:lnTo>
                  <a:lnTo>
                    <a:pt x="1671662" y="1669595"/>
                  </a:lnTo>
                  <a:lnTo>
                    <a:pt x="1673856" y="1655977"/>
                  </a:lnTo>
                  <a:lnTo>
                    <a:pt x="1676050" y="1589677"/>
                  </a:lnTo>
                  <a:lnTo>
                    <a:pt x="1678244" y="1616530"/>
                  </a:lnTo>
                  <a:lnTo>
                    <a:pt x="1680437" y="1561118"/>
                  </a:lnTo>
                  <a:lnTo>
                    <a:pt x="1682631" y="1562868"/>
                  </a:lnTo>
                  <a:lnTo>
                    <a:pt x="1684825" y="1528899"/>
                  </a:lnTo>
                  <a:lnTo>
                    <a:pt x="1687019" y="1484395"/>
                  </a:lnTo>
                  <a:lnTo>
                    <a:pt x="1689213" y="1529978"/>
                  </a:lnTo>
                  <a:lnTo>
                    <a:pt x="1691406" y="1530844"/>
                  </a:lnTo>
                  <a:lnTo>
                    <a:pt x="1693600" y="1545991"/>
                  </a:lnTo>
                  <a:lnTo>
                    <a:pt x="1695794" y="1627026"/>
                  </a:lnTo>
                  <a:lnTo>
                    <a:pt x="1697988" y="1652099"/>
                  </a:lnTo>
                  <a:lnTo>
                    <a:pt x="1700182" y="1750464"/>
                  </a:lnTo>
                  <a:lnTo>
                    <a:pt x="1702375" y="1801517"/>
                  </a:lnTo>
                  <a:lnTo>
                    <a:pt x="1704569" y="1808967"/>
                  </a:lnTo>
                  <a:lnTo>
                    <a:pt x="1706763" y="1830037"/>
                  </a:lnTo>
                  <a:lnTo>
                    <a:pt x="1708957" y="1840095"/>
                  </a:lnTo>
                  <a:lnTo>
                    <a:pt x="1711150" y="1795553"/>
                  </a:lnTo>
                  <a:lnTo>
                    <a:pt x="1713344" y="1779827"/>
                  </a:lnTo>
                  <a:lnTo>
                    <a:pt x="1715538" y="1778914"/>
                  </a:lnTo>
                  <a:lnTo>
                    <a:pt x="1717732" y="1709468"/>
                  </a:lnTo>
                  <a:lnTo>
                    <a:pt x="1719926" y="1718657"/>
                  </a:lnTo>
                  <a:lnTo>
                    <a:pt x="1722119" y="1622186"/>
                  </a:lnTo>
                  <a:lnTo>
                    <a:pt x="1724313" y="1618451"/>
                  </a:lnTo>
                  <a:lnTo>
                    <a:pt x="1726507" y="1665028"/>
                  </a:lnTo>
                  <a:lnTo>
                    <a:pt x="1728701" y="1636279"/>
                  </a:lnTo>
                  <a:lnTo>
                    <a:pt x="1730895" y="1733766"/>
                  </a:lnTo>
                  <a:lnTo>
                    <a:pt x="1733088" y="1747987"/>
                  </a:lnTo>
                  <a:lnTo>
                    <a:pt x="1735282" y="1832156"/>
                  </a:lnTo>
                  <a:lnTo>
                    <a:pt x="1737476" y="1906115"/>
                  </a:lnTo>
                  <a:lnTo>
                    <a:pt x="1739670" y="1929999"/>
                  </a:lnTo>
                  <a:lnTo>
                    <a:pt x="1741863" y="1976441"/>
                  </a:lnTo>
                  <a:lnTo>
                    <a:pt x="1744057" y="1971758"/>
                  </a:lnTo>
                  <a:lnTo>
                    <a:pt x="1746251" y="1979081"/>
                  </a:lnTo>
                  <a:lnTo>
                    <a:pt x="1748445" y="1967595"/>
                  </a:lnTo>
                  <a:lnTo>
                    <a:pt x="1750639" y="1991779"/>
                  </a:lnTo>
                  <a:lnTo>
                    <a:pt x="1752832" y="1972566"/>
                  </a:lnTo>
                  <a:lnTo>
                    <a:pt x="1755026" y="1914016"/>
                  </a:lnTo>
                  <a:lnTo>
                    <a:pt x="1757220" y="1877655"/>
                  </a:lnTo>
                  <a:lnTo>
                    <a:pt x="1759414" y="1767813"/>
                  </a:lnTo>
                  <a:lnTo>
                    <a:pt x="1761607" y="1708982"/>
                  </a:lnTo>
                  <a:lnTo>
                    <a:pt x="1763801" y="1744283"/>
                  </a:lnTo>
                  <a:lnTo>
                    <a:pt x="1765995" y="1602235"/>
                  </a:lnTo>
                  <a:lnTo>
                    <a:pt x="1768189" y="1613545"/>
                  </a:lnTo>
                  <a:lnTo>
                    <a:pt x="1770383" y="1625413"/>
                  </a:lnTo>
                  <a:lnTo>
                    <a:pt x="1772576" y="1538481"/>
                  </a:lnTo>
                  <a:lnTo>
                    <a:pt x="1774770" y="1579967"/>
                  </a:lnTo>
                  <a:lnTo>
                    <a:pt x="1776964" y="1536738"/>
                  </a:lnTo>
                  <a:lnTo>
                    <a:pt x="1779158" y="1565315"/>
                  </a:lnTo>
                  <a:lnTo>
                    <a:pt x="1781352" y="1612241"/>
                  </a:lnTo>
                  <a:lnTo>
                    <a:pt x="1783545" y="1654125"/>
                  </a:lnTo>
                  <a:lnTo>
                    <a:pt x="1785739" y="1737648"/>
                  </a:lnTo>
                  <a:lnTo>
                    <a:pt x="1787933" y="1642144"/>
                  </a:lnTo>
                  <a:lnTo>
                    <a:pt x="1790127" y="1568944"/>
                  </a:lnTo>
                  <a:lnTo>
                    <a:pt x="1792320" y="1529661"/>
                  </a:lnTo>
                  <a:lnTo>
                    <a:pt x="1794514" y="1475074"/>
                  </a:lnTo>
                  <a:lnTo>
                    <a:pt x="1796708" y="1505195"/>
                  </a:lnTo>
                  <a:lnTo>
                    <a:pt x="1798902" y="1394406"/>
                  </a:lnTo>
                  <a:lnTo>
                    <a:pt x="1801096" y="1393704"/>
                  </a:lnTo>
                  <a:lnTo>
                    <a:pt x="1803289" y="1381542"/>
                  </a:lnTo>
                  <a:lnTo>
                    <a:pt x="1805483" y="1385850"/>
                  </a:lnTo>
                  <a:lnTo>
                    <a:pt x="1807677" y="1416920"/>
                  </a:lnTo>
                  <a:lnTo>
                    <a:pt x="1809871" y="1424562"/>
                  </a:lnTo>
                  <a:lnTo>
                    <a:pt x="1812064" y="1442484"/>
                  </a:lnTo>
                  <a:lnTo>
                    <a:pt x="1814258" y="1459914"/>
                  </a:lnTo>
                  <a:lnTo>
                    <a:pt x="1816452" y="1480505"/>
                  </a:lnTo>
                  <a:lnTo>
                    <a:pt x="1818646" y="1568588"/>
                  </a:lnTo>
                  <a:lnTo>
                    <a:pt x="1820840" y="1595660"/>
                  </a:lnTo>
                  <a:lnTo>
                    <a:pt x="1823033" y="1607491"/>
                  </a:lnTo>
                  <a:lnTo>
                    <a:pt x="1825227" y="1579103"/>
                  </a:lnTo>
                  <a:lnTo>
                    <a:pt x="1827421" y="1552803"/>
                  </a:lnTo>
                  <a:lnTo>
                    <a:pt x="1829615" y="1545270"/>
                  </a:lnTo>
                  <a:lnTo>
                    <a:pt x="1831809" y="1489482"/>
                  </a:lnTo>
                  <a:lnTo>
                    <a:pt x="1834002" y="1483464"/>
                  </a:lnTo>
                  <a:lnTo>
                    <a:pt x="1836196" y="1424174"/>
                  </a:lnTo>
                  <a:lnTo>
                    <a:pt x="1838390" y="1432692"/>
                  </a:lnTo>
                  <a:lnTo>
                    <a:pt x="1840584" y="1450693"/>
                  </a:lnTo>
                  <a:lnTo>
                    <a:pt x="1842777" y="1475470"/>
                  </a:lnTo>
                  <a:lnTo>
                    <a:pt x="1844971" y="1511128"/>
                  </a:lnTo>
                  <a:lnTo>
                    <a:pt x="1847165" y="1526696"/>
                  </a:lnTo>
                  <a:lnTo>
                    <a:pt x="1849359" y="1645660"/>
                  </a:lnTo>
                  <a:lnTo>
                    <a:pt x="1851553" y="1783449"/>
                  </a:lnTo>
                  <a:lnTo>
                    <a:pt x="1853746" y="1854086"/>
                  </a:lnTo>
                  <a:lnTo>
                    <a:pt x="1855940" y="1907181"/>
                  </a:lnTo>
                  <a:lnTo>
                    <a:pt x="1858134" y="1905183"/>
                  </a:lnTo>
                  <a:lnTo>
                    <a:pt x="1860328" y="1940601"/>
                  </a:lnTo>
                  <a:lnTo>
                    <a:pt x="1862521" y="1932042"/>
                  </a:lnTo>
                  <a:lnTo>
                    <a:pt x="1864715" y="1906979"/>
                  </a:lnTo>
                  <a:lnTo>
                    <a:pt x="1866909" y="1951909"/>
                  </a:lnTo>
                  <a:lnTo>
                    <a:pt x="1869103" y="1969941"/>
                  </a:lnTo>
                  <a:lnTo>
                    <a:pt x="1871297" y="1974772"/>
                  </a:lnTo>
                  <a:lnTo>
                    <a:pt x="1873490" y="1852414"/>
                  </a:lnTo>
                  <a:lnTo>
                    <a:pt x="1875684" y="1722344"/>
                  </a:lnTo>
                  <a:lnTo>
                    <a:pt x="1877878" y="1759189"/>
                  </a:lnTo>
                  <a:lnTo>
                    <a:pt x="1880072" y="1675114"/>
                  </a:lnTo>
                  <a:lnTo>
                    <a:pt x="1882266" y="1643580"/>
                  </a:lnTo>
                  <a:lnTo>
                    <a:pt x="1884459" y="1574745"/>
                  </a:lnTo>
                  <a:lnTo>
                    <a:pt x="1886653" y="1582531"/>
                  </a:lnTo>
                  <a:lnTo>
                    <a:pt x="1888847" y="1584410"/>
                  </a:lnTo>
                  <a:lnTo>
                    <a:pt x="1891041" y="1529775"/>
                  </a:lnTo>
                  <a:lnTo>
                    <a:pt x="1893234" y="1573545"/>
                  </a:lnTo>
                  <a:lnTo>
                    <a:pt x="1895428" y="1478744"/>
                  </a:lnTo>
                  <a:lnTo>
                    <a:pt x="1897622" y="1461641"/>
                  </a:lnTo>
                  <a:lnTo>
                    <a:pt x="1899816" y="1434391"/>
                  </a:lnTo>
                  <a:lnTo>
                    <a:pt x="1902010" y="1423754"/>
                  </a:lnTo>
                  <a:lnTo>
                    <a:pt x="1904203" y="1461735"/>
                  </a:lnTo>
                  <a:lnTo>
                    <a:pt x="1906397" y="1426265"/>
                  </a:lnTo>
                  <a:lnTo>
                    <a:pt x="1908591" y="1423254"/>
                  </a:lnTo>
                  <a:lnTo>
                    <a:pt x="1910785" y="1442410"/>
                  </a:lnTo>
                  <a:lnTo>
                    <a:pt x="1912979" y="1446798"/>
                  </a:lnTo>
                  <a:lnTo>
                    <a:pt x="1915172" y="1441213"/>
                  </a:lnTo>
                  <a:lnTo>
                    <a:pt x="1917366" y="1453739"/>
                  </a:lnTo>
                  <a:lnTo>
                    <a:pt x="1919560" y="1448703"/>
                  </a:lnTo>
                  <a:lnTo>
                    <a:pt x="1921754" y="1463463"/>
                  </a:lnTo>
                  <a:lnTo>
                    <a:pt x="1923947" y="1466451"/>
                  </a:lnTo>
                  <a:lnTo>
                    <a:pt x="1926141" y="1544324"/>
                  </a:lnTo>
                  <a:lnTo>
                    <a:pt x="1928335" y="1555550"/>
                  </a:lnTo>
                  <a:lnTo>
                    <a:pt x="1930529" y="1646569"/>
                  </a:lnTo>
                  <a:lnTo>
                    <a:pt x="1932723" y="1771151"/>
                  </a:lnTo>
                  <a:lnTo>
                    <a:pt x="1934916" y="1731227"/>
                  </a:lnTo>
                  <a:lnTo>
                    <a:pt x="1937110" y="1696471"/>
                  </a:lnTo>
                  <a:lnTo>
                    <a:pt x="1939304" y="1604292"/>
                  </a:lnTo>
                  <a:lnTo>
                    <a:pt x="1941498" y="1555182"/>
                  </a:lnTo>
                  <a:lnTo>
                    <a:pt x="1943691" y="1540762"/>
                  </a:lnTo>
                  <a:lnTo>
                    <a:pt x="1945885" y="1501698"/>
                  </a:lnTo>
                  <a:lnTo>
                    <a:pt x="1948079" y="1504844"/>
                  </a:lnTo>
                  <a:lnTo>
                    <a:pt x="1950273" y="1482027"/>
                  </a:lnTo>
                  <a:lnTo>
                    <a:pt x="1952467" y="1482749"/>
                  </a:lnTo>
                  <a:lnTo>
                    <a:pt x="1954660" y="1645827"/>
                  </a:lnTo>
                  <a:lnTo>
                    <a:pt x="1956854" y="1741130"/>
                  </a:lnTo>
                  <a:lnTo>
                    <a:pt x="1959048" y="1801422"/>
                  </a:lnTo>
                  <a:lnTo>
                    <a:pt x="1961242" y="1814582"/>
                  </a:lnTo>
                  <a:lnTo>
                    <a:pt x="1963436" y="1703655"/>
                  </a:lnTo>
                  <a:lnTo>
                    <a:pt x="1965629" y="1771374"/>
                  </a:lnTo>
                  <a:lnTo>
                    <a:pt x="1967823" y="1737299"/>
                  </a:lnTo>
                  <a:lnTo>
                    <a:pt x="1970017" y="1666714"/>
                  </a:lnTo>
                  <a:lnTo>
                    <a:pt x="1972211" y="1612997"/>
                  </a:lnTo>
                  <a:lnTo>
                    <a:pt x="1974404" y="1545171"/>
                  </a:lnTo>
                  <a:lnTo>
                    <a:pt x="1976598" y="1542827"/>
                  </a:lnTo>
                  <a:lnTo>
                    <a:pt x="1978792" y="1505249"/>
                  </a:lnTo>
                  <a:lnTo>
                    <a:pt x="1980986" y="1487356"/>
                  </a:lnTo>
                  <a:lnTo>
                    <a:pt x="1983180" y="1490349"/>
                  </a:lnTo>
                  <a:lnTo>
                    <a:pt x="1985373" y="1471795"/>
                  </a:lnTo>
                  <a:lnTo>
                    <a:pt x="1987567" y="1493002"/>
                  </a:lnTo>
                  <a:lnTo>
                    <a:pt x="1989761" y="1436257"/>
                  </a:lnTo>
                  <a:lnTo>
                    <a:pt x="1991955" y="1465506"/>
                  </a:lnTo>
                  <a:lnTo>
                    <a:pt x="1994148" y="1496476"/>
                  </a:lnTo>
                  <a:lnTo>
                    <a:pt x="1996342" y="1472416"/>
                  </a:lnTo>
                  <a:lnTo>
                    <a:pt x="1998536" y="1637840"/>
                  </a:lnTo>
                  <a:lnTo>
                    <a:pt x="2000730" y="1668745"/>
                  </a:lnTo>
                  <a:lnTo>
                    <a:pt x="2002924" y="1708753"/>
                  </a:lnTo>
                  <a:lnTo>
                    <a:pt x="2005117" y="1642688"/>
                  </a:lnTo>
                  <a:lnTo>
                    <a:pt x="2007311" y="1597778"/>
                  </a:lnTo>
                  <a:lnTo>
                    <a:pt x="2009505" y="1751866"/>
                  </a:lnTo>
                  <a:lnTo>
                    <a:pt x="2011699" y="1813647"/>
                  </a:lnTo>
                  <a:lnTo>
                    <a:pt x="2013893" y="1887121"/>
                  </a:lnTo>
                  <a:lnTo>
                    <a:pt x="2016086" y="1865691"/>
                  </a:lnTo>
                  <a:lnTo>
                    <a:pt x="2018280" y="1886802"/>
                  </a:lnTo>
                  <a:lnTo>
                    <a:pt x="2020474" y="2016554"/>
                  </a:lnTo>
                  <a:lnTo>
                    <a:pt x="2022668" y="1956618"/>
                  </a:lnTo>
                  <a:lnTo>
                    <a:pt x="2024861" y="2053536"/>
                  </a:lnTo>
                  <a:lnTo>
                    <a:pt x="2027055" y="2034836"/>
                  </a:lnTo>
                  <a:lnTo>
                    <a:pt x="2029249" y="2071372"/>
                  </a:lnTo>
                  <a:lnTo>
                    <a:pt x="2031443" y="2104081"/>
                  </a:lnTo>
                  <a:lnTo>
                    <a:pt x="2033637" y="2076686"/>
                  </a:lnTo>
                  <a:lnTo>
                    <a:pt x="2035830" y="2125979"/>
                  </a:lnTo>
                  <a:lnTo>
                    <a:pt x="2038024" y="2126800"/>
                  </a:lnTo>
                  <a:lnTo>
                    <a:pt x="2040218" y="2147773"/>
                  </a:lnTo>
                  <a:lnTo>
                    <a:pt x="2042412" y="2158297"/>
                  </a:lnTo>
                  <a:lnTo>
                    <a:pt x="2044606" y="2181966"/>
                  </a:lnTo>
                  <a:lnTo>
                    <a:pt x="2046799" y="2181471"/>
                  </a:lnTo>
                  <a:lnTo>
                    <a:pt x="2048993" y="2174356"/>
                  </a:lnTo>
                  <a:lnTo>
                    <a:pt x="2051187" y="2150893"/>
                  </a:lnTo>
                  <a:lnTo>
                    <a:pt x="2053381" y="2131952"/>
                  </a:lnTo>
                  <a:lnTo>
                    <a:pt x="2055574" y="2115954"/>
                  </a:lnTo>
                  <a:lnTo>
                    <a:pt x="2057768" y="2105233"/>
                  </a:lnTo>
                  <a:lnTo>
                    <a:pt x="2059962" y="2072638"/>
                  </a:lnTo>
                  <a:lnTo>
                    <a:pt x="2062156" y="2062515"/>
                  </a:lnTo>
                  <a:lnTo>
                    <a:pt x="2064350" y="2080671"/>
                  </a:lnTo>
                  <a:lnTo>
                    <a:pt x="2066543" y="2076039"/>
                  </a:lnTo>
                  <a:lnTo>
                    <a:pt x="2068737" y="2061023"/>
                  </a:lnTo>
                  <a:lnTo>
                    <a:pt x="2070931" y="2079062"/>
                  </a:lnTo>
                  <a:lnTo>
                    <a:pt x="2073125" y="2060439"/>
                  </a:lnTo>
                  <a:lnTo>
                    <a:pt x="2075318" y="2005457"/>
                  </a:lnTo>
                  <a:lnTo>
                    <a:pt x="2077512" y="1982586"/>
                  </a:lnTo>
                  <a:lnTo>
                    <a:pt x="2079706" y="1966223"/>
                  </a:lnTo>
                  <a:lnTo>
                    <a:pt x="2081900" y="1969922"/>
                  </a:lnTo>
                  <a:lnTo>
                    <a:pt x="2084094" y="1912105"/>
                  </a:lnTo>
                  <a:lnTo>
                    <a:pt x="2086287" y="1952373"/>
                  </a:lnTo>
                  <a:lnTo>
                    <a:pt x="2088481" y="1960735"/>
                  </a:lnTo>
                  <a:lnTo>
                    <a:pt x="2090675" y="1918533"/>
                  </a:lnTo>
                  <a:lnTo>
                    <a:pt x="2092869" y="1928805"/>
                  </a:lnTo>
                  <a:lnTo>
                    <a:pt x="2095063" y="1872484"/>
                  </a:lnTo>
                  <a:lnTo>
                    <a:pt x="2097256" y="1873129"/>
                  </a:lnTo>
                  <a:lnTo>
                    <a:pt x="2099450" y="1854176"/>
                  </a:lnTo>
                  <a:lnTo>
                    <a:pt x="2101644" y="1821200"/>
                  </a:lnTo>
                  <a:lnTo>
                    <a:pt x="2103838" y="1824539"/>
                  </a:lnTo>
                  <a:lnTo>
                    <a:pt x="2106031" y="1803234"/>
                  </a:lnTo>
                  <a:lnTo>
                    <a:pt x="2108225" y="1769888"/>
                  </a:lnTo>
                  <a:lnTo>
                    <a:pt x="2110419" y="1700527"/>
                  </a:lnTo>
                  <a:lnTo>
                    <a:pt x="2112613" y="1662427"/>
                  </a:lnTo>
                  <a:lnTo>
                    <a:pt x="2114807" y="1599666"/>
                  </a:lnTo>
                  <a:lnTo>
                    <a:pt x="2117000" y="1611764"/>
                  </a:lnTo>
                  <a:lnTo>
                    <a:pt x="2119194" y="1555252"/>
                  </a:lnTo>
                  <a:lnTo>
                    <a:pt x="2121388" y="1597405"/>
                  </a:lnTo>
                  <a:lnTo>
                    <a:pt x="2123582" y="1682518"/>
                  </a:lnTo>
                  <a:lnTo>
                    <a:pt x="2125775" y="1743666"/>
                  </a:lnTo>
                  <a:lnTo>
                    <a:pt x="2127969" y="1863572"/>
                  </a:lnTo>
                  <a:lnTo>
                    <a:pt x="2130163" y="1896270"/>
                  </a:lnTo>
                  <a:lnTo>
                    <a:pt x="2132357" y="1849114"/>
                  </a:lnTo>
                  <a:lnTo>
                    <a:pt x="2134551" y="1881539"/>
                  </a:lnTo>
                  <a:lnTo>
                    <a:pt x="2136744" y="1803505"/>
                  </a:lnTo>
                  <a:lnTo>
                    <a:pt x="2138938" y="1784161"/>
                  </a:lnTo>
                  <a:lnTo>
                    <a:pt x="2141132" y="1709456"/>
                  </a:lnTo>
                  <a:lnTo>
                    <a:pt x="2143326" y="1714114"/>
                  </a:lnTo>
                  <a:lnTo>
                    <a:pt x="2145520" y="1856825"/>
                  </a:lnTo>
                  <a:lnTo>
                    <a:pt x="2147713" y="1948848"/>
                  </a:lnTo>
                  <a:lnTo>
                    <a:pt x="2149907" y="2018735"/>
                  </a:lnTo>
                  <a:lnTo>
                    <a:pt x="2152101" y="2045126"/>
                  </a:lnTo>
                  <a:lnTo>
                    <a:pt x="2154295" y="1996815"/>
                  </a:lnTo>
                  <a:lnTo>
                    <a:pt x="2156488" y="2016343"/>
                  </a:lnTo>
                  <a:lnTo>
                    <a:pt x="2158682" y="1973336"/>
                  </a:lnTo>
                  <a:lnTo>
                    <a:pt x="2160876" y="2000717"/>
                  </a:lnTo>
                  <a:lnTo>
                    <a:pt x="2163070" y="2003295"/>
                  </a:lnTo>
                  <a:lnTo>
                    <a:pt x="2165264" y="1997912"/>
                  </a:lnTo>
                  <a:lnTo>
                    <a:pt x="2167457" y="1942184"/>
                  </a:lnTo>
                  <a:lnTo>
                    <a:pt x="2169651" y="1912718"/>
                  </a:lnTo>
                  <a:lnTo>
                    <a:pt x="2171845" y="1887815"/>
                  </a:lnTo>
                  <a:lnTo>
                    <a:pt x="2174039" y="1893681"/>
                  </a:lnTo>
                  <a:lnTo>
                    <a:pt x="2176233" y="1933085"/>
                  </a:lnTo>
                  <a:lnTo>
                    <a:pt x="2178426" y="1900938"/>
                  </a:lnTo>
                  <a:lnTo>
                    <a:pt x="2180620" y="1887210"/>
                  </a:lnTo>
                  <a:lnTo>
                    <a:pt x="2182814" y="1897004"/>
                  </a:lnTo>
                  <a:lnTo>
                    <a:pt x="2185008" y="1854589"/>
                  </a:lnTo>
                  <a:lnTo>
                    <a:pt x="2187201" y="1863133"/>
                  </a:lnTo>
                  <a:lnTo>
                    <a:pt x="2189395" y="1816372"/>
                  </a:lnTo>
                  <a:lnTo>
                    <a:pt x="2191589" y="1803270"/>
                  </a:lnTo>
                  <a:lnTo>
                    <a:pt x="2193783" y="1779180"/>
                  </a:lnTo>
                  <a:lnTo>
                    <a:pt x="2195977" y="1771774"/>
                  </a:lnTo>
                  <a:lnTo>
                    <a:pt x="2198170" y="1776888"/>
                  </a:lnTo>
                  <a:lnTo>
                    <a:pt x="2200364" y="1688527"/>
                  </a:lnTo>
                  <a:lnTo>
                    <a:pt x="2202558" y="1685136"/>
                  </a:lnTo>
                  <a:lnTo>
                    <a:pt x="2204752" y="1513147"/>
                  </a:lnTo>
                  <a:lnTo>
                    <a:pt x="2206945" y="1390660"/>
                  </a:lnTo>
                  <a:lnTo>
                    <a:pt x="2209139" y="1277255"/>
                  </a:lnTo>
                  <a:lnTo>
                    <a:pt x="2211333" y="1189559"/>
                  </a:lnTo>
                  <a:lnTo>
                    <a:pt x="2213527" y="1326177"/>
                  </a:lnTo>
                  <a:lnTo>
                    <a:pt x="2215721" y="1269307"/>
                  </a:lnTo>
                  <a:lnTo>
                    <a:pt x="2217914" y="1326141"/>
                  </a:lnTo>
                  <a:lnTo>
                    <a:pt x="2220108" y="1383057"/>
                  </a:lnTo>
                  <a:lnTo>
                    <a:pt x="2222302" y="1356894"/>
                  </a:lnTo>
                  <a:lnTo>
                    <a:pt x="2224496" y="1313509"/>
                  </a:lnTo>
                  <a:lnTo>
                    <a:pt x="2226690" y="1202453"/>
                  </a:lnTo>
                  <a:lnTo>
                    <a:pt x="2228883" y="1147174"/>
                  </a:lnTo>
                  <a:lnTo>
                    <a:pt x="2231077" y="1126079"/>
                  </a:lnTo>
                  <a:lnTo>
                    <a:pt x="2233271" y="1127023"/>
                  </a:lnTo>
                  <a:lnTo>
                    <a:pt x="2235465" y="1235179"/>
                  </a:lnTo>
                  <a:lnTo>
                    <a:pt x="2237658" y="1327301"/>
                  </a:lnTo>
                  <a:lnTo>
                    <a:pt x="2239852" y="1327859"/>
                  </a:lnTo>
                  <a:lnTo>
                    <a:pt x="2242046" y="1306577"/>
                  </a:lnTo>
                  <a:lnTo>
                    <a:pt x="2244240" y="1262085"/>
                  </a:lnTo>
                  <a:lnTo>
                    <a:pt x="2246434" y="1161943"/>
                  </a:lnTo>
                  <a:lnTo>
                    <a:pt x="2248627" y="1188579"/>
                  </a:lnTo>
                  <a:lnTo>
                    <a:pt x="2250821" y="1154664"/>
                  </a:lnTo>
                  <a:lnTo>
                    <a:pt x="2253015" y="1102423"/>
                  </a:lnTo>
                  <a:lnTo>
                    <a:pt x="2255209" y="1144660"/>
                  </a:lnTo>
                  <a:lnTo>
                    <a:pt x="2257402" y="1109206"/>
                  </a:lnTo>
                  <a:lnTo>
                    <a:pt x="2259596" y="1067430"/>
                  </a:lnTo>
                  <a:lnTo>
                    <a:pt x="2261790" y="1027369"/>
                  </a:lnTo>
                  <a:lnTo>
                    <a:pt x="2263984" y="987375"/>
                  </a:lnTo>
                  <a:lnTo>
                    <a:pt x="2266178" y="935617"/>
                  </a:lnTo>
                  <a:lnTo>
                    <a:pt x="2268371" y="903410"/>
                  </a:lnTo>
                  <a:lnTo>
                    <a:pt x="2270565" y="851516"/>
                  </a:lnTo>
                  <a:lnTo>
                    <a:pt x="2272759" y="882136"/>
                  </a:lnTo>
                  <a:lnTo>
                    <a:pt x="2274953" y="797839"/>
                  </a:lnTo>
                  <a:lnTo>
                    <a:pt x="2277147" y="832467"/>
                  </a:lnTo>
                  <a:lnTo>
                    <a:pt x="2279340" y="794021"/>
                  </a:lnTo>
                  <a:lnTo>
                    <a:pt x="2281534" y="791512"/>
                  </a:lnTo>
                  <a:lnTo>
                    <a:pt x="2283728" y="877572"/>
                  </a:lnTo>
                  <a:lnTo>
                    <a:pt x="2285922" y="1021827"/>
                  </a:lnTo>
                  <a:lnTo>
                    <a:pt x="2288115" y="1153245"/>
                  </a:lnTo>
                  <a:lnTo>
                    <a:pt x="2290309" y="1288497"/>
                  </a:lnTo>
                  <a:lnTo>
                    <a:pt x="2292503" y="1241538"/>
                  </a:lnTo>
                  <a:lnTo>
                    <a:pt x="2294697" y="1094495"/>
                  </a:lnTo>
                  <a:lnTo>
                    <a:pt x="2296891" y="898582"/>
                  </a:lnTo>
                  <a:lnTo>
                    <a:pt x="2299084" y="753230"/>
                  </a:lnTo>
                  <a:lnTo>
                    <a:pt x="2301278" y="725042"/>
                  </a:lnTo>
                  <a:lnTo>
                    <a:pt x="2303472" y="723709"/>
                  </a:lnTo>
                  <a:lnTo>
                    <a:pt x="2305666" y="541193"/>
                  </a:lnTo>
                  <a:lnTo>
                    <a:pt x="2307860" y="560933"/>
                  </a:lnTo>
                  <a:lnTo>
                    <a:pt x="2310053" y="459911"/>
                  </a:lnTo>
                  <a:lnTo>
                    <a:pt x="2312247" y="291224"/>
                  </a:lnTo>
                  <a:lnTo>
                    <a:pt x="2314441" y="229821"/>
                  </a:lnTo>
                  <a:lnTo>
                    <a:pt x="2316635" y="101760"/>
                  </a:lnTo>
                  <a:lnTo>
                    <a:pt x="2318828" y="156349"/>
                  </a:lnTo>
                  <a:lnTo>
                    <a:pt x="2321022" y="73875"/>
                  </a:lnTo>
                  <a:lnTo>
                    <a:pt x="2323216" y="0"/>
                  </a:lnTo>
                  <a:lnTo>
                    <a:pt x="2325410" y="205554"/>
                  </a:lnTo>
                  <a:lnTo>
                    <a:pt x="2327604" y="183992"/>
                  </a:lnTo>
                  <a:lnTo>
                    <a:pt x="2329797" y="312685"/>
                  </a:lnTo>
                  <a:lnTo>
                    <a:pt x="2331991" y="350868"/>
                  </a:lnTo>
                  <a:lnTo>
                    <a:pt x="2334185" y="388960"/>
                  </a:lnTo>
                  <a:lnTo>
                    <a:pt x="2336379" y="497034"/>
                  </a:lnTo>
                  <a:lnTo>
                    <a:pt x="2338572" y="468554"/>
                  </a:lnTo>
                  <a:lnTo>
                    <a:pt x="2340766" y="639654"/>
                  </a:lnTo>
                  <a:lnTo>
                    <a:pt x="2342960" y="656653"/>
                  </a:lnTo>
                  <a:lnTo>
                    <a:pt x="2345154" y="638392"/>
                  </a:lnTo>
                  <a:lnTo>
                    <a:pt x="2347348" y="700568"/>
                  </a:lnTo>
                  <a:lnTo>
                    <a:pt x="2349541" y="571878"/>
                  </a:lnTo>
                  <a:lnTo>
                    <a:pt x="2351735" y="599791"/>
                  </a:lnTo>
                  <a:lnTo>
                    <a:pt x="2353929" y="514982"/>
                  </a:lnTo>
                  <a:lnTo>
                    <a:pt x="2356123" y="563911"/>
                  </a:lnTo>
                  <a:lnTo>
                    <a:pt x="2358317" y="363209"/>
                  </a:lnTo>
                  <a:lnTo>
                    <a:pt x="2360510" y="414647"/>
                  </a:lnTo>
                  <a:lnTo>
                    <a:pt x="2362704" y="461934"/>
                  </a:lnTo>
                  <a:lnTo>
                    <a:pt x="2364898" y="394257"/>
                  </a:lnTo>
                  <a:lnTo>
                    <a:pt x="2367092" y="485800"/>
                  </a:lnTo>
                  <a:lnTo>
                    <a:pt x="2369285" y="555105"/>
                  </a:lnTo>
                  <a:lnTo>
                    <a:pt x="2371479" y="532886"/>
                  </a:lnTo>
                  <a:lnTo>
                    <a:pt x="2373673" y="582928"/>
                  </a:lnTo>
                  <a:lnTo>
                    <a:pt x="2375867" y="652035"/>
                  </a:lnTo>
                  <a:lnTo>
                    <a:pt x="2378061" y="569617"/>
                  </a:lnTo>
                  <a:lnTo>
                    <a:pt x="2380254" y="759210"/>
                  </a:lnTo>
                  <a:lnTo>
                    <a:pt x="2382448" y="828873"/>
                  </a:lnTo>
                  <a:lnTo>
                    <a:pt x="2384642" y="930335"/>
                  </a:lnTo>
                  <a:lnTo>
                    <a:pt x="2386836" y="1103036"/>
                  </a:lnTo>
                  <a:lnTo>
                    <a:pt x="2389029" y="1185055"/>
                  </a:lnTo>
                  <a:lnTo>
                    <a:pt x="2391223" y="1254044"/>
                  </a:lnTo>
                  <a:lnTo>
                    <a:pt x="2393417" y="1182189"/>
                  </a:lnTo>
                  <a:lnTo>
                    <a:pt x="2395611" y="1053069"/>
                  </a:lnTo>
                  <a:lnTo>
                    <a:pt x="2397805" y="961729"/>
                  </a:lnTo>
                  <a:lnTo>
                    <a:pt x="2399998" y="900915"/>
                  </a:lnTo>
                  <a:lnTo>
                    <a:pt x="2402192" y="920283"/>
                  </a:lnTo>
                  <a:lnTo>
                    <a:pt x="2404386" y="954787"/>
                  </a:lnTo>
                  <a:lnTo>
                    <a:pt x="2406580" y="926420"/>
                  </a:lnTo>
                  <a:lnTo>
                    <a:pt x="2408774" y="903467"/>
                  </a:lnTo>
                  <a:lnTo>
                    <a:pt x="2410967" y="952312"/>
                  </a:lnTo>
                  <a:lnTo>
                    <a:pt x="2413161" y="930987"/>
                  </a:lnTo>
                  <a:lnTo>
                    <a:pt x="2415355" y="1074524"/>
                  </a:lnTo>
                  <a:lnTo>
                    <a:pt x="2417549" y="1217712"/>
                  </a:lnTo>
                  <a:lnTo>
                    <a:pt x="2419742" y="1458965"/>
                  </a:lnTo>
                  <a:lnTo>
                    <a:pt x="2421936" y="1655032"/>
                  </a:lnTo>
                  <a:lnTo>
                    <a:pt x="2424130" y="1671466"/>
                  </a:lnTo>
                  <a:lnTo>
                    <a:pt x="2426324" y="1712284"/>
                  </a:lnTo>
                  <a:lnTo>
                    <a:pt x="2428518" y="1726553"/>
                  </a:lnTo>
                  <a:lnTo>
                    <a:pt x="2430711" y="1741202"/>
                  </a:lnTo>
                  <a:lnTo>
                    <a:pt x="2432905" y="1761530"/>
                  </a:lnTo>
                  <a:lnTo>
                    <a:pt x="2435099" y="1747417"/>
                  </a:lnTo>
                  <a:lnTo>
                    <a:pt x="2437293" y="1700408"/>
                  </a:lnTo>
                  <a:lnTo>
                    <a:pt x="2439486" y="1690241"/>
                  </a:lnTo>
                  <a:lnTo>
                    <a:pt x="2441680" y="1731404"/>
                  </a:lnTo>
                  <a:lnTo>
                    <a:pt x="2443874" y="1721758"/>
                  </a:lnTo>
                  <a:lnTo>
                    <a:pt x="2446068" y="1794532"/>
                  </a:lnTo>
                  <a:lnTo>
                    <a:pt x="2448262" y="1793923"/>
                  </a:lnTo>
                  <a:lnTo>
                    <a:pt x="2450455" y="1809593"/>
                  </a:lnTo>
                  <a:lnTo>
                    <a:pt x="2452649" y="1743147"/>
                  </a:lnTo>
                  <a:lnTo>
                    <a:pt x="2454843" y="1851444"/>
                  </a:lnTo>
                  <a:lnTo>
                    <a:pt x="2457037" y="1856569"/>
                  </a:lnTo>
                  <a:lnTo>
                    <a:pt x="2459231" y="1866704"/>
                  </a:lnTo>
                  <a:lnTo>
                    <a:pt x="2461424" y="1910049"/>
                  </a:lnTo>
                  <a:lnTo>
                    <a:pt x="2463618" y="1935233"/>
                  </a:lnTo>
                  <a:lnTo>
                    <a:pt x="2465812" y="1929492"/>
                  </a:lnTo>
                  <a:lnTo>
                    <a:pt x="2468006" y="1908383"/>
                  </a:lnTo>
                  <a:lnTo>
                    <a:pt x="2470199" y="1731657"/>
                  </a:lnTo>
                  <a:lnTo>
                    <a:pt x="2472393" y="1688367"/>
                  </a:lnTo>
                  <a:lnTo>
                    <a:pt x="2474587" y="1686734"/>
                  </a:lnTo>
                  <a:lnTo>
                    <a:pt x="2476781" y="1712287"/>
                  </a:lnTo>
                  <a:lnTo>
                    <a:pt x="2478975" y="1767887"/>
                  </a:lnTo>
                  <a:lnTo>
                    <a:pt x="2481168" y="1832897"/>
                  </a:lnTo>
                  <a:lnTo>
                    <a:pt x="2483362" y="1799595"/>
                  </a:lnTo>
                  <a:lnTo>
                    <a:pt x="2485556" y="1786365"/>
                  </a:lnTo>
                  <a:lnTo>
                    <a:pt x="2487750" y="1714836"/>
                  </a:lnTo>
                  <a:lnTo>
                    <a:pt x="2489944" y="1737079"/>
                  </a:lnTo>
                  <a:lnTo>
                    <a:pt x="2492137" y="1807559"/>
                  </a:lnTo>
                  <a:lnTo>
                    <a:pt x="2494331" y="1914576"/>
                  </a:lnTo>
                  <a:lnTo>
                    <a:pt x="2496525" y="1937911"/>
                  </a:lnTo>
                  <a:lnTo>
                    <a:pt x="2498719" y="1922263"/>
                  </a:lnTo>
                  <a:lnTo>
                    <a:pt x="2500912" y="1920324"/>
                  </a:lnTo>
                  <a:lnTo>
                    <a:pt x="2503106" y="1876552"/>
                  </a:lnTo>
                  <a:lnTo>
                    <a:pt x="2505300" y="1863595"/>
                  </a:lnTo>
                  <a:lnTo>
                    <a:pt x="2507494" y="1848828"/>
                  </a:lnTo>
                  <a:lnTo>
                    <a:pt x="2509688" y="1858274"/>
                  </a:lnTo>
                  <a:lnTo>
                    <a:pt x="2511881" y="1839606"/>
                  </a:lnTo>
                  <a:lnTo>
                    <a:pt x="2514075" y="1808042"/>
                  </a:lnTo>
                  <a:lnTo>
                    <a:pt x="2516269" y="1707268"/>
                  </a:lnTo>
                  <a:lnTo>
                    <a:pt x="2518463" y="1598384"/>
                  </a:lnTo>
                  <a:lnTo>
                    <a:pt x="2520656" y="1577963"/>
                  </a:lnTo>
                  <a:lnTo>
                    <a:pt x="2522850" y="1571586"/>
                  </a:lnTo>
                  <a:lnTo>
                    <a:pt x="2525044" y="1493488"/>
                  </a:lnTo>
                  <a:lnTo>
                    <a:pt x="2527238" y="1490604"/>
                  </a:lnTo>
                  <a:lnTo>
                    <a:pt x="2529432" y="1499634"/>
                  </a:lnTo>
                  <a:lnTo>
                    <a:pt x="2531625" y="1548951"/>
                  </a:lnTo>
                  <a:lnTo>
                    <a:pt x="2533819" y="1649071"/>
                  </a:lnTo>
                  <a:lnTo>
                    <a:pt x="2536013" y="1721102"/>
                  </a:lnTo>
                  <a:lnTo>
                    <a:pt x="2538207" y="1698727"/>
                  </a:lnTo>
                  <a:lnTo>
                    <a:pt x="2540401" y="1603352"/>
                  </a:lnTo>
                  <a:lnTo>
                    <a:pt x="2542594" y="1577536"/>
                  </a:lnTo>
                  <a:lnTo>
                    <a:pt x="2544788" y="1498547"/>
                  </a:lnTo>
                  <a:lnTo>
                    <a:pt x="2546982" y="1470131"/>
                  </a:lnTo>
                  <a:lnTo>
                    <a:pt x="2549176" y="1567790"/>
                  </a:lnTo>
                  <a:lnTo>
                    <a:pt x="2551369" y="1593489"/>
                  </a:lnTo>
                  <a:lnTo>
                    <a:pt x="2553563" y="1712560"/>
                  </a:lnTo>
                  <a:lnTo>
                    <a:pt x="2555757" y="1740159"/>
                  </a:lnTo>
                  <a:lnTo>
                    <a:pt x="2557951" y="1793077"/>
                  </a:lnTo>
                  <a:lnTo>
                    <a:pt x="2560145" y="1794495"/>
                  </a:lnTo>
                  <a:lnTo>
                    <a:pt x="2562338" y="1725950"/>
                  </a:lnTo>
                  <a:lnTo>
                    <a:pt x="2564532" y="1648381"/>
                  </a:lnTo>
                  <a:lnTo>
                    <a:pt x="2566726" y="1546658"/>
                  </a:lnTo>
                  <a:lnTo>
                    <a:pt x="2568920" y="1549300"/>
                  </a:lnTo>
                  <a:lnTo>
                    <a:pt x="2571113" y="1473976"/>
                  </a:lnTo>
                  <a:lnTo>
                    <a:pt x="2573307" y="1411244"/>
                  </a:lnTo>
                  <a:lnTo>
                    <a:pt x="2575501" y="1442901"/>
                  </a:lnTo>
                  <a:lnTo>
                    <a:pt x="2577695" y="1445174"/>
                  </a:lnTo>
                  <a:lnTo>
                    <a:pt x="2579889" y="1503472"/>
                  </a:lnTo>
                  <a:lnTo>
                    <a:pt x="2582082" y="1457735"/>
                  </a:lnTo>
                  <a:lnTo>
                    <a:pt x="2584276" y="1508018"/>
                  </a:lnTo>
                  <a:lnTo>
                    <a:pt x="2586470" y="1575135"/>
                  </a:lnTo>
                  <a:lnTo>
                    <a:pt x="2588664" y="1581183"/>
                  </a:lnTo>
                  <a:lnTo>
                    <a:pt x="2590858" y="1598484"/>
                  </a:lnTo>
                  <a:lnTo>
                    <a:pt x="2593051" y="1526588"/>
                  </a:lnTo>
                  <a:lnTo>
                    <a:pt x="2595245" y="1577717"/>
                  </a:lnTo>
                  <a:lnTo>
                    <a:pt x="2597439" y="1675159"/>
                  </a:lnTo>
                  <a:lnTo>
                    <a:pt x="2599633" y="1799129"/>
                  </a:lnTo>
                  <a:lnTo>
                    <a:pt x="2601826" y="1784083"/>
                  </a:lnTo>
                  <a:lnTo>
                    <a:pt x="2604020" y="1760137"/>
                  </a:lnTo>
                  <a:lnTo>
                    <a:pt x="2606214" y="1784978"/>
                  </a:lnTo>
                  <a:lnTo>
                    <a:pt x="2608408" y="1832588"/>
                  </a:lnTo>
                  <a:lnTo>
                    <a:pt x="2610602" y="1857935"/>
                  </a:lnTo>
                  <a:lnTo>
                    <a:pt x="2612795" y="1842360"/>
                  </a:lnTo>
                  <a:lnTo>
                    <a:pt x="2614989" y="1891986"/>
                  </a:lnTo>
                  <a:lnTo>
                    <a:pt x="2617183" y="1950882"/>
                  </a:lnTo>
                  <a:lnTo>
                    <a:pt x="2619377" y="1958617"/>
                  </a:lnTo>
                  <a:lnTo>
                    <a:pt x="2621571" y="1979372"/>
                  </a:lnTo>
                  <a:lnTo>
                    <a:pt x="2623764" y="1912830"/>
                  </a:lnTo>
                  <a:lnTo>
                    <a:pt x="2625958" y="1949997"/>
                  </a:lnTo>
                  <a:lnTo>
                    <a:pt x="2628152" y="1958584"/>
                  </a:lnTo>
                  <a:lnTo>
                    <a:pt x="2630346" y="1993198"/>
                  </a:lnTo>
                  <a:lnTo>
                    <a:pt x="2632539" y="1967946"/>
                  </a:lnTo>
                  <a:lnTo>
                    <a:pt x="2634733" y="1903562"/>
                  </a:lnTo>
                  <a:lnTo>
                    <a:pt x="2636927" y="1838862"/>
                  </a:lnTo>
                  <a:lnTo>
                    <a:pt x="2639121" y="1720352"/>
                  </a:lnTo>
                  <a:lnTo>
                    <a:pt x="2641315" y="1669593"/>
                  </a:lnTo>
                  <a:lnTo>
                    <a:pt x="2643508" y="1546952"/>
                  </a:lnTo>
                  <a:lnTo>
                    <a:pt x="2645702" y="1460591"/>
                  </a:lnTo>
                  <a:lnTo>
                    <a:pt x="2647896" y="1467949"/>
                  </a:lnTo>
                  <a:lnTo>
                    <a:pt x="2650090" y="1406328"/>
                  </a:lnTo>
                  <a:lnTo>
                    <a:pt x="2652283" y="1430272"/>
                  </a:lnTo>
                  <a:lnTo>
                    <a:pt x="2654477" y="1420213"/>
                  </a:lnTo>
                  <a:lnTo>
                    <a:pt x="2656671" y="1523787"/>
                  </a:lnTo>
                  <a:lnTo>
                    <a:pt x="2658865" y="1543390"/>
                  </a:lnTo>
                  <a:lnTo>
                    <a:pt x="2661059" y="1527674"/>
                  </a:lnTo>
                  <a:lnTo>
                    <a:pt x="2663252" y="1590547"/>
                  </a:lnTo>
                  <a:lnTo>
                    <a:pt x="2665446" y="1646217"/>
                  </a:lnTo>
                  <a:lnTo>
                    <a:pt x="2667640" y="1789454"/>
                  </a:lnTo>
                  <a:lnTo>
                    <a:pt x="2669834" y="1830669"/>
                  </a:lnTo>
                  <a:lnTo>
                    <a:pt x="2672028" y="1762543"/>
                  </a:lnTo>
                  <a:lnTo>
                    <a:pt x="2674221" y="1646985"/>
                  </a:lnTo>
                  <a:lnTo>
                    <a:pt x="2676415" y="1752713"/>
                  </a:lnTo>
                  <a:lnTo>
                    <a:pt x="2678609" y="1809478"/>
                  </a:lnTo>
                  <a:lnTo>
                    <a:pt x="2680803" y="1963797"/>
                  </a:lnTo>
                  <a:lnTo>
                    <a:pt x="2682996" y="1997613"/>
                  </a:lnTo>
                  <a:lnTo>
                    <a:pt x="2685190" y="2007802"/>
                  </a:lnTo>
                  <a:lnTo>
                    <a:pt x="2687384" y="2083722"/>
                  </a:lnTo>
                  <a:lnTo>
                    <a:pt x="2689578" y="2091667"/>
                  </a:lnTo>
                  <a:lnTo>
                    <a:pt x="2691772" y="2081597"/>
                  </a:lnTo>
                  <a:lnTo>
                    <a:pt x="2693965" y="2073924"/>
                  </a:lnTo>
                  <a:lnTo>
                    <a:pt x="2696159" y="2070943"/>
                  </a:lnTo>
                  <a:lnTo>
                    <a:pt x="2698353" y="2100247"/>
                  </a:lnTo>
                  <a:lnTo>
                    <a:pt x="2700547" y="2072576"/>
                  </a:lnTo>
                  <a:lnTo>
                    <a:pt x="2702740" y="2023329"/>
                  </a:lnTo>
                  <a:lnTo>
                    <a:pt x="2704934" y="2024501"/>
                  </a:lnTo>
                  <a:lnTo>
                    <a:pt x="2707128" y="1860860"/>
                  </a:lnTo>
                  <a:lnTo>
                    <a:pt x="2709322" y="1816634"/>
                  </a:lnTo>
                  <a:lnTo>
                    <a:pt x="2711516" y="1790670"/>
                  </a:lnTo>
                  <a:lnTo>
                    <a:pt x="2713709" y="1770517"/>
                  </a:lnTo>
                  <a:lnTo>
                    <a:pt x="2715903" y="1802532"/>
                  </a:lnTo>
                  <a:lnTo>
                    <a:pt x="2718097" y="1665682"/>
                  </a:lnTo>
                  <a:lnTo>
                    <a:pt x="2720291" y="1651359"/>
                  </a:lnTo>
                  <a:lnTo>
                    <a:pt x="2722485" y="1477366"/>
                  </a:lnTo>
                  <a:lnTo>
                    <a:pt x="2724678" y="1439615"/>
                  </a:lnTo>
                  <a:lnTo>
                    <a:pt x="2726872" y="1387133"/>
                  </a:lnTo>
                  <a:lnTo>
                    <a:pt x="2729066" y="1364352"/>
                  </a:lnTo>
                  <a:lnTo>
                    <a:pt x="2731260" y="1429492"/>
                  </a:lnTo>
                  <a:lnTo>
                    <a:pt x="2733453" y="1410228"/>
                  </a:lnTo>
                  <a:lnTo>
                    <a:pt x="2735647" y="1442983"/>
                  </a:lnTo>
                  <a:lnTo>
                    <a:pt x="2737841" y="1430370"/>
                  </a:lnTo>
                  <a:lnTo>
                    <a:pt x="2740035" y="1382087"/>
                  </a:lnTo>
                  <a:lnTo>
                    <a:pt x="2742229" y="1391012"/>
                  </a:lnTo>
                  <a:lnTo>
                    <a:pt x="2744422" y="1338173"/>
                  </a:lnTo>
                  <a:lnTo>
                    <a:pt x="2746616" y="1250321"/>
                  </a:lnTo>
                  <a:lnTo>
                    <a:pt x="2748810" y="1309373"/>
                  </a:lnTo>
                  <a:lnTo>
                    <a:pt x="2751004" y="1271614"/>
                  </a:lnTo>
                  <a:lnTo>
                    <a:pt x="2753198" y="1274795"/>
                  </a:lnTo>
                  <a:lnTo>
                    <a:pt x="2755391" y="1260233"/>
                  </a:lnTo>
                  <a:lnTo>
                    <a:pt x="2757585" y="1252509"/>
                  </a:lnTo>
                  <a:lnTo>
                    <a:pt x="2759779" y="1255799"/>
                  </a:lnTo>
                  <a:lnTo>
                    <a:pt x="2761973" y="1247441"/>
                  </a:lnTo>
                  <a:lnTo>
                    <a:pt x="2764166" y="1289600"/>
                  </a:lnTo>
                  <a:lnTo>
                    <a:pt x="2766360" y="1335580"/>
                  </a:lnTo>
                  <a:lnTo>
                    <a:pt x="2768554" y="1344895"/>
                  </a:lnTo>
                  <a:lnTo>
                    <a:pt x="2770748" y="1344584"/>
                  </a:lnTo>
                  <a:lnTo>
                    <a:pt x="2772942" y="1388829"/>
                  </a:lnTo>
                  <a:lnTo>
                    <a:pt x="2775135" y="1411081"/>
                  </a:lnTo>
                  <a:lnTo>
                    <a:pt x="2777329" y="1428356"/>
                  </a:lnTo>
                  <a:lnTo>
                    <a:pt x="2779523" y="1442358"/>
                  </a:lnTo>
                  <a:lnTo>
                    <a:pt x="2781717" y="1438471"/>
                  </a:lnTo>
                  <a:lnTo>
                    <a:pt x="2783910" y="1438415"/>
                  </a:lnTo>
                  <a:lnTo>
                    <a:pt x="2786104" y="1436448"/>
                  </a:lnTo>
                  <a:lnTo>
                    <a:pt x="2788298" y="1412231"/>
                  </a:lnTo>
                  <a:lnTo>
                    <a:pt x="2790492" y="1345185"/>
                  </a:lnTo>
                  <a:lnTo>
                    <a:pt x="2792686" y="1376173"/>
                  </a:lnTo>
                  <a:lnTo>
                    <a:pt x="2794879" y="1359796"/>
                  </a:lnTo>
                  <a:lnTo>
                    <a:pt x="2797073" y="1372993"/>
                  </a:lnTo>
                  <a:lnTo>
                    <a:pt x="2799267" y="1445868"/>
                  </a:lnTo>
                  <a:lnTo>
                    <a:pt x="2801461" y="1383912"/>
                  </a:lnTo>
                  <a:lnTo>
                    <a:pt x="2803655" y="1449475"/>
                  </a:lnTo>
                  <a:lnTo>
                    <a:pt x="2805848" y="1405389"/>
                  </a:lnTo>
                  <a:lnTo>
                    <a:pt x="2808042" y="1411245"/>
                  </a:lnTo>
                  <a:lnTo>
                    <a:pt x="2810236" y="1376057"/>
                  </a:lnTo>
                  <a:lnTo>
                    <a:pt x="2812430" y="1394289"/>
                  </a:lnTo>
                  <a:lnTo>
                    <a:pt x="2814623" y="1407909"/>
                  </a:lnTo>
                  <a:lnTo>
                    <a:pt x="2816817" y="1401692"/>
                  </a:lnTo>
                  <a:lnTo>
                    <a:pt x="2819011" y="1436876"/>
                  </a:lnTo>
                  <a:lnTo>
                    <a:pt x="2821205" y="1402857"/>
                  </a:lnTo>
                  <a:lnTo>
                    <a:pt x="2823399" y="1432960"/>
                  </a:lnTo>
                  <a:lnTo>
                    <a:pt x="2825592" y="1415973"/>
                  </a:lnTo>
                  <a:lnTo>
                    <a:pt x="2827786" y="1444032"/>
                  </a:lnTo>
                  <a:lnTo>
                    <a:pt x="2829980" y="1462663"/>
                  </a:lnTo>
                  <a:lnTo>
                    <a:pt x="2832174" y="1517333"/>
                  </a:lnTo>
                  <a:lnTo>
                    <a:pt x="2834367" y="1475351"/>
                  </a:lnTo>
                  <a:lnTo>
                    <a:pt x="2836561" y="1475131"/>
                  </a:lnTo>
                  <a:lnTo>
                    <a:pt x="2838755" y="1445819"/>
                  </a:lnTo>
                  <a:lnTo>
                    <a:pt x="2840949" y="1434953"/>
                  </a:lnTo>
                  <a:lnTo>
                    <a:pt x="2843143" y="1421933"/>
                  </a:lnTo>
                  <a:lnTo>
                    <a:pt x="2845336" y="1366511"/>
                  </a:lnTo>
                  <a:lnTo>
                    <a:pt x="2847530" y="1432841"/>
                  </a:lnTo>
                  <a:lnTo>
                    <a:pt x="2849724" y="1408259"/>
                  </a:lnTo>
                  <a:lnTo>
                    <a:pt x="2851918" y="1472314"/>
                  </a:lnTo>
                  <a:lnTo>
                    <a:pt x="2854112" y="1417089"/>
                  </a:lnTo>
                  <a:lnTo>
                    <a:pt x="2856305" y="1419070"/>
                  </a:lnTo>
                  <a:lnTo>
                    <a:pt x="2858499" y="1421234"/>
                  </a:lnTo>
                  <a:lnTo>
                    <a:pt x="2860693" y="1385892"/>
                  </a:lnTo>
                  <a:lnTo>
                    <a:pt x="2862887" y="1383205"/>
                  </a:lnTo>
                  <a:lnTo>
                    <a:pt x="2865080" y="1339912"/>
                  </a:lnTo>
                  <a:lnTo>
                    <a:pt x="2867274" y="1370718"/>
                  </a:lnTo>
                  <a:lnTo>
                    <a:pt x="2869468" y="1367192"/>
                  </a:lnTo>
                  <a:lnTo>
                    <a:pt x="2871662" y="1383424"/>
                  </a:lnTo>
                  <a:lnTo>
                    <a:pt x="2873856" y="1383121"/>
                  </a:lnTo>
                  <a:lnTo>
                    <a:pt x="2876049" y="1403566"/>
                  </a:lnTo>
                  <a:lnTo>
                    <a:pt x="2878243" y="1402104"/>
                  </a:lnTo>
                  <a:lnTo>
                    <a:pt x="2880437" y="1417167"/>
                  </a:lnTo>
                  <a:lnTo>
                    <a:pt x="2882631" y="1452749"/>
                  </a:lnTo>
                  <a:lnTo>
                    <a:pt x="2884825" y="1436743"/>
                  </a:lnTo>
                  <a:lnTo>
                    <a:pt x="2887018" y="1539798"/>
                  </a:lnTo>
                  <a:lnTo>
                    <a:pt x="2889212" y="1630827"/>
                  </a:lnTo>
                  <a:lnTo>
                    <a:pt x="2891406" y="1755151"/>
                  </a:lnTo>
                  <a:lnTo>
                    <a:pt x="2893600" y="1788117"/>
                  </a:lnTo>
                  <a:lnTo>
                    <a:pt x="2895793" y="1732410"/>
                  </a:lnTo>
                  <a:lnTo>
                    <a:pt x="2897987" y="1758489"/>
                  </a:lnTo>
                  <a:lnTo>
                    <a:pt x="2900181" y="1830071"/>
                  </a:lnTo>
                  <a:lnTo>
                    <a:pt x="2902375" y="1808750"/>
                  </a:lnTo>
                  <a:lnTo>
                    <a:pt x="2904569" y="1796857"/>
                  </a:lnTo>
                  <a:lnTo>
                    <a:pt x="2906762" y="1840128"/>
                  </a:lnTo>
                  <a:lnTo>
                    <a:pt x="2908956" y="1909238"/>
                  </a:lnTo>
                  <a:lnTo>
                    <a:pt x="2911150" y="1925775"/>
                  </a:lnTo>
                  <a:lnTo>
                    <a:pt x="2913344" y="1910381"/>
                  </a:lnTo>
                  <a:lnTo>
                    <a:pt x="2915537" y="1801182"/>
                  </a:lnTo>
                  <a:lnTo>
                    <a:pt x="2917731" y="1744267"/>
                  </a:lnTo>
                  <a:lnTo>
                    <a:pt x="2919925" y="1769829"/>
                  </a:lnTo>
                  <a:lnTo>
                    <a:pt x="2922119" y="1803717"/>
                  </a:lnTo>
                  <a:lnTo>
                    <a:pt x="2924313" y="1850963"/>
                  </a:lnTo>
                  <a:lnTo>
                    <a:pt x="2926506" y="1812274"/>
                  </a:lnTo>
                  <a:lnTo>
                    <a:pt x="2928700" y="1915642"/>
                  </a:lnTo>
                  <a:lnTo>
                    <a:pt x="2930894" y="1952452"/>
                  </a:lnTo>
                  <a:lnTo>
                    <a:pt x="2933088" y="1980371"/>
                  </a:lnTo>
                  <a:lnTo>
                    <a:pt x="2935282" y="2003096"/>
                  </a:lnTo>
                  <a:lnTo>
                    <a:pt x="2937475" y="1965510"/>
                  </a:lnTo>
                  <a:lnTo>
                    <a:pt x="2939669" y="1978789"/>
                  </a:lnTo>
                  <a:lnTo>
                    <a:pt x="2941863" y="1976139"/>
                  </a:lnTo>
                  <a:lnTo>
                    <a:pt x="2944057" y="2006658"/>
                  </a:lnTo>
                  <a:lnTo>
                    <a:pt x="2946250" y="2022432"/>
                  </a:lnTo>
                  <a:lnTo>
                    <a:pt x="2948444" y="2007154"/>
                  </a:lnTo>
                  <a:lnTo>
                    <a:pt x="2950638" y="2051606"/>
                  </a:lnTo>
                  <a:lnTo>
                    <a:pt x="2952832" y="2071343"/>
                  </a:lnTo>
                  <a:lnTo>
                    <a:pt x="2955026" y="2056767"/>
                  </a:lnTo>
                  <a:lnTo>
                    <a:pt x="2957219" y="2067237"/>
                  </a:lnTo>
                  <a:lnTo>
                    <a:pt x="2959413" y="2075316"/>
                  </a:lnTo>
                  <a:lnTo>
                    <a:pt x="2961607" y="2092881"/>
                  </a:lnTo>
                  <a:lnTo>
                    <a:pt x="2963801" y="2094978"/>
                  </a:lnTo>
                  <a:lnTo>
                    <a:pt x="2965994" y="2054881"/>
                  </a:lnTo>
                  <a:lnTo>
                    <a:pt x="2968188" y="2048676"/>
                  </a:lnTo>
                  <a:lnTo>
                    <a:pt x="2970382" y="2061655"/>
                  </a:lnTo>
                  <a:lnTo>
                    <a:pt x="2972576" y="2052136"/>
                  </a:lnTo>
                  <a:lnTo>
                    <a:pt x="2974770" y="2014949"/>
                  </a:lnTo>
                  <a:lnTo>
                    <a:pt x="2976963" y="2013083"/>
                  </a:lnTo>
                  <a:lnTo>
                    <a:pt x="2979157" y="1995747"/>
                  </a:lnTo>
                  <a:lnTo>
                    <a:pt x="2981351" y="1968124"/>
                  </a:lnTo>
                  <a:lnTo>
                    <a:pt x="2983545" y="1978238"/>
                  </a:lnTo>
                  <a:lnTo>
                    <a:pt x="2985739" y="1939681"/>
                  </a:lnTo>
                  <a:lnTo>
                    <a:pt x="2987932" y="1946134"/>
                  </a:lnTo>
                  <a:lnTo>
                    <a:pt x="2990126" y="1973610"/>
                  </a:lnTo>
                  <a:lnTo>
                    <a:pt x="2992320" y="1928948"/>
                  </a:lnTo>
                  <a:lnTo>
                    <a:pt x="2994514" y="1900225"/>
                  </a:lnTo>
                  <a:lnTo>
                    <a:pt x="2996707" y="1871671"/>
                  </a:lnTo>
                  <a:lnTo>
                    <a:pt x="2998901" y="1883865"/>
                  </a:lnTo>
                  <a:lnTo>
                    <a:pt x="3001095" y="1943781"/>
                  </a:lnTo>
                  <a:lnTo>
                    <a:pt x="3003289" y="1983598"/>
                  </a:lnTo>
                  <a:lnTo>
                    <a:pt x="3005483" y="2059028"/>
                  </a:lnTo>
                  <a:lnTo>
                    <a:pt x="3007676" y="2056435"/>
                  </a:lnTo>
                  <a:lnTo>
                    <a:pt x="3009870" y="2101017"/>
                  </a:lnTo>
                  <a:lnTo>
                    <a:pt x="3012064" y="2104451"/>
                  </a:lnTo>
                  <a:lnTo>
                    <a:pt x="3014258" y="2069172"/>
                  </a:lnTo>
                  <a:lnTo>
                    <a:pt x="3016451" y="2080058"/>
                  </a:lnTo>
                  <a:lnTo>
                    <a:pt x="3018645" y="2026420"/>
                  </a:lnTo>
                  <a:lnTo>
                    <a:pt x="3020839" y="2062411"/>
                  </a:lnTo>
                  <a:lnTo>
                    <a:pt x="3023033" y="2084920"/>
                  </a:lnTo>
                  <a:lnTo>
                    <a:pt x="3025227" y="2043956"/>
                  </a:lnTo>
                  <a:lnTo>
                    <a:pt x="3027420" y="2039356"/>
                  </a:lnTo>
                  <a:lnTo>
                    <a:pt x="3029614" y="2053868"/>
                  </a:lnTo>
                  <a:lnTo>
                    <a:pt x="3031808" y="2069303"/>
                  </a:lnTo>
                  <a:lnTo>
                    <a:pt x="3034002" y="2092320"/>
                  </a:lnTo>
                  <a:lnTo>
                    <a:pt x="3036196" y="2057712"/>
                  </a:lnTo>
                  <a:lnTo>
                    <a:pt x="3038389" y="2038130"/>
                  </a:lnTo>
                  <a:lnTo>
                    <a:pt x="3040583" y="2072852"/>
                  </a:lnTo>
                  <a:lnTo>
                    <a:pt x="3042777" y="2086000"/>
                  </a:lnTo>
                  <a:lnTo>
                    <a:pt x="3044971" y="2089968"/>
                  </a:lnTo>
                  <a:lnTo>
                    <a:pt x="3047164" y="2077015"/>
                  </a:lnTo>
                  <a:lnTo>
                    <a:pt x="3049358" y="2048993"/>
                  </a:lnTo>
                  <a:lnTo>
                    <a:pt x="3051552" y="2058189"/>
                  </a:lnTo>
                  <a:lnTo>
                    <a:pt x="3053746" y="2085413"/>
                  </a:lnTo>
                  <a:lnTo>
                    <a:pt x="3055940" y="2100047"/>
                  </a:lnTo>
                  <a:lnTo>
                    <a:pt x="3058133" y="2110964"/>
                  </a:lnTo>
                  <a:lnTo>
                    <a:pt x="3060327" y="2053038"/>
                  </a:lnTo>
                  <a:lnTo>
                    <a:pt x="3062521" y="2099348"/>
                  </a:lnTo>
                  <a:lnTo>
                    <a:pt x="3064715" y="2126682"/>
                  </a:lnTo>
                  <a:lnTo>
                    <a:pt x="3066909" y="2131627"/>
                  </a:lnTo>
                  <a:lnTo>
                    <a:pt x="3069102" y="2121120"/>
                  </a:lnTo>
                  <a:lnTo>
                    <a:pt x="3071296" y="2054946"/>
                  </a:lnTo>
                  <a:lnTo>
                    <a:pt x="3073490" y="2044785"/>
                  </a:lnTo>
                  <a:lnTo>
                    <a:pt x="3075684" y="1971549"/>
                  </a:lnTo>
                  <a:lnTo>
                    <a:pt x="3077877" y="2011499"/>
                  </a:lnTo>
                  <a:lnTo>
                    <a:pt x="3080071" y="2019915"/>
                  </a:lnTo>
                  <a:lnTo>
                    <a:pt x="3082265" y="2018827"/>
                  </a:lnTo>
                  <a:lnTo>
                    <a:pt x="3084459" y="2045380"/>
                  </a:lnTo>
                  <a:lnTo>
                    <a:pt x="3086653" y="1930631"/>
                  </a:lnTo>
                  <a:lnTo>
                    <a:pt x="3088846" y="1883797"/>
                  </a:lnTo>
                  <a:lnTo>
                    <a:pt x="3091040" y="1860164"/>
                  </a:lnTo>
                  <a:lnTo>
                    <a:pt x="3093234" y="1821555"/>
                  </a:lnTo>
                  <a:lnTo>
                    <a:pt x="3095428" y="1880430"/>
                  </a:lnTo>
                  <a:lnTo>
                    <a:pt x="3097621" y="1872271"/>
                  </a:lnTo>
                  <a:lnTo>
                    <a:pt x="3099815" y="1933847"/>
                  </a:lnTo>
                  <a:lnTo>
                    <a:pt x="3102009" y="1948648"/>
                  </a:lnTo>
                  <a:lnTo>
                    <a:pt x="3104203" y="1973501"/>
                  </a:lnTo>
                  <a:lnTo>
                    <a:pt x="3106397" y="1961711"/>
                  </a:lnTo>
                  <a:lnTo>
                    <a:pt x="3108590" y="1951995"/>
                  </a:lnTo>
                  <a:lnTo>
                    <a:pt x="3110784" y="1937014"/>
                  </a:lnTo>
                  <a:lnTo>
                    <a:pt x="3112978" y="1907451"/>
                  </a:lnTo>
                  <a:lnTo>
                    <a:pt x="3115172" y="1908376"/>
                  </a:lnTo>
                  <a:lnTo>
                    <a:pt x="3117366" y="1950474"/>
                  </a:lnTo>
                  <a:lnTo>
                    <a:pt x="3119559" y="1936429"/>
                  </a:lnTo>
                  <a:lnTo>
                    <a:pt x="3121753" y="1890234"/>
                  </a:lnTo>
                  <a:lnTo>
                    <a:pt x="3123947" y="1808858"/>
                  </a:lnTo>
                  <a:lnTo>
                    <a:pt x="3126141" y="1782140"/>
                  </a:lnTo>
                  <a:lnTo>
                    <a:pt x="3128334" y="1746881"/>
                  </a:lnTo>
                  <a:lnTo>
                    <a:pt x="3130528" y="1668533"/>
                  </a:lnTo>
                  <a:lnTo>
                    <a:pt x="3132722" y="1646957"/>
                  </a:lnTo>
                  <a:lnTo>
                    <a:pt x="3134916" y="1616404"/>
                  </a:lnTo>
                  <a:lnTo>
                    <a:pt x="3137110" y="1566038"/>
                  </a:lnTo>
                  <a:lnTo>
                    <a:pt x="3139303" y="1619988"/>
                  </a:lnTo>
                  <a:lnTo>
                    <a:pt x="3141497" y="1551036"/>
                  </a:lnTo>
                  <a:lnTo>
                    <a:pt x="3143691" y="1578384"/>
                  </a:lnTo>
                  <a:lnTo>
                    <a:pt x="3145885" y="1560954"/>
                  </a:lnTo>
                  <a:lnTo>
                    <a:pt x="3148078" y="1492193"/>
                  </a:lnTo>
                  <a:lnTo>
                    <a:pt x="3150272" y="1526329"/>
                  </a:lnTo>
                  <a:lnTo>
                    <a:pt x="3152466" y="1517663"/>
                  </a:lnTo>
                  <a:lnTo>
                    <a:pt x="3154660" y="1563201"/>
                  </a:lnTo>
                  <a:lnTo>
                    <a:pt x="3156854" y="1576293"/>
                  </a:lnTo>
                  <a:lnTo>
                    <a:pt x="3159047" y="1581301"/>
                  </a:lnTo>
                  <a:lnTo>
                    <a:pt x="3161241" y="1587637"/>
                  </a:lnTo>
                  <a:lnTo>
                    <a:pt x="3163435" y="1685640"/>
                  </a:lnTo>
                  <a:lnTo>
                    <a:pt x="3165629" y="1730032"/>
                  </a:lnTo>
                  <a:lnTo>
                    <a:pt x="3167823" y="1771132"/>
                  </a:lnTo>
                  <a:lnTo>
                    <a:pt x="3170016" y="1807560"/>
                  </a:lnTo>
                  <a:lnTo>
                    <a:pt x="3172210" y="1895362"/>
                  </a:lnTo>
                  <a:lnTo>
                    <a:pt x="3174404" y="1963258"/>
                  </a:lnTo>
                  <a:lnTo>
                    <a:pt x="3176598" y="2025210"/>
                  </a:lnTo>
                  <a:lnTo>
                    <a:pt x="3178791" y="1983803"/>
                  </a:lnTo>
                  <a:lnTo>
                    <a:pt x="3180985" y="2009750"/>
                  </a:lnTo>
                  <a:lnTo>
                    <a:pt x="3183179" y="1993364"/>
                  </a:lnTo>
                  <a:lnTo>
                    <a:pt x="3185373" y="2017281"/>
                  </a:lnTo>
                  <a:lnTo>
                    <a:pt x="3187567" y="2015628"/>
                  </a:lnTo>
                  <a:lnTo>
                    <a:pt x="3189760" y="1966809"/>
                  </a:lnTo>
                  <a:lnTo>
                    <a:pt x="3191954" y="1963929"/>
                  </a:lnTo>
                  <a:lnTo>
                    <a:pt x="3194148" y="1931740"/>
                  </a:lnTo>
                  <a:lnTo>
                    <a:pt x="3196342" y="1947039"/>
                  </a:lnTo>
                  <a:lnTo>
                    <a:pt x="3198536" y="1942704"/>
                  </a:lnTo>
                  <a:lnTo>
                    <a:pt x="3200729" y="1874604"/>
                  </a:lnTo>
                  <a:lnTo>
                    <a:pt x="3202923" y="1883192"/>
                  </a:lnTo>
                  <a:lnTo>
                    <a:pt x="3205117" y="1904665"/>
                  </a:lnTo>
                  <a:lnTo>
                    <a:pt x="3207311" y="1897260"/>
                  </a:lnTo>
                  <a:lnTo>
                    <a:pt x="3209504" y="1940937"/>
                  </a:lnTo>
                  <a:lnTo>
                    <a:pt x="3211698" y="1905995"/>
                  </a:lnTo>
                  <a:lnTo>
                    <a:pt x="3213892" y="1901730"/>
                  </a:lnTo>
                  <a:lnTo>
                    <a:pt x="3216086" y="1839982"/>
                  </a:lnTo>
                  <a:lnTo>
                    <a:pt x="3218280" y="1889896"/>
                  </a:lnTo>
                  <a:lnTo>
                    <a:pt x="3220473" y="1816758"/>
                  </a:lnTo>
                  <a:lnTo>
                    <a:pt x="3222667" y="1845456"/>
                  </a:lnTo>
                  <a:lnTo>
                    <a:pt x="3224861" y="1849301"/>
                  </a:lnTo>
                  <a:lnTo>
                    <a:pt x="3227055" y="1835801"/>
                  </a:lnTo>
                  <a:lnTo>
                    <a:pt x="3229248" y="1863191"/>
                  </a:lnTo>
                  <a:lnTo>
                    <a:pt x="3231442" y="1764085"/>
                  </a:lnTo>
                  <a:lnTo>
                    <a:pt x="3233636" y="1759857"/>
                  </a:lnTo>
                  <a:lnTo>
                    <a:pt x="3235830" y="1579210"/>
                  </a:lnTo>
                  <a:lnTo>
                    <a:pt x="3238024" y="1477794"/>
                  </a:lnTo>
                  <a:lnTo>
                    <a:pt x="3240217" y="1533026"/>
                  </a:lnTo>
                  <a:lnTo>
                    <a:pt x="3242411" y="1456886"/>
                  </a:lnTo>
                  <a:lnTo>
                    <a:pt x="3244605" y="1456141"/>
                  </a:lnTo>
                  <a:lnTo>
                    <a:pt x="3246799" y="1521696"/>
                  </a:lnTo>
                  <a:lnTo>
                    <a:pt x="3248993" y="1519873"/>
                  </a:lnTo>
                  <a:lnTo>
                    <a:pt x="3251186" y="1476086"/>
                  </a:lnTo>
                  <a:lnTo>
                    <a:pt x="3253380" y="1417773"/>
                  </a:lnTo>
                  <a:lnTo>
                    <a:pt x="3255574" y="1453238"/>
                  </a:lnTo>
                  <a:lnTo>
                    <a:pt x="3257768" y="1395469"/>
                  </a:lnTo>
                  <a:lnTo>
                    <a:pt x="3259961" y="1459720"/>
                  </a:lnTo>
                  <a:lnTo>
                    <a:pt x="3262155" y="1360627"/>
                  </a:lnTo>
                  <a:lnTo>
                    <a:pt x="3264349" y="1384027"/>
                  </a:lnTo>
                  <a:lnTo>
                    <a:pt x="3266543" y="1445001"/>
                  </a:lnTo>
                  <a:lnTo>
                    <a:pt x="3268737" y="1413258"/>
                  </a:lnTo>
                  <a:lnTo>
                    <a:pt x="3270930" y="1382540"/>
                  </a:lnTo>
                  <a:lnTo>
                    <a:pt x="3273124" y="1353821"/>
                  </a:lnTo>
                  <a:lnTo>
                    <a:pt x="3275318" y="1310222"/>
                  </a:lnTo>
                  <a:lnTo>
                    <a:pt x="3277512" y="1303410"/>
                  </a:lnTo>
                  <a:lnTo>
                    <a:pt x="3279705" y="1239736"/>
                  </a:lnTo>
                  <a:lnTo>
                    <a:pt x="3281899" y="1214721"/>
                  </a:lnTo>
                  <a:lnTo>
                    <a:pt x="3284093" y="1053216"/>
                  </a:lnTo>
                  <a:lnTo>
                    <a:pt x="3286287" y="1043013"/>
                  </a:lnTo>
                  <a:lnTo>
                    <a:pt x="3288481" y="1088078"/>
                  </a:lnTo>
                  <a:lnTo>
                    <a:pt x="3290674" y="1043052"/>
                  </a:lnTo>
                  <a:lnTo>
                    <a:pt x="3292868" y="1049725"/>
                  </a:lnTo>
                  <a:lnTo>
                    <a:pt x="3295062" y="1132353"/>
                  </a:lnTo>
                  <a:lnTo>
                    <a:pt x="3297256" y="1161357"/>
                  </a:lnTo>
                  <a:lnTo>
                    <a:pt x="3299450" y="1201711"/>
                  </a:lnTo>
                  <a:lnTo>
                    <a:pt x="3301643" y="1138585"/>
                  </a:lnTo>
                  <a:lnTo>
                    <a:pt x="3303837" y="1175403"/>
                  </a:lnTo>
                  <a:lnTo>
                    <a:pt x="3306031" y="1194941"/>
                  </a:lnTo>
                  <a:lnTo>
                    <a:pt x="3308225" y="1190980"/>
                  </a:lnTo>
                  <a:lnTo>
                    <a:pt x="3310418" y="1238594"/>
                  </a:lnTo>
                  <a:lnTo>
                    <a:pt x="3312612" y="1246205"/>
                  </a:lnTo>
                  <a:lnTo>
                    <a:pt x="3314806" y="1253595"/>
                  </a:lnTo>
                  <a:lnTo>
                    <a:pt x="3317000" y="1267684"/>
                  </a:lnTo>
                  <a:lnTo>
                    <a:pt x="3319194" y="1308680"/>
                  </a:lnTo>
                  <a:lnTo>
                    <a:pt x="3321387" y="1352529"/>
                  </a:lnTo>
                  <a:lnTo>
                    <a:pt x="3323581" y="1367092"/>
                  </a:lnTo>
                  <a:lnTo>
                    <a:pt x="3325775" y="1385364"/>
                  </a:lnTo>
                  <a:lnTo>
                    <a:pt x="3327969" y="1400064"/>
                  </a:lnTo>
                  <a:lnTo>
                    <a:pt x="3330163" y="1372159"/>
                  </a:lnTo>
                  <a:lnTo>
                    <a:pt x="3332356" y="1352179"/>
                  </a:lnTo>
                  <a:lnTo>
                    <a:pt x="3334550" y="1347110"/>
                  </a:lnTo>
                  <a:lnTo>
                    <a:pt x="3336744" y="1380607"/>
                  </a:lnTo>
                  <a:lnTo>
                    <a:pt x="3338938" y="1376277"/>
                  </a:lnTo>
                  <a:lnTo>
                    <a:pt x="3341131" y="1430944"/>
                  </a:lnTo>
                  <a:lnTo>
                    <a:pt x="3343325" y="1562115"/>
                  </a:lnTo>
                  <a:lnTo>
                    <a:pt x="3345519" y="1677120"/>
                  </a:lnTo>
                  <a:lnTo>
                    <a:pt x="3347713" y="1683335"/>
                  </a:lnTo>
                  <a:lnTo>
                    <a:pt x="3349907" y="1632806"/>
                  </a:lnTo>
                  <a:lnTo>
                    <a:pt x="3352100" y="1551818"/>
                  </a:lnTo>
                  <a:lnTo>
                    <a:pt x="3354294" y="1556354"/>
                  </a:lnTo>
                  <a:lnTo>
                    <a:pt x="3356488" y="1551081"/>
                  </a:lnTo>
                  <a:lnTo>
                    <a:pt x="3358682" y="1513896"/>
                  </a:lnTo>
                  <a:lnTo>
                    <a:pt x="3360875" y="1480394"/>
                  </a:lnTo>
                  <a:lnTo>
                    <a:pt x="3363069" y="1554917"/>
                  </a:lnTo>
                  <a:lnTo>
                    <a:pt x="3365263" y="1558253"/>
                  </a:lnTo>
                  <a:lnTo>
                    <a:pt x="3367457" y="1529847"/>
                  </a:lnTo>
                  <a:lnTo>
                    <a:pt x="3369651" y="1509022"/>
                  </a:lnTo>
                  <a:lnTo>
                    <a:pt x="3371844" y="1511695"/>
                  </a:lnTo>
                  <a:lnTo>
                    <a:pt x="3374038" y="1508392"/>
                  </a:lnTo>
                  <a:lnTo>
                    <a:pt x="3376232" y="1561831"/>
                  </a:lnTo>
                  <a:lnTo>
                    <a:pt x="3378426" y="1519145"/>
                  </a:lnTo>
                  <a:lnTo>
                    <a:pt x="3380620" y="1454617"/>
                  </a:lnTo>
                  <a:lnTo>
                    <a:pt x="3382813" y="1444339"/>
                  </a:lnTo>
                  <a:lnTo>
                    <a:pt x="3385007" y="1399859"/>
                  </a:lnTo>
                  <a:lnTo>
                    <a:pt x="3387201" y="1360371"/>
                  </a:lnTo>
                  <a:lnTo>
                    <a:pt x="3389395" y="1359931"/>
                  </a:lnTo>
                  <a:lnTo>
                    <a:pt x="3391588" y="1354271"/>
                  </a:lnTo>
                  <a:lnTo>
                    <a:pt x="3393782" y="1339884"/>
                  </a:lnTo>
                  <a:lnTo>
                    <a:pt x="3395976" y="1378976"/>
                  </a:lnTo>
                  <a:lnTo>
                    <a:pt x="3398170" y="1377680"/>
                  </a:lnTo>
                  <a:lnTo>
                    <a:pt x="3400364" y="1361406"/>
                  </a:lnTo>
                  <a:lnTo>
                    <a:pt x="3402557" y="1380509"/>
                  </a:lnTo>
                  <a:lnTo>
                    <a:pt x="3404751" y="1376208"/>
                  </a:lnTo>
                  <a:lnTo>
                    <a:pt x="3406945" y="1386767"/>
                  </a:lnTo>
                  <a:lnTo>
                    <a:pt x="3409139" y="1367718"/>
                  </a:lnTo>
                  <a:lnTo>
                    <a:pt x="3411332" y="1346968"/>
                  </a:lnTo>
                  <a:lnTo>
                    <a:pt x="3413526" y="1406993"/>
                  </a:lnTo>
                  <a:lnTo>
                    <a:pt x="3415720" y="1335235"/>
                  </a:lnTo>
                  <a:lnTo>
                    <a:pt x="3417914" y="1390454"/>
                  </a:lnTo>
                  <a:lnTo>
                    <a:pt x="3420108" y="1377866"/>
                  </a:lnTo>
                  <a:lnTo>
                    <a:pt x="3422301" y="1383513"/>
                  </a:lnTo>
                  <a:lnTo>
                    <a:pt x="3424495" y="1413226"/>
                  </a:lnTo>
                  <a:lnTo>
                    <a:pt x="3426689" y="1395919"/>
                  </a:lnTo>
                  <a:lnTo>
                    <a:pt x="3428883" y="1442394"/>
                  </a:lnTo>
                  <a:lnTo>
                    <a:pt x="3431077" y="1484277"/>
                  </a:lnTo>
                  <a:lnTo>
                    <a:pt x="3433270" y="1490576"/>
                  </a:lnTo>
                  <a:lnTo>
                    <a:pt x="3435464" y="1531370"/>
                  </a:lnTo>
                  <a:lnTo>
                    <a:pt x="3437658" y="1408328"/>
                  </a:lnTo>
                  <a:lnTo>
                    <a:pt x="3439852" y="1469907"/>
                  </a:lnTo>
                  <a:lnTo>
                    <a:pt x="3442045" y="1456027"/>
                  </a:lnTo>
                  <a:lnTo>
                    <a:pt x="3444239" y="1513969"/>
                  </a:lnTo>
                  <a:lnTo>
                    <a:pt x="3446433" y="1537241"/>
                  </a:lnTo>
                  <a:lnTo>
                    <a:pt x="3448627" y="1570478"/>
                  </a:lnTo>
                  <a:lnTo>
                    <a:pt x="3450821" y="1606986"/>
                  </a:lnTo>
                  <a:lnTo>
                    <a:pt x="3453014" y="1637642"/>
                  </a:lnTo>
                  <a:lnTo>
                    <a:pt x="3455208" y="1586285"/>
                  </a:lnTo>
                  <a:lnTo>
                    <a:pt x="3457402" y="1620311"/>
                  </a:lnTo>
                  <a:lnTo>
                    <a:pt x="3459596" y="1605290"/>
                  </a:lnTo>
                  <a:lnTo>
                    <a:pt x="3461790" y="1565574"/>
                  </a:lnTo>
                  <a:lnTo>
                    <a:pt x="3463983" y="1491757"/>
                  </a:lnTo>
                  <a:lnTo>
                    <a:pt x="3466177" y="1479657"/>
                  </a:lnTo>
                  <a:lnTo>
                    <a:pt x="3468371" y="1471546"/>
                  </a:lnTo>
                  <a:lnTo>
                    <a:pt x="3470565" y="1419874"/>
                  </a:lnTo>
                  <a:lnTo>
                    <a:pt x="3472758" y="1400653"/>
                  </a:lnTo>
                  <a:lnTo>
                    <a:pt x="3474952" y="1363356"/>
                  </a:lnTo>
                  <a:lnTo>
                    <a:pt x="3477146" y="1427356"/>
                  </a:lnTo>
                  <a:lnTo>
                    <a:pt x="3479340" y="1471054"/>
                  </a:lnTo>
                  <a:lnTo>
                    <a:pt x="3481534" y="1445392"/>
                  </a:lnTo>
                  <a:lnTo>
                    <a:pt x="3483727" y="1427229"/>
                  </a:lnTo>
                  <a:lnTo>
                    <a:pt x="3485921" y="1405788"/>
                  </a:lnTo>
                  <a:lnTo>
                    <a:pt x="3488115" y="1436209"/>
                  </a:lnTo>
                  <a:lnTo>
                    <a:pt x="3490309" y="1393746"/>
                  </a:lnTo>
                  <a:lnTo>
                    <a:pt x="3492502" y="1444503"/>
                  </a:lnTo>
                  <a:lnTo>
                    <a:pt x="3494696" y="1430427"/>
                  </a:lnTo>
                  <a:lnTo>
                    <a:pt x="3496890" y="1417222"/>
                  </a:lnTo>
                  <a:lnTo>
                    <a:pt x="3499084" y="1418364"/>
                  </a:lnTo>
                  <a:lnTo>
                    <a:pt x="3501278" y="1374957"/>
                  </a:lnTo>
                  <a:lnTo>
                    <a:pt x="3503471" y="1365460"/>
                  </a:lnTo>
                  <a:lnTo>
                    <a:pt x="3505665" y="1398639"/>
                  </a:lnTo>
                  <a:lnTo>
                    <a:pt x="3507859" y="1408922"/>
                  </a:lnTo>
                  <a:lnTo>
                    <a:pt x="3510053" y="1446931"/>
                  </a:lnTo>
                  <a:lnTo>
                    <a:pt x="3512247" y="1411722"/>
                  </a:lnTo>
                  <a:lnTo>
                    <a:pt x="3514440" y="1450815"/>
                  </a:lnTo>
                  <a:lnTo>
                    <a:pt x="3516634" y="1504928"/>
                  </a:lnTo>
                  <a:lnTo>
                    <a:pt x="3518828" y="1423808"/>
                  </a:lnTo>
                  <a:lnTo>
                    <a:pt x="3521022" y="1426609"/>
                  </a:lnTo>
                  <a:lnTo>
                    <a:pt x="3523215" y="1452134"/>
                  </a:lnTo>
                  <a:lnTo>
                    <a:pt x="3525409" y="1520132"/>
                  </a:lnTo>
                  <a:lnTo>
                    <a:pt x="3527603" y="1468757"/>
                  </a:lnTo>
                  <a:lnTo>
                    <a:pt x="3529797" y="1549939"/>
                  </a:lnTo>
                  <a:lnTo>
                    <a:pt x="3531991" y="1530044"/>
                  </a:lnTo>
                  <a:lnTo>
                    <a:pt x="3534184" y="1452011"/>
                  </a:lnTo>
                  <a:lnTo>
                    <a:pt x="3536378" y="1498607"/>
                  </a:lnTo>
                  <a:lnTo>
                    <a:pt x="3538572" y="1467131"/>
                  </a:lnTo>
                  <a:lnTo>
                    <a:pt x="3540766" y="1497537"/>
                  </a:lnTo>
                  <a:lnTo>
                    <a:pt x="3542959" y="1464833"/>
                  </a:lnTo>
                  <a:lnTo>
                    <a:pt x="3545153" y="1484461"/>
                  </a:lnTo>
                  <a:lnTo>
                    <a:pt x="3547347" y="1532156"/>
                  </a:lnTo>
                  <a:lnTo>
                    <a:pt x="3549541" y="1513242"/>
                  </a:lnTo>
                  <a:lnTo>
                    <a:pt x="3551735" y="1530833"/>
                  </a:lnTo>
                  <a:lnTo>
                    <a:pt x="3553928" y="1525567"/>
                  </a:lnTo>
                  <a:lnTo>
                    <a:pt x="3556122" y="1587775"/>
                  </a:lnTo>
                  <a:lnTo>
                    <a:pt x="3558316" y="1602209"/>
                  </a:lnTo>
                  <a:lnTo>
                    <a:pt x="3560510" y="1618938"/>
                  </a:lnTo>
                  <a:lnTo>
                    <a:pt x="3562704" y="1646676"/>
                  </a:lnTo>
                  <a:lnTo>
                    <a:pt x="3564897" y="1649443"/>
                  </a:lnTo>
                  <a:lnTo>
                    <a:pt x="3567091" y="1695071"/>
                  </a:lnTo>
                  <a:lnTo>
                    <a:pt x="3569285" y="1737170"/>
                  </a:lnTo>
                  <a:lnTo>
                    <a:pt x="3571479" y="1654423"/>
                  </a:lnTo>
                  <a:lnTo>
                    <a:pt x="3573672" y="1700676"/>
                  </a:lnTo>
                  <a:lnTo>
                    <a:pt x="3575866" y="1691305"/>
                  </a:lnTo>
                  <a:lnTo>
                    <a:pt x="3578060" y="1662553"/>
                  </a:lnTo>
                  <a:lnTo>
                    <a:pt x="3580254" y="1716854"/>
                  </a:lnTo>
                  <a:lnTo>
                    <a:pt x="3582448" y="1656276"/>
                  </a:lnTo>
                  <a:lnTo>
                    <a:pt x="3584641" y="1677679"/>
                  </a:lnTo>
                  <a:lnTo>
                    <a:pt x="3586835" y="1699556"/>
                  </a:lnTo>
                  <a:lnTo>
                    <a:pt x="3589029" y="1587825"/>
                  </a:lnTo>
                  <a:lnTo>
                    <a:pt x="3591223" y="1637581"/>
                  </a:lnTo>
                  <a:lnTo>
                    <a:pt x="3593416" y="1623315"/>
                  </a:lnTo>
                  <a:lnTo>
                    <a:pt x="3595610" y="1596365"/>
                  </a:lnTo>
                  <a:lnTo>
                    <a:pt x="3597804" y="1627675"/>
                  </a:lnTo>
                  <a:lnTo>
                    <a:pt x="3599998" y="1580236"/>
                  </a:lnTo>
                  <a:lnTo>
                    <a:pt x="3602192" y="1575439"/>
                  </a:lnTo>
                  <a:lnTo>
                    <a:pt x="3604385" y="1542091"/>
                  </a:lnTo>
                  <a:lnTo>
                    <a:pt x="3606579" y="1511605"/>
                  </a:lnTo>
                  <a:lnTo>
                    <a:pt x="3608773" y="1541035"/>
                  </a:lnTo>
                  <a:lnTo>
                    <a:pt x="3610967" y="1521103"/>
                  </a:lnTo>
                  <a:lnTo>
                    <a:pt x="3613161" y="1519439"/>
                  </a:lnTo>
                  <a:lnTo>
                    <a:pt x="3615354" y="1560747"/>
                  </a:lnTo>
                  <a:lnTo>
                    <a:pt x="3617548" y="1557787"/>
                  </a:lnTo>
                  <a:lnTo>
                    <a:pt x="3619742" y="1581114"/>
                  </a:lnTo>
                  <a:lnTo>
                    <a:pt x="3621936" y="1573270"/>
                  </a:lnTo>
                  <a:lnTo>
                    <a:pt x="3624129" y="1509674"/>
                  </a:lnTo>
                  <a:lnTo>
                    <a:pt x="3626323" y="1527708"/>
                  </a:lnTo>
                  <a:lnTo>
                    <a:pt x="3628517" y="1595762"/>
                  </a:lnTo>
                  <a:lnTo>
                    <a:pt x="3630711" y="1626373"/>
                  </a:lnTo>
                  <a:lnTo>
                    <a:pt x="3632905" y="1675947"/>
                  </a:lnTo>
                  <a:lnTo>
                    <a:pt x="3635098" y="1734049"/>
                  </a:lnTo>
                  <a:lnTo>
                    <a:pt x="3637292" y="1695742"/>
                  </a:lnTo>
                  <a:lnTo>
                    <a:pt x="3639486" y="1676862"/>
                  </a:lnTo>
                  <a:lnTo>
                    <a:pt x="3641680" y="1638253"/>
                  </a:lnTo>
                  <a:lnTo>
                    <a:pt x="3643874" y="1553456"/>
                  </a:lnTo>
                  <a:lnTo>
                    <a:pt x="3646067" y="1584600"/>
                  </a:lnTo>
                  <a:lnTo>
                    <a:pt x="3648261" y="1593969"/>
                  </a:lnTo>
                  <a:lnTo>
                    <a:pt x="3650455" y="1580560"/>
                  </a:lnTo>
                  <a:lnTo>
                    <a:pt x="3652649" y="1656805"/>
                  </a:lnTo>
                  <a:lnTo>
                    <a:pt x="3654842" y="1709971"/>
                  </a:lnTo>
                  <a:lnTo>
                    <a:pt x="3657036" y="1706030"/>
                  </a:lnTo>
                  <a:lnTo>
                    <a:pt x="3659230" y="1693773"/>
                  </a:lnTo>
                  <a:lnTo>
                    <a:pt x="3661424" y="1479461"/>
                  </a:lnTo>
                  <a:lnTo>
                    <a:pt x="3663618" y="1474152"/>
                  </a:lnTo>
                  <a:lnTo>
                    <a:pt x="3665811" y="1434629"/>
                  </a:lnTo>
                  <a:lnTo>
                    <a:pt x="3668005" y="1379770"/>
                  </a:lnTo>
                  <a:lnTo>
                    <a:pt x="3670199" y="1334063"/>
                  </a:lnTo>
                  <a:lnTo>
                    <a:pt x="3672393" y="1311401"/>
                  </a:lnTo>
                  <a:lnTo>
                    <a:pt x="3674586" y="1308109"/>
                  </a:lnTo>
                  <a:lnTo>
                    <a:pt x="3676780" y="1316029"/>
                  </a:lnTo>
                  <a:lnTo>
                    <a:pt x="3678974" y="1323459"/>
                  </a:lnTo>
                  <a:lnTo>
                    <a:pt x="3681168" y="1299901"/>
                  </a:lnTo>
                  <a:lnTo>
                    <a:pt x="3683362" y="1431473"/>
                  </a:lnTo>
                  <a:lnTo>
                    <a:pt x="3685555" y="1551520"/>
                  </a:lnTo>
                  <a:lnTo>
                    <a:pt x="3687749" y="1705668"/>
                  </a:lnTo>
                  <a:lnTo>
                    <a:pt x="3689943" y="1732071"/>
                  </a:lnTo>
                  <a:lnTo>
                    <a:pt x="3692137" y="1726757"/>
                  </a:lnTo>
                  <a:lnTo>
                    <a:pt x="3694331" y="1689365"/>
                  </a:lnTo>
                  <a:lnTo>
                    <a:pt x="3696524" y="1531576"/>
                  </a:lnTo>
                  <a:lnTo>
                    <a:pt x="3698718" y="1458238"/>
                  </a:lnTo>
                  <a:lnTo>
                    <a:pt x="3700912" y="1447539"/>
                  </a:lnTo>
                  <a:lnTo>
                    <a:pt x="3703106" y="1391549"/>
                  </a:lnTo>
                  <a:lnTo>
                    <a:pt x="3705299" y="1422346"/>
                  </a:lnTo>
                  <a:lnTo>
                    <a:pt x="3707493" y="1366916"/>
                  </a:lnTo>
                  <a:lnTo>
                    <a:pt x="3709687" y="1365920"/>
                  </a:lnTo>
                  <a:lnTo>
                    <a:pt x="3711881" y="1370572"/>
                  </a:lnTo>
                  <a:lnTo>
                    <a:pt x="3714075" y="1316641"/>
                  </a:lnTo>
                  <a:lnTo>
                    <a:pt x="3716268" y="1317768"/>
                  </a:lnTo>
                  <a:lnTo>
                    <a:pt x="3718462" y="1346907"/>
                  </a:lnTo>
                  <a:lnTo>
                    <a:pt x="3720656" y="1268257"/>
                  </a:lnTo>
                  <a:lnTo>
                    <a:pt x="3722850" y="1263161"/>
                  </a:lnTo>
                  <a:lnTo>
                    <a:pt x="3725043" y="1289446"/>
                  </a:lnTo>
                  <a:lnTo>
                    <a:pt x="3727237" y="1234264"/>
                  </a:lnTo>
                  <a:lnTo>
                    <a:pt x="3729431" y="1238965"/>
                  </a:lnTo>
                  <a:lnTo>
                    <a:pt x="3731625" y="1146867"/>
                  </a:lnTo>
                  <a:lnTo>
                    <a:pt x="3733819" y="1145683"/>
                  </a:lnTo>
                  <a:lnTo>
                    <a:pt x="3736012" y="1181906"/>
                  </a:lnTo>
                  <a:lnTo>
                    <a:pt x="3738206" y="1224405"/>
                  </a:lnTo>
                  <a:lnTo>
                    <a:pt x="3740400" y="1195315"/>
                  </a:lnTo>
                  <a:lnTo>
                    <a:pt x="3742594" y="1176472"/>
                  </a:lnTo>
                  <a:lnTo>
                    <a:pt x="3744788" y="1160204"/>
                  </a:lnTo>
                  <a:lnTo>
                    <a:pt x="3746981" y="1248826"/>
                  </a:lnTo>
                  <a:lnTo>
                    <a:pt x="3749175" y="1275508"/>
                  </a:lnTo>
                  <a:lnTo>
                    <a:pt x="3751369" y="1276384"/>
                  </a:lnTo>
                  <a:lnTo>
                    <a:pt x="3753563" y="1342593"/>
                  </a:lnTo>
                  <a:lnTo>
                    <a:pt x="3755756" y="1435472"/>
                  </a:lnTo>
                  <a:lnTo>
                    <a:pt x="3757950" y="1616650"/>
                  </a:lnTo>
                  <a:lnTo>
                    <a:pt x="3760144" y="1646198"/>
                  </a:lnTo>
                  <a:lnTo>
                    <a:pt x="3762338" y="1665048"/>
                  </a:lnTo>
                  <a:lnTo>
                    <a:pt x="3764532" y="1724122"/>
                  </a:lnTo>
                  <a:lnTo>
                    <a:pt x="3766725" y="1682434"/>
                  </a:lnTo>
                  <a:lnTo>
                    <a:pt x="3768919" y="1670783"/>
                  </a:lnTo>
                  <a:lnTo>
                    <a:pt x="3771113" y="1686699"/>
                  </a:lnTo>
                  <a:lnTo>
                    <a:pt x="3773307" y="1557752"/>
                  </a:lnTo>
                  <a:lnTo>
                    <a:pt x="3775501" y="1450480"/>
                  </a:lnTo>
                  <a:lnTo>
                    <a:pt x="3777694" y="1366822"/>
                  </a:lnTo>
                  <a:lnTo>
                    <a:pt x="3779888" y="1265315"/>
                  </a:lnTo>
                  <a:lnTo>
                    <a:pt x="3782082" y="1271156"/>
                  </a:lnTo>
                  <a:lnTo>
                    <a:pt x="3784276" y="1268215"/>
                  </a:lnTo>
                  <a:lnTo>
                    <a:pt x="3786469" y="1274584"/>
                  </a:lnTo>
                  <a:lnTo>
                    <a:pt x="3788663" y="1288351"/>
                  </a:lnTo>
                  <a:lnTo>
                    <a:pt x="3790857" y="1221613"/>
                  </a:lnTo>
                  <a:lnTo>
                    <a:pt x="3793051" y="1196606"/>
                  </a:lnTo>
                  <a:lnTo>
                    <a:pt x="3795245" y="1138377"/>
                  </a:lnTo>
                  <a:lnTo>
                    <a:pt x="3797438" y="1219777"/>
                  </a:lnTo>
                  <a:lnTo>
                    <a:pt x="3799632" y="1302257"/>
                  </a:lnTo>
                  <a:lnTo>
                    <a:pt x="3801826" y="1361342"/>
                  </a:lnTo>
                  <a:lnTo>
                    <a:pt x="3804020" y="1414833"/>
                  </a:lnTo>
                  <a:lnTo>
                    <a:pt x="3806213" y="1482473"/>
                  </a:lnTo>
                  <a:lnTo>
                    <a:pt x="3808407" y="1365186"/>
                  </a:lnTo>
                  <a:lnTo>
                    <a:pt x="3810601" y="1317379"/>
                  </a:lnTo>
                  <a:lnTo>
                    <a:pt x="3812795" y="1230833"/>
                  </a:lnTo>
                  <a:lnTo>
                    <a:pt x="3814989" y="1105586"/>
                  </a:lnTo>
                  <a:lnTo>
                    <a:pt x="3817182" y="1154283"/>
                  </a:lnTo>
                  <a:lnTo>
                    <a:pt x="3819376" y="1265590"/>
                  </a:lnTo>
                  <a:lnTo>
                    <a:pt x="3821570" y="1328732"/>
                  </a:lnTo>
                  <a:lnTo>
                    <a:pt x="3823764" y="1317421"/>
                  </a:lnTo>
                  <a:lnTo>
                    <a:pt x="3825958" y="1279144"/>
                  </a:lnTo>
                  <a:lnTo>
                    <a:pt x="3828151" y="1364528"/>
                  </a:lnTo>
                  <a:lnTo>
                    <a:pt x="3830345" y="1224508"/>
                  </a:lnTo>
                  <a:lnTo>
                    <a:pt x="3832539" y="1259064"/>
                  </a:lnTo>
                  <a:lnTo>
                    <a:pt x="3834733" y="1264843"/>
                  </a:lnTo>
                  <a:lnTo>
                    <a:pt x="3836926" y="1211262"/>
                  </a:lnTo>
                  <a:lnTo>
                    <a:pt x="3839120" y="974607"/>
                  </a:lnTo>
                  <a:lnTo>
                    <a:pt x="3841314" y="790879"/>
                  </a:lnTo>
                  <a:lnTo>
                    <a:pt x="3843508" y="776063"/>
                  </a:lnTo>
                  <a:lnTo>
                    <a:pt x="3845702" y="654024"/>
                  </a:lnTo>
                  <a:lnTo>
                    <a:pt x="3847895" y="649639"/>
                  </a:lnTo>
                  <a:lnTo>
                    <a:pt x="3850089" y="579997"/>
                  </a:lnTo>
                  <a:lnTo>
                    <a:pt x="3852283" y="425976"/>
                  </a:lnTo>
                  <a:lnTo>
                    <a:pt x="3854477" y="520648"/>
                  </a:lnTo>
                  <a:lnTo>
                    <a:pt x="3856670" y="409608"/>
                  </a:lnTo>
                  <a:lnTo>
                    <a:pt x="3858864" y="539724"/>
                  </a:lnTo>
                  <a:lnTo>
                    <a:pt x="3861058" y="572019"/>
                  </a:lnTo>
                  <a:lnTo>
                    <a:pt x="3863252" y="538032"/>
                  </a:lnTo>
                  <a:lnTo>
                    <a:pt x="3865446" y="554491"/>
                  </a:lnTo>
                  <a:lnTo>
                    <a:pt x="3867639" y="551093"/>
                  </a:lnTo>
                  <a:lnTo>
                    <a:pt x="3869833" y="486603"/>
                  </a:lnTo>
                  <a:lnTo>
                    <a:pt x="3872027" y="476381"/>
                  </a:lnTo>
                  <a:lnTo>
                    <a:pt x="3874221" y="382117"/>
                  </a:lnTo>
                  <a:lnTo>
                    <a:pt x="3876415" y="305395"/>
                  </a:lnTo>
                  <a:lnTo>
                    <a:pt x="3878608" y="301648"/>
                  </a:lnTo>
                  <a:lnTo>
                    <a:pt x="3880802" y="22905"/>
                  </a:lnTo>
                  <a:lnTo>
                    <a:pt x="3882996" y="42452"/>
                  </a:lnTo>
                  <a:lnTo>
                    <a:pt x="3885190" y="1906"/>
                  </a:lnTo>
                  <a:lnTo>
                    <a:pt x="3887383" y="93530"/>
                  </a:lnTo>
                  <a:lnTo>
                    <a:pt x="3889577" y="133870"/>
                  </a:lnTo>
                  <a:lnTo>
                    <a:pt x="3891771" y="225745"/>
                  </a:lnTo>
                  <a:lnTo>
                    <a:pt x="3893965" y="251913"/>
                  </a:lnTo>
                  <a:lnTo>
                    <a:pt x="3896159" y="235679"/>
                  </a:lnTo>
                  <a:lnTo>
                    <a:pt x="3898352" y="311160"/>
                  </a:lnTo>
                  <a:lnTo>
                    <a:pt x="3900546" y="410703"/>
                  </a:lnTo>
                  <a:lnTo>
                    <a:pt x="3902740" y="506236"/>
                  </a:lnTo>
                  <a:lnTo>
                    <a:pt x="3904934" y="578531"/>
                  </a:lnTo>
                  <a:lnTo>
                    <a:pt x="3907128" y="625957"/>
                  </a:lnTo>
                  <a:lnTo>
                    <a:pt x="3909321" y="629472"/>
                  </a:lnTo>
                  <a:lnTo>
                    <a:pt x="3911515" y="696579"/>
                  </a:lnTo>
                  <a:lnTo>
                    <a:pt x="3913709" y="730129"/>
                  </a:lnTo>
                  <a:lnTo>
                    <a:pt x="3915903" y="812902"/>
                  </a:lnTo>
                  <a:lnTo>
                    <a:pt x="3918096" y="843909"/>
                  </a:lnTo>
                  <a:lnTo>
                    <a:pt x="3920290" y="886393"/>
                  </a:lnTo>
                  <a:lnTo>
                    <a:pt x="3922484" y="995915"/>
                  </a:lnTo>
                  <a:lnTo>
                    <a:pt x="3924678" y="1052937"/>
                  </a:lnTo>
                  <a:lnTo>
                    <a:pt x="3926872" y="1056953"/>
                  </a:lnTo>
                  <a:lnTo>
                    <a:pt x="3929065" y="1201759"/>
                  </a:lnTo>
                  <a:lnTo>
                    <a:pt x="3931259" y="1397737"/>
                  </a:lnTo>
                  <a:lnTo>
                    <a:pt x="3933453" y="1467975"/>
                  </a:lnTo>
                  <a:lnTo>
                    <a:pt x="3935647" y="1644514"/>
                  </a:lnTo>
                  <a:lnTo>
                    <a:pt x="3937840" y="1687930"/>
                  </a:lnTo>
                  <a:lnTo>
                    <a:pt x="3940034" y="1751636"/>
                  </a:lnTo>
                  <a:lnTo>
                    <a:pt x="3942228" y="1829313"/>
                  </a:lnTo>
                  <a:lnTo>
                    <a:pt x="3944422" y="1905884"/>
                  </a:lnTo>
                  <a:lnTo>
                    <a:pt x="3946616" y="1896685"/>
                  </a:lnTo>
                  <a:lnTo>
                    <a:pt x="3948809" y="1913321"/>
                  </a:lnTo>
                  <a:lnTo>
                    <a:pt x="3951003" y="1913473"/>
                  </a:lnTo>
                  <a:lnTo>
                    <a:pt x="3953197" y="1966485"/>
                  </a:lnTo>
                  <a:lnTo>
                    <a:pt x="3955391" y="1906917"/>
                  </a:lnTo>
                  <a:lnTo>
                    <a:pt x="3957585" y="1885590"/>
                  </a:lnTo>
                  <a:lnTo>
                    <a:pt x="3959778" y="1773145"/>
                  </a:lnTo>
                  <a:lnTo>
                    <a:pt x="3961972" y="1603470"/>
                  </a:lnTo>
                  <a:lnTo>
                    <a:pt x="3964166" y="1588440"/>
                  </a:lnTo>
                  <a:lnTo>
                    <a:pt x="3966360" y="1543089"/>
                  </a:lnTo>
                  <a:lnTo>
                    <a:pt x="3968553" y="1471497"/>
                  </a:lnTo>
                  <a:lnTo>
                    <a:pt x="3970747" y="1529161"/>
                  </a:lnTo>
                  <a:lnTo>
                    <a:pt x="3972941" y="1626942"/>
                  </a:lnTo>
                  <a:lnTo>
                    <a:pt x="3975135" y="1677099"/>
                  </a:lnTo>
                  <a:lnTo>
                    <a:pt x="3977329" y="1621006"/>
                  </a:lnTo>
                  <a:lnTo>
                    <a:pt x="3979522" y="1583691"/>
                  </a:lnTo>
                  <a:lnTo>
                    <a:pt x="3981716" y="1462408"/>
                  </a:lnTo>
                  <a:lnTo>
                    <a:pt x="3983910" y="1392649"/>
                  </a:lnTo>
                  <a:lnTo>
                    <a:pt x="3986104" y="1314878"/>
                  </a:lnTo>
                  <a:lnTo>
                    <a:pt x="3988297" y="1279250"/>
                  </a:lnTo>
                  <a:lnTo>
                    <a:pt x="3990491" y="1280479"/>
                  </a:lnTo>
                  <a:lnTo>
                    <a:pt x="3992685" y="1223844"/>
                  </a:lnTo>
                  <a:lnTo>
                    <a:pt x="3994879" y="1223628"/>
                  </a:lnTo>
                  <a:lnTo>
                    <a:pt x="3997073" y="1245864"/>
                  </a:lnTo>
                  <a:lnTo>
                    <a:pt x="3999266" y="1227438"/>
                  </a:lnTo>
                  <a:lnTo>
                    <a:pt x="4001460" y="1248801"/>
                  </a:lnTo>
                  <a:lnTo>
                    <a:pt x="4003654" y="1220762"/>
                  </a:lnTo>
                  <a:lnTo>
                    <a:pt x="4005848" y="1282871"/>
                  </a:lnTo>
                  <a:lnTo>
                    <a:pt x="4008042" y="1323568"/>
                  </a:lnTo>
                  <a:lnTo>
                    <a:pt x="4010235" y="1364714"/>
                  </a:lnTo>
                  <a:lnTo>
                    <a:pt x="4012429" y="1396479"/>
                  </a:lnTo>
                  <a:lnTo>
                    <a:pt x="4014623" y="1415575"/>
                  </a:lnTo>
                  <a:lnTo>
                    <a:pt x="4016817" y="1465090"/>
                  </a:lnTo>
                  <a:lnTo>
                    <a:pt x="4019010" y="1469377"/>
                  </a:lnTo>
                  <a:lnTo>
                    <a:pt x="4021204" y="1476238"/>
                  </a:lnTo>
                  <a:lnTo>
                    <a:pt x="4023398" y="1395856"/>
                  </a:lnTo>
                  <a:lnTo>
                    <a:pt x="4025592" y="1412196"/>
                  </a:lnTo>
                  <a:lnTo>
                    <a:pt x="4027786" y="1476367"/>
                  </a:lnTo>
                  <a:lnTo>
                    <a:pt x="4029979" y="1460586"/>
                  </a:lnTo>
                  <a:lnTo>
                    <a:pt x="4032173" y="1479799"/>
                  </a:lnTo>
                  <a:lnTo>
                    <a:pt x="4034367" y="1446476"/>
                  </a:lnTo>
                  <a:lnTo>
                    <a:pt x="4036561" y="1598679"/>
                  </a:lnTo>
                  <a:lnTo>
                    <a:pt x="4038755" y="1727558"/>
                  </a:lnTo>
                  <a:lnTo>
                    <a:pt x="4040948" y="1655703"/>
                  </a:lnTo>
                  <a:lnTo>
                    <a:pt x="4043142" y="1710127"/>
                  </a:lnTo>
                  <a:lnTo>
                    <a:pt x="4045336" y="1547128"/>
                  </a:lnTo>
                  <a:lnTo>
                    <a:pt x="4047530" y="1440633"/>
                  </a:lnTo>
                  <a:lnTo>
                    <a:pt x="4049723" y="1440168"/>
                  </a:lnTo>
                  <a:lnTo>
                    <a:pt x="4051917" y="1427457"/>
                  </a:lnTo>
                  <a:lnTo>
                    <a:pt x="4054111" y="1412796"/>
                  </a:lnTo>
                  <a:lnTo>
                    <a:pt x="4056305" y="1390415"/>
                  </a:lnTo>
                  <a:lnTo>
                    <a:pt x="4058499" y="1435372"/>
                  </a:lnTo>
                  <a:lnTo>
                    <a:pt x="4060692" y="1423669"/>
                  </a:lnTo>
                  <a:lnTo>
                    <a:pt x="4062886" y="1399179"/>
                  </a:lnTo>
                  <a:lnTo>
                    <a:pt x="4065080" y="1432920"/>
                  </a:lnTo>
                  <a:lnTo>
                    <a:pt x="4067274" y="1417145"/>
                  </a:lnTo>
                  <a:lnTo>
                    <a:pt x="4069467" y="1480757"/>
                  </a:lnTo>
                  <a:lnTo>
                    <a:pt x="4071661" y="1436727"/>
                  </a:lnTo>
                  <a:lnTo>
                    <a:pt x="4073855" y="1458276"/>
                  </a:lnTo>
                  <a:lnTo>
                    <a:pt x="4076049" y="1483304"/>
                  </a:lnTo>
                  <a:lnTo>
                    <a:pt x="4078243" y="1493627"/>
                  </a:lnTo>
                  <a:lnTo>
                    <a:pt x="4080436" y="1615941"/>
                  </a:lnTo>
                  <a:lnTo>
                    <a:pt x="4082630" y="1729422"/>
                  </a:lnTo>
                  <a:lnTo>
                    <a:pt x="4084824" y="1811511"/>
                  </a:lnTo>
                  <a:lnTo>
                    <a:pt x="4087018" y="1885379"/>
                  </a:lnTo>
                  <a:lnTo>
                    <a:pt x="4089212" y="1899015"/>
                  </a:lnTo>
                  <a:lnTo>
                    <a:pt x="4091405" y="1995109"/>
                  </a:lnTo>
                  <a:lnTo>
                    <a:pt x="4093599" y="2027637"/>
                  </a:lnTo>
                  <a:lnTo>
                    <a:pt x="4095793" y="2034778"/>
                  </a:lnTo>
                  <a:lnTo>
                    <a:pt x="4097987" y="2048304"/>
                  </a:lnTo>
                  <a:lnTo>
                    <a:pt x="4100180" y="2030694"/>
                  </a:lnTo>
                  <a:lnTo>
                    <a:pt x="4102374" y="1979395"/>
                  </a:lnTo>
                  <a:lnTo>
                    <a:pt x="4104568" y="1988554"/>
                  </a:lnTo>
                  <a:lnTo>
                    <a:pt x="4106762" y="1903994"/>
                  </a:lnTo>
                  <a:lnTo>
                    <a:pt x="4108956" y="1912190"/>
                  </a:lnTo>
                  <a:lnTo>
                    <a:pt x="4111149" y="1894822"/>
                  </a:lnTo>
                  <a:lnTo>
                    <a:pt x="4113343" y="1837245"/>
                  </a:lnTo>
                  <a:lnTo>
                    <a:pt x="4115537" y="1859008"/>
                  </a:lnTo>
                  <a:lnTo>
                    <a:pt x="4117731" y="1808414"/>
                  </a:lnTo>
                  <a:lnTo>
                    <a:pt x="4119924" y="1756758"/>
                  </a:lnTo>
                  <a:lnTo>
                    <a:pt x="4122118" y="1769494"/>
                  </a:lnTo>
                  <a:lnTo>
                    <a:pt x="4124312" y="1818219"/>
                  </a:lnTo>
                  <a:lnTo>
                    <a:pt x="4126506" y="1838043"/>
                  </a:lnTo>
                  <a:lnTo>
                    <a:pt x="4128700" y="1811322"/>
                  </a:lnTo>
                  <a:lnTo>
                    <a:pt x="4130893" y="1860760"/>
                  </a:lnTo>
                  <a:lnTo>
                    <a:pt x="4133087" y="1922194"/>
                  </a:lnTo>
                  <a:lnTo>
                    <a:pt x="4135281" y="1883698"/>
                  </a:lnTo>
                  <a:lnTo>
                    <a:pt x="4137475" y="1853436"/>
                  </a:lnTo>
                  <a:lnTo>
                    <a:pt x="4139669" y="1821616"/>
                  </a:lnTo>
                  <a:lnTo>
                    <a:pt x="4141862" y="1811180"/>
                  </a:lnTo>
                  <a:lnTo>
                    <a:pt x="4144056" y="1810066"/>
                  </a:lnTo>
                  <a:lnTo>
                    <a:pt x="4146250" y="1759454"/>
                  </a:lnTo>
                  <a:lnTo>
                    <a:pt x="4148444" y="1777145"/>
                  </a:lnTo>
                  <a:lnTo>
                    <a:pt x="4150637" y="1895331"/>
                  </a:lnTo>
                  <a:lnTo>
                    <a:pt x="4152831" y="1946066"/>
                  </a:lnTo>
                  <a:lnTo>
                    <a:pt x="4155025" y="1989880"/>
                  </a:lnTo>
                  <a:lnTo>
                    <a:pt x="4157219" y="2004605"/>
                  </a:lnTo>
                  <a:lnTo>
                    <a:pt x="4159413" y="2002809"/>
                  </a:lnTo>
                  <a:lnTo>
                    <a:pt x="4161606" y="1964379"/>
                  </a:lnTo>
                  <a:lnTo>
                    <a:pt x="4163800" y="1939919"/>
                  </a:lnTo>
                  <a:lnTo>
                    <a:pt x="4165994" y="1895728"/>
                  </a:lnTo>
                  <a:lnTo>
                    <a:pt x="4168188" y="1831931"/>
                  </a:lnTo>
                  <a:lnTo>
                    <a:pt x="4170381" y="1832880"/>
                  </a:lnTo>
                  <a:lnTo>
                    <a:pt x="4172575" y="1732956"/>
                  </a:lnTo>
                  <a:lnTo>
                    <a:pt x="4174769" y="1621280"/>
                  </a:lnTo>
                  <a:lnTo>
                    <a:pt x="4176963" y="1574033"/>
                  </a:lnTo>
                  <a:lnTo>
                    <a:pt x="4179157" y="1541917"/>
                  </a:lnTo>
                  <a:lnTo>
                    <a:pt x="4181350" y="1501359"/>
                  </a:lnTo>
                  <a:lnTo>
                    <a:pt x="4183544" y="1499870"/>
                  </a:lnTo>
                  <a:lnTo>
                    <a:pt x="4185738" y="1455640"/>
                  </a:lnTo>
                  <a:lnTo>
                    <a:pt x="4187932" y="1419800"/>
                  </a:lnTo>
                  <a:lnTo>
                    <a:pt x="4190126" y="1389970"/>
                  </a:lnTo>
                  <a:lnTo>
                    <a:pt x="4192319" y="1356871"/>
                  </a:lnTo>
                  <a:lnTo>
                    <a:pt x="4194513" y="1374878"/>
                  </a:lnTo>
                  <a:lnTo>
                    <a:pt x="4196707" y="1350259"/>
                  </a:lnTo>
                  <a:lnTo>
                    <a:pt x="4198901" y="1355929"/>
                  </a:lnTo>
                  <a:lnTo>
                    <a:pt x="4201094" y="1375021"/>
                  </a:lnTo>
                  <a:lnTo>
                    <a:pt x="4203288" y="1386890"/>
                  </a:lnTo>
                  <a:lnTo>
                    <a:pt x="4205482" y="1415054"/>
                  </a:lnTo>
                  <a:lnTo>
                    <a:pt x="4207676" y="1422588"/>
                  </a:lnTo>
                  <a:lnTo>
                    <a:pt x="4209870" y="1451107"/>
                  </a:lnTo>
                  <a:lnTo>
                    <a:pt x="4212063" y="1469981"/>
                  </a:lnTo>
                  <a:lnTo>
                    <a:pt x="4214257" y="1494273"/>
                  </a:lnTo>
                  <a:lnTo>
                    <a:pt x="4216451" y="1489256"/>
                  </a:lnTo>
                  <a:lnTo>
                    <a:pt x="4218645" y="1501495"/>
                  </a:lnTo>
                  <a:lnTo>
                    <a:pt x="4220839" y="1496186"/>
                  </a:lnTo>
                  <a:lnTo>
                    <a:pt x="4223032" y="1484847"/>
                  </a:lnTo>
                  <a:lnTo>
                    <a:pt x="4225226" y="1545362"/>
                  </a:lnTo>
                  <a:lnTo>
                    <a:pt x="4227420" y="1464075"/>
                  </a:lnTo>
                  <a:lnTo>
                    <a:pt x="4229614" y="1543951"/>
                  </a:lnTo>
                  <a:lnTo>
                    <a:pt x="4231807" y="1541375"/>
                  </a:lnTo>
                  <a:lnTo>
                    <a:pt x="4234001" y="1515103"/>
                  </a:lnTo>
                  <a:lnTo>
                    <a:pt x="4236195" y="1576911"/>
                  </a:lnTo>
                  <a:lnTo>
                    <a:pt x="4238389" y="1505829"/>
                  </a:lnTo>
                  <a:lnTo>
                    <a:pt x="4240583" y="1594144"/>
                  </a:lnTo>
                  <a:lnTo>
                    <a:pt x="4242776" y="1589552"/>
                  </a:lnTo>
                  <a:lnTo>
                    <a:pt x="4244970" y="1585712"/>
                  </a:lnTo>
                  <a:lnTo>
                    <a:pt x="4247164" y="1618814"/>
                  </a:lnTo>
                  <a:lnTo>
                    <a:pt x="4249358" y="1580528"/>
                  </a:lnTo>
                  <a:lnTo>
                    <a:pt x="4251551" y="1555669"/>
                  </a:lnTo>
                  <a:lnTo>
                    <a:pt x="4253745" y="1606124"/>
                  </a:lnTo>
                  <a:lnTo>
                    <a:pt x="4255939" y="1567045"/>
                  </a:lnTo>
                  <a:lnTo>
                    <a:pt x="4258133" y="1610517"/>
                  </a:lnTo>
                  <a:lnTo>
                    <a:pt x="4260327" y="1626484"/>
                  </a:lnTo>
                  <a:lnTo>
                    <a:pt x="4262520" y="1689682"/>
                  </a:lnTo>
                  <a:lnTo>
                    <a:pt x="4264714" y="1744445"/>
                  </a:lnTo>
                  <a:lnTo>
                    <a:pt x="4266908" y="1799576"/>
                  </a:lnTo>
                  <a:lnTo>
                    <a:pt x="4269102" y="1726376"/>
                  </a:lnTo>
                  <a:lnTo>
                    <a:pt x="4271296" y="1642466"/>
                  </a:lnTo>
                  <a:lnTo>
                    <a:pt x="4273489" y="1768921"/>
                  </a:lnTo>
                  <a:lnTo>
                    <a:pt x="4275683" y="1694256"/>
                  </a:lnTo>
                  <a:lnTo>
                    <a:pt x="4277877" y="1741735"/>
                  </a:lnTo>
                  <a:lnTo>
                    <a:pt x="4280071" y="1630800"/>
                  </a:lnTo>
                  <a:lnTo>
                    <a:pt x="4282264" y="1579478"/>
                  </a:lnTo>
                  <a:lnTo>
                    <a:pt x="4284458" y="1605927"/>
                  </a:lnTo>
                  <a:lnTo>
                    <a:pt x="4286652" y="1506660"/>
                  </a:lnTo>
                  <a:lnTo>
                    <a:pt x="4288846" y="1523669"/>
                  </a:lnTo>
                  <a:lnTo>
                    <a:pt x="4291040" y="1529699"/>
                  </a:lnTo>
                  <a:lnTo>
                    <a:pt x="4293233" y="1463791"/>
                  </a:lnTo>
                  <a:lnTo>
                    <a:pt x="4295427" y="1432680"/>
                  </a:lnTo>
                  <a:lnTo>
                    <a:pt x="4297621" y="1397062"/>
                  </a:lnTo>
                  <a:lnTo>
                    <a:pt x="4299815" y="1348496"/>
                  </a:lnTo>
                  <a:lnTo>
                    <a:pt x="4302008" y="1357855"/>
                  </a:lnTo>
                  <a:lnTo>
                    <a:pt x="4304202" y="1345014"/>
                  </a:lnTo>
                  <a:lnTo>
                    <a:pt x="4306396" y="1304912"/>
                  </a:lnTo>
                  <a:lnTo>
                    <a:pt x="4308590" y="1340459"/>
                  </a:lnTo>
                  <a:lnTo>
                    <a:pt x="4310784" y="1327740"/>
                  </a:lnTo>
                  <a:lnTo>
                    <a:pt x="4312977" y="1287408"/>
                  </a:lnTo>
                  <a:lnTo>
                    <a:pt x="4315171" y="1320809"/>
                  </a:lnTo>
                  <a:lnTo>
                    <a:pt x="4317365" y="1296450"/>
                  </a:lnTo>
                  <a:lnTo>
                    <a:pt x="4319559" y="1307812"/>
                  </a:lnTo>
                  <a:lnTo>
                    <a:pt x="4321753" y="1324292"/>
                  </a:lnTo>
                  <a:lnTo>
                    <a:pt x="4323946" y="1367726"/>
                  </a:lnTo>
                  <a:lnTo>
                    <a:pt x="4326140" y="1375535"/>
                  </a:lnTo>
                  <a:lnTo>
                    <a:pt x="4328334" y="1329614"/>
                  </a:lnTo>
                  <a:lnTo>
                    <a:pt x="4330528" y="1367580"/>
                  </a:lnTo>
                  <a:lnTo>
                    <a:pt x="4332721" y="1306999"/>
                  </a:lnTo>
                  <a:lnTo>
                    <a:pt x="4334915" y="1343589"/>
                  </a:lnTo>
                  <a:lnTo>
                    <a:pt x="4337109" y="1347654"/>
                  </a:lnTo>
                  <a:lnTo>
                    <a:pt x="4339303" y="1365701"/>
                  </a:lnTo>
                  <a:lnTo>
                    <a:pt x="4341497" y="1419684"/>
                  </a:lnTo>
                  <a:lnTo>
                    <a:pt x="4343690" y="1437306"/>
                  </a:lnTo>
                  <a:lnTo>
                    <a:pt x="4345884" y="1461820"/>
                  </a:lnTo>
                  <a:lnTo>
                    <a:pt x="4348078" y="1499759"/>
                  </a:lnTo>
                  <a:lnTo>
                    <a:pt x="4350272" y="1583031"/>
                  </a:lnTo>
                  <a:lnTo>
                    <a:pt x="4352466" y="1591091"/>
                  </a:lnTo>
                  <a:lnTo>
                    <a:pt x="4354659" y="1549829"/>
                  </a:lnTo>
                  <a:lnTo>
                    <a:pt x="4356853" y="1674276"/>
                  </a:lnTo>
                  <a:lnTo>
                    <a:pt x="4359047" y="1712648"/>
                  </a:lnTo>
                  <a:lnTo>
                    <a:pt x="4361241" y="1701850"/>
                  </a:lnTo>
                  <a:lnTo>
                    <a:pt x="4363434" y="1602435"/>
                  </a:lnTo>
                  <a:lnTo>
                    <a:pt x="4365628" y="1541854"/>
                  </a:lnTo>
                  <a:lnTo>
                    <a:pt x="4367822" y="1601554"/>
                  </a:lnTo>
                  <a:lnTo>
                    <a:pt x="4370016" y="1606422"/>
                  </a:lnTo>
                  <a:lnTo>
                    <a:pt x="4372210" y="1633399"/>
                  </a:lnTo>
                  <a:lnTo>
                    <a:pt x="4374403" y="1658281"/>
                  </a:lnTo>
                  <a:lnTo>
                    <a:pt x="4376597" y="1621612"/>
                  </a:lnTo>
                  <a:lnTo>
                    <a:pt x="4378791" y="1625925"/>
                  </a:lnTo>
                  <a:lnTo>
                    <a:pt x="4380985" y="1655476"/>
                  </a:lnTo>
                  <a:lnTo>
                    <a:pt x="4383178" y="1613647"/>
                  </a:lnTo>
                  <a:lnTo>
                    <a:pt x="4385372" y="1624332"/>
                  </a:lnTo>
                  <a:lnTo>
                    <a:pt x="4387566" y="1583019"/>
                  </a:lnTo>
                  <a:lnTo>
                    <a:pt x="4389760" y="1627821"/>
                  </a:lnTo>
                  <a:lnTo>
                    <a:pt x="4391954" y="1670126"/>
                  </a:lnTo>
                  <a:lnTo>
                    <a:pt x="4394147" y="1616827"/>
                  </a:lnTo>
                  <a:lnTo>
                    <a:pt x="4396341" y="1591459"/>
                  </a:lnTo>
                  <a:lnTo>
                    <a:pt x="4398535" y="1646556"/>
                  </a:lnTo>
                  <a:lnTo>
                    <a:pt x="4400729" y="1593858"/>
                  </a:lnTo>
                  <a:lnTo>
                    <a:pt x="4402923" y="1602548"/>
                  </a:lnTo>
                  <a:lnTo>
                    <a:pt x="4405116" y="1535592"/>
                  </a:lnTo>
                  <a:lnTo>
                    <a:pt x="4407310" y="1532579"/>
                  </a:lnTo>
                  <a:lnTo>
                    <a:pt x="4409504" y="1683265"/>
                  </a:lnTo>
                  <a:lnTo>
                    <a:pt x="4411698" y="1622663"/>
                  </a:lnTo>
                  <a:lnTo>
                    <a:pt x="4413891" y="1730839"/>
                  </a:lnTo>
                  <a:lnTo>
                    <a:pt x="4416085" y="1723342"/>
                  </a:lnTo>
                  <a:lnTo>
                    <a:pt x="4418279" y="1721541"/>
                  </a:lnTo>
                  <a:lnTo>
                    <a:pt x="4420473" y="1622120"/>
                  </a:lnTo>
                  <a:lnTo>
                    <a:pt x="4422667" y="1587079"/>
                  </a:lnTo>
                  <a:lnTo>
                    <a:pt x="4424860" y="1599762"/>
                  </a:lnTo>
                  <a:lnTo>
                    <a:pt x="4427054" y="1603033"/>
                  </a:lnTo>
                  <a:lnTo>
                    <a:pt x="4429248" y="1557250"/>
                  </a:lnTo>
                  <a:lnTo>
                    <a:pt x="4431442" y="1601184"/>
                  </a:lnTo>
                  <a:lnTo>
                    <a:pt x="4433635" y="1571459"/>
                  </a:lnTo>
                  <a:lnTo>
                    <a:pt x="4435829" y="1552941"/>
                  </a:lnTo>
                  <a:lnTo>
                    <a:pt x="4438023" y="1548380"/>
                  </a:lnTo>
                  <a:lnTo>
                    <a:pt x="4440217" y="1552793"/>
                  </a:lnTo>
                  <a:lnTo>
                    <a:pt x="4442411" y="1599721"/>
                  </a:lnTo>
                  <a:lnTo>
                    <a:pt x="4444604" y="1589778"/>
                  </a:lnTo>
                  <a:lnTo>
                    <a:pt x="4446798" y="1563723"/>
                  </a:lnTo>
                  <a:lnTo>
                    <a:pt x="4448992" y="1582581"/>
                  </a:lnTo>
                  <a:lnTo>
                    <a:pt x="4451186" y="1587690"/>
                  </a:lnTo>
                  <a:lnTo>
                    <a:pt x="4453380" y="1664317"/>
                  </a:lnTo>
                  <a:lnTo>
                    <a:pt x="4455573" y="1672544"/>
                  </a:lnTo>
                  <a:lnTo>
                    <a:pt x="4457767" y="1724670"/>
                  </a:lnTo>
                  <a:lnTo>
                    <a:pt x="4459961" y="1746381"/>
                  </a:lnTo>
                  <a:lnTo>
                    <a:pt x="4462155" y="1901968"/>
                  </a:lnTo>
                  <a:lnTo>
                    <a:pt x="4464348" y="1945410"/>
                  </a:lnTo>
                  <a:lnTo>
                    <a:pt x="4466542" y="1914626"/>
                  </a:lnTo>
                  <a:lnTo>
                    <a:pt x="4468736" y="1901089"/>
                  </a:lnTo>
                  <a:lnTo>
                    <a:pt x="4470930" y="1948004"/>
                  </a:lnTo>
                  <a:lnTo>
                    <a:pt x="4473124" y="1986993"/>
                  </a:lnTo>
                  <a:lnTo>
                    <a:pt x="4475317" y="1962713"/>
                  </a:lnTo>
                  <a:lnTo>
                    <a:pt x="4477511" y="1907102"/>
                  </a:lnTo>
                  <a:lnTo>
                    <a:pt x="4479705" y="1840112"/>
                  </a:lnTo>
                  <a:lnTo>
                    <a:pt x="4481899" y="1663329"/>
                  </a:lnTo>
                  <a:lnTo>
                    <a:pt x="4484093" y="1664075"/>
                  </a:lnTo>
                  <a:lnTo>
                    <a:pt x="4486286" y="1543844"/>
                  </a:lnTo>
                  <a:lnTo>
                    <a:pt x="4488480" y="1531110"/>
                  </a:lnTo>
                  <a:lnTo>
                    <a:pt x="4490674" y="1478845"/>
                  </a:lnTo>
                  <a:lnTo>
                    <a:pt x="4492868" y="1455416"/>
                  </a:lnTo>
                  <a:lnTo>
                    <a:pt x="4495061" y="1544717"/>
                  </a:lnTo>
                  <a:lnTo>
                    <a:pt x="4497255" y="1507457"/>
                  </a:lnTo>
                  <a:lnTo>
                    <a:pt x="4499449" y="1575166"/>
                  </a:lnTo>
                  <a:lnTo>
                    <a:pt x="4501643" y="1654789"/>
                  </a:lnTo>
                  <a:lnTo>
                    <a:pt x="4503837" y="1766194"/>
                  </a:lnTo>
                  <a:lnTo>
                    <a:pt x="4506030" y="1849996"/>
                  </a:lnTo>
                  <a:lnTo>
                    <a:pt x="4508224" y="1733980"/>
                  </a:lnTo>
                  <a:lnTo>
                    <a:pt x="4510418" y="1762622"/>
                  </a:lnTo>
                  <a:lnTo>
                    <a:pt x="4512612" y="1832600"/>
                  </a:lnTo>
                  <a:lnTo>
                    <a:pt x="4514805" y="1960698"/>
                  </a:lnTo>
                  <a:lnTo>
                    <a:pt x="4516999" y="1980149"/>
                  </a:lnTo>
                  <a:lnTo>
                    <a:pt x="4519193" y="1964921"/>
                  </a:lnTo>
                  <a:lnTo>
                    <a:pt x="4521387" y="1925400"/>
                  </a:lnTo>
                  <a:lnTo>
                    <a:pt x="4523581" y="1963053"/>
                  </a:lnTo>
                  <a:lnTo>
                    <a:pt x="4525774" y="1920661"/>
                  </a:lnTo>
                  <a:lnTo>
                    <a:pt x="4527968" y="1925063"/>
                  </a:lnTo>
                  <a:lnTo>
                    <a:pt x="4530162" y="1993028"/>
                  </a:lnTo>
                  <a:lnTo>
                    <a:pt x="4532356" y="2007665"/>
                  </a:lnTo>
                  <a:lnTo>
                    <a:pt x="4534550" y="1921977"/>
                  </a:lnTo>
                  <a:lnTo>
                    <a:pt x="4536743" y="1839640"/>
                  </a:lnTo>
                  <a:lnTo>
                    <a:pt x="4538937" y="1836628"/>
                  </a:lnTo>
                  <a:lnTo>
                    <a:pt x="4541131" y="1838624"/>
                  </a:lnTo>
                  <a:lnTo>
                    <a:pt x="4543325" y="1802692"/>
                  </a:lnTo>
                  <a:lnTo>
                    <a:pt x="4545518" y="1795364"/>
                  </a:lnTo>
                  <a:lnTo>
                    <a:pt x="4547712" y="1790161"/>
                  </a:lnTo>
                  <a:lnTo>
                    <a:pt x="4549906" y="1894387"/>
                  </a:lnTo>
                  <a:lnTo>
                    <a:pt x="4552100" y="1948099"/>
                  </a:lnTo>
                  <a:lnTo>
                    <a:pt x="4554294" y="2008065"/>
                  </a:lnTo>
                  <a:lnTo>
                    <a:pt x="4556487" y="2024161"/>
                  </a:lnTo>
                  <a:lnTo>
                    <a:pt x="4558681" y="2031865"/>
                  </a:lnTo>
                  <a:lnTo>
                    <a:pt x="4560875" y="2054374"/>
                  </a:lnTo>
                  <a:lnTo>
                    <a:pt x="4563069" y="2056860"/>
                  </a:lnTo>
                  <a:lnTo>
                    <a:pt x="4565262" y="2097105"/>
                  </a:lnTo>
                  <a:lnTo>
                    <a:pt x="4567456" y="2113776"/>
                  </a:lnTo>
                  <a:lnTo>
                    <a:pt x="4569650" y="2077832"/>
                  </a:lnTo>
                  <a:lnTo>
                    <a:pt x="4571844" y="2032304"/>
                  </a:lnTo>
                  <a:lnTo>
                    <a:pt x="4574038" y="1983847"/>
                  </a:lnTo>
                  <a:lnTo>
                    <a:pt x="4576231" y="1937576"/>
                  </a:lnTo>
                  <a:lnTo>
                    <a:pt x="4578425" y="1905411"/>
                  </a:lnTo>
                  <a:lnTo>
                    <a:pt x="4580619" y="1902094"/>
                  </a:lnTo>
                  <a:lnTo>
                    <a:pt x="4582813" y="1934268"/>
                  </a:lnTo>
                  <a:lnTo>
                    <a:pt x="4585007" y="1841293"/>
                  </a:lnTo>
                  <a:lnTo>
                    <a:pt x="4587200" y="1790322"/>
                  </a:lnTo>
                  <a:lnTo>
                    <a:pt x="4589394" y="1742202"/>
                  </a:lnTo>
                  <a:lnTo>
                    <a:pt x="4591588" y="1600856"/>
                  </a:lnTo>
                  <a:lnTo>
                    <a:pt x="4593782" y="1695335"/>
                  </a:lnTo>
                  <a:lnTo>
                    <a:pt x="4595975" y="1583594"/>
                  </a:lnTo>
                  <a:lnTo>
                    <a:pt x="4598169" y="1560077"/>
                  </a:lnTo>
                  <a:lnTo>
                    <a:pt x="4600363" y="1572965"/>
                  </a:lnTo>
                  <a:lnTo>
                    <a:pt x="4602557" y="1516561"/>
                  </a:lnTo>
                  <a:lnTo>
                    <a:pt x="4604751" y="1584427"/>
                  </a:lnTo>
                  <a:lnTo>
                    <a:pt x="4606944" y="1572280"/>
                  </a:lnTo>
                  <a:lnTo>
                    <a:pt x="4609138" y="1593673"/>
                  </a:lnTo>
                  <a:lnTo>
                    <a:pt x="4611332" y="1670687"/>
                  </a:lnTo>
                  <a:lnTo>
                    <a:pt x="4613526" y="1718783"/>
                  </a:lnTo>
                  <a:lnTo>
                    <a:pt x="4615720" y="1804834"/>
                  </a:lnTo>
                  <a:lnTo>
                    <a:pt x="4617913" y="1752163"/>
                  </a:lnTo>
                  <a:lnTo>
                    <a:pt x="4620107" y="1780438"/>
                  </a:lnTo>
                  <a:lnTo>
                    <a:pt x="4622301" y="1837154"/>
                  </a:lnTo>
                  <a:lnTo>
                    <a:pt x="4624495" y="1827543"/>
                  </a:lnTo>
                  <a:lnTo>
                    <a:pt x="4626688" y="1865312"/>
                  </a:lnTo>
                  <a:lnTo>
                    <a:pt x="4628882" y="1972642"/>
                  </a:lnTo>
                  <a:lnTo>
                    <a:pt x="4631076" y="1955851"/>
                  </a:lnTo>
                  <a:lnTo>
                    <a:pt x="4633270" y="1991526"/>
                  </a:lnTo>
                  <a:lnTo>
                    <a:pt x="4635464" y="1977064"/>
                  </a:lnTo>
                  <a:lnTo>
                    <a:pt x="4637657" y="1981353"/>
                  </a:lnTo>
                  <a:lnTo>
                    <a:pt x="4639851" y="1939335"/>
                  </a:lnTo>
                  <a:lnTo>
                    <a:pt x="4642045" y="1928846"/>
                  </a:lnTo>
                  <a:lnTo>
                    <a:pt x="4644239" y="1818303"/>
                  </a:lnTo>
                  <a:lnTo>
                    <a:pt x="4646432" y="1758095"/>
                  </a:lnTo>
                  <a:lnTo>
                    <a:pt x="4648626" y="1715257"/>
                  </a:lnTo>
                  <a:lnTo>
                    <a:pt x="4650820" y="1630631"/>
                  </a:lnTo>
                  <a:lnTo>
                    <a:pt x="4653014" y="1618991"/>
                  </a:lnTo>
                  <a:lnTo>
                    <a:pt x="4655208" y="1579468"/>
                  </a:lnTo>
                  <a:lnTo>
                    <a:pt x="4657401" y="1603561"/>
                  </a:lnTo>
                  <a:lnTo>
                    <a:pt x="4659595" y="1700362"/>
                  </a:lnTo>
                  <a:lnTo>
                    <a:pt x="4661789" y="1734172"/>
                  </a:lnTo>
                  <a:lnTo>
                    <a:pt x="4663983" y="1809835"/>
                  </a:lnTo>
                  <a:lnTo>
                    <a:pt x="4666177" y="1753637"/>
                  </a:lnTo>
                  <a:lnTo>
                    <a:pt x="4668370" y="1812607"/>
                  </a:lnTo>
                  <a:lnTo>
                    <a:pt x="4670564" y="1746735"/>
                  </a:lnTo>
                  <a:lnTo>
                    <a:pt x="4672758" y="1697894"/>
                  </a:lnTo>
                  <a:lnTo>
                    <a:pt x="4674952" y="1720012"/>
                  </a:lnTo>
                  <a:lnTo>
                    <a:pt x="4677145" y="1680159"/>
                  </a:lnTo>
                  <a:lnTo>
                    <a:pt x="4679339" y="1723030"/>
                  </a:lnTo>
                  <a:lnTo>
                    <a:pt x="4681533" y="1728163"/>
                  </a:lnTo>
                  <a:lnTo>
                    <a:pt x="4683727" y="1799474"/>
                  </a:lnTo>
                  <a:lnTo>
                    <a:pt x="4685921" y="1815959"/>
                  </a:lnTo>
                  <a:lnTo>
                    <a:pt x="4688114" y="1789256"/>
                  </a:lnTo>
                  <a:lnTo>
                    <a:pt x="4690308" y="1764441"/>
                  </a:lnTo>
                  <a:lnTo>
                    <a:pt x="4692502" y="1742331"/>
                  </a:lnTo>
                  <a:lnTo>
                    <a:pt x="4694696" y="1717574"/>
                  </a:lnTo>
                  <a:lnTo>
                    <a:pt x="4696889" y="1702512"/>
                  </a:lnTo>
                  <a:lnTo>
                    <a:pt x="4699083" y="1678729"/>
                  </a:lnTo>
                  <a:lnTo>
                    <a:pt x="4701277" y="1666615"/>
                  </a:lnTo>
                  <a:lnTo>
                    <a:pt x="4703471" y="1680531"/>
                  </a:lnTo>
                  <a:lnTo>
                    <a:pt x="4705665" y="1666743"/>
                  </a:lnTo>
                  <a:lnTo>
                    <a:pt x="4707858" y="1734832"/>
                  </a:lnTo>
                  <a:lnTo>
                    <a:pt x="4710052" y="1766912"/>
                  </a:lnTo>
                  <a:lnTo>
                    <a:pt x="4712246" y="1766676"/>
                  </a:lnTo>
                  <a:lnTo>
                    <a:pt x="4714440" y="1803631"/>
                  </a:lnTo>
                  <a:lnTo>
                    <a:pt x="4716634" y="1768678"/>
                  </a:lnTo>
                  <a:lnTo>
                    <a:pt x="4718827" y="1785880"/>
                  </a:lnTo>
                  <a:lnTo>
                    <a:pt x="4721021" y="1738292"/>
                  </a:lnTo>
                  <a:lnTo>
                    <a:pt x="4723215" y="1651334"/>
                  </a:lnTo>
                  <a:lnTo>
                    <a:pt x="4725409" y="1665204"/>
                  </a:lnTo>
                  <a:lnTo>
                    <a:pt x="4727602" y="1641682"/>
                  </a:lnTo>
                  <a:lnTo>
                    <a:pt x="4729796" y="1627703"/>
                  </a:lnTo>
                  <a:lnTo>
                    <a:pt x="4731990" y="1589522"/>
                  </a:lnTo>
                  <a:lnTo>
                    <a:pt x="4734184" y="1594971"/>
                  </a:lnTo>
                  <a:lnTo>
                    <a:pt x="4736378" y="1636033"/>
                  </a:lnTo>
                  <a:lnTo>
                    <a:pt x="4738571" y="1622843"/>
                  </a:lnTo>
                  <a:lnTo>
                    <a:pt x="4740765" y="1632777"/>
                  </a:lnTo>
                  <a:lnTo>
                    <a:pt x="4742959" y="1643757"/>
                  </a:lnTo>
                  <a:lnTo>
                    <a:pt x="4745153" y="1671703"/>
                  </a:lnTo>
                  <a:lnTo>
                    <a:pt x="4747346" y="1696257"/>
                  </a:lnTo>
                  <a:lnTo>
                    <a:pt x="4749540" y="1709369"/>
                  </a:lnTo>
                  <a:lnTo>
                    <a:pt x="4751734" y="1725165"/>
                  </a:lnTo>
                  <a:lnTo>
                    <a:pt x="4753928" y="1748710"/>
                  </a:lnTo>
                  <a:lnTo>
                    <a:pt x="4756122" y="1797178"/>
                  </a:lnTo>
                  <a:lnTo>
                    <a:pt x="4758315" y="1804718"/>
                  </a:lnTo>
                  <a:lnTo>
                    <a:pt x="4760509" y="1748240"/>
                  </a:lnTo>
                  <a:lnTo>
                    <a:pt x="4762703" y="1681505"/>
                  </a:lnTo>
                  <a:lnTo>
                    <a:pt x="4764897" y="1725528"/>
                  </a:lnTo>
                  <a:lnTo>
                    <a:pt x="4767091" y="1707503"/>
                  </a:lnTo>
                  <a:lnTo>
                    <a:pt x="4769284" y="1690101"/>
                  </a:lnTo>
                  <a:lnTo>
                    <a:pt x="4771478" y="1694849"/>
                  </a:lnTo>
                  <a:lnTo>
                    <a:pt x="4773672" y="1784812"/>
                  </a:lnTo>
                  <a:lnTo>
                    <a:pt x="4775866" y="1738066"/>
                  </a:lnTo>
                  <a:lnTo>
                    <a:pt x="4778059" y="1678253"/>
                  </a:lnTo>
                  <a:lnTo>
                    <a:pt x="4780253" y="1608569"/>
                  </a:lnTo>
                  <a:lnTo>
                    <a:pt x="4782447" y="1628351"/>
                  </a:lnTo>
                  <a:lnTo>
                    <a:pt x="4784641" y="1675582"/>
                  </a:lnTo>
                  <a:lnTo>
                    <a:pt x="4786835" y="1672474"/>
                  </a:lnTo>
                  <a:lnTo>
                    <a:pt x="4789028" y="1742369"/>
                  </a:lnTo>
                  <a:lnTo>
                    <a:pt x="4791222" y="1772858"/>
                  </a:lnTo>
                  <a:lnTo>
                    <a:pt x="4793416" y="1896752"/>
                  </a:lnTo>
                  <a:lnTo>
                    <a:pt x="4795610" y="1916046"/>
                  </a:lnTo>
                  <a:lnTo>
                    <a:pt x="4797804" y="1835896"/>
                  </a:lnTo>
                  <a:lnTo>
                    <a:pt x="4799997" y="1741520"/>
                  </a:lnTo>
                  <a:lnTo>
                    <a:pt x="4802191" y="1685169"/>
                  </a:lnTo>
                  <a:lnTo>
                    <a:pt x="4804385" y="1672687"/>
                  </a:lnTo>
                  <a:lnTo>
                    <a:pt x="4806579" y="1638362"/>
                  </a:lnTo>
                  <a:lnTo>
                    <a:pt x="4808772" y="1568621"/>
                  </a:lnTo>
                  <a:lnTo>
                    <a:pt x="4810966" y="1578902"/>
                  </a:lnTo>
                  <a:lnTo>
                    <a:pt x="4813160" y="1556344"/>
                  </a:lnTo>
                  <a:lnTo>
                    <a:pt x="4815354" y="1558919"/>
                  </a:lnTo>
                  <a:lnTo>
                    <a:pt x="4817548" y="1554800"/>
                  </a:lnTo>
                  <a:lnTo>
                    <a:pt x="4819741" y="1548766"/>
                  </a:lnTo>
                  <a:lnTo>
                    <a:pt x="4821935" y="1571407"/>
                  </a:lnTo>
                  <a:lnTo>
                    <a:pt x="4824129" y="1588542"/>
                  </a:lnTo>
                  <a:lnTo>
                    <a:pt x="4826323" y="1565028"/>
                  </a:lnTo>
                  <a:lnTo>
                    <a:pt x="4828516" y="1627584"/>
                  </a:lnTo>
                  <a:lnTo>
                    <a:pt x="4830710" y="1614931"/>
                  </a:lnTo>
                  <a:lnTo>
                    <a:pt x="4832904" y="1634920"/>
                  </a:lnTo>
                  <a:lnTo>
                    <a:pt x="4835098" y="1665598"/>
                  </a:lnTo>
                  <a:lnTo>
                    <a:pt x="4837292" y="1638328"/>
                  </a:lnTo>
                  <a:lnTo>
                    <a:pt x="4839485" y="1678925"/>
                  </a:lnTo>
                  <a:lnTo>
                    <a:pt x="4841679" y="1710310"/>
                  </a:lnTo>
                  <a:lnTo>
                    <a:pt x="4843873" y="1672913"/>
                  </a:lnTo>
                  <a:lnTo>
                    <a:pt x="4846067" y="1674832"/>
                  </a:lnTo>
                  <a:lnTo>
                    <a:pt x="4848261" y="1702753"/>
                  </a:lnTo>
                  <a:lnTo>
                    <a:pt x="4850454" y="1742116"/>
                  </a:lnTo>
                  <a:lnTo>
                    <a:pt x="4852648" y="1680827"/>
                  </a:lnTo>
                  <a:lnTo>
                    <a:pt x="4854842" y="1697102"/>
                  </a:lnTo>
                  <a:lnTo>
                    <a:pt x="4857036" y="1659540"/>
                  </a:lnTo>
                  <a:lnTo>
                    <a:pt x="4859229" y="1658188"/>
                  </a:lnTo>
                  <a:lnTo>
                    <a:pt x="4861423" y="1682637"/>
                  </a:lnTo>
                  <a:lnTo>
                    <a:pt x="4863617" y="1626353"/>
                  </a:lnTo>
                  <a:lnTo>
                    <a:pt x="4865811" y="1743867"/>
                  </a:lnTo>
                  <a:lnTo>
                    <a:pt x="4868005" y="1696253"/>
                  </a:lnTo>
                  <a:lnTo>
                    <a:pt x="4870198" y="1748252"/>
                  </a:lnTo>
                  <a:lnTo>
                    <a:pt x="4872392" y="1795583"/>
                  </a:lnTo>
                  <a:lnTo>
                    <a:pt x="4874586" y="1782777"/>
                  </a:lnTo>
                  <a:lnTo>
                    <a:pt x="4876780" y="1882180"/>
                  </a:lnTo>
                  <a:lnTo>
                    <a:pt x="4878973" y="1943738"/>
                  </a:lnTo>
                  <a:lnTo>
                    <a:pt x="4881167" y="1989328"/>
                  </a:lnTo>
                  <a:lnTo>
                    <a:pt x="4883361" y="2015968"/>
                  </a:lnTo>
                  <a:lnTo>
                    <a:pt x="4885555" y="2016802"/>
                  </a:lnTo>
                  <a:lnTo>
                    <a:pt x="4887749" y="2035426"/>
                  </a:lnTo>
                  <a:lnTo>
                    <a:pt x="4889942" y="2024393"/>
                  </a:lnTo>
                  <a:lnTo>
                    <a:pt x="4892136" y="2041209"/>
                  </a:lnTo>
                  <a:lnTo>
                    <a:pt x="4894330" y="2014780"/>
                  </a:lnTo>
                  <a:lnTo>
                    <a:pt x="4896524" y="1999505"/>
                  </a:lnTo>
                  <a:lnTo>
                    <a:pt x="4898718" y="1965947"/>
                  </a:lnTo>
                  <a:lnTo>
                    <a:pt x="4900911" y="1940216"/>
                  </a:lnTo>
                  <a:lnTo>
                    <a:pt x="4903105" y="1985543"/>
                  </a:lnTo>
                  <a:lnTo>
                    <a:pt x="4905299" y="1997040"/>
                  </a:lnTo>
                  <a:lnTo>
                    <a:pt x="4907493" y="2045207"/>
                  </a:lnTo>
                  <a:lnTo>
                    <a:pt x="4909686" y="2059150"/>
                  </a:lnTo>
                  <a:lnTo>
                    <a:pt x="4911880" y="2101387"/>
                  </a:lnTo>
                  <a:lnTo>
                    <a:pt x="4914074" y="2124845"/>
                  </a:lnTo>
                  <a:lnTo>
                    <a:pt x="4916268" y="2146192"/>
                  </a:lnTo>
                  <a:lnTo>
                    <a:pt x="4918462" y="2180722"/>
                  </a:lnTo>
                  <a:lnTo>
                    <a:pt x="4920655" y="2175205"/>
                  </a:lnTo>
                  <a:lnTo>
                    <a:pt x="4922849" y="2204058"/>
                  </a:lnTo>
                  <a:lnTo>
                    <a:pt x="4925043" y="2202226"/>
                  </a:lnTo>
                  <a:lnTo>
                    <a:pt x="4927237" y="2222170"/>
                  </a:lnTo>
                  <a:lnTo>
                    <a:pt x="4929431" y="2234149"/>
                  </a:lnTo>
                  <a:lnTo>
                    <a:pt x="4931624" y="2227756"/>
                  </a:lnTo>
                  <a:lnTo>
                    <a:pt x="4933818" y="2208802"/>
                  </a:lnTo>
                  <a:lnTo>
                    <a:pt x="4936012" y="2232603"/>
                  </a:lnTo>
                  <a:lnTo>
                    <a:pt x="4938206" y="2221463"/>
                  </a:lnTo>
                  <a:lnTo>
                    <a:pt x="4940399" y="2218459"/>
                  </a:lnTo>
                  <a:lnTo>
                    <a:pt x="4942593" y="2202424"/>
                  </a:lnTo>
                  <a:lnTo>
                    <a:pt x="4944787" y="2165851"/>
                  </a:lnTo>
                  <a:lnTo>
                    <a:pt x="4946981" y="2193454"/>
                  </a:lnTo>
                  <a:lnTo>
                    <a:pt x="4949175" y="2140257"/>
                  </a:lnTo>
                  <a:lnTo>
                    <a:pt x="4951368" y="2133789"/>
                  </a:lnTo>
                  <a:lnTo>
                    <a:pt x="4953562" y="2136311"/>
                  </a:lnTo>
                  <a:lnTo>
                    <a:pt x="4955756" y="2134788"/>
                  </a:lnTo>
                  <a:lnTo>
                    <a:pt x="4957950" y="2184204"/>
                  </a:lnTo>
                  <a:lnTo>
                    <a:pt x="4960143" y="2174528"/>
                  </a:lnTo>
                  <a:lnTo>
                    <a:pt x="4962337" y="2199469"/>
                  </a:lnTo>
                  <a:lnTo>
                    <a:pt x="4964531" y="2202792"/>
                  </a:lnTo>
                  <a:lnTo>
                    <a:pt x="4966725" y="2189920"/>
                  </a:lnTo>
                  <a:lnTo>
                    <a:pt x="4968919" y="2222691"/>
                  </a:lnTo>
                  <a:lnTo>
                    <a:pt x="4971112" y="2203080"/>
                  </a:lnTo>
                  <a:lnTo>
                    <a:pt x="4973306" y="2221986"/>
                  </a:lnTo>
                  <a:lnTo>
                    <a:pt x="4975500" y="2233436"/>
                  </a:lnTo>
                  <a:lnTo>
                    <a:pt x="4977694" y="2230047"/>
                  </a:lnTo>
                  <a:lnTo>
                    <a:pt x="4979888" y="2238840"/>
                  </a:lnTo>
                  <a:lnTo>
                    <a:pt x="4982081" y="2231789"/>
                  </a:lnTo>
                  <a:lnTo>
                    <a:pt x="4984275" y="2232116"/>
                  </a:lnTo>
                  <a:lnTo>
                    <a:pt x="4986469" y="2229035"/>
                  </a:lnTo>
                  <a:lnTo>
                    <a:pt x="4988663" y="2219691"/>
                  </a:lnTo>
                  <a:lnTo>
                    <a:pt x="4990856" y="2211611"/>
                  </a:lnTo>
                  <a:lnTo>
                    <a:pt x="4993050" y="2214582"/>
                  </a:lnTo>
                  <a:lnTo>
                    <a:pt x="4995244" y="2214960"/>
                  </a:lnTo>
                  <a:lnTo>
                    <a:pt x="4997438" y="2217348"/>
                  </a:lnTo>
                  <a:lnTo>
                    <a:pt x="4999632" y="2201763"/>
                  </a:lnTo>
                  <a:lnTo>
                    <a:pt x="5001825" y="2192269"/>
                  </a:lnTo>
                  <a:lnTo>
                    <a:pt x="5004019" y="2182681"/>
                  </a:lnTo>
                  <a:lnTo>
                    <a:pt x="5006213" y="2194980"/>
                  </a:lnTo>
                  <a:lnTo>
                    <a:pt x="5008407" y="2205847"/>
                  </a:lnTo>
                  <a:lnTo>
                    <a:pt x="5010600" y="2219233"/>
                  </a:lnTo>
                  <a:lnTo>
                    <a:pt x="5012794" y="2221128"/>
                  </a:lnTo>
                  <a:lnTo>
                    <a:pt x="5014988" y="2227010"/>
                  </a:lnTo>
                  <a:lnTo>
                    <a:pt x="5017182" y="2231232"/>
                  </a:lnTo>
                  <a:lnTo>
                    <a:pt x="5019376" y="2232460"/>
                  </a:lnTo>
                  <a:lnTo>
                    <a:pt x="5021569" y="2232040"/>
                  </a:lnTo>
                  <a:lnTo>
                    <a:pt x="5023763" y="2233578"/>
                  </a:lnTo>
                  <a:lnTo>
                    <a:pt x="5025957" y="2236418"/>
                  </a:lnTo>
                  <a:lnTo>
                    <a:pt x="5028151" y="2236418"/>
                  </a:lnTo>
                  <a:lnTo>
                    <a:pt x="5030345" y="2236418"/>
                  </a:lnTo>
                  <a:lnTo>
                    <a:pt x="5032538" y="2236418"/>
                  </a:lnTo>
                  <a:lnTo>
                    <a:pt x="5034732" y="2235234"/>
                  </a:lnTo>
                  <a:lnTo>
                    <a:pt x="5036926" y="2235045"/>
                  </a:lnTo>
                  <a:lnTo>
                    <a:pt x="5039120" y="2235045"/>
                  </a:lnTo>
                  <a:lnTo>
                    <a:pt x="5041313" y="2235045"/>
                  </a:lnTo>
                  <a:lnTo>
                    <a:pt x="5043507" y="2234838"/>
                  </a:lnTo>
                  <a:lnTo>
                    <a:pt x="5045701" y="2236604"/>
                  </a:lnTo>
                  <a:lnTo>
                    <a:pt x="5047895" y="2233721"/>
                  </a:lnTo>
                  <a:lnTo>
                    <a:pt x="5050089" y="2240955"/>
                  </a:lnTo>
                  <a:lnTo>
                    <a:pt x="5052282" y="2240955"/>
                  </a:lnTo>
                  <a:lnTo>
                    <a:pt x="5054476" y="2237967"/>
                  </a:lnTo>
                  <a:lnTo>
                    <a:pt x="5056670" y="2234453"/>
                  </a:lnTo>
                  <a:lnTo>
                    <a:pt x="5058864" y="2233553"/>
                  </a:lnTo>
                  <a:lnTo>
                    <a:pt x="5061058" y="2233494"/>
                  </a:lnTo>
                  <a:lnTo>
                    <a:pt x="5063251" y="2230956"/>
                  </a:lnTo>
                  <a:lnTo>
                    <a:pt x="5065445" y="2234696"/>
                  </a:lnTo>
                  <a:lnTo>
                    <a:pt x="5067639" y="2236740"/>
                  </a:lnTo>
                  <a:lnTo>
                    <a:pt x="5069833" y="2227400"/>
                  </a:lnTo>
                  <a:lnTo>
                    <a:pt x="5072026" y="2232753"/>
                  </a:lnTo>
                  <a:lnTo>
                    <a:pt x="5074220" y="2232857"/>
                  </a:lnTo>
                  <a:lnTo>
                    <a:pt x="5076414" y="2236643"/>
                  </a:lnTo>
                  <a:lnTo>
                    <a:pt x="5078608" y="2238696"/>
                  </a:lnTo>
                  <a:lnTo>
                    <a:pt x="5080802" y="2231584"/>
                  </a:lnTo>
                  <a:lnTo>
                    <a:pt x="5082995" y="2224474"/>
                  </a:lnTo>
                  <a:lnTo>
                    <a:pt x="5085189" y="2214611"/>
                  </a:lnTo>
                  <a:lnTo>
                    <a:pt x="5087383" y="2229917"/>
                  </a:lnTo>
                  <a:lnTo>
                    <a:pt x="5089577" y="2208550"/>
                  </a:lnTo>
                  <a:lnTo>
                    <a:pt x="5091770" y="2226821"/>
                  </a:lnTo>
                  <a:lnTo>
                    <a:pt x="5093964" y="2217548"/>
                  </a:lnTo>
                  <a:lnTo>
                    <a:pt x="5096158" y="2199535"/>
                  </a:lnTo>
                  <a:lnTo>
                    <a:pt x="5098352" y="2210045"/>
                  </a:lnTo>
                  <a:lnTo>
                    <a:pt x="5100546" y="2150225"/>
                  </a:lnTo>
                  <a:lnTo>
                    <a:pt x="5102739" y="2148368"/>
                  </a:lnTo>
                  <a:lnTo>
                    <a:pt x="5104933" y="2154493"/>
                  </a:lnTo>
                  <a:lnTo>
                    <a:pt x="5107127" y="2150436"/>
                  </a:lnTo>
                  <a:lnTo>
                    <a:pt x="5109321" y="2179786"/>
                  </a:lnTo>
                  <a:lnTo>
                    <a:pt x="5111515" y="2157645"/>
                  </a:lnTo>
                  <a:lnTo>
                    <a:pt x="5113708" y="2194748"/>
                  </a:lnTo>
                  <a:lnTo>
                    <a:pt x="5115902" y="2202430"/>
                  </a:lnTo>
                  <a:lnTo>
                    <a:pt x="5118096" y="2201490"/>
                  </a:lnTo>
                  <a:lnTo>
                    <a:pt x="5120290" y="2218191"/>
                  </a:lnTo>
                  <a:lnTo>
                    <a:pt x="5122483" y="2209102"/>
                  </a:lnTo>
                  <a:lnTo>
                    <a:pt x="5124677" y="2226759"/>
                  </a:lnTo>
                  <a:lnTo>
                    <a:pt x="5126871" y="2227414"/>
                  </a:lnTo>
                  <a:lnTo>
                    <a:pt x="5129065" y="2231627"/>
                  </a:lnTo>
                  <a:lnTo>
                    <a:pt x="5131259" y="2229854"/>
                  </a:lnTo>
                  <a:lnTo>
                    <a:pt x="5133452" y="2230811"/>
                  </a:lnTo>
                  <a:lnTo>
                    <a:pt x="5135646" y="2226799"/>
                  </a:lnTo>
                  <a:lnTo>
                    <a:pt x="5137840" y="2223882"/>
                  </a:lnTo>
                  <a:lnTo>
                    <a:pt x="5140034" y="2223402"/>
                  </a:lnTo>
                  <a:lnTo>
                    <a:pt x="5142227" y="2227937"/>
                  </a:lnTo>
                  <a:lnTo>
                    <a:pt x="5144421" y="2203341"/>
                  </a:lnTo>
                  <a:lnTo>
                    <a:pt x="5146615" y="2203091"/>
                  </a:lnTo>
                  <a:lnTo>
                    <a:pt x="5148809" y="2195995"/>
                  </a:lnTo>
                  <a:lnTo>
                    <a:pt x="5151003" y="2199403"/>
                  </a:lnTo>
                  <a:lnTo>
                    <a:pt x="5153196" y="2194165"/>
                  </a:lnTo>
                  <a:lnTo>
                    <a:pt x="5155390" y="2163096"/>
                  </a:lnTo>
                  <a:lnTo>
                    <a:pt x="5157584" y="2146319"/>
                  </a:lnTo>
                  <a:lnTo>
                    <a:pt x="5159778" y="2110752"/>
                  </a:lnTo>
                  <a:lnTo>
                    <a:pt x="5161972" y="2112662"/>
                  </a:lnTo>
                  <a:lnTo>
                    <a:pt x="5164165" y="2073927"/>
                  </a:lnTo>
                  <a:lnTo>
                    <a:pt x="5166359" y="2029291"/>
                  </a:lnTo>
                  <a:lnTo>
                    <a:pt x="5168553" y="2088350"/>
                  </a:lnTo>
                  <a:lnTo>
                    <a:pt x="5170747" y="2122775"/>
                  </a:lnTo>
                  <a:lnTo>
                    <a:pt x="5172940" y="2149289"/>
                  </a:lnTo>
                  <a:lnTo>
                    <a:pt x="5175134" y="2174110"/>
                  </a:lnTo>
                  <a:lnTo>
                    <a:pt x="5177328" y="2179808"/>
                  </a:lnTo>
                  <a:lnTo>
                    <a:pt x="5179522" y="2196081"/>
                  </a:lnTo>
                  <a:lnTo>
                    <a:pt x="5181716" y="2192387"/>
                  </a:lnTo>
                  <a:lnTo>
                    <a:pt x="5183909" y="2202349"/>
                  </a:lnTo>
                  <a:lnTo>
                    <a:pt x="5186103" y="2200013"/>
                  </a:lnTo>
                  <a:lnTo>
                    <a:pt x="5188297" y="2211641"/>
                  </a:lnTo>
                  <a:lnTo>
                    <a:pt x="5190491" y="2238387"/>
                  </a:lnTo>
                  <a:lnTo>
                    <a:pt x="5192685" y="2238362"/>
                  </a:lnTo>
                  <a:lnTo>
                    <a:pt x="5194878" y="2240955"/>
                  </a:lnTo>
                  <a:lnTo>
                    <a:pt x="5197072" y="2240955"/>
                  </a:lnTo>
                  <a:lnTo>
                    <a:pt x="5199266" y="2240955"/>
                  </a:lnTo>
                  <a:lnTo>
                    <a:pt x="5201460" y="2240837"/>
                  </a:lnTo>
                  <a:lnTo>
                    <a:pt x="5203653" y="2236982"/>
                  </a:lnTo>
                  <a:lnTo>
                    <a:pt x="5205847" y="2235406"/>
                  </a:lnTo>
                  <a:lnTo>
                    <a:pt x="5208041" y="2235246"/>
                  </a:lnTo>
                  <a:lnTo>
                    <a:pt x="5210235" y="2236088"/>
                  </a:lnTo>
                  <a:lnTo>
                    <a:pt x="5212429" y="2239135"/>
                  </a:lnTo>
                  <a:lnTo>
                    <a:pt x="5214622" y="2240955"/>
                  </a:lnTo>
                  <a:lnTo>
                    <a:pt x="5216816" y="2240955"/>
                  </a:lnTo>
                  <a:lnTo>
                    <a:pt x="5219010" y="2240955"/>
                  </a:lnTo>
                  <a:lnTo>
                    <a:pt x="5221204" y="2240955"/>
                  </a:lnTo>
                  <a:lnTo>
                    <a:pt x="5223397" y="2240955"/>
                  </a:lnTo>
                  <a:lnTo>
                    <a:pt x="5225591" y="2240955"/>
                  </a:lnTo>
                  <a:lnTo>
                    <a:pt x="5227785" y="2240955"/>
                  </a:lnTo>
                  <a:lnTo>
                    <a:pt x="5229979" y="2240955"/>
                  </a:lnTo>
                  <a:lnTo>
                    <a:pt x="5232173" y="2240955"/>
                  </a:lnTo>
                  <a:lnTo>
                    <a:pt x="5234366" y="2240955"/>
                  </a:lnTo>
                  <a:lnTo>
                    <a:pt x="5236560" y="2240955"/>
                  </a:lnTo>
                  <a:lnTo>
                    <a:pt x="5238754" y="2240955"/>
                  </a:lnTo>
                  <a:lnTo>
                    <a:pt x="5240948" y="2240955"/>
                  </a:lnTo>
                  <a:lnTo>
                    <a:pt x="5243142" y="2240955"/>
                  </a:lnTo>
                  <a:lnTo>
                    <a:pt x="5245335" y="2240955"/>
                  </a:lnTo>
                  <a:lnTo>
                    <a:pt x="5247529" y="2240955"/>
                  </a:lnTo>
                  <a:lnTo>
                    <a:pt x="5249723" y="2240955"/>
                  </a:lnTo>
                  <a:lnTo>
                    <a:pt x="5251917" y="2240955"/>
                  </a:lnTo>
                  <a:lnTo>
                    <a:pt x="5254110" y="2240955"/>
                  </a:lnTo>
                  <a:lnTo>
                    <a:pt x="5256304" y="2240955"/>
                  </a:lnTo>
                  <a:lnTo>
                    <a:pt x="5258498" y="2240955"/>
                  </a:lnTo>
                  <a:lnTo>
                    <a:pt x="5260692" y="2240955"/>
                  </a:lnTo>
                  <a:lnTo>
                    <a:pt x="5262886" y="2240955"/>
                  </a:lnTo>
                  <a:lnTo>
                    <a:pt x="5265079" y="2231196"/>
                  </a:lnTo>
                  <a:lnTo>
                    <a:pt x="5267273" y="2220521"/>
                  </a:lnTo>
                  <a:lnTo>
                    <a:pt x="5269467" y="2227888"/>
                  </a:lnTo>
                  <a:lnTo>
                    <a:pt x="5271661" y="2224327"/>
                  </a:lnTo>
                  <a:lnTo>
                    <a:pt x="5273854" y="2217853"/>
                  </a:lnTo>
                  <a:lnTo>
                    <a:pt x="5276048" y="2200619"/>
                  </a:lnTo>
                  <a:lnTo>
                    <a:pt x="5278242" y="2169740"/>
                  </a:lnTo>
                  <a:lnTo>
                    <a:pt x="5280436" y="2159680"/>
                  </a:lnTo>
                  <a:lnTo>
                    <a:pt x="5282630" y="2143600"/>
                  </a:lnTo>
                  <a:lnTo>
                    <a:pt x="5284823" y="2127504"/>
                  </a:lnTo>
                  <a:lnTo>
                    <a:pt x="5287017" y="2139678"/>
                  </a:lnTo>
                  <a:lnTo>
                    <a:pt x="5289211" y="2142042"/>
                  </a:lnTo>
                  <a:lnTo>
                    <a:pt x="5291405" y="2180541"/>
                  </a:lnTo>
                  <a:lnTo>
                    <a:pt x="5293599" y="2206576"/>
                  </a:lnTo>
                  <a:lnTo>
                    <a:pt x="5295792" y="2215795"/>
                  </a:lnTo>
                  <a:lnTo>
                    <a:pt x="5297986" y="2225007"/>
                  </a:lnTo>
                  <a:lnTo>
                    <a:pt x="5300180" y="2211972"/>
                  </a:lnTo>
                  <a:lnTo>
                    <a:pt x="5302374" y="2227065"/>
                  </a:lnTo>
                  <a:lnTo>
                    <a:pt x="5304567" y="2224813"/>
                  </a:lnTo>
                  <a:lnTo>
                    <a:pt x="5306761" y="2229050"/>
                  </a:lnTo>
                  <a:lnTo>
                    <a:pt x="5308955" y="2235026"/>
                  </a:lnTo>
                  <a:lnTo>
                    <a:pt x="5311149" y="2235674"/>
                  </a:lnTo>
                  <a:lnTo>
                    <a:pt x="5313343" y="2237283"/>
                  </a:lnTo>
                  <a:lnTo>
                    <a:pt x="5315536" y="2238268"/>
                  </a:lnTo>
                  <a:lnTo>
                    <a:pt x="5317730" y="2240394"/>
                  </a:lnTo>
                  <a:lnTo>
                    <a:pt x="5319924" y="2240955"/>
                  </a:lnTo>
                  <a:lnTo>
                    <a:pt x="5322118" y="2240955"/>
                  </a:lnTo>
                  <a:lnTo>
                    <a:pt x="5324311" y="2240955"/>
                  </a:lnTo>
                  <a:lnTo>
                    <a:pt x="5326505" y="2240955"/>
                  </a:lnTo>
                  <a:lnTo>
                    <a:pt x="5328699" y="2240955"/>
                  </a:lnTo>
                  <a:lnTo>
                    <a:pt x="5330893" y="2240955"/>
                  </a:lnTo>
                  <a:lnTo>
                    <a:pt x="5333087" y="2240955"/>
                  </a:lnTo>
                  <a:lnTo>
                    <a:pt x="5335280" y="2234303"/>
                  </a:lnTo>
                  <a:lnTo>
                    <a:pt x="5337474" y="2234303"/>
                  </a:lnTo>
                  <a:lnTo>
                    <a:pt x="5339668" y="2234851"/>
                  </a:lnTo>
                  <a:lnTo>
                    <a:pt x="5341862" y="2233748"/>
                  </a:lnTo>
                  <a:lnTo>
                    <a:pt x="5344056" y="2234638"/>
                  </a:lnTo>
                  <a:lnTo>
                    <a:pt x="5346249" y="2234475"/>
                  </a:lnTo>
                  <a:lnTo>
                    <a:pt x="5348443" y="2233207"/>
                  </a:lnTo>
                  <a:lnTo>
                    <a:pt x="5350637" y="2234201"/>
                  </a:lnTo>
                  <a:lnTo>
                    <a:pt x="5352831" y="2234201"/>
                  </a:lnTo>
                  <a:lnTo>
                    <a:pt x="5355024" y="2234201"/>
                  </a:lnTo>
                  <a:lnTo>
                    <a:pt x="5357218" y="2234201"/>
                  </a:lnTo>
                  <a:lnTo>
                    <a:pt x="5359412" y="2234201"/>
                  </a:lnTo>
                  <a:lnTo>
                    <a:pt x="5361606" y="2232706"/>
                  </a:lnTo>
                  <a:lnTo>
                    <a:pt x="5363800" y="2234201"/>
                  </a:lnTo>
                  <a:lnTo>
                    <a:pt x="5365993" y="2233748"/>
                  </a:lnTo>
                  <a:lnTo>
                    <a:pt x="5368187" y="2234638"/>
                  </a:lnTo>
                  <a:lnTo>
                    <a:pt x="5370381" y="2235364"/>
                  </a:lnTo>
                  <a:lnTo>
                    <a:pt x="5372575" y="2234947"/>
                  </a:lnTo>
                  <a:lnTo>
                    <a:pt x="5374769" y="2237127"/>
                  </a:lnTo>
                  <a:lnTo>
                    <a:pt x="5376962" y="2237127"/>
                  </a:lnTo>
                  <a:lnTo>
                    <a:pt x="5379156" y="2232698"/>
                  </a:lnTo>
                  <a:lnTo>
                    <a:pt x="5381350" y="2232193"/>
                  </a:lnTo>
                  <a:lnTo>
                    <a:pt x="5383544" y="2233396"/>
                  </a:lnTo>
                  <a:lnTo>
                    <a:pt x="5385737" y="2232879"/>
                  </a:lnTo>
                  <a:lnTo>
                    <a:pt x="5387931" y="2234201"/>
                  </a:lnTo>
                  <a:lnTo>
                    <a:pt x="5390125" y="2234201"/>
                  </a:lnTo>
                  <a:lnTo>
                    <a:pt x="5392319" y="2232766"/>
                  </a:lnTo>
                  <a:lnTo>
                    <a:pt x="5394513" y="2233784"/>
                  </a:lnTo>
                  <a:lnTo>
                    <a:pt x="5396706" y="2231015"/>
                  </a:lnTo>
                  <a:lnTo>
                    <a:pt x="5398900" y="2229531"/>
                  </a:lnTo>
                  <a:lnTo>
                    <a:pt x="5401094" y="2228885"/>
                  </a:lnTo>
                  <a:lnTo>
                    <a:pt x="5403288" y="2229836"/>
                  </a:lnTo>
                  <a:lnTo>
                    <a:pt x="5405481" y="2234475"/>
                  </a:lnTo>
                  <a:lnTo>
                    <a:pt x="5407675" y="2235364"/>
                  </a:lnTo>
                  <a:lnTo>
                    <a:pt x="5409869" y="2234947"/>
                  </a:lnTo>
                  <a:lnTo>
                    <a:pt x="5412063" y="2240955"/>
                  </a:lnTo>
                  <a:lnTo>
                    <a:pt x="5414257" y="2240955"/>
                  </a:lnTo>
                  <a:lnTo>
                    <a:pt x="5416450" y="2235401"/>
                  </a:lnTo>
                  <a:lnTo>
                    <a:pt x="5418644" y="2231085"/>
                  </a:lnTo>
                  <a:lnTo>
                    <a:pt x="5420838" y="2230357"/>
                  </a:lnTo>
                  <a:lnTo>
                    <a:pt x="5423032" y="2226630"/>
                  </a:lnTo>
                  <a:lnTo>
                    <a:pt x="5425226" y="2212052"/>
                  </a:lnTo>
                  <a:lnTo>
                    <a:pt x="5427419" y="2188150"/>
                  </a:lnTo>
                  <a:lnTo>
                    <a:pt x="5429613" y="2191383"/>
                  </a:lnTo>
                  <a:lnTo>
                    <a:pt x="5431807" y="2173658"/>
                  </a:lnTo>
                  <a:lnTo>
                    <a:pt x="5434001" y="2169856"/>
                  </a:lnTo>
                  <a:lnTo>
                    <a:pt x="5436194" y="2187822"/>
                  </a:lnTo>
                  <a:lnTo>
                    <a:pt x="5438388" y="2134254"/>
                  </a:lnTo>
                  <a:lnTo>
                    <a:pt x="5440582" y="2160020"/>
                  </a:lnTo>
                  <a:lnTo>
                    <a:pt x="5442776" y="2123344"/>
                  </a:lnTo>
                  <a:lnTo>
                    <a:pt x="5444970" y="2137950"/>
                  </a:lnTo>
                  <a:lnTo>
                    <a:pt x="5447163" y="2088220"/>
                  </a:lnTo>
                  <a:lnTo>
                    <a:pt x="5449357" y="2080910"/>
                  </a:lnTo>
                  <a:lnTo>
                    <a:pt x="5451551" y="2079457"/>
                  </a:lnTo>
                  <a:lnTo>
                    <a:pt x="5453745" y="2054193"/>
                  </a:lnTo>
                  <a:lnTo>
                    <a:pt x="5455938" y="2000890"/>
                  </a:lnTo>
                  <a:lnTo>
                    <a:pt x="5458132" y="2031311"/>
                  </a:lnTo>
                  <a:lnTo>
                    <a:pt x="5460326" y="2019885"/>
                  </a:lnTo>
                  <a:lnTo>
                    <a:pt x="5462520" y="2029518"/>
                  </a:lnTo>
                  <a:lnTo>
                    <a:pt x="5464714" y="1991158"/>
                  </a:lnTo>
                  <a:lnTo>
                    <a:pt x="5466907" y="1949898"/>
                  </a:lnTo>
                  <a:lnTo>
                    <a:pt x="5469101" y="1944393"/>
                  </a:lnTo>
                  <a:lnTo>
                    <a:pt x="5471295" y="1918293"/>
                  </a:lnTo>
                  <a:lnTo>
                    <a:pt x="5473489" y="1928923"/>
                  </a:lnTo>
                  <a:lnTo>
                    <a:pt x="5475683" y="1946957"/>
                  </a:lnTo>
                  <a:lnTo>
                    <a:pt x="5477876" y="1980063"/>
                  </a:lnTo>
                  <a:lnTo>
                    <a:pt x="5480070" y="1986562"/>
                  </a:lnTo>
                  <a:lnTo>
                    <a:pt x="5482264" y="2005365"/>
                  </a:lnTo>
                  <a:lnTo>
                    <a:pt x="5484458" y="2014560"/>
                  </a:lnTo>
                  <a:lnTo>
                    <a:pt x="5486651" y="1987270"/>
                  </a:lnTo>
                  <a:lnTo>
                    <a:pt x="5488845" y="2045722"/>
                  </a:lnTo>
                  <a:lnTo>
                    <a:pt x="5491039" y="2057563"/>
                  </a:lnTo>
                  <a:lnTo>
                    <a:pt x="5493233" y="2094144"/>
                  </a:lnTo>
                  <a:lnTo>
                    <a:pt x="5495427" y="2096847"/>
                  </a:lnTo>
                  <a:lnTo>
                    <a:pt x="5497620" y="2151031"/>
                  </a:lnTo>
                  <a:lnTo>
                    <a:pt x="5499814" y="2176704"/>
                  </a:lnTo>
                  <a:lnTo>
                    <a:pt x="5502008" y="2181781"/>
                  </a:lnTo>
                  <a:lnTo>
                    <a:pt x="5504202" y="2203496"/>
                  </a:lnTo>
                  <a:lnTo>
                    <a:pt x="5506396" y="2204988"/>
                  </a:lnTo>
                  <a:lnTo>
                    <a:pt x="5508589" y="2202278"/>
                  </a:lnTo>
                  <a:lnTo>
                    <a:pt x="5510783" y="2211931"/>
                  </a:lnTo>
                  <a:lnTo>
                    <a:pt x="5512977" y="2223405"/>
                  </a:lnTo>
                  <a:lnTo>
                    <a:pt x="5515171" y="2220053"/>
                  </a:lnTo>
                  <a:lnTo>
                    <a:pt x="5517364" y="2223762"/>
                  </a:lnTo>
                  <a:lnTo>
                    <a:pt x="5519558" y="2224497"/>
                  </a:lnTo>
                  <a:lnTo>
                    <a:pt x="5521752" y="2225396"/>
                  </a:lnTo>
                  <a:lnTo>
                    <a:pt x="5523946" y="2224078"/>
                  </a:lnTo>
                  <a:lnTo>
                    <a:pt x="5526140" y="2220577"/>
                  </a:lnTo>
                  <a:lnTo>
                    <a:pt x="5528333" y="2221466"/>
                  </a:lnTo>
                  <a:lnTo>
                    <a:pt x="5530527" y="2232406"/>
                  </a:lnTo>
                  <a:lnTo>
                    <a:pt x="5532721" y="2221994"/>
                  </a:lnTo>
                  <a:lnTo>
                    <a:pt x="5534915" y="2231046"/>
                  </a:lnTo>
                  <a:lnTo>
                    <a:pt x="5537108" y="2207672"/>
                  </a:lnTo>
                  <a:lnTo>
                    <a:pt x="5539302" y="2188156"/>
                  </a:lnTo>
                  <a:lnTo>
                    <a:pt x="5541496" y="2159977"/>
                  </a:lnTo>
                  <a:lnTo>
                    <a:pt x="5543690" y="2131860"/>
                  </a:lnTo>
                  <a:lnTo>
                    <a:pt x="5545884" y="2133549"/>
                  </a:lnTo>
                  <a:lnTo>
                    <a:pt x="5548077" y="2104184"/>
                  </a:lnTo>
                  <a:lnTo>
                    <a:pt x="5550271" y="2065317"/>
                  </a:lnTo>
                  <a:lnTo>
                    <a:pt x="5552465" y="2003316"/>
                  </a:lnTo>
                  <a:lnTo>
                    <a:pt x="5554659" y="1974746"/>
                  </a:lnTo>
                  <a:lnTo>
                    <a:pt x="5556853" y="1975006"/>
                  </a:lnTo>
                  <a:lnTo>
                    <a:pt x="5559046" y="1967388"/>
                  </a:lnTo>
                  <a:lnTo>
                    <a:pt x="5561240" y="1916469"/>
                  </a:lnTo>
                  <a:lnTo>
                    <a:pt x="5563434" y="1908658"/>
                  </a:lnTo>
                  <a:lnTo>
                    <a:pt x="5565628" y="1901404"/>
                  </a:lnTo>
                  <a:lnTo>
                    <a:pt x="5567821" y="1930654"/>
                  </a:lnTo>
                  <a:lnTo>
                    <a:pt x="5570015" y="1939770"/>
                  </a:lnTo>
                  <a:lnTo>
                    <a:pt x="5572209" y="1916529"/>
                  </a:lnTo>
                  <a:lnTo>
                    <a:pt x="5574403" y="1894645"/>
                  </a:lnTo>
                  <a:lnTo>
                    <a:pt x="5576597" y="1931614"/>
                  </a:lnTo>
                  <a:lnTo>
                    <a:pt x="5578790" y="1914186"/>
                  </a:lnTo>
                  <a:lnTo>
                    <a:pt x="5580984" y="1878683"/>
                  </a:lnTo>
                  <a:lnTo>
                    <a:pt x="5583178" y="1872401"/>
                  </a:lnTo>
                  <a:lnTo>
                    <a:pt x="5585372" y="1887170"/>
                  </a:lnTo>
                  <a:lnTo>
                    <a:pt x="5587565" y="1898248"/>
                  </a:lnTo>
                  <a:lnTo>
                    <a:pt x="5589759" y="1901972"/>
                  </a:lnTo>
                  <a:lnTo>
                    <a:pt x="5591953" y="1879285"/>
                  </a:lnTo>
                  <a:lnTo>
                    <a:pt x="5594147" y="1854531"/>
                  </a:lnTo>
                  <a:lnTo>
                    <a:pt x="5596341" y="1880945"/>
                  </a:lnTo>
                  <a:lnTo>
                    <a:pt x="5598534" y="1884690"/>
                  </a:lnTo>
                  <a:lnTo>
                    <a:pt x="5600728" y="1878847"/>
                  </a:lnTo>
                  <a:lnTo>
                    <a:pt x="5602922" y="1894317"/>
                  </a:lnTo>
                  <a:lnTo>
                    <a:pt x="5605116" y="1894549"/>
                  </a:lnTo>
                  <a:lnTo>
                    <a:pt x="5607310" y="1909944"/>
                  </a:lnTo>
                  <a:lnTo>
                    <a:pt x="5609503" y="1932003"/>
                  </a:lnTo>
                  <a:lnTo>
                    <a:pt x="5611697" y="1944423"/>
                  </a:lnTo>
                  <a:lnTo>
                    <a:pt x="5613891" y="2008728"/>
                  </a:lnTo>
                  <a:lnTo>
                    <a:pt x="5616085" y="2025082"/>
                  </a:lnTo>
                  <a:lnTo>
                    <a:pt x="5618278" y="2038740"/>
                  </a:lnTo>
                  <a:lnTo>
                    <a:pt x="5620472" y="2060966"/>
                  </a:lnTo>
                  <a:lnTo>
                    <a:pt x="5622666" y="2078179"/>
                  </a:lnTo>
                  <a:lnTo>
                    <a:pt x="5624860" y="2089413"/>
                  </a:lnTo>
                  <a:lnTo>
                    <a:pt x="5627054" y="2075360"/>
                  </a:lnTo>
                  <a:lnTo>
                    <a:pt x="5629247" y="2056774"/>
                  </a:lnTo>
                  <a:lnTo>
                    <a:pt x="5631441" y="2073293"/>
                  </a:lnTo>
                  <a:lnTo>
                    <a:pt x="5633635" y="2080260"/>
                  </a:lnTo>
                  <a:lnTo>
                    <a:pt x="5635829" y="2084555"/>
                  </a:lnTo>
                  <a:lnTo>
                    <a:pt x="5638023" y="2065967"/>
                  </a:lnTo>
                  <a:lnTo>
                    <a:pt x="5640216" y="2046651"/>
                  </a:lnTo>
                  <a:lnTo>
                    <a:pt x="5642410" y="2073479"/>
                  </a:lnTo>
                  <a:lnTo>
                    <a:pt x="5644604" y="2038941"/>
                  </a:lnTo>
                  <a:lnTo>
                    <a:pt x="5646798" y="2032343"/>
                  </a:lnTo>
                  <a:lnTo>
                    <a:pt x="5648991" y="2054508"/>
                  </a:lnTo>
                  <a:lnTo>
                    <a:pt x="5651185" y="2048486"/>
                  </a:lnTo>
                  <a:lnTo>
                    <a:pt x="5653379" y="2041007"/>
                  </a:lnTo>
                  <a:lnTo>
                    <a:pt x="5655573" y="2031756"/>
                  </a:lnTo>
                  <a:lnTo>
                    <a:pt x="5657767" y="2030851"/>
                  </a:lnTo>
                  <a:lnTo>
                    <a:pt x="5659960" y="2004968"/>
                  </a:lnTo>
                  <a:lnTo>
                    <a:pt x="5662154" y="2005200"/>
                  </a:lnTo>
                  <a:lnTo>
                    <a:pt x="5664348" y="2008944"/>
                  </a:lnTo>
                  <a:lnTo>
                    <a:pt x="5666542" y="1991603"/>
                  </a:lnTo>
                  <a:lnTo>
                    <a:pt x="5668735" y="1981570"/>
                  </a:lnTo>
                  <a:lnTo>
                    <a:pt x="5670929" y="1995893"/>
                  </a:lnTo>
                  <a:lnTo>
                    <a:pt x="5673123" y="1994627"/>
                  </a:lnTo>
                  <a:lnTo>
                    <a:pt x="5675317" y="1968412"/>
                  </a:lnTo>
                  <a:lnTo>
                    <a:pt x="5677511" y="1975602"/>
                  </a:lnTo>
                  <a:lnTo>
                    <a:pt x="5679704" y="1983241"/>
                  </a:lnTo>
                  <a:lnTo>
                    <a:pt x="5681898" y="1974672"/>
                  </a:lnTo>
                  <a:lnTo>
                    <a:pt x="5684092" y="1977945"/>
                  </a:lnTo>
                  <a:lnTo>
                    <a:pt x="5686286" y="1949397"/>
                  </a:lnTo>
                  <a:lnTo>
                    <a:pt x="5688480" y="1950800"/>
                  </a:lnTo>
                  <a:lnTo>
                    <a:pt x="5690673" y="2046194"/>
                  </a:lnTo>
                  <a:lnTo>
                    <a:pt x="5692867" y="2007880"/>
                  </a:lnTo>
                  <a:lnTo>
                    <a:pt x="5695061" y="1999308"/>
                  </a:lnTo>
                  <a:lnTo>
                    <a:pt x="5697255" y="2036718"/>
                  </a:lnTo>
                  <a:lnTo>
                    <a:pt x="5699448" y="2057694"/>
                  </a:lnTo>
                  <a:lnTo>
                    <a:pt x="5701642" y="2082978"/>
                  </a:lnTo>
                  <a:lnTo>
                    <a:pt x="5703836" y="2081202"/>
                  </a:lnTo>
                  <a:lnTo>
                    <a:pt x="5706030" y="2128311"/>
                  </a:lnTo>
                  <a:lnTo>
                    <a:pt x="5708224" y="2135895"/>
                  </a:lnTo>
                  <a:lnTo>
                    <a:pt x="5710417" y="2143176"/>
                  </a:lnTo>
                  <a:lnTo>
                    <a:pt x="5712611" y="2125381"/>
                  </a:lnTo>
                  <a:lnTo>
                    <a:pt x="5714805" y="2143882"/>
                  </a:lnTo>
                  <a:lnTo>
                    <a:pt x="5716999" y="2151920"/>
                  </a:lnTo>
                  <a:lnTo>
                    <a:pt x="5719192" y="2170083"/>
                  </a:lnTo>
                  <a:lnTo>
                    <a:pt x="5721386" y="2193647"/>
                  </a:lnTo>
                  <a:lnTo>
                    <a:pt x="5723580" y="2161659"/>
                  </a:lnTo>
                  <a:lnTo>
                    <a:pt x="5725774" y="2176954"/>
                  </a:lnTo>
                  <a:lnTo>
                    <a:pt x="5727968" y="2166500"/>
                  </a:lnTo>
                  <a:lnTo>
                    <a:pt x="5730161" y="2159764"/>
                  </a:lnTo>
                  <a:lnTo>
                    <a:pt x="5732355" y="2191766"/>
                  </a:lnTo>
                  <a:lnTo>
                    <a:pt x="5734549" y="2125728"/>
                  </a:lnTo>
                  <a:lnTo>
                    <a:pt x="5736743" y="2160055"/>
                  </a:lnTo>
                  <a:lnTo>
                    <a:pt x="5738937" y="2133475"/>
                  </a:lnTo>
                  <a:lnTo>
                    <a:pt x="5741130" y="2135459"/>
                  </a:lnTo>
                  <a:lnTo>
                    <a:pt x="5743324" y="2134491"/>
                  </a:lnTo>
                  <a:lnTo>
                    <a:pt x="5745518" y="2123182"/>
                  </a:lnTo>
                  <a:lnTo>
                    <a:pt x="5747712" y="2174228"/>
                  </a:lnTo>
                  <a:lnTo>
                    <a:pt x="5749905" y="2161694"/>
                  </a:lnTo>
                  <a:lnTo>
                    <a:pt x="5752099" y="2195001"/>
                  </a:lnTo>
                  <a:lnTo>
                    <a:pt x="5754293" y="2181671"/>
                  </a:lnTo>
                  <a:lnTo>
                    <a:pt x="5756487" y="2196107"/>
                  </a:lnTo>
                  <a:lnTo>
                    <a:pt x="5758681" y="2199673"/>
                  </a:lnTo>
                  <a:lnTo>
                    <a:pt x="5760874" y="2169515"/>
                  </a:lnTo>
                  <a:lnTo>
                    <a:pt x="5763068" y="2132436"/>
                  </a:lnTo>
                  <a:lnTo>
                    <a:pt x="5765262" y="2126817"/>
                  </a:lnTo>
                  <a:lnTo>
                    <a:pt x="5767456" y="2124530"/>
                  </a:lnTo>
                  <a:lnTo>
                    <a:pt x="5769650" y="2133996"/>
                  </a:lnTo>
                  <a:lnTo>
                    <a:pt x="5771843" y="2106378"/>
                  </a:lnTo>
                  <a:lnTo>
                    <a:pt x="5774037" y="2110308"/>
                  </a:lnTo>
                  <a:lnTo>
                    <a:pt x="5776231" y="2104186"/>
                  </a:lnTo>
                  <a:lnTo>
                    <a:pt x="5778425" y="2077041"/>
                  </a:lnTo>
                  <a:lnTo>
                    <a:pt x="5780618" y="2058722"/>
                  </a:lnTo>
                  <a:lnTo>
                    <a:pt x="5782812" y="2038333"/>
                  </a:lnTo>
                  <a:lnTo>
                    <a:pt x="5785006" y="2026804"/>
                  </a:lnTo>
                  <a:lnTo>
                    <a:pt x="5787200" y="2036323"/>
                  </a:lnTo>
                  <a:lnTo>
                    <a:pt x="5789394" y="1994230"/>
                  </a:lnTo>
                  <a:lnTo>
                    <a:pt x="5791587" y="2008150"/>
                  </a:lnTo>
                  <a:lnTo>
                    <a:pt x="5793781" y="1978812"/>
                  </a:lnTo>
                  <a:lnTo>
                    <a:pt x="5795975" y="1972243"/>
                  </a:lnTo>
                  <a:lnTo>
                    <a:pt x="5798169" y="1918384"/>
                  </a:lnTo>
                  <a:lnTo>
                    <a:pt x="5800362" y="1888406"/>
                  </a:lnTo>
                  <a:lnTo>
                    <a:pt x="5802556" y="1822637"/>
                  </a:lnTo>
                  <a:lnTo>
                    <a:pt x="5804750" y="1797147"/>
                  </a:lnTo>
                  <a:lnTo>
                    <a:pt x="5806944" y="1800630"/>
                  </a:lnTo>
                  <a:lnTo>
                    <a:pt x="5809138" y="1721956"/>
                  </a:lnTo>
                  <a:lnTo>
                    <a:pt x="5811331" y="1757974"/>
                  </a:lnTo>
                  <a:lnTo>
                    <a:pt x="5813525" y="1744518"/>
                  </a:lnTo>
                  <a:lnTo>
                    <a:pt x="5815719" y="1751164"/>
                  </a:lnTo>
                  <a:lnTo>
                    <a:pt x="5817913" y="1768652"/>
                  </a:lnTo>
                  <a:lnTo>
                    <a:pt x="5820107" y="1771253"/>
                  </a:lnTo>
                  <a:lnTo>
                    <a:pt x="5822300" y="1745558"/>
                  </a:lnTo>
                  <a:lnTo>
                    <a:pt x="5824494" y="1743998"/>
                  </a:lnTo>
                  <a:lnTo>
                    <a:pt x="5826688" y="1713122"/>
                  </a:lnTo>
                  <a:lnTo>
                    <a:pt x="5828882" y="1717128"/>
                  </a:lnTo>
                  <a:lnTo>
                    <a:pt x="5831075" y="1773110"/>
                  </a:lnTo>
                  <a:lnTo>
                    <a:pt x="5833269" y="1787070"/>
                  </a:lnTo>
                  <a:lnTo>
                    <a:pt x="5835463" y="1789787"/>
                  </a:lnTo>
                  <a:lnTo>
                    <a:pt x="5837657" y="1792585"/>
                  </a:lnTo>
                  <a:lnTo>
                    <a:pt x="5839851" y="1886901"/>
                  </a:lnTo>
                  <a:lnTo>
                    <a:pt x="5842044" y="1881300"/>
                  </a:lnTo>
                  <a:lnTo>
                    <a:pt x="5844238" y="1856441"/>
                  </a:lnTo>
                  <a:lnTo>
                    <a:pt x="5846432" y="1877893"/>
                  </a:lnTo>
                  <a:lnTo>
                    <a:pt x="5848626" y="1854083"/>
                  </a:lnTo>
                  <a:lnTo>
                    <a:pt x="5850819" y="1900322"/>
                  </a:lnTo>
                  <a:lnTo>
                    <a:pt x="5853013" y="1902656"/>
                  </a:lnTo>
                  <a:lnTo>
                    <a:pt x="5855207" y="1882847"/>
                  </a:lnTo>
                  <a:lnTo>
                    <a:pt x="5857401" y="1902418"/>
                  </a:lnTo>
                  <a:lnTo>
                    <a:pt x="5859595" y="1864157"/>
                  </a:lnTo>
                  <a:lnTo>
                    <a:pt x="5861788" y="1890968"/>
                  </a:lnTo>
                  <a:lnTo>
                    <a:pt x="5863982" y="1786872"/>
                  </a:lnTo>
                  <a:lnTo>
                    <a:pt x="5866176" y="1779234"/>
                  </a:lnTo>
                  <a:lnTo>
                    <a:pt x="5868370" y="1811064"/>
                  </a:lnTo>
                  <a:lnTo>
                    <a:pt x="5870564" y="1820339"/>
                  </a:lnTo>
                  <a:lnTo>
                    <a:pt x="5872757" y="1819894"/>
                  </a:lnTo>
                  <a:lnTo>
                    <a:pt x="5874951" y="1824198"/>
                  </a:lnTo>
                  <a:lnTo>
                    <a:pt x="5877145" y="1825815"/>
                  </a:lnTo>
                  <a:lnTo>
                    <a:pt x="5879339" y="1853959"/>
                  </a:lnTo>
                  <a:lnTo>
                    <a:pt x="5881532" y="1813981"/>
                  </a:lnTo>
                  <a:lnTo>
                    <a:pt x="5883726" y="1806737"/>
                  </a:lnTo>
                  <a:lnTo>
                    <a:pt x="5885920" y="1854480"/>
                  </a:lnTo>
                  <a:lnTo>
                    <a:pt x="5888114" y="1846925"/>
                  </a:lnTo>
                  <a:lnTo>
                    <a:pt x="5890308" y="1909498"/>
                  </a:lnTo>
                  <a:lnTo>
                    <a:pt x="5892501" y="1950984"/>
                  </a:lnTo>
                  <a:lnTo>
                    <a:pt x="5894695" y="1960890"/>
                  </a:lnTo>
                  <a:lnTo>
                    <a:pt x="5896889" y="1961072"/>
                  </a:lnTo>
                  <a:lnTo>
                    <a:pt x="5899083" y="1913681"/>
                  </a:lnTo>
                  <a:lnTo>
                    <a:pt x="5901276" y="1941244"/>
                  </a:lnTo>
                  <a:lnTo>
                    <a:pt x="5903470" y="2010175"/>
                  </a:lnTo>
                  <a:lnTo>
                    <a:pt x="5905664" y="2030825"/>
                  </a:lnTo>
                  <a:lnTo>
                    <a:pt x="5907858" y="2016717"/>
                  </a:lnTo>
                  <a:lnTo>
                    <a:pt x="5910052" y="2038372"/>
                  </a:lnTo>
                  <a:lnTo>
                    <a:pt x="5912245" y="2014565"/>
                  </a:lnTo>
                  <a:lnTo>
                    <a:pt x="5914439" y="1984801"/>
                  </a:lnTo>
                  <a:lnTo>
                    <a:pt x="5916633" y="2024264"/>
                  </a:lnTo>
                  <a:lnTo>
                    <a:pt x="5918827" y="1919232"/>
                  </a:lnTo>
                  <a:lnTo>
                    <a:pt x="5921021" y="1901975"/>
                  </a:lnTo>
                  <a:lnTo>
                    <a:pt x="5923214" y="1866048"/>
                  </a:lnTo>
                  <a:lnTo>
                    <a:pt x="5925408" y="1816138"/>
                  </a:lnTo>
                  <a:lnTo>
                    <a:pt x="5927602" y="1821622"/>
                  </a:lnTo>
                  <a:lnTo>
                    <a:pt x="5929796" y="1804485"/>
                  </a:lnTo>
                  <a:lnTo>
                    <a:pt x="5931989" y="1776365"/>
                  </a:lnTo>
                  <a:lnTo>
                    <a:pt x="5934183" y="1742188"/>
                  </a:lnTo>
                  <a:lnTo>
                    <a:pt x="5936377" y="1707994"/>
                  </a:lnTo>
                  <a:lnTo>
                    <a:pt x="5938571" y="1751664"/>
                  </a:lnTo>
                  <a:lnTo>
                    <a:pt x="5940765" y="1693993"/>
                  </a:lnTo>
                  <a:lnTo>
                    <a:pt x="5942958" y="1673350"/>
                  </a:lnTo>
                  <a:lnTo>
                    <a:pt x="5945152" y="1656201"/>
                  </a:lnTo>
                  <a:lnTo>
                    <a:pt x="5947346" y="1645689"/>
                  </a:lnTo>
                  <a:lnTo>
                    <a:pt x="5949540" y="1743129"/>
                  </a:lnTo>
                  <a:lnTo>
                    <a:pt x="5951734" y="1681799"/>
                  </a:lnTo>
                  <a:lnTo>
                    <a:pt x="5953927" y="1665412"/>
                  </a:lnTo>
                  <a:lnTo>
                    <a:pt x="5956121" y="1695397"/>
                  </a:lnTo>
                  <a:lnTo>
                    <a:pt x="5958315" y="1683228"/>
                  </a:lnTo>
                  <a:lnTo>
                    <a:pt x="5960509" y="1729961"/>
                  </a:lnTo>
                  <a:lnTo>
                    <a:pt x="5962702" y="1716619"/>
                  </a:lnTo>
                  <a:lnTo>
                    <a:pt x="5964896" y="1792281"/>
                  </a:lnTo>
                  <a:lnTo>
                    <a:pt x="5967090" y="1811607"/>
                  </a:lnTo>
                  <a:lnTo>
                    <a:pt x="5969284" y="1773236"/>
                  </a:lnTo>
                  <a:lnTo>
                    <a:pt x="5971478" y="1738019"/>
                  </a:lnTo>
                  <a:lnTo>
                    <a:pt x="5973671" y="1724654"/>
                  </a:lnTo>
                  <a:lnTo>
                    <a:pt x="5975865" y="1855312"/>
                  </a:lnTo>
                  <a:lnTo>
                    <a:pt x="5978059" y="1820300"/>
                  </a:lnTo>
                  <a:lnTo>
                    <a:pt x="5980253" y="1732922"/>
                  </a:lnTo>
                  <a:lnTo>
                    <a:pt x="5982446" y="1746564"/>
                  </a:lnTo>
                  <a:lnTo>
                    <a:pt x="5984640" y="1721745"/>
                  </a:lnTo>
                  <a:lnTo>
                    <a:pt x="5986834" y="1763926"/>
                  </a:lnTo>
                  <a:lnTo>
                    <a:pt x="5989028" y="1711328"/>
                  </a:lnTo>
                  <a:lnTo>
                    <a:pt x="5991222" y="1732537"/>
                  </a:lnTo>
                  <a:lnTo>
                    <a:pt x="5993415" y="1745379"/>
                  </a:lnTo>
                  <a:lnTo>
                    <a:pt x="5995609" y="1729909"/>
                  </a:lnTo>
                  <a:lnTo>
                    <a:pt x="5997803" y="1782223"/>
                  </a:lnTo>
                  <a:lnTo>
                    <a:pt x="5999997" y="1759896"/>
                  </a:lnTo>
                  <a:lnTo>
                    <a:pt x="6002191" y="1736853"/>
                  </a:lnTo>
                  <a:lnTo>
                    <a:pt x="6004384" y="1773897"/>
                  </a:lnTo>
                  <a:lnTo>
                    <a:pt x="6006578" y="1754567"/>
                  </a:lnTo>
                  <a:lnTo>
                    <a:pt x="6008772" y="1737458"/>
                  </a:lnTo>
                  <a:lnTo>
                    <a:pt x="6010966" y="1727679"/>
                  </a:lnTo>
                  <a:lnTo>
                    <a:pt x="6013159" y="1745853"/>
                  </a:lnTo>
                  <a:lnTo>
                    <a:pt x="6015353" y="1781817"/>
                  </a:lnTo>
                  <a:lnTo>
                    <a:pt x="6017547" y="1798681"/>
                  </a:lnTo>
                  <a:lnTo>
                    <a:pt x="6019741" y="1806662"/>
                  </a:lnTo>
                  <a:lnTo>
                    <a:pt x="6021935" y="1772181"/>
                  </a:lnTo>
                  <a:lnTo>
                    <a:pt x="6024128" y="1821633"/>
                  </a:lnTo>
                  <a:lnTo>
                    <a:pt x="6026322" y="1812535"/>
                  </a:lnTo>
                  <a:lnTo>
                    <a:pt x="6028516" y="1826693"/>
                  </a:lnTo>
                  <a:lnTo>
                    <a:pt x="6030710" y="1818877"/>
                  </a:lnTo>
                  <a:lnTo>
                    <a:pt x="6032903" y="1792641"/>
                  </a:lnTo>
                  <a:lnTo>
                    <a:pt x="6035097" y="1818255"/>
                  </a:lnTo>
                  <a:lnTo>
                    <a:pt x="6037291" y="1825154"/>
                  </a:lnTo>
                  <a:lnTo>
                    <a:pt x="6039485" y="1830913"/>
                  </a:lnTo>
                  <a:lnTo>
                    <a:pt x="6041679" y="1817364"/>
                  </a:lnTo>
                  <a:lnTo>
                    <a:pt x="6043872" y="1870886"/>
                  </a:lnTo>
                  <a:lnTo>
                    <a:pt x="6046066" y="1891410"/>
                  </a:lnTo>
                  <a:lnTo>
                    <a:pt x="6048260" y="1952384"/>
                  </a:lnTo>
                  <a:lnTo>
                    <a:pt x="6050454" y="1994509"/>
                  </a:lnTo>
                  <a:lnTo>
                    <a:pt x="6052648" y="2026006"/>
                  </a:lnTo>
                  <a:lnTo>
                    <a:pt x="6054841" y="2076709"/>
                  </a:lnTo>
                  <a:lnTo>
                    <a:pt x="6057035" y="2077330"/>
                  </a:lnTo>
                  <a:lnTo>
                    <a:pt x="6059229" y="2114853"/>
                  </a:lnTo>
                  <a:lnTo>
                    <a:pt x="6061423" y="2122414"/>
                  </a:lnTo>
                  <a:lnTo>
                    <a:pt x="6063616" y="2117720"/>
                  </a:lnTo>
                  <a:lnTo>
                    <a:pt x="6065810" y="2118591"/>
                  </a:lnTo>
                  <a:lnTo>
                    <a:pt x="6068004" y="2092897"/>
                  </a:lnTo>
                  <a:lnTo>
                    <a:pt x="6070198" y="2070592"/>
                  </a:lnTo>
                  <a:lnTo>
                    <a:pt x="6072392" y="1993287"/>
                  </a:lnTo>
                  <a:lnTo>
                    <a:pt x="6074585" y="1988958"/>
                  </a:lnTo>
                  <a:lnTo>
                    <a:pt x="6076779" y="1992534"/>
                  </a:lnTo>
                  <a:lnTo>
                    <a:pt x="6078973" y="1904813"/>
                  </a:lnTo>
                  <a:lnTo>
                    <a:pt x="6081167" y="1858116"/>
                  </a:lnTo>
                  <a:lnTo>
                    <a:pt x="6083361" y="1827933"/>
                  </a:lnTo>
                  <a:lnTo>
                    <a:pt x="6085554" y="1832301"/>
                  </a:lnTo>
                  <a:lnTo>
                    <a:pt x="6087748" y="1815326"/>
                  </a:lnTo>
                  <a:lnTo>
                    <a:pt x="6089942" y="1792481"/>
                  </a:lnTo>
                  <a:lnTo>
                    <a:pt x="6092136" y="1821320"/>
                  </a:lnTo>
                  <a:lnTo>
                    <a:pt x="6094329" y="1826464"/>
                  </a:lnTo>
                  <a:lnTo>
                    <a:pt x="6096523" y="1829511"/>
                  </a:lnTo>
                  <a:lnTo>
                    <a:pt x="6098717" y="1822906"/>
                  </a:lnTo>
                  <a:lnTo>
                    <a:pt x="6100911" y="1782700"/>
                  </a:lnTo>
                  <a:lnTo>
                    <a:pt x="6103105" y="1822492"/>
                  </a:lnTo>
                  <a:lnTo>
                    <a:pt x="6105298" y="1762230"/>
                  </a:lnTo>
                  <a:lnTo>
                    <a:pt x="6107492" y="1798598"/>
                  </a:lnTo>
                  <a:lnTo>
                    <a:pt x="6109686" y="1760661"/>
                  </a:lnTo>
                  <a:lnTo>
                    <a:pt x="6111880" y="1722858"/>
                  </a:lnTo>
                  <a:lnTo>
                    <a:pt x="6114073" y="1748877"/>
                  </a:lnTo>
                  <a:lnTo>
                    <a:pt x="6116267" y="1750989"/>
                  </a:lnTo>
                  <a:lnTo>
                    <a:pt x="6118461" y="1752128"/>
                  </a:lnTo>
                  <a:lnTo>
                    <a:pt x="6120655" y="1771290"/>
                  </a:lnTo>
                  <a:lnTo>
                    <a:pt x="6122849" y="1763399"/>
                  </a:lnTo>
                  <a:lnTo>
                    <a:pt x="6125042" y="1841439"/>
                  </a:lnTo>
                  <a:lnTo>
                    <a:pt x="6127236" y="1881261"/>
                  </a:lnTo>
                  <a:lnTo>
                    <a:pt x="6129430" y="1860094"/>
                  </a:lnTo>
                  <a:lnTo>
                    <a:pt x="6131624" y="1845372"/>
                  </a:lnTo>
                  <a:lnTo>
                    <a:pt x="6133818" y="1826641"/>
                  </a:lnTo>
                  <a:lnTo>
                    <a:pt x="6136011" y="1850982"/>
                  </a:lnTo>
                  <a:lnTo>
                    <a:pt x="6138205" y="1893278"/>
                  </a:lnTo>
                  <a:lnTo>
                    <a:pt x="6140399" y="1864259"/>
                  </a:lnTo>
                  <a:lnTo>
                    <a:pt x="6142593" y="1894909"/>
                  </a:lnTo>
                  <a:lnTo>
                    <a:pt x="6144786" y="1868978"/>
                  </a:lnTo>
                  <a:lnTo>
                    <a:pt x="6146980" y="1877861"/>
                  </a:lnTo>
                  <a:lnTo>
                    <a:pt x="6149174" y="1877749"/>
                  </a:lnTo>
                  <a:lnTo>
                    <a:pt x="6151368" y="1848609"/>
                  </a:lnTo>
                  <a:lnTo>
                    <a:pt x="6153562" y="1879881"/>
                  </a:lnTo>
                  <a:lnTo>
                    <a:pt x="6155755" y="1881463"/>
                  </a:lnTo>
                  <a:lnTo>
                    <a:pt x="6157949" y="1941763"/>
                  </a:lnTo>
                  <a:lnTo>
                    <a:pt x="6160143" y="1997396"/>
                  </a:lnTo>
                  <a:lnTo>
                    <a:pt x="6162337" y="2011842"/>
                  </a:lnTo>
                  <a:lnTo>
                    <a:pt x="6164530" y="2018434"/>
                  </a:lnTo>
                  <a:lnTo>
                    <a:pt x="6166724" y="1967606"/>
                  </a:lnTo>
                  <a:lnTo>
                    <a:pt x="6168918" y="2007669"/>
                  </a:lnTo>
                  <a:lnTo>
                    <a:pt x="6171112" y="1971218"/>
                  </a:lnTo>
                  <a:lnTo>
                    <a:pt x="6173306" y="1956550"/>
                  </a:lnTo>
                  <a:lnTo>
                    <a:pt x="6175499" y="1887021"/>
                  </a:lnTo>
                  <a:lnTo>
                    <a:pt x="6177693" y="1911476"/>
                  </a:lnTo>
                  <a:lnTo>
                    <a:pt x="6179887" y="1890822"/>
                  </a:lnTo>
                  <a:lnTo>
                    <a:pt x="6182081" y="1872102"/>
                  </a:lnTo>
                  <a:lnTo>
                    <a:pt x="6184275" y="1853180"/>
                  </a:lnTo>
                  <a:lnTo>
                    <a:pt x="6186468" y="1839182"/>
                  </a:lnTo>
                  <a:lnTo>
                    <a:pt x="6188662" y="1878518"/>
                  </a:lnTo>
                  <a:lnTo>
                    <a:pt x="6190856" y="1877780"/>
                  </a:lnTo>
                  <a:lnTo>
                    <a:pt x="6193050" y="1892391"/>
                  </a:lnTo>
                  <a:lnTo>
                    <a:pt x="6195243" y="1871582"/>
                  </a:lnTo>
                  <a:lnTo>
                    <a:pt x="6197437" y="1842185"/>
                  </a:lnTo>
                  <a:lnTo>
                    <a:pt x="6199631" y="1854877"/>
                  </a:lnTo>
                  <a:lnTo>
                    <a:pt x="6201825" y="1817218"/>
                  </a:lnTo>
                  <a:lnTo>
                    <a:pt x="6204019" y="1794098"/>
                  </a:lnTo>
                  <a:lnTo>
                    <a:pt x="6206212" y="1766751"/>
                  </a:lnTo>
                  <a:lnTo>
                    <a:pt x="6208406" y="1777721"/>
                  </a:lnTo>
                  <a:lnTo>
                    <a:pt x="6210600" y="1797756"/>
                  </a:lnTo>
                  <a:lnTo>
                    <a:pt x="6212794" y="1795682"/>
                  </a:lnTo>
                  <a:lnTo>
                    <a:pt x="6214988" y="1844220"/>
                  </a:lnTo>
                  <a:lnTo>
                    <a:pt x="6217181" y="1846313"/>
                  </a:lnTo>
                  <a:lnTo>
                    <a:pt x="6219375" y="1857261"/>
                  </a:lnTo>
                  <a:lnTo>
                    <a:pt x="6221569" y="1902205"/>
                  </a:lnTo>
                  <a:lnTo>
                    <a:pt x="6223763" y="1843491"/>
                  </a:lnTo>
                  <a:lnTo>
                    <a:pt x="6225956" y="1862857"/>
                  </a:lnTo>
                  <a:lnTo>
                    <a:pt x="6228150" y="1879368"/>
                  </a:lnTo>
                  <a:lnTo>
                    <a:pt x="6230344" y="1880872"/>
                  </a:lnTo>
                  <a:lnTo>
                    <a:pt x="6232538" y="1896205"/>
                  </a:lnTo>
                  <a:lnTo>
                    <a:pt x="6234732" y="1833634"/>
                  </a:lnTo>
                  <a:lnTo>
                    <a:pt x="6236925" y="1813022"/>
                  </a:lnTo>
                  <a:lnTo>
                    <a:pt x="6239119" y="1845231"/>
                  </a:lnTo>
                  <a:lnTo>
                    <a:pt x="6241313" y="1829188"/>
                  </a:lnTo>
                  <a:lnTo>
                    <a:pt x="6243507" y="1802085"/>
                  </a:lnTo>
                  <a:lnTo>
                    <a:pt x="6245700" y="1793816"/>
                  </a:lnTo>
                  <a:lnTo>
                    <a:pt x="6247894" y="1846431"/>
                  </a:lnTo>
                  <a:lnTo>
                    <a:pt x="6250088" y="1877731"/>
                  </a:lnTo>
                  <a:lnTo>
                    <a:pt x="6252282" y="1871103"/>
                  </a:lnTo>
                  <a:lnTo>
                    <a:pt x="6254476" y="1797400"/>
                  </a:lnTo>
                  <a:lnTo>
                    <a:pt x="6256669" y="1821347"/>
                  </a:lnTo>
                  <a:lnTo>
                    <a:pt x="6258863" y="1846409"/>
                  </a:lnTo>
                  <a:lnTo>
                    <a:pt x="6261057" y="1798003"/>
                  </a:lnTo>
                  <a:lnTo>
                    <a:pt x="6263251" y="1803096"/>
                  </a:lnTo>
                  <a:lnTo>
                    <a:pt x="6265445" y="1766513"/>
                  </a:lnTo>
                  <a:lnTo>
                    <a:pt x="6267638" y="1804238"/>
                  </a:lnTo>
                  <a:lnTo>
                    <a:pt x="6269832" y="1813093"/>
                  </a:lnTo>
                  <a:lnTo>
                    <a:pt x="6272026" y="1849011"/>
                  </a:lnTo>
                  <a:lnTo>
                    <a:pt x="6274220" y="1860899"/>
                  </a:lnTo>
                  <a:lnTo>
                    <a:pt x="6276413" y="1857722"/>
                  </a:lnTo>
                  <a:lnTo>
                    <a:pt x="6278607" y="1870605"/>
                  </a:lnTo>
                  <a:lnTo>
                    <a:pt x="6280801" y="1821801"/>
                  </a:lnTo>
                  <a:lnTo>
                    <a:pt x="6282995" y="1875248"/>
                  </a:lnTo>
                  <a:lnTo>
                    <a:pt x="6285189" y="1857476"/>
                  </a:lnTo>
                  <a:lnTo>
                    <a:pt x="6287382" y="1828529"/>
                  </a:lnTo>
                  <a:lnTo>
                    <a:pt x="6289576" y="1862865"/>
                  </a:lnTo>
                  <a:lnTo>
                    <a:pt x="6291770" y="1785131"/>
                  </a:lnTo>
                  <a:lnTo>
                    <a:pt x="6293964" y="1779693"/>
                  </a:lnTo>
                  <a:lnTo>
                    <a:pt x="6296157" y="1799294"/>
                  </a:lnTo>
                  <a:lnTo>
                    <a:pt x="6298351" y="1768987"/>
                  </a:lnTo>
                  <a:lnTo>
                    <a:pt x="6300545" y="1811660"/>
                  </a:lnTo>
                  <a:lnTo>
                    <a:pt x="6302739" y="1775902"/>
                  </a:lnTo>
                  <a:lnTo>
                    <a:pt x="6304933" y="1804753"/>
                  </a:lnTo>
                  <a:lnTo>
                    <a:pt x="6307126" y="1820564"/>
                  </a:lnTo>
                  <a:lnTo>
                    <a:pt x="6309320" y="1821424"/>
                  </a:lnTo>
                  <a:lnTo>
                    <a:pt x="6311514" y="1894330"/>
                  </a:lnTo>
                  <a:lnTo>
                    <a:pt x="6313708" y="1893517"/>
                  </a:lnTo>
                  <a:lnTo>
                    <a:pt x="6315902" y="1895191"/>
                  </a:lnTo>
                  <a:lnTo>
                    <a:pt x="6318095" y="1902461"/>
                  </a:lnTo>
                  <a:lnTo>
                    <a:pt x="6320289" y="1953491"/>
                  </a:lnTo>
                  <a:lnTo>
                    <a:pt x="6322483" y="1920106"/>
                  </a:lnTo>
                  <a:lnTo>
                    <a:pt x="6324677" y="1892657"/>
                  </a:lnTo>
                  <a:lnTo>
                    <a:pt x="6326870" y="1869659"/>
                  </a:lnTo>
                  <a:lnTo>
                    <a:pt x="6329064" y="1844706"/>
                  </a:lnTo>
                  <a:lnTo>
                    <a:pt x="6331258" y="1840487"/>
                  </a:lnTo>
                  <a:lnTo>
                    <a:pt x="6333452" y="1798456"/>
                  </a:lnTo>
                  <a:lnTo>
                    <a:pt x="6335646" y="1747165"/>
                  </a:lnTo>
                  <a:lnTo>
                    <a:pt x="6337839" y="1833184"/>
                  </a:lnTo>
                  <a:lnTo>
                    <a:pt x="6340033" y="1795684"/>
                  </a:lnTo>
                  <a:lnTo>
                    <a:pt x="6342227" y="1812148"/>
                  </a:lnTo>
                  <a:lnTo>
                    <a:pt x="6344421" y="1771582"/>
                  </a:lnTo>
                  <a:lnTo>
                    <a:pt x="6346615" y="1753552"/>
                  </a:lnTo>
                  <a:lnTo>
                    <a:pt x="6348808" y="1802213"/>
                  </a:lnTo>
                  <a:lnTo>
                    <a:pt x="6351002" y="1774041"/>
                  </a:lnTo>
                  <a:lnTo>
                    <a:pt x="6353196" y="1833982"/>
                  </a:lnTo>
                  <a:lnTo>
                    <a:pt x="6355390" y="1889977"/>
                  </a:lnTo>
                  <a:lnTo>
                    <a:pt x="6357583" y="1958535"/>
                  </a:lnTo>
                  <a:lnTo>
                    <a:pt x="6359777" y="1977712"/>
                  </a:lnTo>
                  <a:lnTo>
                    <a:pt x="6361971" y="1948436"/>
                  </a:lnTo>
                  <a:lnTo>
                    <a:pt x="6364165" y="1973744"/>
                  </a:lnTo>
                  <a:lnTo>
                    <a:pt x="6366359" y="1945497"/>
                  </a:lnTo>
                  <a:lnTo>
                    <a:pt x="6368552" y="1958879"/>
                  </a:lnTo>
                  <a:lnTo>
                    <a:pt x="6370746" y="1927622"/>
                  </a:lnTo>
                  <a:lnTo>
                    <a:pt x="6372940" y="1923135"/>
                  </a:lnTo>
                  <a:lnTo>
                    <a:pt x="6375134" y="1955259"/>
                  </a:lnTo>
                  <a:lnTo>
                    <a:pt x="6377327" y="1967767"/>
                  </a:lnTo>
                  <a:lnTo>
                    <a:pt x="6379521" y="2006630"/>
                  </a:lnTo>
                  <a:lnTo>
                    <a:pt x="6381715" y="1970034"/>
                  </a:lnTo>
                  <a:lnTo>
                    <a:pt x="6383909" y="2012768"/>
                  </a:lnTo>
                  <a:lnTo>
                    <a:pt x="6386103" y="2023424"/>
                  </a:lnTo>
                  <a:lnTo>
                    <a:pt x="6388296" y="2009380"/>
                  </a:lnTo>
                  <a:lnTo>
                    <a:pt x="6390490" y="2017395"/>
                  </a:lnTo>
                  <a:lnTo>
                    <a:pt x="6392684" y="2031340"/>
                  </a:lnTo>
                  <a:lnTo>
                    <a:pt x="6394878" y="2048538"/>
                  </a:lnTo>
                  <a:lnTo>
                    <a:pt x="6397072" y="2059551"/>
                  </a:lnTo>
                  <a:lnTo>
                    <a:pt x="6399265" y="2086967"/>
                  </a:lnTo>
                  <a:lnTo>
                    <a:pt x="6401459" y="2082500"/>
                  </a:lnTo>
                  <a:lnTo>
                    <a:pt x="6403653" y="2110748"/>
                  </a:lnTo>
                  <a:lnTo>
                    <a:pt x="6405847" y="2015891"/>
                  </a:lnTo>
                  <a:lnTo>
                    <a:pt x="6408040" y="2004077"/>
                  </a:lnTo>
                  <a:lnTo>
                    <a:pt x="6410234" y="1978410"/>
                  </a:lnTo>
                  <a:lnTo>
                    <a:pt x="6412428" y="1958949"/>
                  </a:lnTo>
                  <a:lnTo>
                    <a:pt x="6414622" y="1980873"/>
                  </a:lnTo>
                  <a:lnTo>
                    <a:pt x="6416816" y="1934999"/>
                  </a:lnTo>
                  <a:lnTo>
                    <a:pt x="6419009" y="1964651"/>
                  </a:lnTo>
                  <a:lnTo>
                    <a:pt x="6421203" y="1955042"/>
                  </a:lnTo>
                  <a:lnTo>
                    <a:pt x="6423397" y="1955484"/>
                  </a:lnTo>
                  <a:lnTo>
                    <a:pt x="6425591" y="1869265"/>
                  </a:lnTo>
                  <a:lnTo>
                    <a:pt x="6427784" y="1877607"/>
                  </a:lnTo>
                  <a:lnTo>
                    <a:pt x="6429978" y="1880705"/>
                  </a:lnTo>
                  <a:lnTo>
                    <a:pt x="6432172" y="1850532"/>
                  </a:lnTo>
                  <a:lnTo>
                    <a:pt x="6434366" y="1840380"/>
                  </a:lnTo>
                  <a:lnTo>
                    <a:pt x="6436560" y="1749475"/>
                  </a:lnTo>
                  <a:lnTo>
                    <a:pt x="6438753" y="1764321"/>
                  </a:lnTo>
                  <a:lnTo>
                    <a:pt x="6440947" y="1748317"/>
                  </a:lnTo>
                  <a:lnTo>
                    <a:pt x="6443141" y="1693322"/>
                  </a:lnTo>
                  <a:lnTo>
                    <a:pt x="6445335" y="1765618"/>
                  </a:lnTo>
                  <a:lnTo>
                    <a:pt x="6447529" y="1745492"/>
                  </a:lnTo>
                  <a:lnTo>
                    <a:pt x="6449722" y="1762298"/>
                  </a:lnTo>
                  <a:lnTo>
                    <a:pt x="6451916" y="1762260"/>
                  </a:lnTo>
                  <a:lnTo>
                    <a:pt x="6454110" y="1774840"/>
                  </a:lnTo>
                  <a:lnTo>
                    <a:pt x="6456304" y="1767005"/>
                  </a:lnTo>
                  <a:lnTo>
                    <a:pt x="6458497" y="1780975"/>
                  </a:lnTo>
                  <a:lnTo>
                    <a:pt x="6460691" y="1810661"/>
                  </a:lnTo>
                  <a:lnTo>
                    <a:pt x="6462885" y="1855884"/>
                  </a:lnTo>
                  <a:lnTo>
                    <a:pt x="6465079" y="1839185"/>
                  </a:lnTo>
                  <a:lnTo>
                    <a:pt x="6467273" y="1827364"/>
                  </a:lnTo>
                  <a:lnTo>
                    <a:pt x="6469466" y="1825841"/>
                  </a:lnTo>
                  <a:lnTo>
                    <a:pt x="6471660" y="1864279"/>
                  </a:lnTo>
                  <a:lnTo>
                    <a:pt x="6473854" y="1840870"/>
                  </a:lnTo>
                  <a:lnTo>
                    <a:pt x="6476048" y="1827106"/>
                  </a:lnTo>
                  <a:lnTo>
                    <a:pt x="6478241" y="1901598"/>
                  </a:lnTo>
                  <a:lnTo>
                    <a:pt x="6480435" y="1919821"/>
                  </a:lnTo>
                  <a:lnTo>
                    <a:pt x="6482629" y="1995648"/>
                  </a:lnTo>
                  <a:lnTo>
                    <a:pt x="6484823" y="1981914"/>
                  </a:lnTo>
                  <a:lnTo>
                    <a:pt x="6487017" y="1963106"/>
                  </a:lnTo>
                  <a:lnTo>
                    <a:pt x="6489210" y="1951659"/>
                  </a:lnTo>
                  <a:lnTo>
                    <a:pt x="6491404" y="1931264"/>
                  </a:lnTo>
                  <a:lnTo>
                    <a:pt x="6493598" y="1960913"/>
                  </a:lnTo>
                  <a:lnTo>
                    <a:pt x="6495792" y="1969550"/>
                  </a:lnTo>
                  <a:lnTo>
                    <a:pt x="6497986" y="1969268"/>
                  </a:lnTo>
                  <a:lnTo>
                    <a:pt x="6500179" y="1967048"/>
                  </a:lnTo>
                  <a:lnTo>
                    <a:pt x="6502373" y="1925754"/>
                  </a:lnTo>
                  <a:lnTo>
                    <a:pt x="6504567" y="1909842"/>
                  </a:lnTo>
                  <a:lnTo>
                    <a:pt x="6506761" y="1924426"/>
                  </a:lnTo>
                  <a:lnTo>
                    <a:pt x="6508954" y="1921280"/>
                  </a:lnTo>
                  <a:lnTo>
                    <a:pt x="6511148" y="1931888"/>
                  </a:lnTo>
                  <a:lnTo>
                    <a:pt x="6513342" y="1903319"/>
                  </a:lnTo>
                  <a:lnTo>
                    <a:pt x="6515536" y="1914550"/>
                  </a:lnTo>
                  <a:lnTo>
                    <a:pt x="6517730" y="1871256"/>
                  </a:lnTo>
                  <a:lnTo>
                    <a:pt x="6519923" y="1886164"/>
                  </a:lnTo>
                  <a:lnTo>
                    <a:pt x="6522117" y="1868276"/>
                  </a:lnTo>
                  <a:lnTo>
                    <a:pt x="6524311" y="1893084"/>
                  </a:lnTo>
                  <a:lnTo>
                    <a:pt x="6526505" y="1924799"/>
                  </a:lnTo>
                  <a:lnTo>
                    <a:pt x="6528699" y="1939186"/>
                  </a:lnTo>
                  <a:lnTo>
                    <a:pt x="6530892" y="1983244"/>
                  </a:lnTo>
                  <a:lnTo>
                    <a:pt x="6533086" y="2000165"/>
                  </a:lnTo>
                  <a:lnTo>
                    <a:pt x="6535280" y="2009787"/>
                  </a:lnTo>
                  <a:lnTo>
                    <a:pt x="6537474" y="2020071"/>
                  </a:lnTo>
                  <a:lnTo>
                    <a:pt x="6539667" y="2050833"/>
                  </a:lnTo>
                  <a:lnTo>
                    <a:pt x="6541861" y="2099196"/>
                  </a:lnTo>
                  <a:lnTo>
                    <a:pt x="6544055" y="2110110"/>
                  </a:lnTo>
                  <a:lnTo>
                    <a:pt x="6546249" y="2126792"/>
                  </a:lnTo>
                  <a:lnTo>
                    <a:pt x="6548443" y="2113637"/>
                  </a:lnTo>
                  <a:lnTo>
                    <a:pt x="6550636" y="2083851"/>
                  </a:lnTo>
                  <a:lnTo>
                    <a:pt x="6552830" y="2104219"/>
                  </a:lnTo>
                  <a:lnTo>
                    <a:pt x="6555024" y="2123408"/>
                  </a:lnTo>
                  <a:lnTo>
                    <a:pt x="6557218" y="2133274"/>
                  </a:lnTo>
                  <a:lnTo>
                    <a:pt x="6559411" y="2160993"/>
                  </a:lnTo>
                  <a:lnTo>
                    <a:pt x="6561605" y="2179675"/>
                  </a:lnTo>
                  <a:lnTo>
                    <a:pt x="6563799" y="2206753"/>
                  </a:lnTo>
                  <a:lnTo>
                    <a:pt x="6565993" y="2202031"/>
                  </a:lnTo>
                  <a:lnTo>
                    <a:pt x="6568187" y="2198539"/>
                  </a:lnTo>
                  <a:lnTo>
                    <a:pt x="6570380" y="2204179"/>
                  </a:lnTo>
                  <a:lnTo>
                    <a:pt x="6572574" y="2200952"/>
                  </a:lnTo>
                  <a:lnTo>
                    <a:pt x="6574768" y="2209755"/>
                  </a:lnTo>
                  <a:lnTo>
                    <a:pt x="6576962" y="2186447"/>
                  </a:lnTo>
                  <a:lnTo>
                    <a:pt x="6579156" y="2206527"/>
                  </a:lnTo>
                  <a:lnTo>
                    <a:pt x="6581349" y="2178879"/>
                  </a:lnTo>
                  <a:lnTo>
                    <a:pt x="6583543" y="2178943"/>
                  </a:lnTo>
                  <a:lnTo>
                    <a:pt x="6585737" y="2143047"/>
                  </a:lnTo>
                  <a:lnTo>
                    <a:pt x="6587931" y="2147198"/>
                  </a:lnTo>
                  <a:lnTo>
                    <a:pt x="6590124" y="2149449"/>
                  </a:lnTo>
                  <a:lnTo>
                    <a:pt x="6592318" y="2117700"/>
                  </a:lnTo>
                  <a:lnTo>
                    <a:pt x="6594512" y="2069947"/>
                  </a:lnTo>
                  <a:lnTo>
                    <a:pt x="6596706" y="2068615"/>
                  </a:lnTo>
                  <a:lnTo>
                    <a:pt x="6598900" y="2075594"/>
                  </a:lnTo>
                  <a:lnTo>
                    <a:pt x="6601093" y="2062522"/>
                  </a:lnTo>
                  <a:lnTo>
                    <a:pt x="6603287" y="2091487"/>
                  </a:lnTo>
                  <a:lnTo>
                    <a:pt x="6605481" y="2020214"/>
                  </a:lnTo>
                  <a:lnTo>
                    <a:pt x="6607675" y="1977751"/>
                  </a:lnTo>
                  <a:lnTo>
                    <a:pt x="6609868" y="1909603"/>
                  </a:lnTo>
                  <a:lnTo>
                    <a:pt x="6612062" y="1919840"/>
                  </a:lnTo>
                  <a:lnTo>
                    <a:pt x="6614256" y="1935486"/>
                  </a:lnTo>
                  <a:lnTo>
                    <a:pt x="6616450" y="1843971"/>
                  </a:lnTo>
                  <a:lnTo>
                    <a:pt x="6618644" y="1813145"/>
                  </a:lnTo>
                  <a:lnTo>
                    <a:pt x="6620837" y="1788781"/>
                  </a:lnTo>
                  <a:lnTo>
                    <a:pt x="6623031" y="1780376"/>
                  </a:lnTo>
                  <a:lnTo>
                    <a:pt x="6625225" y="1731422"/>
                  </a:lnTo>
                  <a:lnTo>
                    <a:pt x="6627419" y="1669534"/>
                  </a:lnTo>
                  <a:lnTo>
                    <a:pt x="6629613" y="1659186"/>
                  </a:lnTo>
                  <a:lnTo>
                    <a:pt x="6631806" y="1665539"/>
                  </a:lnTo>
                  <a:lnTo>
                    <a:pt x="6634000" y="1629043"/>
                  </a:lnTo>
                  <a:lnTo>
                    <a:pt x="6636194" y="1664577"/>
                  </a:lnTo>
                  <a:lnTo>
                    <a:pt x="6638388" y="1632409"/>
                  </a:lnTo>
                  <a:lnTo>
                    <a:pt x="6640581" y="1703399"/>
                  </a:lnTo>
                  <a:lnTo>
                    <a:pt x="6642775" y="1682952"/>
                  </a:lnTo>
                  <a:lnTo>
                    <a:pt x="6644969" y="1668740"/>
                  </a:lnTo>
                  <a:lnTo>
                    <a:pt x="6647163" y="1718629"/>
                  </a:lnTo>
                  <a:lnTo>
                    <a:pt x="6649357" y="1649669"/>
                  </a:lnTo>
                  <a:lnTo>
                    <a:pt x="6651550" y="1714279"/>
                  </a:lnTo>
                  <a:lnTo>
                    <a:pt x="6653744" y="1675754"/>
                  </a:lnTo>
                  <a:lnTo>
                    <a:pt x="6655938" y="1726437"/>
                  </a:lnTo>
                  <a:lnTo>
                    <a:pt x="6658132" y="1757947"/>
                  </a:lnTo>
                  <a:lnTo>
                    <a:pt x="6660326" y="1766601"/>
                  </a:lnTo>
                  <a:lnTo>
                    <a:pt x="6662519" y="1787510"/>
                  </a:lnTo>
                  <a:lnTo>
                    <a:pt x="6664713" y="1728423"/>
                  </a:lnTo>
                  <a:lnTo>
                    <a:pt x="6666907" y="1737119"/>
                  </a:lnTo>
                  <a:lnTo>
                    <a:pt x="6669101" y="1698795"/>
                  </a:lnTo>
                  <a:lnTo>
                    <a:pt x="6671294" y="1696177"/>
                  </a:lnTo>
                  <a:lnTo>
                    <a:pt x="6673488" y="1632709"/>
                  </a:lnTo>
                  <a:lnTo>
                    <a:pt x="6675682" y="1653769"/>
                  </a:lnTo>
                  <a:lnTo>
                    <a:pt x="6677876" y="1632774"/>
                  </a:lnTo>
                  <a:lnTo>
                    <a:pt x="6680070" y="1682896"/>
                  </a:lnTo>
                  <a:lnTo>
                    <a:pt x="6682263" y="1654723"/>
                  </a:lnTo>
                  <a:lnTo>
                    <a:pt x="6684457" y="1704449"/>
                  </a:lnTo>
                  <a:lnTo>
                    <a:pt x="6686651" y="1736559"/>
                  </a:lnTo>
                  <a:lnTo>
                    <a:pt x="6688845" y="1755317"/>
                  </a:lnTo>
                  <a:lnTo>
                    <a:pt x="6691038" y="1795486"/>
                  </a:lnTo>
                  <a:lnTo>
                    <a:pt x="6693232" y="1756581"/>
                  </a:lnTo>
                  <a:lnTo>
                    <a:pt x="6695426" y="1755215"/>
                  </a:lnTo>
                  <a:lnTo>
                    <a:pt x="6697620" y="1794640"/>
                  </a:lnTo>
                  <a:lnTo>
                    <a:pt x="6699814" y="1735697"/>
                  </a:lnTo>
                  <a:lnTo>
                    <a:pt x="6702007" y="1720321"/>
                  </a:lnTo>
                  <a:lnTo>
                    <a:pt x="6704201" y="1739645"/>
                  </a:lnTo>
                  <a:lnTo>
                    <a:pt x="6706395" y="1717413"/>
                  </a:lnTo>
                  <a:lnTo>
                    <a:pt x="6708589" y="1831381"/>
                  </a:lnTo>
                  <a:lnTo>
                    <a:pt x="6710783" y="1780396"/>
                  </a:lnTo>
                  <a:lnTo>
                    <a:pt x="6712976" y="1785429"/>
                  </a:lnTo>
                  <a:lnTo>
                    <a:pt x="6715170" y="1863103"/>
                  </a:lnTo>
                  <a:lnTo>
                    <a:pt x="6717364" y="1886985"/>
                  </a:lnTo>
                  <a:lnTo>
                    <a:pt x="6719558" y="1890036"/>
                  </a:lnTo>
                  <a:lnTo>
                    <a:pt x="6721751" y="1931904"/>
                  </a:lnTo>
                  <a:lnTo>
                    <a:pt x="6723945" y="1988390"/>
                  </a:lnTo>
                  <a:lnTo>
                    <a:pt x="6726139" y="2040514"/>
                  </a:lnTo>
                  <a:lnTo>
                    <a:pt x="6728333" y="2033194"/>
                  </a:lnTo>
                  <a:lnTo>
                    <a:pt x="6730527" y="2107733"/>
                  </a:lnTo>
                  <a:lnTo>
                    <a:pt x="6732720" y="2094272"/>
                  </a:lnTo>
                  <a:lnTo>
                    <a:pt x="6734914" y="2108016"/>
                  </a:lnTo>
                  <a:lnTo>
                    <a:pt x="6737108" y="2103395"/>
                  </a:lnTo>
                  <a:lnTo>
                    <a:pt x="6739302" y="2103653"/>
                  </a:lnTo>
                  <a:lnTo>
                    <a:pt x="6741495" y="2099155"/>
                  </a:lnTo>
                  <a:lnTo>
                    <a:pt x="6743689" y="2088438"/>
                  </a:lnTo>
                  <a:lnTo>
                    <a:pt x="6745883" y="2147728"/>
                  </a:lnTo>
                  <a:lnTo>
                    <a:pt x="6748077" y="2129675"/>
                  </a:lnTo>
                  <a:lnTo>
                    <a:pt x="6750271" y="2142130"/>
                  </a:lnTo>
                  <a:lnTo>
                    <a:pt x="6752464" y="2118521"/>
                  </a:lnTo>
                  <a:lnTo>
                    <a:pt x="6754658" y="2096800"/>
                  </a:lnTo>
                  <a:lnTo>
                    <a:pt x="6756852" y="2082187"/>
                  </a:lnTo>
                  <a:lnTo>
                    <a:pt x="6759046" y="2036251"/>
                  </a:lnTo>
                  <a:lnTo>
                    <a:pt x="6761240" y="2037507"/>
                  </a:lnTo>
                  <a:lnTo>
                    <a:pt x="6763433" y="2008679"/>
                  </a:lnTo>
                  <a:lnTo>
                    <a:pt x="6765627" y="2004646"/>
                  </a:lnTo>
                  <a:lnTo>
                    <a:pt x="6767821" y="1995921"/>
                  </a:lnTo>
                  <a:lnTo>
                    <a:pt x="6770015" y="1960447"/>
                  </a:lnTo>
                  <a:lnTo>
                    <a:pt x="6772208" y="1963496"/>
                  </a:lnTo>
                  <a:lnTo>
                    <a:pt x="6774402" y="1896752"/>
                  </a:lnTo>
                  <a:lnTo>
                    <a:pt x="6776596" y="1839114"/>
                  </a:lnTo>
                  <a:lnTo>
                    <a:pt x="6778790" y="1702500"/>
                  </a:lnTo>
                  <a:lnTo>
                    <a:pt x="6780984" y="1638419"/>
                  </a:lnTo>
                  <a:lnTo>
                    <a:pt x="6783177" y="1602657"/>
                  </a:lnTo>
                  <a:lnTo>
                    <a:pt x="6785371" y="1544432"/>
                  </a:lnTo>
                  <a:lnTo>
                    <a:pt x="6787565" y="1509757"/>
                  </a:lnTo>
                  <a:lnTo>
                    <a:pt x="6789759" y="1459982"/>
                  </a:lnTo>
                  <a:lnTo>
                    <a:pt x="6791953" y="1471641"/>
                  </a:lnTo>
                  <a:lnTo>
                    <a:pt x="6794146" y="1478439"/>
                  </a:lnTo>
                  <a:lnTo>
                    <a:pt x="6796340" y="1453682"/>
                  </a:lnTo>
                  <a:lnTo>
                    <a:pt x="6798534" y="1464804"/>
                  </a:lnTo>
                  <a:lnTo>
                    <a:pt x="6800728" y="1452048"/>
                  </a:lnTo>
                  <a:lnTo>
                    <a:pt x="6802921" y="1456857"/>
                  </a:lnTo>
                  <a:lnTo>
                    <a:pt x="6805115" y="1483745"/>
                  </a:lnTo>
                  <a:lnTo>
                    <a:pt x="6807309" y="1438830"/>
                  </a:lnTo>
                  <a:lnTo>
                    <a:pt x="6809503" y="1488619"/>
                  </a:lnTo>
                  <a:lnTo>
                    <a:pt x="6811697" y="1477694"/>
                  </a:lnTo>
                  <a:lnTo>
                    <a:pt x="6813890" y="1506348"/>
                  </a:lnTo>
                  <a:lnTo>
                    <a:pt x="6816084" y="1523399"/>
                  </a:lnTo>
                  <a:lnTo>
                    <a:pt x="6818278" y="1509461"/>
                  </a:lnTo>
                  <a:lnTo>
                    <a:pt x="6820472" y="1471290"/>
                  </a:lnTo>
                  <a:lnTo>
                    <a:pt x="6822665" y="1463182"/>
                  </a:lnTo>
                  <a:lnTo>
                    <a:pt x="6824859" y="1432814"/>
                  </a:lnTo>
                  <a:lnTo>
                    <a:pt x="6827053" y="1433806"/>
                  </a:lnTo>
                  <a:lnTo>
                    <a:pt x="6829247" y="1418736"/>
                  </a:lnTo>
                  <a:lnTo>
                    <a:pt x="6831441" y="1379812"/>
                  </a:lnTo>
                  <a:lnTo>
                    <a:pt x="6833634" y="1400747"/>
                  </a:lnTo>
                  <a:lnTo>
                    <a:pt x="6835828" y="1358931"/>
                  </a:lnTo>
                  <a:lnTo>
                    <a:pt x="6838022" y="1359173"/>
                  </a:lnTo>
                  <a:lnTo>
                    <a:pt x="6840216" y="1363019"/>
                  </a:lnTo>
                  <a:lnTo>
                    <a:pt x="6842410" y="1393939"/>
                  </a:lnTo>
                  <a:lnTo>
                    <a:pt x="6844603" y="1492484"/>
                  </a:lnTo>
                  <a:lnTo>
                    <a:pt x="6846797" y="1511990"/>
                  </a:lnTo>
                  <a:lnTo>
                    <a:pt x="6848991" y="1532049"/>
                  </a:lnTo>
                  <a:lnTo>
                    <a:pt x="6851185" y="1548966"/>
                  </a:lnTo>
                  <a:lnTo>
                    <a:pt x="6853378" y="1537360"/>
                  </a:lnTo>
                  <a:lnTo>
                    <a:pt x="6855572" y="1594111"/>
                  </a:lnTo>
                  <a:lnTo>
                    <a:pt x="6857766" y="1522268"/>
                  </a:lnTo>
                  <a:lnTo>
                    <a:pt x="6859960" y="1554492"/>
                  </a:lnTo>
                  <a:lnTo>
                    <a:pt x="6862154" y="1479127"/>
                  </a:lnTo>
                  <a:lnTo>
                    <a:pt x="6864347" y="1512357"/>
                  </a:lnTo>
                  <a:lnTo>
                    <a:pt x="6866541" y="1527165"/>
                  </a:lnTo>
                  <a:lnTo>
                    <a:pt x="6868735" y="1499535"/>
                  </a:lnTo>
                  <a:lnTo>
                    <a:pt x="6870929" y="1476780"/>
                  </a:lnTo>
                  <a:lnTo>
                    <a:pt x="6873122" y="1529445"/>
                  </a:lnTo>
                  <a:lnTo>
                    <a:pt x="6875316" y="1494513"/>
                  </a:lnTo>
                  <a:lnTo>
                    <a:pt x="6877510" y="1609599"/>
                  </a:lnTo>
                  <a:lnTo>
                    <a:pt x="6879704" y="1689215"/>
                  </a:lnTo>
                  <a:lnTo>
                    <a:pt x="6881898" y="1847346"/>
                  </a:lnTo>
                  <a:lnTo>
                    <a:pt x="6884091" y="1831665"/>
                  </a:lnTo>
                  <a:lnTo>
                    <a:pt x="6886285" y="1781448"/>
                  </a:lnTo>
                  <a:lnTo>
                    <a:pt x="6888479" y="1815019"/>
                  </a:lnTo>
                  <a:lnTo>
                    <a:pt x="6890673" y="1851157"/>
                  </a:lnTo>
                  <a:lnTo>
                    <a:pt x="6892867" y="1786175"/>
                  </a:lnTo>
                  <a:lnTo>
                    <a:pt x="6895060" y="1722662"/>
                  </a:lnTo>
                  <a:lnTo>
                    <a:pt x="6897254" y="1738467"/>
                  </a:lnTo>
                  <a:lnTo>
                    <a:pt x="6899448" y="1826517"/>
                  </a:lnTo>
                  <a:lnTo>
                    <a:pt x="6901642" y="1740171"/>
                  </a:lnTo>
                  <a:lnTo>
                    <a:pt x="6903835" y="1630364"/>
                  </a:lnTo>
                  <a:lnTo>
                    <a:pt x="6906029" y="1654192"/>
                  </a:lnTo>
                  <a:lnTo>
                    <a:pt x="6908223" y="1697216"/>
                  </a:lnTo>
                  <a:lnTo>
                    <a:pt x="6910417" y="1639091"/>
                  </a:lnTo>
                  <a:lnTo>
                    <a:pt x="6912611" y="1657225"/>
                  </a:lnTo>
                  <a:lnTo>
                    <a:pt x="6914804" y="1703014"/>
                  </a:lnTo>
                  <a:lnTo>
                    <a:pt x="6916998" y="1722152"/>
                  </a:lnTo>
                  <a:lnTo>
                    <a:pt x="6919192" y="1704113"/>
                  </a:lnTo>
                  <a:lnTo>
                    <a:pt x="6921386" y="1590481"/>
                  </a:lnTo>
                  <a:lnTo>
                    <a:pt x="6923580" y="1631432"/>
                  </a:lnTo>
                  <a:lnTo>
                    <a:pt x="6925773" y="1601217"/>
                  </a:lnTo>
                  <a:lnTo>
                    <a:pt x="6927967" y="1640672"/>
                  </a:lnTo>
                  <a:lnTo>
                    <a:pt x="6930161" y="1588996"/>
                  </a:lnTo>
                  <a:lnTo>
                    <a:pt x="6932355" y="1647449"/>
                  </a:lnTo>
                  <a:lnTo>
                    <a:pt x="6934548" y="1713007"/>
                  </a:lnTo>
                  <a:lnTo>
                    <a:pt x="6936742" y="1800715"/>
                  </a:lnTo>
                  <a:lnTo>
                    <a:pt x="6938936" y="1855848"/>
                  </a:lnTo>
                  <a:lnTo>
                    <a:pt x="6941130" y="1791231"/>
                  </a:lnTo>
                  <a:lnTo>
                    <a:pt x="6943324" y="1750049"/>
                  </a:lnTo>
                  <a:lnTo>
                    <a:pt x="6945517" y="1755316"/>
                  </a:lnTo>
                  <a:lnTo>
                    <a:pt x="6947711" y="1746285"/>
                  </a:lnTo>
                  <a:lnTo>
                    <a:pt x="6949905" y="1717996"/>
                  </a:lnTo>
                  <a:lnTo>
                    <a:pt x="6952099" y="1585411"/>
                  </a:lnTo>
                  <a:lnTo>
                    <a:pt x="6954292" y="1595514"/>
                  </a:lnTo>
                  <a:lnTo>
                    <a:pt x="6956486" y="1578136"/>
                  </a:lnTo>
                  <a:lnTo>
                    <a:pt x="6958680" y="1574968"/>
                  </a:lnTo>
                  <a:lnTo>
                    <a:pt x="6960874" y="1560067"/>
                  </a:lnTo>
                  <a:lnTo>
                    <a:pt x="6963068" y="1523320"/>
                  </a:lnTo>
                  <a:lnTo>
                    <a:pt x="6965261" y="1494847"/>
                  </a:lnTo>
                  <a:lnTo>
                    <a:pt x="6967455" y="1509175"/>
                  </a:lnTo>
                  <a:lnTo>
                    <a:pt x="6969649" y="1510841"/>
                  </a:lnTo>
                  <a:lnTo>
                    <a:pt x="6971843" y="1552732"/>
                  </a:lnTo>
                  <a:lnTo>
                    <a:pt x="6974037" y="1532882"/>
                  </a:lnTo>
                  <a:lnTo>
                    <a:pt x="6976230" y="1716445"/>
                  </a:lnTo>
                  <a:lnTo>
                    <a:pt x="6978424" y="1872404"/>
                  </a:lnTo>
                  <a:lnTo>
                    <a:pt x="6980618" y="1930158"/>
                  </a:lnTo>
                  <a:lnTo>
                    <a:pt x="6982812" y="1982527"/>
                  </a:lnTo>
                  <a:lnTo>
                    <a:pt x="6985005" y="1978002"/>
                  </a:lnTo>
                  <a:lnTo>
                    <a:pt x="6987199" y="2028285"/>
                  </a:lnTo>
                  <a:lnTo>
                    <a:pt x="6989393" y="2003650"/>
                  </a:lnTo>
                  <a:lnTo>
                    <a:pt x="6991587" y="2026372"/>
                  </a:lnTo>
                  <a:lnTo>
                    <a:pt x="6993781" y="2014657"/>
                  </a:lnTo>
                  <a:lnTo>
                    <a:pt x="6995974" y="2021926"/>
                  </a:lnTo>
                  <a:lnTo>
                    <a:pt x="6998168" y="2053180"/>
                  </a:lnTo>
                  <a:lnTo>
                    <a:pt x="7000362" y="2059614"/>
                  </a:lnTo>
                  <a:lnTo>
                    <a:pt x="7002556" y="2046475"/>
                  </a:lnTo>
                  <a:lnTo>
                    <a:pt x="7004749" y="1977230"/>
                  </a:lnTo>
                  <a:lnTo>
                    <a:pt x="7006943" y="1948510"/>
                  </a:lnTo>
                  <a:lnTo>
                    <a:pt x="7009137" y="1893769"/>
                  </a:lnTo>
                  <a:lnTo>
                    <a:pt x="7011331" y="1858784"/>
                  </a:lnTo>
                  <a:lnTo>
                    <a:pt x="7013525" y="1803930"/>
                  </a:lnTo>
                  <a:lnTo>
                    <a:pt x="7015718" y="1666128"/>
                  </a:lnTo>
                  <a:lnTo>
                    <a:pt x="7017912" y="1605345"/>
                  </a:lnTo>
                  <a:lnTo>
                    <a:pt x="7020106" y="1604654"/>
                  </a:lnTo>
                  <a:lnTo>
                    <a:pt x="7022300" y="1565697"/>
                  </a:lnTo>
                  <a:lnTo>
                    <a:pt x="7024494" y="1572127"/>
                  </a:lnTo>
                  <a:lnTo>
                    <a:pt x="7026687" y="1521157"/>
                  </a:lnTo>
                  <a:lnTo>
                    <a:pt x="7028881" y="1516910"/>
                  </a:lnTo>
                  <a:lnTo>
                    <a:pt x="7031075" y="1624252"/>
                  </a:lnTo>
                  <a:lnTo>
                    <a:pt x="7033269" y="1718731"/>
                  </a:lnTo>
                  <a:lnTo>
                    <a:pt x="7035462" y="1848542"/>
                  </a:lnTo>
                  <a:lnTo>
                    <a:pt x="7037656" y="1894738"/>
                  </a:lnTo>
                  <a:lnTo>
                    <a:pt x="7039850" y="1912289"/>
                  </a:lnTo>
                  <a:lnTo>
                    <a:pt x="7042044" y="1943445"/>
                  </a:lnTo>
                  <a:lnTo>
                    <a:pt x="7044238" y="1898048"/>
                  </a:lnTo>
                  <a:lnTo>
                    <a:pt x="7046431" y="1866164"/>
                  </a:lnTo>
                  <a:lnTo>
                    <a:pt x="7048625" y="1829143"/>
                  </a:lnTo>
                  <a:lnTo>
                    <a:pt x="7050819" y="1706133"/>
                  </a:lnTo>
                  <a:lnTo>
                    <a:pt x="7053013" y="1671304"/>
                  </a:lnTo>
                  <a:lnTo>
                    <a:pt x="7055206" y="1713172"/>
                  </a:lnTo>
                  <a:lnTo>
                    <a:pt x="7057400" y="1644585"/>
                  </a:lnTo>
                  <a:lnTo>
                    <a:pt x="7059594" y="1630595"/>
                  </a:lnTo>
                  <a:lnTo>
                    <a:pt x="7061788" y="1525920"/>
                  </a:lnTo>
                  <a:lnTo>
                    <a:pt x="7063982" y="1564832"/>
                  </a:lnTo>
                  <a:lnTo>
                    <a:pt x="7066175" y="1555644"/>
                  </a:lnTo>
                  <a:lnTo>
                    <a:pt x="7068369" y="1597679"/>
                  </a:lnTo>
                  <a:lnTo>
                    <a:pt x="7070563" y="1648601"/>
                  </a:lnTo>
                  <a:lnTo>
                    <a:pt x="7072757" y="1635754"/>
                  </a:lnTo>
                  <a:lnTo>
                    <a:pt x="7074951" y="1570259"/>
                  </a:lnTo>
                  <a:lnTo>
                    <a:pt x="7077144" y="1522869"/>
                  </a:lnTo>
                  <a:lnTo>
                    <a:pt x="7079338" y="1579704"/>
                  </a:lnTo>
                  <a:lnTo>
                    <a:pt x="7081532" y="1533534"/>
                  </a:lnTo>
                  <a:lnTo>
                    <a:pt x="7083726" y="1596636"/>
                  </a:lnTo>
                  <a:lnTo>
                    <a:pt x="7085919" y="1567638"/>
                  </a:lnTo>
                  <a:lnTo>
                    <a:pt x="7088113" y="1645548"/>
                  </a:lnTo>
                  <a:lnTo>
                    <a:pt x="7090307" y="1580460"/>
                  </a:lnTo>
                  <a:lnTo>
                    <a:pt x="7092501" y="1586244"/>
                  </a:lnTo>
                  <a:lnTo>
                    <a:pt x="7094695" y="1597575"/>
                  </a:lnTo>
                  <a:lnTo>
                    <a:pt x="7096888" y="1495097"/>
                  </a:lnTo>
                  <a:lnTo>
                    <a:pt x="7099082" y="1715736"/>
                  </a:lnTo>
                  <a:lnTo>
                    <a:pt x="7101276" y="1809781"/>
                  </a:lnTo>
                  <a:lnTo>
                    <a:pt x="7103470" y="1871038"/>
                  </a:lnTo>
                  <a:lnTo>
                    <a:pt x="7105664" y="1930631"/>
                  </a:lnTo>
                  <a:lnTo>
                    <a:pt x="7107857" y="1854113"/>
                  </a:lnTo>
                  <a:lnTo>
                    <a:pt x="7110051" y="1907254"/>
                  </a:lnTo>
                  <a:lnTo>
                    <a:pt x="7112245" y="1794115"/>
                  </a:lnTo>
                  <a:lnTo>
                    <a:pt x="7114439" y="1704921"/>
                  </a:lnTo>
                  <a:lnTo>
                    <a:pt x="7116632" y="1685987"/>
                  </a:lnTo>
                  <a:lnTo>
                    <a:pt x="7118826" y="1652488"/>
                  </a:lnTo>
                  <a:lnTo>
                    <a:pt x="7121020" y="1754926"/>
                  </a:lnTo>
                  <a:lnTo>
                    <a:pt x="7123214" y="1654525"/>
                  </a:lnTo>
                  <a:lnTo>
                    <a:pt x="7125408" y="1785745"/>
                  </a:lnTo>
                  <a:lnTo>
                    <a:pt x="7127601" y="1911683"/>
                  </a:lnTo>
                  <a:lnTo>
                    <a:pt x="7129795" y="1968898"/>
                  </a:lnTo>
                  <a:lnTo>
                    <a:pt x="7131989" y="1968134"/>
                  </a:lnTo>
                  <a:lnTo>
                    <a:pt x="7134183" y="1897521"/>
                  </a:lnTo>
                  <a:lnTo>
                    <a:pt x="7136376" y="1918560"/>
                  </a:lnTo>
                  <a:lnTo>
                    <a:pt x="7138570" y="1875036"/>
                  </a:lnTo>
                  <a:lnTo>
                    <a:pt x="7140764" y="1870585"/>
                  </a:lnTo>
                  <a:lnTo>
                    <a:pt x="7142958" y="1886030"/>
                  </a:lnTo>
                  <a:lnTo>
                    <a:pt x="7145152" y="1887022"/>
                  </a:lnTo>
                  <a:lnTo>
                    <a:pt x="7147345" y="1921840"/>
                  </a:lnTo>
                  <a:lnTo>
                    <a:pt x="7149539" y="1929786"/>
                  </a:lnTo>
                  <a:lnTo>
                    <a:pt x="7151733" y="1920440"/>
                  </a:lnTo>
                  <a:lnTo>
                    <a:pt x="7153927" y="1826594"/>
                  </a:lnTo>
                  <a:lnTo>
                    <a:pt x="7156121" y="1707162"/>
                  </a:lnTo>
                  <a:lnTo>
                    <a:pt x="7158314" y="1622838"/>
                  </a:lnTo>
                  <a:lnTo>
                    <a:pt x="7160508" y="1512832"/>
                  </a:lnTo>
                  <a:lnTo>
                    <a:pt x="7162702" y="1489823"/>
                  </a:lnTo>
                  <a:lnTo>
                    <a:pt x="7164896" y="1402605"/>
                  </a:lnTo>
                  <a:lnTo>
                    <a:pt x="7167089" y="1359837"/>
                  </a:lnTo>
                  <a:lnTo>
                    <a:pt x="7169283" y="1393013"/>
                  </a:lnTo>
                  <a:lnTo>
                    <a:pt x="7171477" y="1363334"/>
                  </a:lnTo>
                  <a:lnTo>
                    <a:pt x="7173671" y="1409959"/>
                  </a:lnTo>
                  <a:lnTo>
                    <a:pt x="7175865" y="1432023"/>
                  </a:lnTo>
                  <a:lnTo>
                    <a:pt x="7178058" y="1414827"/>
                  </a:lnTo>
                  <a:lnTo>
                    <a:pt x="7180252" y="1414934"/>
                  </a:lnTo>
                  <a:lnTo>
                    <a:pt x="7182446" y="1429093"/>
                  </a:lnTo>
                  <a:lnTo>
                    <a:pt x="7184640" y="1506727"/>
                  </a:lnTo>
                  <a:lnTo>
                    <a:pt x="7186833" y="1540988"/>
                  </a:lnTo>
                  <a:lnTo>
                    <a:pt x="7189027" y="1656064"/>
                  </a:lnTo>
                  <a:lnTo>
                    <a:pt x="7191221" y="1778093"/>
                  </a:lnTo>
                  <a:lnTo>
                    <a:pt x="7193415" y="1879820"/>
                  </a:lnTo>
                  <a:lnTo>
                    <a:pt x="7195609" y="1906033"/>
                  </a:lnTo>
                  <a:lnTo>
                    <a:pt x="7197802" y="1958023"/>
                  </a:lnTo>
                  <a:lnTo>
                    <a:pt x="7199996" y="1979030"/>
                  </a:lnTo>
                  <a:lnTo>
                    <a:pt x="7202190" y="1972047"/>
                  </a:lnTo>
                  <a:lnTo>
                    <a:pt x="7204384" y="1968326"/>
                  </a:lnTo>
                  <a:lnTo>
                    <a:pt x="7206578" y="1944721"/>
                  </a:lnTo>
                  <a:lnTo>
                    <a:pt x="7208771" y="1944842"/>
                  </a:lnTo>
                  <a:lnTo>
                    <a:pt x="7210965" y="1900096"/>
                  </a:lnTo>
                  <a:lnTo>
                    <a:pt x="7213159" y="1757553"/>
                  </a:lnTo>
                  <a:lnTo>
                    <a:pt x="7215353" y="1685016"/>
                  </a:lnTo>
                  <a:lnTo>
                    <a:pt x="7217546" y="1548731"/>
                  </a:lnTo>
                  <a:lnTo>
                    <a:pt x="7219740" y="1497047"/>
                  </a:lnTo>
                  <a:lnTo>
                    <a:pt x="7221934" y="1449975"/>
                  </a:lnTo>
                  <a:lnTo>
                    <a:pt x="7224128" y="1354141"/>
                  </a:lnTo>
                  <a:lnTo>
                    <a:pt x="7226322" y="1363236"/>
                  </a:lnTo>
                  <a:lnTo>
                    <a:pt x="7228515" y="1329692"/>
                  </a:lnTo>
                  <a:lnTo>
                    <a:pt x="7230709" y="1344577"/>
                  </a:lnTo>
                  <a:lnTo>
                    <a:pt x="7232903" y="1340555"/>
                  </a:lnTo>
                  <a:lnTo>
                    <a:pt x="7235097" y="1275641"/>
                  </a:lnTo>
                  <a:lnTo>
                    <a:pt x="7237291" y="1362793"/>
                  </a:lnTo>
                  <a:lnTo>
                    <a:pt x="7239484" y="1376437"/>
                  </a:lnTo>
                  <a:lnTo>
                    <a:pt x="7241678" y="1361525"/>
                  </a:lnTo>
                  <a:lnTo>
                    <a:pt x="7243872" y="1453397"/>
                  </a:lnTo>
                  <a:lnTo>
                    <a:pt x="7246066" y="1354944"/>
                  </a:lnTo>
                  <a:lnTo>
                    <a:pt x="7248259" y="1405474"/>
                  </a:lnTo>
                  <a:lnTo>
                    <a:pt x="7250453" y="1492684"/>
                  </a:lnTo>
                  <a:lnTo>
                    <a:pt x="7252647" y="1489704"/>
                  </a:lnTo>
                  <a:lnTo>
                    <a:pt x="7254841" y="1514097"/>
                  </a:lnTo>
                  <a:lnTo>
                    <a:pt x="7257035" y="1493507"/>
                  </a:lnTo>
                  <a:lnTo>
                    <a:pt x="7259228" y="1500069"/>
                  </a:lnTo>
                  <a:lnTo>
                    <a:pt x="7261422" y="1593207"/>
                  </a:lnTo>
                  <a:lnTo>
                    <a:pt x="7263616" y="1512853"/>
                  </a:lnTo>
                  <a:lnTo>
                    <a:pt x="7265810" y="1536820"/>
                  </a:lnTo>
                  <a:lnTo>
                    <a:pt x="7268003" y="1531527"/>
                  </a:lnTo>
                  <a:lnTo>
                    <a:pt x="7270197" y="1530064"/>
                  </a:lnTo>
                  <a:lnTo>
                    <a:pt x="7272391" y="1593861"/>
                  </a:lnTo>
                  <a:lnTo>
                    <a:pt x="7274585" y="1460048"/>
                  </a:lnTo>
                  <a:lnTo>
                    <a:pt x="7276779" y="1442662"/>
                  </a:lnTo>
                  <a:lnTo>
                    <a:pt x="7278972" y="1466246"/>
                  </a:lnTo>
                  <a:lnTo>
                    <a:pt x="7281166" y="1467191"/>
                  </a:lnTo>
                  <a:lnTo>
                    <a:pt x="7283360" y="1543777"/>
                  </a:lnTo>
                  <a:lnTo>
                    <a:pt x="7285554" y="1649293"/>
                  </a:lnTo>
                  <a:lnTo>
                    <a:pt x="7287748" y="1740781"/>
                  </a:lnTo>
                  <a:lnTo>
                    <a:pt x="7289941" y="1837443"/>
                  </a:lnTo>
                  <a:lnTo>
                    <a:pt x="7292135" y="1803532"/>
                  </a:lnTo>
                  <a:lnTo>
                    <a:pt x="7294329" y="1759092"/>
                  </a:lnTo>
                  <a:lnTo>
                    <a:pt x="7296523" y="1727403"/>
                  </a:lnTo>
                  <a:lnTo>
                    <a:pt x="7298716" y="1750459"/>
                  </a:lnTo>
                  <a:lnTo>
                    <a:pt x="7300910" y="1797812"/>
                  </a:lnTo>
                  <a:lnTo>
                    <a:pt x="7303104" y="1763441"/>
                  </a:lnTo>
                  <a:lnTo>
                    <a:pt x="7305298" y="1663868"/>
                  </a:lnTo>
                  <a:lnTo>
                    <a:pt x="7307492" y="1680519"/>
                  </a:lnTo>
                  <a:lnTo>
                    <a:pt x="7309685" y="1610276"/>
                  </a:lnTo>
                  <a:lnTo>
                    <a:pt x="7311879" y="1578284"/>
                  </a:lnTo>
                  <a:lnTo>
                    <a:pt x="7314073" y="1624823"/>
                  </a:lnTo>
                  <a:lnTo>
                    <a:pt x="7316267" y="1593378"/>
                  </a:lnTo>
                  <a:lnTo>
                    <a:pt x="7318460" y="1525700"/>
                  </a:lnTo>
                  <a:lnTo>
                    <a:pt x="7320654" y="1479079"/>
                  </a:lnTo>
                  <a:lnTo>
                    <a:pt x="7322848" y="1441061"/>
                  </a:lnTo>
                  <a:lnTo>
                    <a:pt x="7325042" y="1464024"/>
                  </a:lnTo>
                  <a:lnTo>
                    <a:pt x="7327236" y="1472095"/>
                  </a:lnTo>
                  <a:lnTo>
                    <a:pt x="7329429" y="1451963"/>
                  </a:lnTo>
                  <a:lnTo>
                    <a:pt x="7331623" y="1296648"/>
                  </a:lnTo>
                  <a:lnTo>
                    <a:pt x="7333817" y="1347778"/>
                  </a:lnTo>
                  <a:lnTo>
                    <a:pt x="7336011" y="1305980"/>
                  </a:lnTo>
                  <a:lnTo>
                    <a:pt x="7338205" y="1319844"/>
                  </a:lnTo>
                  <a:lnTo>
                    <a:pt x="7340398" y="1295598"/>
                  </a:lnTo>
                  <a:lnTo>
                    <a:pt x="7342592" y="1280381"/>
                  </a:lnTo>
                  <a:lnTo>
                    <a:pt x="7344786" y="1277737"/>
                  </a:lnTo>
                  <a:lnTo>
                    <a:pt x="7346980" y="1243861"/>
                  </a:lnTo>
                  <a:lnTo>
                    <a:pt x="7349173" y="1210182"/>
                  </a:lnTo>
                  <a:lnTo>
                    <a:pt x="7351367" y="1226386"/>
                  </a:lnTo>
                  <a:lnTo>
                    <a:pt x="7353561" y="1219631"/>
                  </a:lnTo>
                  <a:lnTo>
                    <a:pt x="7355755" y="1177258"/>
                  </a:lnTo>
                  <a:lnTo>
                    <a:pt x="7357949" y="1226490"/>
                  </a:lnTo>
                  <a:lnTo>
                    <a:pt x="7360142" y="1167136"/>
                  </a:lnTo>
                  <a:lnTo>
                    <a:pt x="7362336" y="1196306"/>
                  </a:lnTo>
                  <a:lnTo>
                    <a:pt x="7364530" y="1267095"/>
                  </a:lnTo>
                  <a:lnTo>
                    <a:pt x="7366724" y="1211640"/>
                  </a:lnTo>
                  <a:lnTo>
                    <a:pt x="7368918" y="1226777"/>
                  </a:lnTo>
                  <a:lnTo>
                    <a:pt x="7371111" y="1270404"/>
                  </a:lnTo>
                  <a:lnTo>
                    <a:pt x="7373305" y="1324351"/>
                  </a:lnTo>
                  <a:lnTo>
                    <a:pt x="7375499" y="1340910"/>
                  </a:lnTo>
                  <a:lnTo>
                    <a:pt x="7377693" y="1308442"/>
                  </a:lnTo>
                  <a:lnTo>
                    <a:pt x="7379886" y="1270070"/>
                  </a:lnTo>
                  <a:lnTo>
                    <a:pt x="7382080" y="1267983"/>
                  </a:lnTo>
                  <a:lnTo>
                    <a:pt x="7384274" y="1307246"/>
                  </a:lnTo>
                  <a:lnTo>
                    <a:pt x="7386468" y="1304633"/>
                  </a:lnTo>
                  <a:lnTo>
                    <a:pt x="7388662" y="1290849"/>
                  </a:lnTo>
                  <a:lnTo>
                    <a:pt x="7390855" y="1349515"/>
                  </a:lnTo>
                  <a:lnTo>
                    <a:pt x="7393049" y="1334467"/>
                  </a:lnTo>
                  <a:lnTo>
                    <a:pt x="7395243" y="1331897"/>
                  </a:lnTo>
                  <a:lnTo>
                    <a:pt x="7397437" y="1377367"/>
                  </a:lnTo>
                  <a:lnTo>
                    <a:pt x="7399630" y="1304947"/>
                  </a:lnTo>
                  <a:lnTo>
                    <a:pt x="7401824" y="1374801"/>
                  </a:lnTo>
                  <a:lnTo>
                    <a:pt x="7404018" y="1357135"/>
                  </a:lnTo>
                  <a:lnTo>
                    <a:pt x="7406212" y="1358465"/>
                  </a:lnTo>
                  <a:lnTo>
                    <a:pt x="7408406" y="1319986"/>
                  </a:lnTo>
                  <a:lnTo>
                    <a:pt x="7410599" y="1304522"/>
                  </a:lnTo>
                  <a:lnTo>
                    <a:pt x="7412793" y="1317182"/>
                  </a:lnTo>
                  <a:lnTo>
                    <a:pt x="7414987" y="1372553"/>
                  </a:lnTo>
                  <a:lnTo>
                    <a:pt x="7417181" y="1399824"/>
                  </a:lnTo>
                  <a:lnTo>
                    <a:pt x="7419375" y="1343644"/>
                  </a:lnTo>
                  <a:lnTo>
                    <a:pt x="7421568" y="1325373"/>
                  </a:lnTo>
                  <a:lnTo>
                    <a:pt x="7423762" y="1290964"/>
                  </a:lnTo>
                  <a:lnTo>
                    <a:pt x="7425956" y="1279121"/>
                  </a:lnTo>
                  <a:lnTo>
                    <a:pt x="7428150" y="1107718"/>
                  </a:lnTo>
                  <a:lnTo>
                    <a:pt x="7430343" y="1108231"/>
                  </a:lnTo>
                  <a:lnTo>
                    <a:pt x="7432537" y="1104464"/>
                  </a:lnTo>
                  <a:lnTo>
                    <a:pt x="7434731" y="1088409"/>
                  </a:lnTo>
                  <a:lnTo>
                    <a:pt x="7436925" y="1093496"/>
                  </a:lnTo>
                  <a:lnTo>
                    <a:pt x="7439119" y="1012109"/>
                  </a:lnTo>
                  <a:lnTo>
                    <a:pt x="7441312" y="955263"/>
                  </a:lnTo>
                  <a:lnTo>
                    <a:pt x="7443506" y="955527"/>
                  </a:lnTo>
                  <a:lnTo>
                    <a:pt x="7445700" y="864491"/>
                  </a:lnTo>
                  <a:lnTo>
                    <a:pt x="7447894" y="876315"/>
                  </a:lnTo>
                  <a:lnTo>
                    <a:pt x="7450087" y="852380"/>
                  </a:lnTo>
                  <a:lnTo>
                    <a:pt x="7452281" y="868025"/>
                  </a:lnTo>
                  <a:lnTo>
                    <a:pt x="7454475" y="856249"/>
                  </a:lnTo>
                  <a:lnTo>
                    <a:pt x="7456669" y="820048"/>
                  </a:lnTo>
                  <a:lnTo>
                    <a:pt x="7458863" y="780609"/>
                  </a:lnTo>
                  <a:lnTo>
                    <a:pt x="7461056" y="835840"/>
                  </a:lnTo>
                  <a:lnTo>
                    <a:pt x="7463250" y="811185"/>
                  </a:lnTo>
                  <a:lnTo>
                    <a:pt x="7465444" y="790398"/>
                  </a:lnTo>
                  <a:lnTo>
                    <a:pt x="7467638" y="817212"/>
                  </a:lnTo>
                  <a:lnTo>
                    <a:pt x="7469832" y="735480"/>
                  </a:lnTo>
                  <a:lnTo>
                    <a:pt x="7472025" y="727881"/>
                  </a:lnTo>
                  <a:lnTo>
                    <a:pt x="7474219" y="664367"/>
                  </a:lnTo>
                  <a:lnTo>
                    <a:pt x="7476413" y="587518"/>
                  </a:lnTo>
                  <a:lnTo>
                    <a:pt x="7478607" y="467915"/>
                  </a:lnTo>
                  <a:lnTo>
                    <a:pt x="7480800" y="489236"/>
                  </a:lnTo>
                  <a:lnTo>
                    <a:pt x="7482994" y="463391"/>
                  </a:lnTo>
                  <a:lnTo>
                    <a:pt x="7485188" y="397072"/>
                  </a:lnTo>
                  <a:lnTo>
                    <a:pt x="7487382" y="547469"/>
                  </a:lnTo>
                  <a:lnTo>
                    <a:pt x="7489576" y="497587"/>
                  </a:lnTo>
                  <a:lnTo>
                    <a:pt x="7491769" y="647665"/>
                  </a:lnTo>
                  <a:lnTo>
                    <a:pt x="7493963" y="603388"/>
                  </a:lnTo>
                  <a:lnTo>
                    <a:pt x="7496157" y="591036"/>
                  </a:lnTo>
                  <a:lnTo>
                    <a:pt x="7498351" y="615600"/>
                  </a:lnTo>
                  <a:lnTo>
                    <a:pt x="7500545" y="568749"/>
                  </a:lnTo>
                  <a:lnTo>
                    <a:pt x="7502738" y="576582"/>
                  </a:lnTo>
                  <a:lnTo>
                    <a:pt x="7504932" y="540109"/>
                  </a:lnTo>
                  <a:lnTo>
                    <a:pt x="7507126" y="459665"/>
                  </a:lnTo>
                  <a:lnTo>
                    <a:pt x="7509320" y="337986"/>
                  </a:lnTo>
                  <a:lnTo>
                    <a:pt x="7511513" y="333992"/>
                  </a:lnTo>
                  <a:lnTo>
                    <a:pt x="7513707" y="358240"/>
                  </a:lnTo>
                  <a:lnTo>
                    <a:pt x="7515901" y="521593"/>
                  </a:lnTo>
                  <a:lnTo>
                    <a:pt x="7518095" y="531577"/>
                  </a:lnTo>
                  <a:lnTo>
                    <a:pt x="7520289" y="597430"/>
                  </a:lnTo>
                  <a:lnTo>
                    <a:pt x="7522482" y="544815"/>
                  </a:lnTo>
                  <a:lnTo>
                    <a:pt x="7524676" y="615748"/>
                  </a:lnTo>
                  <a:lnTo>
                    <a:pt x="7526870" y="639970"/>
                  </a:lnTo>
                  <a:lnTo>
                    <a:pt x="7529064" y="695985"/>
                  </a:lnTo>
                  <a:lnTo>
                    <a:pt x="7531257" y="702415"/>
                  </a:lnTo>
                  <a:lnTo>
                    <a:pt x="7533451" y="838707"/>
                  </a:lnTo>
                  <a:lnTo>
                    <a:pt x="7535645" y="805691"/>
                  </a:lnTo>
                  <a:lnTo>
                    <a:pt x="7537839" y="799300"/>
                  </a:lnTo>
                  <a:lnTo>
                    <a:pt x="7540033" y="764535"/>
                  </a:lnTo>
                  <a:lnTo>
                    <a:pt x="7542226" y="692328"/>
                  </a:lnTo>
                  <a:lnTo>
                    <a:pt x="7544420" y="636002"/>
                  </a:lnTo>
                  <a:lnTo>
                    <a:pt x="7546614" y="562295"/>
                  </a:lnTo>
                  <a:lnTo>
                    <a:pt x="7548808" y="549562"/>
                  </a:lnTo>
                  <a:lnTo>
                    <a:pt x="7551002" y="463716"/>
                  </a:lnTo>
                  <a:lnTo>
                    <a:pt x="7553195" y="415399"/>
                  </a:lnTo>
                  <a:lnTo>
                    <a:pt x="7555389" y="380412"/>
                  </a:lnTo>
                  <a:lnTo>
                    <a:pt x="7557583" y="363830"/>
                  </a:lnTo>
                  <a:lnTo>
                    <a:pt x="7559777" y="355993"/>
                  </a:lnTo>
                  <a:lnTo>
                    <a:pt x="7561970" y="473010"/>
                  </a:lnTo>
                  <a:lnTo>
                    <a:pt x="7564164" y="513780"/>
                  </a:lnTo>
                  <a:lnTo>
                    <a:pt x="7566358" y="581412"/>
                  </a:lnTo>
                  <a:lnTo>
                    <a:pt x="7568552" y="505332"/>
                  </a:lnTo>
                  <a:lnTo>
                    <a:pt x="7570746" y="515640"/>
                  </a:lnTo>
                  <a:lnTo>
                    <a:pt x="7572939" y="583643"/>
                  </a:lnTo>
                  <a:lnTo>
                    <a:pt x="7575133" y="589308"/>
                  </a:lnTo>
                  <a:lnTo>
                    <a:pt x="7577327" y="546978"/>
                  </a:lnTo>
                  <a:lnTo>
                    <a:pt x="7579521" y="559004"/>
                  </a:lnTo>
                  <a:lnTo>
                    <a:pt x="7581714" y="469422"/>
                  </a:lnTo>
                  <a:lnTo>
                    <a:pt x="7583908" y="467346"/>
                  </a:lnTo>
                  <a:lnTo>
                    <a:pt x="7586102" y="423500"/>
                  </a:lnTo>
                  <a:lnTo>
                    <a:pt x="7588296" y="209924"/>
                  </a:lnTo>
                  <a:lnTo>
                    <a:pt x="7590490" y="240267"/>
                  </a:lnTo>
                  <a:lnTo>
                    <a:pt x="7592683" y="62184"/>
                  </a:lnTo>
                  <a:lnTo>
                    <a:pt x="7594877" y="31710"/>
                  </a:lnTo>
                  <a:lnTo>
                    <a:pt x="7597071" y="105353"/>
                  </a:lnTo>
                  <a:lnTo>
                    <a:pt x="7599265" y="16955"/>
                  </a:lnTo>
                  <a:lnTo>
                    <a:pt x="7601459" y="83299"/>
                  </a:lnTo>
                  <a:lnTo>
                    <a:pt x="7603652" y="270946"/>
                  </a:lnTo>
                  <a:lnTo>
                    <a:pt x="7605846" y="313268"/>
                  </a:lnTo>
                  <a:lnTo>
                    <a:pt x="7608040" y="309739"/>
                  </a:lnTo>
                  <a:lnTo>
                    <a:pt x="7610234" y="318238"/>
                  </a:lnTo>
                  <a:lnTo>
                    <a:pt x="7612427" y="371618"/>
                  </a:lnTo>
                  <a:lnTo>
                    <a:pt x="7614621" y="549809"/>
                  </a:lnTo>
                  <a:lnTo>
                    <a:pt x="7616815" y="598987"/>
                  </a:lnTo>
                  <a:lnTo>
                    <a:pt x="7619009" y="649881"/>
                  </a:lnTo>
                  <a:lnTo>
                    <a:pt x="7621203" y="773928"/>
                  </a:lnTo>
                  <a:lnTo>
                    <a:pt x="7623396" y="776644"/>
                  </a:lnTo>
                  <a:lnTo>
                    <a:pt x="7625590" y="923371"/>
                  </a:lnTo>
                  <a:lnTo>
                    <a:pt x="7627784" y="1019568"/>
                  </a:lnTo>
                  <a:lnTo>
                    <a:pt x="7629978" y="1094556"/>
                  </a:lnTo>
                  <a:lnTo>
                    <a:pt x="7632171" y="1186900"/>
                  </a:lnTo>
                  <a:lnTo>
                    <a:pt x="7634365" y="1185550"/>
                  </a:lnTo>
                  <a:lnTo>
                    <a:pt x="7636559" y="1303368"/>
                  </a:lnTo>
                  <a:lnTo>
                    <a:pt x="7638753" y="1221090"/>
                  </a:lnTo>
                  <a:lnTo>
                    <a:pt x="7640947" y="1280060"/>
                  </a:lnTo>
                  <a:lnTo>
                    <a:pt x="7643140" y="1256044"/>
                  </a:lnTo>
                  <a:lnTo>
                    <a:pt x="7645334" y="1324133"/>
                  </a:lnTo>
                  <a:lnTo>
                    <a:pt x="7647528" y="1309744"/>
                  </a:lnTo>
                  <a:lnTo>
                    <a:pt x="7649722" y="1381051"/>
                  </a:lnTo>
                  <a:lnTo>
                    <a:pt x="7651916" y="1388586"/>
                  </a:lnTo>
                  <a:lnTo>
                    <a:pt x="7654109" y="1303031"/>
                  </a:lnTo>
                  <a:lnTo>
                    <a:pt x="7656303" y="1441416"/>
                  </a:lnTo>
                  <a:lnTo>
                    <a:pt x="7658497" y="1382071"/>
                  </a:lnTo>
                  <a:lnTo>
                    <a:pt x="7660691" y="1263574"/>
                  </a:lnTo>
                  <a:lnTo>
                    <a:pt x="7662884" y="1202177"/>
                  </a:lnTo>
                  <a:lnTo>
                    <a:pt x="7665078" y="1223854"/>
                  </a:lnTo>
                  <a:lnTo>
                    <a:pt x="7667272" y="1254287"/>
                  </a:lnTo>
                  <a:lnTo>
                    <a:pt x="7669466" y="1229448"/>
                  </a:lnTo>
                  <a:lnTo>
                    <a:pt x="7671660" y="1229701"/>
                  </a:lnTo>
                  <a:lnTo>
                    <a:pt x="7673853" y="1249925"/>
                  </a:lnTo>
                  <a:lnTo>
                    <a:pt x="7676047" y="1315730"/>
                  </a:lnTo>
                  <a:lnTo>
                    <a:pt x="7678241" y="1294459"/>
                  </a:lnTo>
                  <a:lnTo>
                    <a:pt x="7680435" y="1251148"/>
                  </a:lnTo>
                  <a:lnTo>
                    <a:pt x="7682629" y="1256329"/>
                  </a:lnTo>
                  <a:lnTo>
                    <a:pt x="7684822" y="1216503"/>
                  </a:lnTo>
                  <a:lnTo>
                    <a:pt x="7687016" y="1059585"/>
                  </a:lnTo>
                  <a:lnTo>
                    <a:pt x="7689210" y="950128"/>
                  </a:lnTo>
                  <a:lnTo>
                    <a:pt x="7691404" y="867554"/>
                  </a:lnTo>
                  <a:lnTo>
                    <a:pt x="7693597" y="713903"/>
                  </a:lnTo>
                  <a:lnTo>
                    <a:pt x="7695791" y="651621"/>
                  </a:lnTo>
                  <a:lnTo>
                    <a:pt x="7697985" y="579633"/>
                  </a:lnTo>
                  <a:lnTo>
                    <a:pt x="7700179" y="516747"/>
                  </a:lnTo>
                  <a:lnTo>
                    <a:pt x="7702373" y="546883"/>
                  </a:lnTo>
                  <a:lnTo>
                    <a:pt x="7704566" y="499248"/>
                  </a:lnTo>
                  <a:lnTo>
                    <a:pt x="7706760" y="454228"/>
                  </a:lnTo>
                  <a:lnTo>
                    <a:pt x="7708954" y="416520"/>
                  </a:lnTo>
                  <a:lnTo>
                    <a:pt x="7711148" y="508056"/>
                  </a:lnTo>
                  <a:lnTo>
                    <a:pt x="7713341" y="519396"/>
                  </a:lnTo>
                  <a:lnTo>
                    <a:pt x="7715535" y="599003"/>
                  </a:lnTo>
                  <a:lnTo>
                    <a:pt x="7717729" y="573779"/>
                  </a:lnTo>
                  <a:lnTo>
                    <a:pt x="7719923" y="639828"/>
                  </a:lnTo>
                  <a:lnTo>
                    <a:pt x="7722117" y="719093"/>
                  </a:lnTo>
                  <a:lnTo>
                    <a:pt x="7724310" y="751239"/>
                  </a:lnTo>
                  <a:lnTo>
                    <a:pt x="7726504" y="796643"/>
                  </a:lnTo>
                  <a:lnTo>
                    <a:pt x="7728698" y="784595"/>
                  </a:lnTo>
                  <a:lnTo>
                    <a:pt x="7730892" y="873665"/>
                  </a:lnTo>
                  <a:lnTo>
                    <a:pt x="7733086" y="1018812"/>
                  </a:lnTo>
                  <a:lnTo>
                    <a:pt x="7735279" y="1011306"/>
                  </a:lnTo>
                  <a:lnTo>
                    <a:pt x="7737473" y="1017452"/>
                  </a:lnTo>
                  <a:lnTo>
                    <a:pt x="7739667" y="999731"/>
                  </a:lnTo>
                  <a:lnTo>
                    <a:pt x="7741861" y="1042016"/>
                  </a:lnTo>
                  <a:lnTo>
                    <a:pt x="7744054" y="936696"/>
                  </a:lnTo>
                  <a:lnTo>
                    <a:pt x="7746248" y="857085"/>
                  </a:lnTo>
                  <a:lnTo>
                    <a:pt x="7748442" y="908275"/>
                  </a:lnTo>
                  <a:lnTo>
                    <a:pt x="7750636" y="859553"/>
                  </a:lnTo>
                  <a:lnTo>
                    <a:pt x="7752830" y="805802"/>
                  </a:lnTo>
                  <a:lnTo>
                    <a:pt x="7755023" y="640428"/>
                  </a:lnTo>
                  <a:lnTo>
                    <a:pt x="7757217" y="460590"/>
                  </a:lnTo>
                  <a:lnTo>
                    <a:pt x="7759411" y="484753"/>
                  </a:lnTo>
                  <a:lnTo>
                    <a:pt x="7761605" y="402829"/>
                  </a:lnTo>
                  <a:lnTo>
                    <a:pt x="7763798" y="358389"/>
                  </a:lnTo>
                  <a:lnTo>
                    <a:pt x="7765992" y="343474"/>
                  </a:lnTo>
                  <a:lnTo>
                    <a:pt x="7768186" y="507084"/>
                  </a:lnTo>
                  <a:lnTo>
                    <a:pt x="7770380" y="574818"/>
                  </a:lnTo>
                  <a:lnTo>
                    <a:pt x="7772574" y="182592"/>
                  </a:lnTo>
                  <a:lnTo>
                    <a:pt x="7774767" y="237426"/>
                  </a:lnTo>
                  <a:lnTo>
                    <a:pt x="7776961" y="260099"/>
                  </a:lnTo>
                  <a:lnTo>
                    <a:pt x="7779155" y="255698"/>
                  </a:lnTo>
                  <a:lnTo>
                    <a:pt x="7781349" y="239749"/>
                  </a:lnTo>
                  <a:lnTo>
                    <a:pt x="7783543" y="320647"/>
                  </a:lnTo>
                  <a:lnTo>
                    <a:pt x="7785736" y="285594"/>
                  </a:lnTo>
                  <a:lnTo>
                    <a:pt x="7787930" y="334039"/>
                  </a:lnTo>
                  <a:lnTo>
                    <a:pt x="7790124" y="365604"/>
                  </a:lnTo>
                  <a:lnTo>
                    <a:pt x="7792318" y="307307"/>
                  </a:lnTo>
                  <a:lnTo>
                    <a:pt x="7794511" y="346922"/>
                  </a:lnTo>
                  <a:lnTo>
                    <a:pt x="7796705" y="348269"/>
                  </a:lnTo>
                  <a:lnTo>
                    <a:pt x="7798899" y="293621"/>
                  </a:lnTo>
                  <a:lnTo>
                    <a:pt x="7801093" y="297406"/>
                  </a:lnTo>
                  <a:lnTo>
                    <a:pt x="7803287" y="319762"/>
                  </a:lnTo>
                  <a:lnTo>
                    <a:pt x="7805480" y="172311"/>
                  </a:lnTo>
                  <a:lnTo>
                    <a:pt x="7807674" y="269555"/>
                  </a:lnTo>
                  <a:lnTo>
                    <a:pt x="7809868" y="229590"/>
                  </a:lnTo>
                  <a:lnTo>
                    <a:pt x="7812062" y="259157"/>
                  </a:lnTo>
                  <a:lnTo>
                    <a:pt x="7814256" y="385222"/>
                  </a:lnTo>
                  <a:lnTo>
                    <a:pt x="7816449" y="347115"/>
                  </a:lnTo>
                  <a:lnTo>
                    <a:pt x="7818643" y="428629"/>
                  </a:lnTo>
                  <a:lnTo>
                    <a:pt x="7820837" y="427382"/>
                  </a:lnTo>
                  <a:lnTo>
                    <a:pt x="7823031" y="554252"/>
                  </a:lnTo>
                  <a:lnTo>
                    <a:pt x="7825224" y="529016"/>
                  </a:lnTo>
                  <a:lnTo>
                    <a:pt x="7827418" y="586922"/>
                  </a:lnTo>
                  <a:lnTo>
                    <a:pt x="7829612" y="714224"/>
                  </a:lnTo>
                  <a:lnTo>
                    <a:pt x="7831806" y="667108"/>
                  </a:lnTo>
                  <a:lnTo>
                    <a:pt x="7834000" y="748052"/>
                  </a:lnTo>
                  <a:lnTo>
                    <a:pt x="7836193" y="852695"/>
                  </a:lnTo>
                  <a:lnTo>
                    <a:pt x="7838387" y="938370"/>
                  </a:lnTo>
                  <a:lnTo>
                    <a:pt x="7840581" y="984825"/>
                  </a:lnTo>
                  <a:lnTo>
                    <a:pt x="7842775" y="1041447"/>
                  </a:lnTo>
                  <a:lnTo>
                    <a:pt x="7844968" y="999863"/>
                  </a:lnTo>
                  <a:lnTo>
                    <a:pt x="7847162" y="1030502"/>
                  </a:lnTo>
                  <a:lnTo>
                    <a:pt x="7849356" y="1153816"/>
                  </a:lnTo>
                  <a:lnTo>
                    <a:pt x="7851550" y="1148501"/>
                  </a:lnTo>
                  <a:lnTo>
                    <a:pt x="7853744" y="1182531"/>
                  </a:lnTo>
                  <a:lnTo>
                    <a:pt x="7855937" y="1181750"/>
                  </a:lnTo>
                  <a:lnTo>
                    <a:pt x="7858131" y="1153845"/>
                  </a:lnTo>
                  <a:lnTo>
                    <a:pt x="7860325" y="1231646"/>
                  </a:lnTo>
                  <a:lnTo>
                    <a:pt x="7862519" y="1259122"/>
                  </a:lnTo>
                  <a:lnTo>
                    <a:pt x="7864713" y="1291894"/>
                  </a:lnTo>
                  <a:lnTo>
                    <a:pt x="7866906" y="1352533"/>
                  </a:lnTo>
                  <a:lnTo>
                    <a:pt x="7869100" y="1345373"/>
                  </a:lnTo>
                  <a:lnTo>
                    <a:pt x="7871294" y="1333467"/>
                  </a:lnTo>
                  <a:lnTo>
                    <a:pt x="7873488" y="1212421"/>
                  </a:lnTo>
                  <a:lnTo>
                    <a:pt x="7875681" y="1276247"/>
                  </a:lnTo>
                  <a:lnTo>
                    <a:pt x="7877875" y="1369899"/>
                  </a:lnTo>
                  <a:lnTo>
                    <a:pt x="7880069" y="1313118"/>
                  </a:lnTo>
                  <a:lnTo>
                    <a:pt x="7882263" y="1259184"/>
                  </a:lnTo>
                  <a:lnTo>
                    <a:pt x="7884457" y="1148939"/>
                  </a:lnTo>
                  <a:lnTo>
                    <a:pt x="7886650" y="1052813"/>
                  </a:lnTo>
                  <a:lnTo>
                    <a:pt x="7888844" y="1045287"/>
                  </a:lnTo>
                  <a:lnTo>
                    <a:pt x="7891038" y="1049203"/>
                  </a:lnTo>
                  <a:lnTo>
                    <a:pt x="7893232" y="1060947"/>
                  </a:lnTo>
                  <a:lnTo>
                    <a:pt x="7895425" y="1067151"/>
                  </a:lnTo>
                  <a:lnTo>
                    <a:pt x="7897619" y="1168839"/>
                  </a:lnTo>
                  <a:lnTo>
                    <a:pt x="7899813" y="1181969"/>
                  </a:lnTo>
                  <a:lnTo>
                    <a:pt x="7902007" y="1214782"/>
                  </a:lnTo>
                  <a:lnTo>
                    <a:pt x="7904201" y="1287378"/>
                  </a:lnTo>
                  <a:lnTo>
                    <a:pt x="7906394" y="1263139"/>
                  </a:lnTo>
                  <a:lnTo>
                    <a:pt x="7908588" y="1254885"/>
                  </a:lnTo>
                  <a:lnTo>
                    <a:pt x="7910782" y="1262337"/>
                  </a:lnTo>
                  <a:lnTo>
                    <a:pt x="7912976" y="1231317"/>
                  </a:lnTo>
                  <a:lnTo>
                    <a:pt x="7915170" y="1224697"/>
                  </a:lnTo>
                  <a:lnTo>
                    <a:pt x="7917363" y="1228853"/>
                  </a:lnTo>
                  <a:lnTo>
                    <a:pt x="7919557" y="1208213"/>
                  </a:lnTo>
                  <a:lnTo>
                    <a:pt x="7921751" y="1274752"/>
                  </a:lnTo>
                  <a:lnTo>
                    <a:pt x="7923945" y="1168769"/>
                  </a:lnTo>
                  <a:lnTo>
                    <a:pt x="7926138" y="1206961"/>
                  </a:lnTo>
                  <a:lnTo>
                    <a:pt x="7928332" y="1189436"/>
                  </a:lnTo>
                  <a:lnTo>
                    <a:pt x="7930526" y="1173708"/>
                  </a:lnTo>
                  <a:lnTo>
                    <a:pt x="7932720" y="1304123"/>
                  </a:lnTo>
                  <a:lnTo>
                    <a:pt x="7934914" y="1246491"/>
                  </a:lnTo>
                  <a:lnTo>
                    <a:pt x="7937107" y="1295859"/>
                  </a:lnTo>
                  <a:lnTo>
                    <a:pt x="7939301" y="1258355"/>
                  </a:lnTo>
                  <a:lnTo>
                    <a:pt x="7941495" y="1232315"/>
                  </a:lnTo>
                  <a:lnTo>
                    <a:pt x="7943689" y="1269017"/>
                  </a:lnTo>
                  <a:lnTo>
                    <a:pt x="7945883" y="1259645"/>
                  </a:lnTo>
                  <a:lnTo>
                    <a:pt x="7948076" y="1282610"/>
                  </a:lnTo>
                  <a:lnTo>
                    <a:pt x="7950270" y="1285228"/>
                  </a:lnTo>
                  <a:lnTo>
                    <a:pt x="7952464" y="1296481"/>
                  </a:lnTo>
                  <a:lnTo>
                    <a:pt x="7954658" y="1338069"/>
                  </a:lnTo>
                  <a:lnTo>
                    <a:pt x="7956851" y="1339322"/>
                  </a:lnTo>
                  <a:lnTo>
                    <a:pt x="7959045" y="1387071"/>
                  </a:lnTo>
                  <a:lnTo>
                    <a:pt x="7961239" y="1360801"/>
                  </a:lnTo>
                  <a:lnTo>
                    <a:pt x="7963433" y="1363786"/>
                  </a:lnTo>
                  <a:lnTo>
                    <a:pt x="7965627" y="1390288"/>
                  </a:lnTo>
                  <a:lnTo>
                    <a:pt x="7967820" y="1390964"/>
                  </a:lnTo>
                  <a:lnTo>
                    <a:pt x="7970014" y="1327012"/>
                  </a:lnTo>
                  <a:lnTo>
                    <a:pt x="7972208" y="1354292"/>
                  </a:lnTo>
                  <a:lnTo>
                    <a:pt x="7974402" y="1479534"/>
                  </a:lnTo>
                  <a:lnTo>
                    <a:pt x="7976595" y="1536546"/>
                  </a:lnTo>
                  <a:lnTo>
                    <a:pt x="7978789" y="1558591"/>
                  </a:lnTo>
                  <a:lnTo>
                    <a:pt x="7980983" y="1508612"/>
                  </a:lnTo>
                  <a:lnTo>
                    <a:pt x="7983177" y="1434330"/>
                  </a:lnTo>
                  <a:lnTo>
                    <a:pt x="7985371" y="1334049"/>
                  </a:lnTo>
                  <a:lnTo>
                    <a:pt x="7987564" y="1274901"/>
                  </a:lnTo>
                  <a:lnTo>
                    <a:pt x="7989758" y="1286184"/>
                  </a:lnTo>
                  <a:lnTo>
                    <a:pt x="7991952" y="1231066"/>
                  </a:lnTo>
                  <a:lnTo>
                    <a:pt x="7994146" y="1275498"/>
                  </a:lnTo>
                  <a:lnTo>
                    <a:pt x="7996340" y="1332077"/>
                  </a:lnTo>
                  <a:lnTo>
                    <a:pt x="7998533" y="1343228"/>
                  </a:lnTo>
                  <a:lnTo>
                    <a:pt x="8000727" y="1321987"/>
                  </a:lnTo>
                  <a:lnTo>
                    <a:pt x="8002921" y="1387938"/>
                  </a:lnTo>
                  <a:lnTo>
                    <a:pt x="8005115" y="1413660"/>
                  </a:lnTo>
                  <a:lnTo>
                    <a:pt x="8007308" y="1464767"/>
                  </a:lnTo>
                  <a:lnTo>
                    <a:pt x="8009502" y="1565500"/>
                  </a:lnTo>
                  <a:lnTo>
                    <a:pt x="8011696" y="1546720"/>
                  </a:lnTo>
                  <a:lnTo>
                    <a:pt x="8013890" y="1548363"/>
                  </a:lnTo>
                  <a:lnTo>
                    <a:pt x="8016084" y="1552036"/>
                  </a:lnTo>
                  <a:lnTo>
                    <a:pt x="8018277" y="1403938"/>
                  </a:lnTo>
                  <a:lnTo>
                    <a:pt x="8020471" y="1468445"/>
                  </a:lnTo>
                  <a:lnTo>
                    <a:pt x="8022665" y="1514160"/>
                  </a:lnTo>
                  <a:lnTo>
                    <a:pt x="8024859" y="1470751"/>
                  </a:lnTo>
                  <a:lnTo>
                    <a:pt x="8027052" y="1662314"/>
                  </a:lnTo>
                  <a:lnTo>
                    <a:pt x="8029246" y="1757723"/>
                  </a:lnTo>
                  <a:lnTo>
                    <a:pt x="8031440" y="1883744"/>
                  </a:lnTo>
                  <a:lnTo>
                    <a:pt x="8033634" y="1922589"/>
                  </a:lnTo>
                  <a:lnTo>
                    <a:pt x="8035828" y="1826491"/>
                  </a:lnTo>
                  <a:lnTo>
                    <a:pt x="8038021" y="1892677"/>
                  </a:lnTo>
                  <a:lnTo>
                    <a:pt x="8040215" y="1860775"/>
                  </a:lnTo>
                  <a:lnTo>
                    <a:pt x="8042409" y="1825431"/>
                  </a:lnTo>
                  <a:lnTo>
                    <a:pt x="8044603" y="1805658"/>
                  </a:lnTo>
                  <a:lnTo>
                    <a:pt x="8046797" y="1571866"/>
                  </a:lnTo>
                  <a:lnTo>
                    <a:pt x="8048990" y="1566300"/>
                  </a:lnTo>
                  <a:lnTo>
                    <a:pt x="8051184" y="1534024"/>
                  </a:lnTo>
                  <a:lnTo>
                    <a:pt x="8053378" y="1517427"/>
                  </a:lnTo>
                  <a:lnTo>
                    <a:pt x="8055572" y="1594651"/>
                  </a:lnTo>
                  <a:lnTo>
                    <a:pt x="8057765" y="1463516"/>
                  </a:lnTo>
                  <a:lnTo>
                    <a:pt x="8059959" y="1439090"/>
                  </a:lnTo>
                  <a:lnTo>
                    <a:pt x="8062153" y="1409520"/>
                  </a:lnTo>
                  <a:lnTo>
                    <a:pt x="8064347" y="1410570"/>
                  </a:lnTo>
                  <a:lnTo>
                    <a:pt x="8066541" y="1375527"/>
                  </a:lnTo>
                  <a:lnTo>
                    <a:pt x="8068734" y="1375557"/>
                  </a:lnTo>
                  <a:lnTo>
                    <a:pt x="8070928" y="1396324"/>
                  </a:lnTo>
                  <a:lnTo>
                    <a:pt x="8073122" y="1361693"/>
                  </a:lnTo>
                  <a:lnTo>
                    <a:pt x="8075316" y="1433438"/>
                  </a:lnTo>
                  <a:lnTo>
                    <a:pt x="8077510" y="1387694"/>
                  </a:lnTo>
                  <a:lnTo>
                    <a:pt x="8079703" y="1394316"/>
                  </a:lnTo>
                  <a:lnTo>
                    <a:pt x="8081897" y="1363287"/>
                  </a:lnTo>
                  <a:lnTo>
                    <a:pt x="8084091" y="1374811"/>
                  </a:lnTo>
                  <a:lnTo>
                    <a:pt x="8086285" y="1364478"/>
                  </a:lnTo>
                  <a:lnTo>
                    <a:pt x="8088478" y="1382888"/>
                  </a:lnTo>
                  <a:lnTo>
                    <a:pt x="8090672" y="1396570"/>
                  </a:lnTo>
                  <a:lnTo>
                    <a:pt x="8092866" y="1450343"/>
                  </a:lnTo>
                  <a:lnTo>
                    <a:pt x="8095060" y="1417444"/>
                  </a:lnTo>
                  <a:lnTo>
                    <a:pt x="8097254" y="1432231"/>
                  </a:lnTo>
                  <a:lnTo>
                    <a:pt x="8099447" y="1480386"/>
                  </a:lnTo>
                  <a:lnTo>
                    <a:pt x="8101641" y="1508822"/>
                  </a:lnTo>
                  <a:lnTo>
                    <a:pt x="8103835" y="1530028"/>
                  </a:lnTo>
                  <a:lnTo>
                    <a:pt x="8106029" y="1609581"/>
                  </a:lnTo>
                  <a:lnTo>
                    <a:pt x="8108222" y="1649618"/>
                  </a:lnTo>
                  <a:lnTo>
                    <a:pt x="8110416" y="1684390"/>
                  </a:lnTo>
                  <a:lnTo>
                    <a:pt x="8112610" y="1661466"/>
                  </a:lnTo>
                  <a:lnTo>
                    <a:pt x="8114804" y="1635328"/>
                  </a:lnTo>
                  <a:lnTo>
                    <a:pt x="8116998" y="1654615"/>
                  </a:lnTo>
                  <a:lnTo>
                    <a:pt x="8119191" y="1614322"/>
                  </a:lnTo>
                  <a:lnTo>
                    <a:pt x="8121385" y="1571589"/>
                  </a:lnTo>
                  <a:lnTo>
                    <a:pt x="8123579" y="1560578"/>
                  </a:lnTo>
                  <a:lnTo>
                    <a:pt x="8125773" y="1547590"/>
                  </a:lnTo>
                  <a:lnTo>
                    <a:pt x="8127967" y="1518490"/>
                  </a:lnTo>
                  <a:lnTo>
                    <a:pt x="8130160" y="1493563"/>
                  </a:lnTo>
                  <a:lnTo>
                    <a:pt x="8132354" y="1509512"/>
                  </a:lnTo>
                  <a:lnTo>
                    <a:pt x="8134548" y="1524706"/>
                  </a:lnTo>
                  <a:lnTo>
                    <a:pt x="8136742" y="1561538"/>
                  </a:lnTo>
                  <a:lnTo>
                    <a:pt x="8138935" y="1509334"/>
                  </a:lnTo>
                  <a:lnTo>
                    <a:pt x="8141129" y="1483775"/>
                  </a:lnTo>
                  <a:lnTo>
                    <a:pt x="8143323" y="1325077"/>
                  </a:lnTo>
                  <a:lnTo>
                    <a:pt x="8145517" y="1201696"/>
                  </a:lnTo>
                  <a:lnTo>
                    <a:pt x="8147711" y="1207448"/>
                  </a:lnTo>
                  <a:lnTo>
                    <a:pt x="8149904" y="1182006"/>
                  </a:lnTo>
                  <a:lnTo>
                    <a:pt x="8152098" y="1132704"/>
                  </a:lnTo>
                  <a:lnTo>
                    <a:pt x="8154292" y="1144947"/>
                  </a:lnTo>
                  <a:lnTo>
                    <a:pt x="8156486" y="1121212"/>
                  </a:lnTo>
                  <a:lnTo>
                    <a:pt x="8158679" y="1161297"/>
                  </a:lnTo>
                  <a:lnTo>
                    <a:pt x="8160873" y="1147488"/>
                  </a:lnTo>
                  <a:lnTo>
                    <a:pt x="8163067" y="1072389"/>
                  </a:lnTo>
                  <a:lnTo>
                    <a:pt x="8165261" y="1067813"/>
                  </a:lnTo>
                  <a:lnTo>
                    <a:pt x="8167455" y="1040134"/>
                  </a:lnTo>
                  <a:lnTo>
                    <a:pt x="8169648" y="1105917"/>
                  </a:lnTo>
                  <a:lnTo>
                    <a:pt x="8171842" y="1239087"/>
                  </a:lnTo>
                  <a:lnTo>
                    <a:pt x="8174036" y="1215114"/>
                  </a:lnTo>
                  <a:lnTo>
                    <a:pt x="8176230" y="1270282"/>
                  </a:lnTo>
                  <a:lnTo>
                    <a:pt x="8178424" y="1141860"/>
                  </a:lnTo>
                  <a:lnTo>
                    <a:pt x="8180617" y="937327"/>
                  </a:lnTo>
                  <a:lnTo>
                    <a:pt x="8182811" y="916541"/>
                  </a:lnTo>
                  <a:lnTo>
                    <a:pt x="8185005" y="814284"/>
                  </a:lnTo>
                  <a:lnTo>
                    <a:pt x="8187199" y="1029845"/>
                  </a:lnTo>
                  <a:lnTo>
                    <a:pt x="8189392" y="976772"/>
                  </a:lnTo>
                  <a:lnTo>
                    <a:pt x="8191586" y="1083659"/>
                  </a:lnTo>
                  <a:lnTo>
                    <a:pt x="8193780" y="1179351"/>
                  </a:lnTo>
                  <a:lnTo>
                    <a:pt x="8195974" y="1196098"/>
                  </a:lnTo>
                  <a:lnTo>
                    <a:pt x="8198168" y="1279413"/>
                  </a:lnTo>
                  <a:lnTo>
                    <a:pt x="8200361" y="1240555"/>
                  </a:lnTo>
                  <a:lnTo>
                    <a:pt x="8202555" y="1266825"/>
                  </a:lnTo>
                  <a:lnTo>
                    <a:pt x="8204749" y="1295438"/>
                  </a:lnTo>
                  <a:lnTo>
                    <a:pt x="8206943" y="1245614"/>
                  </a:lnTo>
                  <a:lnTo>
                    <a:pt x="8209136" y="1280035"/>
                  </a:lnTo>
                  <a:lnTo>
                    <a:pt x="8211330" y="1248136"/>
                  </a:lnTo>
                  <a:lnTo>
                    <a:pt x="8213524" y="1226263"/>
                  </a:lnTo>
                  <a:lnTo>
                    <a:pt x="8215718" y="1205139"/>
                  </a:lnTo>
                  <a:lnTo>
                    <a:pt x="8217912" y="1209248"/>
                  </a:lnTo>
                  <a:lnTo>
                    <a:pt x="8220105" y="1150732"/>
                  </a:lnTo>
                  <a:lnTo>
                    <a:pt x="8222299" y="1196114"/>
                  </a:lnTo>
                  <a:lnTo>
                    <a:pt x="8224493" y="1197014"/>
                  </a:lnTo>
                  <a:lnTo>
                    <a:pt x="8226687" y="1208556"/>
                  </a:lnTo>
                  <a:lnTo>
                    <a:pt x="8228881" y="1283819"/>
                  </a:lnTo>
                  <a:lnTo>
                    <a:pt x="8231074" y="1360792"/>
                  </a:lnTo>
                  <a:lnTo>
                    <a:pt x="8233268" y="1362077"/>
                  </a:lnTo>
                  <a:lnTo>
                    <a:pt x="8235462" y="1378669"/>
                  </a:lnTo>
                  <a:lnTo>
                    <a:pt x="8237656" y="1423131"/>
                  </a:lnTo>
                  <a:lnTo>
                    <a:pt x="8239849" y="1507634"/>
                  </a:lnTo>
                  <a:lnTo>
                    <a:pt x="8242043" y="1501797"/>
                  </a:lnTo>
                  <a:lnTo>
                    <a:pt x="8244237" y="1496040"/>
                  </a:lnTo>
                  <a:lnTo>
                    <a:pt x="8246431" y="1488357"/>
                  </a:lnTo>
                  <a:lnTo>
                    <a:pt x="8248625" y="1607398"/>
                  </a:lnTo>
                  <a:lnTo>
                    <a:pt x="8250818" y="1679461"/>
                  </a:lnTo>
                  <a:lnTo>
                    <a:pt x="8253012" y="1687728"/>
                  </a:lnTo>
                  <a:lnTo>
                    <a:pt x="8255206" y="1652975"/>
                  </a:lnTo>
                  <a:lnTo>
                    <a:pt x="8257400" y="1592548"/>
                  </a:lnTo>
                  <a:lnTo>
                    <a:pt x="8259594" y="1566528"/>
                  </a:lnTo>
                  <a:lnTo>
                    <a:pt x="8261787" y="1529310"/>
                  </a:lnTo>
                  <a:lnTo>
                    <a:pt x="8263981" y="1458207"/>
                  </a:lnTo>
                  <a:lnTo>
                    <a:pt x="8266175" y="1458524"/>
                  </a:lnTo>
                  <a:lnTo>
                    <a:pt x="8268369" y="1405159"/>
                  </a:lnTo>
                  <a:lnTo>
                    <a:pt x="8270562" y="1408768"/>
                  </a:lnTo>
                  <a:lnTo>
                    <a:pt x="8272756" y="1578479"/>
                  </a:lnTo>
                  <a:lnTo>
                    <a:pt x="8274950" y="1621885"/>
                  </a:lnTo>
                  <a:lnTo>
                    <a:pt x="8277144" y="1577360"/>
                  </a:lnTo>
                  <a:lnTo>
                    <a:pt x="8279338" y="1508246"/>
                  </a:lnTo>
                  <a:lnTo>
                    <a:pt x="8281531" y="1545737"/>
                  </a:lnTo>
                  <a:lnTo>
                    <a:pt x="8283725" y="1533261"/>
                  </a:lnTo>
                  <a:lnTo>
                    <a:pt x="8285919" y="1484447"/>
                  </a:lnTo>
                  <a:lnTo>
                    <a:pt x="8288113" y="1441905"/>
                  </a:lnTo>
                  <a:lnTo>
                    <a:pt x="8290306" y="1410144"/>
                  </a:lnTo>
                  <a:lnTo>
                    <a:pt x="8292500" y="1527264"/>
                  </a:lnTo>
                  <a:lnTo>
                    <a:pt x="8294694" y="1530025"/>
                  </a:lnTo>
                  <a:lnTo>
                    <a:pt x="8296888" y="1622292"/>
                  </a:lnTo>
                  <a:lnTo>
                    <a:pt x="8299082" y="1714442"/>
                  </a:lnTo>
                  <a:lnTo>
                    <a:pt x="8301275" y="1834734"/>
                  </a:lnTo>
                  <a:lnTo>
                    <a:pt x="8303469" y="1933548"/>
                  </a:lnTo>
                  <a:lnTo>
                    <a:pt x="8305663" y="1957077"/>
                  </a:lnTo>
                  <a:lnTo>
                    <a:pt x="8307857" y="1841335"/>
                  </a:lnTo>
                  <a:lnTo>
                    <a:pt x="8310051" y="1875283"/>
                  </a:lnTo>
                  <a:lnTo>
                    <a:pt x="8312244" y="1798636"/>
                  </a:lnTo>
                  <a:lnTo>
                    <a:pt x="8314438" y="1814854"/>
                  </a:lnTo>
                  <a:lnTo>
                    <a:pt x="8316632" y="1822869"/>
                  </a:lnTo>
                  <a:lnTo>
                    <a:pt x="8318826" y="1836659"/>
                  </a:lnTo>
                  <a:lnTo>
                    <a:pt x="8321019" y="1974098"/>
                  </a:lnTo>
                  <a:lnTo>
                    <a:pt x="8323213" y="1904574"/>
                  </a:lnTo>
                  <a:lnTo>
                    <a:pt x="8325407" y="1858065"/>
                  </a:lnTo>
                  <a:lnTo>
                    <a:pt x="8327601" y="1853007"/>
                  </a:lnTo>
                  <a:lnTo>
                    <a:pt x="8329795" y="1824130"/>
                  </a:lnTo>
                  <a:lnTo>
                    <a:pt x="8331988" y="1872296"/>
                  </a:lnTo>
                  <a:lnTo>
                    <a:pt x="8334182" y="1800995"/>
                  </a:lnTo>
                  <a:lnTo>
                    <a:pt x="8336376" y="1843613"/>
                  </a:lnTo>
                  <a:lnTo>
                    <a:pt x="8338570" y="1912581"/>
                  </a:lnTo>
                  <a:lnTo>
                    <a:pt x="8340763" y="1934956"/>
                  </a:lnTo>
                  <a:lnTo>
                    <a:pt x="8342957" y="2000514"/>
                  </a:lnTo>
                  <a:lnTo>
                    <a:pt x="8345151" y="2010898"/>
                  </a:lnTo>
                  <a:lnTo>
                    <a:pt x="8347345" y="2052461"/>
                  </a:lnTo>
                  <a:lnTo>
                    <a:pt x="8349539" y="2058285"/>
                  </a:lnTo>
                  <a:lnTo>
                    <a:pt x="8351732" y="2121839"/>
                  </a:lnTo>
                  <a:lnTo>
                    <a:pt x="8353926" y="2080891"/>
                  </a:lnTo>
                  <a:lnTo>
                    <a:pt x="8356120" y="2180589"/>
                  </a:lnTo>
                  <a:lnTo>
                    <a:pt x="8358314" y="2144993"/>
                  </a:lnTo>
                  <a:lnTo>
                    <a:pt x="8360508" y="2167308"/>
                  </a:lnTo>
                  <a:lnTo>
                    <a:pt x="8362701" y="2153202"/>
                  </a:lnTo>
                  <a:lnTo>
                    <a:pt x="8364895" y="2106539"/>
                  </a:lnTo>
                  <a:lnTo>
                    <a:pt x="8367089" y="2122623"/>
                  </a:lnTo>
                  <a:lnTo>
                    <a:pt x="8369283" y="2028330"/>
                  </a:lnTo>
                  <a:lnTo>
                    <a:pt x="8371476" y="2067186"/>
                  </a:lnTo>
                  <a:lnTo>
                    <a:pt x="8373670" y="2022355"/>
                  </a:lnTo>
                  <a:lnTo>
                    <a:pt x="8375864" y="2032349"/>
                  </a:lnTo>
                  <a:lnTo>
                    <a:pt x="8378058" y="1984043"/>
                  </a:lnTo>
                  <a:lnTo>
                    <a:pt x="8380252" y="2005888"/>
                  </a:lnTo>
                  <a:lnTo>
                    <a:pt x="8382445" y="2052018"/>
                  </a:lnTo>
                  <a:lnTo>
                    <a:pt x="8384639" y="2030969"/>
                  </a:lnTo>
                  <a:lnTo>
                    <a:pt x="8386833" y="1986132"/>
                  </a:lnTo>
                  <a:lnTo>
                    <a:pt x="8389027" y="1943754"/>
                  </a:lnTo>
                  <a:lnTo>
                    <a:pt x="8391221" y="1876192"/>
                  </a:lnTo>
                  <a:lnTo>
                    <a:pt x="8393414" y="1930554"/>
                  </a:lnTo>
                  <a:lnTo>
                    <a:pt x="8395608" y="2047260"/>
                  </a:lnTo>
                  <a:lnTo>
                    <a:pt x="8397802" y="2070454"/>
                  </a:lnTo>
                  <a:lnTo>
                    <a:pt x="8399996" y="2127098"/>
                  </a:lnTo>
                  <a:lnTo>
                    <a:pt x="8402189" y="2165694"/>
                  </a:lnTo>
                  <a:lnTo>
                    <a:pt x="8404383" y="2180363"/>
                  </a:lnTo>
                  <a:lnTo>
                    <a:pt x="8406577" y="2119325"/>
                  </a:lnTo>
                  <a:lnTo>
                    <a:pt x="8408771" y="2107564"/>
                  </a:lnTo>
                  <a:lnTo>
                    <a:pt x="8410965" y="2067636"/>
                  </a:lnTo>
                  <a:lnTo>
                    <a:pt x="8413158" y="2060117"/>
                  </a:lnTo>
                  <a:lnTo>
                    <a:pt x="8415352" y="2094202"/>
                  </a:lnTo>
                  <a:lnTo>
                    <a:pt x="8417546" y="2099455"/>
                  </a:lnTo>
                  <a:lnTo>
                    <a:pt x="8419740" y="2096813"/>
                  </a:lnTo>
                  <a:lnTo>
                    <a:pt x="8421933" y="2090227"/>
                  </a:lnTo>
                  <a:lnTo>
                    <a:pt x="8424127" y="2104270"/>
                  </a:lnTo>
                  <a:lnTo>
                    <a:pt x="8426321" y="2049314"/>
                  </a:lnTo>
                  <a:lnTo>
                    <a:pt x="8428515" y="2039624"/>
                  </a:lnTo>
                  <a:lnTo>
                    <a:pt x="8430709" y="1998024"/>
                  </a:lnTo>
                  <a:lnTo>
                    <a:pt x="8432902" y="2035945"/>
                  </a:lnTo>
                  <a:lnTo>
                    <a:pt x="8435096" y="2062538"/>
                  </a:lnTo>
                  <a:lnTo>
                    <a:pt x="8437290" y="1932240"/>
                  </a:lnTo>
                  <a:lnTo>
                    <a:pt x="8439484" y="2054755"/>
                  </a:lnTo>
                  <a:lnTo>
                    <a:pt x="8441678" y="2054447"/>
                  </a:lnTo>
                  <a:lnTo>
                    <a:pt x="8443871" y="2131458"/>
                  </a:lnTo>
                  <a:lnTo>
                    <a:pt x="8446065" y="2105979"/>
                  </a:lnTo>
                  <a:lnTo>
                    <a:pt x="8448259" y="2070449"/>
                  </a:lnTo>
                  <a:lnTo>
                    <a:pt x="8450453" y="2123838"/>
                  </a:lnTo>
                  <a:lnTo>
                    <a:pt x="8452646" y="2114201"/>
                  </a:lnTo>
                  <a:lnTo>
                    <a:pt x="8454840" y="2130567"/>
                  </a:lnTo>
                  <a:lnTo>
                    <a:pt x="8457034" y="2142193"/>
                  </a:lnTo>
                  <a:lnTo>
                    <a:pt x="8459228" y="2220508"/>
                  </a:lnTo>
                  <a:lnTo>
                    <a:pt x="8461422" y="2210752"/>
                  </a:lnTo>
                  <a:lnTo>
                    <a:pt x="8463615" y="2217428"/>
                  </a:lnTo>
                  <a:lnTo>
                    <a:pt x="8465809" y="2226731"/>
                  </a:lnTo>
                  <a:lnTo>
                    <a:pt x="8468003" y="2231027"/>
                  </a:lnTo>
                  <a:lnTo>
                    <a:pt x="8470197" y="2231702"/>
                  </a:lnTo>
                  <a:lnTo>
                    <a:pt x="8472390" y="2198694"/>
                  </a:lnTo>
                  <a:lnTo>
                    <a:pt x="8474584" y="2204545"/>
                  </a:lnTo>
                  <a:lnTo>
                    <a:pt x="8476778" y="2207053"/>
                  </a:lnTo>
                  <a:lnTo>
                    <a:pt x="8478972" y="2192934"/>
                  </a:lnTo>
                  <a:lnTo>
                    <a:pt x="8481166" y="2215856"/>
                  </a:lnTo>
                  <a:lnTo>
                    <a:pt x="8483359" y="2182041"/>
                  </a:lnTo>
                  <a:lnTo>
                    <a:pt x="8485553" y="2211825"/>
                  </a:lnTo>
                  <a:lnTo>
                    <a:pt x="8487747" y="2219018"/>
                  </a:lnTo>
                  <a:lnTo>
                    <a:pt x="8489941" y="2240955"/>
                  </a:lnTo>
                  <a:lnTo>
                    <a:pt x="8492135" y="2240955"/>
                  </a:lnTo>
                  <a:lnTo>
                    <a:pt x="8494328" y="2222211"/>
                  </a:lnTo>
                  <a:lnTo>
                    <a:pt x="8496522" y="2240955"/>
                  </a:lnTo>
                  <a:lnTo>
                    <a:pt x="8498716" y="2240955"/>
                  </a:lnTo>
                  <a:lnTo>
                    <a:pt x="8500910" y="2240955"/>
                  </a:lnTo>
                  <a:lnTo>
                    <a:pt x="8503103" y="2240955"/>
                  </a:lnTo>
                  <a:lnTo>
                    <a:pt x="8505297" y="2240955"/>
                  </a:lnTo>
                  <a:lnTo>
                    <a:pt x="8507491" y="2240955"/>
                  </a:lnTo>
                  <a:lnTo>
                    <a:pt x="8509685" y="2216967"/>
                  </a:lnTo>
                  <a:lnTo>
                    <a:pt x="8511879" y="2223242"/>
                  </a:lnTo>
                  <a:lnTo>
                    <a:pt x="8514072" y="2209093"/>
                  </a:lnTo>
                  <a:lnTo>
                    <a:pt x="8516266" y="2202194"/>
                  </a:lnTo>
                  <a:lnTo>
                    <a:pt x="8518460" y="2189877"/>
                  </a:lnTo>
                  <a:lnTo>
                    <a:pt x="8520654" y="2213033"/>
                  </a:lnTo>
                  <a:lnTo>
                    <a:pt x="8522848" y="2235536"/>
                  </a:lnTo>
                  <a:lnTo>
                    <a:pt x="8525041" y="2236355"/>
                  </a:lnTo>
                  <a:lnTo>
                    <a:pt x="8527235" y="2164677"/>
                  </a:lnTo>
                  <a:lnTo>
                    <a:pt x="8529429" y="2156763"/>
                  </a:lnTo>
                  <a:lnTo>
                    <a:pt x="8531623" y="2149050"/>
                  </a:lnTo>
                  <a:lnTo>
                    <a:pt x="8533816" y="2155265"/>
                  </a:lnTo>
                  <a:lnTo>
                    <a:pt x="8536010" y="2192051"/>
                  </a:lnTo>
                  <a:lnTo>
                    <a:pt x="8538204" y="2199597"/>
                  </a:lnTo>
                  <a:lnTo>
                    <a:pt x="8540398" y="2190274"/>
                  </a:lnTo>
                  <a:lnTo>
                    <a:pt x="8542592" y="2168560"/>
                  </a:lnTo>
                  <a:lnTo>
                    <a:pt x="8544785" y="2203391"/>
                  </a:lnTo>
                  <a:lnTo>
                    <a:pt x="8546979" y="2210637"/>
                  </a:lnTo>
                  <a:lnTo>
                    <a:pt x="8549173" y="2240955"/>
                  </a:lnTo>
                  <a:lnTo>
                    <a:pt x="8551367" y="2217418"/>
                  </a:lnTo>
                  <a:lnTo>
                    <a:pt x="8553560" y="2172234"/>
                  </a:lnTo>
                  <a:lnTo>
                    <a:pt x="8553560" y="2240955"/>
                  </a:lnTo>
                  <a:lnTo>
                    <a:pt x="8551367" y="2240955"/>
                  </a:lnTo>
                  <a:lnTo>
                    <a:pt x="8549173" y="2240955"/>
                  </a:lnTo>
                  <a:lnTo>
                    <a:pt x="8546979" y="2240955"/>
                  </a:lnTo>
                  <a:lnTo>
                    <a:pt x="8544785" y="2240955"/>
                  </a:lnTo>
                  <a:lnTo>
                    <a:pt x="8542592" y="2240955"/>
                  </a:lnTo>
                  <a:lnTo>
                    <a:pt x="8540398" y="2240955"/>
                  </a:lnTo>
                  <a:lnTo>
                    <a:pt x="8538204" y="2240955"/>
                  </a:lnTo>
                  <a:lnTo>
                    <a:pt x="8536010" y="2240955"/>
                  </a:lnTo>
                  <a:lnTo>
                    <a:pt x="8533816" y="2240955"/>
                  </a:lnTo>
                  <a:lnTo>
                    <a:pt x="8531623" y="2240955"/>
                  </a:lnTo>
                  <a:lnTo>
                    <a:pt x="8529429" y="2240955"/>
                  </a:lnTo>
                  <a:lnTo>
                    <a:pt x="8527235" y="2240955"/>
                  </a:lnTo>
                  <a:lnTo>
                    <a:pt x="8525041" y="2240955"/>
                  </a:lnTo>
                  <a:lnTo>
                    <a:pt x="8522848" y="2240955"/>
                  </a:lnTo>
                  <a:lnTo>
                    <a:pt x="8520654" y="2240955"/>
                  </a:lnTo>
                  <a:lnTo>
                    <a:pt x="8518460" y="2240955"/>
                  </a:lnTo>
                  <a:lnTo>
                    <a:pt x="8516266" y="2240955"/>
                  </a:lnTo>
                  <a:lnTo>
                    <a:pt x="8514072" y="2240955"/>
                  </a:lnTo>
                  <a:lnTo>
                    <a:pt x="8511879" y="2240955"/>
                  </a:lnTo>
                  <a:lnTo>
                    <a:pt x="8509685" y="2240955"/>
                  </a:lnTo>
                  <a:lnTo>
                    <a:pt x="8507491" y="2240955"/>
                  </a:lnTo>
                  <a:lnTo>
                    <a:pt x="8505297" y="2240955"/>
                  </a:lnTo>
                  <a:lnTo>
                    <a:pt x="8503103" y="2240955"/>
                  </a:lnTo>
                  <a:lnTo>
                    <a:pt x="8500910" y="2240955"/>
                  </a:lnTo>
                  <a:lnTo>
                    <a:pt x="8498716" y="2240955"/>
                  </a:lnTo>
                  <a:lnTo>
                    <a:pt x="8496522" y="2240955"/>
                  </a:lnTo>
                  <a:lnTo>
                    <a:pt x="8494328" y="2240955"/>
                  </a:lnTo>
                  <a:lnTo>
                    <a:pt x="8492135" y="2240955"/>
                  </a:lnTo>
                  <a:lnTo>
                    <a:pt x="8489941" y="2240955"/>
                  </a:lnTo>
                  <a:lnTo>
                    <a:pt x="8487747" y="2240955"/>
                  </a:lnTo>
                  <a:lnTo>
                    <a:pt x="8485553" y="2240955"/>
                  </a:lnTo>
                  <a:lnTo>
                    <a:pt x="8483359" y="2240955"/>
                  </a:lnTo>
                  <a:lnTo>
                    <a:pt x="8481166" y="2240955"/>
                  </a:lnTo>
                  <a:lnTo>
                    <a:pt x="8478972" y="2240955"/>
                  </a:lnTo>
                  <a:lnTo>
                    <a:pt x="8476778" y="2240955"/>
                  </a:lnTo>
                  <a:lnTo>
                    <a:pt x="8474584" y="2240955"/>
                  </a:lnTo>
                  <a:lnTo>
                    <a:pt x="8472390" y="2240955"/>
                  </a:lnTo>
                  <a:lnTo>
                    <a:pt x="8470197" y="2240955"/>
                  </a:lnTo>
                  <a:lnTo>
                    <a:pt x="8468003" y="2240955"/>
                  </a:lnTo>
                  <a:lnTo>
                    <a:pt x="8465809" y="2240955"/>
                  </a:lnTo>
                  <a:lnTo>
                    <a:pt x="8463615" y="2240955"/>
                  </a:lnTo>
                  <a:lnTo>
                    <a:pt x="8461422" y="2240955"/>
                  </a:lnTo>
                  <a:lnTo>
                    <a:pt x="8459228" y="2240955"/>
                  </a:lnTo>
                  <a:lnTo>
                    <a:pt x="8457034" y="2240955"/>
                  </a:lnTo>
                  <a:lnTo>
                    <a:pt x="8454840" y="2240955"/>
                  </a:lnTo>
                  <a:lnTo>
                    <a:pt x="8452646" y="2240955"/>
                  </a:lnTo>
                  <a:lnTo>
                    <a:pt x="8450453" y="2240955"/>
                  </a:lnTo>
                  <a:lnTo>
                    <a:pt x="8448259" y="2240955"/>
                  </a:lnTo>
                  <a:lnTo>
                    <a:pt x="8446065" y="2240955"/>
                  </a:lnTo>
                  <a:lnTo>
                    <a:pt x="8443871" y="2240955"/>
                  </a:lnTo>
                  <a:lnTo>
                    <a:pt x="8441678" y="2240955"/>
                  </a:lnTo>
                  <a:lnTo>
                    <a:pt x="8439484" y="2240955"/>
                  </a:lnTo>
                  <a:lnTo>
                    <a:pt x="8437290" y="2240955"/>
                  </a:lnTo>
                  <a:lnTo>
                    <a:pt x="8435096" y="2240955"/>
                  </a:lnTo>
                  <a:lnTo>
                    <a:pt x="8432902" y="2240955"/>
                  </a:lnTo>
                  <a:lnTo>
                    <a:pt x="8430709" y="2240955"/>
                  </a:lnTo>
                  <a:lnTo>
                    <a:pt x="8428515" y="2240955"/>
                  </a:lnTo>
                  <a:lnTo>
                    <a:pt x="8426321" y="2240955"/>
                  </a:lnTo>
                  <a:lnTo>
                    <a:pt x="8424127" y="2240955"/>
                  </a:lnTo>
                  <a:lnTo>
                    <a:pt x="8421933" y="2240955"/>
                  </a:lnTo>
                  <a:lnTo>
                    <a:pt x="8419740" y="2240955"/>
                  </a:lnTo>
                  <a:lnTo>
                    <a:pt x="8417546" y="2240955"/>
                  </a:lnTo>
                  <a:lnTo>
                    <a:pt x="8415352" y="2240955"/>
                  </a:lnTo>
                  <a:lnTo>
                    <a:pt x="8413158" y="2240955"/>
                  </a:lnTo>
                  <a:lnTo>
                    <a:pt x="8410965" y="2240955"/>
                  </a:lnTo>
                  <a:lnTo>
                    <a:pt x="8408771" y="2240955"/>
                  </a:lnTo>
                  <a:lnTo>
                    <a:pt x="8406577" y="2240955"/>
                  </a:lnTo>
                  <a:lnTo>
                    <a:pt x="8404383" y="2240955"/>
                  </a:lnTo>
                  <a:lnTo>
                    <a:pt x="8402189" y="2240955"/>
                  </a:lnTo>
                  <a:lnTo>
                    <a:pt x="8399996" y="2240955"/>
                  </a:lnTo>
                  <a:lnTo>
                    <a:pt x="8397802" y="2240955"/>
                  </a:lnTo>
                  <a:lnTo>
                    <a:pt x="8395608" y="2240955"/>
                  </a:lnTo>
                  <a:lnTo>
                    <a:pt x="8393414" y="2240955"/>
                  </a:lnTo>
                  <a:lnTo>
                    <a:pt x="8391221" y="2240955"/>
                  </a:lnTo>
                  <a:lnTo>
                    <a:pt x="8389027" y="2240955"/>
                  </a:lnTo>
                  <a:lnTo>
                    <a:pt x="8386833" y="2240955"/>
                  </a:lnTo>
                  <a:lnTo>
                    <a:pt x="8384639" y="2240955"/>
                  </a:lnTo>
                  <a:lnTo>
                    <a:pt x="8382445" y="2240955"/>
                  </a:lnTo>
                  <a:lnTo>
                    <a:pt x="8380252" y="2240955"/>
                  </a:lnTo>
                  <a:lnTo>
                    <a:pt x="8378058" y="2240955"/>
                  </a:lnTo>
                  <a:lnTo>
                    <a:pt x="8375864" y="2240955"/>
                  </a:lnTo>
                  <a:lnTo>
                    <a:pt x="8373670" y="2240955"/>
                  </a:lnTo>
                  <a:lnTo>
                    <a:pt x="8371476" y="2240955"/>
                  </a:lnTo>
                  <a:lnTo>
                    <a:pt x="8369283" y="2240955"/>
                  </a:lnTo>
                  <a:lnTo>
                    <a:pt x="8367089" y="2240955"/>
                  </a:lnTo>
                  <a:lnTo>
                    <a:pt x="8364895" y="2240955"/>
                  </a:lnTo>
                  <a:lnTo>
                    <a:pt x="8362701" y="2240955"/>
                  </a:lnTo>
                  <a:lnTo>
                    <a:pt x="8360508" y="2240955"/>
                  </a:lnTo>
                  <a:lnTo>
                    <a:pt x="8358314" y="2240955"/>
                  </a:lnTo>
                  <a:lnTo>
                    <a:pt x="8356120" y="2240955"/>
                  </a:lnTo>
                  <a:lnTo>
                    <a:pt x="8353926" y="2240955"/>
                  </a:lnTo>
                  <a:lnTo>
                    <a:pt x="8351732" y="2240955"/>
                  </a:lnTo>
                  <a:lnTo>
                    <a:pt x="8349539" y="2240955"/>
                  </a:lnTo>
                  <a:lnTo>
                    <a:pt x="8347345" y="2240955"/>
                  </a:lnTo>
                  <a:lnTo>
                    <a:pt x="8345151" y="2240955"/>
                  </a:lnTo>
                  <a:lnTo>
                    <a:pt x="8342957" y="2240955"/>
                  </a:lnTo>
                  <a:lnTo>
                    <a:pt x="8340763" y="2240955"/>
                  </a:lnTo>
                  <a:lnTo>
                    <a:pt x="8338570" y="2240955"/>
                  </a:lnTo>
                  <a:lnTo>
                    <a:pt x="8336376" y="2240955"/>
                  </a:lnTo>
                  <a:lnTo>
                    <a:pt x="8334182" y="2240955"/>
                  </a:lnTo>
                  <a:lnTo>
                    <a:pt x="8331988" y="2240955"/>
                  </a:lnTo>
                  <a:lnTo>
                    <a:pt x="8329795" y="2240955"/>
                  </a:lnTo>
                  <a:lnTo>
                    <a:pt x="8327601" y="2240955"/>
                  </a:lnTo>
                  <a:lnTo>
                    <a:pt x="8325407" y="2240955"/>
                  </a:lnTo>
                  <a:lnTo>
                    <a:pt x="8323213" y="2240955"/>
                  </a:lnTo>
                  <a:lnTo>
                    <a:pt x="8321019" y="2240955"/>
                  </a:lnTo>
                  <a:lnTo>
                    <a:pt x="8318826" y="2240955"/>
                  </a:lnTo>
                  <a:lnTo>
                    <a:pt x="8316632" y="2240955"/>
                  </a:lnTo>
                  <a:lnTo>
                    <a:pt x="8314438" y="2240955"/>
                  </a:lnTo>
                  <a:lnTo>
                    <a:pt x="8312244" y="2240955"/>
                  </a:lnTo>
                  <a:lnTo>
                    <a:pt x="8310051" y="2240955"/>
                  </a:lnTo>
                  <a:lnTo>
                    <a:pt x="8307857" y="2240955"/>
                  </a:lnTo>
                  <a:lnTo>
                    <a:pt x="8305663" y="2240955"/>
                  </a:lnTo>
                  <a:lnTo>
                    <a:pt x="8303469" y="2240955"/>
                  </a:lnTo>
                  <a:lnTo>
                    <a:pt x="8301275" y="2240955"/>
                  </a:lnTo>
                  <a:lnTo>
                    <a:pt x="8299082" y="2240955"/>
                  </a:lnTo>
                  <a:lnTo>
                    <a:pt x="8296888" y="2240955"/>
                  </a:lnTo>
                  <a:lnTo>
                    <a:pt x="8294694" y="2240955"/>
                  </a:lnTo>
                  <a:lnTo>
                    <a:pt x="8292500" y="2240955"/>
                  </a:lnTo>
                  <a:lnTo>
                    <a:pt x="8290306" y="2240955"/>
                  </a:lnTo>
                  <a:lnTo>
                    <a:pt x="8288113" y="2240955"/>
                  </a:lnTo>
                  <a:lnTo>
                    <a:pt x="8285919" y="2240955"/>
                  </a:lnTo>
                  <a:lnTo>
                    <a:pt x="8283725" y="2240955"/>
                  </a:lnTo>
                  <a:lnTo>
                    <a:pt x="8281531" y="2240955"/>
                  </a:lnTo>
                  <a:lnTo>
                    <a:pt x="8279338" y="2240955"/>
                  </a:lnTo>
                  <a:lnTo>
                    <a:pt x="8277144" y="2240955"/>
                  </a:lnTo>
                  <a:lnTo>
                    <a:pt x="8274950" y="2240955"/>
                  </a:lnTo>
                  <a:lnTo>
                    <a:pt x="8272756" y="2240955"/>
                  </a:lnTo>
                  <a:lnTo>
                    <a:pt x="8270562" y="2240955"/>
                  </a:lnTo>
                  <a:lnTo>
                    <a:pt x="8268369" y="2240955"/>
                  </a:lnTo>
                  <a:lnTo>
                    <a:pt x="8266175" y="2240955"/>
                  </a:lnTo>
                  <a:lnTo>
                    <a:pt x="8263981" y="2240955"/>
                  </a:lnTo>
                  <a:lnTo>
                    <a:pt x="8261787" y="2240955"/>
                  </a:lnTo>
                  <a:lnTo>
                    <a:pt x="8259594" y="2240955"/>
                  </a:lnTo>
                  <a:lnTo>
                    <a:pt x="8257400" y="2240955"/>
                  </a:lnTo>
                  <a:lnTo>
                    <a:pt x="8255206" y="2240955"/>
                  </a:lnTo>
                  <a:lnTo>
                    <a:pt x="8253012" y="2240955"/>
                  </a:lnTo>
                  <a:lnTo>
                    <a:pt x="8250818" y="2240955"/>
                  </a:lnTo>
                  <a:lnTo>
                    <a:pt x="8248625" y="2240955"/>
                  </a:lnTo>
                  <a:lnTo>
                    <a:pt x="8246431" y="2240955"/>
                  </a:lnTo>
                  <a:lnTo>
                    <a:pt x="8244237" y="2240955"/>
                  </a:lnTo>
                  <a:lnTo>
                    <a:pt x="8242043" y="2240955"/>
                  </a:lnTo>
                  <a:lnTo>
                    <a:pt x="8239849" y="2240955"/>
                  </a:lnTo>
                  <a:lnTo>
                    <a:pt x="8237656" y="2240955"/>
                  </a:lnTo>
                  <a:lnTo>
                    <a:pt x="8235462" y="2240955"/>
                  </a:lnTo>
                  <a:lnTo>
                    <a:pt x="8233268" y="2240955"/>
                  </a:lnTo>
                  <a:lnTo>
                    <a:pt x="8231074" y="2240955"/>
                  </a:lnTo>
                  <a:lnTo>
                    <a:pt x="8228881" y="2240955"/>
                  </a:lnTo>
                  <a:lnTo>
                    <a:pt x="8226687" y="2240955"/>
                  </a:lnTo>
                  <a:lnTo>
                    <a:pt x="8224493" y="2240955"/>
                  </a:lnTo>
                  <a:lnTo>
                    <a:pt x="8222299" y="2240955"/>
                  </a:lnTo>
                  <a:lnTo>
                    <a:pt x="8220105" y="2240955"/>
                  </a:lnTo>
                  <a:lnTo>
                    <a:pt x="8217912" y="2240955"/>
                  </a:lnTo>
                  <a:lnTo>
                    <a:pt x="8215718" y="2240955"/>
                  </a:lnTo>
                  <a:lnTo>
                    <a:pt x="8213524" y="2240955"/>
                  </a:lnTo>
                  <a:lnTo>
                    <a:pt x="8211330" y="2240955"/>
                  </a:lnTo>
                  <a:lnTo>
                    <a:pt x="8209136" y="2240955"/>
                  </a:lnTo>
                  <a:lnTo>
                    <a:pt x="8206943" y="2240955"/>
                  </a:lnTo>
                  <a:lnTo>
                    <a:pt x="8204749" y="2240955"/>
                  </a:lnTo>
                  <a:lnTo>
                    <a:pt x="8202555" y="2240955"/>
                  </a:lnTo>
                  <a:lnTo>
                    <a:pt x="8200361" y="2240955"/>
                  </a:lnTo>
                  <a:lnTo>
                    <a:pt x="8198168" y="2240955"/>
                  </a:lnTo>
                  <a:lnTo>
                    <a:pt x="8195974" y="2240955"/>
                  </a:lnTo>
                  <a:lnTo>
                    <a:pt x="8193780" y="2240955"/>
                  </a:lnTo>
                  <a:lnTo>
                    <a:pt x="8191586" y="2240955"/>
                  </a:lnTo>
                  <a:lnTo>
                    <a:pt x="8189392" y="2240955"/>
                  </a:lnTo>
                  <a:lnTo>
                    <a:pt x="8187199" y="2240955"/>
                  </a:lnTo>
                  <a:lnTo>
                    <a:pt x="8185005" y="2240955"/>
                  </a:lnTo>
                  <a:lnTo>
                    <a:pt x="8182811" y="2240955"/>
                  </a:lnTo>
                  <a:lnTo>
                    <a:pt x="8180617" y="2240955"/>
                  </a:lnTo>
                  <a:lnTo>
                    <a:pt x="8178424" y="2240955"/>
                  </a:lnTo>
                  <a:lnTo>
                    <a:pt x="8176230" y="2240955"/>
                  </a:lnTo>
                  <a:lnTo>
                    <a:pt x="8174036" y="2240955"/>
                  </a:lnTo>
                  <a:lnTo>
                    <a:pt x="8171842" y="2240955"/>
                  </a:lnTo>
                  <a:lnTo>
                    <a:pt x="8169648" y="2240955"/>
                  </a:lnTo>
                  <a:lnTo>
                    <a:pt x="8167455" y="2240955"/>
                  </a:lnTo>
                  <a:lnTo>
                    <a:pt x="8165261" y="2240955"/>
                  </a:lnTo>
                  <a:lnTo>
                    <a:pt x="8163067" y="2240955"/>
                  </a:lnTo>
                  <a:lnTo>
                    <a:pt x="8160873" y="2240955"/>
                  </a:lnTo>
                  <a:lnTo>
                    <a:pt x="8158679" y="2240955"/>
                  </a:lnTo>
                  <a:lnTo>
                    <a:pt x="8156486" y="2240955"/>
                  </a:lnTo>
                  <a:lnTo>
                    <a:pt x="8154292" y="2240955"/>
                  </a:lnTo>
                  <a:lnTo>
                    <a:pt x="8152098" y="2240955"/>
                  </a:lnTo>
                  <a:lnTo>
                    <a:pt x="8149904" y="2240955"/>
                  </a:lnTo>
                  <a:lnTo>
                    <a:pt x="8147711" y="2240955"/>
                  </a:lnTo>
                  <a:lnTo>
                    <a:pt x="8145517" y="2240955"/>
                  </a:lnTo>
                  <a:lnTo>
                    <a:pt x="8143323" y="2240955"/>
                  </a:lnTo>
                  <a:lnTo>
                    <a:pt x="8141129" y="2240955"/>
                  </a:lnTo>
                  <a:lnTo>
                    <a:pt x="8138935" y="2240955"/>
                  </a:lnTo>
                  <a:lnTo>
                    <a:pt x="8136742" y="2240955"/>
                  </a:lnTo>
                  <a:lnTo>
                    <a:pt x="8134548" y="2240955"/>
                  </a:lnTo>
                  <a:lnTo>
                    <a:pt x="8132354" y="2240955"/>
                  </a:lnTo>
                  <a:lnTo>
                    <a:pt x="8130160" y="2240955"/>
                  </a:lnTo>
                  <a:lnTo>
                    <a:pt x="8127967" y="2240955"/>
                  </a:lnTo>
                  <a:lnTo>
                    <a:pt x="8125773" y="2240955"/>
                  </a:lnTo>
                  <a:lnTo>
                    <a:pt x="8123579" y="2240955"/>
                  </a:lnTo>
                  <a:lnTo>
                    <a:pt x="8121385" y="2240955"/>
                  </a:lnTo>
                  <a:lnTo>
                    <a:pt x="8119191" y="2240955"/>
                  </a:lnTo>
                  <a:lnTo>
                    <a:pt x="8116998" y="2240955"/>
                  </a:lnTo>
                  <a:lnTo>
                    <a:pt x="8114804" y="2240955"/>
                  </a:lnTo>
                  <a:lnTo>
                    <a:pt x="8112610" y="2240955"/>
                  </a:lnTo>
                  <a:lnTo>
                    <a:pt x="8110416" y="2240955"/>
                  </a:lnTo>
                  <a:lnTo>
                    <a:pt x="8108222" y="2240955"/>
                  </a:lnTo>
                  <a:lnTo>
                    <a:pt x="8106029" y="2240955"/>
                  </a:lnTo>
                  <a:lnTo>
                    <a:pt x="8103835" y="2240955"/>
                  </a:lnTo>
                  <a:lnTo>
                    <a:pt x="8101641" y="2240955"/>
                  </a:lnTo>
                  <a:lnTo>
                    <a:pt x="8099447" y="2240955"/>
                  </a:lnTo>
                  <a:lnTo>
                    <a:pt x="8097254" y="2240955"/>
                  </a:lnTo>
                  <a:lnTo>
                    <a:pt x="8095060" y="2240955"/>
                  </a:lnTo>
                  <a:lnTo>
                    <a:pt x="8092866" y="2240955"/>
                  </a:lnTo>
                  <a:lnTo>
                    <a:pt x="8090672" y="2240955"/>
                  </a:lnTo>
                  <a:lnTo>
                    <a:pt x="8088478" y="2240955"/>
                  </a:lnTo>
                  <a:lnTo>
                    <a:pt x="8086285" y="2240955"/>
                  </a:lnTo>
                  <a:lnTo>
                    <a:pt x="8084091" y="2240955"/>
                  </a:lnTo>
                  <a:lnTo>
                    <a:pt x="8081897" y="2240955"/>
                  </a:lnTo>
                  <a:lnTo>
                    <a:pt x="8079703" y="2240955"/>
                  </a:lnTo>
                  <a:lnTo>
                    <a:pt x="8077510" y="2240955"/>
                  </a:lnTo>
                  <a:lnTo>
                    <a:pt x="8075316" y="2240955"/>
                  </a:lnTo>
                  <a:lnTo>
                    <a:pt x="8073122" y="2240955"/>
                  </a:lnTo>
                  <a:lnTo>
                    <a:pt x="8070928" y="2240955"/>
                  </a:lnTo>
                  <a:lnTo>
                    <a:pt x="8068734" y="2240955"/>
                  </a:lnTo>
                  <a:lnTo>
                    <a:pt x="8066541" y="2240955"/>
                  </a:lnTo>
                  <a:lnTo>
                    <a:pt x="8064347" y="2240955"/>
                  </a:lnTo>
                  <a:lnTo>
                    <a:pt x="8062153" y="2240955"/>
                  </a:lnTo>
                  <a:lnTo>
                    <a:pt x="8059959" y="2240955"/>
                  </a:lnTo>
                  <a:lnTo>
                    <a:pt x="8057765" y="2240955"/>
                  </a:lnTo>
                  <a:lnTo>
                    <a:pt x="8055572" y="2240955"/>
                  </a:lnTo>
                  <a:lnTo>
                    <a:pt x="8053378" y="2240955"/>
                  </a:lnTo>
                  <a:lnTo>
                    <a:pt x="8051184" y="2240955"/>
                  </a:lnTo>
                  <a:lnTo>
                    <a:pt x="8048990" y="2240955"/>
                  </a:lnTo>
                  <a:lnTo>
                    <a:pt x="8046797" y="2240955"/>
                  </a:lnTo>
                  <a:lnTo>
                    <a:pt x="8044603" y="2240955"/>
                  </a:lnTo>
                  <a:lnTo>
                    <a:pt x="8042409" y="2240955"/>
                  </a:lnTo>
                  <a:lnTo>
                    <a:pt x="8040215" y="2240955"/>
                  </a:lnTo>
                  <a:lnTo>
                    <a:pt x="8038021" y="2240955"/>
                  </a:lnTo>
                  <a:lnTo>
                    <a:pt x="8035828" y="2240955"/>
                  </a:lnTo>
                  <a:lnTo>
                    <a:pt x="8033634" y="2240955"/>
                  </a:lnTo>
                  <a:lnTo>
                    <a:pt x="8031440" y="2240955"/>
                  </a:lnTo>
                  <a:lnTo>
                    <a:pt x="8029246" y="2240955"/>
                  </a:lnTo>
                  <a:lnTo>
                    <a:pt x="8027052" y="2240955"/>
                  </a:lnTo>
                  <a:lnTo>
                    <a:pt x="8024859" y="2240955"/>
                  </a:lnTo>
                  <a:lnTo>
                    <a:pt x="8022665" y="2240955"/>
                  </a:lnTo>
                  <a:lnTo>
                    <a:pt x="8020471" y="2240955"/>
                  </a:lnTo>
                  <a:lnTo>
                    <a:pt x="8018277" y="2240955"/>
                  </a:lnTo>
                  <a:lnTo>
                    <a:pt x="8016084" y="2240955"/>
                  </a:lnTo>
                  <a:lnTo>
                    <a:pt x="8013890" y="2240955"/>
                  </a:lnTo>
                  <a:lnTo>
                    <a:pt x="8011696" y="2240955"/>
                  </a:lnTo>
                  <a:lnTo>
                    <a:pt x="8009502" y="2240955"/>
                  </a:lnTo>
                  <a:lnTo>
                    <a:pt x="8007308" y="2240955"/>
                  </a:lnTo>
                  <a:lnTo>
                    <a:pt x="8005115" y="2240955"/>
                  </a:lnTo>
                  <a:lnTo>
                    <a:pt x="8002921" y="2240955"/>
                  </a:lnTo>
                  <a:lnTo>
                    <a:pt x="8000727" y="2240955"/>
                  </a:lnTo>
                  <a:lnTo>
                    <a:pt x="7998533" y="2240955"/>
                  </a:lnTo>
                  <a:lnTo>
                    <a:pt x="7996340" y="2240955"/>
                  </a:lnTo>
                  <a:lnTo>
                    <a:pt x="7994146" y="2240955"/>
                  </a:lnTo>
                  <a:lnTo>
                    <a:pt x="7991952" y="2240955"/>
                  </a:lnTo>
                  <a:lnTo>
                    <a:pt x="7989758" y="2240955"/>
                  </a:lnTo>
                  <a:lnTo>
                    <a:pt x="7987564" y="2240955"/>
                  </a:lnTo>
                  <a:lnTo>
                    <a:pt x="7985371" y="2240955"/>
                  </a:lnTo>
                  <a:lnTo>
                    <a:pt x="7983177" y="2240955"/>
                  </a:lnTo>
                  <a:lnTo>
                    <a:pt x="7980983" y="2240955"/>
                  </a:lnTo>
                  <a:lnTo>
                    <a:pt x="7978789" y="2240955"/>
                  </a:lnTo>
                  <a:lnTo>
                    <a:pt x="7976595" y="2240955"/>
                  </a:lnTo>
                  <a:lnTo>
                    <a:pt x="7974402" y="2240955"/>
                  </a:lnTo>
                  <a:lnTo>
                    <a:pt x="7972208" y="2240955"/>
                  </a:lnTo>
                  <a:lnTo>
                    <a:pt x="7970014" y="2240955"/>
                  </a:lnTo>
                  <a:lnTo>
                    <a:pt x="7967820" y="2240955"/>
                  </a:lnTo>
                  <a:lnTo>
                    <a:pt x="7965627" y="2240955"/>
                  </a:lnTo>
                  <a:lnTo>
                    <a:pt x="7963433" y="2240955"/>
                  </a:lnTo>
                  <a:lnTo>
                    <a:pt x="7961239" y="2240955"/>
                  </a:lnTo>
                  <a:lnTo>
                    <a:pt x="7959045" y="2240955"/>
                  </a:lnTo>
                  <a:lnTo>
                    <a:pt x="7956851" y="2240955"/>
                  </a:lnTo>
                  <a:lnTo>
                    <a:pt x="7954658" y="2240955"/>
                  </a:lnTo>
                  <a:lnTo>
                    <a:pt x="7952464" y="2240955"/>
                  </a:lnTo>
                  <a:lnTo>
                    <a:pt x="7950270" y="2240955"/>
                  </a:lnTo>
                  <a:lnTo>
                    <a:pt x="7948076" y="2240955"/>
                  </a:lnTo>
                  <a:lnTo>
                    <a:pt x="7945883" y="2240955"/>
                  </a:lnTo>
                  <a:lnTo>
                    <a:pt x="7943689" y="2240955"/>
                  </a:lnTo>
                  <a:lnTo>
                    <a:pt x="7941495" y="2240955"/>
                  </a:lnTo>
                  <a:lnTo>
                    <a:pt x="7939301" y="2240955"/>
                  </a:lnTo>
                  <a:lnTo>
                    <a:pt x="7937107" y="2240955"/>
                  </a:lnTo>
                  <a:lnTo>
                    <a:pt x="7934914" y="2240955"/>
                  </a:lnTo>
                  <a:lnTo>
                    <a:pt x="7932720" y="2240955"/>
                  </a:lnTo>
                  <a:lnTo>
                    <a:pt x="7930526" y="2240955"/>
                  </a:lnTo>
                  <a:lnTo>
                    <a:pt x="7928332" y="2240955"/>
                  </a:lnTo>
                  <a:lnTo>
                    <a:pt x="7926138" y="2240955"/>
                  </a:lnTo>
                  <a:lnTo>
                    <a:pt x="7923945" y="2240955"/>
                  </a:lnTo>
                  <a:lnTo>
                    <a:pt x="7921751" y="2240955"/>
                  </a:lnTo>
                  <a:lnTo>
                    <a:pt x="7919557" y="2240955"/>
                  </a:lnTo>
                  <a:lnTo>
                    <a:pt x="7917363" y="2240955"/>
                  </a:lnTo>
                  <a:lnTo>
                    <a:pt x="7915170" y="2240955"/>
                  </a:lnTo>
                  <a:lnTo>
                    <a:pt x="7912976" y="2240955"/>
                  </a:lnTo>
                  <a:lnTo>
                    <a:pt x="7910782" y="2240955"/>
                  </a:lnTo>
                  <a:lnTo>
                    <a:pt x="7908588" y="2240955"/>
                  </a:lnTo>
                  <a:lnTo>
                    <a:pt x="7906394" y="2240955"/>
                  </a:lnTo>
                  <a:lnTo>
                    <a:pt x="7904201" y="2240955"/>
                  </a:lnTo>
                  <a:lnTo>
                    <a:pt x="7902007" y="2240955"/>
                  </a:lnTo>
                  <a:lnTo>
                    <a:pt x="7899813" y="2240955"/>
                  </a:lnTo>
                  <a:lnTo>
                    <a:pt x="7897619" y="2240955"/>
                  </a:lnTo>
                  <a:lnTo>
                    <a:pt x="7895425" y="2240955"/>
                  </a:lnTo>
                  <a:lnTo>
                    <a:pt x="7893232" y="2240955"/>
                  </a:lnTo>
                  <a:lnTo>
                    <a:pt x="7891038" y="2240955"/>
                  </a:lnTo>
                  <a:lnTo>
                    <a:pt x="7888844" y="2240955"/>
                  </a:lnTo>
                  <a:lnTo>
                    <a:pt x="7886650" y="2240955"/>
                  </a:lnTo>
                  <a:lnTo>
                    <a:pt x="7884457" y="2240955"/>
                  </a:lnTo>
                  <a:lnTo>
                    <a:pt x="7882263" y="2240955"/>
                  </a:lnTo>
                  <a:lnTo>
                    <a:pt x="7880069" y="2240955"/>
                  </a:lnTo>
                  <a:lnTo>
                    <a:pt x="7877875" y="2240955"/>
                  </a:lnTo>
                  <a:lnTo>
                    <a:pt x="7875681" y="2240955"/>
                  </a:lnTo>
                  <a:lnTo>
                    <a:pt x="7873488" y="2240955"/>
                  </a:lnTo>
                  <a:lnTo>
                    <a:pt x="7871294" y="2240955"/>
                  </a:lnTo>
                  <a:lnTo>
                    <a:pt x="7869100" y="2240955"/>
                  </a:lnTo>
                  <a:lnTo>
                    <a:pt x="7866906" y="2240955"/>
                  </a:lnTo>
                  <a:lnTo>
                    <a:pt x="7864713" y="2240955"/>
                  </a:lnTo>
                  <a:lnTo>
                    <a:pt x="7862519" y="2240955"/>
                  </a:lnTo>
                  <a:lnTo>
                    <a:pt x="7860325" y="2240955"/>
                  </a:lnTo>
                  <a:lnTo>
                    <a:pt x="7858131" y="2240955"/>
                  </a:lnTo>
                  <a:lnTo>
                    <a:pt x="7855937" y="2240955"/>
                  </a:lnTo>
                  <a:lnTo>
                    <a:pt x="7853744" y="2240955"/>
                  </a:lnTo>
                  <a:lnTo>
                    <a:pt x="7851550" y="2240955"/>
                  </a:lnTo>
                  <a:lnTo>
                    <a:pt x="7849356" y="2240955"/>
                  </a:lnTo>
                  <a:lnTo>
                    <a:pt x="7847162" y="2240955"/>
                  </a:lnTo>
                  <a:lnTo>
                    <a:pt x="7844968" y="2240955"/>
                  </a:lnTo>
                  <a:lnTo>
                    <a:pt x="7842775" y="2240955"/>
                  </a:lnTo>
                  <a:lnTo>
                    <a:pt x="7840581" y="2240955"/>
                  </a:lnTo>
                  <a:lnTo>
                    <a:pt x="7838387" y="2240955"/>
                  </a:lnTo>
                  <a:lnTo>
                    <a:pt x="7836193" y="2240955"/>
                  </a:lnTo>
                  <a:lnTo>
                    <a:pt x="7834000" y="2240955"/>
                  </a:lnTo>
                  <a:lnTo>
                    <a:pt x="7831806" y="2240955"/>
                  </a:lnTo>
                  <a:lnTo>
                    <a:pt x="7829612" y="2240955"/>
                  </a:lnTo>
                  <a:lnTo>
                    <a:pt x="7827418" y="2240955"/>
                  </a:lnTo>
                  <a:lnTo>
                    <a:pt x="7825224" y="2240955"/>
                  </a:lnTo>
                  <a:lnTo>
                    <a:pt x="7823031" y="2240955"/>
                  </a:lnTo>
                  <a:lnTo>
                    <a:pt x="7820837" y="2240955"/>
                  </a:lnTo>
                  <a:lnTo>
                    <a:pt x="7818643" y="2240955"/>
                  </a:lnTo>
                  <a:lnTo>
                    <a:pt x="7816449" y="2240955"/>
                  </a:lnTo>
                  <a:lnTo>
                    <a:pt x="7814256" y="2240955"/>
                  </a:lnTo>
                  <a:lnTo>
                    <a:pt x="7812062" y="2240955"/>
                  </a:lnTo>
                  <a:lnTo>
                    <a:pt x="7809868" y="2240955"/>
                  </a:lnTo>
                  <a:lnTo>
                    <a:pt x="7807674" y="2240955"/>
                  </a:lnTo>
                  <a:lnTo>
                    <a:pt x="7805480" y="2240955"/>
                  </a:lnTo>
                  <a:lnTo>
                    <a:pt x="7803287" y="2240955"/>
                  </a:lnTo>
                  <a:lnTo>
                    <a:pt x="7801093" y="2240955"/>
                  </a:lnTo>
                  <a:lnTo>
                    <a:pt x="7798899" y="2240955"/>
                  </a:lnTo>
                  <a:lnTo>
                    <a:pt x="7796705" y="2240955"/>
                  </a:lnTo>
                  <a:lnTo>
                    <a:pt x="7794511" y="2240955"/>
                  </a:lnTo>
                  <a:lnTo>
                    <a:pt x="7792318" y="2240955"/>
                  </a:lnTo>
                  <a:lnTo>
                    <a:pt x="7790124" y="2240955"/>
                  </a:lnTo>
                  <a:lnTo>
                    <a:pt x="7787930" y="2240955"/>
                  </a:lnTo>
                  <a:lnTo>
                    <a:pt x="7785736" y="2240955"/>
                  </a:lnTo>
                  <a:lnTo>
                    <a:pt x="7783543" y="2240955"/>
                  </a:lnTo>
                  <a:lnTo>
                    <a:pt x="7781349" y="2240955"/>
                  </a:lnTo>
                  <a:lnTo>
                    <a:pt x="7779155" y="2240955"/>
                  </a:lnTo>
                  <a:lnTo>
                    <a:pt x="7776961" y="2240955"/>
                  </a:lnTo>
                  <a:lnTo>
                    <a:pt x="7774767" y="2240955"/>
                  </a:lnTo>
                  <a:lnTo>
                    <a:pt x="7772574" y="2240955"/>
                  </a:lnTo>
                  <a:lnTo>
                    <a:pt x="7770380" y="2240955"/>
                  </a:lnTo>
                  <a:lnTo>
                    <a:pt x="7768186" y="2240955"/>
                  </a:lnTo>
                  <a:lnTo>
                    <a:pt x="7765992" y="2240955"/>
                  </a:lnTo>
                  <a:lnTo>
                    <a:pt x="7763798" y="2240955"/>
                  </a:lnTo>
                  <a:lnTo>
                    <a:pt x="7761605" y="2240955"/>
                  </a:lnTo>
                  <a:lnTo>
                    <a:pt x="7759411" y="2240955"/>
                  </a:lnTo>
                  <a:lnTo>
                    <a:pt x="7757217" y="2240955"/>
                  </a:lnTo>
                  <a:lnTo>
                    <a:pt x="7755023" y="2240955"/>
                  </a:lnTo>
                  <a:lnTo>
                    <a:pt x="7752830" y="2240955"/>
                  </a:lnTo>
                  <a:lnTo>
                    <a:pt x="7750636" y="2240955"/>
                  </a:lnTo>
                  <a:lnTo>
                    <a:pt x="7748442" y="2240955"/>
                  </a:lnTo>
                  <a:lnTo>
                    <a:pt x="7746248" y="2240955"/>
                  </a:lnTo>
                  <a:lnTo>
                    <a:pt x="7744054" y="2240955"/>
                  </a:lnTo>
                  <a:lnTo>
                    <a:pt x="7741861" y="2240955"/>
                  </a:lnTo>
                  <a:lnTo>
                    <a:pt x="7739667" y="2240955"/>
                  </a:lnTo>
                  <a:lnTo>
                    <a:pt x="7737473" y="2240955"/>
                  </a:lnTo>
                  <a:lnTo>
                    <a:pt x="7735279" y="2240955"/>
                  </a:lnTo>
                  <a:lnTo>
                    <a:pt x="7733086" y="2240955"/>
                  </a:lnTo>
                  <a:lnTo>
                    <a:pt x="7730892" y="2240955"/>
                  </a:lnTo>
                  <a:lnTo>
                    <a:pt x="7728698" y="2240955"/>
                  </a:lnTo>
                  <a:lnTo>
                    <a:pt x="7726504" y="2240955"/>
                  </a:lnTo>
                  <a:lnTo>
                    <a:pt x="7724310" y="2240955"/>
                  </a:lnTo>
                  <a:lnTo>
                    <a:pt x="7722117" y="2240955"/>
                  </a:lnTo>
                  <a:lnTo>
                    <a:pt x="7719923" y="2240955"/>
                  </a:lnTo>
                  <a:lnTo>
                    <a:pt x="7717729" y="2240955"/>
                  </a:lnTo>
                  <a:lnTo>
                    <a:pt x="7715535" y="2240955"/>
                  </a:lnTo>
                  <a:lnTo>
                    <a:pt x="7713341" y="2240955"/>
                  </a:lnTo>
                  <a:lnTo>
                    <a:pt x="7711148" y="2240955"/>
                  </a:lnTo>
                  <a:lnTo>
                    <a:pt x="7708954" y="2240955"/>
                  </a:lnTo>
                  <a:lnTo>
                    <a:pt x="7706760" y="2240955"/>
                  </a:lnTo>
                  <a:lnTo>
                    <a:pt x="7704566" y="2240955"/>
                  </a:lnTo>
                  <a:lnTo>
                    <a:pt x="7702373" y="2240955"/>
                  </a:lnTo>
                  <a:lnTo>
                    <a:pt x="7700179" y="2240955"/>
                  </a:lnTo>
                  <a:lnTo>
                    <a:pt x="7697985" y="2240955"/>
                  </a:lnTo>
                  <a:lnTo>
                    <a:pt x="7695791" y="2240955"/>
                  </a:lnTo>
                  <a:lnTo>
                    <a:pt x="7693597" y="2240955"/>
                  </a:lnTo>
                  <a:lnTo>
                    <a:pt x="7691404" y="2240955"/>
                  </a:lnTo>
                  <a:lnTo>
                    <a:pt x="7689210" y="2240955"/>
                  </a:lnTo>
                  <a:lnTo>
                    <a:pt x="7687016" y="2240955"/>
                  </a:lnTo>
                  <a:lnTo>
                    <a:pt x="7684822" y="2240955"/>
                  </a:lnTo>
                  <a:lnTo>
                    <a:pt x="7682629" y="2240955"/>
                  </a:lnTo>
                  <a:lnTo>
                    <a:pt x="7680435" y="2240955"/>
                  </a:lnTo>
                  <a:lnTo>
                    <a:pt x="7678241" y="2240955"/>
                  </a:lnTo>
                  <a:lnTo>
                    <a:pt x="7676047" y="2240955"/>
                  </a:lnTo>
                  <a:lnTo>
                    <a:pt x="7673853" y="2240955"/>
                  </a:lnTo>
                  <a:lnTo>
                    <a:pt x="7671660" y="2240955"/>
                  </a:lnTo>
                  <a:lnTo>
                    <a:pt x="7669466" y="2240955"/>
                  </a:lnTo>
                  <a:lnTo>
                    <a:pt x="7667272" y="2240955"/>
                  </a:lnTo>
                  <a:lnTo>
                    <a:pt x="7665078" y="2240955"/>
                  </a:lnTo>
                  <a:lnTo>
                    <a:pt x="7662884" y="2240955"/>
                  </a:lnTo>
                  <a:lnTo>
                    <a:pt x="7660691" y="2240955"/>
                  </a:lnTo>
                  <a:lnTo>
                    <a:pt x="7658497" y="2240955"/>
                  </a:lnTo>
                  <a:lnTo>
                    <a:pt x="7656303" y="2240955"/>
                  </a:lnTo>
                  <a:lnTo>
                    <a:pt x="7654109" y="2240955"/>
                  </a:lnTo>
                  <a:lnTo>
                    <a:pt x="7651916" y="2240955"/>
                  </a:lnTo>
                  <a:lnTo>
                    <a:pt x="7649722" y="2240955"/>
                  </a:lnTo>
                  <a:lnTo>
                    <a:pt x="7647528" y="2240955"/>
                  </a:lnTo>
                  <a:lnTo>
                    <a:pt x="7645334" y="2240955"/>
                  </a:lnTo>
                  <a:lnTo>
                    <a:pt x="7643140" y="2240955"/>
                  </a:lnTo>
                  <a:lnTo>
                    <a:pt x="7640947" y="2240955"/>
                  </a:lnTo>
                  <a:lnTo>
                    <a:pt x="7638753" y="2240955"/>
                  </a:lnTo>
                  <a:lnTo>
                    <a:pt x="7636559" y="2240955"/>
                  </a:lnTo>
                  <a:lnTo>
                    <a:pt x="7634365" y="2240955"/>
                  </a:lnTo>
                  <a:lnTo>
                    <a:pt x="7632171" y="2240955"/>
                  </a:lnTo>
                  <a:lnTo>
                    <a:pt x="7629978" y="2240955"/>
                  </a:lnTo>
                  <a:lnTo>
                    <a:pt x="7627784" y="2240955"/>
                  </a:lnTo>
                  <a:lnTo>
                    <a:pt x="7625590" y="2240955"/>
                  </a:lnTo>
                  <a:lnTo>
                    <a:pt x="7623396" y="2240955"/>
                  </a:lnTo>
                  <a:lnTo>
                    <a:pt x="7621203" y="2240955"/>
                  </a:lnTo>
                  <a:lnTo>
                    <a:pt x="7619009" y="2240955"/>
                  </a:lnTo>
                  <a:lnTo>
                    <a:pt x="7616815" y="2240955"/>
                  </a:lnTo>
                  <a:lnTo>
                    <a:pt x="7614621" y="2240955"/>
                  </a:lnTo>
                  <a:lnTo>
                    <a:pt x="7612427" y="2240955"/>
                  </a:lnTo>
                  <a:lnTo>
                    <a:pt x="7610234" y="2240955"/>
                  </a:lnTo>
                  <a:lnTo>
                    <a:pt x="7608040" y="2240955"/>
                  </a:lnTo>
                  <a:lnTo>
                    <a:pt x="7605846" y="2240955"/>
                  </a:lnTo>
                  <a:lnTo>
                    <a:pt x="7603652" y="2240955"/>
                  </a:lnTo>
                  <a:lnTo>
                    <a:pt x="7601459" y="2240955"/>
                  </a:lnTo>
                  <a:lnTo>
                    <a:pt x="7599265" y="2240955"/>
                  </a:lnTo>
                  <a:lnTo>
                    <a:pt x="7597071" y="2240955"/>
                  </a:lnTo>
                  <a:lnTo>
                    <a:pt x="7594877" y="2240955"/>
                  </a:lnTo>
                  <a:lnTo>
                    <a:pt x="7592683" y="2240955"/>
                  </a:lnTo>
                  <a:lnTo>
                    <a:pt x="7590490" y="2240955"/>
                  </a:lnTo>
                  <a:lnTo>
                    <a:pt x="7588296" y="2240955"/>
                  </a:lnTo>
                  <a:lnTo>
                    <a:pt x="7586102" y="2240955"/>
                  </a:lnTo>
                  <a:lnTo>
                    <a:pt x="7583908" y="2240955"/>
                  </a:lnTo>
                  <a:lnTo>
                    <a:pt x="7581714" y="2240955"/>
                  </a:lnTo>
                  <a:lnTo>
                    <a:pt x="7579521" y="2240955"/>
                  </a:lnTo>
                  <a:lnTo>
                    <a:pt x="7577327" y="2240955"/>
                  </a:lnTo>
                  <a:lnTo>
                    <a:pt x="7575133" y="2240955"/>
                  </a:lnTo>
                  <a:lnTo>
                    <a:pt x="7572939" y="2240955"/>
                  </a:lnTo>
                  <a:lnTo>
                    <a:pt x="7570746" y="2240955"/>
                  </a:lnTo>
                  <a:lnTo>
                    <a:pt x="7568552" y="2240955"/>
                  </a:lnTo>
                  <a:lnTo>
                    <a:pt x="7566358" y="2240955"/>
                  </a:lnTo>
                  <a:lnTo>
                    <a:pt x="7564164" y="2240955"/>
                  </a:lnTo>
                  <a:lnTo>
                    <a:pt x="7561970" y="2240955"/>
                  </a:lnTo>
                  <a:lnTo>
                    <a:pt x="7559777" y="2240955"/>
                  </a:lnTo>
                  <a:lnTo>
                    <a:pt x="7557583" y="2240955"/>
                  </a:lnTo>
                  <a:lnTo>
                    <a:pt x="7555389" y="2240955"/>
                  </a:lnTo>
                  <a:lnTo>
                    <a:pt x="7553195" y="2240955"/>
                  </a:lnTo>
                  <a:lnTo>
                    <a:pt x="7551002" y="2240955"/>
                  </a:lnTo>
                  <a:lnTo>
                    <a:pt x="7548808" y="2240955"/>
                  </a:lnTo>
                  <a:lnTo>
                    <a:pt x="7546614" y="2240955"/>
                  </a:lnTo>
                  <a:lnTo>
                    <a:pt x="7544420" y="2240955"/>
                  </a:lnTo>
                  <a:lnTo>
                    <a:pt x="7542226" y="2240955"/>
                  </a:lnTo>
                  <a:lnTo>
                    <a:pt x="7540033" y="2240955"/>
                  </a:lnTo>
                  <a:lnTo>
                    <a:pt x="7537839" y="2240955"/>
                  </a:lnTo>
                  <a:lnTo>
                    <a:pt x="7535645" y="2240955"/>
                  </a:lnTo>
                  <a:lnTo>
                    <a:pt x="7533451" y="2240955"/>
                  </a:lnTo>
                  <a:lnTo>
                    <a:pt x="7531257" y="2240955"/>
                  </a:lnTo>
                  <a:lnTo>
                    <a:pt x="7529064" y="2240955"/>
                  </a:lnTo>
                  <a:lnTo>
                    <a:pt x="7526870" y="2240955"/>
                  </a:lnTo>
                  <a:lnTo>
                    <a:pt x="7524676" y="2240955"/>
                  </a:lnTo>
                  <a:lnTo>
                    <a:pt x="7522482" y="2240955"/>
                  </a:lnTo>
                  <a:lnTo>
                    <a:pt x="7520289" y="2240955"/>
                  </a:lnTo>
                  <a:lnTo>
                    <a:pt x="7518095" y="2240955"/>
                  </a:lnTo>
                  <a:lnTo>
                    <a:pt x="7515901" y="2240955"/>
                  </a:lnTo>
                  <a:lnTo>
                    <a:pt x="7513707" y="2240955"/>
                  </a:lnTo>
                  <a:lnTo>
                    <a:pt x="7511513" y="2240955"/>
                  </a:lnTo>
                  <a:lnTo>
                    <a:pt x="7509320" y="2240955"/>
                  </a:lnTo>
                  <a:lnTo>
                    <a:pt x="7507126" y="2240955"/>
                  </a:lnTo>
                  <a:lnTo>
                    <a:pt x="7504932" y="2240955"/>
                  </a:lnTo>
                  <a:lnTo>
                    <a:pt x="7502738" y="2240955"/>
                  </a:lnTo>
                  <a:lnTo>
                    <a:pt x="7500545" y="2240955"/>
                  </a:lnTo>
                  <a:lnTo>
                    <a:pt x="7498351" y="2240955"/>
                  </a:lnTo>
                  <a:lnTo>
                    <a:pt x="7496157" y="2240955"/>
                  </a:lnTo>
                  <a:lnTo>
                    <a:pt x="7493963" y="2240955"/>
                  </a:lnTo>
                  <a:lnTo>
                    <a:pt x="7491769" y="2240955"/>
                  </a:lnTo>
                  <a:lnTo>
                    <a:pt x="7489576" y="2240955"/>
                  </a:lnTo>
                  <a:lnTo>
                    <a:pt x="7487382" y="2240955"/>
                  </a:lnTo>
                  <a:lnTo>
                    <a:pt x="7485188" y="2240955"/>
                  </a:lnTo>
                  <a:lnTo>
                    <a:pt x="7482994" y="2240955"/>
                  </a:lnTo>
                  <a:lnTo>
                    <a:pt x="7480800" y="2240955"/>
                  </a:lnTo>
                  <a:lnTo>
                    <a:pt x="7478607" y="2240955"/>
                  </a:lnTo>
                  <a:lnTo>
                    <a:pt x="7476413" y="2240955"/>
                  </a:lnTo>
                  <a:lnTo>
                    <a:pt x="7474219" y="2240955"/>
                  </a:lnTo>
                  <a:lnTo>
                    <a:pt x="7472025" y="2240955"/>
                  </a:lnTo>
                  <a:lnTo>
                    <a:pt x="7469832" y="2240955"/>
                  </a:lnTo>
                  <a:lnTo>
                    <a:pt x="7467638" y="2240955"/>
                  </a:lnTo>
                  <a:lnTo>
                    <a:pt x="7465444" y="2240955"/>
                  </a:lnTo>
                  <a:lnTo>
                    <a:pt x="7463250" y="2240955"/>
                  </a:lnTo>
                  <a:lnTo>
                    <a:pt x="7461056" y="2240955"/>
                  </a:lnTo>
                  <a:lnTo>
                    <a:pt x="7458863" y="2240955"/>
                  </a:lnTo>
                  <a:lnTo>
                    <a:pt x="7456669" y="2240955"/>
                  </a:lnTo>
                  <a:lnTo>
                    <a:pt x="7454475" y="2240955"/>
                  </a:lnTo>
                  <a:lnTo>
                    <a:pt x="7452281" y="2240955"/>
                  </a:lnTo>
                  <a:lnTo>
                    <a:pt x="7450087" y="2240955"/>
                  </a:lnTo>
                  <a:lnTo>
                    <a:pt x="7447894" y="2240955"/>
                  </a:lnTo>
                  <a:lnTo>
                    <a:pt x="7445700" y="2240955"/>
                  </a:lnTo>
                  <a:lnTo>
                    <a:pt x="7443506" y="2240955"/>
                  </a:lnTo>
                  <a:lnTo>
                    <a:pt x="7441312" y="2240955"/>
                  </a:lnTo>
                  <a:lnTo>
                    <a:pt x="7439119" y="2240955"/>
                  </a:lnTo>
                  <a:lnTo>
                    <a:pt x="7436925" y="2240955"/>
                  </a:lnTo>
                  <a:lnTo>
                    <a:pt x="7434731" y="2240955"/>
                  </a:lnTo>
                  <a:lnTo>
                    <a:pt x="7432537" y="2240955"/>
                  </a:lnTo>
                  <a:lnTo>
                    <a:pt x="7430343" y="2240955"/>
                  </a:lnTo>
                  <a:lnTo>
                    <a:pt x="7428150" y="2240955"/>
                  </a:lnTo>
                  <a:lnTo>
                    <a:pt x="7425956" y="2240955"/>
                  </a:lnTo>
                  <a:lnTo>
                    <a:pt x="7423762" y="2240955"/>
                  </a:lnTo>
                  <a:lnTo>
                    <a:pt x="7421568" y="2240955"/>
                  </a:lnTo>
                  <a:lnTo>
                    <a:pt x="7419375" y="2240955"/>
                  </a:lnTo>
                  <a:lnTo>
                    <a:pt x="7417181" y="2240955"/>
                  </a:lnTo>
                  <a:lnTo>
                    <a:pt x="7414987" y="2240955"/>
                  </a:lnTo>
                  <a:lnTo>
                    <a:pt x="7412793" y="2240955"/>
                  </a:lnTo>
                  <a:lnTo>
                    <a:pt x="7410599" y="2240955"/>
                  </a:lnTo>
                  <a:lnTo>
                    <a:pt x="7408406" y="2240955"/>
                  </a:lnTo>
                  <a:lnTo>
                    <a:pt x="7406212" y="2240955"/>
                  </a:lnTo>
                  <a:lnTo>
                    <a:pt x="7404018" y="2240955"/>
                  </a:lnTo>
                  <a:lnTo>
                    <a:pt x="7401824" y="2240955"/>
                  </a:lnTo>
                  <a:lnTo>
                    <a:pt x="7399630" y="2240955"/>
                  </a:lnTo>
                  <a:lnTo>
                    <a:pt x="7397437" y="2240955"/>
                  </a:lnTo>
                  <a:lnTo>
                    <a:pt x="7395243" y="2240955"/>
                  </a:lnTo>
                  <a:lnTo>
                    <a:pt x="7393049" y="2240955"/>
                  </a:lnTo>
                  <a:lnTo>
                    <a:pt x="7390855" y="2240955"/>
                  </a:lnTo>
                  <a:lnTo>
                    <a:pt x="7388662" y="2240955"/>
                  </a:lnTo>
                  <a:lnTo>
                    <a:pt x="7386468" y="2240955"/>
                  </a:lnTo>
                  <a:lnTo>
                    <a:pt x="7384274" y="2240955"/>
                  </a:lnTo>
                  <a:lnTo>
                    <a:pt x="7382080" y="2240955"/>
                  </a:lnTo>
                  <a:lnTo>
                    <a:pt x="7379886" y="2240955"/>
                  </a:lnTo>
                  <a:lnTo>
                    <a:pt x="7377693" y="2240955"/>
                  </a:lnTo>
                  <a:lnTo>
                    <a:pt x="7375499" y="2240955"/>
                  </a:lnTo>
                  <a:lnTo>
                    <a:pt x="7373305" y="2240955"/>
                  </a:lnTo>
                  <a:lnTo>
                    <a:pt x="7371111" y="2240955"/>
                  </a:lnTo>
                  <a:lnTo>
                    <a:pt x="7368918" y="2240955"/>
                  </a:lnTo>
                  <a:lnTo>
                    <a:pt x="7366724" y="2240955"/>
                  </a:lnTo>
                  <a:lnTo>
                    <a:pt x="7364530" y="2240955"/>
                  </a:lnTo>
                  <a:lnTo>
                    <a:pt x="7362336" y="2240955"/>
                  </a:lnTo>
                  <a:lnTo>
                    <a:pt x="7360142" y="2240955"/>
                  </a:lnTo>
                  <a:lnTo>
                    <a:pt x="7357949" y="2240955"/>
                  </a:lnTo>
                  <a:lnTo>
                    <a:pt x="7355755" y="2240955"/>
                  </a:lnTo>
                  <a:lnTo>
                    <a:pt x="7353561" y="2240955"/>
                  </a:lnTo>
                  <a:lnTo>
                    <a:pt x="7351367" y="2240955"/>
                  </a:lnTo>
                  <a:lnTo>
                    <a:pt x="7349173" y="2240955"/>
                  </a:lnTo>
                  <a:lnTo>
                    <a:pt x="7346980" y="2240955"/>
                  </a:lnTo>
                  <a:lnTo>
                    <a:pt x="7344786" y="2240955"/>
                  </a:lnTo>
                  <a:lnTo>
                    <a:pt x="7342592" y="2240955"/>
                  </a:lnTo>
                  <a:lnTo>
                    <a:pt x="7340398" y="2240955"/>
                  </a:lnTo>
                  <a:lnTo>
                    <a:pt x="7338205" y="2240955"/>
                  </a:lnTo>
                  <a:lnTo>
                    <a:pt x="7336011" y="2240955"/>
                  </a:lnTo>
                  <a:lnTo>
                    <a:pt x="7333817" y="2240955"/>
                  </a:lnTo>
                  <a:lnTo>
                    <a:pt x="7331623" y="2240955"/>
                  </a:lnTo>
                  <a:lnTo>
                    <a:pt x="7329429" y="2240955"/>
                  </a:lnTo>
                  <a:lnTo>
                    <a:pt x="7327236" y="2240955"/>
                  </a:lnTo>
                  <a:lnTo>
                    <a:pt x="7325042" y="2240955"/>
                  </a:lnTo>
                  <a:lnTo>
                    <a:pt x="7322848" y="2240955"/>
                  </a:lnTo>
                  <a:lnTo>
                    <a:pt x="7320654" y="2240955"/>
                  </a:lnTo>
                  <a:lnTo>
                    <a:pt x="7318460" y="2240955"/>
                  </a:lnTo>
                  <a:lnTo>
                    <a:pt x="7316267" y="2240955"/>
                  </a:lnTo>
                  <a:lnTo>
                    <a:pt x="7314073" y="2240955"/>
                  </a:lnTo>
                  <a:lnTo>
                    <a:pt x="7311879" y="2240955"/>
                  </a:lnTo>
                  <a:lnTo>
                    <a:pt x="7309685" y="2240955"/>
                  </a:lnTo>
                  <a:lnTo>
                    <a:pt x="7307492" y="2240955"/>
                  </a:lnTo>
                  <a:lnTo>
                    <a:pt x="7305298" y="2240955"/>
                  </a:lnTo>
                  <a:lnTo>
                    <a:pt x="7303104" y="2240955"/>
                  </a:lnTo>
                  <a:lnTo>
                    <a:pt x="7300910" y="2240955"/>
                  </a:lnTo>
                  <a:lnTo>
                    <a:pt x="7298716" y="2240955"/>
                  </a:lnTo>
                  <a:lnTo>
                    <a:pt x="7296523" y="2240955"/>
                  </a:lnTo>
                  <a:lnTo>
                    <a:pt x="7294329" y="2240955"/>
                  </a:lnTo>
                  <a:lnTo>
                    <a:pt x="7292135" y="2240955"/>
                  </a:lnTo>
                  <a:lnTo>
                    <a:pt x="7289941" y="2240955"/>
                  </a:lnTo>
                  <a:lnTo>
                    <a:pt x="7287748" y="2240955"/>
                  </a:lnTo>
                  <a:lnTo>
                    <a:pt x="7285554" y="2240955"/>
                  </a:lnTo>
                  <a:lnTo>
                    <a:pt x="7283360" y="2240955"/>
                  </a:lnTo>
                  <a:lnTo>
                    <a:pt x="7281166" y="2240955"/>
                  </a:lnTo>
                  <a:lnTo>
                    <a:pt x="7278972" y="2240955"/>
                  </a:lnTo>
                  <a:lnTo>
                    <a:pt x="7276779" y="2240955"/>
                  </a:lnTo>
                  <a:lnTo>
                    <a:pt x="7274585" y="2240955"/>
                  </a:lnTo>
                  <a:lnTo>
                    <a:pt x="7272391" y="2240955"/>
                  </a:lnTo>
                  <a:lnTo>
                    <a:pt x="7270197" y="2240955"/>
                  </a:lnTo>
                  <a:lnTo>
                    <a:pt x="7268003" y="2240955"/>
                  </a:lnTo>
                  <a:lnTo>
                    <a:pt x="7265810" y="2240955"/>
                  </a:lnTo>
                  <a:lnTo>
                    <a:pt x="7263616" y="2240955"/>
                  </a:lnTo>
                  <a:lnTo>
                    <a:pt x="7261422" y="2240955"/>
                  </a:lnTo>
                  <a:lnTo>
                    <a:pt x="7259228" y="2240955"/>
                  </a:lnTo>
                  <a:lnTo>
                    <a:pt x="7257035" y="2240955"/>
                  </a:lnTo>
                  <a:lnTo>
                    <a:pt x="7254841" y="2240955"/>
                  </a:lnTo>
                  <a:lnTo>
                    <a:pt x="7252647" y="2240955"/>
                  </a:lnTo>
                  <a:lnTo>
                    <a:pt x="7250453" y="2240955"/>
                  </a:lnTo>
                  <a:lnTo>
                    <a:pt x="7248259" y="2240955"/>
                  </a:lnTo>
                  <a:lnTo>
                    <a:pt x="7246066" y="2240955"/>
                  </a:lnTo>
                  <a:lnTo>
                    <a:pt x="7243872" y="2240955"/>
                  </a:lnTo>
                  <a:lnTo>
                    <a:pt x="7241678" y="2240955"/>
                  </a:lnTo>
                  <a:lnTo>
                    <a:pt x="7239484" y="2240955"/>
                  </a:lnTo>
                  <a:lnTo>
                    <a:pt x="7237291" y="2240955"/>
                  </a:lnTo>
                  <a:lnTo>
                    <a:pt x="7235097" y="2240955"/>
                  </a:lnTo>
                  <a:lnTo>
                    <a:pt x="7232903" y="2240955"/>
                  </a:lnTo>
                  <a:lnTo>
                    <a:pt x="7230709" y="2240955"/>
                  </a:lnTo>
                  <a:lnTo>
                    <a:pt x="7228515" y="2240955"/>
                  </a:lnTo>
                  <a:lnTo>
                    <a:pt x="7226322" y="2240955"/>
                  </a:lnTo>
                  <a:lnTo>
                    <a:pt x="7224128" y="2240955"/>
                  </a:lnTo>
                  <a:lnTo>
                    <a:pt x="7221934" y="2240955"/>
                  </a:lnTo>
                  <a:lnTo>
                    <a:pt x="7219740" y="2240955"/>
                  </a:lnTo>
                  <a:lnTo>
                    <a:pt x="7217546" y="2240955"/>
                  </a:lnTo>
                  <a:lnTo>
                    <a:pt x="7215353" y="2240955"/>
                  </a:lnTo>
                  <a:lnTo>
                    <a:pt x="7213159" y="2240955"/>
                  </a:lnTo>
                  <a:lnTo>
                    <a:pt x="7210965" y="2240955"/>
                  </a:lnTo>
                  <a:lnTo>
                    <a:pt x="7208771" y="2240955"/>
                  </a:lnTo>
                  <a:lnTo>
                    <a:pt x="7206578" y="2240955"/>
                  </a:lnTo>
                  <a:lnTo>
                    <a:pt x="7204384" y="2240955"/>
                  </a:lnTo>
                  <a:lnTo>
                    <a:pt x="7202190" y="2240955"/>
                  </a:lnTo>
                  <a:lnTo>
                    <a:pt x="7199996" y="2240955"/>
                  </a:lnTo>
                  <a:lnTo>
                    <a:pt x="7197802" y="2240955"/>
                  </a:lnTo>
                  <a:lnTo>
                    <a:pt x="7195609" y="2240955"/>
                  </a:lnTo>
                  <a:lnTo>
                    <a:pt x="7193415" y="2240955"/>
                  </a:lnTo>
                  <a:lnTo>
                    <a:pt x="7191221" y="2240955"/>
                  </a:lnTo>
                  <a:lnTo>
                    <a:pt x="7189027" y="2240955"/>
                  </a:lnTo>
                  <a:lnTo>
                    <a:pt x="7186833" y="2240955"/>
                  </a:lnTo>
                  <a:lnTo>
                    <a:pt x="7184640" y="2240955"/>
                  </a:lnTo>
                  <a:lnTo>
                    <a:pt x="7182446" y="2240955"/>
                  </a:lnTo>
                  <a:lnTo>
                    <a:pt x="7180252" y="2240955"/>
                  </a:lnTo>
                  <a:lnTo>
                    <a:pt x="7178058" y="2240955"/>
                  </a:lnTo>
                  <a:lnTo>
                    <a:pt x="7175865" y="2240955"/>
                  </a:lnTo>
                  <a:lnTo>
                    <a:pt x="7173671" y="2240955"/>
                  </a:lnTo>
                  <a:lnTo>
                    <a:pt x="7171477" y="2240955"/>
                  </a:lnTo>
                  <a:lnTo>
                    <a:pt x="7169283" y="2240955"/>
                  </a:lnTo>
                  <a:lnTo>
                    <a:pt x="7167089" y="2240955"/>
                  </a:lnTo>
                  <a:lnTo>
                    <a:pt x="7164896" y="2240955"/>
                  </a:lnTo>
                  <a:lnTo>
                    <a:pt x="7162702" y="2240955"/>
                  </a:lnTo>
                  <a:lnTo>
                    <a:pt x="7160508" y="2240955"/>
                  </a:lnTo>
                  <a:lnTo>
                    <a:pt x="7158314" y="2240955"/>
                  </a:lnTo>
                  <a:lnTo>
                    <a:pt x="7156121" y="2240955"/>
                  </a:lnTo>
                  <a:lnTo>
                    <a:pt x="7153927" y="2240955"/>
                  </a:lnTo>
                  <a:lnTo>
                    <a:pt x="7151733" y="2240955"/>
                  </a:lnTo>
                  <a:lnTo>
                    <a:pt x="7149539" y="2240955"/>
                  </a:lnTo>
                  <a:lnTo>
                    <a:pt x="7147345" y="2240955"/>
                  </a:lnTo>
                  <a:lnTo>
                    <a:pt x="7145152" y="2240955"/>
                  </a:lnTo>
                  <a:lnTo>
                    <a:pt x="7142958" y="2240955"/>
                  </a:lnTo>
                  <a:lnTo>
                    <a:pt x="7140764" y="2240955"/>
                  </a:lnTo>
                  <a:lnTo>
                    <a:pt x="7138570" y="2240955"/>
                  </a:lnTo>
                  <a:lnTo>
                    <a:pt x="7136376" y="2240955"/>
                  </a:lnTo>
                  <a:lnTo>
                    <a:pt x="7134183" y="2240955"/>
                  </a:lnTo>
                  <a:lnTo>
                    <a:pt x="7131989" y="2240955"/>
                  </a:lnTo>
                  <a:lnTo>
                    <a:pt x="7129795" y="2240955"/>
                  </a:lnTo>
                  <a:lnTo>
                    <a:pt x="7127601" y="2240955"/>
                  </a:lnTo>
                  <a:lnTo>
                    <a:pt x="7125408" y="2240955"/>
                  </a:lnTo>
                  <a:lnTo>
                    <a:pt x="7123214" y="2240955"/>
                  </a:lnTo>
                  <a:lnTo>
                    <a:pt x="7121020" y="2240955"/>
                  </a:lnTo>
                  <a:lnTo>
                    <a:pt x="7118826" y="2240955"/>
                  </a:lnTo>
                  <a:lnTo>
                    <a:pt x="7116632" y="2240955"/>
                  </a:lnTo>
                  <a:lnTo>
                    <a:pt x="7114439" y="2240955"/>
                  </a:lnTo>
                  <a:lnTo>
                    <a:pt x="7112245" y="2240955"/>
                  </a:lnTo>
                  <a:lnTo>
                    <a:pt x="7110051" y="2240955"/>
                  </a:lnTo>
                  <a:lnTo>
                    <a:pt x="7107857" y="2240955"/>
                  </a:lnTo>
                  <a:lnTo>
                    <a:pt x="7105664" y="2240955"/>
                  </a:lnTo>
                  <a:lnTo>
                    <a:pt x="7103470" y="2240955"/>
                  </a:lnTo>
                  <a:lnTo>
                    <a:pt x="7101276" y="2240955"/>
                  </a:lnTo>
                  <a:lnTo>
                    <a:pt x="7099082" y="2240955"/>
                  </a:lnTo>
                  <a:lnTo>
                    <a:pt x="7096888" y="2240955"/>
                  </a:lnTo>
                  <a:lnTo>
                    <a:pt x="7094695" y="2240955"/>
                  </a:lnTo>
                  <a:lnTo>
                    <a:pt x="7092501" y="2240955"/>
                  </a:lnTo>
                  <a:lnTo>
                    <a:pt x="7090307" y="2240955"/>
                  </a:lnTo>
                  <a:lnTo>
                    <a:pt x="7088113" y="2240955"/>
                  </a:lnTo>
                  <a:lnTo>
                    <a:pt x="7085919" y="2240955"/>
                  </a:lnTo>
                  <a:lnTo>
                    <a:pt x="7083726" y="2240955"/>
                  </a:lnTo>
                  <a:lnTo>
                    <a:pt x="7081532" y="2240955"/>
                  </a:lnTo>
                  <a:lnTo>
                    <a:pt x="7079338" y="2240955"/>
                  </a:lnTo>
                  <a:lnTo>
                    <a:pt x="7077144" y="2240955"/>
                  </a:lnTo>
                  <a:lnTo>
                    <a:pt x="7074951" y="2240955"/>
                  </a:lnTo>
                  <a:lnTo>
                    <a:pt x="7072757" y="2240955"/>
                  </a:lnTo>
                  <a:lnTo>
                    <a:pt x="7070563" y="2240955"/>
                  </a:lnTo>
                  <a:lnTo>
                    <a:pt x="7068369" y="2240955"/>
                  </a:lnTo>
                  <a:lnTo>
                    <a:pt x="7066175" y="2240955"/>
                  </a:lnTo>
                  <a:lnTo>
                    <a:pt x="7063982" y="2240955"/>
                  </a:lnTo>
                  <a:lnTo>
                    <a:pt x="7061788" y="2240955"/>
                  </a:lnTo>
                  <a:lnTo>
                    <a:pt x="7059594" y="2240955"/>
                  </a:lnTo>
                  <a:lnTo>
                    <a:pt x="7057400" y="2240955"/>
                  </a:lnTo>
                  <a:lnTo>
                    <a:pt x="7055206" y="2240955"/>
                  </a:lnTo>
                  <a:lnTo>
                    <a:pt x="7053013" y="2240955"/>
                  </a:lnTo>
                  <a:lnTo>
                    <a:pt x="7050819" y="2240955"/>
                  </a:lnTo>
                  <a:lnTo>
                    <a:pt x="7048625" y="2240955"/>
                  </a:lnTo>
                  <a:lnTo>
                    <a:pt x="7046431" y="2240955"/>
                  </a:lnTo>
                  <a:lnTo>
                    <a:pt x="7044238" y="2240955"/>
                  </a:lnTo>
                  <a:lnTo>
                    <a:pt x="7042044" y="2240955"/>
                  </a:lnTo>
                  <a:lnTo>
                    <a:pt x="7039850" y="2240955"/>
                  </a:lnTo>
                  <a:lnTo>
                    <a:pt x="7037656" y="2240955"/>
                  </a:lnTo>
                  <a:lnTo>
                    <a:pt x="7035462" y="2240955"/>
                  </a:lnTo>
                  <a:lnTo>
                    <a:pt x="7033269" y="2240955"/>
                  </a:lnTo>
                  <a:lnTo>
                    <a:pt x="7031075" y="2240955"/>
                  </a:lnTo>
                  <a:lnTo>
                    <a:pt x="7028881" y="2240955"/>
                  </a:lnTo>
                  <a:lnTo>
                    <a:pt x="7026687" y="2240955"/>
                  </a:lnTo>
                  <a:lnTo>
                    <a:pt x="7024494" y="2240955"/>
                  </a:lnTo>
                  <a:lnTo>
                    <a:pt x="7022300" y="2240955"/>
                  </a:lnTo>
                  <a:lnTo>
                    <a:pt x="7020106" y="2240955"/>
                  </a:lnTo>
                  <a:lnTo>
                    <a:pt x="7017912" y="2240955"/>
                  </a:lnTo>
                  <a:lnTo>
                    <a:pt x="7015718" y="2240955"/>
                  </a:lnTo>
                  <a:lnTo>
                    <a:pt x="7013525" y="2240955"/>
                  </a:lnTo>
                  <a:lnTo>
                    <a:pt x="7011331" y="2240955"/>
                  </a:lnTo>
                  <a:lnTo>
                    <a:pt x="7009137" y="2240955"/>
                  </a:lnTo>
                  <a:lnTo>
                    <a:pt x="7006943" y="2240955"/>
                  </a:lnTo>
                  <a:lnTo>
                    <a:pt x="7004749" y="2240955"/>
                  </a:lnTo>
                  <a:lnTo>
                    <a:pt x="7002556" y="2240955"/>
                  </a:lnTo>
                  <a:lnTo>
                    <a:pt x="7000362" y="2240955"/>
                  </a:lnTo>
                  <a:lnTo>
                    <a:pt x="6998168" y="2240955"/>
                  </a:lnTo>
                  <a:lnTo>
                    <a:pt x="6995974" y="2240955"/>
                  </a:lnTo>
                  <a:lnTo>
                    <a:pt x="6993781" y="2240955"/>
                  </a:lnTo>
                  <a:lnTo>
                    <a:pt x="6991587" y="2240955"/>
                  </a:lnTo>
                  <a:lnTo>
                    <a:pt x="6989393" y="2240955"/>
                  </a:lnTo>
                  <a:lnTo>
                    <a:pt x="6987199" y="2240955"/>
                  </a:lnTo>
                  <a:lnTo>
                    <a:pt x="6985005" y="2240955"/>
                  </a:lnTo>
                  <a:lnTo>
                    <a:pt x="6982812" y="2240955"/>
                  </a:lnTo>
                  <a:lnTo>
                    <a:pt x="6980618" y="2240955"/>
                  </a:lnTo>
                  <a:lnTo>
                    <a:pt x="6978424" y="2240955"/>
                  </a:lnTo>
                  <a:lnTo>
                    <a:pt x="6976230" y="2240955"/>
                  </a:lnTo>
                  <a:lnTo>
                    <a:pt x="6974037" y="2240955"/>
                  </a:lnTo>
                  <a:lnTo>
                    <a:pt x="6971843" y="2240955"/>
                  </a:lnTo>
                  <a:lnTo>
                    <a:pt x="6969649" y="2240955"/>
                  </a:lnTo>
                  <a:lnTo>
                    <a:pt x="6967455" y="2240955"/>
                  </a:lnTo>
                  <a:lnTo>
                    <a:pt x="6965261" y="2240955"/>
                  </a:lnTo>
                  <a:lnTo>
                    <a:pt x="6963068" y="2240955"/>
                  </a:lnTo>
                  <a:lnTo>
                    <a:pt x="6960874" y="2240955"/>
                  </a:lnTo>
                  <a:lnTo>
                    <a:pt x="6958680" y="2240955"/>
                  </a:lnTo>
                  <a:lnTo>
                    <a:pt x="6956486" y="2240955"/>
                  </a:lnTo>
                  <a:lnTo>
                    <a:pt x="6954292" y="2240955"/>
                  </a:lnTo>
                  <a:lnTo>
                    <a:pt x="6952099" y="2240955"/>
                  </a:lnTo>
                  <a:lnTo>
                    <a:pt x="6949905" y="2240955"/>
                  </a:lnTo>
                  <a:lnTo>
                    <a:pt x="6947711" y="2240955"/>
                  </a:lnTo>
                  <a:lnTo>
                    <a:pt x="6945517" y="2240955"/>
                  </a:lnTo>
                  <a:lnTo>
                    <a:pt x="6943324" y="2240955"/>
                  </a:lnTo>
                  <a:lnTo>
                    <a:pt x="6941130" y="2240955"/>
                  </a:lnTo>
                  <a:lnTo>
                    <a:pt x="6938936" y="2240955"/>
                  </a:lnTo>
                  <a:lnTo>
                    <a:pt x="6936742" y="2240955"/>
                  </a:lnTo>
                  <a:lnTo>
                    <a:pt x="6934548" y="2240955"/>
                  </a:lnTo>
                  <a:lnTo>
                    <a:pt x="6932355" y="2240955"/>
                  </a:lnTo>
                  <a:lnTo>
                    <a:pt x="6930161" y="2240955"/>
                  </a:lnTo>
                  <a:lnTo>
                    <a:pt x="6927967" y="2240955"/>
                  </a:lnTo>
                  <a:lnTo>
                    <a:pt x="6925773" y="2240955"/>
                  </a:lnTo>
                  <a:lnTo>
                    <a:pt x="6923580" y="2240955"/>
                  </a:lnTo>
                  <a:lnTo>
                    <a:pt x="6921386" y="2240955"/>
                  </a:lnTo>
                  <a:lnTo>
                    <a:pt x="6919192" y="2240955"/>
                  </a:lnTo>
                  <a:lnTo>
                    <a:pt x="6916998" y="2240955"/>
                  </a:lnTo>
                  <a:lnTo>
                    <a:pt x="6914804" y="2240955"/>
                  </a:lnTo>
                  <a:lnTo>
                    <a:pt x="6912611" y="2240955"/>
                  </a:lnTo>
                  <a:lnTo>
                    <a:pt x="6910417" y="2240955"/>
                  </a:lnTo>
                  <a:lnTo>
                    <a:pt x="6908223" y="2240955"/>
                  </a:lnTo>
                  <a:lnTo>
                    <a:pt x="6906029" y="2240955"/>
                  </a:lnTo>
                  <a:lnTo>
                    <a:pt x="6903835" y="2240955"/>
                  </a:lnTo>
                  <a:lnTo>
                    <a:pt x="6901642" y="2240955"/>
                  </a:lnTo>
                  <a:lnTo>
                    <a:pt x="6899448" y="2240955"/>
                  </a:lnTo>
                  <a:lnTo>
                    <a:pt x="6897254" y="2240955"/>
                  </a:lnTo>
                  <a:lnTo>
                    <a:pt x="6895060" y="2240955"/>
                  </a:lnTo>
                  <a:lnTo>
                    <a:pt x="6892867" y="2240955"/>
                  </a:lnTo>
                  <a:lnTo>
                    <a:pt x="6890673" y="2240955"/>
                  </a:lnTo>
                  <a:lnTo>
                    <a:pt x="6888479" y="2240955"/>
                  </a:lnTo>
                  <a:lnTo>
                    <a:pt x="6886285" y="2240955"/>
                  </a:lnTo>
                  <a:lnTo>
                    <a:pt x="6884091" y="2240955"/>
                  </a:lnTo>
                  <a:lnTo>
                    <a:pt x="6881898" y="2240955"/>
                  </a:lnTo>
                  <a:lnTo>
                    <a:pt x="6879704" y="2240955"/>
                  </a:lnTo>
                  <a:lnTo>
                    <a:pt x="6877510" y="2240955"/>
                  </a:lnTo>
                  <a:lnTo>
                    <a:pt x="6875316" y="2240955"/>
                  </a:lnTo>
                  <a:lnTo>
                    <a:pt x="6873122" y="2240955"/>
                  </a:lnTo>
                  <a:lnTo>
                    <a:pt x="6870929" y="2240955"/>
                  </a:lnTo>
                  <a:lnTo>
                    <a:pt x="6868735" y="2240955"/>
                  </a:lnTo>
                  <a:lnTo>
                    <a:pt x="6866541" y="2240955"/>
                  </a:lnTo>
                  <a:lnTo>
                    <a:pt x="6864347" y="2240955"/>
                  </a:lnTo>
                  <a:lnTo>
                    <a:pt x="6862154" y="2240955"/>
                  </a:lnTo>
                  <a:lnTo>
                    <a:pt x="6859960" y="2240955"/>
                  </a:lnTo>
                  <a:lnTo>
                    <a:pt x="6857766" y="2240955"/>
                  </a:lnTo>
                  <a:lnTo>
                    <a:pt x="6855572" y="2240955"/>
                  </a:lnTo>
                  <a:lnTo>
                    <a:pt x="6853378" y="2240955"/>
                  </a:lnTo>
                  <a:lnTo>
                    <a:pt x="6851185" y="2240955"/>
                  </a:lnTo>
                  <a:lnTo>
                    <a:pt x="6848991" y="2240955"/>
                  </a:lnTo>
                  <a:lnTo>
                    <a:pt x="6846797" y="2240955"/>
                  </a:lnTo>
                  <a:lnTo>
                    <a:pt x="6844603" y="2240955"/>
                  </a:lnTo>
                  <a:lnTo>
                    <a:pt x="6842410" y="2240955"/>
                  </a:lnTo>
                  <a:lnTo>
                    <a:pt x="6840216" y="2240955"/>
                  </a:lnTo>
                  <a:lnTo>
                    <a:pt x="6838022" y="2240955"/>
                  </a:lnTo>
                  <a:lnTo>
                    <a:pt x="6835828" y="2240955"/>
                  </a:lnTo>
                  <a:lnTo>
                    <a:pt x="6833634" y="2240955"/>
                  </a:lnTo>
                  <a:lnTo>
                    <a:pt x="6831441" y="2240955"/>
                  </a:lnTo>
                  <a:lnTo>
                    <a:pt x="6829247" y="2240955"/>
                  </a:lnTo>
                  <a:lnTo>
                    <a:pt x="6827053" y="2240955"/>
                  </a:lnTo>
                  <a:lnTo>
                    <a:pt x="6824859" y="2240955"/>
                  </a:lnTo>
                  <a:lnTo>
                    <a:pt x="6822665" y="2240955"/>
                  </a:lnTo>
                  <a:lnTo>
                    <a:pt x="6820472" y="2240955"/>
                  </a:lnTo>
                  <a:lnTo>
                    <a:pt x="6818278" y="2240955"/>
                  </a:lnTo>
                  <a:lnTo>
                    <a:pt x="6816084" y="2240955"/>
                  </a:lnTo>
                  <a:lnTo>
                    <a:pt x="6813890" y="2240955"/>
                  </a:lnTo>
                  <a:lnTo>
                    <a:pt x="6811697" y="2240955"/>
                  </a:lnTo>
                  <a:lnTo>
                    <a:pt x="6809503" y="2240955"/>
                  </a:lnTo>
                  <a:lnTo>
                    <a:pt x="6807309" y="2240955"/>
                  </a:lnTo>
                  <a:lnTo>
                    <a:pt x="6805115" y="2240955"/>
                  </a:lnTo>
                  <a:lnTo>
                    <a:pt x="6802921" y="2240955"/>
                  </a:lnTo>
                  <a:lnTo>
                    <a:pt x="6800728" y="2240955"/>
                  </a:lnTo>
                  <a:lnTo>
                    <a:pt x="6798534" y="2240955"/>
                  </a:lnTo>
                  <a:lnTo>
                    <a:pt x="6796340" y="2240955"/>
                  </a:lnTo>
                  <a:lnTo>
                    <a:pt x="6794146" y="2240955"/>
                  </a:lnTo>
                  <a:lnTo>
                    <a:pt x="6791953" y="2240955"/>
                  </a:lnTo>
                  <a:lnTo>
                    <a:pt x="6789759" y="2240955"/>
                  </a:lnTo>
                  <a:lnTo>
                    <a:pt x="6787565" y="2240955"/>
                  </a:lnTo>
                  <a:lnTo>
                    <a:pt x="6785371" y="2240955"/>
                  </a:lnTo>
                  <a:lnTo>
                    <a:pt x="6783177" y="2240955"/>
                  </a:lnTo>
                  <a:lnTo>
                    <a:pt x="6780984" y="2240955"/>
                  </a:lnTo>
                  <a:lnTo>
                    <a:pt x="6778790" y="2240955"/>
                  </a:lnTo>
                  <a:lnTo>
                    <a:pt x="6776596" y="2240955"/>
                  </a:lnTo>
                  <a:lnTo>
                    <a:pt x="6774402" y="2240955"/>
                  </a:lnTo>
                  <a:lnTo>
                    <a:pt x="6772208" y="2240955"/>
                  </a:lnTo>
                  <a:lnTo>
                    <a:pt x="6770015" y="2240955"/>
                  </a:lnTo>
                  <a:lnTo>
                    <a:pt x="6767821" y="2240955"/>
                  </a:lnTo>
                  <a:lnTo>
                    <a:pt x="6765627" y="2240955"/>
                  </a:lnTo>
                  <a:lnTo>
                    <a:pt x="6763433" y="2240955"/>
                  </a:lnTo>
                  <a:lnTo>
                    <a:pt x="6761240" y="2240955"/>
                  </a:lnTo>
                  <a:lnTo>
                    <a:pt x="6759046" y="2240955"/>
                  </a:lnTo>
                  <a:lnTo>
                    <a:pt x="6756852" y="2240955"/>
                  </a:lnTo>
                  <a:lnTo>
                    <a:pt x="6754658" y="2240955"/>
                  </a:lnTo>
                  <a:lnTo>
                    <a:pt x="6752464" y="2240955"/>
                  </a:lnTo>
                  <a:lnTo>
                    <a:pt x="6750271" y="2240955"/>
                  </a:lnTo>
                  <a:lnTo>
                    <a:pt x="6748077" y="2240955"/>
                  </a:lnTo>
                  <a:lnTo>
                    <a:pt x="6745883" y="2240955"/>
                  </a:lnTo>
                  <a:lnTo>
                    <a:pt x="6743689" y="2240955"/>
                  </a:lnTo>
                  <a:lnTo>
                    <a:pt x="6741495" y="2240955"/>
                  </a:lnTo>
                  <a:lnTo>
                    <a:pt x="6739302" y="2240955"/>
                  </a:lnTo>
                  <a:lnTo>
                    <a:pt x="6737108" y="2240955"/>
                  </a:lnTo>
                  <a:lnTo>
                    <a:pt x="6734914" y="2240955"/>
                  </a:lnTo>
                  <a:lnTo>
                    <a:pt x="6732720" y="2240955"/>
                  </a:lnTo>
                  <a:lnTo>
                    <a:pt x="6730527" y="2240955"/>
                  </a:lnTo>
                  <a:lnTo>
                    <a:pt x="6728333" y="2240955"/>
                  </a:lnTo>
                  <a:lnTo>
                    <a:pt x="6726139" y="2240955"/>
                  </a:lnTo>
                  <a:lnTo>
                    <a:pt x="6723945" y="2240955"/>
                  </a:lnTo>
                  <a:lnTo>
                    <a:pt x="6721751" y="2240955"/>
                  </a:lnTo>
                  <a:lnTo>
                    <a:pt x="6719558" y="2240955"/>
                  </a:lnTo>
                  <a:lnTo>
                    <a:pt x="6717364" y="2240955"/>
                  </a:lnTo>
                  <a:lnTo>
                    <a:pt x="6715170" y="2240955"/>
                  </a:lnTo>
                  <a:lnTo>
                    <a:pt x="6712976" y="2240955"/>
                  </a:lnTo>
                  <a:lnTo>
                    <a:pt x="6710783" y="2240955"/>
                  </a:lnTo>
                  <a:lnTo>
                    <a:pt x="6708589" y="2240955"/>
                  </a:lnTo>
                  <a:lnTo>
                    <a:pt x="6706395" y="2240955"/>
                  </a:lnTo>
                  <a:lnTo>
                    <a:pt x="6704201" y="2240955"/>
                  </a:lnTo>
                  <a:lnTo>
                    <a:pt x="6702007" y="2240955"/>
                  </a:lnTo>
                  <a:lnTo>
                    <a:pt x="6699814" y="2240955"/>
                  </a:lnTo>
                  <a:lnTo>
                    <a:pt x="6697620" y="2240955"/>
                  </a:lnTo>
                  <a:lnTo>
                    <a:pt x="6695426" y="2240955"/>
                  </a:lnTo>
                  <a:lnTo>
                    <a:pt x="6693232" y="2240955"/>
                  </a:lnTo>
                  <a:lnTo>
                    <a:pt x="6691038" y="2240955"/>
                  </a:lnTo>
                  <a:lnTo>
                    <a:pt x="6688845" y="2240955"/>
                  </a:lnTo>
                  <a:lnTo>
                    <a:pt x="6686651" y="2240955"/>
                  </a:lnTo>
                  <a:lnTo>
                    <a:pt x="6684457" y="2240955"/>
                  </a:lnTo>
                  <a:lnTo>
                    <a:pt x="6682263" y="2240955"/>
                  </a:lnTo>
                  <a:lnTo>
                    <a:pt x="6680070" y="2240955"/>
                  </a:lnTo>
                  <a:lnTo>
                    <a:pt x="6677876" y="2240955"/>
                  </a:lnTo>
                  <a:lnTo>
                    <a:pt x="6675682" y="2240955"/>
                  </a:lnTo>
                  <a:lnTo>
                    <a:pt x="6673488" y="2240955"/>
                  </a:lnTo>
                  <a:lnTo>
                    <a:pt x="6671294" y="2240955"/>
                  </a:lnTo>
                  <a:lnTo>
                    <a:pt x="6669101" y="2240955"/>
                  </a:lnTo>
                  <a:lnTo>
                    <a:pt x="6666907" y="2240955"/>
                  </a:lnTo>
                  <a:lnTo>
                    <a:pt x="6664713" y="2240955"/>
                  </a:lnTo>
                  <a:lnTo>
                    <a:pt x="6662519" y="2240955"/>
                  </a:lnTo>
                  <a:lnTo>
                    <a:pt x="6660326" y="2240955"/>
                  </a:lnTo>
                  <a:lnTo>
                    <a:pt x="6658132" y="2240955"/>
                  </a:lnTo>
                  <a:lnTo>
                    <a:pt x="6655938" y="2240955"/>
                  </a:lnTo>
                  <a:lnTo>
                    <a:pt x="6653744" y="2240955"/>
                  </a:lnTo>
                  <a:lnTo>
                    <a:pt x="6651550" y="2240955"/>
                  </a:lnTo>
                  <a:lnTo>
                    <a:pt x="6649357" y="2240955"/>
                  </a:lnTo>
                  <a:lnTo>
                    <a:pt x="6647163" y="2240955"/>
                  </a:lnTo>
                  <a:lnTo>
                    <a:pt x="6644969" y="2240955"/>
                  </a:lnTo>
                  <a:lnTo>
                    <a:pt x="6642775" y="2240955"/>
                  </a:lnTo>
                  <a:lnTo>
                    <a:pt x="6640581" y="2240955"/>
                  </a:lnTo>
                  <a:lnTo>
                    <a:pt x="6638388" y="2240955"/>
                  </a:lnTo>
                  <a:lnTo>
                    <a:pt x="6636194" y="2240955"/>
                  </a:lnTo>
                  <a:lnTo>
                    <a:pt x="6634000" y="2240955"/>
                  </a:lnTo>
                  <a:lnTo>
                    <a:pt x="6631806" y="2240955"/>
                  </a:lnTo>
                  <a:lnTo>
                    <a:pt x="6629613" y="2240955"/>
                  </a:lnTo>
                  <a:lnTo>
                    <a:pt x="6627419" y="2240955"/>
                  </a:lnTo>
                  <a:lnTo>
                    <a:pt x="6625225" y="2240955"/>
                  </a:lnTo>
                  <a:lnTo>
                    <a:pt x="6623031" y="2240955"/>
                  </a:lnTo>
                  <a:lnTo>
                    <a:pt x="6620837" y="2240955"/>
                  </a:lnTo>
                  <a:lnTo>
                    <a:pt x="6618644" y="2240955"/>
                  </a:lnTo>
                  <a:lnTo>
                    <a:pt x="6616450" y="2240955"/>
                  </a:lnTo>
                  <a:lnTo>
                    <a:pt x="6614256" y="2240955"/>
                  </a:lnTo>
                  <a:lnTo>
                    <a:pt x="6612062" y="2240955"/>
                  </a:lnTo>
                  <a:lnTo>
                    <a:pt x="6609868" y="2240955"/>
                  </a:lnTo>
                  <a:lnTo>
                    <a:pt x="6607675" y="2240955"/>
                  </a:lnTo>
                  <a:lnTo>
                    <a:pt x="6605481" y="2240955"/>
                  </a:lnTo>
                  <a:lnTo>
                    <a:pt x="6603287" y="2240955"/>
                  </a:lnTo>
                  <a:lnTo>
                    <a:pt x="6601093" y="2240955"/>
                  </a:lnTo>
                  <a:lnTo>
                    <a:pt x="6598900" y="2240955"/>
                  </a:lnTo>
                  <a:lnTo>
                    <a:pt x="6596706" y="2240955"/>
                  </a:lnTo>
                  <a:lnTo>
                    <a:pt x="6594512" y="2240955"/>
                  </a:lnTo>
                  <a:lnTo>
                    <a:pt x="6592318" y="2240955"/>
                  </a:lnTo>
                  <a:lnTo>
                    <a:pt x="6590124" y="2240955"/>
                  </a:lnTo>
                  <a:lnTo>
                    <a:pt x="6587931" y="2240955"/>
                  </a:lnTo>
                  <a:lnTo>
                    <a:pt x="6585737" y="2240955"/>
                  </a:lnTo>
                  <a:lnTo>
                    <a:pt x="6583543" y="2240955"/>
                  </a:lnTo>
                  <a:lnTo>
                    <a:pt x="6581349" y="2240955"/>
                  </a:lnTo>
                  <a:lnTo>
                    <a:pt x="6579156" y="2240955"/>
                  </a:lnTo>
                  <a:lnTo>
                    <a:pt x="6576962" y="2240955"/>
                  </a:lnTo>
                  <a:lnTo>
                    <a:pt x="6574768" y="2240955"/>
                  </a:lnTo>
                  <a:lnTo>
                    <a:pt x="6572574" y="2240955"/>
                  </a:lnTo>
                  <a:lnTo>
                    <a:pt x="6570380" y="2240955"/>
                  </a:lnTo>
                  <a:lnTo>
                    <a:pt x="6568187" y="2240955"/>
                  </a:lnTo>
                  <a:lnTo>
                    <a:pt x="6565993" y="2240955"/>
                  </a:lnTo>
                  <a:lnTo>
                    <a:pt x="6563799" y="2240955"/>
                  </a:lnTo>
                  <a:lnTo>
                    <a:pt x="6561605" y="2240955"/>
                  </a:lnTo>
                  <a:lnTo>
                    <a:pt x="6559411" y="2240955"/>
                  </a:lnTo>
                  <a:lnTo>
                    <a:pt x="6557218" y="2240955"/>
                  </a:lnTo>
                  <a:lnTo>
                    <a:pt x="6555024" y="2240955"/>
                  </a:lnTo>
                  <a:lnTo>
                    <a:pt x="6552830" y="2240955"/>
                  </a:lnTo>
                  <a:lnTo>
                    <a:pt x="6550636" y="2240955"/>
                  </a:lnTo>
                  <a:lnTo>
                    <a:pt x="6548443" y="2240955"/>
                  </a:lnTo>
                  <a:lnTo>
                    <a:pt x="6546249" y="2240955"/>
                  </a:lnTo>
                  <a:lnTo>
                    <a:pt x="6544055" y="2240955"/>
                  </a:lnTo>
                  <a:lnTo>
                    <a:pt x="6541861" y="2240955"/>
                  </a:lnTo>
                  <a:lnTo>
                    <a:pt x="6539667" y="2240955"/>
                  </a:lnTo>
                  <a:lnTo>
                    <a:pt x="6537474" y="2240955"/>
                  </a:lnTo>
                  <a:lnTo>
                    <a:pt x="6535280" y="2240955"/>
                  </a:lnTo>
                  <a:lnTo>
                    <a:pt x="6533086" y="2240955"/>
                  </a:lnTo>
                  <a:lnTo>
                    <a:pt x="6530892" y="2240955"/>
                  </a:lnTo>
                  <a:lnTo>
                    <a:pt x="6528699" y="2240955"/>
                  </a:lnTo>
                  <a:lnTo>
                    <a:pt x="6526505" y="2240955"/>
                  </a:lnTo>
                  <a:lnTo>
                    <a:pt x="6524311" y="2240955"/>
                  </a:lnTo>
                  <a:lnTo>
                    <a:pt x="6522117" y="2240955"/>
                  </a:lnTo>
                  <a:lnTo>
                    <a:pt x="6519923" y="2240955"/>
                  </a:lnTo>
                  <a:lnTo>
                    <a:pt x="6517730" y="2240955"/>
                  </a:lnTo>
                  <a:lnTo>
                    <a:pt x="6515536" y="2240955"/>
                  </a:lnTo>
                  <a:lnTo>
                    <a:pt x="6513342" y="2240955"/>
                  </a:lnTo>
                  <a:lnTo>
                    <a:pt x="6511148" y="2240955"/>
                  </a:lnTo>
                  <a:lnTo>
                    <a:pt x="6508954" y="2240955"/>
                  </a:lnTo>
                  <a:lnTo>
                    <a:pt x="6506761" y="2240955"/>
                  </a:lnTo>
                  <a:lnTo>
                    <a:pt x="6504567" y="2240955"/>
                  </a:lnTo>
                  <a:lnTo>
                    <a:pt x="6502373" y="2240955"/>
                  </a:lnTo>
                  <a:lnTo>
                    <a:pt x="6500179" y="2240955"/>
                  </a:lnTo>
                  <a:lnTo>
                    <a:pt x="6497986" y="2240955"/>
                  </a:lnTo>
                  <a:lnTo>
                    <a:pt x="6495792" y="2240955"/>
                  </a:lnTo>
                  <a:lnTo>
                    <a:pt x="6493598" y="2240955"/>
                  </a:lnTo>
                  <a:lnTo>
                    <a:pt x="6491404" y="2240955"/>
                  </a:lnTo>
                  <a:lnTo>
                    <a:pt x="6489210" y="2240955"/>
                  </a:lnTo>
                  <a:lnTo>
                    <a:pt x="6487017" y="2240955"/>
                  </a:lnTo>
                  <a:lnTo>
                    <a:pt x="6484823" y="2240955"/>
                  </a:lnTo>
                  <a:lnTo>
                    <a:pt x="6482629" y="2240955"/>
                  </a:lnTo>
                  <a:lnTo>
                    <a:pt x="6480435" y="2240955"/>
                  </a:lnTo>
                  <a:lnTo>
                    <a:pt x="6478241" y="2240955"/>
                  </a:lnTo>
                  <a:lnTo>
                    <a:pt x="6476048" y="2240955"/>
                  </a:lnTo>
                  <a:lnTo>
                    <a:pt x="6473854" y="2240955"/>
                  </a:lnTo>
                  <a:lnTo>
                    <a:pt x="6471660" y="2240955"/>
                  </a:lnTo>
                  <a:lnTo>
                    <a:pt x="6469466" y="2240955"/>
                  </a:lnTo>
                  <a:lnTo>
                    <a:pt x="6467273" y="2240955"/>
                  </a:lnTo>
                  <a:lnTo>
                    <a:pt x="6465079" y="2240955"/>
                  </a:lnTo>
                  <a:lnTo>
                    <a:pt x="6462885" y="2240955"/>
                  </a:lnTo>
                  <a:lnTo>
                    <a:pt x="6460691" y="2240955"/>
                  </a:lnTo>
                  <a:lnTo>
                    <a:pt x="6458497" y="2240955"/>
                  </a:lnTo>
                  <a:lnTo>
                    <a:pt x="6456304" y="2240955"/>
                  </a:lnTo>
                  <a:lnTo>
                    <a:pt x="6454110" y="2240955"/>
                  </a:lnTo>
                  <a:lnTo>
                    <a:pt x="6451916" y="2240955"/>
                  </a:lnTo>
                  <a:lnTo>
                    <a:pt x="6449722" y="2240955"/>
                  </a:lnTo>
                  <a:lnTo>
                    <a:pt x="6447529" y="2240955"/>
                  </a:lnTo>
                  <a:lnTo>
                    <a:pt x="6445335" y="2240955"/>
                  </a:lnTo>
                  <a:lnTo>
                    <a:pt x="6443141" y="2240955"/>
                  </a:lnTo>
                  <a:lnTo>
                    <a:pt x="6440947" y="2240955"/>
                  </a:lnTo>
                  <a:lnTo>
                    <a:pt x="6438753" y="2240955"/>
                  </a:lnTo>
                  <a:lnTo>
                    <a:pt x="6436560" y="2240955"/>
                  </a:lnTo>
                  <a:lnTo>
                    <a:pt x="6434366" y="2240955"/>
                  </a:lnTo>
                  <a:lnTo>
                    <a:pt x="6432172" y="2240955"/>
                  </a:lnTo>
                  <a:lnTo>
                    <a:pt x="6429978" y="2240955"/>
                  </a:lnTo>
                  <a:lnTo>
                    <a:pt x="6427784" y="2240955"/>
                  </a:lnTo>
                  <a:lnTo>
                    <a:pt x="6425591" y="2240955"/>
                  </a:lnTo>
                  <a:lnTo>
                    <a:pt x="6423397" y="2240955"/>
                  </a:lnTo>
                  <a:lnTo>
                    <a:pt x="6421203" y="2240955"/>
                  </a:lnTo>
                  <a:lnTo>
                    <a:pt x="6419009" y="2240955"/>
                  </a:lnTo>
                  <a:lnTo>
                    <a:pt x="6416816" y="2240955"/>
                  </a:lnTo>
                  <a:lnTo>
                    <a:pt x="6414622" y="2240955"/>
                  </a:lnTo>
                  <a:lnTo>
                    <a:pt x="6412428" y="2240955"/>
                  </a:lnTo>
                  <a:lnTo>
                    <a:pt x="6410234" y="2240955"/>
                  </a:lnTo>
                  <a:lnTo>
                    <a:pt x="6408040" y="2240955"/>
                  </a:lnTo>
                  <a:lnTo>
                    <a:pt x="6405847" y="2240955"/>
                  </a:lnTo>
                  <a:lnTo>
                    <a:pt x="6403653" y="2240955"/>
                  </a:lnTo>
                  <a:lnTo>
                    <a:pt x="6401459" y="2240955"/>
                  </a:lnTo>
                  <a:lnTo>
                    <a:pt x="6399265" y="2240955"/>
                  </a:lnTo>
                  <a:lnTo>
                    <a:pt x="6397072" y="2240955"/>
                  </a:lnTo>
                  <a:lnTo>
                    <a:pt x="6394878" y="2240955"/>
                  </a:lnTo>
                  <a:lnTo>
                    <a:pt x="6392684" y="2240955"/>
                  </a:lnTo>
                  <a:lnTo>
                    <a:pt x="6390490" y="2240955"/>
                  </a:lnTo>
                  <a:lnTo>
                    <a:pt x="6388296" y="2240955"/>
                  </a:lnTo>
                  <a:lnTo>
                    <a:pt x="6386103" y="2240955"/>
                  </a:lnTo>
                  <a:lnTo>
                    <a:pt x="6383909" y="2240955"/>
                  </a:lnTo>
                  <a:lnTo>
                    <a:pt x="6381715" y="2240955"/>
                  </a:lnTo>
                  <a:lnTo>
                    <a:pt x="6379521" y="2240955"/>
                  </a:lnTo>
                  <a:lnTo>
                    <a:pt x="6377327" y="2240955"/>
                  </a:lnTo>
                  <a:lnTo>
                    <a:pt x="6375134" y="2240955"/>
                  </a:lnTo>
                  <a:lnTo>
                    <a:pt x="6372940" y="2240955"/>
                  </a:lnTo>
                  <a:lnTo>
                    <a:pt x="6370746" y="2240955"/>
                  </a:lnTo>
                  <a:lnTo>
                    <a:pt x="6368552" y="2240955"/>
                  </a:lnTo>
                  <a:lnTo>
                    <a:pt x="6366359" y="2240955"/>
                  </a:lnTo>
                  <a:lnTo>
                    <a:pt x="6364165" y="2240955"/>
                  </a:lnTo>
                  <a:lnTo>
                    <a:pt x="6361971" y="2240955"/>
                  </a:lnTo>
                  <a:lnTo>
                    <a:pt x="6359777" y="2240955"/>
                  </a:lnTo>
                  <a:lnTo>
                    <a:pt x="6357583" y="2240955"/>
                  </a:lnTo>
                  <a:lnTo>
                    <a:pt x="6355390" y="2240955"/>
                  </a:lnTo>
                  <a:lnTo>
                    <a:pt x="6353196" y="2240955"/>
                  </a:lnTo>
                  <a:lnTo>
                    <a:pt x="6351002" y="2240955"/>
                  </a:lnTo>
                  <a:lnTo>
                    <a:pt x="6348808" y="2240955"/>
                  </a:lnTo>
                  <a:lnTo>
                    <a:pt x="6346615" y="2240955"/>
                  </a:lnTo>
                  <a:lnTo>
                    <a:pt x="6344421" y="2240955"/>
                  </a:lnTo>
                  <a:lnTo>
                    <a:pt x="6342227" y="2240955"/>
                  </a:lnTo>
                  <a:lnTo>
                    <a:pt x="6340033" y="2240955"/>
                  </a:lnTo>
                  <a:lnTo>
                    <a:pt x="6337839" y="2240955"/>
                  </a:lnTo>
                  <a:lnTo>
                    <a:pt x="6335646" y="2240955"/>
                  </a:lnTo>
                  <a:lnTo>
                    <a:pt x="6333452" y="2240955"/>
                  </a:lnTo>
                  <a:lnTo>
                    <a:pt x="6331258" y="2240955"/>
                  </a:lnTo>
                  <a:lnTo>
                    <a:pt x="6329064" y="2240955"/>
                  </a:lnTo>
                  <a:lnTo>
                    <a:pt x="6326870" y="2240955"/>
                  </a:lnTo>
                  <a:lnTo>
                    <a:pt x="6324677" y="2240955"/>
                  </a:lnTo>
                  <a:lnTo>
                    <a:pt x="6322483" y="2240955"/>
                  </a:lnTo>
                  <a:lnTo>
                    <a:pt x="6320289" y="2240955"/>
                  </a:lnTo>
                  <a:lnTo>
                    <a:pt x="6318095" y="2240955"/>
                  </a:lnTo>
                  <a:lnTo>
                    <a:pt x="6315902" y="2240955"/>
                  </a:lnTo>
                  <a:lnTo>
                    <a:pt x="6313708" y="2240955"/>
                  </a:lnTo>
                  <a:lnTo>
                    <a:pt x="6311514" y="2240955"/>
                  </a:lnTo>
                  <a:lnTo>
                    <a:pt x="6309320" y="2240955"/>
                  </a:lnTo>
                  <a:lnTo>
                    <a:pt x="6307126" y="2240955"/>
                  </a:lnTo>
                  <a:lnTo>
                    <a:pt x="6304933" y="2240955"/>
                  </a:lnTo>
                  <a:lnTo>
                    <a:pt x="6302739" y="2240955"/>
                  </a:lnTo>
                  <a:lnTo>
                    <a:pt x="6300545" y="2240955"/>
                  </a:lnTo>
                  <a:lnTo>
                    <a:pt x="6298351" y="2240955"/>
                  </a:lnTo>
                  <a:lnTo>
                    <a:pt x="6296157" y="2240955"/>
                  </a:lnTo>
                  <a:lnTo>
                    <a:pt x="6293964" y="2240955"/>
                  </a:lnTo>
                  <a:lnTo>
                    <a:pt x="6291770" y="2240955"/>
                  </a:lnTo>
                  <a:lnTo>
                    <a:pt x="6289576" y="2240955"/>
                  </a:lnTo>
                  <a:lnTo>
                    <a:pt x="6287382" y="2240955"/>
                  </a:lnTo>
                  <a:lnTo>
                    <a:pt x="6285189" y="2240955"/>
                  </a:lnTo>
                  <a:lnTo>
                    <a:pt x="6282995" y="2240955"/>
                  </a:lnTo>
                  <a:lnTo>
                    <a:pt x="6280801" y="2240955"/>
                  </a:lnTo>
                  <a:lnTo>
                    <a:pt x="6278607" y="2240955"/>
                  </a:lnTo>
                  <a:lnTo>
                    <a:pt x="6276413" y="2240955"/>
                  </a:lnTo>
                  <a:lnTo>
                    <a:pt x="6274220" y="2240955"/>
                  </a:lnTo>
                  <a:lnTo>
                    <a:pt x="6272026" y="2240955"/>
                  </a:lnTo>
                  <a:lnTo>
                    <a:pt x="6269832" y="2240955"/>
                  </a:lnTo>
                  <a:lnTo>
                    <a:pt x="6267638" y="2240955"/>
                  </a:lnTo>
                  <a:lnTo>
                    <a:pt x="6265445" y="2240955"/>
                  </a:lnTo>
                  <a:lnTo>
                    <a:pt x="6263251" y="2240955"/>
                  </a:lnTo>
                  <a:lnTo>
                    <a:pt x="6261057" y="2240955"/>
                  </a:lnTo>
                  <a:lnTo>
                    <a:pt x="6258863" y="2240955"/>
                  </a:lnTo>
                  <a:lnTo>
                    <a:pt x="6256669" y="2240955"/>
                  </a:lnTo>
                  <a:lnTo>
                    <a:pt x="6254476" y="2240955"/>
                  </a:lnTo>
                  <a:lnTo>
                    <a:pt x="6252282" y="2240955"/>
                  </a:lnTo>
                  <a:lnTo>
                    <a:pt x="6250088" y="2240955"/>
                  </a:lnTo>
                  <a:lnTo>
                    <a:pt x="6247894" y="2240955"/>
                  </a:lnTo>
                  <a:lnTo>
                    <a:pt x="6245700" y="2240955"/>
                  </a:lnTo>
                  <a:lnTo>
                    <a:pt x="6243507" y="2240955"/>
                  </a:lnTo>
                  <a:lnTo>
                    <a:pt x="6241313" y="2240955"/>
                  </a:lnTo>
                  <a:lnTo>
                    <a:pt x="6239119" y="2240955"/>
                  </a:lnTo>
                  <a:lnTo>
                    <a:pt x="6236925" y="2240955"/>
                  </a:lnTo>
                  <a:lnTo>
                    <a:pt x="6234732" y="2240955"/>
                  </a:lnTo>
                  <a:lnTo>
                    <a:pt x="6232538" y="2240955"/>
                  </a:lnTo>
                  <a:lnTo>
                    <a:pt x="6230344" y="2240955"/>
                  </a:lnTo>
                  <a:lnTo>
                    <a:pt x="6228150" y="2240955"/>
                  </a:lnTo>
                  <a:lnTo>
                    <a:pt x="6225956" y="2240955"/>
                  </a:lnTo>
                  <a:lnTo>
                    <a:pt x="6223763" y="2240955"/>
                  </a:lnTo>
                  <a:lnTo>
                    <a:pt x="6221569" y="2240955"/>
                  </a:lnTo>
                  <a:lnTo>
                    <a:pt x="6219375" y="2240955"/>
                  </a:lnTo>
                  <a:lnTo>
                    <a:pt x="6217181" y="2240955"/>
                  </a:lnTo>
                  <a:lnTo>
                    <a:pt x="6214988" y="2240955"/>
                  </a:lnTo>
                  <a:lnTo>
                    <a:pt x="6212794" y="2240955"/>
                  </a:lnTo>
                  <a:lnTo>
                    <a:pt x="6210600" y="2240955"/>
                  </a:lnTo>
                  <a:lnTo>
                    <a:pt x="6208406" y="2240955"/>
                  </a:lnTo>
                  <a:lnTo>
                    <a:pt x="6206212" y="2240955"/>
                  </a:lnTo>
                  <a:lnTo>
                    <a:pt x="6204019" y="2240955"/>
                  </a:lnTo>
                  <a:lnTo>
                    <a:pt x="6201825" y="2240955"/>
                  </a:lnTo>
                  <a:lnTo>
                    <a:pt x="6199631" y="2240955"/>
                  </a:lnTo>
                  <a:lnTo>
                    <a:pt x="6197437" y="2240955"/>
                  </a:lnTo>
                  <a:lnTo>
                    <a:pt x="6195243" y="2240955"/>
                  </a:lnTo>
                  <a:lnTo>
                    <a:pt x="6193050" y="2240955"/>
                  </a:lnTo>
                  <a:lnTo>
                    <a:pt x="6190856" y="2240955"/>
                  </a:lnTo>
                  <a:lnTo>
                    <a:pt x="6188662" y="2240955"/>
                  </a:lnTo>
                  <a:lnTo>
                    <a:pt x="6186468" y="2240955"/>
                  </a:lnTo>
                  <a:lnTo>
                    <a:pt x="6184275" y="2240955"/>
                  </a:lnTo>
                  <a:lnTo>
                    <a:pt x="6182081" y="2240955"/>
                  </a:lnTo>
                  <a:lnTo>
                    <a:pt x="6179887" y="2240955"/>
                  </a:lnTo>
                  <a:lnTo>
                    <a:pt x="6177693" y="2240955"/>
                  </a:lnTo>
                  <a:lnTo>
                    <a:pt x="6175499" y="2240955"/>
                  </a:lnTo>
                  <a:lnTo>
                    <a:pt x="6173306" y="2240955"/>
                  </a:lnTo>
                  <a:lnTo>
                    <a:pt x="6171112" y="2240955"/>
                  </a:lnTo>
                  <a:lnTo>
                    <a:pt x="6168918" y="2240955"/>
                  </a:lnTo>
                  <a:lnTo>
                    <a:pt x="6166724" y="2240955"/>
                  </a:lnTo>
                  <a:lnTo>
                    <a:pt x="6164530" y="2240955"/>
                  </a:lnTo>
                  <a:lnTo>
                    <a:pt x="6162337" y="2240955"/>
                  </a:lnTo>
                  <a:lnTo>
                    <a:pt x="6160143" y="2240955"/>
                  </a:lnTo>
                  <a:lnTo>
                    <a:pt x="6157949" y="2240955"/>
                  </a:lnTo>
                  <a:lnTo>
                    <a:pt x="6155755" y="2240955"/>
                  </a:lnTo>
                  <a:lnTo>
                    <a:pt x="6153562" y="2240955"/>
                  </a:lnTo>
                  <a:lnTo>
                    <a:pt x="6151368" y="2240955"/>
                  </a:lnTo>
                  <a:lnTo>
                    <a:pt x="6149174" y="2240955"/>
                  </a:lnTo>
                  <a:lnTo>
                    <a:pt x="6146980" y="2240955"/>
                  </a:lnTo>
                  <a:lnTo>
                    <a:pt x="6144786" y="2240955"/>
                  </a:lnTo>
                  <a:lnTo>
                    <a:pt x="6142593" y="2240955"/>
                  </a:lnTo>
                  <a:lnTo>
                    <a:pt x="6140399" y="2240955"/>
                  </a:lnTo>
                  <a:lnTo>
                    <a:pt x="6138205" y="2240955"/>
                  </a:lnTo>
                  <a:lnTo>
                    <a:pt x="6136011" y="2240955"/>
                  </a:lnTo>
                  <a:lnTo>
                    <a:pt x="6133818" y="2240955"/>
                  </a:lnTo>
                  <a:lnTo>
                    <a:pt x="6131624" y="2240955"/>
                  </a:lnTo>
                  <a:lnTo>
                    <a:pt x="6129430" y="2240955"/>
                  </a:lnTo>
                  <a:lnTo>
                    <a:pt x="6127236" y="2240955"/>
                  </a:lnTo>
                  <a:lnTo>
                    <a:pt x="6125042" y="2240955"/>
                  </a:lnTo>
                  <a:lnTo>
                    <a:pt x="6122849" y="2240955"/>
                  </a:lnTo>
                  <a:lnTo>
                    <a:pt x="6120655" y="2240955"/>
                  </a:lnTo>
                  <a:lnTo>
                    <a:pt x="6118461" y="2240955"/>
                  </a:lnTo>
                  <a:lnTo>
                    <a:pt x="6116267" y="2240955"/>
                  </a:lnTo>
                  <a:lnTo>
                    <a:pt x="6114073" y="2240955"/>
                  </a:lnTo>
                  <a:lnTo>
                    <a:pt x="6111880" y="2240955"/>
                  </a:lnTo>
                  <a:lnTo>
                    <a:pt x="6109686" y="2240955"/>
                  </a:lnTo>
                  <a:lnTo>
                    <a:pt x="6107492" y="2240955"/>
                  </a:lnTo>
                  <a:lnTo>
                    <a:pt x="6105298" y="2240955"/>
                  </a:lnTo>
                  <a:lnTo>
                    <a:pt x="6103105" y="2240955"/>
                  </a:lnTo>
                  <a:lnTo>
                    <a:pt x="6100911" y="2240955"/>
                  </a:lnTo>
                  <a:lnTo>
                    <a:pt x="6098717" y="2240955"/>
                  </a:lnTo>
                  <a:lnTo>
                    <a:pt x="6096523" y="2240955"/>
                  </a:lnTo>
                  <a:lnTo>
                    <a:pt x="6094329" y="2240955"/>
                  </a:lnTo>
                  <a:lnTo>
                    <a:pt x="6092136" y="2240955"/>
                  </a:lnTo>
                  <a:lnTo>
                    <a:pt x="6089942" y="2240955"/>
                  </a:lnTo>
                  <a:lnTo>
                    <a:pt x="6087748" y="2240955"/>
                  </a:lnTo>
                  <a:lnTo>
                    <a:pt x="6085554" y="2240955"/>
                  </a:lnTo>
                  <a:lnTo>
                    <a:pt x="6083361" y="2240955"/>
                  </a:lnTo>
                  <a:lnTo>
                    <a:pt x="6081167" y="2240955"/>
                  </a:lnTo>
                  <a:lnTo>
                    <a:pt x="6078973" y="2240955"/>
                  </a:lnTo>
                  <a:lnTo>
                    <a:pt x="6076779" y="2240955"/>
                  </a:lnTo>
                  <a:lnTo>
                    <a:pt x="6074585" y="2240955"/>
                  </a:lnTo>
                  <a:lnTo>
                    <a:pt x="6072392" y="2240955"/>
                  </a:lnTo>
                  <a:lnTo>
                    <a:pt x="6070198" y="2240955"/>
                  </a:lnTo>
                  <a:lnTo>
                    <a:pt x="6068004" y="2240955"/>
                  </a:lnTo>
                  <a:lnTo>
                    <a:pt x="6065810" y="2240955"/>
                  </a:lnTo>
                  <a:lnTo>
                    <a:pt x="6063616" y="2240955"/>
                  </a:lnTo>
                  <a:lnTo>
                    <a:pt x="6061423" y="2240955"/>
                  </a:lnTo>
                  <a:lnTo>
                    <a:pt x="6059229" y="2240955"/>
                  </a:lnTo>
                  <a:lnTo>
                    <a:pt x="6057035" y="2240955"/>
                  </a:lnTo>
                  <a:lnTo>
                    <a:pt x="6054841" y="2240955"/>
                  </a:lnTo>
                  <a:lnTo>
                    <a:pt x="6052648" y="2240955"/>
                  </a:lnTo>
                  <a:lnTo>
                    <a:pt x="6050454" y="2240955"/>
                  </a:lnTo>
                  <a:lnTo>
                    <a:pt x="6048260" y="2240955"/>
                  </a:lnTo>
                  <a:lnTo>
                    <a:pt x="6046066" y="2240955"/>
                  </a:lnTo>
                  <a:lnTo>
                    <a:pt x="6043872" y="2240955"/>
                  </a:lnTo>
                  <a:lnTo>
                    <a:pt x="6041679" y="2240955"/>
                  </a:lnTo>
                  <a:lnTo>
                    <a:pt x="6039485" y="2240955"/>
                  </a:lnTo>
                  <a:lnTo>
                    <a:pt x="6037291" y="2240955"/>
                  </a:lnTo>
                  <a:lnTo>
                    <a:pt x="6035097" y="2240955"/>
                  </a:lnTo>
                  <a:lnTo>
                    <a:pt x="6032903" y="2240955"/>
                  </a:lnTo>
                  <a:lnTo>
                    <a:pt x="6030710" y="2240955"/>
                  </a:lnTo>
                  <a:lnTo>
                    <a:pt x="6028516" y="2240955"/>
                  </a:lnTo>
                  <a:lnTo>
                    <a:pt x="6026322" y="2240955"/>
                  </a:lnTo>
                  <a:lnTo>
                    <a:pt x="6024128" y="2240955"/>
                  </a:lnTo>
                  <a:lnTo>
                    <a:pt x="6021935" y="2240955"/>
                  </a:lnTo>
                  <a:lnTo>
                    <a:pt x="6019741" y="2240955"/>
                  </a:lnTo>
                  <a:lnTo>
                    <a:pt x="6017547" y="2240955"/>
                  </a:lnTo>
                  <a:lnTo>
                    <a:pt x="6015353" y="2240955"/>
                  </a:lnTo>
                  <a:lnTo>
                    <a:pt x="6013159" y="2240955"/>
                  </a:lnTo>
                  <a:lnTo>
                    <a:pt x="6010966" y="2240955"/>
                  </a:lnTo>
                  <a:lnTo>
                    <a:pt x="6008772" y="2240955"/>
                  </a:lnTo>
                  <a:lnTo>
                    <a:pt x="6006578" y="2240955"/>
                  </a:lnTo>
                  <a:lnTo>
                    <a:pt x="6004384" y="2240955"/>
                  </a:lnTo>
                  <a:lnTo>
                    <a:pt x="6002191" y="2240955"/>
                  </a:lnTo>
                  <a:lnTo>
                    <a:pt x="5999997" y="2240955"/>
                  </a:lnTo>
                  <a:lnTo>
                    <a:pt x="5997803" y="2240955"/>
                  </a:lnTo>
                  <a:lnTo>
                    <a:pt x="5995609" y="2240955"/>
                  </a:lnTo>
                  <a:lnTo>
                    <a:pt x="5993415" y="2240955"/>
                  </a:lnTo>
                  <a:lnTo>
                    <a:pt x="5991222" y="2240955"/>
                  </a:lnTo>
                  <a:lnTo>
                    <a:pt x="5989028" y="2240955"/>
                  </a:lnTo>
                  <a:lnTo>
                    <a:pt x="5986834" y="2240955"/>
                  </a:lnTo>
                  <a:lnTo>
                    <a:pt x="5984640" y="2240955"/>
                  </a:lnTo>
                  <a:lnTo>
                    <a:pt x="5982446" y="2240955"/>
                  </a:lnTo>
                  <a:lnTo>
                    <a:pt x="5980253" y="2240955"/>
                  </a:lnTo>
                  <a:lnTo>
                    <a:pt x="5978059" y="2240955"/>
                  </a:lnTo>
                  <a:lnTo>
                    <a:pt x="5975865" y="2240955"/>
                  </a:lnTo>
                  <a:lnTo>
                    <a:pt x="5973671" y="2240955"/>
                  </a:lnTo>
                  <a:lnTo>
                    <a:pt x="5971478" y="2240955"/>
                  </a:lnTo>
                  <a:lnTo>
                    <a:pt x="5969284" y="2240955"/>
                  </a:lnTo>
                  <a:lnTo>
                    <a:pt x="5967090" y="2240955"/>
                  </a:lnTo>
                  <a:lnTo>
                    <a:pt x="5964896" y="2240955"/>
                  </a:lnTo>
                  <a:lnTo>
                    <a:pt x="5962702" y="2240955"/>
                  </a:lnTo>
                  <a:lnTo>
                    <a:pt x="5960509" y="2240955"/>
                  </a:lnTo>
                  <a:lnTo>
                    <a:pt x="5958315" y="2240955"/>
                  </a:lnTo>
                  <a:lnTo>
                    <a:pt x="5956121" y="2240955"/>
                  </a:lnTo>
                  <a:lnTo>
                    <a:pt x="5953927" y="2240955"/>
                  </a:lnTo>
                  <a:lnTo>
                    <a:pt x="5951734" y="2240955"/>
                  </a:lnTo>
                  <a:lnTo>
                    <a:pt x="5949540" y="2240955"/>
                  </a:lnTo>
                  <a:lnTo>
                    <a:pt x="5947346" y="2240955"/>
                  </a:lnTo>
                  <a:lnTo>
                    <a:pt x="5945152" y="2240955"/>
                  </a:lnTo>
                  <a:lnTo>
                    <a:pt x="5942958" y="2240955"/>
                  </a:lnTo>
                  <a:lnTo>
                    <a:pt x="5940765" y="2240955"/>
                  </a:lnTo>
                  <a:lnTo>
                    <a:pt x="5938571" y="2240955"/>
                  </a:lnTo>
                  <a:lnTo>
                    <a:pt x="5936377" y="2240955"/>
                  </a:lnTo>
                  <a:lnTo>
                    <a:pt x="5934183" y="2240955"/>
                  </a:lnTo>
                  <a:lnTo>
                    <a:pt x="5931989" y="2240955"/>
                  </a:lnTo>
                  <a:lnTo>
                    <a:pt x="5929796" y="2240955"/>
                  </a:lnTo>
                  <a:lnTo>
                    <a:pt x="5927602" y="2240955"/>
                  </a:lnTo>
                  <a:lnTo>
                    <a:pt x="5925408" y="2240955"/>
                  </a:lnTo>
                  <a:lnTo>
                    <a:pt x="5923214" y="2240955"/>
                  </a:lnTo>
                  <a:lnTo>
                    <a:pt x="5921021" y="2240955"/>
                  </a:lnTo>
                  <a:lnTo>
                    <a:pt x="5918827" y="2240955"/>
                  </a:lnTo>
                  <a:lnTo>
                    <a:pt x="5916633" y="2240955"/>
                  </a:lnTo>
                  <a:lnTo>
                    <a:pt x="5914439" y="2240955"/>
                  </a:lnTo>
                  <a:lnTo>
                    <a:pt x="5912245" y="2240955"/>
                  </a:lnTo>
                  <a:lnTo>
                    <a:pt x="5910052" y="2240955"/>
                  </a:lnTo>
                  <a:lnTo>
                    <a:pt x="5907858" y="2240955"/>
                  </a:lnTo>
                  <a:lnTo>
                    <a:pt x="5905664" y="2240955"/>
                  </a:lnTo>
                  <a:lnTo>
                    <a:pt x="5903470" y="2240955"/>
                  </a:lnTo>
                  <a:lnTo>
                    <a:pt x="5901276" y="2240955"/>
                  </a:lnTo>
                  <a:lnTo>
                    <a:pt x="5899083" y="2240955"/>
                  </a:lnTo>
                  <a:lnTo>
                    <a:pt x="5896889" y="2240955"/>
                  </a:lnTo>
                  <a:lnTo>
                    <a:pt x="5894695" y="2240955"/>
                  </a:lnTo>
                  <a:lnTo>
                    <a:pt x="5892501" y="2240955"/>
                  </a:lnTo>
                  <a:lnTo>
                    <a:pt x="5890308" y="2240955"/>
                  </a:lnTo>
                  <a:lnTo>
                    <a:pt x="5888114" y="2240955"/>
                  </a:lnTo>
                  <a:lnTo>
                    <a:pt x="5885920" y="2240955"/>
                  </a:lnTo>
                  <a:lnTo>
                    <a:pt x="5883726" y="2240955"/>
                  </a:lnTo>
                  <a:lnTo>
                    <a:pt x="5881532" y="2240955"/>
                  </a:lnTo>
                  <a:lnTo>
                    <a:pt x="5879339" y="2240955"/>
                  </a:lnTo>
                  <a:lnTo>
                    <a:pt x="5877145" y="2240955"/>
                  </a:lnTo>
                  <a:lnTo>
                    <a:pt x="5874951" y="2240955"/>
                  </a:lnTo>
                  <a:lnTo>
                    <a:pt x="5872757" y="2240955"/>
                  </a:lnTo>
                  <a:lnTo>
                    <a:pt x="5870564" y="2240955"/>
                  </a:lnTo>
                  <a:lnTo>
                    <a:pt x="5868370" y="2240955"/>
                  </a:lnTo>
                  <a:lnTo>
                    <a:pt x="5866176" y="2240955"/>
                  </a:lnTo>
                  <a:lnTo>
                    <a:pt x="5863982" y="2240955"/>
                  </a:lnTo>
                  <a:lnTo>
                    <a:pt x="5861788" y="2240955"/>
                  </a:lnTo>
                  <a:lnTo>
                    <a:pt x="5859595" y="2240955"/>
                  </a:lnTo>
                  <a:lnTo>
                    <a:pt x="5857401" y="2240955"/>
                  </a:lnTo>
                  <a:lnTo>
                    <a:pt x="5855207" y="2240955"/>
                  </a:lnTo>
                  <a:lnTo>
                    <a:pt x="5853013" y="2240955"/>
                  </a:lnTo>
                  <a:lnTo>
                    <a:pt x="5850819" y="2240955"/>
                  </a:lnTo>
                  <a:lnTo>
                    <a:pt x="5848626" y="2240955"/>
                  </a:lnTo>
                  <a:lnTo>
                    <a:pt x="5846432" y="2240955"/>
                  </a:lnTo>
                  <a:lnTo>
                    <a:pt x="5844238" y="2240955"/>
                  </a:lnTo>
                  <a:lnTo>
                    <a:pt x="5842044" y="2240955"/>
                  </a:lnTo>
                  <a:lnTo>
                    <a:pt x="5839851" y="2240955"/>
                  </a:lnTo>
                  <a:lnTo>
                    <a:pt x="5837657" y="2240955"/>
                  </a:lnTo>
                  <a:lnTo>
                    <a:pt x="5835463" y="2240955"/>
                  </a:lnTo>
                  <a:lnTo>
                    <a:pt x="5833269" y="2240955"/>
                  </a:lnTo>
                  <a:lnTo>
                    <a:pt x="5831075" y="2240955"/>
                  </a:lnTo>
                  <a:lnTo>
                    <a:pt x="5828882" y="2240955"/>
                  </a:lnTo>
                  <a:lnTo>
                    <a:pt x="5826688" y="2240955"/>
                  </a:lnTo>
                  <a:lnTo>
                    <a:pt x="5824494" y="2240955"/>
                  </a:lnTo>
                  <a:lnTo>
                    <a:pt x="5822300" y="2240955"/>
                  </a:lnTo>
                  <a:lnTo>
                    <a:pt x="5820107" y="2240955"/>
                  </a:lnTo>
                  <a:lnTo>
                    <a:pt x="5817913" y="2240955"/>
                  </a:lnTo>
                  <a:lnTo>
                    <a:pt x="5815719" y="2240955"/>
                  </a:lnTo>
                  <a:lnTo>
                    <a:pt x="5813525" y="2240955"/>
                  </a:lnTo>
                  <a:lnTo>
                    <a:pt x="5811331" y="2240955"/>
                  </a:lnTo>
                  <a:lnTo>
                    <a:pt x="5809138" y="2240955"/>
                  </a:lnTo>
                  <a:lnTo>
                    <a:pt x="5806944" y="2240955"/>
                  </a:lnTo>
                  <a:lnTo>
                    <a:pt x="5804750" y="2240955"/>
                  </a:lnTo>
                  <a:lnTo>
                    <a:pt x="5802556" y="2240955"/>
                  </a:lnTo>
                  <a:lnTo>
                    <a:pt x="5800362" y="2240955"/>
                  </a:lnTo>
                  <a:lnTo>
                    <a:pt x="5798169" y="2240955"/>
                  </a:lnTo>
                  <a:lnTo>
                    <a:pt x="5795975" y="2240955"/>
                  </a:lnTo>
                  <a:lnTo>
                    <a:pt x="5793781" y="2240955"/>
                  </a:lnTo>
                  <a:lnTo>
                    <a:pt x="5791587" y="2240955"/>
                  </a:lnTo>
                  <a:lnTo>
                    <a:pt x="5789394" y="2240955"/>
                  </a:lnTo>
                  <a:lnTo>
                    <a:pt x="5787200" y="2240955"/>
                  </a:lnTo>
                  <a:lnTo>
                    <a:pt x="5785006" y="2240955"/>
                  </a:lnTo>
                  <a:lnTo>
                    <a:pt x="5782812" y="2240955"/>
                  </a:lnTo>
                  <a:lnTo>
                    <a:pt x="5780618" y="2240955"/>
                  </a:lnTo>
                  <a:lnTo>
                    <a:pt x="5778425" y="2240955"/>
                  </a:lnTo>
                  <a:lnTo>
                    <a:pt x="5776231" y="2240955"/>
                  </a:lnTo>
                  <a:lnTo>
                    <a:pt x="5774037" y="2240955"/>
                  </a:lnTo>
                  <a:lnTo>
                    <a:pt x="5771843" y="2240955"/>
                  </a:lnTo>
                  <a:lnTo>
                    <a:pt x="5769650" y="2240955"/>
                  </a:lnTo>
                  <a:lnTo>
                    <a:pt x="5767456" y="2240955"/>
                  </a:lnTo>
                  <a:lnTo>
                    <a:pt x="5765262" y="2240955"/>
                  </a:lnTo>
                  <a:lnTo>
                    <a:pt x="5763068" y="2240955"/>
                  </a:lnTo>
                  <a:lnTo>
                    <a:pt x="5760874" y="2240955"/>
                  </a:lnTo>
                  <a:lnTo>
                    <a:pt x="5758681" y="2240955"/>
                  </a:lnTo>
                  <a:lnTo>
                    <a:pt x="5756487" y="2240955"/>
                  </a:lnTo>
                  <a:lnTo>
                    <a:pt x="5754293" y="2240955"/>
                  </a:lnTo>
                  <a:lnTo>
                    <a:pt x="5752099" y="2240955"/>
                  </a:lnTo>
                  <a:lnTo>
                    <a:pt x="5749905" y="2240955"/>
                  </a:lnTo>
                  <a:lnTo>
                    <a:pt x="5747712" y="2240955"/>
                  </a:lnTo>
                  <a:lnTo>
                    <a:pt x="5745518" y="2240955"/>
                  </a:lnTo>
                  <a:lnTo>
                    <a:pt x="5743324" y="2240955"/>
                  </a:lnTo>
                  <a:lnTo>
                    <a:pt x="5741130" y="2240955"/>
                  </a:lnTo>
                  <a:lnTo>
                    <a:pt x="5738937" y="2240955"/>
                  </a:lnTo>
                  <a:lnTo>
                    <a:pt x="5736743" y="2240955"/>
                  </a:lnTo>
                  <a:lnTo>
                    <a:pt x="5734549" y="2240955"/>
                  </a:lnTo>
                  <a:lnTo>
                    <a:pt x="5732355" y="2240955"/>
                  </a:lnTo>
                  <a:lnTo>
                    <a:pt x="5730161" y="2240955"/>
                  </a:lnTo>
                  <a:lnTo>
                    <a:pt x="5727968" y="2240955"/>
                  </a:lnTo>
                  <a:lnTo>
                    <a:pt x="5725774" y="2240955"/>
                  </a:lnTo>
                  <a:lnTo>
                    <a:pt x="5723580" y="2240955"/>
                  </a:lnTo>
                  <a:lnTo>
                    <a:pt x="5721386" y="2240955"/>
                  </a:lnTo>
                  <a:lnTo>
                    <a:pt x="5719192" y="2240955"/>
                  </a:lnTo>
                  <a:lnTo>
                    <a:pt x="5716999" y="2240955"/>
                  </a:lnTo>
                  <a:lnTo>
                    <a:pt x="5714805" y="2240955"/>
                  </a:lnTo>
                  <a:lnTo>
                    <a:pt x="5712611" y="2240955"/>
                  </a:lnTo>
                  <a:lnTo>
                    <a:pt x="5710417" y="2240955"/>
                  </a:lnTo>
                  <a:lnTo>
                    <a:pt x="5708224" y="2240955"/>
                  </a:lnTo>
                  <a:lnTo>
                    <a:pt x="5706030" y="2240955"/>
                  </a:lnTo>
                  <a:lnTo>
                    <a:pt x="5703836" y="2240955"/>
                  </a:lnTo>
                  <a:lnTo>
                    <a:pt x="5701642" y="2240955"/>
                  </a:lnTo>
                  <a:lnTo>
                    <a:pt x="5699448" y="2240955"/>
                  </a:lnTo>
                  <a:lnTo>
                    <a:pt x="5697255" y="2240955"/>
                  </a:lnTo>
                  <a:lnTo>
                    <a:pt x="5695061" y="2240955"/>
                  </a:lnTo>
                  <a:lnTo>
                    <a:pt x="5692867" y="2240955"/>
                  </a:lnTo>
                  <a:lnTo>
                    <a:pt x="5690673" y="2240955"/>
                  </a:lnTo>
                  <a:lnTo>
                    <a:pt x="5688480" y="2240955"/>
                  </a:lnTo>
                  <a:lnTo>
                    <a:pt x="5686286" y="2240955"/>
                  </a:lnTo>
                  <a:lnTo>
                    <a:pt x="5684092" y="2240955"/>
                  </a:lnTo>
                  <a:lnTo>
                    <a:pt x="5681898" y="2240955"/>
                  </a:lnTo>
                  <a:lnTo>
                    <a:pt x="5679704" y="2240955"/>
                  </a:lnTo>
                  <a:lnTo>
                    <a:pt x="5677511" y="2240955"/>
                  </a:lnTo>
                  <a:lnTo>
                    <a:pt x="5675317" y="2240955"/>
                  </a:lnTo>
                  <a:lnTo>
                    <a:pt x="5673123" y="2240955"/>
                  </a:lnTo>
                  <a:lnTo>
                    <a:pt x="5670929" y="2240955"/>
                  </a:lnTo>
                  <a:lnTo>
                    <a:pt x="5668735" y="2240955"/>
                  </a:lnTo>
                  <a:lnTo>
                    <a:pt x="5666542" y="2240955"/>
                  </a:lnTo>
                  <a:lnTo>
                    <a:pt x="5664348" y="2240955"/>
                  </a:lnTo>
                  <a:lnTo>
                    <a:pt x="5662154" y="2240955"/>
                  </a:lnTo>
                  <a:lnTo>
                    <a:pt x="5659960" y="2240955"/>
                  </a:lnTo>
                  <a:lnTo>
                    <a:pt x="5657767" y="2240955"/>
                  </a:lnTo>
                  <a:lnTo>
                    <a:pt x="5655573" y="2240955"/>
                  </a:lnTo>
                  <a:lnTo>
                    <a:pt x="5653379" y="2240955"/>
                  </a:lnTo>
                  <a:lnTo>
                    <a:pt x="5651185" y="2240955"/>
                  </a:lnTo>
                  <a:lnTo>
                    <a:pt x="5648991" y="2240955"/>
                  </a:lnTo>
                  <a:lnTo>
                    <a:pt x="5646798" y="2240955"/>
                  </a:lnTo>
                  <a:lnTo>
                    <a:pt x="5644604" y="2240955"/>
                  </a:lnTo>
                  <a:lnTo>
                    <a:pt x="5642410" y="2240955"/>
                  </a:lnTo>
                  <a:lnTo>
                    <a:pt x="5640216" y="2240955"/>
                  </a:lnTo>
                  <a:lnTo>
                    <a:pt x="5638023" y="2240955"/>
                  </a:lnTo>
                  <a:lnTo>
                    <a:pt x="5635829" y="2240955"/>
                  </a:lnTo>
                  <a:lnTo>
                    <a:pt x="5633635" y="2240955"/>
                  </a:lnTo>
                  <a:lnTo>
                    <a:pt x="5631441" y="2240955"/>
                  </a:lnTo>
                  <a:lnTo>
                    <a:pt x="5629247" y="2240955"/>
                  </a:lnTo>
                  <a:lnTo>
                    <a:pt x="5627054" y="2240955"/>
                  </a:lnTo>
                  <a:lnTo>
                    <a:pt x="5624860" y="2240955"/>
                  </a:lnTo>
                  <a:lnTo>
                    <a:pt x="5622666" y="2240955"/>
                  </a:lnTo>
                  <a:lnTo>
                    <a:pt x="5620472" y="2240955"/>
                  </a:lnTo>
                  <a:lnTo>
                    <a:pt x="5618278" y="2240955"/>
                  </a:lnTo>
                  <a:lnTo>
                    <a:pt x="5616085" y="2240955"/>
                  </a:lnTo>
                  <a:lnTo>
                    <a:pt x="5613891" y="2240955"/>
                  </a:lnTo>
                  <a:lnTo>
                    <a:pt x="5611697" y="2240955"/>
                  </a:lnTo>
                  <a:lnTo>
                    <a:pt x="5609503" y="2240955"/>
                  </a:lnTo>
                  <a:lnTo>
                    <a:pt x="5607310" y="2240955"/>
                  </a:lnTo>
                  <a:lnTo>
                    <a:pt x="5605116" y="2240955"/>
                  </a:lnTo>
                  <a:lnTo>
                    <a:pt x="5602922" y="2240955"/>
                  </a:lnTo>
                  <a:lnTo>
                    <a:pt x="5600728" y="2240955"/>
                  </a:lnTo>
                  <a:lnTo>
                    <a:pt x="5598534" y="2240955"/>
                  </a:lnTo>
                  <a:lnTo>
                    <a:pt x="5596341" y="2240955"/>
                  </a:lnTo>
                  <a:lnTo>
                    <a:pt x="5594147" y="2240955"/>
                  </a:lnTo>
                  <a:lnTo>
                    <a:pt x="5591953" y="2240955"/>
                  </a:lnTo>
                  <a:lnTo>
                    <a:pt x="5589759" y="2240955"/>
                  </a:lnTo>
                  <a:lnTo>
                    <a:pt x="5587565" y="2240955"/>
                  </a:lnTo>
                  <a:lnTo>
                    <a:pt x="5585372" y="2240955"/>
                  </a:lnTo>
                  <a:lnTo>
                    <a:pt x="5583178" y="2240955"/>
                  </a:lnTo>
                  <a:lnTo>
                    <a:pt x="5580984" y="2240955"/>
                  </a:lnTo>
                  <a:lnTo>
                    <a:pt x="5578790" y="2240955"/>
                  </a:lnTo>
                  <a:lnTo>
                    <a:pt x="5576597" y="2240955"/>
                  </a:lnTo>
                  <a:lnTo>
                    <a:pt x="5574403" y="2240955"/>
                  </a:lnTo>
                  <a:lnTo>
                    <a:pt x="5572209" y="2240955"/>
                  </a:lnTo>
                  <a:lnTo>
                    <a:pt x="5570015" y="2240955"/>
                  </a:lnTo>
                  <a:lnTo>
                    <a:pt x="5567821" y="2240955"/>
                  </a:lnTo>
                  <a:lnTo>
                    <a:pt x="5565628" y="2240955"/>
                  </a:lnTo>
                  <a:lnTo>
                    <a:pt x="5563434" y="2240955"/>
                  </a:lnTo>
                  <a:lnTo>
                    <a:pt x="5561240" y="2240955"/>
                  </a:lnTo>
                  <a:lnTo>
                    <a:pt x="5559046" y="2240955"/>
                  </a:lnTo>
                  <a:lnTo>
                    <a:pt x="5556853" y="2240955"/>
                  </a:lnTo>
                  <a:lnTo>
                    <a:pt x="5554659" y="2240955"/>
                  </a:lnTo>
                  <a:lnTo>
                    <a:pt x="5552465" y="2240955"/>
                  </a:lnTo>
                  <a:lnTo>
                    <a:pt x="5550271" y="2240955"/>
                  </a:lnTo>
                  <a:lnTo>
                    <a:pt x="5548077" y="2240955"/>
                  </a:lnTo>
                  <a:lnTo>
                    <a:pt x="5545884" y="2240955"/>
                  </a:lnTo>
                  <a:lnTo>
                    <a:pt x="5543690" y="2240955"/>
                  </a:lnTo>
                  <a:lnTo>
                    <a:pt x="5541496" y="2240955"/>
                  </a:lnTo>
                  <a:lnTo>
                    <a:pt x="5539302" y="2240955"/>
                  </a:lnTo>
                  <a:lnTo>
                    <a:pt x="5537108" y="2240955"/>
                  </a:lnTo>
                  <a:lnTo>
                    <a:pt x="5534915" y="2240955"/>
                  </a:lnTo>
                  <a:lnTo>
                    <a:pt x="5532721" y="2240955"/>
                  </a:lnTo>
                  <a:lnTo>
                    <a:pt x="5530527" y="2240955"/>
                  </a:lnTo>
                  <a:lnTo>
                    <a:pt x="5528333" y="2240955"/>
                  </a:lnTo>
                  <a:lnTo>
                    <a:pt x="5526140" y="2240955"/>
                  </a:lnTo>
                  <a:lnTo>
                    <a:pt x="5523946" y="2240955"/>
                  </a:lnTo>
                  <a:lnTo>
                    <a:pt x="5521752" y="2240955"/>
                  </a:lnTo>
                  <a:lnTo>
                    <a:pt x="5519558" y="2240955"/>
                  </a:lnTo>
                  <a:lnTo>
                    <a:pt x="5517364" y="2240955"/>
                  </a:lnTo>
                  <a:lnTo>
                    <a:pt x="5515171" y="2240955"/>
                  </a:lnTo>
                  <a:lnTo>
                    <a:pt x="5512977" y="2240955"/>
                  </a:lnTo>
                  <a:lnTo>
                    <a:pt x="5510783" y="2240955"/>
                  </a:lnTo>
                  <a:lnTo>
                    <a:pt x="5508589" y="2240955"/>
                  </a:lnTo>
                  <a:lnTo>
                    <a:pt x="5506396" y="2240955"/>
                  </a:lnTo>
                  <a:lnTo>
                    <a:pt x="5504202" y="2240955"/>
                  </a:lnTo>
                  <a:lnTo>
                    <a:pt x="5502008" y="2240955"/>
                  </a:lnTo>
                  <a:lnTo>
                    <a:pt x="5499814" y="2240955"/>
                  </a:lnTo>
                  <a:lnTo>
                    <a:pt x="5497620" y="2240955"/>
                  </a:lnTo>
                  <a:lnTo>
                    <a:pt x="5495427" y="2240955"/>
                  </a:lnTo>
                  <a:lnTo>
                    <a:pt x="5493233" y="2240955"/>
                  </a:lnTo>
                  <a:lnTo>
                    <a:pt x="5491039" y="2240955"/>
                  </a:lnTo>
                  <a:lnTo>
                    <a:pt x="5488845" y="2240955"/>
                  </a:lnTo>
                  <a:lnTo>
                    <a:pt x="5486651" y="2240955"/>
                  </a:lnTo>
                  <a:lnTo>
                    <a:pt x="5484458" y="2240955"/>
                  </a:lnTo>
                  <a:lnTo>
                    <a:pt x="5482264" y="2240955"/>
                  </a:lnTo>
                  <a:lnTo>
                    <a:pt x="5480070" y="2240955"/>
                  </a:lnTo>
                  <a:lnTo>
                    <a:pt x="5477876" y="2240955"/>
                  </a:lnTo>
                  <a:lnTo>
                    <a:pt x="5475683" y="2240955"/>
                  </a:lnTo>
                  <a:lnTo>
                    <a:pt x="5473489" y="2240955"/>
                  </a:lnTo>
                  <a:lnTo>
                    <a:pt x="5471295" y="2240955"/>
                  </a:lnTo>
                  <a:lnTo>
                    <a:pt x="5469101" y="2240955"/>
                  </a:lnTo>
                  <a:lnTo>
                    <a:pt x="5466907" y="2240955"/>
                  </a:lnTo>
                  <a:lnTo>
                    <a:pt x="5464714" y="2240955"/>
                  </a:lnTo>
                  <a:lnTo>
                    <a:pt x="5462520" y="2240955"/>
                  </a:lnTo>
                  <a:lnTo>
                    <a:pt x="5460326" y="2240955"/>
                  </a:lnTo>
                  <a:lnTo>
                    <a:pt x="5458132" y="2240955"/>
                  </a:lnTo>
                  <a:lnTo>
                    <a:pt x="5455938" y="2240955"/>
                  </a:lnTo>
                  <a:lnTo>
                    <a:pt x="5453745" y="2240955"/>
                  </a:lnTo>
                  <a:lnTo>
                    <a:pt x="5451551" y="2240955"/>
                  </a:lnTo>
                  <a:lnTo>
                    <a:pt x="5449357" y="2240955"/>
                  </a:lnTo>
                  <a:lnTo>
                    <a:pt x="5447163" y="2240955"/>
                  </a:lnTo>
                  <a:lnTo>
                    <a:pt x="5444970" y="2240955"/>
                  </a:lnTo>
                  <a:lnTo>
                    <a:pt x="5442776" y="2240955"/>
                  </a:lnTo>
                  <a:lnTo>
                    <a:pt x="5440582" y="2240955"/>
                  </a:lnTo>
                  <a:lnTo>
                    <a:pt x="5438388" y="2240955"/>
                  </a:lnTo>
                  <a:lnTo>
                    <a:pt x="5436194" y="2240955"/>
                  </a:lnTo>
                  <a:lnTo>
                    <a:pt x="5434001" y="2240955"/>
                  </a:lnTo>
                  <a:lnTo>
                    <a:pt x="5431807" y="2240955"/>
                  </a:lnTo>
                  <a:lnTo>
                    <a:pt x="5429613" y="2240955"/>
                  </a:lnTo>
                  <a:lnTo>
                    <a:pt x="5427419" y="2240955"/>
                  </a:lnTo>
                  <a:lnTo>
                    <a:pt x="5425226" y="2240955"/>
                  </a:lnTo>
                  <a:lnTo>
                    <a:pt x="5423032" y="2240955"/>
                  </a:lnTo>
                  <a:lnTo>
                    <a:pt x="5420838" y="2240955"/>
                  </a:lnTo>
                  <a:lnTo>
                    <a:pt x="5418644" y="2240955"/>
                  </a:lnTo>
                  <a:lnTo>
                    <a:pt x="5416450" y="2240955"/>
                  </a:lnTo>
                  <a:lnTo>
                    <a:pt x="5414257" y="2240955"/>
                  </a:lnTo>
                  <a:lnTo>
                    <a:pt x="5412063" y="2240955"/>
                  </a:lnTo>
                  <a:lnTo>
                    <a:pt x="5409869" y="2240955"/>
                  </a:lnTo>
                  <a:lnTo>
                    <a:pt x="5407675" y="2240955"/>
                  </a:lnTo>
                  <a:lnTo>
                    <a:pt x="5405481" y="2240955"/>
                  </a:lnTo>
                  <a:lnTo>
                    <a:pt x="5403288" y="2240955"/>
                  </a:lnTo>
                  <a:lnTo>
                    <a:pt x="5401094" y="2240955"/>
                  </a:lnTo>
                  <a:lnTo>
                    <a:pt x="5398900" y="2240955"/>
                  </a:lnTo>
                  <a:lnTo>
                    <a:pt x="5396706" y="2240955"/>
                  </a:lnTo>
                  <a:lnTo>
                    <a:pt x="5394513" y="2240955"/>
                  </a:lnTo>
                  <a:lnTo>
                    <a:pt x="5392319" y="2240955"/>
                  </a:lnTo>
                  <a:lnTo>
                    <a:pt x="5390125" y="2240955"/>
                  </a:lnTo>
                  <a:lnTo>
                    <a:pt x="5387931" y="2240955"/>
                  </a:lnTo>
                  <a:lnTo>
                    <a:pt x="5385737" y="2240955"/>
                  </a:lnTo>
                  <a:lnTo>
                    <a:pt x="5383544" y="2240955"/>
                  </a:lnTo>
                  <a:lnTo>
                    <a:pt x="5381350" y="2240955"/>
                  </a:lnTo>
                  <a:lnTo>
                    <a:pt x="5379156" y="2240955"/>
                  </a:lnTo>
                  <a:lnTo>
                    <a:pt x="5376962" y="2240955"/>
                  </a:lnTo>
                  <a:lnTo>
                    <a:pt x="5374769" y="2240955"/>
                  </a:lnTo>
                  <a:lnTo>
                    <a:pt x="5372575" y="2240955"/>
                  </a:lnTo>
                  <a:lnTo>
                    <a:pt x="5370381" y="2240955"/>
                  </a:lnTo>
                  <a:lnTo>
                    <a:pt x="5368187" y="2240955"/>
                  </a:lnTo>
                  <a:lnTo>
                    <a:pt x="5365993" y="2240955"/>
                  </a:lnTo>
                  <a:lnTo>
                    <a:pt x="5363800" y="2240955"/>
                  </a:lnTo>
                  <a:lnTo>
                    <a:pt x="5361606" y="2240955"/>
                  </a:lnTo>
                  <a:lnTo>
                    <a:pt x="5359412" y="2240955"/>
                  </a:lnTo>
                  <a:lnTo>
                    <a:pt x="5357218" y="2240955"/>
                  </a:lnTo>
                  <a:lnTo>
                    <a:pt x="5355024" y="2240955"/>
                  </a:lnTo>
                  <a:lnTo>
                    <a:pt x="5352831" y="2240955"/>
                  </a:lnTo>
                  <a:lnTo>
                    <a:pt x="5350637" y="2240955"/>
                  </a:lnTo>
                  <a:lnTo>
                    <a:pt x="5348443" y="2240955"/>
                  </a:lnTo>
                  <a:lnTo>
                    <a:pt x="5346249" y="2240955"/>
                  </a:lnTo>
                  <a:lnTo>
                    <a:pt x="5344056" y="2240955"/>
                  </a:lnTo>
                  <a:lnTo>
                    <a:pt x="5341862" y="2240955"/>
                  </a:lnTo>
                  <a:lnTo>
                    <a:pt x="5339668" y="2240955"/>
                  </a:lnTo>
                  <a:lnTo>
                    <a:pt x="5337474" y="2240955"/>
                  </a:lnTo>
                  <a:lnTo>
                    <a:pt x="5335280" y="2240955"/>
                  </a:lnTo>
                  <a:lnTo>
                    <a:pt x="5333087" y="2240955"/>
                  </a:lnTo>
                  <a:lnTo>
                    <a:pt x="5330893" y="2240955"/>
                  </a:lnTo>
                  <a:lnTo>
                    <a:pt x="5328699" y="2240955"/>
                  </a:lnTo>
                  <a:lnTo>
                    <a:pt x="5326505" y="2240955"/>
                  </a:lnTo>
                  <a:lnTo>
                    <a:pt x="5324311" y="2240955"/>
                  </a:lnTo>
                  <a:lnTo>
                    <a:pt x="5322118" y="2240955"/>
                  </a:lnTo>
                  <a:lnTo>
                    <a:pt x="5319924" y="2240955"/>
                  </a:lnTo>
                  <a:lnTo>
                    <a:pt x="5317730" y="2240955"/>
                  </a:lnTo>
                  <a:lnTo>
                    <a:pt x="5315536" y="2240955"/>
                  </a:lnTo>
                  <a:lnTo>
                    <a:pt x="5313343" y="2240955"/>
                  </a:lnTo>
                  <a:lnTo>
                    <a:pt x="5311149" y="2240955"/>
                  </a:lnTo>
                  <a:lnTo>
                    <a:pt x="5308955" y="2240955"/>
                  </a:lnTo>
                  <a:lnTo>
                    <a:pt x="5306761" y="2240955"/>
                  </a:lnTo>
                  <a:lnTo>
                    <a:pt x="5304567" y="2240955"/>
                  </a:lnTo>
                  <a:lnTo>
                    <a:pt x="5302374" y="2240955"/>
                  </a:lnTo>
                  <a:lnTo>
                    <a:pt x="5300180" y="2240955"/>
                  </a:lnTo>
                  <a:lnTo>
                    <a:pt x="5297986" y="2240955"/>
                  </a:lnTo>
                  <a:lnTo>
                    <a:pt x="5295792" y="2240955"/>
                  </a:lnTo>
                  <a:lnTo>
                    <a:pt x="5293599" y="2240955"/>
                  </a:lnTo>
                  <a:lnTo>
                    <a:pt x="5291405" y="2240955"/>
                  </a:lnTo>
                  <a:lnTo>
                    <a:pt x="5289211" y="2240955"/>
                  </a:lnTo>
                  <a:lnTo>
                    <a:pt x="5287017" y="2240955"/>
                  </a:lnTo>
                  <a:lnTo>
                    <a:pt x="5284823" y="2240955"/>
                  </a:lnTo>
                  <a:lnTo>
                    <a:pt x="5282630" y="2240955"/>
                  </a:lnTo>
                  <a:lnTo>
                    <a:pt x="5280436" y="2240955"/>
                  </a:lnTo>
                  <a:lnTo>
                    <a:pt x="5278242" y="2240955"/>
                  </a:lnTo>
                  <a:lnTo>
                    <a:pt x="5276048" y="2240955"/>
                  </a:lnTo>
                  <a:lnTo>
                    <a:pt x="5273854" y="2240955"/>
                  </a:lnTo>
                  <a:lnTo>
                    <a:pt x="5271661" y="2240955"/>
                  </a:lnTo>
                  <a:lnTo>
                    <a:pt x="5269467" y="2240955"/>
                  </a:lnTo>
                  <a:lnTo>
                    <a:pt x="5267273" y="2240955"/>
                  </a:lnTo>
                  <a:lnTo>
                    <a:pt x="5265079" y="2240955"/>
                  </a:lnTo>
                  <a:lnTo>
                    <a:pt x="5262886" y="2240955"/>
                  </a:lnTo>
                  <a:lnTo>
                    <a:pt x="5260692" y="2240955"/>
                  </a:lnTo>
                  <a:lnTo>
                    <a:pt x="5258498" y="2240955"/>
                  </a:lnTo>
                  <a:lnTo>
                    <a:pt x="5256304" y="2240955"/>
                  </a:lnTo>
                  <a:lnTo>
                    <a:pt x="5254110" y="2240955"/>
                  </a:lnTo>
                  <a:lnTo>
                    <a:pt x="5251917" y="2240955"/>
                  </a:lnTo>
                  <a:lnTo>
                    <a:pt x="5249723" y="2240955"/>
                  </a:lnTo>
                  <a:lnTo>
                    <a:pt x="5247529" y="2240955"/>
                  </a:lnTo>
                  <a:lnTo>
                    <a:pt x="5245335" y="2240955"/>
                  </a:lnTo>
                  <a:lnTo>
                    <a:pt x="5243142" y="2240955"/>
                  </a:lnTo>
                  <a:lnTo>
                    <a:pt x="5240948" y="2240955"/>
                  </a:lnTo>
                  <a:lnTo>
                    <a:pt x="5238754" y="2240955"/>
                  </a:lnTo>
                  <a:lnTo>
                    <a:pt x="5236560" y="2240955"/>
                  </a:lnTo>
                  <a:lnTo>
                    <a:pt x="5234366" y="2240955"/>
                  </a:lnTo>
                  <a:lnTo>
                    <a:pt x="5232173" y="2240955"/>
                  </a:lnTo>
                  <a:lnTo>
                    <a:pt x="5229979" y="2240955"/>
                  </a:lnTo>
                  <a:lnTo>
                    <a:pt x="5227785" y="2240955"/>
                  </a:lnTo>
                  <a:lnTo>
                    <a:pt x="5225591" y="2240955"/>
                  </a:lnTo>
                  <a:lnTo>
                    <a:pt x="5223397" y="2240955"/>
                  </a:lnTo>
                  <a:lnTo>
                    <a:pt x="5221204" y="2240955"/>
                  </a:lnTo>
                  <a:lnTo>
                    <a:pt x="5219010" y="2240955"/>
                  </a:lnTo>
                  <a:lnTo>
                    <a:pt x="5216816" y="2240955"/>
                  </a:lnTo>
                  <a:lnTo>
                    <a:pt x="5214622" y="2240955"/>
                  </a:lnTo>
                  <a:lnTo>
                    <a:pt x="5212429" y="2240955"/>
                  </a:lnTo>
                  <a:lnTo>
                    <a:pt x="5210235" y="2240955"/>
                  </a:lnTo>
                  <a:lnTo>
                    <a:pt x="5208041" y="2240955"/>
                  </a:lnTo>
                  <a:lnTo>
                    <a:pt x="5205847" y="2240955"/>
                  </a:lnTo>
                  <a:lnTo>
                    <a:pt x="5203653" y="2240955"/>
                  </a:lnTo>
                  <a:lnTo>
                    <a:pt x="5201460" y="2240955"/>
                  </a:lnTo>
                  <a:lnTo>
                    <a:pt x="5199266" y="2240955"/>
                  </a:lnTo>
                  <a:lnTo>
                    <a:pt x="5197072" y="2240955"/>
                  </a:lnTo>
                  <a:lnTo>
                    <a:pt x="5194878" y="2240955"/>
                  </a:lnTo>
                  <a:lnTo>
                    <a:pt x="5192685" y="2240955"/>
                  </a:lnTo>
                  <a:lnTo>
                    <a:pt x="5190491" y="2240955"/>
                  </a:lnTo>
                  <a:lnTo>
                    <a:pt x="5188297" y="2240955"/>
                  </a:lnTo>
                  <a:lnTo>
                    <a:pt x="5186103" y="2240955"/>
                  </a:lnTo>
                  <a:lnTo>
                    <a:pt x="5183909" y="2240955"/>
                  </a:lnTo>
                  <a:lnTo>
                    <a:pt x="5181716" y="2240955"/>
                  </a:lnTo>
                  <a:lnTo>
                    <a:pt x="5179522" y="2240955"/>
                  </a:lnTo>
                  <a:lnTo>
                    <a:pt x="5177328" y="2240955"/>
                  </a:lnTo>
                  <a:lnTo>
                    <a:pt x="5175134" y="2240955"/>
                  </a:lnTo>
                  <a:lnTo>
                    <a:pt x="5172940" y="2240955"/>
                  </a:lnTo>
                  <a:lnTo>
                    <a:pt x="5170747" y="2240955"/>
                  </a:lnTo>
                  <a:lnTo>
                    <a:pt x="5168553" y="2240955"/>
                  </a:lnTo>
                  <a:lnTo>
                    <a:pt x="5166359" y="2240955"/>
                  </a:lnTo>
                  <a:lnTo>
                    <a:pt x="5164165" y="2240955"/>
                  </a:lnTo>
                  <a:lnTo>
                    <a:pt x="5161972" y="2240955"/>
                  </a:lnTo>
                  <a:lnTo>
                    <a:pt x="5159778" y="2240955"/>
                  </a:lnTo>
                  <a:lnTo>
                    <a:pt x="5157584" y="2240955"/>
                  </a:lnTo>
                  <a:lnTo>
                    <a:pt x="5155390" y="2240955"/>
                  </a:lnTo>
                  <a:lnTo>
                    <a:pt x="5153196" y="2240955"/>
                  </a:lnTo>
                  <a:lnTo>
                    <a:pt x="5151003" y="2240955"/>
                  </a:lnTo>
                  <a:lnTo>
                    <a:pt x="5148809" y="2240955"/>
                  </a:lnTo>
                  <a:lnTo>
                    <a:pt x="5146615" y="2240955"/>
                  </a:lnTo>
                  <a:lnTo>
                    <a:pt x="5144421" y="2240955"/>
                  </a:lnTo>
                  <a:lnTo>
                    <a:pt x="5142227" y="2240955"/>
                  </a:lnTo>
                  <a:lnTo>
                    <a:pt x="5140034" y="2240955"/>
                  </a:lnTo>
                  <a:lnTo>
                    <a:pt x="5137840" y="2240955"/>
                  </a:lnTo>
                  <a:lnTo>
                    <a:pt x="5135646" y="2240955"/>
                  </a:lnTo>
                  <a:lnTo>
                    <a:pt x="5133452" y="2240955"/>
                  </a:lnTo>
                  <a:lnTo>
                    <a:pt x="5131259" y="2240955"/>
                  </a:lnTo>
                  <a:lnTo>
                    <a:pt x="5129065" y="2240955"/>
                  </a:lnTo>
                  <a:lnTo>
                    <a:pt x="5126871" y="2240955"/>
                  </a:lnTo>
                  <a:lnTo>
                    <a:pt x="5124677" y="2240955"/>
                  </a:lnTo>
                  <a:lnTo>
                    <a:pt x="5122483" y="2240955"/>
                  </a:lnTo>
                  <a:lnTo>
                    <a:pt x="5120290" y="2240955"/>
                  </a:lnTo>
                  <a:lnTo>
                    <a:pt x="5118096" y="2240955"/>
                  </a:lnTo>
                  <a:lnTo>
                    <a:pt x="5115902" y="2240955"/>
                  </a:lnTo>
                  <a:lnTo>
                    <a:pt x="5113708" y="2240955"/>
                  </a:lnTo>
                  <a:lnTo>
                    <a:pt x="5111515" y="2240955"/>
                  </a:lnTo>
                  <a:lnTo>
                    <a:pt x="5109321" y="2240955"/>
                  </a:lnTo>
                  <a:lnTo>
                    <a:pt x="5107127" y="2240955"/>
                  </a:lnTo>
                  <a:lnTo>
                    <a:pt x="5104933" y="2240955"/>
                  </a:lnTo>
                  <a:lnTo>
                    <a:pt x="5102739" y="2240955"/>
                  </a:lnTo>
                  <a:lnTo>
                    <a:pt x="5100546" y="2240955"/>
                  </a:lnTo>
                  <a:lnTo>
                    <a:pt x="5098352" y="2240955"/>
                  </a:lnTo>
                  <a:lnTo>
                    <a:pt x="5096158" y="2240955"/>
                  </a:lnTo>
                  <a:lnTo>
                    <a:pt x="5093964" y="2240955"/>
                  </a:lnTo>
                  <a:lnTo>
                    <a:pt x="5091770" y="2240955"/>
                  </a:lnTo>
                  <a:lnTo>
                    <a:pt x="5089577" y="2240955"/>
                  </a:lnTo>
                  <a:lnTo>
                    <a:pt x="5087383" y="2240955"/>
                  </a:lnTo>
                  <a:lnTo>
                    <a:pt x="5085189" y="2240955"/>
                  </a:lnTo>
                  <a:lnTo>
                    <a:pt x="5082995" y="2240955"/>
                  </a:lnTo>
                  <a:lnTo>
                    <a:pt x="5080802" y="2240955"/>
                  </a:lnTo>
                  <a:lnTo>
                    <a:pt x="5078608" y="2240955"/>
                  </a:lnTo>
                  <a:lnTo>
                    <a:pt x="5076414" y="2240955"/>
                  </a:lnTo>
                  <a:lnTo>
                    <a:pt x="5074220" y="2240955"/>
                  </a:lnTo>
                  <a:lnTo>
                    <a:pt x="5072026" y="2240955"/>
                  </a:lnTo>
                  <a:lnTo>
                    <a:pt x="5069833" y="2240955"/>
                  </a:lnTo>
                  <a:lnTo>
                    <a:pt x="5067639" y="2240955"/>
                  </a:lnTo>
                  <a:lnTo>
                    <a:pt x="5065445" y="2240955"/>
                  </a:lnTo>
                  <a:lnTo>
                    <a:pt x="5063251" y="2240955"/>
                  </a:lnTo>
                  <a:lnTo>
                    <a:pt x="5061058" y="2240955"/>
                  </a:lnTo>
                  <a:lnTo>
                    <a:pt x="5058864" y="2240955"/>
                  </a:lnTo>
                  <a:lnTo>
                    <a:pt x="5056670" y="2240955"/>
                  </a:lnTo>
                  <a:lnTo>
                    <a:pt x="5054476" y="2240955"/>
                  </a:lnTo>
                  <a:lnTo>
                    <a:pt x="5052282" y="2240955"/>
                  </a:lnTo>
                  <a:lnTo>
                    <a:pt x="5050089" y="2240955"/>
                  </a:lnTo>
                  <a:lnTo>
                    <a:pt x="5047895" y="2240955"/>
                  </a:lnTo>
                  <a:lnTo>
                    <a:pt x="5045701" y="2240955"/>
                  </a:lnTo>
                  <a:lnTo>
                    <a:pt x="5043507" y="2240955"/>
                  </a:lnTo>
                  <a:lnTo>
                    <a:pt x="5041313" y="2240955"/>
                  </a:lnTo>
                  <a:lnTo>
                    <a:pt x="5039120" y="2240955"/>
                  </a:lnTo>
                  <a:lnTo>
                    <a:pt x="5036926" y="2240955"/>
                  </a:lnTo>
                  <a:lnTo>
                    <a:pt x="5034732" y="2240955"/>
                  </a:lnTo>
                  <a:lnTo>
                    <a:pt x="5032538" y="2240955"/>
                  </a:lnTo>
                  <a:lnTo>
                    <a:pt x="5030345" y="2240955"/>
                  </a:lnTo>
                  <a:lnTo>
                    <a:pt x="5028151" y="2240955"/>
                  </a:lnTo>
                  <a:lnTo>
                    <a:pt x="5025957" y="2240955"/>
                  </a:lnTo>
                  <a:lnTo>
                    <a:pt x="5023763" y="2240955"/>
                  </a:lnTo>
                  <a:lnTo>
                    <a:pt x="5021569" y="2240955"/>
                  </a:lnTo>
                  <a:lnTo>
                    <a:pt x="5019376" y="2240955"/>
                  </a:lnTo>
                  <a:lnTo>
                    <a:pt x="5017182" y="2240955"/>
                  </a:lnTo>
                  <a:lnTo>
                    <a:pt x="5014988" y="2240955"/>
                  </a:lnTo>
                  <a:lnTo>
                    <a:pt x="5012794" y="2240955"/>
                  </a:lnTo>
                  <a:lnTo>
                    <a:pt x="5010600" y="2240955"/>
                  </a:lnTo>
                  <a:lnTo>
                    <a:pt x="5008407" y="2240955"/>
                  </a:lnTo>
                  <a:lnTo>
                    <a:pt x="5006213" y="2240955"/>
                  </a:lnTo>
                  <a:lnTo>
                    <a:pt x="5004019" y="2240955"/>
                  </a:lnTo>
                  <a:lnTo>
                    <a:pt x="5001825" y="2240955"/>
                  </a:lnTo>
                  <a:lnTo>
                    <a:pt x="4999632" y="2240955"/>
                  </a:lnTo>
                  <a:lnTo>
                    <a:pt x="4997438" y="2240955"/>
                  </a:lnTo>
                  <a:lnTo>
                    <a:pt x="4995244" y="2240955"/>
                  </a:lnTo>
                  <a:lnTo>
                    <a:pt x="4993050" y="2240955"/>
                  </a:lnTo>
                  <a:lnTo>
                    <a:pt x="4990856" y="2240955"/>
                  </a:lnTo>
                  <a:lnTo>
                    <a:pt x="4988663" y="2240955"/>
                  </a:lnTo>
                  <a:lnTo>
                    <a:pt x="4986469" y="2240955"/>
                  </a:lnTo>
                  <a:lnTo>
                    <a:pt x="4984275" y="2240955"/>
                  </a:lnTo>
                  <a:lnTo>
                    <a:pt x="4982081" y="2240955"/>
                  </a:lnTo>
                  <a:lnTo>
                    <a:pt x="4979888" y="2240955"/>
                  </a:lnTo>
                  <a:lnTo>
                    <a:pt x="4977694" y="2240955"/>
                  </a:lnTo>
                  <a:lnTo>
                    <a:pt x="4975500" y="2240955"/>
                  </a:lnTo>
                  <a:lnTo>
                    <a:pt x="4973306" y="2240955"/>
                  </a:lnTo>
                  <a:lnTo>
                    <a:pt x="4971112" y="2240955"/>
                  </a:lnTo>
                  <a:lnTo>
                    <a:pt x="4968919" y="2240955"/>
                  </a:lnTo>
                  <a:lnTo>
                    <a:pt x="4966725" y="2240955"/>
                  </a:lnTo>
                  <a:lnTo>
                    <a:pt x="4964531" y="2240955"/>
                  </a:lnTo>
                  <a:lnTo>
                    <a:pt x="4962337" y="2240955"/>
                  </a:lnTo>
                  <a:lnTo>
                    <a:pt x="4960143" y="2240955"/>
                  </a:lnTo>
                  <a:lnTo>
                    <a:pt x="4957950" y="2240955"/>
                  </a:lnTo>
                  <a:lnTo>
                    <a:pt x="4955756" y="2240955"/>
                  </a:lnTo>
                  <a:lnTo>
                    <a:pt x="4953562" y="2240955"/>
                  </a:lnTo>
                  <a:lnTo>
                    <a:pt x="4951368" y="2240955"/>
                  </a:lnTo>
                  <a:lnTo>
                    <a:pt x="4949175" y="2240955"/>
                  </a:lnTo>
                  <a:lnTo>
                    <a:pt x="4946981" y="2240955"/>
                  </a:lnTo>
                  <a:lnTo>
                    <a:pt x="4944787" y="2240955"/>
                  </a:lnTo>
                  <a:lnTo>
                    <a:pt x="4942593" y="2240955"/>
                  </a:lnTo>
                  <a:lnTo>
                    <a:pt x="4940399" y="2240955"/>
                  </a:lnTo>
                  <a:lnTo>
                    <a:pt x="4938206" y="2240955"/>
                  </a:lnTo>
                  <a:lnTo>
                    <a:pt x="4936012" y="2240955"/>
                  </a:lnTo>
                  <a:lnTo>
                    <a:pt x="4933818" y="2240955"/>
                  </a:lnTo>
                  <a:lnTo>
                    <a:pt x="4931624" y="2240955"/>
                  </a:lnTo>
                  <a:lnTo>
                    <a:pt x="4929431" y="2240955"/>
                  </a:lnTo>
                  <a:lnTo>
                    <a:pt x="4927237" y="2240955"/>
                  </a:lnTo>
                  <a:lnTo>
                    <a:pt x="4925043" y="2240955"/>
                  </a:lnTo>
                  <a:lnTo>
                    <a:pt x="4922849" y="2240955"/>
                  </a:lnTo>
                  <a:lnTo>
                    <a:pt x="4920655" y="2240955"/>
                  </a:lnTo>
                  <a:lnTo>
                    <a:pt x="4918462" y="2240955"/>
                  </a:lnTo>
                  <a:lnTo>
                    <a:pt x="4916268" y="2240955"/>
                  </a:lnTo>
                  <a:lnTo>
                    <a:pt x="4914074" y="2240955"/>
                  </a:lnTo>
                  <a:lnTo>
                    <a:pt x="4911880" y="2240955"/>
                  </a:lnTo>
                  <a:lnTo>
                    <a:pt x="4909686" y="2240955"/>
                  </a:lnTo>
                  <a:lnTo>
                    <a:pt x="4907493" y="2240955"/>
                  </a:lnTo>
                  <a:lnTo>
                    <a:pt x="4905299" y="2240955"/>
                  </a:lnTo>
                  <a:lnTo>
                    <a:pt x="4903105" y="2240955"/>
                  </a:lnTo>
                  <a:lnTo>
                    <a:pt x="4900911" y="2240955"/>
                  </a:lnTo>
                  <a:lnTo>
                    <a:pt x="4898718" y="2240955"/>
                  </a:lnTo>
                  <a:lnTo>
                    <a:pt x="4896524" y="2240955"/>
                  </a:lnTo>
                  <a:lnTo>
                    <a:pt x="4894330" y="2240955"/>
                  </a:lnTo>
                  <a:lnTo>
                    <a:pt x="4892136" y="2240955"/>
                  </a:lnTo>
                  <a:lnTo>
                    <a:pt x="4889942" y="2240955"/>
                  </a:lnTo>
                  <a:lnTo>
                    <a:pt x="4887749" y="2240955"/>
                  </a:lnTo>
                  <a:lnTo>
                    <a:pt x="4885555" y="2240955"/>
                  </a:lnTo>
                  <a:lnTo>
                    <a:pt x="4883361" y="2240955"/>
                  </a:lnTo>
                  <a:lnTo>
                    <a:pt x="4881167" y="2240955"/>
                  </a:lnTo>
                  <a:lnTo>
                    <a:pt x="4878973" y="2240955"/>
                  </a:lnTo>
                  <a:lnTo>
                    <a:pt x="4876780" y="2240955"/>
                  </a:lnTo>
                  <a:lnTo>
                    <a:pt x="4874586" y="2240955"/>
                  </a:lnTo>
                  <a:lnTo>
                    <a:pt x="4872392" y="2240955"/>
                  </a:lnTo>
                  <a:lnTo>
                    <a:pt x="4870198" y="2240955"/>
                  </a:lnTo>
                  <a:lnTo>
                    <a:pt x="4868005" y="2240955"/>
                  </a:lnTo>
                  <a:lnTo>
                    <a:pt x="4865811" y="2240955"/>
                  </a:lnTo>
                  <a:lnTo>
                    <a:pt x="4863617" y="2240955"/>
                  </a:lnTo>
                  <a:lnTo>
                    <a:pt x="4861423" y="2240955"/>
                  </a:lnTo>
                  <a:lnTo>
                    <a:pt x="4859229" y="2240955"/>
                  </a:lnTo>
                  <a:lnTo>
                    <a:pt x="4857036" y="2240955"/>
                  </a:lnTo>
                  <a:lnTo>
                    <a:pt x="4854842" y="2240955"/>
                  </a:lnTo>
                  <a:lnTo>
                    <a:pt x="4852648" y="2240955"/>
                  </a:lnTo>
                  <a:lnTo>
                    <a:pt x="4850454" y="2240955"/>
                  </a:lnTo>
                  <a:lnTo>
                    <a:pt x="4848261" y="2240955"/>
                  </a:lnTo>
                  <a:lnTo>
                    <a:pt x="4846067" y="2240955"/>
                  </a:lnTo>
                  <a:lnTo>
                    <a:pt x="4843873" y="2240955"/>
                  </a:lnTo>
                  <a:lnTo>
                    <a:pt x="4841679" y="2240955"/>
                  </a:lnTo>
                  <a:lnTo>
                    <a:pt x="4839485" y="2240955"/>
                  </a:lnTo>
                  <a:lnTo>
                    <a:pt x="4837292" y="2240955"/>
                  </a:lnTo>
                  <a:lnTo>
                    <a:pt x="4835098" y="2240955"/>
                  </a:lnTo>
                  <a:lnTo>
                    <a:pt x="4832904" y="2240955"/>
                  </a:lnTo>
                  <a:lnTo>
                    <a:pt x="4830710" y="2240955"/>
                  </a:lnTo>
                  <a:lnTo>
                    <a:pt x="4828516" y="2240955"/>
                  </a:lnTo>
                  <a:lnTo>
                    <a:pt x="4826323" y="2240955"/>
                  </a:lnTo>
                  <a:lnTo>
                    <a:pt x="4824129" y="2240955"/>
                  </a:lnTo>
                  <a:lnTo>
                    <a:pt x="4821935" y="2240955"/>
                  </a:lnTo>
                  <a:lnTo>
                    <a:pt x="4819741" y="2240955"/>
                  </a:lnTo>
                  <a:lnTo>
                    <a:pt x="4817548" y="2240955"/>
                  </a:lnTo>
                  <a:lnTo>
                    <a:pt x="4815354" y="2240955"/>
                  </a:lnTo>
                  <a:lnTo>
                    <a:pt x="4813160" y="2240955"/>
                  </a:lnTo>
                  <a:lnTo>
                    <a:pt x="4810966" y="2240955"/>
                  </a:lnTo>
                  <a:lnTo>
                    <a:pt x="4808772" y="2240955"/>
                  </a:lnTo>
                  <a:lnTo>
                    <a:pt x="4806579" y="2240955"/>
                  </a:lnTo>
                  <a:lnTo>
                    <a:pt x="4804385" y="2240955"/>
                  </a:lnTo>
                  <a:lnTo>
                    <a:pt x="4802191" y="2240955"/>
                  </a:lnTo>
                  <a:lnTo>
                    <a:pt x="4799997" y="2240955"/>
                  </a:lnTo>
                  <a:lnTo>
                    <a:pt x="4797804" y="2240955"/>
                  </a:lnTo>
                  <a:lnTo>
                    <a:pt x="4795610" y="2240955"/>
                  </a:lnTo>
                  <a:lnTo>
                    <a:pt x="4793416" y="2240955"/>
                  </a:lnTo>
                  <a:lnTo>
                    <a:pt x="4791222" y="2240955"/>
                  </a:lnTo>
                  <a:lnTo>
                    <a:pt x="4789028" y="2240955"/>
                  </a:lnTo>
                  <a:lnTo>
                    <a:pt x="4786835" y="2240955"/>
                  </a:lnTo>
                  <a:lnTo>
                    <a:pt x="4784641" y="2240955"/>
                  </a:lnTo>
                  <a:lnTo>
                    <a:pt x="4782447" y="2240955"/>
                  </a:lnTo>
                  <a:lnTo>
                    <a:pt x="4780253" y="2240955"/>
                  </a:lnTo>
                  <a:lnTo>
                    <a:pt x="4778059" y="2240955"/>
                  </a:lnTo>
                  <a:lnTo>
                    <a:pt x="4775866" y="2240955"/>
                  </a:lnTo>
                  <a:lnTo>
                    <a:pt x="4773672" y="2240955"/>
                  </a:lnTo>
                  <a:lnTo>
                    <a:pt x="4771478" y="2240955"/>
                  </a:lnTo>
                  <a:lnTo>
                    <a:pt x="4769284" y="2240955"/>
                  </a:lnTo>
                  <a:lnTo>
                    <a:pt x="4767091" y="2240955"/>
                  </a:lnTo>
                  <a:lnTo>
                    <a:pt x="4764897" y="2240955"/>
                  </a:lnTo>
                  <a:lnTo>
                    <a:pt x="4762703" y="2240955"/>
                  </a:lnTo>
                  <a:lnTo>
                    <a:pt x="4760509" y="2240955"/>
                  </a:lnTo>
                  <a:lnTo>
                    <a:pt x="4758315" y="2240955"/>
                  </a:lnTo>
                  <a:lnTo>
                    <a:pt x="4756122" y="2240955"/>
                  </a:lnTo>
                  <a:lnTo>
                    <a:pt x="4753928" y="2240955"/>
                  </a:lnTo>
                  <a:lnTo>
                    <a:pt x="4751734" y="2240955"/>
                  </a:lnTo>
                  <a:lnTo>
                    <a:pt x="4749540" y="2240955"/>
                  </a:lnTo>
                  <a:lnTo>
                    <a:pt x="4747346" y="2240955"/>
                  </a:lnTo>
                  <a:lnTo>
                    <a:pt x="4745153" y="2240955"/>
                  </a:lnTo>
                  <a:lnTo>
                    <a:pt x="4742959" y="2240955"/>
                  </a:lnTo>
                  <a:lnTo>
                    <a:pt x="4740765" y="2240955"/>
                  </a:lnTo>
                  <a:lnTo>
                    <a:pt x="4738571" y="2240955"/>
                  </a:lnTo>
                  <a:lnTo>
                    <a:pt x="4736378" y="2240955"/>
                  </a:lnTo>
                  <a:lnTo>
                    <a:pt x="4734184" y="2240955"/>
                  </a:lnTo>
                  <a:lnTo>
                    <a:pt x="4731990" y="2240955"/>
                  </a:lnTo>
                  <a:lnTo>
                    <a:pt x="4729796" y="2240955"/>
                  </a:lnTo>
                  <a:lnTo>
                    <a:pt x="4727602" y="2240955"/>
                  </a:lnTo>
                  <a:lnTo>
                    <a:pt x="4725409" y="2240955"/>
                  </a:lnTo>
                  <a:lnTo>
                    <a:pt x="4723215" y="2240955"/>
                  </a:lnTo>
                  <a:lnTo>
                    <a:pt x="4721021" y="2240955"/>
                  </a:lnTo>
                  <a:lnTo>
                    <a:pt x="4718827" y="2240955"/>
                  </a:lnTo>
                  <a:lnTo>
                    <a:pt x="4716634" y="2240955"/>
                  </a:lnTo>
                  <a:lnTo>
                    <a:pt x="4714440" y="2240955"/>
                  </a:lnTo>
                  <a:lnTo>
                    <a:pt x="4712246" y="2240955"/>
                  </a:lnTo>
                  <a:lnTo>
                    <a:pt x="4710052" y="2240955"/>
                  </a:lnTo>
                  <a:lnTo>
                    <a:pt x="4707858" y="2240955"/>
                  </a:lnTo>
                  <a:lnTo>
                    <a:pt x="4705665" y="2240955"/>
                  </a:lnTo>
                  <a:lnTo>
                    <a:pt x="4703471" y="2240955"/>
                  </a:lnTo>
                  <a:lnTo>
                    <a:pt x="4701277" y="2240955"/>
                  </a:lnTo>
                  <a:lnTo>
                    <a:pt x="4699083" y="2240955"/>
                  </a:lnTo>
                  <a:lnTo>
                    <a:pt x="4696889" y="2240955"/>
                  </a:lnTo>
                  <a:lnTo>
                    <a:pt x="4694696" y="2240955"/>
                  </a:lnTo>
                  <a:lnTo>
                    <a:pt x="4692502" y="2240955"/>
                  </a:lnTo>
                  <a:lnTo>
                    <a:pt x="4690308" y="2240955"/>
                  </a:lnTo>
                  <a:lnTo>
                    <a:pt x="4688114" y="2240955"/>
                  </a:lnTo>
                  <a:lnTo>
                    <a:pt x="4685921" y="2240955"/>
                  </a:lnTo>
                  <a:lnTo>
                    <a:pt x="4683727" y="2240955"/>
                  </a:lnTo>
                  <a:lnTo>
                    <a:pt x="4681533" y="2240955"/>
                  </a:lnTo>
                  <a:lnTo>
                    <a:pt x="4679339" y="2240955"/>
                  </a:lnTo>
                  <a:lnTo>
                    <a:pt x="4677145" y="2240955"/>
                  </a:lnTo>
                  <a:lnTo>
                    <a:pt x="4674952" y="2240955"/>
                  </a:lnTo>
                  <a:lnTo>
                    <a:pt x="4672758" y="2240955"/>
                  </a:lnTo>
                  <a:lnTo>
                    <a:pt x="4670564" y="2240955"/>
                  </a:lnTo>
                  <a:lnTo>
                    <a:pt x="4668370" y="2240955"/>
                  </a:lnTo>
                  <a:lnTo>
                    <a:pt x="4666177" y="2240955"/>
                  </a:lnTo>
                  <a:lnTo>
                    <a:pt x="4663983" y="2240955"/>
                  </a:lnTo>
                  <a:lnTo>
                    <a:pt x="4661789" y="2240955"/>
                  </a:lnTo>
                  <a:lnTo>
                    <a:pt x="4659595" y="2240955"/>
                  </a:lnTo>
                  <a:lnTo>
                    <a:pt x="4657401" y="2240955"/>
                  </a:lnTo>
                  <a:lnTo>
                    <a:pt x="4655208" y="2240955"/>
                  </a:lnTo>
                  <a:lnTo>
                    <a:pt x="4653014" y="2240955"/>
                  </a:lnTo>
                  <a:lnTo>
                    <a:pt x="4650820" y="2240955"/>
                  </a:lnTo>
                  <a:lnTo>
                    <a:pt x="4648626" y="2240955"/>
                  </a:lnTo>
                  <a:lnTo>
                    <a:pt x="4646432" y="2240955"/>
                  </a:lnTo>
                  <a:lnTo>
                    <a:pt x="4644239" y="2240955"/>
                  </a:lnTo>
                  <a:lnTo>
                    <a:pt x="4642045" y="2240955"/>
                  </a:lnTo>
                  <a:lnTo>
                    <a:pt x="4639851" y="2240955"/>
                  </a:lnTo>
                  <a:lnTo>
                    <a:pt x="4637657" y="2240955"/>
                  </a:lnTo>
                  <a:lnTo>
                    <a:pt x="4635464" y="2240955"/>
                  </a:lnTo>
                  <a:lnTo>
                    <a:pt x="4633270" y="2240955"/>
                  </a:lnTo>
                  <a:lnTo>
                    <a:pt x="4631076" y="2240955"/>
                  </a:lnTo>
                  <a:lnTo>
                    <a:pt x="4628882" y="2240955"/>
                  </a:lnTo>
                  <a:lnTo>
                    <a:pt x="4626688" y="2240955"/>
                  </a:lnTo>
                  <a:lnTo>
                    <a:pt x="4624495" y="2240955"/>
                  </a:lnTo>
                  <a:lnTo>
                    <a:pt x="4622301" y="2240955"/>
                  </a:lnTo>
                  <a:lnTo>
                    <a:pt x="4620107" y="2240955"/>
                  </a:lnTo>
                  <a:lnTo>
                    <a:pt x="4617913" y="2240955"/>
                  </a:lnTo>
                  <a:lnTo>
                    <a:pt x="4615720" y="2240955"/>
                  </a:lnTo>
                  <a:lnTo>
                    <a:pt x="4613526" y="2240955"/>
                  </a:lnTo>
                  <a:lnTo>
                    <a:pt x="4611332" y="2240955"/>
                  </a:lnTo>
                  <a:lnTo>
                    <a:pt x="4609138" y="2240955"/>
                  </a:lnTo>
                  <a:lnTo>
                    <a:pt x="4606944" y="2240955"/>
                  </a:lnTo>
                  <a:lnTo>
                    <a:pt x="4604751" y="2240955"/>
                  </a:lnTo>
                  <a:lnTo>
                    <a:pt x="4602557" y="2240955"/>
                  </a:lnTo>
                  <a:lnTo>
                    <a:pt x="4600363" y="2240955"/>
                  </a:lnTo>
                  <a:lnTo>
                    <a:pt x="4598169" y="2240955"/>
                  </a:lnTo>
                  <a:lnTo>
                    <a:pt x="4595975" y="2240955"/>
                  </a:lnTo>
                  <a:lnTo>
                    <a:pt x="4593782" y="2240955"/>
                  </a:lnTo>
                  <a:lnTo>
                    <a:pt x="4591588" y="2240955"/>
                  </a:lnTo>
                  <a:lnTo>
                    <a:pt x="4589394" y="2240955"/>
                  </a:lnTo>
                  <a:lnTo>
                    <a:pt x="4587200" y="2240955"/>
                  </a:lnTo>
                  <a:lnTo>
                    <a:pt x="4585007" y="2240955"/>
                  </a:lnTo>
                  <a:lnTo>
                    <a:pt x="4582813" y="2240955"/>
                  </a:lnTo>
                  <a:lnTo>
                    <a:pt x="4580619" y="2240955"/>
                  </a:lnTo>
                  <a:lnTo>
                    <a:pt x="4578425" y="2240955"/>
                  </a:lnTo>
                  <a:lnTo>
                    <a:pt x="4576231" y="2240955"/>
                  </a:lnTo>
                  <a:lnTo>
                    <a:pt x="4574038" y="2240955"/>
                  </a:lnTo>
                  <a:lnTo>
                    <a:pt x="4571844" y="2240955"/>
                  </a:lnTo>
                  <a:lnTo>
                    <a:pt x="4569650" y="2240955"/>
                  </a:lnTo>
                  <a:lnTo>
                    <a:pt x="4567456" y="2240955"/>
                  </a:lnTo>
                  <a:lnTo>
                    <a:pt x="4565262" y="2240955"/>
                  </a:lnTo>
                  <a:lnTo>
                    <a:pt x="4563069" y="2240955"/>
                  </a:lnTo>
                  <a:lnTo>
                    <a:pt x="4560875" y="2240955"/>
                  </a:lnTo>
                  <a:lnTo>
                    <a:pt x="4558681" y="2240955"/>
                  </a:lnTo>
                  <a:lnTo>
                    <a:pt x="4556487" y="2240955"/>
                  </a:lnTo>
                  <a:lnTo>
                    <a:pt x="4554294" y="2240955"/>
                  </a:lnTo>
                  <a:lnTo>
                    <a:pt x="4552100" y="2240955"/>
                  </a:lnTo>
                  <a:lnTo>
                    <a:pt x="4549906" y="2240955"/>
                  </a:lnTo>
                  <a:lnTo>
                    <a:pt x="4547712" y="2240955"/>
                  </a:lnTo>
                  <a:lnTo>
                    <a:pt x="4545518" y="2240955"/>
                  </a:lnTo>
                  <a:lnTo>
                    <a:pt x="4543325" y="2240955"/>
                  </a:lnTo>
                  <a:lnTo>
                    <a:pt x="4541131" y="2240955"/>
                  </a:lnTo>
                  <a:lnTo>
                    <a:pt x="4538937" y="2240955"/>
                  </a:lnTo>
                  <a:lnTo>
                    <a:pt x="4536743" y="2240955"/>
                  </a:lnTo>
                  <a:lnTo>
                    <a:pt x="4534550" y="2240955"/>
                  </a:lnTo>
                  <a:lnTo>
                    <a:pt x="4532356" y="2240955"/>
                  </a:lnTo>
                  <a:lnTo>
                    <a:pt x="4530162" y="2240955"/>
                  </a:lnTo>
                  <a:lnTo>
                    <a:pt x="4527968" y="2240955"/>
                  </a:lnTo>
                  <a:lnTo>
                    <a:pt x="4525774" y="2240955"/>
                  </a:lnTo>
                  <a:lnTo>
                    <a:pt x="4523581" y="2240955"/>
                  </a:lnTo>
                  <a:lnTo>
                    <a:pt x="4521387" y="2240955"/>
                  </a:lnTo>
                  <a:lnTo>
                    <a:pt x="4519193" y="2240955"/>
                  </a:lnTo>
                  <a:lnTo>
                    <a:pt x="4516999" y="2240955"/>
                  </a:lnTo>
                  <a:lnTo>
                    <a:pt x="4514805" y="2240955"/>
                  </a:lnTo>
                  <a:lnTo>
                    <a:pt x="4512612" y="2240955"/>
                  </a:lnTo>
                  <a:lnTo>
                    <a:pt x="4510418" y="2240955"/>
                  </a:lnTo>
                  <a:lnTo>
                    <a:pt x="4508224" y="2240955"/>
                  </a:lnTo>
                  <a:lnTo>
                    <a:pt x="4506030" y="2240955"/>
                  </a:lnTo>
                  <a:lnTo>
                    <a:pt x="4503837" y="2240955"/>
                  </a:lnTo>
                  <a:lnTo>
                    <a:pt x="4501643" y="2240955"/>
                  </a:lnTo>
                  <a:lnTo>
                    <a:pt x="4499449" y="2240955"/>
                  </a:lnTo>
                  <a:lnTo>
                    <a:pt x="4497255" y="2240955"/>
                  </a:lnTo>
                  <a:lnTo>
                    <a:pt x="4495061" y="2240955"/>
                  </a:lnTo>
                  <a:lnTo>
                    <a:pt x="4492868" y="2240955"/>
                  </a:lnTo>
                  <a:lnTo>
                    <a:pt x="4490674" y="2240955"/>
                  </a:lnTo>
                  <a:lnTo>
                    <a:pt x="4488480" y="2240955"/>
                  </a:lnTo>
                  <a:lnTo>
                    <a:pt x="4486286" y="2240955"/>
                  </a:lnTo>
                  <a:lnTo>
                    <a:pt x="4484093" y="2240955"/>
                  </a:lnTo>
                  <a:lnTo>
                    <a:pt x="4481899" y="2240955"/>
                  </a:lnTo>
                  <a:lnTo>
                    <a:pt x="4479705" y="2240955"/>
                  </a:lnTo>
                  <a:lnTo>
                    <a:pt x="4477511" y="2240955"/>
                  </a:lnTo>
                  <a:lnTo>
                    <a:pt x="4475317" y="2240955"/>
                  </a:lnTo>
                  <a:lnTo>
                    <a:pt x="4473124" y="2240955"/>
                  </a:lnTo>
                  <a:lnTo>
                    <a:pt x="4470930" y="2240955"/>
                  </a:lnTo>
                  <a:lnTo>
                    <a:pt x="4468736" y="2240955"/>
                  </a:lnTo>
                  <a:lnTo>
                    <a:pt x="4466542" y="2240955"/>
                  </a:lnTo>
                  <a:lnTo>
                    <a:pt x="4464348" y="2240955"/>
                  </a:lnTo>
                  <a:lnTo>
                    <a:pt x="4462155" y="2240955"/>
                  </a:lnTo>
                  <a:lnTo>
                    <a:pt x="4459961" y="2240955"/>
                  </a:lnTo>
                  <a:lnTo>
                    <a:pt x="4457767" y="2240955"/>
                  </a:lnTo>
                  <a:lnTo>
                    <a:pt x="4455573" y="2240955"/>
                  </a:lnTo>
                  <a:lnTo>
                    <a:pt x="4453380" y="2240955"/>
                  </a:lnTo>
                  <a:lnTo>
                    <a:pt x="4451186" y="2240955"/>
                  </a:lnTo>
                  <a:lnTo>
                    <a:pt x="4448992" y="2240955"/>
                  </a:lnTo>
                  <a:lnTo>
                    <a:pt x="4446798" y="2240955"/>
                  </a:lnTo>
                  <a:lnTo>
                    <a:pt x="4444604" y="2240955"/>
                  </a:lnTo>
                  <a:lnTo>
                    <a:pt x="4442411" y="2240955"/>
                  </a:lnTo>
                  <a:lnTo>
                    <a:pt x="4440217" y="2240955"/>
                  </a:lnTo>
                  <a:lnTo>
                    <a:pt x="4438023" y="2240955"/>
                  </a:lnTo>
                  <a:lnTo>
                    <a:pt x="4435829" y="2240955"/>
                  </a:lnTo>
                  <a:lnTo>
                    <a:pt x="4433635" y="2240955"/>
                  </a:lnTo>
                  <a:lnTo>
                    <a:pt x="4431442" y="2240955"/>
                  </a:lnTo>
                  <a:lnTo>
                    <a:pt x="4429248" y="2240955"/>
                  </a:lnTo>
                  <a:lnTo>
                    <a:pt x="4427054" y="2240955"/>
                  </a:lnTo>
                  <a:lnTo>
                    <a:pt x="4424860" y="2240955"/>
                  </a:lnTo>
                  <a:lnTo>
                    <a:pt x="4422667" y="2240955"/>
                  </a:lnTo>
                  <a:lnTo>
                    <a:pt x="4420473" y="2240955"/>
                  </a:lnTo>
                  <a:lnTo>
                    <a:pt x="4418279" y="2240955"/>
                  </a:lnTo>
                  <a:lnTo>
                    <a:pt x="4416085" y="2240955"/>
                  </a:lnTo>
                  <a:lnTo>
                    <a:pt x="4413891" y="2240955"/>
                  </a:lnTo>
                  <a:lnTo>
                    <a:pt x="4411698" y="2240955"/>
                  </a:lnTo>
                  <a:lnTo>
                    <a:pt x="4409504" y="2240955"/>
                  </a:lnTo>
                  <a:lnTo>
                    <a:pt x="4407310" y="2240955"/>
                  </a:lnTo>
                  <a:lnTo>
                    <a:pt x="4405116" y="2240955"/>
                  </a:lnTo>
                  <a:lnTo>
                    <a:pt x="4402923" y="2240955"/>
                  </a:lnTo>
                  <a:lnTo>
                    <a:pt x="4400729" y="2240955"/>
                  </a:lnTo>
                  <a:lnTo>
                    <a:pt x="4398535" y="2240955"/>
                  </a:lnTo>
                  <a:lnTo>
                    <a:pt x="4396341" y="2240955"/>
                  </a:lnTo>
                  <a:lnTo>
                    <a:pt x="4394147" y="2240955"/>
                  </a:lnTo>
                  <a:lnTo>
                    <a:pt x="4391954" y="2240955"/>
                  </a:lnTo>
                  <a:lnTo>
                    <a:pt x="4389760" y="2240955"/>
                  </a:lnTo>
                  <a:lnTo>
                    <a:pt x="4387566" y="2240955"/>
                  </a:lnTo>
                  <a:lnTo>
                    <a:pt x="4385372" y="2240955"/>
                  </a:lnTo>
                  <a:lnTo>
                    <a:pt x="4383178" y="2240955"/>
                  </a:lnTo>
                  <a:lnTo>
                    <a:pt x="4380985" y="2240955"/>
                  </a:lnTo>
                  <a:lnTo>
                    <a:pt x="4378791" y="2240955"/>
                  </a:lnTo>
                  <a:lnTo>
                    <a:pt x="4376597" y="2240955"/>
                  </a:lnTo>
                  <a:lnTo>
                    <a:pt x="4374403" y="2240955"/>
                  </a:lnTo>
                  <a:lnTo>
                    <a:pt x="4372210" y="2240955"/>
                  </a:lnTo>
                  <a:lnTo>
                    <a:pt x="4370016" y="2240955"/>
                  </a:lnTo>
                  <a:lnTo>
                    <a:pt x="4367822" y="2240955"/>
                  </a:lnTo>
                  <a:lnTo>
                    <a:pt x="4365628" y="2240955"/>
                  </a:lnTo>
                  <a:lnTo>
                    <a:pt x="4363434" y="2240955"/>
                  </a:lnTo>
                  <a:lnTo>
                    <a:pt x="4361241" y="2240955"/>
                  </a:lnTo>
                  <a:lnTo>
                    <a:pt x="4359047" y="2240955"/>
                  </a:lnTo>
                  <a:lnTo>
                    <a:pt x="4356853" y="2240955"/>
                  </a:lnTo>
                  <a:lnTo>
                    <a:pt x="4354659" y="2240955"/>
                  </a:lnTo>
                  <a:lnTo>
                    <a:pt x="4352466" y="2240955"/>
                  </a:lnTo>
                  <a:lnTo>
                    <a:pt x="4350272" y="2240955"/>
                  </a:lnTo>
                  <a:lnTo>
                    <a:pt x="4348078" y="2240955"/>
                  </a:lnTo>
                  <a:lnTo>
                    <a:pt x="4345884" y="2240955"/>
                  </a:lnTo>
                  <a:lnTo>
                    <a:pt x="4343690" y="2240955"/>
                  </a:lnTo>
                  <a:lnTo>
                    <a:pt x="4341497" y="2240955"/>
                  </a:lnTo>
                  <a:lnTo>
                    <a:pt x="4339303" y="2240955"/>
                  </a:lnTo>
                  <a:lnTo>
                    <a:pt x="4337109" y="2240955"/>
                  </a:lnTo>
                  <a:lnTo>
                    <a:pt x="4334915" y="2240955"/>
                  </a:lnTo>
                  <a:lnTo>
                    <a:pt x="4332721" y="2240955"/>
                  </a:lnTo>
                  <a:lnTo>
                    <a:pt x="4330528" y="2240955"/>
                  </a:lnTo>
                  <a:lnTo>
                    <a:pt x="4328334" y="2240955"/>
                  </a:lnTo>
                  <a:lnTo>
                    <a:pt x="4326140" y="2240955"/>
                  </a:lnTo>
                  <a:lnTo>
                    <a:pt x="4323946" y="2240955"/>
                  </a:lnTo>
                  <a:lnTo>
                    <a:pt x="4321753" y="2240955"/>
                  </a:lnTo>
                  <a:lnTo>
                    <a:pt x="4319559" y="2240955"/>
                  </a:lnTo>
                  <a:lnTo>
                    <a:pt x="4317365" y="2240955"/>
                  </a:lnTo>
                  <a:lnTo>
                    <a:pt x="4315171" y="2240955"/>
                  </a:lnTo>
                  <a:lnTo>
                    <a:pt x="4312977" y="2240955"/>
                  </a:lnTo>
                  <a:lnTo>
                    <a:pt x="4310784" y="2240955"/>
                  </a:lnTo>
                  <a:lnTo>
                    <a:pt x="4308590" y="2240955"/>
                  </a:lnTo>
                  <a:lnTo>
                    <a:pt x="4306396" y="2240955"/>
                  </a:lnTo>
                  <a:lnTo>
                    <a:pt x="4304202" y="2240955"/>
                  </a:lnTo>
                  <a:lnTo>
                    <a:pt x="4302008" y="2240955"/>
                  </a:lnTo>
                  <a:lnTo>
                    <a:pt x="4299815" y="2240955"/>
                  </a:lnTo>
                  <a:lnTo>
                    <a:pt x="4297621" y="2240955"/>
                  </a:lnTo>
                  <a:lnTo>
                    <a:pt x="4295427" y="2240955"/>
                  </a:lnTo>
                  <a:lnTo>
                    <a:pt x="4293233" y="2240955"/>
                  </a:lnTo>
                  <a:lnTo>
                    <a:pt x="4291040" y="2240955"/>
                  </a:lnTo>
                  <a:lnTo>
                    <a:pt x="4288846" y="2240955"/>
                  </a:lnTo>
                  <a:lnTo>
                    <a:pt x="4286652" y="2240955"/>
                  </a:lnTo>
                  <a:lnTo>
                    <a:pt x="4284458" y="2240955"/>
                  </a:lnTo>
                  <a:lnTo>
                    <a:pt x="4282264" y="2240955"/>
                  </a:lnTo>
                  <a:lnTo>
                    <a:pt x="4280071" y="2240955"/>
                  </a:lnTo>
                  <a:lnTo>
                    <a:pt x="4277877" y="2240955"/>
                  </a:lnTo>
                  <a:lnTo>
                    <a:pt x="4275683" y="2240955"/>
                  </a:lnTo>
                  <a:lnTo>
                    <a:pt x="4273489" y="2240955"/>
                  </a:lnTo>
                  <a:lnTo>
                    <a:pt x="4271296" y="2240955"/>
                  </a:lnTo>
                  <a:lnTo>
                    <a:pt x="4269102" y="2240955"/>
                  </a:lnTo>
                  <a:lnTo>
                    <a:pt x="4266908" y="2240955"/>
                  </a:lnTo>
                  <a:lnTo>
                    <a:pt x="4264714" y="2240955"/>
                  </a:lnTo>
                  <a:lnTo>
                    <a:pt x="4262520" y="2240955"/>
                  </a:lnTo>
                  <a:lnTo>
                    <a:pt x="4260327" y="2240955"/>
                  </a:lnTo>
                  <a:lnTo>
                    <a:pt x="4258133" y="2240955"/>
                  </a:lnTo>
                  <a:lnTo>
                    <a:pt x="4255939" y="2240955"/>
                  </a:lnTo>
                  <a:lnTo>
                    <a:pt x="4253745" y="2240955"/>
                  </a:lnTo>
                  <a:lnTo>
                    <a:pt x="4251551" y="2240955"/>
                  </a:lnTo>
                  <a:lnTo>
                    <a:pt x="4249358" y="2240955"/>
                  </a:lnTo>
                  <a:lnTo>
                    <a:pt x="4247164" y="2240955"/>
                  </a:lnTo>
                  <a:lnTo>
                    <a:pt x="4244970" y="2240955"/>
                  </a:lnTo>
                  <a:lnTo>
                    <a:pt x="4242776" y="2240955"/>
                  </a:lnTo>
                  <a:lnTo>
                    <a:pt x="4240583" y="2240955"/>
                  </a:lnTo>
                  <a:lnTo>
                    <a:pt x="4238389" y="2240955"/>
                  </a:lnTo>
                  <a:lnTo>
                    <a:pt x="4236195" y="2240955"/>
                  </a:lnTo>
                  <a:lnTo>
                    <a:pt x="4234001" y="2240955"/>
                  </a:lnTo>
                  <a:lnTo>
                    <a:pt x="4231807" y="2240955"/>
                  </a:lnTo>
                  <a:lnTo>
                    <a:pt x="4229614" y="2240955"/>
                  </a:lnTo>
                  <a:lnTo>
                    <a:pt x="4227420" y="2240955"/>
                  </a:lnTo>
                  <a:lnTo>
                    <a:pt x="4225226" y="2240955"/>
                  </a:lnTo>
                  <a:lnTo>
                    <a:pt x="4223032" y="2240955"/>
                  </a:lnTo>
                  <a:lnTo>
                    <a:pt x="4220839" y="2240955"/>
                  </a:lnTo>
                  <a:lnTo>
                    <a:pt x="4218645" y="2240955"/>
                  </a:lnTo>
                  <a:lnTo>
                    <a:pt x="4216451" y="2240955"/>
                  </a:lnTo>
                  <a:lnTo>
                    <a:pt x="4214257" y="2240955"/>
                  </a:lnTo>
                  <a:lnTo>
                    <a:pt x="4212063" y="2240955"/>
                  </a:lnTo>
                  <a:lnTo>
                    <a:pt x="4209870" y="2240955"/>
                  </a:lnTo>
                  <a:lnTo>
                    <a:pt x="4207676" y="2240955"/>
                  </a:lnTo>
                  <a:lnTo>
                    <a:pt x="4205482" y="2240955"/>
                  </a:lnTo>
                  <a:lnTo>
                    <a:pt x="4203288" y="2240955"/>
                  </a:lnTo>
                  <a:lnTo>
                    <a:pt x="4201094" y="2240955"/>
                  </a:lnTo>
                  <a:lnTo>
                    <a:pt x="4198901" y="2240955"/>
                  </a:lnTo>
                  <a:lnTo>
                    <a:pt x="4196707" y="2240955"/>
                  </a:lnTo>
                  <a:lnTo>
                    <a:pt x="4194513" y="2240955"/>
                  </a:lnTo>
                  <a:lnTo>
                    <a:pt x="4192319" y="2240955"/>
                  </a:lnTo>
                  <a:lnTo>
                    <a:pt x="4190126" y="2240955"/>
                  </a:lnTo>
                  <a:lnTo>
                    <a:pt x="4187932" y="2240955"/>
                  </a:lnTo>
                  <a:lnTo>
                    <a:pt x="4185738" y="2240955"/>
                  </a:lnTo>
                  <a:lnTo>
                    <a:pt x="4183544" y="2240955"/>
                  </a:lnTo>
                  <a:lnTo>
                    <a:pt x="4181350" y="2240955"/>
                  </a:lnTo>
                  <a:lnTo>
                    <a:pt x="4179157" y="2240955"/>
                  </a:lnTo>
                  <a:lnTo>
                    <a:pt x="4176963" y="2240955"/>
                  </a:lnTo>
                  <a:lnTo>
                    <a:pt x="4174769" y="2240955"/>
                  </a:lnTo>
                  <a:lnTo>
                    <a:pt x="4172575" y="2240955"/>
                  </a:lnTo>
                  <a:lnTo>
                    <a:pt x="4170381" y="2240955"/>
                  </a:lnTo>
                  <a:lnTo>
                    <a:pt x="4168188" y="2240955"/>
                  </a:lnTo>
                  <a:lnTo>
                    <a:pt x="4165994" y="2240955"/>
                  </a:lnTo>
                  <a:lnTo>
                    <a:pt x="4163800" y="2240955"/>
                  </a:lnTo>
                  <a:lnTo>
                    <a:pt x="4161606" y="2240955"/>
                  </a:lnTo>
                  <a:lnTo>
                    <a:pt x="4159413" y="2240955"/>
                  </a:lnTo>
                  <a:lnTo>
                    <a:pt x="4157219" y="2240955"/>
                  </a:lnTo>
                  <a:lnTo>
                    <a:pt x="4155025" y="2240955"/>
                  </a:lnTo>
                  <a:lnTo>
                    <a:pt x="4152831" y="2240955"/>
                  </a:lnTo>
                  <a:lnTo>
                    <a:pt x="4150637" y="2240955"/>
                  </a:lnTo>
                  <a:lnTo>
                    <a:pt x="4148444" y="2240955"/>
                  </a:lnTo>
                  <a:lnTo>
                    <a:pt x="4146250" y="2240955"/>
                  </a:lnTo>
                  <a:lnTo>
                    <a:pt x="4144056" y="2240955"/>
                  </a:lnTo>
                  <a:lnTo>
                    <a:pt x="4141862" y="2240955"/>
                  </a:lnTo>
                  <a:lnTo>
                    <a:pt x="4139669" y="2240955"/>
                  </a:lnTo>
                  <a:lnTo>
                    <a:pt x="4137475" y="2240955"/>
                  </a:lnTo>
                  <a:lnTo>
                    <a:pt x="4135281" y="2240955"/>
                  </a:lnTo>
                  <a:lnTo>
                    <a:pt x="4133087" y="2240955"/>
                  </a:lnTo>
                  <a:lnTo>
                    <a:pt x="4130893" y="2240955"/>
                  </a:lnTo>
                  <a:lnTo>
                    <a:pt x="4128700" y="2240955"/>
                  </a:lnTo>
                  <a:lnTo>
                    <a:pt x="4126506" y="2240955"/>
                  </a:lnTo>
                  <a:lnTo>
                    <a:pt x="4124312" y="2240955"/>
                  </a:lnTo>
                  <a:lnTo>
                    <a:pt x="4122118" y="2240955"/>
                  </a:lnTo>
                  <a:lnTo>
                    <a:pt x="4119924" y="2240955"/>
                  </a:lnTo>
                  <a:lnTo>
                    <a:pt x="4117731" y="2240955"/>
                  </a:lnTo>
                  <a:lnTo>
                    <a:pt x="4115537" y="2240955"/>
                  </a:lnTo>
                  <a:lnTo>
                    <a:pt x="4113343" y="2240955"/>
                  </a:lnTo>
                  <a:lnTo>
                    <a:pt x="4111149" y="2240955"/>
                  </a:lnTo>
                  <a:lnTo>
                    <a:pt x="4108956" y="2240955"/>
                  </a:lnTo>
                  <a:lnTo>
                    <a:pt x="4106762" y="2240955"/>
                  </a:lnTo>
                  <a:lnTo>
                    <a:pt x="4104568" y="2240955"/>
                  </a:lnTo>
                  <a:lnTo>
                    <a:pt x="4102374" y="2240955"/>
                  </a:lnTo>
                  <a:lnTo>
                    <a:pt x="4100180" y="2240955"/>
                  </a:lnTo>
                  <a:lnTo>
                    <a:pt x="4097987" y="2240955"/>
                  </a:lnTo>
                  <a:lnTo>
                    <a:pt x="4095793" y="2240955"/>
                  </a:lnTo>
                  <a:lnTo>
                    <a:pt x="4093599" y="2240955"/>
                  </a:lnTo>
                  <a:lnTo>
                    <a:pt x="4091405" y="2240955"/>
                  </a:lnTo>
                  <a:lnTo>
                    <a:pt x="4089212" y="2240955"/>
                  </a:lnTo>
                  <a:lnTo>
                    <a:pt x="4087018" y="2240955"/>
                  </a:lnTo>
                  <a:lnTo>
                    <a:pt x="4084824" y="2240955"/>
                  </a:lnTo>
                  <a:lnTo>
                    <a:pt x="4082630" y="2240955"/>
                  </a:lnTo>
                  <a:lnTo>
                    <a:pt x="4080436" y="2240955"/>
                  </a:lnTo>
                  <a:lnTo>
                    <a:pt x="4078243" y="2240955"/>
                  </a:lnTo>
                  <a:lnTo>
                    <a:pt x="4076049" y="2240955"/>
                  </a:lnTo>
                  <a:lnTo>
                    <a:pt x="4073855" y="2240955"/>
                  </a:lnTo>
                  <a:lnTo>
                    <a:pt x="4071661" y="2240955"/>
                  </a:lnTo>
                  <a:lnTo>
                    <a:pt x="4069467" y="2240955"/>
                  </a:lnTo>
                  <a:lnTo>
                    <a:pt x="4067274" y="2240955"/>
                  </a:lnTo>
                  <a:lnTo>
                    <a:pt x="4065080" y="2240955"/>
                  </a:lnTo>
                  <a:lnTo>
                    <a:pt x="4062886" y="2240955"/>
                  </a:lnTo>
                  <a:lnTo>
                    <a:pt x="4060692" y="2240955"/>
                  </a:lnTo>
                  <a:lnTo>
                    <a:pt x="4058499" y="2240955"/>
                  </a:lnTo>
                  <a:lnTo>
                    <a:pt x="4056305" y="2240955"/>
                  </a:lnTo>
                  <a:lnTo>
                    <a:pt x="4054111" y="2240955"/>
                  </a:lnTo>
                  <a:lnTo>
                    <a:pt x="4051917" y="2240955"/>
                  </a:lnTo>
                  <a:lnTo>
                    <a:pt x="4049723" y="2240955"/>
                  </a:lnTo>
                  <a:lnTo>
                    <a:pt x="4047530" y="2240955"/>
                  </a:lnTo>
                  <a:lnTo>
                    <a:pt x="4045336" y="2240955"/>
                  </a:lnTo>
                  <a:lnTo>
                    <a:pt x="4043142" y="2240955"/>
                  </a:lnTo>
                  <a:lnTo>
                    <a:pt x="4040948" y="2240955"/>
                  </a:lnTo>
                  <a:lnTo>
                    <a:pt x="4038755" y="2240955"/>
                  </a:lnTo>
                  <a:lnTo>
                    <a:pt x="4036561" y="2240955"/>
                  </a:lnTo>
                  <a:lnTo>
                    <a:pt x="4034367" y="2240955"/>
                  </a:lnTo>
                  <a:lnTo>
                    <a:pt x="4032173" y="2240955"/>
                  </a:lnTo>
                  <a:lnTo>
                    <a:pt x="4029979" y="2240955"/>
                  </a:lnTo>
                  <a:lnTo>
                    <a:pt x="4027786" y="2240955"/>
                  </a:lnTo>
                  <a:lnTo>
                    <a:pt x="4025592" y="2240955"/>
                  </a:lnTo>
                  <a:lnTo>
                    <a:pt x="4023398" y="2240955"/>
                  </a:lnTo>
                  <a:lnTo>
                    <a:pt x="4021204" y="2240955"/>
                  </a:lnTo>
                  <a:lnTo>
                    <a:pt x="4019010" y="2240955"/>
                  </a:lnTo>
                  <a:lnTo>
                    <a:pt x="4016817" y="2240955"/>
                  </a:lnTo>
                  <a:lnTo>
                    <a:pt x="4014623" y="2240955"/>
                  </a:lnTo>
                  <a:lnTo>
                    <a:pt x="4012429" y="2240955"/>
                  </a:lnTo>
                  <a:lnTo>
                    <a:pt x="4010235" y="2240955"/>
                  </a:lnTo>
                  <a:lnTo>
                    <a:pt x="4008042" y="2240955"/>
                  </a:lnTo>
                  <a:lnTo>
                    <a:pt x="4005848" y="2240955"/>
                  </a:lnTo>
                  <a:lnTo>
                    <a:pt x="4003654" y="2240955"/>
                  </a:lnTo>
                  <a:lnTo>
                    <a:pt x="4001460" y="2240955"/>
                  </a:lnTo>
                  <a:lnTo>
                    <a:pt x="3999266" y="2240955"/>
                  </a:lnTo>
                  <a:lnTo>
                    <a:pt x="3997073" y="2240955"/>
                  </a:lnTo>
                  <a:lnTo>
                    <a:pt x="3994879" y="2240955"/>
                  </a:lnTo>
                  <a:lnTo>
                    <a:pt x="3992685" y="2240955"/>
                  </a:lnTo>
                  <a:lnTo>
                    <a:pt x="3990491" y="2240955"/>
                  </a:lnTo>
                  <a:lnTo>
                    <a:pt x="3988297" y="2240955"/>
                  </a:lnTo>
                  <a:lnTo>
                    <a:pt x="3986104" y="2240955"/>
                  </a:lnTo>
                  <a:lnTo>
                    <a:pt x="3983910" y="2240955"/>
                  </a:lnTo>
                  <a:lnTo>
                    <a:pt x="3981716" y="2240955"/>
                  </a:lnTo>
                  <a:lnTo>
                    <a:pt x="3979522" y="2240955"/>
                  </a:lnTo>
                  <a:lnTo>
                    <a:pt x="3977329" y="2240955"/>
                  </a:lnTo>
                  <a:lnTo>
                    <a:pt x="3975135" y="2240955"/>
                  </a:lnTo>
                  <a:lnTo>
                    <a:pt x="3972941" y="2240955"/>
                  </a:lnTo>
                  <a:lnTo>
                    <a:pt x="3970747" y="2240955"/>
                  </a:lnTo>
                  <a:lnTo>
                    <a:pt x="3968553" y="2240955"/>
                  </a:lnTo>
                  <a:lnTo>
                    <a:pt x="3966360" y="2240955"/>
                  </a:lnTo>
                  <a:lnTo>
                    <a:pt x="3964166" y="2240955"/>
                  </a:lnTo>
                  <a:lnTo>
                    <a:pt x="3961972" y="2240955"/>
                  </a:lnTo>
                  <a:lnTo>
                    <a:pt x="3959778" y="2240955"/>
                  </a:lnTo>
                  <a:lnTo>
                    <a:pt x="3957585" y="2240955"/>
                  </a:lnTo>
                  <a:lnTo>
                    <a:pt x="3955391" y="2240955"/>
                  </a:lnTo>
                  <a:lnTo>
                    <a:pt x="3953197" y="2240955"/>
                  </a:lnTo>
                  <a:lnTo>
                    <a:pt x="3951003" y="2240955"/>
                  </a:lnTo>
                  <a:lnTo>
                    <a:pt x="3948809" y="2240955"/>
                  </a:lnTo>
                  <a:lnTo>
                    <a:pt x="3946616" y="2240955"/>
                  </a:lnTo>
                  <a:lnTo>
                    <a:pt x="3944422" y="2240955"/>
                  </a:lnTo>
                  <a:lnTo>
                    <a:pt x="3942228" y="2240955"/>
                  </a:lnTo>
                  <a:lnTo>
                    <a:pt x="3940034" y="2240955"/>
                  </a:lnTo>
                  <a:lnTo>
                    <a:pt x="3937840" y="2240955"/>
                  </a:lnTo>
                  <a:lnTo>
                    <a:pt x="3935647" y="2240955"/>
                  </a:lnTo>
                  <a:lnTo>
                    <a:pt x="3933453" y="2240955"/>
                  </a:lnTo>
                  <a:lnTo>
                    <a:pt x="3931259" y="2240955"/>
                  </a:lnTo>
                  <a:lnTo>
                    <a:pt x="3929065" y="2240955"/>
                  </a:lnTo>
                  <a:lnTo>
                    <a:pt x="3926872" y="2240955"/>
                  </a:lnTo>
                  <a:lnTo>
                    <a:pt x="3924678" y="2240955"/>
                  </a:lnTo>
                  <a:lnTo>
                    <a:pt x="3922484" y="2240955"/>
                  </a:lnTo>
                  <a:lnTo>
                    <a:pt x="3920290" y="2240955"/>
                  </a:lnTo>
                  <a:lnTo>
                    <a:pt x="3918096" y="2240955"/>
                  </a:lnTo>
                  <a:lnTo>
                    <a:pt x="3915903" y="2240955"/>
                  </a:lnTo>
                  <a:lnTo>
                    <a:pt x="3913709" y="2240955"/>
                  </a:lnTo>
                  <a:lnTo>
                    <a:pt x="3911515" y="2240955"/>
                  </a:lnTo>
                  <a:lnTo>
                    <a:pt x="3909321" y="2240955"/>
                  </a:lnTo>
                  <a:lnTo>
                    <a:pt x="3907128" y="2240955"/>
                  </a:lnTo>
                  <a:lnTo>
                    <a:pt x="3904934" y="2240955"/>
                  </a:lnTo>
                  <a:lnTo>
                    <a:pt x="3902740" y="2240955"/>
                  </a:lnTo>
                  <a:lnTo>
                    <a:pt x="3900546" y="2240955"/>
                  </a:lnTo>
                  <a:lnTo>
                    <a:pt x="3898352" y="2240955"/>
                  </a:lnTo>
                  <a:lnTo>
                    <a:pt x="3896159" y="2240955"/>
                  </a:lnTo>
                  <a:lnTo>
                    <a:pt x="3893965" y="2240955"/>
                  </a:lnTo>
                  <a:lnTo>
                    <a:pt x="3891771" y="2240955"/>
                  </a:lnTo>
                  <a:lnTo>
                    <a:pt x="3889577" y="2240955"/>
                  </a:lnTo>
                  <a:lnTo>
                    <a:pt x="3887383" y="2240955"/>
                  </a:lnTo>
                  <a:lnTo>
                    <a:pt x="3885190" y="2240955"/>
                  </a:lnTo>
                  <a:lnTo>
                    <a:pt x="3882996" y="2240955"/>
                  </a:lnTo>
                  <a:lnTo>
                    <a:pt x="3880802" y="2240955"/>
                  </a:lnTo>
                  <a:lnTo>
                    <a:pt x="3878608" y="2240955"/>
                  </a:lnTo>
                  <a:lnTo>
                    <a:pt x="3876415" y="2240955"/>
                  </a:lnTo>
                  <a:lnTo>
                    <a:pt x="3874221" y="2240955"/>
                  </a:lnTo>
                  <a:lnTo>
                    <a:pt x="3872027" y="2240955"/>
                  </a:lnTo>
                  <a:lnTo>
                    <a:pt x="3869833" y="2240955"/>
                  </a:lnTo>
                  <a:lnTo>
                    <a:pt x="3867639" y="2240955"/>
                  </a:lnTo>
                  <a:lnTo>
                    <a:pt x="3865446" y="2240955"/>
                  </a:lnTo>
                  <a:lnTo>
                    <a:pt x="3863252" y="2240955"/>
                  </a:lnTo>
                  <a:lnTo>
                    <a:pt x="3861058" y="2240955"/>
                  </a:lnTo>
                  <a:lnTo>
                    <a:pt x="3858864" y="2240955"/>
                  </a:lnTo>
                  <a:lnTo>
                    <a:pt x="3856670" y="2240955"/>
                  </a:lnTo>
                  <a:lnTo>
                    <a:pt x="3854477" y="2240955"/>
                  </a:lnTo>
                  <a:lnTo>
                    <a:pt x="3852283" y="2240955"/>
                  </a:lnTo>
                  <a:lnTo>
                    <a:pt x="3850089" y="2240955"/>
                  </a:lnTo>
                  <a:lnTo>
                    <a:pt x="3847895" y="2240955"/>
                  </a:lnTo>
                  <a:lnTo>
                    <a:pt x="3845702" y="2240955"/>
                  </a:lnTo>
                  <a:lnTo>
                    <a:pt x="3843508" y="2240955"/>
                  </a:lnTo>
                  <a:lnTo>
                    <a:pt x="3841314" y="2240955"/>
                  </a:lnTo>
                  <a:lnTo>
                    <a:pt x="3839120" y="2240955"/>
                  </a:lnTo>
                  <a:lnTo>
                    <a:pt x="3836926" y="2240955"/>
                  </a:lnTo>
                  <a:lnTo>
                    <a:pt x="3834733" y="2240955"/>
                  </a:lnTo>
                  <a:lnTo>
                    <a:pt x="3832539" y="2240955"/>
                  </a:lnTo>
                  <a:lnTo>
                    <a:pt x="3830345" y="2240955"/>
                  </a:lnTo>
                  <a:lnTo>
                    <a:pt x="3828151" y="2240955"/>
                  </a:lnTo>
                  <a:lnTo>
                    <a:pt x="3825958" y="2240955"/>
                  </a:lnTo>
                  <a:lnTo>
                    <a:pt x="3823764" y="2240955"/>
                  </a:lnTo>
                  <a:lnTo>
                    <a:pt x="3821570" y="2240955"/>
                  </a:lnTo>
                  <a:lnTo>
                    <a:pt x="3819376" y="2240955"/>
                  </a:lnTo>
                  <a:lnTo>
                    <a:pt x="3817182" y="2240955"/>
                  </a:lnTo>
                  <a:lnTo>
                    <a:pt x="3814989" y="2240955"/>
                  </a:lnTo>
                  <a:lnTo>
                    <a:pt x="3812795" y="2240955"/>
                  </a:lnTo>
                  <a:lnTo>
                    <a:pt x="3810601" y="2240955"/>
                  </a:lnTo>
                  <a:lnTo>
                    <a:pt x="3808407" y="2240955"/>
                  </a:lnTo>
                  <a:lnTo>
                    <a:pt x="3806213" y="2240955"/>
                  </a:lnTo>
                  <a:lnTo>
                    <a:pt x="3804020" y="2240955"/>
                  </a:lnTo>
                  <a:lnTo>
                    <a:pt x="3801826" y="2240955"/>
                  </a:lnTo>
                  <a:lnTo>
                    <a:pt x="3799632" y="2240955"/>
                  </a:lnTo>
                  <a:lnTo>
                    <a:pt x="3797438" y="2240955"/>
                  </a:lnTo>
                  <a:lnTo>
                    <a:pt x="3795245" y="2240955"/>
                  </a:lnTo>
                  <a:lnTo>
                    <a:pt x="3793051" y="2240955"/>
                  </a:lnTo>
                  <a:lnTo>
                    <a:pt x="3790857" y="2240955"/>
                  </a:lnTo>
                  <a:lnTo>
                    <a:pt x="3788663" y="2240955"/>
                  </a:lnTo>
                  <a:lnTo>
                    <a:pt x="3786469" y="2240955"/>
                  </a:lnTo>
                  <a:lnTo>
                    <a:pt x="3784276" y="2240955"/>
                  </a:lnTo>
                  <a:lnTo>
                    <a:pt x="3782082" y="2240955"/>
                  </a:lnTo>
                  <a:lnTo>
                    <a:pt x="3779888" y="2240955"/>
                  </a:lnTo>
                  <a:lnTo>
                    <a:pt x="3777694" y="2240955"/>
                  </a:lnTo>
                  <a:lnTo>
                    <a:pt x="3775501" y="2240955"/>
                  </a:lnTo>
                  <a:lnTo>
                    <a:pt x="3773307" y="2240955"/>
                  </a:lnTo>
                  <a:lnTo>
                    <a:pt x="3771113" y="2240955"/>
                  </a:lnTo>
                  <a:lnTo>
                    <a:pt x="3768919" y="2240955"/>
                  </a:lnTo>
                  <a:lnTo>
                    <a:pt x="3766725" y="2240955"/>
                  </a:lnTo>
                  <a:lnTo>
                    <a:pt x="3764532" y="2240955"/>
                  </a:lnTo>
                  <a:lnTo>
                    <a:pt x="3762338" y="2240955"/>
                  </a:lnTo>
                  <a:lnTo>
                    <a:pt x="3760144" y="2240955"/>
                  </a:lnTo>
                  <a:lnTo>
                    <a:pt x="3757950" y="2240955"/>
                  </a:lnTo>
                  <a:lnTo>
                    <a:pt x="3755756" y="2240955"/>
                  </a:lnTo>
                  <a:lnTo>
                    <a:pt x="3753563" y="2240955"/>
                  </a:lnTo>
                  <a:lnTo>
                    <a:pt x="3751369" y="2240955"/>
                  </a:lnTo>
                  <a:lnTo>
                    <a:pt x="3749175" y="2240955"/>
                  </a:lnTo>
                  <a:lnTo>
                    <a:pt x="3746981" y="2240955"/>
                  </a:lnTo>
                  <a:lnTo>
                    <a:pt x="3744788" y="2240955"/>
                  </a:lnTo>
                  <a:lnTo>
                    <a:pt x="3742594" y="2240955"/>
                  </a:lnTo>
                  <a:lnTo>
                    <a:pt x="3740400" y="2240955"/>
                  </a:lnTo>
                  <a:lnTo>
                    <a:pt x="3738206" y="2240955"/>
                  </a:lnTo>
                  <a:lnTo>
                    <a:pt x="3736012" y="2240955"/>
                  </a:lnTo>
                  <a:lnTo>
                    <a:pt x="3733819" y="2240955"/>
                  </a:lnTo>
                  <a:lnTo>
                    <a:pt x="3731625" y="2240955"/>
                  </a:lnTo>
                  <a:lnTo>
                    <a:pt x="3729431" y="2240955"/>
                  </a:lnTo>
                  <a:lnTo>
                    <a:pt x="3727237" y="2240955"/>
                  </a:lnTo>
                  <a:lnTo>
                    <a:pt x="3725043" y="2240955"/>
                  </a:lnTo>
                  <a:lnTo>
                    <a:pt x="3722850" y="2240955"/>
                  </a:lnTo>
                  <a:lnTo>
                    <a:pt x="3720656" y="2240955"/>
                  </a:lnTo>
                  <a:lnTo>
                    <a:pt x="3718462" y="2240955"/>
                  </a:lnTo>
                  <a:lnTo>
                    <a:pt x="3716268" y="2240955"/>
                  </a:lnTo>
                  <a:lnTo>
                    <a:pt x="3714075" y="2240955"/>
                  </a:lnTo>
                  <a:lnTo>
                    <a:pt x="3711881" y="2240955"/>
                  </a:lnTo>
                  <a:lnTo>
                    <a:pt x="3709687" y="2240955"/>
                  </a:lnTo>
                  <a:lnTo>
                    <a:pt x="3707493" y="2240955"/>
                  </a:lnTo>
                  <a:lnTo>
                    <a:pt x="3705299" y="2240955"/>
                  </a:lnTo>
                  <a:lnTo>
                    <a:pt x="3703106" y="2240955"/>
                  </a:lnTo>
                  <a:lnTo>
                    <a:pt x="3700912" y="2240955"/>
                  </a:lnTo>
                  <a:lnTo>
                    <a:pt x="3698718" y="2240955"/>
                  </a:lnTo>
                  <a:lnTo>
                    <a:pt x="3696524" y="2240955"/>
                  </a:lnTo>
                  <a:lnTo>
                    <a:pt x="3694331" y="2240955"/>
                  </a:lnTo>
                  <a:lnTo>
                    <a:pt x="3692137" y="2240955"/>
                  </a:lnTo>
                  <a:lnTo>
                    <a:pt x="3689943" y="2240955"/>
                  </a:lnTo>
                  <a:lnTo>
                    <a:pt x="3687749" y="2240955"/>
                  </a:lnTo>
                  <a:lnTo>
                    <a:pt x="3685555" y="2240955"/>
                  </a:lnTo>
                  <a:lnTo>
                    <a:pt x="3683362" y="2240955"/>
                  </a:lnTo>
                  <a:lnTo>
                    <a:pt x="3681168" y="2240955"/>
                  </a:lnTo>
                  <a:lnTo>
                    <a:pt x="3678974" y="2240955"/>
                  </a:lnTo>
                  <a:lnTo>
                    <a:pt x="3676780" y="2240955"/>
                  </a:lnTo>
                  <a:lnTo>
                    <a:pt x="3674586" y="2240955"/>
                  </a:lnTo>
                  <a:lnTo>
                    <a:pt x="3672393" y="2240955"/>
                  </a:lnTo>
                  <a:lnTo>
                    <a:pt x="3670199" y="2240955"/>
                  </a:lnTo>
                  <a:lnTo>
                    <a:pt x="3668005" y="2240955"/>
                  </a:lnTo>
                  <a:lnTo>
                    <a:pt x="3665811" y="2240955"/>
                  </a:lnTo>
                  <a:lnTo>
                    <a:pt x="3663618" y="2240955"/>
                  </a:lnTo>
                  <a:lnTo>
                    <a:pt x="3661424" y="2240955"/>
                  </a:lnTo>
                  <a:lnTo>
                    <a:pt x="3659230" y="2240955"/>
                  </a:lnTo>
                  <a:lnTo>
                    <a:pt x="3657036" y="2240955"/>
                  </a:lnTo>
                  <a:lnTo>
                    <a:pt x="3654842" y="2240955"/>
                  </a:lnTo>
                  <a:lnTo>
                    <a:pt x="3652649" y="2240955"/>
                  </a:lnTo>
                  <a:lnTo>
                    <a:pt x="3650455" y="2240955"/>
                  </a:lnTo>
                  <a:lnTo>
                    <a:pt x="3648261" y="2240955"/>
                  </a:lnTo>
                  <a:lnTo>
                    <a:pt x="3646067" y="2240955"/>
                  </a:lnTo>
                  <a:lnTo>
                    <a:pt x="3643874" y="2240955"/>
                  </a:lnTo>
                  <a:lnTo>
                    <a:pt x="3641680" y="2240955"/>
                  </a:lnTo>
                  <a:lnTo>
                    <a:pt x="3639486" y="2240955"/>
                  </a:lnTo>
                  <a:lnTo>
                    <a:pt x="3637292" y="2240955"/>
                  </a:lnTo>
                  <a:lnTo>
                    <a:pt x="3635098" y="2240955"/>
                  </a:lnTo>
                  <a:lnTo>
                    <a:pt x="3632905" y="2240955"/>
                  </a:lnTo>
                  <a:lnTo>
                    <a:pt x="3630711" y="2240955"/>
                  </a:lnTo>
                  <a:lnTo>
                    <a:pt x="3628517" y="2240955"/>
                  </a:lnTo>
                  <a:lnTo>
                    <a:pt x="3626323" y="2240955"/>
                  </a:lnTo>
                  <a:lnTo>
                    <a:pt x="3624129" y="2240955"/>
                  </a:lnTo>
                  <a:lnTo>
                    <a:pt x="3621936" y="2240955"/>
                  </a:lnTo>
                  <a:lnTo>
                    <a:pt x="3619742" y="2240955"/>
                  </a:lnTo>
                  <a:lnTo>
                    <a:pt x="3617548" y="2240955"/>
                  </a:lnTo>
                  <a:lnTo>
                    <a:pt x="3615354" y="2240955"/>
                  </a:lnTo>
                  <a:lnTo>
                    <a:pt x="3613161" y="2240955"/>
                  </a:lnTo>
                  <a:lnTo>
                    <a:pt x="3610967" y="2240955"/>
                  </a:lnTo>
                  <a:lnTo>
                    <a:pt x="3608773" y="2240955"/>
                  </a:lnTo>
                  <a:lnTo>
                    <a:pt x="3606579" y="2240955"/>
                  </a:lnTo>
                  <a:lnTo>
                    <a:pt x="3604385" y="2240955"/>
                  </a:lnTo>
                  <a:lnTo>
                    <a:pt x="3602192" y="2240955"/>
                  </a:lnTo>
                  <a:lnTo>
                    <a:pt x="3599998" y="2240955"/>
                  </a:lnTo>
                  <a:lnTo>
                    <a:pt x="3597804" y="2240955"/>
                  </a:lnTo>
                  <a:lnTo>
                    <a:pt x="3595610" y="2240955"/>
                  </a:lnTo>
                  <a:lnTo>
                    <a:pt x="3593416" y="2240955"/>
                  </a:lnTo>
                  <a:lnTo>
                    <a:pt x="3591223" y="2240955"/>
                  </a:lnTo>
                  <a:lnTo>
                    <a:pt x="3589029" y="2240955"/>
                  </a:lnTo>
                  <a:lnTo>
                    <a:pt x="3586835" y="2240955"/>
                  </a:lnTo>
                  <a:lnTo>
                    <a:pt x="3584641" y="2240955"/>
                  </a:lnTo>
                  <a:lnTo>
                    <a:pt x="3582448" y="2240955"/>
                  </a:lnTo>
                  <a:lnTo>
                    <a:pt x="3580254" y="2240955"/>
                  </a:lnTo>
                  <a:lnTo>
                    <a:pt x="3578060" y="2240955"/>
                  </a:lnTo>
                  <a:lnTo>
                    <a:pt x="3575866" y="2240955"/>
                  </a:lnTo>
                  <a:lnTo>
                    <a:pt x="3573672" y="2240955"/>
                  </a:lnTo>
                  <a:lnTo>
                    <a:pt x="3571479" y="2240955"/>
                  </a:lnTo>
                  <a:lnTo>
                    <a:pt x="3569285" y="2240955"/>
                  </a:lnTo>
                  <a:lnTo>
                    <a:pt x="3567091" y="2240955"/>
                  </a:lnTo>
                  <a:lnTo>
                    <a:pt x="3564897" y="2240955"/>
                  </a:lnTo>
                  <a:lnTo>
                    <a:pt x="3562704" y="2240955"/>
                  </a:lnTo>
                  <a:lnTo>
                    <a:pt x="3560510" y="2240955"/>
                  </a:lnTo>
                  <a:lnTo>
                    <a:pt x="3558316" y="2240955"/>
                  </a:lnTo>
                  <a:lnTo>
                    <a:pt x="3556122" y="2240955"/>
                  </a:lnTo>
                  <a:lnTo>
                    <a:pt x="3553928" y="2240955"/>
                  </a:lnTo>
                  <a:lnTo>
                    <a:pt x="3551735" y="2240955"/>
                  </a:lnTo>
                  <a:lnTo>
                    <a:pt x="3549541" y="2240955"/>
                  </a:lnTo>
                  <a:lnTo>
                    <a:pt x="3547347" y="2240955"/>
                  </a:lnTo>
                  <a:lnTo>
                    <a:pt x="3545153" y="2240955"/>
                  </a:lnTo>
                  <a:lnTo>
                    <a:pt x="3542959" y="2240955"/>
                  </a:lnTo>
                  <a:lnTo>
                    <a:pt x="3540766" y="2240955"/>
                  </a:lnTo>
                  <a:lnTo>
                    <a:pt x="3538572" y="2240955"/>
                  </a:lnTo>
                  <a:lnTo>
                    <a:pt x="3536378" y="2240955"/>
                  </a:lnTo>
                  <a:lnTo>
                    <a:pt x="3534184" y="2240955"/>
                  </a:lnTo>
                  <a:lnTo>
                    <a:pt x="3531991" y="2240955"/>
                  </a:lnTo>
                  <a:lnTo>
                    <a:pt x="3529797" y="2240955"/>
                  </a:lnTo>
                  <a:lnTo>
                    <a:pt x="3527603" y="2240955"/>
                  </a:lnTo>
                  <a:lnTo>
                    <a:pt x="3525409" y="2240955"/>
                  </a:lnTo>
                  <a:lnTo>
                    <a:pt x="3523215" y="2240955"/>
                  </a:lnTo>
                  <a:lnTo>
                    <a:pt x="3521022" y="2240955"/>
                  </a:lnTo>
                  <a:lnTo>
                    <a:pt x="3518828" y="2240955"/>
                  </a:lnTo>
                  <a:lnTo>
                    <a:pt x="3516634" y="2240955"/>
                  </a:lnTo>
                  <a:lnTo>
                    <a:pt x="3514440" y="2240955"/>
                  </a:lnTo>
                  <a:lnTo>
                    <a:pt x="3512247" y="2240955"/>
                  </a:lnTo>
                  <a:lnTo>
                    <a:pt x="3510053" y="2240955"/>
                  </a:lnTo>
                  <a:lnTo>
                    <a:pt x="3507859" y="2240955"/>
                  </a:lnTo>
                  <a:lnTo>
                    <a:pt x="3505665" y="2240955"/>
                  </a:lnTo>
                  <a:lnTo>
                    <a:pt x="3503471" y="2240955"/>
                  </a:lnTo>
                  <a:lnTo>
                    <a:pt x="3501278" y="2240955"/>
                  </a:lnTo>
                  <a:lnTo>
                    <a:pt x="3499084" y="2240955"/>
                  </a:lnTo>
                  <a:lnTo>
                    <a:pt x="3496890" y="2240955"/>
                  </a:lnTo>
                  <a:lnTo>
                    <a:pt x="3494696" y="2240955"/>
                  </a:lnTo>
                  <a:lnTo>
                    <a:pt x="3492502" y="2240955"/>
                  </a:lnTo>
                  <a:lnTo>
                    <a:pt x="3490309" y="2240955"/>
                  </a:lnTo>
                  <a:lnTo>
                    <a:pt x="3488115" y="2240955"/>
                  </a:lnTo>
                  <a:lnTo>
                    <a:pt x="3485921" y="2240955"/>
                  </a:lnTo>
                  <a:lnTo>
                    <a:pt x="3483727" y="2240955"/>
                  </a:lnTo>
                  <a:lnTo>
                    <a:pt x="3481534" y="2240955"/>
                  </a:lnTo>
                  <a:lnTo>
                    <a:pt x="3479340" y="2240955"/>
                  </a:lnTo>
                  <a:lnTo>
                    <a:pt x="3477146" y="2240955"/>
                  </a:lnTo>
                  <a:lnTo>
                    <a:pt x="3474952" y="2240955"/>
                  </a:lnTo>
                  <a:lnTo>
                    <a:pt x="3472758" y="2240955"/>
                  </a:lnTo>
                  <a:lnTo>
                    <a:pt x="3470565" y="2240955"/>
                  </a:lnTo>
                  <a:lnTo>
                    <a:pt x="3468371" y="2240955"/>
                  </a:lnTo>
                  <a:lnTo>
                    <a:pt x="3466177" y="2240955"/>
                  </a:lnTo>
                  <a:lnTo>
                    <a:pt x="3463983" y="2240955"/>
                  </a:lnTo>
                  <a:lnTo>
                    <a:pt x="3461790" y="2240955"/>
                  </a:lnTo>
                  <a:lnTo>
                    <a:pt x="3459596" y="2240955"/>
                  </a:lnTo>
                  <a:lnTo>
                    <a:pt x="3457402" y="2240955"/>
                  </a:lnTo>
                  <a:lnTo>
                    <a:pt x="3455208" y="2240955"/>
                  </a:lnTo>
                  <a:lnTo>
                    <a:pt x="3453014" y="2240955"/>
                  </a:lnTo>
                  <a:lnTo>
                    <a:pt x="3450821" y="2240955"/>
                  </a:lnTo>
                  <a:lnTo>
                    <a:pt x="3448627" y="2240955"/>
                  </a:lnTo>
                  <a:lnTo>
                    <a:pt x="3446433" y="2240955"/>
                  </a:lnTo>
                  <a:lnTo>
                    <a:pt x="3444239" y="2240955"/>
                  </a:lnTo>
                  <a:lnTo>
                    <a:pt x="3442045" y="2240955"/>
                  </a:lnTo>
                  <a:lnTo>
                    <a:pt x="3439852" y="2240955"/>
                  </a:lnTo>
                  <a:lnTo>
                    <a:pt x="3437658" y="2240955"/>
                  </a:lnTo>
                  <a:lnTo>
                    <a:pt x="3435464" y="2240955"/>
                  </a:lnTo>
                  <a:lnTo>
                    <a:pt x="3433270" y="2240955"/>
                  </a:lnTo>
                  <a:lnTo>
                    <a:pt x="3431077" y="2240955"/>
                  </a:lnTo>
                  <a:lnTo>
                    <a:pt x="3428883" y="2240955"/>
                  </a:lnTo>
                  <a:lnTo>
                    <a:pt x="3426689" y="2240955"/>
                  </a:lnTo>
                  <a:lnTo>
                    <a:pt x="3424495" y="2240955"/>
                  </a:lnTo>
                  <a:lnTo>
                    <a:pt x="3422301" y="2240955"/>
                  </a:lnTo>
                  <a:lnTo>
                    <a:pt x="3420108" y="2240955"/>
                  </a:lnTo>
                  <a:lnTo>
                    <a:pt x="3417914" y="2240955"/>
                  </a:lnTo>
                  <a:lnTo>
                    <a:pt x="3415720" y="2240955"/>
                  </a:lnTo>
                  <a:lnTo>
                    <a:pt x="3413526" y="2240955"/>
                  </a:lnTo>
                  <a:lnTo>
                    <a:pt x="3411332" y="2240955"/>
                  </a:lnTo>
                  <a:lnTo>
                    <a:pt x="3409139" y="2240955"/>
                  </a:lnTo>
                  <a:lnTo>
                    <a:pt x="3406945" y="2240955"/>
                  </a:lnTo>
                  <a:lnTo>
                    <a:pt x="3404751" y="2240955"/>
                  </a:lnTo>
                  <a:lnTo>
                    <a:pt x="3402557" y="2240955"/>
                  </a:lnTo>
                  <a:lnTo>
                    <a:pt x="3400364" y="2240955"/>
                  </a:lnTo>
                  <a:lnTo>
                    <a:pt x="3398170" y="2240955"/>
                  </a:lnTo>
                  <a:lnTo>
                    <a:pt x="3395976" y="2240955"/>
                  </a:lnTo>
                  <a:lnTo>
                    <a:pt x="3393782" y="2240955"/>
                  </a:lnTo>
                  <a:lnTo>
                    <a:pt x="3391588" y="2240955"/>
                  </a:lnTo>
                  <a:lnTo>
                    <a:pt x="3389395" y="2240955"/>
                  </a:lnTo>
                  <a:lnTo>
                    <a:pt x="3387201" y="2240955"/>
                  </a:lnTo>
                  <a:lnTo>
                    <a:pt x="3385007" y="2240955"/>
                  </a:lnTo>
                  <a:lnTo>
                    <a:pt x="3382813" y="2240955"/>
                  </a:lnTo>
                  <a:lnTo>
                    <a:pt x="3380620" y="2240955"/>
                  </a:lnTo>
                  <a:lnTo>
                    <a:pt x="3378426" y="2240955"/>
                  </a:lnTo>
                  <a:lnTo>
                    <a:pt x="3376232" y="2240955"/>
                  </a:lnTo>
                  <a:lnTo>
                    <a:pt x="3374038" y="2240955"/>
                  </a:lnTo>
                  <a:lnTo>
                    <a:pt x="3371844" y="2240955"/>
                  </a:lnTo>
                  <a:lnTo>
                    <a:pt x="3369651" y="2240955"/>
                  </a:lnTo>
                  <a:lnTo>
                    <a:pt x="3367457" y="2240955"/>
                  </a:lnTo>
                  <a:lnTo>
                    <a:pt x="3365263" y="2240955"/>
                  </a:lnTo>
                  <a:lnTo>
                    <a:pt x="3363069" y="2240955"/>
                  </a:lnTo>
                  <a:lnTo>
                    <a:pt x="3360875" y="2240955"/>
                  </a:lnTo>
                  <a:lnTo>
                    <a:pt x="3358682" y="2240955"/>
                  </a:lnTo>
                  <a:lnTo>
                    <a:pt x="3356488" y="2240955"/>
                  </a:lnTo>
                  <a:lnTo>
                    <a:pt x="3354294" y="2240955"/>
                  </a:lnTo>
                  <a:lnTo>
                    <a:pt x="3352100" y="2240955"/>
                  </a:lnTo>
                  <a:lnTo>
                    <a:pt x="3349907" y="2240955"/>
                  </a:lnTo>
                  <a:lnTo>
                    <a:pt x="3347713" y="2240955"/>
                  </a:lnTo>
                  <a:lnTo>
                    <a:pt x="3345519" y="2240955"/>
                  </a:lnTo>
                  <a:lnTo>
                    <a:pt x="3343325" y="2240955"/>
                  </a:lnTo>
                  <a:lnTo>
                    <a:pt x="3341131" y="2240955"/>
                  </a:lnTo>
                  <a:lnTo>
                    <a:pt x="3338938" y="2240955"/>
                  </a:lnTo>
                  <a:lnTo>
                    <a:pt x="3336744" y="2240955"/>
                  </a:lnTo>
                  <a:lnTo>
                    <a:pt x="3334550" y="2240955"/>
                  </a:lnTo>
                  <a:lnTo>
                    <a:pt x="3332356" y="2240955"/>
                  </a:lnTo>
                  <a:lnTo>
                    <a:pt x="3330163" y="2240955"/>
                  </a:lnTo>
                  <a:lnTo>
                    <a:pt x="3327969" y="2240955"/>
                  </a:lnTo>
                  <a:lnTo>
                    <a:pt x="3325775" y="2240955"/>
                  </a:lnTo>
                  <a:lnTo>
                    <a:pt x="3323581" y="2240955"/>
                  </a:lnTo>
                  <a:lnTo>
                    <a:pt x="3321387" y="2240955"/>
                  </a:lnTo>
                  <a:lnTo>
                    <a:pt x="3319194" y="2240955"/>
                  </a:lnTo>
                  <a:lnTo>
                    <a:pt x="3317000" y="2240955"/>
                  </a:lnTo>
                  <a:lnTo>
                    <a:pt x="3314806" y="2240955"/>
                  </a:lnTo>
                  <a:lnTo>
                    <a:pt x="3312612" y="2240955"/>
                  </a:lnTo>
                  <a:lnTo>
                    <a:pt x="3310418" y="2240955"/>
                  </a:lnTo>
                  <a:lnTo>
                    <a:pt x="3308225" y="2240955"/>
                  </a:lnTo>
                  <a:lnTo>
                    <a:pt x="3306031" y="2240955"/>
                  </a:lnTo>
                  <a:lnTo>
                    <a:pt x="3303837" y="2240955"/>
                  </a:lnTo>
                  <a:lnTo>
                    <a:pt x="3301643" y="2240955"/>
                  </a:lnTo>
                  <a:lnTo>
                    <a:pt x="3299450" y="2240955"/>
                  </a:lnTo>
                  <a:lnTo>
                    <a:pt x="3297256" y="2240955"/>
                  </a:lnTo>
                  <a:lnTo>
                    <a:pt x="3295062" y="2240955"/>
                  </a:lnTo>
                  <a:lnTo>
                    <a:pt x="3292868" y="2240955"/>
                  </a:lnTo>
                  <a:lnTo>
                    <a:pt x="3290674" y="2240955"/>
                  </a:lnTo>
                  <a:lnTo>
                    <a:pt x="3288481" y="2240955"/>
                  </a:lnTo>
                  <a:lnTo>
                    <a:pt x="3286287" y="2240955"/>
                  </a:lnTo>
                  <a:lnTo>
                    <a:pt x="3284093" y="2240955"/>
                  </a:lnTo>
                  <a:lnTo>
                    <a:pt x="3281899" y="2240955"/>
                  </a:lnTo>
                  <a:lnTo>
                    <a:pt x="3279705" y="2240955"/>
                  </a:lnTo>
                  <a:lnTo>
                    <a:pt x="3277512" y="2240955"/>
                  </a:lnTo>
                  <a:lnTo>
                    <a:pt x="3275318" y="2240955"/>
                  </a:lnTo>
                  <a:lnTo>
                    <a:pt x="3273124" y="2240955"/>
                  </a:lnTo>
                  <a:lnTo>
                    <a:pt x="3270930" y="2240955"/>
                  </a:lnTo>
                  <a:lnTo>
                    <a:pt x="3268737" y="2240955"/>
                  </a:lnTo>
                  <a:lnTo>
                    <a:pt x="3266543" y="2240955"/>
                  </a:lnTo>
                  <a:lnTo>
                    <a:pt x="3264349" y="2240955"/>
                  </a:lnTo>
                  <a:lnTo>
                    <a:pt x="3262155" y="2240955"/>
                  </a:lnTo>
                  <a:lnTo>
                    <a:pt x="3259961" y="2240955"/>
                  </a:lnTo>
                  <a:lnTo>
                    <a:pt x="3257768" y="2240955"/>
                  </a:lnTo>
                  <a:lnTo>
                    <a:pt x="3255574" y="2240955"/>
                  </a:lnTo>
                  <a:lnTo>
                    <a:pt x="3253380" y="2240955"/>
                  </a:lnTo>
                  <a:lnTo>
                    <a:pt x="3251186" y="2240955"/>
                  </a:lnTo>
                  <a:lnTo>
                    <a:pt x="3248993" y="2240955"/>
                  </a:lnTo>
                  <a:lnTo>
                    <a:pt x="3246799" y="2240955"/>
                  </a:lnTo>
                  <a:lnTo>
                    <a:pt x="3244605" y="2240955"/>
                  </a:lnTo>
                  <a:lnTo>
                    <a:pt x="3242411" y="2240955"/>
                  </a:lnTo>
                  <a:lnTo>
                    <a:pt x="3240217" y="2240955"/>
                  </a:lnTo>
                  <a:lnTo>
                    <a:pt x="3238024" y="2240955"/>
                  </a:lnTo>
                  <a:lnTo>
                    <a:pt x="3235830" y="2240955"/>
                  </a:lnTo>
                  <a:lnTo>
                    <a:pt x="3233636" y="2240955"/>
                  </a:lnTo>
                  <a:lnTo>
                    <a:pt x="3231442" y="2240955"/>
                  </a:lnTo>
                  <a:lnTo>
                    <a:pt x="3229248" y="2240955"/>
                  </a:lnTo>
                  <a:lnTo>
                    <a:pt x="3227055" y="2240955"/>
                  </a:lnTo>
                  <a:lnTo>
                    <a:pt x="3224861" y="2240955"/>
                  </a:lnTo>
                  <a:lnTo>
                    <a:pt x="3222667" y="2240955"/>
                  </a:lnTo>
                  <a:lnTo>
                    <a:pt x="3220473" y="2240955"/>
                  </a:lnTo>
                  <a:lnTo>
                    <a:pt x="3218280" y="2240955"/>
                  </a:lnTo>
                  <a:lnTo>
                    <a:pt x="3216086" y="2240955"/>
                  </a:lnTo>
                  <a:lnTo>
                    <a:pt x="3213892" y="2240955"/>
                  </a:lnTo>
                  <a:lnTo>
                    <a:pt x="3211698" y="2240955"/>
                  </a:lnTo>
                  <a:lnTo>
                    <a:pt x="3209504" y="2240955"/>
                  </a:lnTo>
                  <a:lnTo>
                    <a:pt x="3207311" y="2240955"/>
                  </a:lnTo>
                  <a:lnTo>
                    <a:pt x="3205117" y="2240955"/>
                  </a:lnTo>
                  <a:lnTo>
                    <a:pt x="3202923" y="2240955"/>
                  </a:lnTo>
                  <a:lnTo>
                    <a:pt x="3200729" y="2240955"/>
                  </a:lnTo>
                  <a:lnTo>
                    <a:pt x="3198536" y="2240955"/>
                  </a:lnTo>
                  <a:lnTo>
                    <a:pt x="3196342" y="2240955"/>
                  </a:lnTo>
                  <a:lnTo>
                    <a:pt x="3194148" y="2240955"/>
                  </a:lnTo>
                  <a:lnTo>
                    <a:pt x="3191954" y="2240955"/>
                  </a:lnTo>
                  <a:lnTo>
                    <a:pt x="3189760" y="2240955"/>
                  </a:lnTo>
                  <a:lnTo>
                    <a:pt x="3187567" y="2240955"/>
                  </a:lnTo>
                  <a:lnTo>
                    <a:pt x="3185373" y="2240955"/>
                  </a:lnTo>
                  <a:lnTo>
                    <a:pt x="3183179" y="2240955"/>
                  </a:lnTo>
                  <a:lnTo>
                    <a:pt x="3180985" y="2240955"/>
                  </a:lnTo>
                  <a:lnTo>
                    <a:pt x="3178791" y="2240955"/>
                  </a:lnTo>
                  <a:lnTo>
                    <a:pt x="3176598" y="2240955"/>
                  </a:lnTo>
                  <a:lnTo>
                    <a:pt x="3174404" y="2240955"/>
                  </a:lnTo>
                  <a:lnTo>
                    <a:pt x="3172210" y="2240955"/>
                  </a:lnTo>
                  <a:lnTo>
                    <a:pt x="3170016" y="2240955"/>
                  </a:lnTo>
                  <a:lnTo>
                    <a:pt x="3167823" y="2240955"/>
                  </a:lnTo>
                  <a:lnTo>
                    <a:pt x="3165629" y="2240955"/>
                  </a:lnTo>
                  <a:lnTo>
                    <a:pt x="3163435" y="2240955"/>
                  </a:lnTo>
                  <a:lnTo>
                    <a:pt x="3161241" y="2240955"/>
                  </a:lnTo>
                  <a:lnTo>
                    <a:pt x="3159047" y="2240955"/>
                  </a:lnTo>
                  <a:lnTo>
                    <a:pt x="3156854" y="2240955"/>
                  </a:lnTo>
                  <a:lnTo>
                    <a:pt x="3154660" y="2240955"/>
                  </a:lnTo>
                  <a:lnTo>
                    <a:pt x="3152466" y="2240955"/>
                  </a:lnTo>
                  <a:lnTo>
                    <a:pt x="3150272" y="2240955"/>
                  </a:lnTo>
                  <a:lnTo>
                    <a:pt x="3148078" y="2240955"/>
                  </a:lnTo>
                  <a:lnTo>
                    <a:pt x="3145885" y="2240955"/>
                  </a:lnTo>
                  <a:lnTo>
                    <a:pt x="3143691" y="2240955"/>
                  </a:lnTo>
                  <a:lnTo>
                    <a:pt x="3141497" y="2240955"/>
                  </a:lnTo>
                  <a:lnTo>
                    <a:pt x="3139303" y="2240955"/>
                  </a:lnTo>
                  <a:lnTo>
                    <a:pt x="3137110" y="2240955"/>
                  </a:lnTo>
                  <a:lnTo>
                    <a:pt x="3134916" y="2240955"/>
                  </a:lnTo>
                  <a:lnTo>
                    <a:pt x="3132722" y="2240955"/>
                  </a:lnTo>
                  <a:lnTo>
                    <a:pt x="3130528" y="2240955"/>
                  </a:lnTo>
                  <a:lnTo>
                    <a:pt x="3128334" y="2240955"/>
                  </a:lnTo>
                  <a:lnTo>
                    <a:pt x="3126141" y="2240955"/>
                  </a:lnTo>
                  <a:lnTo>
                    <a:pt x="3123947" y="2240955"/>
                  </a:lnTo>
                  <a:lnTo>
                    <a:pt x="3121753" y="2240955"/>
                  </a:lnTo>
                  <a:lnTo>
                    <a:pt x="3119559" y="2240955"/>
                  </a:lnTo>
                  <a:lnTo>
                    <a:pt x="3117366" y="2240955"/>
                  </a:lnTo>
                  <a:lnTo>
                    <a:pt x="3115172" y="2240955"/>
                  </a:lnTo>
                  <a:lnTo>
                    <a:pt x="3112978" y="2240955"/>
                  </a:lnTo>
                  <a:lnTo>
                    <a:pt x="3110784" y="2240955"/>
                  </a:lnTo>
                  <a:lnTo>
                    <a:pt x="3108590" y="2240955"/>
                  </a:lnTo>
                  <a:lnTo>
                    <a:pt x="3106397" y="2240955"/>
                  </a:lnTo>
                  <a:lnTo>
                    <a:pt x="3104203" y="2240955"/>
                  </a:lnTo>
                  <a:lnTo>
                    <a:pt x="3102009" y="2240955"/>
                  </a:lnTo>
                  <a:lnTo>
                    <a:pt x="3099815" y="2240955"/>
                  </a:lnTo>
                  <a:lnTo>
                    <a:pt x="3097621" y="2240955"/>
                  </a:lnTo>
                  <a:lnTo>
                    <a:pt x="3095428" y="2240955"/>
                  </a:lnTo>
                  <a:lnTo>
                    <a:pt x="3093234" y="2240955"/>
                  </a:lnTo>
                  <a:lnTo>
                    <a:pt x="3091040" y="2240955"/>
                  </a:lnTo>
                  <a:lnTo>
                    <a:pt x="3088846" y="2240955"/>
                  </a:lnTo>
                  <a:lnTo>
                    <a:pt x="3086653" y="2240955"/>
                  </a:lnTo>
                  <a:lnTo>
                    <a:pt x="3084459" y="2240955"/>
                  </a:lnTo>
                  <a:lnTo>
                    <a:pt x="3082265" y="2240955"/>
                  </a:lnTo>
                  <a:lnTo>
                    <a:pt x="3080071" y="2240955"/>
                  </a:lnTo>
                  <a:lnTo>
                    <a:pt x="3077877" y="2240955"/>
                  </a:lnTo>
                  <a:lnTo>
                    <a:pt x="3075684" y="2240955"/>
                  </a:lnTo>
                  <a:lnTo>
                    <a:pt x="3073490" y="2240955"/>
                  </a:lnTo>
                  <a:lnTo>
                    <a:pt x="3071296" y="2240955"/>
                  </a:lnTo>
                  <a:lnTo>
                    <a:pt x="3069102" y="2240955"/>
                  </a:lnTo>
                  <a:lnTo>
                    <a:pt x="3066909" y="2240955"/>
                  </a:lnTo>
                  <a:lnTo>
                    <a:pt x="3064715" y="2240955"/>
                  </a:lnTo>
                  <a:lnTo>
                    <a:pt x="3062521" y="2240955"/>
                  </a:lnTo>
                  <a:lnTo>
                    <a:pt x="3060327" y="2240955"/>
                  </a:lnTo>
                  <a:lnTo>
                    <a:pt x="3058133" y="2240955"/>
                  </a:lnTo>
                  <a:lnTo>
                    <a:pt x="3055940" y="2240955"/>
                  </a:lnTo>
                  <a:lnTo>
                    <a:pt x="3053746" y="2240955"/>
                  </a:lnTo>
                  <a:lnTo>
                    <a:pt x="3051552" y="2240955"/>
                  </a:lnTo>
                  <a:lnTo>
                    <a:pt x="3049358" y="2240955"/>
                  </a:lnTo>
                  <a:lnTo>
                    <a:pt x="3047164" y="2240955"/>
                  </a:lnTo>
                  <a:lnTo>
                    <a:pt x="3044971" y="2240955"/>
                  </a:lnTo>
                  <a:lnTo>
                    <a:pt x="3042777" y="2240955"/>
                  </a:lnTo>
                  <a:lnTo>
                    <a:pt x="3040583" y="2240955"/>
                  </a:lnTo>
                  <a:lnTo>
                    <a:pt x="3038389" y="2240955"/>
                  </a:lnTo>
                  <a:lnTo>
                    <a:pt x="3036196" y="2240955"/>
                  </a:lnTo>
                  <a:lnTo>
                    <a:pt x="3034002" y="2240955"/>
                  </a:lnTo>
                  <a:lnTo>
                    <a:pt x="3031808" y="2240955"/>
                  </a:lnTo>
                  <a:lnTo>
                    <a:pt x="3029614" y="2240955"/>
                  </a:lnTo>
                  <a:lnTo>
                    <a:pt x="3027420" y="2240955"/>
                  </a:lnTo>
                  <a:lnTo>
                    <a:pt x="3025227" y="2240955"/>
                  </a:lnTo>
                  <a:lnTo>
                    <a:pt x="3023033" y="2240955"/>
                  </a:lnTo>
                  <a:lnTo>
                    <a:pt x="3020839" y="2240955"/>
                  </a:lnTo>
                  <a:lnTo>
                    <a:pt x="3018645" y="2240955"/>
                  </a:lnTo>
                  <a:lnTo>
                    <a:pt x="3016451" y="2240955"/>
                  </a:lnTo>
                  <a:lnTo>
                    <a:pt x="3014258" y="2240955"/>
                  </a:lnTo>
                  <a:lnTo>
                    <a:pt x="3012064" y="2240955"/>
                  </a:lnTo>
                  <a:lnTo>
                    <a:pt x="3009870" y="2240955"/>
                  </a:lnTo>
                  <a:lnTo>
                    <a:pt x="3007676" y="2240955"/>
                  </a:lnTo>
                  <a:lnTo>
                    <a:pt x="3005483" y="2240955"/>
                  </a:lnTo>
                  <a:lnTo>
                    <a:pt x="3003289" y="2240955"/>
                  </a:lnTo>
                  <a:lnTo>
                    <a:pt x="3001095" y="2240955"/>
                  </a:lnTo>
                  <a:lnTo>
                    <a:pt x="2998901" y="2240955"/>
                  </a:lnTo>
                  <a:lnTo>
                    <a:pt x="2996707" y="2240955"/>
                  </a:lnTo>
                  <a:lnTo>
                    <a:pt x="2994514" y="2240955"/>
                  </a:lnTo>
                  <a:lnTo>
                    <a:pt x="2992320" y="2240955"/>
                  </a:lnTo>
                  <a:lnTo>
                    <a:pt x="2990126" y="2240955"/>
                  </a:lnTo>
                  <a:lnTo>
                    <a:pt x="2987932" y="2240955"/>
                  </a:lnTo>
                  <a:lnTo>
                    <a:pt x="2985739" y="2240955"/>
                  </a:lnTo>
                  <a:lnTo>
                    <a:pt x="2983545" y="2240955"/>
                  </a:lnTo>
                  <a:lnTo>
                    <a:pt x="2981351" y="2240955"/>
                  </a:lnTo>
                  <a:lnTo>
                    <a:pt x="2979157" y="2240955"/>
                  </a:lnTo>
                  <a:lnTo>
                    <a:pt x="2976963" y="2240955"/>
                  </a:lnTo>
                  <a:lnTo>
                    <a:pt x="2974770" y="2240955"/>
                  </a:lnTo>
                  <a:lnTo>
                    <a:pt x="2972576" y="2240955"/>
                  </a:lnTo>
                  <a:lnTo>
                    <a:pt x="2970382" y="2240955"/>
                  </a:lnTo>
                  <a:lnTo>
                    <a:pt x="2968188" y="2240955"/>
                  </a:lnTo>
                  <a:lnTo>
                    <a:pt x="2965994" y="2240955"/>
                  </a:lnTo>
                  <a:lnTo>
                    <a:pt x="2963801" y="2240955"/>
                  </a:lnTo>
                  <a:lnTo>
                    <a:pt x="2961607" y="2240955"/>
                  </a:lnTo>
                  <a:lnTo>
                    <a:pt x="2959413" y="2240955"/>
                  </a:lnTo>
                  <a:lnTo>
                    <a:pt x="2957219" y="2240955"/>
                  </a:lnTo>
                  <a:lnTo>
                    <a:pt x="2955026" y="2240955"/>
                  </a:lnTo>
                  <a:lnTo>
                    <a:pt x="2952832" y="2240955"/>
                  </a:lnTo>
                  <a:lnTo>
                    <a:pt x="2950638" y="2240955"/>
                  </a:lnTo>
                  <a:lnTo>
                    <a:pt x="2948444" y="2240955"/>
                  </a:lnTo>
                  <a:lnTo>
                    <a:pt x="2946250" y="2240955"/>
                  </a:lnTo>
                  <a:lnTo>
                    <a:pt x="2944057" y="2240955"/>
                  </a:lnTo>
                  <a:lnTo>
                    <a:pt x="2941863" y="2240955"/>
                  </a:lnTo>
                  <a:lnTo>
                    <a:pt x="2939669" y="2240955"/>
                  </a:lnTo>
                  <a:lnTo>
                    <a:pt x="2937475" y="2240955"/>
                  </a:lnTo>
                  <a:lnTo>
                    <a:pt x="2935282" y="2240955"/>
                  </a:lnTo>
                  <a:lnTo>
                    <a:pt x="2933088" y="2240955"/>
                  </a:lnTo>
                  <a:lnTo>
                    <a:pt x="2930894" y="2240955"/>
                  </a:lnTo>
                  <a:lnTo>
                    <a:pt x="2928700" y="2240955"/>
                  </a:lnTo>
                  <a:lnTo>
                    <a:pt x="2926506" y="2240955"/>
                  </a:lnTo>
                  <a:lnTo>
                    <a:pt x="2924313" y="2240955"/>
                  </a:lnTo>
                  <a:lnTo>
                    <a:pt x="2922119" y="2240955"/>
                  </a:lnTo>
                  <a:lnTo>
                    <a:pt x="2919925" y="2240955"/>
                  </a:lnTo>
                  <a:lnTo>
                    <a:pt x="2917731" y="2240955"/>
                  </a:lnTo>
                  <a:lnTo>
                    <a:pt x="2915537" y="2240955"/>
                  </a:lnTo>
                  <a:lnTo>
                    <a:pt x="2913344" y="2240955"/>
                  </a:lnTo>
                  <a:lnTo>
                    <a:pt x="2911150" y="2240955"/>
                  </a:lnTo>
                  <a:lnTo>
                    <a:pt x="2908956" y="2240955"/>
                  </a:lnTo>
                  <a:lnTo>
                    <a:pt x="2906762" y="2240955"/>
                  </a:lnTo>
                  <a:lnTo>
                    <a:pt x="2904569" y="2240955"/>
                  </a:lnTo>
                  <a:lnTo>
                    <a:pt x="2902375" y="2240955"/>
                  </a:lnTo>
                  <a:lnTo>
                    <a:pt x="2900181" y="2240955"/>
                  </a:lnTo>
                  <a:lnTo>
                    <a:pt x="2897987" y="2240955"/>
                  </a:lnTo>
                  <a:lnTo>
                    <a:pt x="2895793" y="2240955"/>
                  </a:lnTo>
                  <a:lnTo>
                    <a:pt x="2893600" y="2240955"/>
                  </a:lnTo>
                  <a:lnTo>
                    <a:pt x="2891406" y="2240955"/>
                  </a:lnTo>
                  <a:lnTo>
                    <a:pt x="2889212" y="2240955"/>
                  </a:lnTo>
                  <a:lnTo>
                    <a:pt x="2887018" y="2240955"/>
                  </a:lnTo>
                  <a:lnTo>
                    <a:pt x="2884825" y="2240955"/>
                  </a:lnTo>
                  <a:lnTo>
                    <a:pt x="2882631" y="2240955"/>
                  </a:lnTo>
                  <a:lnTo>
                    <a:pt x="2880437" y="2240955"/>
                  </a:lnTo>
                  <a:lnTo>
                    <a:pt x="2878243" y="2240955"/>
                  </a:lnTo>
                  <a:lnTo>
                    <a:pt x="2876049" y="2240955"/>
                  </a:lnTo>
                  <a:lnTo>
                    <a:pt x="2873856" y="2240955"/>
                  </a:lnTo>
                  <a:lnTo>
                    <a:pt x="2871662" y="2240955"/>
                  </a:lnTo>
                  <a:lnTo>
                    <a:pt x="2869468" y="2240955"/>
                  </a:lnTo>
                  <a:lnTo>
                    <a:pt x="2867274" y="2240955"/>
                  </a:lnTo>
                  <a:lnTo>
                    <a:pt x="2865080" y="2240955"/>
                  </a:lnTo>
                  <a:lnTo>
                    <a:pt x="2862887" y="2240955"/>
                  </a:lnTo>
                  <a:lnTo>
                    <a:pt x="2860693" y="2240955"/>
                  </a:lnTo>
                  <a:lnTo>
                    <a:pt x="2858499" y="2240955"/>
                  </a:lnTo>
                  <a:lnTo>
                    <a:pt x="2856305" y="2240955"/>
                  </a:lnTo>
                  <a:lnTo>
                    <a:pt x="2854112" y="2240955"/>
                  </a:lnTo>
                  <a:lnTo>
                    <a:pt x="2851918" y="2240955"/>
                  </a:lnTo>
                  <a:lnTo>
                    <a:pt x="2849724" y="2240955"/>
                  </a:lnTo>
                  <a:lnTo>
                    <a:pt x="2847530" y="2240955"/>
                  </a:lnTo>
                  <a:lnTo>
                    <a:pt x="2845336" y="2240955"/>
                  </a:lnTo>
                  <a:lnTo>
                    <a:pt x="2843143" y="2240955"/>
                  </a:lnTo>
                  <a:lnTo>
                    <a:pt x="2840949" y="2240955"/>
                  </a:lnTo>
                  <a:lnTo>
                    <a:pt x="2838755" y="2240955"/>
                  </a:lnTo>
                  <a:lnTo>
                    <a:pt x="2836561" y="2240955"/>
                  </a:lnTo>
                  <a:lnTo>
                    <a:pt x="2834367" y="2240955"/>
                  </a:lnTo>
                  <a:lnTo>
                    <a:pt x="2832174" y="2240955"/>
                  </a:lnTo>
                  <a:lnTo>
                    <a:pt x="2829980" y="2240955"/>
                  </a:lnTo>
                  <a:lnTo>
                    <a:pt x="2827786" y="2240955"/>
                  </a:lnTo>
                  <a:lnTo>
                    <a:pt x="2825592" y="2240955"/>
                  </a:lnTo>
                  <a:lnTo>
                    <a:pt x="2823399" y="2240955"/>
                  </a:lnTo>
                  <a:lnTo>
                    <a:pt x="2821205" y="2240955"/>
                  </a:lnTo>
                  <a:lnTo>
                    <a:pt x="2819011" y="2240955"/>
                  </a:lnTo>
                  <a:lnTo>
                    <a:pt x="2816817" y="2240955"/>
                  </a:lnTo>
                  <a:lnTo>
                    <a:pt x="2814623" y="2240955"/>
                  </a:lnTo>
                  <a:lnTo>
                    <a:pt x="2812430" y="2240955"/>
                  </a:lnTo>
                  <a:lnTo>
                    <a:pt x="2810236" y="2240955"/>
                  </a:lnTo>
                  <a:lnTo>
                    <a:pt x="2808042" y="2240955"/>
                  </a:lnTo>
                  <a:lnTo>
                    <a:pt x="2805848" y="2240955"/>
                  </a:lnTo>
                  <a:lnTo>
                    <a:pt x="2803655" y="2240955"/>
                  </a:lnTo>
                  <a:lnTo>
                    <a:pt x="2801461" y="2240955"/>
                  </a:lnTo>
                  <a:lnTo>
                    <a:pt x="2799267" y="2240955"/>
                  </a:lnTo>
                  <a:lnTo>
                    <a:pt x="2797073" y="2240955"/>
                  </a:lnTo>
                  <a:lnTo>
                    <a:pt x="2794879" y="2240955"/>
                  </a:lnTo>
                  <a:lnTo>
                    <a:pt x="2792686" y="2240955"/>
                  </a:lnTo>
                  <a:lnTo>
                    <a:pt x="2790492" y="2240955"/>
                  </a:lnTo>
                  <a:lnTo>
                    <a:pt x="2788298" y="2240955"/>
                  </a:lnTo>
                  <a:lnTo>
                    <a:pt x="2786104" y="2240955"/>
                  </a:lnTo>
                  <a:lnTo>
                    <a:pt x="2783910" y="2240955"/>
                  </a:lnTo>
                  <a:lnTo>
                    <a:pt x="2781717" y="2240955"/>
                  </a:lnTo>
                  <a:lnTo>
                    <a:pt x="2779523" y="2240955"/>
                  </a:lnTo>
                  <a:lnTo>
                    <a:pt x="2777329" y="2240955"/>
                  </a:lnTo>
                  <a:lnTo>
                    <a:pt x="2775135" y="2240955"/>
                  </a:lnTo>
                  <a:lnTo>
                    <a:pt x="2772942" y="2240955"/>
                  </a:lnTo>
                  <a:lnTo>
                    <a:pt x="2770748" y="2240955"/>
                  </a:lnTo>
                  <a:lnTo>
                    <a:pt x="2768554" y="2240955"/>
                  </a:lnTo>
                  <a:lnTo>
                    <a:pt x="2766360" y="2240955"/>
                  </a:lnTo>
                  <a:lnTo>
                    <a:pt x="2764166" y="2240955"/>
                  </a:lnTo>
                  <a:lnTo>
                    <a:pt x="2761973" y="2240955"/>
                  </a:lnTo>
                  <a:lnTo>
                    <a:pt x="2759779" y="2240955"/>
                  </a:lnTo>
                  <a:lnTo>
                    <a:pt x="2757585" y="2240955"/>
                  </a:lnTo>
                  <a:lnTo>
                    <a:pt x="2755391" y="2240955"/>
                  </a:lnTo>
                  <a:lnTo>
                    <a:pt x="2753198" y="2240955"/>
                  </a:lnTo>
                  <a:lnTo>
                    <a:pt x="2751004" y="2240955"/>
                  </a:lnTo>
                  <a:lnTo>
                    <a:pt x="2748810" y="2240955"/>
                  </a:lnTo>
                  <a:lnTo>
                    <a:pt x="2746616" y="2240955"/>
                  </a:lnTo>
                  <a:lnTo>
                    <a:pt x="2744422" y="2240955"/>
                  </a:lnTo>
                  <a:lnTo>
                    <a:pt x="2742229" y="2240955"/>
                  </a:lnTo>
                  <a:lnTo>
                    <a:pt x="2740035" y="2240955"/>
                  </a:lnTo>
                  <a:lnTo>
                    <a:pt x="2737841" y="2240955"/>
                  </a:lnTo>
                  <a:lnTo>
                    <a:pt x="2735647" y="2240955"/>
                  </a:lnTo>
                  <a:lnTo>
                    <a:pt x="2733453" y="2240955"/>
                  </a:lnTo>
                  <a:lnTo>
                    <a:pt x="2731260" y="2240955"/>
                  </a:lnTo>
                  <a:lnTo>
                    <a:pt x="2729066" y="2240955"/>
                  </a:lnTo>
                  <a:lnTo>
                    <a:pt x="2726872" y="2240955"/>
                  </a:lnTo>
                  <a:lnTo>
                    <a:pt x="2724678" y="2240955"/>
                  </a:lnTo>
                  <a:lnTo>
                    <a:pt x="2722485" y="2240955"/>
                  </a:lnTo>
                  <a:lnTo>
                    <a:pt x="2720291" y="2240955"/>
                  </a:lnTo>
                  <a:lnTo>
                    <a:pt x="2718097" y="2240955"/>
                  </a:lnTo>
                  <a:lnTo>
                    <a:pt x="2715903" y="2240955"/>
                  </a:lnTo>
                  <a:lnTo>
                    <a:pt x="2713709" y="2240955"/>
                  </a:lnTo>
                  <a:lnTo>
                    <a:pt x="2711516" y="2240955"/>
                  </a:lnTo>
                  <a:lnTo>
                    <a:pt x="2709322" y="2240955"/>
                  </a:lnTo>
                  <a:lnTo>
                    <a:pt x="2707128" y="2240955"/>
                  </a:lnTo>
                  <a:lnTo>
                    <a:pt x="2704934" y="2240955"/>
                  </a:lnTo>
                  <a:lnTo>
                    <a:pt x="2702740" y="2240955"/>
                  </a:lnTo>
                  <a:lnTo>
                    <a:pt x="2700547" y="2240955"/>
                  </a:lnTo>
                  <a:lnTo>
                    <a:pt x="2698353" y="2240955"/>
                  </a:lnTo>
                  <a:lnTo>
                    <a:pt x="2696159" y="2240955"/>
                  </a:lnTo>
                  <a:lnTo>
                    <a:pt x="2693965" y="2240955"/>
                  </a:lnTo>
                  <a:lnTo>
                    <a:pt x="2691772" y="2240955"/>
                  </a:lnTo>
                  <a:lnTo>
                    <a:pt x="2689578" y="2240955"/>
                  </a:lnTo>
                  <a:lnTo>
                    <a:pt x="2687384" y="2240955"/>
                  </a:lnTo>
                  <a:lnTo>
                    <a:pt x="2685190" y="2240955"/>
                  </a:lnTo>
                  <a:lnTo>
                    <a:pt x="2682996" y="2240955"/>
                  </a:lnTo>
                  <a:lnTo>
                    <a:pt x="2680803" y="2240955"/>
                  </a:lnTo>
                  <a:lnTo>
                    <a:pt x="2678609" y="2240955"/>
                  </a:lnTo>
                  <a:lnTo>
                    <a:pt x="2676415" y="2240955"/>
                  </a:lnTo>
                  <a:lnTo>
                    <a:pt x="2674221" y="2240955"/>
                  </a:lnTo>
                  <a:lnTo>
                    <a:pt x="2672028" y="2240955"/>
                  </a:lnTo>
                  <a:lnTo>
                    <a:pt x="2669834" y="2240955"/>
                  </a:lnTo>
                  <a:lnTo>
                    <a:pt x="2667640" y="2240955"/>
                  </a:lnTo>
                  <a:lnTo>
                    <a:pt x="2665446" y="2240955"/>
                  </a:lnTo>
                  <a:lnTo>
                    <a:pt x="2663252" y="2240955"/>
                  </a:lnTo>
                  <a:lnTo>
                    <a:pt x="2661059" y="2240955"/>
                  </a:lnTo>
                  <a:lnTo>
                    <a:pt x="2658865" y="2240955"/>
                  </a:lnTo>
                  <a:lnTo>
                    <a:pt x="2656671" y="2240955"/>
                  </a:lnTo>
                  <a:lnTo>
                    <a:pt x="2654477" y="2240955"/>
                  </a:lnTo>
                  <a:lnTo>
                    <a:pt x="2652283" y="2240955"/>
                  </a:lnTo>
                  <a:lnTo>
                    <a:pt x="2650090" y="2240955"/>
                  </a:lnTo>
                  <a:lnTo>
                    <a:pt x="2647896" y="2240955"/>
                  </a:lnTo>
                  <a:lnTo>
                    <a:pt x="2645702" y="2240955"/>
                  </a:lnTo>
                  <a:lnTo>
                    <a:pt x="2643508" y="2240955"/>
                  </a:lnTo>
                  <a:lnTo>
                    <a:pt x="2641315" y="2240955"/>
                  </a:lnTo>
                  <a:lnTo>
                    <a:pt x="2639121" y="2240955"/>
                  </a:lnTo>
                  <a:lnTo>
                    <a:pt x="2636927" y="2240955"/>
                  </a:lnTo>
                  <a:lnTo>
                    <a:pt x="2634733" y="2240955"/>
                  </a:lnTo>
                  <a:lnTo>
                    <a:pt x="2632539" y="2240955"/>
                  </a:lnTo>
                  <a:lnTo>
                    <a:pt x="2630346" y="2240955"/>
                  </a:lnTo>
                  <a:lnTo>
                    <a:pt x="2628152" y="2240955"/>
                  </a:lnTo>
                  <a:lnTo>
                    <a:pt x="2625958" y="2240955"/>
                  </a:lnTo>
                  <a:lnTo>
                    <a:pt x="2623764" y="2240955"/>
                  </a:lnTo>
                  <a:lnTo>
                    <a:pt x="2621571" y="2240955"/>
                  </a:lnTo>
                  <a:lnTo>
                    <a:pt x="2619377" y="2240955"/>
                  </a:lnTo>
                  <a:lnTo>
                    <a:pt x="2617183" y="2240955"/>
                  </a:lnTo>
                  <a:lnTo>
                    <a:pt x="2614989" y="2240955"/>
                  </a:lnTo>
                  <a:lnTo>
                    <a:pt x="2612795" y="2240955"/>
                  </a:lnTo>
                  <a:lnTo>
                    <a:pt x="2610602" y="2240955"/>
                  </a:lnTo>
                  <a:lnTo>
                    <a:pt x="2608408" y="2240955"/>
                  </a:lnTo>
                  <a:lnTo>
                    <a:pt x="2606214" y="2240955"/>
                  </a:lnTo>
                  <a:lnTo>
                    <a:pt x="2604020" y="2240955"/>
                  </a:lnTo>
                  <a:lnTo>
                    <a:pt x="2601826" y="2240955"/>
                  </a:lnTo>
                  <a:lnTo>
                    <a:pt x="2599633" y="2240955"/>
                  </a:lnTo>
                  <a:lnTo>
                    <a:pt x="2597439" y="2240955"/>
                  </a:lnTo>
                  <a:lnTo>
                    <a:pt x="2595245" y="2240955"/>
                  </a:lnTo>
                  <a:lnTo>
                    <a:pt x="2593051" y="2240955"/>
                  </a:lnTo>
                  <a:lnTo>
                    <a:pt x="2590858" y="2240955"/>
                  </a:lnTo>
                  <a:lnTo>
                    <a:pt x="2588664" y="2240955"/>
                  </a:lnTo>
                  <a:lnTo>
                    <a:pt x="2586470" y="2240955"/>
                  </a:lnTo>
                  <a:lnTo>
                    <a:pt x="2584276" y="2240955"/>
                  </a:lnTo>
                  <a:lnTo>
                    <a:pt x="2582082" y="2240955"/>
                  </a:lnTo>
                  <a:lnTo>
                    <a:pt x="2579889" y="2240955"/>
                  </a:lnTo>
                  <a:lnTo>
                    <a:pt x="2577695" y="2240955"/>
                  </a:lnTo>
                  <a:lnTo>
                    <a:pt x="2575501" y="2240955"/>
                  </a:lnTo>
                  <a:lnTo>
                    <a:pt x="2573307" y="2240955"/>
                  </a:lnTo>
                  <a:lnTo>
                    <a:pt x="2571113" y="2240955"/>
                  </a:lnTo>
                  <a:lnTo>
                    <a:pt x="2568920" y="2240955"/>
                  </a:lnTo>
                  <a:lnTo>
                    <a:pt x="2566726" y="2240955"/>
                  </a:lnTo>
                  <a:lnTo>
                    <a:pt x="2564532" y="2240955"/>
                  </a:lnTo>
                  <a:lnTo>
                    <a:pt x="2562338" y="2240955"/>
                  </a:lnTo>
                  <a:lnTo>
                    <a:pt x="2560145" y="2240955"/>
                  </a:lnTo>
                  <a:lnTo>
                    <a:pt x="2557951" y="2240955"/>
                  </a:lnTo>
                  <a:lnTo>
                    <a:pt x="2555757" y="2240955"/>
                  </a:lnTo>
                  <a:lnTo>
                    <a:pt x="2553563" y="2240955"/>
                  </a:lnTo>
                  <a:lnTo>
                    <a:pt x="2551369" y="2240955"/>
                  </a:lnTo>
                  <a:lnTo>
                    <a:pt x="2549176" y="2240955"/>
                  </a:lnTo>
                  <a:lnTo>
                    <a:pt x="2546982" y="2240955"/>
                  </a:lnTo>
                  <a:lnTo>
                    <a:pt x="2544788" y="2240955"/>
                  </a:lnTo>
                  <a:lnTo>
                    <a:pt x="2542594" y="2240955"/>
                  </a:lnTo>
                  <a:lnTo>
                    <a:pt x="2540401" y="2240955"/>
                  </a:lnTo>
                  <a:lnTo>
                    <a:pt x="2538207" y="2240955"/>
                  </a:lnTo>
                  <a:lnTo>
                    <a:pt x="2536013" y="2240955"/>
                  </a:lnTo>
                  <a:lnTo>
                    <a:pt x="2533819" y="2240955"/>
                  </a:lnTo>
                  <a:lnTo>
                    <a:pt x="2531625" y="2240955"/>
                  </a:lnTo>
                  <a:lnTo>
                    <a:pt x="2529432" y="2240955"/>
                  </a:lnTo>
                  <a:lnTo>
                    <a:pt x="2527238" y="2240955"/>
                  </a:lnTo>
                  <a:lnTo>
                    <a:pt x="2525044" y="2240955"/>
                  </a:lnTo>
                  <a:lnTo>
                    <a:pt x="2522850" y="2240955"/>
                  </a:lnTo>
                  <a:lnTo>
                    <a:pt x="2520656" y="2240955"/>
                  </a:lnTo>
                  <a:lnTo>
                    <a:pt x="2518463" y="2240955"/>
                  </a:lnTo>
                  <a:lnTo>
                    <a:pt x="2516269" y="2240955"/>
                  </a:lnTo>
                  <a:lnTo>
                    <a:pt x="2514075" y="2240955"/>
                  </a:lnTo>
                  <a:lnTo>
                    <a:pt x="2511881" y="2240955"/>
                  </a:lnTo>
                  <a:lnTo>
                    <a:pt x="2509688" y="2240955"/>
                  </a:lnTo>
                  <a:lnTo>
                    <a:pt x="2507494" y="2240955"/>
                  </a:lnTo>
                  <a:lnTo>
                    <a:pt x="2505300" y="2240955"/>
                  </a:lnTo>
                  <a:lnTo>
                    <a:pt x="2503106" y="2240955"/>
                  </a:lnTo>
                  <a:lnTo>
                    <a:pt x="2500912" y="2240955"/>
                  </a:lnTo>
                  <a:lnTo>
                    <a:pt x="2498719" y="2240955"/>
                  </a:lnTo>
                  <a:lnTo>
                    <a:pt x="2496525" y="2240955"/>
                  </a:lnTo>
                  <a:lnTo>
                    <a:pt x="2494331" y="2240955"/>
                  </a:lnTo>
                  <a:lnTo>
                    <a:pt x="2492137" y="2240955"/>
                  </a:lnTo>
                  <a:lnTo>
                    <a:pt x="2489944" y="2240955"/>
                  </a:lnTo>
                  <a:lnTo>
                    <a:pt x="2487750" y="2240955"/>
                  </a:lnTo>
                  <a:lnTo>
                    <a:pt x="2485556" y="2240955"/>
                  </a:lnTo>
                  <a:lnTo>
                    <a:pt x="2483362" y="2240955"/>
                  </a:lnTo>
                  <a:lnTo>
                    <a:pt x="2481168" y="2240955"/>
                  </a:lnTo>
                  <a:lnTo>
                    <a:pt x="2478975" y="2240955"/>
                  </a:lnTo>
                  <a:lnTo>
                    <a:pt x="2476781" y="2240955"/>
                  </a:lnTo>
                  <a:lnTo>
                    <a:pt x="2474587" y="2240955"/>
                  </a:lnTo>
                  <a:lnTo>
                    <a:pt x="2472393" y="2240955"/>
                  </a:lnTo>
                  <a:lnTo>
                    <a:pt x="2470199" y="2240955"/>
                  </a:lnTo>
                  <a:lnTo>
                    <a:pt x="2468006" y="2240955"/>
                  </a:lnTo>
                  <a:lnTo>
                    <a:pt x="2465812" y="2240955"/>
                  </a:lnTo>
                  <a:lnTo>
                    <a:pt x="2463618" y="2240955"/>
                  </a:lnTo>
                  <a:lnTo>
                    <a:pt x="2461424" y="2240955"/>
                  </a:lnTo>
                  <a:lnTo>
                    <a:pt x="2459231" y="2240955"/>
                  </a:lnTo>
                  <a:lnTo>
                    <a:pt x="2457037" y="2240955"/>
                  </a:lnTo>
                  <a:lnTo>
                    <a:pt x="2454843" y="2240955"/>
                  </a:lnTo>
                  <a:lnTo>
                    <a:pt x="2452649" y="2240955"/>
                  </a:lnTo>
                  <a:lnTo>
                    <a:pt x="2450455" y="2240955"/>
                  </a:lnTo>
                  <a:lnTo>
                    <a:pt x="2448262" y="2240955"/>
                  </a:lnTo>
                  <a:lnTo>
                    <a:pt x="2446068" y="2240955"/>
                  </a:lnTo>
                  <a:lnTo>
                    <a:pt x="2443874" y="2240955"/>
                  </a:lnTo>
                  <a:lnTo>
                    <a:pt x="2441680" y="2240955"/>
                  </a:lnTo>
                  <a:lnTo>
                    <a:pt x="2439486" y="2240955"/>
                  </a:lnTo>
                  <a:lnTo>
                    <a:pt x="2437293" y="2240955"/>
                  </a:lnTo>
                  <a:lnTo>
                    <a:pt x="2435099" y="2240955"/>
                  </a:lnTo>
                  <a:lnTo>
                    <a:pt x="2432905" y="2240955"/>
                  </a:lnTo>
                  <a:lnTo>
                    <a:pt x="2430711" y="2240955"/>
                  </a:lnTo>
                  <a:lnTo>
                    <a:pt x="2428518" y="2240955"/>
                  </a:lnTo>
                  <a:lnTo>
                    <a:pt x="2426324" y="2240955"/>
                  </a:lnTo>
                  <a:lnTo>
                    <a:pt x="2424130" y="2240955"/>
                  </a:lnTo>
                  <a:lnTo>
                    <a:pt x="2421936" y="2240955"/>
                  </a:lnTo>
                  <a:lnTo>
                    <a:pt x="2419742" y="2240955"/>
                  </a:lnTo>
                  <a:lnTo>
                    <a:pt x="2417549" y="2240955"/>
                  </a:lnTo>
                  <a:lnTo>
                    <a:pt x="2415355" y="2240955"/>
                  </a:lnTo>
                  <a:lnTo>
                    <a:pt x="2413161" y="2240955"/>
                  </a:lnTo>
                  <a:lnTo>
                    <a:pt x="2410967" y="2240955"/>
                  </a:lnTo>
                  <a:lnTo>
                    <a:pt x="2408774" y="2240955"/>
                  </a:lnTo>
                  <a:lnTo>
                    <a:pt x="2406580" y="2240955"/>
                  </a:lnTo>
                  <a:lnTo>
                    <a:pt x="2404386" y="2240955"/>
                  </a:lnTo>
                  <a:lnTo>
                    <a:pt x="2402192" y="2240955"/>
                  </a:lnTo>
                  <a:lnTo>
                    <a:pt x="2399998" y="2240955"/>
                  </a:lnTo>
                  <a:lnTo>
                    <a:pt x="2397805" y="2240955"/>
                  </a:lnTo>
                  <a:lnTo>
                    <a:pt x="2395611" y="2240955"/>
                  </a:lnTo>
                  <a:lnTo>
                    <a:pt x="2393417" y="2240955"/>
                  </a:lnTo>
                  <a:lnTo>
                    <a:pt x="2391223" y="2240955"/>
                  </a:lnTo>
                  <a:lnTo>
                    <a:pt x="2389029" y="2240955"/>
                  </a:lnTo>
                  <a:lnTo>
                    <a:pt x="2386836" y="2240955"/>
                  </a:lnTo>
                  <a:lnTo>
                    <a:pt x="2384642" y="2240955"/>
                  </a:lnTo>
                  <a:lnTo>
                    <a:pt x="2382448" y="2240955"/>
                  </a:lnTo>
                  <a:lnTo>
                    <a:pt x="2380254" y="2240955"/>
                  </a:lnTo>
                  <a:lnTo>
                    <a:pt x="2378061" y="2240955"/>
                  </a:lnTo>
                  <a:lnTo>
                    <a:pt x="2375867" y="2240955"/>
                  </a:lnTo>
                  <a:lnTo>
                    <a:pt x="2373673" y="2240955"/>
                  </a:lnTo>
                  <a:lnTo>
                    <a:pt x="2371479" y="2240955"/>
                  </a:lnTo>
                  <a:lnTo>
                    <a:pt x="2369285" y="2240955"/>
                  </a:lnTo>
                  <a:lnTo>
                    <a:pt x="2367092" y="2240955"/>
                  </a:lnTo>
                  <a:lnTo>
                    <a:pt x="2364898" y="2240955"/>
                  </a:lnTo>
                  <a:lnTo>
                    <a:pt x="2362704" y="2240955"/>
                  </a:lnTo>
                  <a:lnTo>
                    <a:pt x="2360510" y="2240955"/>
                  </a:lnTo>
                  <a:lnTo>
                    <a:pt x="2358317" y="2240955"/>
                  </a:lnTo>
                  <a:lnTo>
                    <a:pt x="2356123" y="2240955"/>
                  </a:lnTo>
                  <a:lnTo>
                    <a:pt x="2353929" y="2240955"/>
                  </a:lnTo>
                  <a:lnTo>
                    <a:pt x="2351735" y="2240955"/>
                  </a:lnTo>
                  <a:lnTo>
                    <a:pt x="2349541" y="2240955"/>
                  </a:lnTo>
                  <a:lnTo>
                    <a:pt x="2347348" y="2240955"/>
                  </a:lnTo>
                  <a:lnTo>
                    <a:pt x="2345154" y="2240955"/>
                  </a:lnTo>
                  <a:lnTo>
                    <a:pt x="2342960" y="2240955"/>
                  </a:lnTo>
                  <a:lnTo>
                    <a:pt x="2340766" y="2240955"/>
                  </a:lnTo>
                  <a:lnTo>
                    <a:pt x="2338572" y="2240955"/>
                  </a:lnTo>
                  <a:lnTo>
                    <a:pt x="2336379" y="2240955"/>
                  </a:lnTo>
                  <a:lnTo>
                    <a:pt x="2334185" y="2240955"/>
                  </a:lnTo>
                  <a:lnTo>
                    <a:pt x="2331991" y="2240955"/>
                  </a:lnTo>
                  <a:lnTo>
                    <a:pt x="2329797" y="2240955"/>
                  </a:lnTo>
                  <a:lnTo>
                    <a:pt x="2327604" y="2240955"/>
                  </a:lnTo>
                  <a:lnTo>
                    <a:pt x="2325410" y="2240955"/>
                  </a:lnTo>
                  <a:lnTo>
                    <a:pt x="2323216" y="2240955"/>
                  </a:lnTo>
                  <a:lnTo>
                    <a:pt x="2321022" y="2240955"/>
                  </a:lnTo>
                  <a:lnTo>
                    <a:pt x="2318828" y="2240955"/>
                  </a:lnTo>
                  <a:lnTo>
                    <a:pt x="2316635" y="2240955"/>
                  </a:lnTo>
                  <a:lnTo>
                    <a:pt x="2314441" y="2240955"/>
                  </a:lnTo>
                  <a:lnTo>
                    <a:pt x="2312247" y="2240955"/>
                  </a:lnTo>
                  <a:lnTo>
                    <a:pt x="2310053" y="2240955"/>
                  </a:lnTo>
                  <a:lnTo>
                    <a:pt x="2307860" y="2240955"/>
                  </a:lnTo>
                  <a:lnTo>
                    <a:pt x="2305666" y="2240955"/>
                  </a:lnTo>
                  <a:lnTo>
                    <a:pt x="2303472" y="2240955"/>
                  </a:lnTo>
                  <a:lnTo>
                    <a:pt x="2301278" y="2240955"/>
                  </a:lnTo>
                  <a:lnTo>
                    <a:pt x="2299084" y="2240955"/>
                  </a:lnTo>
                  <a:lnTo>
                    <a:pt x="2296891" y="2240955"/>
                  </a:lnTo>
                  <a:lnTo>
                    <a:pt x="2294697" y="2240955"/>
                  </a:lnTo>
                  <a:lnTo>
                    <a:pt x="2292503" y="2240955"/>
                  </a:lnTo>
                  <a:lnTo>
                    <a:pt x="2290309" y="2240955"/>
                  </a:lnTo>
                  <a:lnTo>
                    <a:pt x="2288115" y="2240955"/>
                  </a:lnTo>
                  <a:lnTo>
                    <a:pt x="2285922" y="2240955"/>
                  </a:lnTo>
                  <a:lnTo>
                    <a:pt x="2283728" y="2240955"/>
                  </a:lnTo>
                  <a:lnTo>
                    <a:pt x="2281534" y="2240955"/>
                  </a:lnTo>
                  <a:lnTo>
                    <a:pt x="2279340" y="2240955"/>
                  </a:lnTo>
                  <a:lnTo>
                    <a:pt x="2277147" y="2240955"/>
                  </a:lnTo>
                  <a:lnTo>
                    <a:pt x="2274953" y="2240955"/>
                  </a:lnTo>
                  <a:lnTo>
                    <a:pt x="2272759" y="2240955"/>
                  </a:lnTo>
                  <a:lnTo>
                    <a:pt x="2270565" y="2240955"/>
                  </a:lnTo>
                  <a:lnTo>
                    <a:pt x="2268371" y="2240955"/>
                  </a:lnTo>
                  <a:lnTo>
                    <a:pt x="2266178" y="2240955"/>
                  </a:lnTo>
                  <a:lnTo>
                    <a:pt x="2263984" y="2240955"/>
                  </a:lnTo>
                  <a:lnTo>
                    <a:pt x="2261790" y="2240955"/>
                  </a:lnTo>
                  <a:lnTo>
                    <a:pt x="2259596" y="2240955"/>
                  </a:lnTo>
                  <a:lnTo>
                    <a:pt x="2257402" y="2240955"/>
                  </a:lnTo>
                  <a:lnTo>
                    <a:pt x="2255209" y="2240955"/>
                  </a:lnTo>
                  <a:lnTo>
                    <a:pt x="2253015" y="2240955"/>
                  </a:lnTo>
                  <a:lnTo>
                    <a:pt x="2250821" y="2240955"/>
                  </a:lnTo>
                  <a:lnTo>
                    <a:pt x="2248627" y="2240955"/>
                  </a:lnTo>
                  <a:lnTo>
                    <a:pt x="2246434" y="2240955"/>
                  </a:lnTo>
                  <a:lnTo>
                    <a:pt x="2244240" y="2240955"/>
                  </a:lnTo>
                  <a:lnTo>
                    <a:pt x="2242046" y="2240955"/>
                  </a:lnTo>
                  <a:lnTo>
                    <a:pt x="2239852" y="2240955"/>
                  </a:lnTo>
                  <a:lnTo>
                    <a:pt x="2237658" y="2240955"/>
                  </a:lnTo>
                  <a:lnTo>
                    <a:pt x="2235465" y="2240955"/>
                  </a:lnTo>
                  <a:lnTo>
                    <a:pt x="2233271" y="2240955"/>
                  </a:lnTo>
                  <a:lnTo>
                    <a:pt x="2231077" y="2240955"/>
                  </a:lnTo>
                  <a:lnTo>
                    <a:pt x="2228883" y="2240955"/>
                  </a:lnTo>
                  <a:lnTo>
                    <a:pt x="2226690" y="2240955"/>
                  </a:lnTo>
                  <a:lnTo>
                    <a:pt x="2224496" y="2240955"/>
                  </a:lnTo>
                  <a:lnTo>
                    <a:pt x="2222302" y="2240955"/>
                  </a:lnTo>
                  <a:lnTo>
                    <a:pt x="2220108" y="2240955"/>
                  </a:lnTo>
                  <a:lnTo>
                    <a:pt x="2217914" y="2240955"/>
                  </a:lnTo>
                  <a:lnTo>
                    <a:pt x="2215721" y="2240955"/>
                  </a:lnTo>
                  <a:lnTo>
                    <a:pt x="2213527" y="2240955"/>
                  </a:lnTo>
                  <a:lnTo>
                    <a:pt x="2211333" y="2240955"/>
                  </a:lnTo>
                  <a:lnTo>
                    <a:pt x="2209139" y="2240955"/>
                  </a:lnTo>
                  <a:lnTo>
                    <a:pt x="2206945" y="2240955"/>
                  </a:lnTo>
                  <a:lnTo>
                    <a:pt x="2204752" y="2240955"/>
                  </a:lnTo>
                  <a:lnTo>
                    <a:pt x="2202558" y="2240955"/>
                  </a:lnTo>
                  <a:lnTo>
                    <a:pt x="2200364" y="2240955"/>
                  </a:lnTo>
                  <a:lnTo>
                    <a:pt x="2198170" y="2240955"/>
                  </a:lnTo>
                  <a:lnTo>
                    <a:pt x="2195977" y="2240955"/>
                  </a:lnTo>
                  <a:lnTo>
                    <a:pt x="2193783" y="2240955"/>
                  </a:lnTo>
                  <a:lnTo>
                    <a:pt x="2191589" y="2240955"/>
                  </a:lnTo>
                  <a:lnTo>
                    <a:pt x="2189395" y="2240955"/>
                  </a:lnTo>
                  <a:lnTo>
                    <a:pt x="2187201" y="2240955"/>
                  </a:lnTo>
                  <a:lnTo>
                    <a:pt x="2185008" y="2240955"/>
                  </a:lnTo>
                  <a:lnTo>
                    <a:pt x="2182814" y="2240955"/>
                  </a:lnTo>
                  <a:lnTo>
                    <a:pt x="2180620" y="2240955"/>
                  </a:lnTo>
                  <a:lnTo>
                    <a:pt x="2178426" y="2240955"/>
                  </a:lnTo>
                  <a:lnTo>
                    <a:pt x="2176233" y="2240955"/>
                  </a:lnTo>
                  <a:lnTo>
                    <a:pt x="2174039" y="2240955"/>
                  </a:lnTo>
                  <a:lnTo>
                    <a:pt x="2171845" y="2240955"/>
                  </a:lnTo>
                  <a:lnTo>
                    <a:pt x="2169651" y="2240955"/>
                  </a:lnTo>
                  <a:lnTo>
                    <a:pt x="2167457" y="2240955"/>
                  </a:lnTo>
                  <a:lnTo>
                    <a:pt x="2165264" y="2240955"/>
                  </a:lnTo>
                  <a:lnTo>
                    <a:pt x="2163070" y="2240955"/>
                  </a:lnTo>
                  <a:lnTo>
                    <a:pt x="2160876" y="2240955"/>
                  </a:lnTo>
                  <a:lnTo>
                    <a:pt x="2158682" y="2240955"/>
                  </a:lnTo>
                  <a:lnTo>
                    <a:pt x="2156488" y="2240955"/>
                  </a:lnTo>
                  <a:lnTo>
                    <a:pt x="2154295" y="2240955"/>
                  </a:lnTo>
                  <a:lnTo>
                    <a:pt x="2152101" y="2240955"/>
                  </a:lnTo>
                  <a:lnTo>
                    <a:pt x="2149907" y="2240955"/>
                  </a:lnTo>
                  <a:lnTo>
                    <a:pt x="2147713" y="2240955"/>
                  </a:lnTo>
                  <a:lnTo>
                    <a:pt x="2145520" y="2240955"/>
                  </a:lnTo>
                  <a:lnTo>
                    <a:pt x="2143326" y="2240955"/>
                  </a:lnTo>
                  <a:lnTo>
                    <a:pt x="2141132" y="2240955"/>
                  </a:lnTo>
                  <a:lnTo>
                    <a:pt x="2138938" y="2240955"/>
                  </a:lnTo>
                  <a:lnTo>
                    <a:pt x="2136744" y="2240955"/>
                  </a:lnTo>
                  <a:lnTo>
                    <a:pt x="2134551" y="2240955"/>
                  </a:lnTo>
                  <a:lnTo>
                    <a:pt x="2132357" y="2240955"/>
                  </a:lnTo>
                  <a:lnTo>
                    <a:pt x="2130163" y="2240955"/>
                  </a:lnTo>
                  <a:lnTo>
                    <a:pt x="2127969" y="2240955"/>
                  </a:lnTo>
                  <a:lnTo>
                    <a:pt x="2125775" y="2240955"/>
                  </a:lnTo>
                  <a:lnTo>
                    <a:pt x="2123582" y="2240955"/>
                  </a:lnTo>
                  <a:lnTo>
                    <a:pt x="2121388" y="2240955"/>
                  </a:lnTo>
                  <a:lnTo>
                    <a:pt x="2119194" y="2240955"/>
                  </a:lnTo>
                  <a:lnTo>
                    <a:pt x="2117000" y="2240955"/>
                  </a:lnTo>
                  <a:lnTo>
                    <a:pt x="2114807" y="2240955"/>
                  </a:lnTo>
                  <a:lnTo>
                    <a:pt x="2112613" y="2240955"/>
                  </a:lnTo>
                  <a:lnTo>
                    <a:pt x="2110419" y="2240955"/>
                  </a:lnTo>
                  <a:lnTo>
                    <a:pt x="2108225" y="2240955"/>
                  </a:lnTo>
                  <a:lnTo>
                    <a:pt x="2106031" y="2240955"/>
                  </a:lnTo>
                  <a:lnTo>
                    <a:pt x="2103838" y="2240955"/>
                  </a:lnTo>
                  <a:lnTo>
                    <a:pt x="2101644" y="2240955"/>
                  </a:lnTo>
                  <a:lnTo>
                    <a:pt x="2099450" y="2240955"/>
                  </a:lnTo>
                  <a:lnTo>
                    <a:pt x="2097256" y="2240955"/>
                  </a:lnTo>
                  <a:lnTo>
                    <a:pt x="2095063" y="2240955"/>
                  </a:lnTo>
                  <a:lnTo>
                    <a:pt x="2092869" y="2240955"/>
                  </a:lnTo>
                  <a:lnTo>
                    <a:pt x="2090675" y="2240955"/>
                  </a:lnTo>
                  <a:lnTo>
                    <a:pt x="2088481" y="2240955"/>
                  </a:lnTo>
                  <a:lnTo>
                    <a:pt x="2086287" y="2240955"/>
                  </a:lnTo>
                  <a:lnTo>
                    <a:pt x="2084094" y="2240955"/>
                  </a:lnTo>
                  <a:lnTo>
                    <a:pt x="2081900" y="2240955"/>
                  </a:lnTo>
                  <a:lnTo>
                    <a:pt x="2079706" y="2240955"/>
                  </a:lnTo>
                  <a:lnTo>
                    <a:pt x="2077512" y="2240955"/>
                  </a:lnTo>
                  <a:lnTo>
                    <a:pt x="2075318" y="2240955"/>
                  </a:lnTo>
                  <a:lnTo>
                    <a:pt x="2073125" y="2240955"/>
                  </a:lnTo>
                  <a:lnTo>
                    <a:pt x="2070931" y="2240955"/>
                  </a:lnTo>
                  <a:lnTo>
                    <a:pt x="2068737" y="2240955"/>
                  </a:lnTo>
                  <a:lnTo>
                    <a:pt x="2066543" y="2240955"/>
                  </a:lnTo>
                  <a:lnTo>
                    <a:pt x="2064350" y="2240955"/>
                  </a:lnTo>
                  <a:lnTo>
                    <a:pt x="2062156" y="2240955"/>
                  </a:lnTo>
                  <a:lnTo>
                    <a:pt x="2059962" y="2240955"/>
                  </a:lnTo>
                  <a:lnTo>
                    <a:pt x="2057768" y="2240955"/>
                  </a:lnTo>
                  <a:lnTo>
                    <a:pt x="2055574" y="2240955"/>
                  </a:lnTo>
                  <a:lnTo>
                    <a:pt x="2053381" y="2240955"/>
                  </a:lnTo>
                  <a:lnTo>
                    <a:pt x="2051187" y="2240955"/>
                  </a:lnTo>
                  <a:lnTo>
                    <a:pt x="2048993" y="2240955"/>
                  </a:lnTo>
                  <a:lnTo>
                    <a:pt x="2046799" y="2240955"/>
                  </a:lnTo>
                  <a:lnTo>
                    <a:pt x="2044606" y="2240955"/>
                  </a:lnTo>
                  <a:lnTo>
                    <a:pt x="2042412" y="2240955"/>
                  </a:lnTo>
                  <a:lnTo>
                    <a:pt x="2040218" y="2240955"/>
                  </a:lnTo>
                  <a:lnTo>
                    <a:pt x="2038024" y="2240955"/>
                  </a:lnTo>
                  <a:lnTo>
                    <a:pt x="2035830" y="2240955"/>
                  </a:lnTo>
                  <a:lnTo>
                    <a:pt x="2033637" y="2240955"/>
                  </a:lnTo>
                  <a:lnTo>
                    <a:pt x="2031443" y="2240955"/>
                  </a:lnTo>
                  <a:lnTo>
                    <a:pt x="2029249" y="2240955"/>
                  </a:lnTo>
                  <a:lnTo>
                    <a:pt x="2027055" y="2240955"/>
                  </a:lnTo>
                  <a:lnTo>
                    <a:pt x="2024861" y="2240955"/>
                  </a:lnTo>
                  <a:lnTo>
                    <a:pt x="2022668" y="2240955"/>
                  </a:lnTo>
                  <a:lnTo>
                    <a:pt x="2020474" y="2240955"/>
                  </a:lnTo>
                  <a:lnTo>
                    <a:pt x="2018280" y="2240955"/>
                  </a:lnTo>
                  <a:lnTo>
                    <a:pt x="2016086" y="2240955"/>
                  </a:lnTo>
                  <a:lnTo>
                    <a:pt x="2013893" y="2240955"/>
                  </a:lnTo>
                  <a:lnTo>
                    <a:pt x="2011699" y="2240955"/>
                  </a:lnTo>
                  <a:lnTo>
                    <a:pt x="2009505" y="2240955"/>
                  </a:lnTo>
                  <a:lnTo>
                    <a:pt x="2007311" y="2240955"/>
                  </a:lnTo>
                  <a:lnTo>
                    <a:pt x="2005117" y="2240955"/>
                  </a:lnTo>
                  <a:lnTo>
                    <a:pt x="2002924" y="2240955"/>
                  </a:lnTo>
                  <a:lnTo>
                    <a:pt x="2000730" y="2240955"/>
                  </a:lnTo>
                  <a:lnTo>
                    <a:pt x="1998536" y="2240955"/>
                  </a:lnTo>
                  <a:lnTo>
                    <a:pt x="1996342" y="2240955"/>
                  </a:lnTo>
                  <a:lnTo>
                    <a:pt x="1994148" y="2240955"/>
                  </a:lnTo>
                  <a:lnTo>
                    <a:pt x="1991955" y="2240955"/>
                  </a:lnTo>
                  <a:lnTo>
                    <a:pt x="1989761" y="2240955"/>
                  </a:lnTo>
                  <a:lnTo>
                    <a:pt x="1987567" y="2240955"/>
                  </a:lnTo>
                  <a:lnTo>
                    <a:pt x="1985373" y="2240955"/>
                  </a:lnTo>
                  <a:lnTo>
                    <a:pt x="1983180" y="2240955"/>
                  </a:lnTo>
                  <a:lnTo>
                    <a:pt x="1980986" y="2240955"/>
                  </a:lnTo>
                  <a:lnTo>
                    <a:pt x="1978792" y="2240955"/>
                  </a:lnTo>
                  <a:lnTo>
                    <a:pt x="1976598" y="2240955"/>
                  </a:lnTo>
                  <a:lnTo>
                    <a:pt x="1974404" y="2240955"/>
                  </a:lnTo>
                  <a:lnTo>
                    <a:pt x="1972211" y="2240955"/>
                  </a:lnTo>
                  <a:lnTo>
                    <a:pt x="1970017" y="2240955"/>
                  </a:lnTo>
                  <a:lnTo>
                    <a:pt x="1967823" y="2240955"/>
                  </a:lnTo>
                  <a:lnTo>
                    <a:pt x="1965629" y="2240955"/>
                  </a:lnTo>
                  <a:lnTo>
                    <a:pt x="1963436" y="2240955"/>
                  </a:lnTo>
                  <a:lnTo>
                    <a:pt x="1961242" y="2240955"/>
                  </a:lnTo>
                  <a:lnTo>
                    <a:pt x="1959048" y="2240955"/>
                  </a:lnTo>
                  <a:lnTo>
                    <a:pt x="1956854" y="2240955"/>
                  </a:lnTo>
                  <a:lnTo>
                    <a:pt x="1954660" y="2240955"/>
                  </a:lnTo>
                  <a:lnTo>
                    <a:pt x="1952467" y="2240955"/>
                  </a:lnTo>
                  <a:lnTo>
                    <a:pt x="1950273" y="2240955"/>
                  </a:lnTo>
                  <a:lnTo>
                    <a:pt x="1948079" y="2240955"/>
                  </a:lnTo>
                  <a:lnTo>
                    <a:pt x="1945885" y="2240955"/>
                  </a:lnTo>
                  <a:lnTo>
                    <a:pt x="1943691" y="2240955"/>
                  </a:lnTo>
                  <a:lnTo>
                    <a:pt x="1941498" y="2240955"/>
                  </a:lnTo>
                  <a:lnTo>
                    <a:pt x="1939304" y="2240955"/>
                  </a:lnTo>
                  <a:lnTo>
                    <a:pt x="1937110" y="2240955"/>
                  </a:lnTo>
                  <a:lnTo>
                    <a:pt x="1934916" y="2240955"/>
                  </a:lnTo>
                  <a:lnTo>
                    <a:pt x="1932723" y="2240955"/>
                  </a:lnTo>
                  <a:lnTo>
                    <a:pt x="1930529" y="2240955"/>
                  </a:lnTo>
                  <a:lnTo>
                    <a:pt x="1928335" y="2240955"/>
                  </a:lnTo>
                  <a:lnTo>
                    <a:pt x="1926141" y="2240955"/>
                  </a:lnTo>
                  <a:lnTo>
                    <a:pt x="1923947" y="2240955"/>
                  </a:lnTo>
                  <a:lnTo>
                    <a:pt x="1921754" y="2240955"/>
                  </a:lnTo>
                  <a:lnTo>
                    <a:pt x="1919560" y="2240955"/>
                  </a:lnTo>
                  <a:lnTo>
                    <a:pt x="1917366" y="2240955"/>
                  </a:lnTo>
                  <a:lnTo>
                    <a:pt x="1915172" y="2240955"/>
                  </a:lnTo>
                  <a:lnTo>
                    <a:pt x="1912979" y="2240955"/>
                  </a:lnTo>
                  <a:lnTo>
                    <a:pt x="1910785" y="2240955"/>
                  </a:lnTo>
                  <a:lnTo>
                    <a:pt x="1908591" y="2240955"/>
                  </a:lnTo>
                  <a:lnTo>
                    <a:pt x="1906397" y="2240955"/>
                  </a:lnTo>
                  <a:lnTo>
                    <a:pt x="1904203" y="2240955"/>
                  </a:lnTo>
                  <a:lnTo>
                    <a:pt x="1902010" y="2240955"/>
                  </a:lnTo>
                  <a:lnTo>
                    <a:pt x="1899816" y="2240955"/>
                  </a:lnTo>
                  <a:lnTo>
                    <a:pt x="1897622" y="2240955"/>
                  </a:lnTo>
                  <a:lnTo>
                    <a:pt x="1895428" y="2240955"/>
                  </a:lnTo>
                  <a:lnTo>
                    <a:pt x="1893234" y="2240955"/>
                  </a:lnTo>
                  <a:lnTo>
                    <a:pt x="1891041" y="2240955"/>
                  </a:lnTo>
                  <a:lnTo>
                    <a:pt x="1888847" y="2240955"/>
                  </a:lnTo>
                  <a:lnTo>
                    <a:pt x="1886653" y="2240955"/>
                  </a:lnTo>
                  <a:lnTo>
                    <a:pt x="1884459" y="2240955"/>
                  </a:lnTo>
                  <a:lnTo>
                    <a:pt x="1882266" y="2240955"/>
                  </a:lnTo>
                  <a:lnTo>
                    <a:pt x="1880072" y="2240955"/>
                  </a:lnTo>
                  <a:lnTo>
                    <a:pt x="1877878" y="2240955"/>
                  </a:lnTo>
                  <a:lnTo>
                    <a:pt x="1875684" y="2240955"/>
                  </a:lnTo>
                  <a:lnTo>
                    <a:pt x="1873490" y="2240955"/>
                  </a:lnTo>
                  <a:lnTo>
                    <a:pt x="1871297" y="2240955"/>
                  </a:lnTo>
                  <a:lnTo>
                    <a:pt x="1869103" y="2240955"/>
                  </a:lnTo>
                  <a:lnTo>
                    <a:pt x="1866909" y="2240955"/>
                  </a:lnTo>
                  <a:lnTo>
                    <a:pt x="1864715" y="2240955"/>
                  </a:lnTo>
                  <a:lnTo>
                    <a:pt x="1862521" y="2240955"/>
                  </a:lnTo>
                  <a:lnTo>
                    <a:pt x="1860328" y="2240955"/>
                  </a:lnTo>
                  <a:lnTo>
                    <a:pt x="1858134" y="2240955"/>
                  </a:lnTo>
                  <a:lnTo>
                    <a:pt x="1855940" y="2240955"/>
                  </a:lnTo>
                  <a:lnTo>
                    <a:pt x="1853746" y="2240955"/>
                  </a:lnTo>
                  <a:lnTo>
                    <a:pt x="1851553" y="2240955"/>
                  </a:lnTo>
                  <a:lnTo>
                    <a:pt x="1849359" y="2240955"/>
                  </a:lnTo>
                  <a:lnTo>
                    <a:pt x="1847165" y="2240955"/>
                  </a:lnTo>
                  <a:lnTo>
                    <a:pt x="1844971" y="2240955"/>
                  </a:lnTo>
                  <a:lnTo>
                    <a:pt x="1842777" y="2240955"/>
                  </a:lnTo>
                  <a:lnTo>
                    <a:pt x="1840584" y="2240955"/>
                  </a:lnTo>
                  <a:lnTo>
                    <a:pt x="1838390" y="2240955"/>
                  </a:lnTo>
                  <a:lnTo>
                    <a:pt x="1836196" y="2240955"/>
                  </a:lnTo>
                  <a:lnTo>
                    <a:pt x="1834002" y="2240955"/>
                  </a:lnTo>
                  <a:lnTo>
                    <a:pt x="1831809" y="2240955"/>
                  </a:lnTo>
                  <a:lnTo>
                    <a:pt x="1829615" y="2240955"/>
                  </a:lnTo>
                  <a:lnTo>
                    <a:pt x="1827421" y="2240955"/>
                  </a:lnTo>
                  <a:lnTo>
                    <a:pt x="1825227" y="2240955"/>
                  </a:lnTo>
                  <a:lnTo>
                    <a:pt x="1823033" y="2240955"/>
                  </a:lnTo>
                  <a:lnTo>
                    <a:pt x="1820840" y="2240955"/>
                  </a:lnTo>
                  <a:lnTo>
                    <a:pt x="1818646" y="2240955"/>
                  </a:lnTo>
                  <a:lnTo>
                    <a:pt x="1816452" y="2240955"/>
                  </a:lnTo>
                  <a:lnTo>
                    <a:pt x="1814258" y="2240955"/>
                  </a:lnTo>
                  <a:lnTo>
                    <a:pt x="1812064" y="2240955"/>
                  </a:lnTo>
                  <a:lnTo>
                    <a:pt x="1809871" y="2240955"/>
                  </a:lnTo>
                  <a:lnTo>
                    <a:pt x="1807677" y="2240955"/>
                  </a:lnTo>
                  <a:lnTo>
                    <a:pt x="1805483" y="2240955"/>
                  </a:lnTo>
                  <a:lnTo>
                    <a:pt x="1803289" y="2240955"/>
                  </a:lnTo>
                  <a:lnTo>
                    <a:pt x="1801096" y="2240955"/>
                  </a:lnTo>
                  <a:lnTo>
                    <a:pt x="1798902" y="2240955"/>
                  </a:lnTo>
                  <a:lnTo>
                    <a:pt x="1796708" y="2240955"/>
                  </a:lnTo>
                  <a:lnTo>
                    <a:pt x="1794514" y="2240955"/>
                  </a:lnTo>
                  <a:lnTo>
                    <a:pt x="1792320" y="2240955"/>
                  </a:lnTo>
                  <a:lnTo>
                    <a:pt x="1790127" y="2240955"/>
                  </a:lnTo>
                  <a:lnTo>
                    <a:pt x="1787933" y="2240955"/>
                  </a:lnTo>
                  <a:lnTo>
                    <a:pt x="1785739" y="2240955"/>
                  </a:lnTo>
                  <a:lnTo>
                    <a:pt x="1783545" y="2240955"/>
                  </a:lnTo>
                  <a:lnTo>
                    <a:pt x="1781352" y="2240955"/>
                  </a:lnTo>
                  <a:lnTo>
                    <a:pt x="1779158" y="2240955"/>
                  </a:lnTo>
                  <a:lnTo>
                    <a:pt x="1776964" y="2240955"/>
                  </a:lnTo>
                  <a:lnTo>
                    <a:pt x="1774770" y="2240955"/>
                  </a:lnTo>
                  <a:lnTo>
                    <a:pt x="1772576" y="2240955"/>
                  </a:lnTo>
                  <a:lnTo>
                    <a:pt x="1770383" y="2240955"/>
                  </a:lnTo>
                  <a:lnTo>
                    <a:pt x="1768189" y="2240955"/>
                  </a:lnTo>
                  <a:lnTo>
                    <a:pt x="1765995" y="2240955"/>
                  </a:lnTo>
                  <a:lnTo>
                    <a:pt x="1763801" y="2240955"/>
                  </a:lnTo>
                  <a:lnTo>
                    <a:pt x="1761607" y="2240955"/>
                  </a:lnTo>
                  <a:lnTo>
                    <a:pt x="1759414" y="2240955"/>
                  </a:lnTo>
                  <a:lnTo>
                    <a:pt x="1757220" y="2240955"/>
                  </a:lnTo>
                  <a:lnTo>
                    <a:pt x="1755026" y="2240955"/>
                  </a:lnTo>
                  <a:lnTo>
                    <a:pt x="1752832" y="2240955"/>
                  </a:lnTo>
                  <a:lnTo>
                    <a:pt x="1750639" y="2240955"/>
                  </a:lnTo>
                  <a:lnTo>
                    <a:pt x="1748445" y="2240955"/>
                  </a:lnTo>
                  <a:lnTo>
                    <a:pt x="1746251" y="2240955"/>
                  </a:lnTo>
                  <a:lnTo>
                    <a:pt x="1744057" y="2240955"/>
                  </a:lnTo>
                  <a:lnTo>
                    <a:pt x="1741863" y="2240955"/>
                  </a:lnTo>
                  <a:lnTo>
                    <a:pt x="1739670" y="2240955"/>
                  </a:lnTo>
                  <a:lnTo>
                    <a:pt x="1737476" y="2240955"/>
                  </a:lnTo>
                  <a:lnTo>
                    <a:pt x="1735282" y="2240955"/>
                  </a:lnTo>
                  <a:lnTo>
                    <a:pt x="1733088" y="2240955"/>
                  </a:lnTo>
                  <a:lnTo>
                    <a:pt x="1730895" y="2240955"/>
                  </a:lnTo>
                  <a:lnTo>
                    <a:pt x="1728701" y="2240955"/>
                  </a:lnTo>
                  <a:lnTo>
                    <a:pt x="1726507" y="2240955"/>
                  </a:lnTo>
                  <a:lnTo>
                    <a:pt x="1724313" y="2240955"/>
                  </a:lnTo>
                  <a:lnTo>
                    <a:pt x="1722119" y="2240955"/>
                  </a:lnTo>
                  <a:lnTo>
                    <a:pt x="1719926" y="2240955"/>
                  </a:lnTo>
                  <a:lnTo>
                    <a:pt x="1717732" y="2240955"/>
                  </a:lnTo>
                  <a:lnTo>
                    <a:pt x="1715538" y="2240955"/>
                  </a:lnTo>
                  <a:lnTo>
                    <a:pt x="1713344" y="2240955"/>
                  </a:lnTo>
                  <a:lnTo>
                    <a:pt x="1711150" y="2240955"/>
                  </a:lnTo>
                  <a:lnTo>
                    <a:pt x="1708957" y="2240955"/>
                  </a:lnTo>
                  <a:lnTo>
                    <a:pt x="1706763" y="2240955"/>
                  </a:lnTo>
                  <a:lnTo>
                    <a:pt x="1704569" y="2240955"/>
                  </a:lnTo>
                  <a:lnTo>
                    <a:pt x="1702375" y="2240955"/>
                  </a:lnTo>
                  <a:lnTo>
                    <a:pt x="1700182" y="2240955"/>
                  </a:lnTo>
                  <a:lnTo>
                    <a:pt x="1697988" y="2240955"/>
                  </a:lnTo>
                  <a:lnTo>
                    <a:pt x="1695794" y="2240955"/>
                  </a:lnTo>
                  <a:lnTo>
                    <a:pt x="1693600" y="2240955"/>
                  </a:lnTo>
                  <a:lnTo>
                    <a:pt x="1691406" y="2240955"/>
                  </a:lnTo>
                  <a:lnTo>
                    <a:pt x="1689213" y="2240955"/>
                  </a:lnTo>
                  <a:lnTo>
                    <a:pt x="1687019" y="2240955"/>
                  </a:lnTo>
                  <a:lnTo>
                    <a:pt x="1684825" y="2240955"/>
                  </a:lnTo>
                  <a:lnTo>
                    <a:pt x="1682631" y="2240955"/>
                  </a:lnTo>
                  <a:lnTo>
                    <a:pt x="1680437" y="2240955"/>
                  </a:lnTo>
                  <a:lnTo>
                    <a:pt x="1678244" y="2240955"/>
                  </a:lnTo>
                  <a:lnTo>
                    <a:pt x="1676050" y="2240955"/>
                  </a:lnTo>
                  <a:lnTo>
                    <a:pt x="1673856" y="2240955"/>
                  </a:lnTo>
                  <a:lnTo>
                    <a:pt x="1671662" y="2240955"/>
                  </a:lnTo>
                  <a:lnTo>
                    <a:pt x="1669469" y="2240955"/>
                  </a:lnTo>
                  <a:lnTo>
                    <a:pt x="1667275" y="2240955"/>
                  </a:lnTo>
                  <a:lnTo>
                    <a:pt x="1665081" y="2240955"/>
                  </a:lnTo>
                  <a:lnTo>
                    <a:pt x="1662887" y="2240955"/>
                  </a:lnTo>
                  <a:lnTo>
                    <a:pt x="1660693" y="2240955"/>
                  </a:lnTo>
                  <a:lnTo>
                    <a:pt x="1658500" y="2240955"/>
                  </a:lnTo>
                  <a:lnTo>
                    <a:pt x="1656306" y="2240955"/>
                  </a:lnTo>
                  <a:lnTo>
                    <a:pt x="1654112" y="2240955"/>
                  </a:lnTo>
                  <a:lnTo>
                    <a:pt x="1651918" y="2240955"/>
                  </a:lnTo>
                  <a:lnTo>
                    <a:pt x="1649725" y="2240955"/>
                  </a:lnTo>
                  <a:lnTo>
                    <a:pt x="1647531" y="2240955"/>
                  </a:lnTo>
                  <a:lnTo>
                    <a:pt x="1645337" y="2240955"/>
                  </a:lnTo>
                  <a:lnTo>
                    <a:pt x="1643143" y="2240955"/>
                  </a:lnTo>
                  <a:lnTo>
                    <a:pt x="1640949" y="2240955"/>
                  </a:lnTo>
                  <a:lnTo>
                    <a:pt x="1638756" y="2240955"/>
                  </a:lnTo>
                  <a:lnTo>
                    <a:pt x="1636562" y="2240955"/>
                  </a:lnTo>
                  <a:lnTo>
                    <a:pt x="1634368" y="2240955"/>
                  </a:lnTo>
                  <a:lnTo>
                    <a:pt x="1632174" y="2240955"/>
                  </a:lnTo>
                  <a:lnTo>
                    <a:pt x="1629980" y="2240955"/>
                  </a:lnTo>
                  <a:lnTo>
                    <a:pt x="1627787" y="2240955"/>
                  </a:lnTo>
                  <a:lnTo>
                    <a:pt x="1625593" y="2240955"/>
                  </a:lnTo>
                  <a:lnTo>
                    <a:pt x="1623399" y="2240955"/>
                  </a:lnTo>
                  <a:lnTo>
                    <a:pt x="1621205" y="2240955"/>
                  </a:lnTo>
                  <a:lnTo>
                    <a:pt x="1619012" y="2240955"/>
                  </a:lnTo>
                  <a:lnTo>
                    <a:pt x="1616818" y="2240955"/>
                  </a:lnTo>
                  <a:lnTo>
                    <a:pt x="1614624" y="2240955"/>
                  </a:lnTo>
                  <a:lnTo>
                    <a:pt x="1612430" y="2240955"/>
                  </a:lnTo>
                  <a:lnTo>
                    <a:pt x="1610236" y="2240955"/>
                  </a:lnTo>
                  <a:lnTo>
                    <a:pt x="1608043" y="2240955"/>
                  </a:lnTo>
                  <a:lnTo>
                    <a:pt x="1605849" y="2240955"/>
                  </a:lnTo>
                  <a:lnTo>
                    <a:pt x="1603655" y="2240955"/>
                  </a:lnTo>
                  <a:lnTo>
                    <a:pt x="1601461" y="2240955"/>
                  </a:lnTo>
                  <a:lnTo>
                    <a:pt x="1599268" y="2240955"/>
                  </a:lnTo>
                  <a:lnTo>
                    <a:pt x="1597074" y="2240955"/>
                  </a:lnTo>
                  <a:lnTo>
                    <a:pt x="1594880" y="2240955"/>
                  </a:lnTo>
                  <a:lnTo>
                    <a:pt x="1592686" y="2240955"/>
                  </a:lnTo>
                  <a:lnTo>
                    <a:pt x="1590492" y="2240955"/>
                  </a:lnTo>
                  <a:lnTo>
                    <a:pt x="1588299" y="2240955"/>
                  </a:lnTo>
                  <a:lnTo>
                    <a:pt x="1586105" y="2240955"/>
                  </a:lnTo>
                  <a:lnTo>
                    <a:pt x="1583911" y="2240955"/>
                  </a:lnTo>
                  <a:lnTo>
                    <a:pt x="1581717" y="2240955"/>
                  </a:lnTo>
                  <a:lnTo>
                    <a:pt x="1579523" y="2240955"/>
                  </a:lnTo>
                  <a:lnTo>
                    <a:pt x="1577330" y="2240955"/>
                  </a:lnTo>
                  <a:lnTo>
                    <a:pt x="1575136" y="2240955"/>
                  </a:lnTo>
                  <a:lnTo>
                    <a:pt x="1572942" y="2240955"/>
                  </a:lnTo>
                  <a:lnTo>
                    <a:pt x="1570748" y="2240955"/>
                  </a:lnTo>
                  <a:lnTo>
                    <a:pt x="1568555" y="2240955"/>
                  </a:lnTo>
                  <a:lnTo>
                    <a:pt x="1566361" y="2240955"/>
                  </a:lnTo>
                  <a:lnTo>
                    <a:pt x="1564167" y="2240955"/>
                  </a:lnTo>
                  <a:lnTo>
                    <a:pt x="1561973" y="2240955"/>
                  </a:lnTo>
                  <a:lnTo>
                    <a:pt x="1559779" y="2240955"/>
                  </a:lnTo>
                  <a:lnTo>
                    <a:pt x="1557586" y="2240955"/>
                  </a:lnTo>
                  <a:lnTo>
                    <a:pt x="1555392" y="2240955"/>
                  </a:lnTo>
                  <a:lnTo>
                    <a:pt x="1553198" y="2240955"/>
                  </a:lnTo>
                  <a:lnTo>
                    <a:pt x="1551004" y="2240955"/>
                  </a:lnTo>
                  <a:lnTo>
                    <a:pt x="1548810" y="2240955"/>
                  </a:lnTo>
                  <a:lnTo>
                    <a:pt x="1546617" y="2240955"/>
                  </a:lnTo>
                  <a:lnTo>
                    <a:pt x="1544423" y="2240955"/>
                  </a:lnTo>
                  <a:lnTo>
                    <a:pt x="1542229" y="2240955"/>
                  </a:lnTo>
                  <a:lnTo>
                    <a:pt x="1540035" y="2240955"/>
                  </a:lnTo>
                  <a:lnTo>
                    <a:pt x="1537842" y="2240955"/>
                  </a:lnTo>
                  <a:lnTo>
                    <a:pt x="1535648" y="2240955"/>
                  </a:lnTo>
                  <a:lnTo>
                    <a:pt x="1533454" y="2240955"/>
                  </a:lnTo>
                  <a:lnTo>
                    <a:pt x="1531260" y="2240955"/>
                  </a:lnTo>
                  <a:lnTo>
                    <a:pt x="1529066" y="2240955"/>
                  </a:lnTo>
                  <a:lnTo>
                    <a:pt x="1526873" y="2240955"/>
                  </a:lnTo>
                  <a:lnTo>
                    <a:pt x="1524679" y="2240955"/>
                  </a:lnTo>
                  <a:lnTo>
                    <a:pt x="1522485" y="2240955"/>
                  </a:lnTo>
                  <a:lnTo>
                    <a:pt x="1520291" y="2240955"/>
                  </a:lnTo>
                  <a:lnTo>
                    <a:pt x="1518098" y="2240955"/>
                  </a:lnTo>
                  <a:lnTo>
                    <a:pt x="1515904" y="2240955"/>
                  </a:lnTo>
                  <a:lnTo>
                    <a:pt x="1513710" y="2240955"/>
                  </a:lnTo>
                  <a:lnTo>
                    <a:pt x="1511516" y="2240955"/>
                  </a:lnTo>
                  <a:lnTo>
                    <a:pt x="1509322" y="2240955"/>
                  </a:lnTo>
                  <a:lnTo>
                    <a:pt x="1507129" y="2240955"/>
                  </a:lnTo>
                  <a:lnTo>
                    <a:pt x="1504935" y="2240955"/>
                  </a:lnTo>
                  <a:lnTo>
                    <a:pt x="1502741" y="2240955"/>
                  </a:lnTo>
                  <a:lnTo>
                    <a:pt x="1500547" y="2240955"/>
                  </a:lnTo>
                  <a:lnTo>
                    <a:pt x="1498353" y="2240955"/>
                  </a:lnTo>
                  <a:lnTo>
                    <a:pt x="1496160" y="2240955"/>
                  </a:lnTo>
                  <a:lnTo>
                    <a:pt x="1493966" y="2240955"/>
                  </a:lnTo>
                  <a:lnTo>
                    <a:pt x="1491772" y="2240955"/>
                  </a:lnTo>
                  <a:lnTo>
                    <a:pt x="1489578" y="2240955"/>
                  </a:lnTo>
                  <a:lnTo>
                    <a:pt x="1487385" y="2240955"/>
                  </a:lnTo>
                  <a:lnTo>
                    <a:pt x="1485191" y="2240955"/>
                  </a:lnTo>
                  <a:lnTo>
                    <a:pt x="1482997" y="2240955"/>
                  </a:lnTo>
                  <a:lnTo>
                    <a:pt x="1480803" y="2240955"/>
                  </a:lnTo>
                  <a:lnTo>
                    <a:pt x="1478609" y="2240955"/>
                  </a:lnTo>
                  <a:lnTo>
                    <a:pt x="1476416" y="2240955"/>
                  </a:lnTo>
                  <a:lnTo>
                    <a:pt x="1474222" y="2240955"/>
                  </a:lnTo>
                  <a:lnTo>
                    <a:pt x="1472028" y="2240955"/>
                  </a:lnTo>
                  <a:lnTo>
                    <a:pt x="1469834" y="2240955"/>
                  </a:lnTo>
                  <a:lnTo>
                    <a:pt x="1467641" y="2240955"/>
                  </a:lnTo>
                  <a:lnTo>
                    <a:pt x="1465447" y="2240955"/>
                  </a:lnTo>
                  <a:lnTo>
                    <a:pt x="1463253" y="2240955"/>
                  </a:lnTo>
                  <a:lnTo>
                    <a:pt x="1461059" y="2240955"/>
                  </a:lnTo>
                  <a:lnTo>
                    <a:pt x="1458865" y="2240955"/>
                  </a:lnTo>
                  <a:lnTo>
                    <a:pt x="1456672" y="2240955"/>
                  </a:lnTo>
                  <a:lnTo>
                    <a:pt x="1454478" y="2240955"/>
                  </a:lnTo>
                  <a:lnTo>
                    <a:pt x="1452284" y="2240955"/>
                  </a:lnTo>
                  <a:lnTo>
                    <a:pt x="1450090" y="2240955"/>
                  </a:lnTo>
                  <a:lnTo>
                    <a:pt x="1447896" y="2240955"/>
                  </a:lnTo>
                  <a:lnTo>
                    <a:pt x="1445703" y="2240955"/>
                  </a:lnTo>
                  <a:lnTo>
                    <a:pt x="1443509" y="2240955"/>
                  </a:lnTo>
                  <a:lnTo>
                    <a:pt x="1441315" y="2240955"/>
                  </a:lnTo>
                  <a:lnTo>
                    <a:pt x="1439121" y="2240955"/>
                  </a:lnTo>
                  <a:lnTo>
                    <a:pt x="1436928" y="2240955"/>
                  </a:lnTo>
                  <a:lnTo>
                    <a:pt x="1434734" y="2240955"/>
                  </a:lnTo>
                  <a:lnTo>
                    <a:pt x="1432540" y="2240955"/>
                  </a:lnTo>
                  <a:lnTo>
                    <a:pt x="1430346" y="2240955"/>
                  </a:lnTo>
                  <a:lnTo>
                    <a:pt x="1428152" y="2240955"/>
                  </a:lnTo>
                  <a:lnTo>
                    <a:pt x="1425959" y="2240955"/>
                  </a:lnTo>
                  <a:lnTo>
                    <a:pt x="1423765" y="2240955"/>
                  </a:lnTo>
                  <a:lnTo>
                    <a:pt x="1421571" y="2240955"/>
                  </a:lnTo>
                  <a:lnTo>
                    <a:pt x="1419377" y="2240955"/>
                  </a:lnTo>
                  <a:lnTo>
                    <a:pt x="1417183" y="2240955"/>
                  </a:lnTo>
                  <a:lnTo>
                    <a:pt x="1414990" y="2240955"/>
                  </a:lnTo>
                  <a:lnTo>
                    <a:pt x="1412796" y="2240955"/>
                  </a:lnTo>
                  <a:lnTo>
                    <a:pt x="1410602" y="2240955"/>
                  </a:lnTo>
                  <a:lnTo>
                    <a:pt x="1408408" y="2240955"/>
                  </a:lnTo>
                  <a:lnTo>
                    <a:pt x="1406215" y="2240955"/>
                  </a:lnTo>
                  <a:lnTo>
                    <a:pt x="1404021" y="2240955"/>
                  </a:lnTo>
                  <a:lnTo>
                    <a:pt x="1401827" y="2240955"/>
                  </a:lnTo>
                  <a:lnTo>
                    <a:pt x="1399633" y="2240955"/>
                  </a:lnTo>
                  <a:lnTo>
                    <a:pt x="1397439" y="2240955"/>
                  </a:lnTo>
                  <a:lnTo>
                    <a:pt x="1395246" y="2240955"/>
                  </a:lnTo>
                  <a:lnTo>
                    <a:pt x="1393052" y="2240955"/>
                  </a:lnTo>
                  <a:lnTo>
                    <a:pt x="1390858" y="2240955"/>
                  </a:lnTo>
                  <a:lnTo>
                    <a:pt x="1388664" y="2240955"/>
                  </a:lnTo>
                  <a:lnTo>
                    <a:pt x="1386471" y="2240955"/>
                  </a:lnTo>
                  <a:lnTo>
                    <a:pt x="1384277" y="2240955"/>
                  </a:lnTo>
                  <a:lnTo>
                    <a:pt x="1382083" y="2240955"/>
                  </a:lnTo>
                  <a:lnTo>
                    <a:pt x="1379889" y="2240955"/>
                  </a:lnTo>
                  <a:lnTo>
                    <a:pt x="1377695" y="2240955"/>
                  </a:lnTo>
                  <a:lnTo>
                    <a:pt x="1375502" y="2240955"/>
                  </a:lnTo>
                  <a:lnTo>
                    <a:pt x="1373308" y="2240955"/>
                  </a:lnTo>
                  <a:lnTo>
                    <a:pt x="1371114" y="2240955"/>
                  </a:lnTo>
                  <a:lnTo>
                    <a:pt x="1368920" y="2240955"/>
                  </a:lnTo>
                  <a:lnTo>
                    <a:pt x="1366726" y="2240955"/>
                  </a:lnTo>
                  <a:lnTo>
                    <a:pt x="1364533" y="2240955"/>
                  </a:lnTo>
                  <a:lnTo>
                    <a:pt x="1362339" y="2240955"/>
                  </a:lnTo>
                  <a:lnTo>
                    <a:pt x="1360145" y="2240955"/>
                  </a:lnTo>
                  <a:lnTo>
                    <a:pt x="1357951" y="2240955"/>
                  </a:lnTo>
                  <a:lnTo>
                    <a:pt x="1355758" y="2240955"/>
                  </a:lnTo>
                  <a:lnTo>
                    <a:pt x="1353564" y="2240955"/>
                  </a:lnTo>
                  <a:lnTo>
                    <a:pt x="1351370" y="2240955"/>
                  </a:lnTo>
                  <a:lnTo>
                    <a:pt x="1349176" y="2240955"/>
                  </a:lnTo>
                  <a:lnTo>
                    <a:pt x="1346982" y="2240955"/>
                  </a:lnTo>
                  <a:lnTo>
                    <a:pt x="1344789" y="2240955"/>
                  </a:lnTo>
                  <a:lnTo>
                    <a:pt x="1342595" y="2240955"/>
                  </a:lnTo>
                  <a:lnTo>
                    <a:pt x="1340401" y="2240955"/>
                  </a:lnTo>
                  <a:lnTo>
                    <a:pt x="1338207" y="2240955"/>
                  </a:lnTo>
                  <a:lnTo>
                    <a:pt x="1336014" y="2240955"/>
                  </a:lnTo>
                  <a:lnTo>
                    <a:pt x="1333820" y="2240955"/>
                  </a:lnTo>
                  <a:lnTo>
                    <a:pt x="1331626" y="2240955"/>
                  </a:lnTo>
                  <a:lnTo>
                    <a:pt x="1329432" y="2240955"/>
                  </a:lnTo>
                  <a:lnTo>
                    <a:pt x="1327238" y="2240955"/>
                  </a:lnTo>
                  <a:lnTo>
                    <a:pt x="1325045" y="2240955"/>
                  </a:lnTo>
                  <a:lnTo>
                    <a:pt x="1322851" y="2240955"/>
                  </a:lnTo>
                  <a:lnTo>
                    <a:pt x="1320657" y="2240955"/>
                  </a:lnTo>
                  <a:lnTo>
                    <a:pt x="1318463" y="2240955"/>
                  </a:lnTo>
                  <a:lnTo>
                    <a:pt x="1316269" y="2240955"/>
                  </a:lnTo>
                  <a:lnTo>
                    <a:pt x="1314076" y="2240955"/>
                  </a:lnTo>
                  <a:lnTo>
                    <a:pt x="1311882" y="2240955"/>
                  </a:lnTo>
                  <a:lnTo>
                    <a:pt x="1309688" y="2240955"/>
                  </a:lnTo>
                  <a:lnTo>
                    <a:pt x="1307494" y="2240955"/>
                  </a:lnTo>
                  <a:lnTo>
                    <a:pt x="1305301" y="2240955"/>
                  </a:lnTo>
                  <a:lnTo>
                    <a:pt x="1303107" y="2240955"/>
                  </a:lnTo>
                  <a:lnTo>
                    <a:pt x="1300913" y="2240955"/>
                  </a:lnTo>
                  <a:lnTo>
                    <a:pt x="1298719" y="2240955"/>
                  </a:lnTo>
                  <a:lnTo>
                    <a:pt x="1296525" y="2240955"/>
                  </a:lnTo>
                  <a:lnTo>
                    <a:pt x="1294332" y="2240955"/>
                  </a:lnTo>
                  <a:lnTo>
                    <a:pt x="1292138" y="2240955"/>
                  </a:lnTo>
                  <a:lnTo>
                    <a:pt x="1289944" y="2240955"/>
                  </a:lnTo>
                  <a:lnTo>
                    <a:pt x="1287750" y="2240955"/>
                  </a:lnTo>
                  <a:lnTo>
                    <a:pt x="1285556" y="2240955"/>
                  </a:lnTo>
                  <a:lnTo>
                    <a:pt x="1283363" y="2240955"/>
                  </a:lnTo>
                  <a:lnTo>
                    <a:pt x="1281169" y="2240955"/>
                  </a:lnTo>
                  <a:lnTo>
                    <a:pt x="1278975" y="2240955"/>
                  </a:lnTo>
                  <a:lnTo>
                    <a:pt x="1276781" y="2240955"/>
                  </a:lnTo>
                  <a:lnTo>
                    <a:pt x="1274588" y="2240955"/>
                  </a:lnTo>
                  <a:lnTo>
                    <a:pt x="1272394" y="2240955"/>
                  </a:lnTo>
                  <a:lnTo>
                    <a:pt x="1270200" y="2240955"/>
                  </a:lnTo>
                  <a:lnTo>
                    <a:pt x="1268006" y="2240955"/>
                  </a:lnTo>
                  <a:lnTo>
                    <a:pt x="1265812" y="2240955"/>
                  </a:lnTo>
                  <a:lnTo>
                    <a:pt x="1263619" y="2240955"/>
                  </a:lnTo>
                  <a:lnTo>
                    <a:pt x="1261425" y="2240955"/>
                  </a:lnTo>
                  <a:lnTo>
                    <a:pt x="1259231" y="2240955"/>
                  </a:lnTo>
                  <a:lnTo>
                    <a:pt x="1257037" y="2240955"/>
                  </a:lnTo>
                  <a:lnTo>
                    <a:pt x="1254844" y="2240955"/>
                  </a:lnTo>
                  <a:lnTo>
                    <a:pt x="1252650" y="2240955"/>
                  </a:lnTo>
                  <a:lnTo>
                    <a:pt x="1250456" y="2240955"/>
                  </a:lnTo>
                  <a:lnTo>
                    <a:pt x="1248262" y="2240955"/>
                  </a:lnTo>
                  <a:lnTo>
                    <a:pt x="1246068" y="2240955"/>
                  </a:lnTo>
                  <a:lnTo>
                    <a:pt x="1243875" y="2240955"/>
                  </a:lnTo>
                  <a:lnTo>
                    <a:pt x="1241681" y="2240955"/>
                  </a:lnTo>
                  <a:lnTo>
                    <a:pt x="1239487" y="2240955"/>
                  </a:lnTo>
                  <a:lnTo>
                    <a:pt x="1237293" y="2240955"/>
                  </a:lnTo>
                  <a:lnTo>
                    <a:pt x="1235099" y="2240955"/>
                  </a:lnTo>
                  <a:lnTo>
                    <a:pt x="1232906" y="2240955"/>
                  </a:lnTo>
                  <a:lnTo>
                    <a:pt x="1230712" y="2240955"/>
                  </a:lnTo>
                  <a:lnTo>
                    <a:pt x="1228518" y="2240955"/>
                  </a:lnTo>
                  <a:lnTo>
                    <a:pt x="1226324" y="2240955"/>
                  </a:lnTo>
                  <a:lnTo>
                    <a:pt x="1224131" y="2240955"/>
                  </a:lnTo>
                  <a:lnTo>
                    <a:pt x="1221937" y="2240955"/>
                  </a:lnTo>
                  <a:lnTo>
                    <a:pt x="1219743" y="2240955"/>
                  </a:lnTo>
                  <a:lnTo>
                    <a:pt x="1217549" y="2240955"/>
                  </a:lnTo>
                  <a:lnTo>
                    <a:pt x="1215355" y="2240955"/>
                  </a:lnTo>
                  <a:lnTo>
                    <a:pt x="1213162" y="2240955"/>
                  </a:lnTo>
                  <a:lnTo>
                    <a:pt x="1210968" y="2240955"/>
                  </a:lnTo>
                  <a:lnTo>
                    <a:pt x="1208774" y="2240955"/>
                  </a:lnTo>
                  <a:lnTo>
                    <a:pt x="1206580" y="2240955"/>
                  </a:lnTo>
                  <a:lnTo>
                    <a:pt x="1204387" y="2240955"/>
                  </a:lnTo>
                  <a:lnTo>
                    <a:pt x="1202193" y="2240955"/>
                  </a:lnTo>
                  <a:lnTo>
                    <a:pt x="1199999" y="2240955"/>
                  </a:lnTo>
                  <a:lnTo>
                    <a:pt x="1197805" y="2240955"/>
                  </a:lnTo>
                  <a:lnTo>
                    <a:pt x="1195611" y="2240955"/>
                  </a:lnTo>
                  <a:lnTo>
                    <a:pt x="1193418" y="2240955"/>
                  </a:lnTo>
                  <a:lnTo>
                    <a:pt x="1191224" y="2240955"/>
                  </a:lnTo>
                  <a:lnTo>
                    <a:pt x="1189030" y="2240955"/>
                  </a:lnTo>
                  <a:lnTo>
                    <a:pt x="1186836" y="2240955"/>
                  </a:lnTo>
                  <a:lnTo>
                    <a:pt x="1184642" y="2240955"/>
                  </a:lnTo>
                  <a:lnTo>
                    <a:pt x="1182449" y="2240955"/>
                  </a:lnTo>
                  <a:lnTo>
                    <a:pt x="1180255" y="2240955"/>
                  </a:lnTo>
                  <a:lnTo>
                    <a:pt x="1178061" y="2240955"/>
                  </a:lnTo>
                  <a:lnTo>
                    <a:pt x="1175867" y="2240955"/>
                  </a:lnTo>
                  <a:lnTo>
                    <a:pt x="1173674" y="2240955"/>
                  </a:lnTo>
                  <a:lnTo>
                    <a:pt x="1171480" y="2240955"/>
                  </a:lnTo>
                  <a:lnTo>
                    <a:pt x="1169286" y="2240955"/>
                  </a:lnTo>
                  <a:lnTo>
                    <a:pt x="1167092" y="2240955"/>
                  </a:lnTo>
                  <a:lnTo>
                    <a:pt x="1164898" y="2240955"/>
                  </a:lnTo>
                  <a:lnTo>
                    <a:pt x="1162705" y="2240955"/>
                  </a:lnTo>
                  <a:lnTo>
                    <a:pt x="1160511" y="2240955"/>
                  </a:lnTo>
                  <a:lnTo>
                    <a:pt x="1158317" y="2240955"/>
                  </a:lnTo>
                  <a:lnTo>
                    <a:pt x="1156123" y="2240955"/>
                  </a:lnTo>
                  <a:lnTo>
                    <a:pt x="1153930" y="2240955"/>
                  </a:lnTo>
                  <a:lnTo>
                    <a:pt x="1151736" y="2240955"/>
                  </a:lnTo>
                  <a:lnTo>
                    <a:pt x="1149542" y="2240955"/>
                  </a:lnTo>
                  <a:lnTo>
                    <a:pt x="1147348" y="2240955"/>
                  </a:lnTo>
                  <a:lnTo>
                    <a:pt x="1145154" y="2240955"/>
                  </a:lnTo>
                  <a:lnTo>
                    <a:pt x="1142961" y="2240955"/>
                  </a:lnTo>
                  <a:lnTo>
                    <a:pt x="1140767" y="2240955"/>
                  </a:lnTo>
                  <a:lnTo>
                    <a:pt x="1138573" y="2240955"/>
                  </a:lnTo>
                  <a:lnTo>
                    <a:pt x="1136379" y="2240955"/>
                  </a:lnTo>
                  <a:lnTo>
                    <a:pt x="1134185" y="2240955"/>
                  </a:lnTo>
                  <a:lnTo>
                    <a:pt x="1131992" y="2240955"/>
                  </a:lnTo>
                  <a:lnTo>
                    <a:pt x="1129798" y="2240955"/>
                  </a:lnTo>
                  <a:lnTo>
                    <a:pt x="1127604" y="2240955"/>
                  </a:lnTo>
                  <a:lnTo>
                    <a:pt x="1125410" y="2240955"/>
                  </a:lnTo>
                  <a:lnTo>
                    <a:pt x="1123217" y="2240955"/>
                  </a:lnTo>
                  <a:lnTo>
                    <a:pt x="1121023" y="2240955"/>
                  </a:lnTo>
                  <a:lnTo>
                    <a:pt x="1118829" y="2240955"/>
                  </a:lnTo>
                  <a:lnTo>
                    <a:pt x="1116635" y="2240955"/>
                  </a:lnTo>
                  <a:lnTo>
                    <a:pt x="1114441" y="2240955"/>
                  </a:lnTo>
                  <a:lnTo>
                    <a:pt x="1112248" y="2240955"/>
                  </a:lnTo>
                  <a:lnTo>
                    <a:pt x="1110054" y="2240955"/>
                  </a:lnTo>
                  <a:lnTo>
                    <a:pt x="1107860" y="2240955"/>
                  </a:lnTo>
                  <a:lnTo>
                    <a:pt x="1105666" y="2240955"/>
                  </a:lnTo>
                  <a:lnTo>
                    <a:pt x="1103472" y="2240955"/>
                  </a:lnTo>
                  <a:lnTo>
                    <a:pt x="1101279" y="2240955"/>
                  </a:lnTo>
                  <a:lnTo>
                    <a:pt x="1099085" y="2240955"/>
                  </a:lnTo>
                  <a:lnTo>
                    <a:pt x="1096891" y="2240955"/>
                  </a:lnTo>
                  <a:lnTo>
                    <a:pt x="1094697" y="2240955"/>
                  </a:lnTo>
                  <a:lnTo>
                    <a:pt x="1092504" y="2240955"/>
                  </a:lnTo>
                  <a:lnTo>
                    <a:pt x="1090310" y="2240955"/>
                  </a:lnTo>
                  <a:lnTo>
                    <a:pt x="1088116" y="2240955"/>
                  </a:lnTo>
                  <a:lnTo>
                    <a:pt x="1085922" y="2240955"/>
                  </a:lnTo>
                  <a:lnTo>
                    <a:pt x="1083728" y="2240955"/>
                  </a:lnTo>
                  <a:lnTo>
                    <a:pt x="1081535" y="2240955"/>
                  </a:lnTo>
                  <a:lnTo>
                    <a:pt x="1079341" y="2240955"/>
                  </a:lnTo>
                  <a:lnTo>
                    <a:pt x="1077147" y="2240955"/>
                  </a:lnTo>
                  <a:lnTo>
                    <a:pt x="1074953" y="2240955"/>
                  </a:lnTo>
                  <a:lnTo>
                    <a:pt x="1072760" y="2240955"/>
                  </a:lnTo>
                  <a:lnTo>
                    <a:pt x="1070566" y="2240955"/>
                  </a:lnTo>
                  <a:lnTo>
                    <a:pt x="1068372" y="2240955"/>
                  </a:lnTo>
                  <a:lnTo>
                    <a:pt x="1066178" y="2240955"/>
                  </a:lnTo>
                  <a:lnTo>
                    <a:pt x="1063984" y="2240955"/>
                  </a:lnTo>
                  <a:lnTo>
                    <a:pt x="1061791" y="2240955"/>
                  </a:lnTo>
                  <a:lnTo>
                    <a:pt x="1059597" y="2240955"/>
                  </a:lnTo>
                  <a:lnTo>
                    <a:pt x="1057403" y="2240955"/>
                  </a:lnTo>
                  <a:lnTo>
                    <a:pt x="1055209" y="2240955"/>
                  </a:lnTo>
                  <a:lnTo>
                    <a:pt x="1053015" y="2240955"/>
                  </a:lnTo>
                  <a:lnTo>
                    <a:pt x="1050822" y="2240955"/>
                  </a:lnTo>
                  <a:lnTo>
                    <a:pt x="1048628" y="2240955"/>
                  </a:lnTo>
                  <a:lnTo>
                    <a:pt x="1046434" y="2240955"/>
                  </a:lnTo>
                  <a:lnTo>
                    <a:pt x="1044240" y="2240955"/>
                  </a:lnTo>
                  <a:lnTo>
                    <a:pt x="1042047" y="2240955"/>
                  </a:lnTo>
                  <a:lnTo>
                    <a:pt x="1039853" y="2240955"/>
                  </a:lnTo>
                  <a:lnTo>
                    <a:pt x="1037659" y="2240955"/>
                  </a:lnTo>
                  <a:lnTo>
                    <a:pt x="1035465" y="2240955"/>
                  </a:lnTo>
                  <a:lnTo>
                    <a:pt x="1033271" y="2240955"/>
                  </a:lnTo>
                  <a:lnTo>
                    <a:pt x="1031078" y="2240955"/>
                  </a:lnTo>
                  <a:lnTo>
                    <a:pt x="1028884" y="2240955"/>
                  </a:lnTo>
                  <a:lnTo>
                    <a:pt x="1026690" y="2240955"/>
                  </a:lnTo>
                  <a:lnTo>
                    <a:pt x="1024496" y="2240955"/>
                  </a:lnTo>
                  <a:lnTo>
                    <a:pt x="1022303" y="2240955"/>
                  </a:lnTo>
                  <a:lnTo>
                    <a:pt x="1020109" y="2240955"/>
                  </a:lnTo>
                  <a:lnTo>
                    <a:pt x="1017915" y="2240955"/>
                  </a:lnTo>
                  <a:lnTo>
                    <a:pt x="1015721" y="2240955"/>
                  </a:lnTo>
                  <a:lnTo>
                    <a:pt x="1013527" y="2240955"/>
                  </a:lnTo>
                  <a:lnTo>
                    <a:pt x="1011334" y="2240955"/>
                  </a:lnTo>
                  <a:lnTo>
                    <a:pt x="1009140" y="2240955"/>
                  </a:lnTo>
                  <a:lnTo>
                    <a:pt x="1006946" y="2240955"/>
                  </a:lnTo>
                  <a:lnTo>
                    <a:pt x="1004752" y="2240955"/>
                  </a:lnTo>
                  <a:lnTo>
                    <a:pt x="1002558" y="2240955"/>
                  </a:lnTo>
                  <a:lnTo>
                    <a:pt x="1000365" y="2240955"/>
                  </a:lnTo>
                  <a:lnTo>
                    <a:pt x="998171" y="2240955"/>
                  </a:lnTo>
                  <a:lnTo>
                    <a:pt x="995977" y="2240955"/>
                  </a:lnTo>
                  <a:lnTo>
                    <a:pt x="993783" y="2240955"/>
                  </a:lnTo>
                  <a:lnTo>
                    <a:pt x="991590" y="2240955"/>
                  </a:lnTo>
                  <a:lnTo>
                    <a:pt x="989396" y="2240955"/>
                  </a:lnTo>
                  <a:lnTo>
                    <a:pt x="987202" y="2240955"/>
                  </a:lnTo>
                  <a:lnTo>
                    <a:pt x="985008" y="2240955"/>
                  </a:lnTo>
                  <a:lnTo>
                    <a:pt x="982814" y="2240955"/>
                  </a:lnTo>
                  <a:lnTo>
                    <a:pt x="980621" y="2240955"/>
                  </a:lnTo>
                  <a:lnTo>
                    <a:pt x="978427" y="2240955"/>
                  </a:lnTo>
                  <a:lnTo>
                    <a:pt x="976233" y="2240955"/>
                  </a:lnTo>
                  <a:lnTo>
                    <a:pt x="974039" y="2240955"/>
                  </a:lnTo>
                  <a:lnTo>
                    <a:pt x="971845" y="2240955"/>
                  </a:lnTo>
                  <a:lnTo>
                    <a:pt x="969652" y="2240955"/>
                  </a:lnTo>
                  <a:lnTo>
                    <a:pt x="967458" y="2240955"/>
                  </a:lnTo>
                  <a:lnTo>
                    <a:pt x="965264" y="2240955"/>
                  </a:lnTo>
                  <a:lnTo>
                    <a:pt x="963070" y="2240955"/>
                  </a:lnTo>
                  <a:lnTo>
                    <a:pt x="960877" y="2240955"/>
                  </a:lnTo>
                  <a:lnTo>
                    <a:pt x="958683" y="2240955"/>
                  </a:lnTo>
                  <a:lnTo>
                    <a:pt x="956489" y="2240955"/>
                  </a:lnTo>
                  <a:lnTo>
                    <a:pt x="954295" y="2240955"/>
                  </a:lnTo>
                  <a:lnTo>
                    <a:pt x="952101" y="2240955"/>
                  </a:lnTo>
                  <a:lnTo>
                    <a:pt x="949908" y="2240955"/>
                  </a:lnTo>
                  <a:lnTo>
                    <a:pt x="947714" y="2240955"/>
                  </a:lnTo>
                  <a:lnTo>
                    <a:pt x="945520" y="2240955"/>
                  </a:lnTo>
                  <a:lnTo>
                    <a:pt x="943326" y="2240955"/>
                  </a:lnTo>
                  <a:lnTo>
                    <a:pt x="941133" y="2240955"/>
                  </a:lnTo>
                  <a:lnTo>
                    <a:pt x="938939" y="2240955"/>
                  </a:lnTo>
                  <a:lnTo>
                    <a:pt x="936745" y="2240955"/>
                  </a:lnTo>
                  <a:lnTo>
                    <a:pt x="934551" y="2240955"/>
                  </a:lnTo>
                  <a:lnTo>
                    <a:pt x="932357" y="2240955"/>
                  </a:lnTo>
                  <a:lnTo>
                    <a:pt x="930164" y="2240955"/>
                  </a:lnTo>
                  <a:lnTo>
                    <a:pt x="927970" y="2240955"/>
                  </a:lnTo>
                  <a:lnTo>
                    <a:pt x="925776" y="2240955"/>
                  </a:lnTo>
                  <a:lnTo>
                    <a:pt x="923582" y="2240955"/>
                  </a:lnTo>
                  <a:lnTo>
                    <a:pt x="921388" y="2240955"/>
                  </a:lnTo>
                  <a:lnTo>
                    <a:pt x="919195" y="2240955"/>
                  </a:lnTo>
                  <a:lnTo>
                    <a:pt x="917001" y="2240955"/>
                  </a:lnTo>
                  <a:lnTo>
                    <a:pt x="914807" y="2240955"/>
                  </a:lnTo>
                  <a:lnTo>
                    <a:pt x="912613" y="2240955"/>
                  </a:lnTo>
                  <a:lnTo>
                    <a:pt x="910420" y="2240955"/>
                  </a:lnTo>
                  <a:lnTo>
                    <a:pt x="908226" y="2240955"/>
                  </a:lnTo>
                  <a:lnTo>
                    <a:pt x="906032" y="2240955"/>
                  </a:lnTo>
                  <a:lnTo>
                    <a:pt x="903838" y="2240955"/>
                  </a:lnTo>
                  <a:lnTo>
                    <a:pt x="901644" y="2240955"/>
                  </a:lnTo>
                  <a:lnTo>
                    <a:pt x="899451" y="2240955"/>
                  </a:lnTo>
                  <a:lnTo>
                    <a:pt x="897257" y="2240955"/>
                  </a:lnTo>
                  <a:lnTo>
                    <a:pt x="895063" y="2240955"/>
                  </a:lnTo>
                  <a:lnTo>
                    <a:pt x="892869" y="2240955"/>
                  </a:lnTo>
                  <a:lnTo>
                    <a:pt x="890676" y="2240955"/>
                  </a:lnTo>
                  <a:lnTo>
                    <a:pt x="888482" y="2240955"/>
                  </a:lnTo>
                  <a:lnTo>
                    <a:pt x="886288" y="2240955"/>
                  </a:lnTo>
                  <a:lnTo>
                    <a:pt x="884094" y="2240955"/>
                  </a:lnTo>
                  <a:lnTo>
                    <a:pt x="881900" y="2240955"/>
                  </a:lnTo>
                  <a:lnTo>
                    <a:pt x="879707" y="2240955"/>
                  </a:lnTo>
                  <a:lnTo>
                    <a:pt x="877513" y="2240955"/>
                  </a:lnTo>
                  <a:lnTo>
                    <a:pt x="875319" y="2240955"/>
                  </a:lnTo>
                  <a:lnTo>
                    <a:pt x="873125" y="2240955"/>
                  </a:lnTo>
                  <a:lnTo>
                    <a:pt x="870931" y="2240955"/>
                  </a:lnTo>
                  <a:lnTo>
                    <a:pt x="868738" y="2240955"/>
                  </a:lnTo>
                  <a:lnTo>
                    <a:pt x="866544" y="2240955"/>
                  </a:lnTo>
                  <a:lnTo>
                    <a:pt x="864350" y="2240955"/>
                  </a:lnTo>
                  <a:lnTo>
                    <a:pt x="862156" y="2240955"/>
                  </a:lnTo>
                  <a:lnTo>
                    <a:pt x="859963" y="2240955"/>
                  </a:lnTo>
                  <a:lnTo>
                    <a:pt x="857769" y="2240955"/>
                  </a:lnTo>
                  <a:lnTo>
                    <a:pt x="855575" y="2240955"/>
                  </a:lnTo>
                  <a:lnTo>
                    <a:pt x="853381" y="2240955"/>
                  </a:lnTo>
                  <a:lnTo>
                    <a:pt x="851187" y="2240955"/>
                  </a:lnTo>
                  <a:lnTo>
                    <a:pt x="848994" y="2240955"/>
                  </a:lnTo>
                  <a:lnTo>
                    <a:pt x="846800" y="2240955"/>
                  </a:lnTo>
                  <a:lnTo>
                    <a:pt x="844606" y="2240955"/>
                  </a:lnTo>
                  <a:lnTo>
                    <a:pt x="842412" y="2240955"/>
                  </a:lnTo>
                  <a:lnTo>
                    <a:pt x="840218" y="2240955"/>
                  </a:lnTo>
                  <a:lnTo>
                    <a:pt x="838025" y="2240955"/>
                  </a:lnTo>
                  <a:lnTo>
                    <a:pt x="835831" y="2240955"/>
                  </a:lnTo>
                  <a:lnTo>
                    <a:pt x="833637" y="2240955"/>
                  </a:lnTo>
                  <a:lnTo>
                    <a:pt x="831443" y="2240955"/>
                  </a:lnTo>
                  <a:lnTo>
                    <a:pt x="829250" y="2240955"/>
                  </a:lnTo>
                  <a:lnTo>
                    <a:pt x="827056" y="2240955"/>
                  </a:lnTo>
                  <a:lnTo>
                    <a:pt x="824862" y="2240955"/>
                  </a:lnTo>
                  <a:lnTo>
                    <a:pt x="822668" y="2240955"/>
                  </a:lnTo>
                  <a:lnTo>
                    <a:pt x="820474" y="2240955"/>
                  </a:lnTo>
                  <a:lnTo>
                    <a:pt x="818281" y="2240955"/>
                  </a:lnTo>
                  <a:lnTo>
                    <a:pt x="816087" y="2240955"/>
                  </a:lnTo>
                  <a:lnTo>
                    <a:pt x="813893" y="2240955"/>
                  </a:lnTo>
                  <a:lnTo>
                    <a:pt x="811699" y="2240955"/>
                  </a:lnTo>
                  <a:lnTo>
                    <a:pt x="809506" y="2240955"/>
                  </a:lnTo>
                  <a:lnTo>
                    <a:pt x="807312" y="2240955"/>
                  </a:lnTo>
                  <a:lnTo>
                    <a:pt x="805118" y="2240955"/>
                  </a:lnTo>
                  <a:lnTo>
                    <a:pt x="802924" y="2240955"/>
                  </a:lnTo>
                  <a:lnTo>
                    <a:pt x="800730" y="2240955"/>
                  </a:lnTo>
                  <a:lnTo>
                    <a:pt x="798537" y="2240955"/>
                  </a:lnTo>
                  <a:lnTo>
                    <a:pt x="796343" y="2240955"/>
                  </a:lnTo>
                  <a:lnTo>
                    <a:pt x="794149" y="2240955"/>
                  </a:lnTo>
                  <a:lnTo>
                    <a:pt x="791955" y="2240955"/>
                  </a:lnTo>
                  <a:lnTo>
                    <a:pt x="789761" y="2240955"/>
                  </a:lnTo>
                  <a:lnTo>
                    <a:pt x="787568" y="2240955"/>
                  </a:lnTo>
                  <a:lnTo>
                    <a:pt x="785374" y="2240955"/>
                  </a:lnTo>
                  <a:lnTo>
                    <a:pt x="783180" y="2240955"/>
                  </a:lnTo>
                  <a:lnTo>
                    <a:pt x="780986" y="2240955"/>
                  </a:lnTo>
                  <a:lnTo>
                    <a:pt x="778793" y="2240955"/>
                  </a:lnTo>
                  <a:lnTo>
                    <a:pt x="776599" y="2240955"/>
                  </a:lnTo>
                  <a:lnTo>
                    <a:pt x="774405" y="2240955"/>
                  </a:lnTo>
                  <a:lnTo>
                    <a:pt x="772211" y="2240955"/>
                  </a:lnTo>
                  <a:lnTo>
                    <a:pt x="770017" y="2240955"/>
                  </a:lnTo>
                  <a:lnTo>
                    <a:pt x="767824" y="2240955"/>
                  </a:lnTo>
                  <a:lnTo>
                    <a:pt x="765630" y="2240955"/>
                  </a:lnTo>
                  <a:lnTo>
                    <a:pt x="763436" y="2240955"/>
                  </a:lnTo>
                  <a:lnTo>
                    <a:pt x="761242" y="2240955"/>
                  </a:lnTo>
                  <a:lnTo>
                    <a:pt x="759049" y="2240955"/>
                  </a:lnTo>
                  <a:lnTo>
                    <a:pt x="756855" y="2240955"/>
                  </a:lnTo>
                  <a:lnTo>
                    <a:pt x="754661" y="2240955"/>
                  </a:lnTo>
                  <a:lnTo>
                    <a:pt x="752467" y="2240955"/>
                  </a:lnTo>
                  <a:lnTo>
                    <a:pt x="750273" y="2240955"/>
                  </a:lnTo>
                  <a:lnTo>
                    <a:pt x="748080" y="2240955"/>
                  </a:lnTo>
                  <a:lnTo>
                    <a:pt x="745886" y="2240955"/>
                  </a:lnTo>
                  <a:lnTo>
                    <a:pt x="743692" y="2240955"/>
                  </a:lnTo>
                  <a:lnTo>
                    <a:pt x="741498" y="2240955"/>
                  </a:lnTo>
                  <a:lnTo>
                    <a:pt x="739304" y="2240955"/>
                  </a:lnTo>
                  <a:lnTo>
                    <a:pt x="737111" y="2240955"/>
                  </a:lnTo>
                  <a:lnTo>
                    <a:pt x="734917" y="2240955"/>
                  </a:lnTo>
                  <a:lnTo>
                    <a:pt x="732723" y="2240955"/>
                  </a:lnTo>
                  <a:lnTo>
                    <a:pt x="730529" y="2240955"/>
                  </a:lnTo>
                  <a:lnTo>
                    <a:pt x="728336" y="2240955"/>
                  </a:lnTo>
                  <a:lnTo>
                    <a:pt x="726142" y="2240955"/>
                  </a:lnTo>
                  <a:lnTo>
                    <a:pt x="723948" y="2240955"/>
                  </a:lnTo>
                  <a:lnTo>
                    <a:pt x="721754" y="2240955"/>
                  </a:lnTo>
                  <a:lnTo>
                    <a:pt x="719560" y="2240955"/>
                  </a:lnTo>
                  <a:lnTo>
                    <a:pt x="717367" y="2240955"/>
                  </a:lnTo>
                  <a:lnTo>
                    <a:pt x="715173" y="2240955"/>
                  </a:lnTo>
                  <a:lnTo>
                    <a:pt x="712979" y="2240955"/>
                  </a:lnTo>
                  <a:lnTo>
                    <a:pt x="710785" y="2240955"/>
                  </a:lnTo>
                  <a:lnTo>
                    <a:pt x="708591" y="2240955"/>
                  </a:lnTo>
                  <a:lnTo>
                    <a:pt x="706398" y="2240955"/>
                  </a:lnTo>
                  <a:lnTo>
                    <a:pt x="704204" y="2240955"/>
                  </a:lnTo>
                  <a:lnTo>
                    <a:pt x="702010" y="2240955"/>
                  </a:lnTo>
                  <a:lnTo>
                    <a:pt x="699816" y="2240955"/>
                  </a:lnTo>
                  <a:lnTo>
                    <a:pt x="697623" y="2240955"/>
                  </a:lnTo>
                  <a:lnTo>
                    <a:pt x="695429" y="2240955"/>
                  </a:lnTo>
                  <a:lnTo>
                    <a:pt x="693235" y="2240955"/>
                  </a:lnTo>
                  <a:lnTo>
                    <a:pt x="691041" y="2240955"/>
                  </a:lnTo>
                  <a:lnTo>
                    <a:pt x="688847" y="2240955"/>
                  </a:lnTo>
                  <a:lnTo>
                    <a:pt x="686654" y="2240955"/>
                  </a:lnTo>
                  <a:lnTo>
                    <a:pt x="684460" y="2240955"/>
                  </a:lnTo>
                  <a:lnTo>
                    <a:pt x="682266" y="2240955"/>
                  </a:lnTo>
                  <a:lnTo>
                    <a:pt x="680072" y="2240955"/>
                  </a:lnTo>
                  <a:lnTo>
                    <a:pt x="677879" y="2240955"/>
                  </a:lnTo>
                  <a:lnTo>
                    <a:pt x="675685" y="2240955"/>
                  </a:lnTo>
                  <a:lnTo>
                    <a:pt x="673491" y="2240955"/>
                  </a:lnTo>
                  <a:lnTo>
                    <a:pt x="671297" y="2240955"/>
                  </a:lnTo>
                  <a:lnTo>
                    <a:pt x="669103" y="2240955"/>
                  </a:lnTo>
                  <a:lnTo>
                    <a:pt x="666910" y="2240955"/>
                  </a:lnTo>
                  <a:lnTo>
                    <a:pt x="664716" y="2240955"/>
                  </a:lnTo>
                  <a:lnTo>
                    <a:pt x="662522" y="2240955"/>
                  </a:lnTo>
                  <a:lnTo>
                    <a:pt x="660328" y="2240955"/>
                  </a:lnTo>
                  <a:lnTo>
                    <a:pt x="658134" y="2240955"/>
                  </a:lnTo>
                  <a:lnTo>
                    <a:pt x="655941" y="2240955"/>
                  </a:lnTo>
                  <a:lnTo>
                    <a:pt x="653747" y="2240955"/>
                  </a:lnTo>
                  <a:lnTo>
                    <a:pt x="651553" y="2240955"/>
                  </a:lnTo>
                  <a:lnTo>
                    <a:pt x="649359" y="2240955"/>
                  </a:lnTo>
                  <a:lnTo>
                    <a:pt x="647166" y="2240955"/>
                  </a:lnTo>
                  <a:lnTo>
                    <a:pt x="644972" y="2240955"/>
                  </a:lnTo>
                  <a:lnTo>
                    <a:pt x="642778" y="2240955"/>
                  </a:lnTo>
                  <a:lnTo>
                    <a:pt x="640584" y="2240955"/>
                  </a:lnTo>
                  <a:lnTo>
                    <a:pt x="638390" y="2240955"/>
                  </a:lnTo>
                  <a:lnTo>
                    <a:pt x="636197" y="2240955"/>
                  </a:lnTo>
                  <a:lnTo>
                    <a:pt x="634003" y="2240955"/>
                  </a:lnTo>
                  <a:lnTo>
                    <a:pt x="631809" y="2240955"/>
                  </a:lnTo>
                  <a:lnTo>
                    <a:pt x="629615" y="2240955"/>
                  </a:lnTo>
                  <a:lnTo>
                    <a:pt x="627422" y="2240955"/>
                  </a:lnTo>
                  <a:lnTo>
                    <a:pt x="625228" y="2240955"/>
                  </a:lnTo>
                  <a:lnTo>
                    <a:pt x="623034" y="2240955"/>
                  </a:lnTo>
                  <a:lnTo>
                    <a:pt x="620840" y="2240955"/>
                  </a:lnTo>
                  <a:lnTo>
                    <a:pt x="618646" y="2240955"/>
                  </a:lnTo>
                  <a:lnTo>
                    <a:pt x="616453" y="2240955"/>
                  </a:lnTo>
                  <a:lnTo>
                    <a:pt x="614259" y="2240955"/>
                  </a:lnTo>
                  <a:lnTo>
                    <a:pt x="612065" y="2240955"/>
                  </a:lnTo>
                  <a:lnTo>
                    <a:pt x="609871" y="2240955"/>
                  </a:lnTo>
                  <a:lnTo>
                    <a:pt x="607677" y="2240955"/>
                  </a:lnTo>
                  <a:lnTo>
                    <a:pt x="605484" y="2240955"/>
                  </a:lnTo>
                  <a:lnTo>
                    <a:pt x="603290" y="2240955"/>
                  </a:lnTo>
                  <a:lnTo>
                    <a:pt x="601096" y="2240955"/>
                  </a:lnTo>
                  <a:lnTo>
                    <a:pt x="598902" y="2240955"/>
                  </a:lnTo>
                  <a:lnTo>
                    <a:pt x="596709" y="2240955"/>
                  </a:lnTo>
                  <a:lnTo>
                    <a:pt x="594515" y="2240955"/>
                  </a:lnTo>
                  <a:lnTo>
                    <a:pt x="592321" y="2240955"/>
                  </a:lnTo>
                  <a:lnTo>
                    <a:pt x="590127" y="2240955"/>
                  </a:lnTo>
                  <a:lnTo>
                    <a:pt x="587933" y="2240955"/>
                  </a:lnTo>
                  <a:lnTo>
                    <a:pt x="585740" y="2240955"/>
                  </a:lnTo>
                  <a:lnTo>
                    <a:pt x="583546" y="2240955"/>
                  </a:lnTo>
                  <a:lnTo>
                    <a:pt x="581352" y="2240955"/>
                  </a:lnTo>
                  <a:lnTo>
                    <a:pt x="579158" y="2240955"/>
                  </a:lnTo>
                  <a:lnTo>
                    <a:pt x="576965" y="2240955"/>
                  </a:lnTo>
                  <a:lnTo>
                    <a:pt x="574771" y="2240955"/>
                  </a:lnTo>
                  <a:lnTo>
                    <a:pt x="572577" y="2240955"/>
                  </a:lnTo>
                  <a:lnTo>
                    <a:pt x="570383" y="2240955"/>
                  </a:lnTo>
                  <a:lnTo>
                    <a:pt x="568189" y="2240955"/>
                  </a:lnTo>
                  <a:lnTo>
                    <a:pt x="565996" y="2240955"/>
                  </a:lnTo>
                  <a:lnTo>
                    <a:pt x="563802" y="2240955"/>
                  </a:lnTo>
                  <a:lnTo>
                    <a:pt x="561608" y="2240955"/>
                  </a:lnTo>
                  <a:lnTo>
                    <a:pt x="559414" y="2240955"/>
                  </a:lnTo>
                  <a:lnTo>
                    <a:pt x="557220" y="2240955"/>
                  </a:lnTo>
                  <a:lnTo>
                    <a:pt x="555027" y="2240955"/>
                  </a:lnTo>
                  <a:lnTo>
                    <a:pt x="552833" y="2240955"/>
                  </a:lnTo>
                  <a:lnTo>
                    <a:pt x="550639" y="2240955"/>
                  </a:lnTo>
                  <a:lnTo>
                    <a:pt x="548445" y="2240955"/>
                  </a:lnTo>
                  <a:lnTo>
                    <a:pt x="546252" y="2240955"/>
                  </a:lnTo>
                  <a:lnTo>
                    <a:pt x="544058" y="2240955"/>
                  </a:lnTo>
                  <a:lnTo>
                    <a:pt x="541864" y="2240955"/>
                  </a:lnTo>
                  <a:lnTo>
                    <a:pt x="539670" y="2240955"/>
                  </a:lnTo>
                  <a:lnTo>
                    <a:pt x="537476" y="2240955"/>
                  </a:lnTo>
                  <a:lnTo>
                    <a:pt x="535283" y="2240955"/>
                  </a:lnTo>
                  <a:lnTo>
                    <a:pt x="533089" y="2240955"/>
                  </a:lnTo>
                  <a:lnTo>
                    <a:pt x="530895" y="2240955"/>
                  </a:lnTo>
                  <a:lnTo>
                    <a:pt x="528701" y="2240955"/>
                  </a:lnTo>
                  <a:lnTo>
                    <a:pt x="526507" y="2240955"/>
                  </a:lnTo>
                  <a:lnTo>
                    <a:pt x="524314" y="2240955"/>
                  </a:lnTo>
                  <a:lnTo>
                    <a:pt x="522120" y="2240955"/>
                  </a:lnTo>
                  <a:lnTo>
                    <a:pt x="519926" y="2240955"/>
                  </a:lnTo>
                  <a:lnTo>
                    <a:pt x="517732" y="2240955"/>
                  </a:lnTo>
                  <a:lnTo>
                    <a:pt x="515539" y="2240955"/>
                  </a:lnTo>
                  <a:lnTo>
                    <a:pt x="513345" y="2240955"/>
                  </a:lnTo>
                  <a:lnTo>
                    <a:pt x="511151" y="2240955"/>
                  </a:lnTo>
                  <a:lnTo>
                    <a:pt x="508957" y="2240955"/>
                  </a:lnTo>
                  <a:lnTo>
                    <a:pt x="506763" y="2240955"/>
                  </a:lnTo>
                  <a:lnTo>
                    <a:pt x="504570" y="2240955"/>
                  </a:lnTo>
                  <a:lnTo>
                    <a:pt x="502376" y="2240955"/>
                  </a:lnTo>
                  <a:lnTo>
                    <a:pt x="500182" y="2240955"/>
                  </a:lnTo>
                  <a:lnTo>
                    <a:pt x="497988" y="2240955"/>
                  </a:lnTo>
                  <a:lnTo>
                    <a:pt x="495795" y="2240955"/>
                  </a:lnTo>
                  <a:lnTo>
                    <a:pt x="493601" y="2240955"/>
                  </a:lnTo>
                  <a:lnTo>
                    <a:pt x="491407" y="2240955"/>
                  </a:lnTo>
                  <a:lnTo>
                    <a:pt x="489213" y="2240955"/>
                  </a:lnTo>
                  <a:lnTo>
                    <a:pt x="487019" y="2240955"/>
                  </a:lnTo>
                  <a:lnTo>
                    <a:pt x="484826" y="2240955"/>
                  </a:lnTo>
                  <a:lnTo>
                    <a:pt x="482632" y="2240955"/>
                  </a:lnTo>
                  <a:lnTo>
                    <a:pt x="480438" y="2240955"/>
                  </a:lnTo>
                  <a:lnTo>
                    <a:pt x="478244" y="2240955"/>
                  </a:lnTo>
                  <a:lnTo>
                    <a:pt x="476050" y="2240955"/>
                  </a:lnTo>
                  <a:lnTo>
                    <a:pt x="473857" y="2240955"/>
                  </a:lnTo>
                  <a:lnTo>
                    <a:pt x="471663" y="2240955"/>
                  </a:lnTo>
                  <a:lnTo>
                    <a:pt x="469469" y="2240955"/>
                  </a:lnTo>
                  <a:lnTo>
                    <a:pt x="467275" y="2240955"/>
                  </a:lnTo>
                  <a:lnTo>
                    <a:pt x="465082" y="2240955"/>
                  </a:lnTo>
                  <a:lnTo>
                    <a:pt x="462888" y="2240955"/>
                  </a:lnTo>
                  <a:lnTo>
                    <a:pt x="460694" y="2240955"/>
                  </a:lnTo>
                  <a:lnTo>
                    <a:pt x="458500" y="2240955"/>
                  </a:lnTo>
                  <a:lnTo>
                    <a:pt x="456306" y="2240955"/>
                  </a:lnTo>
                  <a:lnTo>
                    <a:pt x="454113" y="2240955"/>
                  </a:lnTo>
                  <a:lnTo>
                    <a:pt x="451919" y="2240955"/>
                  </a:lnTo>
                  <a:lnTo>
                    <a:pt x="449725" y="2240955"/>
                  </a:lnTo>
                  <a:lnTo>
                    <a:pt x="447531" y="2240955"/>
                  </a:lnTo>
                  <a:lnTo>
                    <a:pt x="445338" y="2240955"/>
                  </a:lnTo>
                  <a:lnTo>
                    <a:pt x="443144" y="2240955"/>
                  </a:lnTo>
                  <a:lnTo>
                    <a:pt x="440950" y="2240955"/>
                  </a:lnTo>
                  <a:lnTo>
                    <a:pt x="438756" y="2240955"/>
                  </a:lnTo>
                  <a:lnTo>
                    <a:pt x="436562" y="2240955"/>
                  </a:lnTo>
                  <a:lnTo>
                    <a:pt x="434369" y="2240955"/>
                  </a:lnTo>
                  <a:lnTo>
                    <a:pt x="432175" y="2240955"/>
                  </a:lnTo>
                  <a:lnTo>
                    <a:pt x="429981" y="2240955"/>
                  </a:lnTo>
                  <a:lnTo>
                    <a:pt x="427787" y="2240955"/>
                  </a:lnTo>
                  <a:lnTo>
                    <a:pt x="425593" y="2240955"/>
                  </a:lnTo>
                  <a:lnTo>
                    <a:pt x="423400" y="2240955"/>
                  </a:lnTo>
                  <a:lnTo>
                    <a:pt x="421206" y="2240955"/>
                  </a:lnTo>
                  <a:lnTo>
                    <a:pt x="419012" y="2240955"/>
                  </a:lnTo>
                  <a:lnTo>
                    <a:pt x="416818" y="2240955"/>
                  </a:lnTo>
                  <a:lnTo>
                    <a:pt x="414625" y="2240955"/>
                  </a:lnTo>
                  <a:lnTo>
                    <a:pt x="412431" y="2240955"/>
                  </a:lnTo>
                  <a:lnTo>
                    <a:pt x="410237" y="2240955"/>
                  </a:lnTo>
                  <a:lnTo>
                    <a:pt x="408043" y="2240955"/>
                  </a:lnTo>
                  <a:lnTo>
                    <a:pt x="405849" y="2240955"/>
                  </a:lnTo>
                  <a:lnTo>
                    <a:pt x="403656" y="2240955"/>
                  </a:lnTo>
                  <a:lnTo>
                    <a:pt x="401462" y="2240955"/>
                  </a:lnTo>
                  <a:lnTo>
                    <a:pt x="399268" y="2240955"/>
                  </a:lnTo>
                  <a:lnTo>
                    <a:pt x="397074" y="2240955"/>
                  </a:lnTo>
                  <a:lnTo>
                    <a:pt x="394880" y="2240955"/>
                  </a:lnTo>
                  <a:lnTo>
                    <a:pt x="392687" y="2240955"/>
                  </a:lnTo>
                  <a:lnTo>
                    <a:pt x="390493" y="2240955"/>
                  </a:lnTo>
                  <a:lnTo>
                    <a:pt x="388299" y="2240955"/>
                  </a:lnTo>
                  <a:lnTo>
                    <a:pt x="386105" y="2240955"/>
                  </a:lnTo>
                  <a:lnTo>
                    <a:pt x="383912" y="2240955"/>
                  </a:lnTo>
                  <a:lnTo>
                    <a:pt x="381718" y="2240955"/>
                  </a:lnTo>
                  <a:lnTo>
                    <a:pt x="379524" y="2240955"/>
                  </a:lnTo>
                  <a:lnTo>
                    <a:pt x="377330" y="2240955"/>
                  </a:lnTo>
                  <a:lnTo>
                    <a:pt x="375136" y="2240955"/>
                  </a:lnTo>
                  <a:lnTo>
                    <a:pt x="372943" y="2240955"/>
                  </a:lnTo>
                  <a:lnTo>
                    <a:pt x="370749" y="2240955"/>
                  </a:lnTo>
                  <a:lnTo>
                    <a:pt x="368555" y="2240955"/>
                  </a:lnTo>
                  <a:lnTo>
                    <a:pt x="366361" y="2240955"/>
                  </a:lnTo>
                  <a:lnTo>
                    <a:pt x="364168" y="2240955"/>
                  </a:lnTo>
                  <a:lnTo>
                    <a:pt x="361974" y="2240955"/>
                  </a:lnTo>
                  <a:lnTo>
                    <a:pt x="359780" y="2240955"/>
                  </a:lnTo>
                  <a:lnTo>
                    <a:pt x="357586" y="2240955"/>
                  </a:lnTo>
                  <a:lnTo>
                    <a:pt x="355392" y="2240955"/>
                  </a:lnTo>
                  <a:lnTo>
                    <a:pt x="353199" y="2240955"/>
                  </a:lnTo>
                  <a:lnTo>
                    <a:pt x="351005" y="2240955"/>
                  </a:lnTo>
                  <a:lnTo>
                    <a:pt x="348811" y="2240955"/>
                  </a:lnTo>
                  <a:lnTo>
                    <a:pt x="346617" y="2240955"/>
                  </a:lnTo>
                  <a:lnTo>
                    <a:pt x="344423" y="2240955"/>
                  </a:lnTo>
                  <a:lnTo>
                    <a:pt x="342230" y="2240955"/>
                  </a:lnTo>
                  <a:lnTo>
                    <a:pt x="340036" y="2240955"/>
                  </a:lnTo>
                  <a:lnTo>
                    <a:pt x="337842" y="2240955"/>
                  </a:lnTo>
                  <a:lnTo>
                    <a:pt x="335648" y="2240955"/>
                  </a:lnTo>
                  <a:lnTo>
                    <a:pt x="333455" y="2240955"/>
                  </a:lnTo>
                  <a:lnTo>
                    <a:pt x="331261" y="2240955"/>
                  </a:lnTo>
                  <a:lnTo>
                    <a:pt x="329067" y="2240955"/>
                  </a:lnTo>
                  <a:lnTo>
                    <a:pt x="326873" y="2240955"/>
                  </a:lnTo>
                  <a:lnTo>
                    <a:pt x="324679" y="2240955"/>
                  </a:lnTo>
                  <a:lnTo>
                    <a:pt x="322486" y="2240955"/>
                  </a:lnTo>
                  <a:lnTo>
                    <a:pt x="320292" y="2240955"/>
                  </a:lnTo>
                  <a:lnTo>
                    <a:pt x="318098" y="2240955"/>
                  </a:lnTo>
                  <a:lnTo>
                    <a:pt x="315904" y="2240955"/>
                  </a:lnTo>
                  <a:lnTo>
                    <a:pt x="313711" y="2240955"/>
                  </a:lnTo>
                  <a:lnTo>
                    <a:pt x="311517" y="2240955"/>
                  </a:lnTo>
                  <a:lnTo>
                    <a:pt x="309323" y="2240955"/>
                  </a:lnTo>
                  <a:lnTo>
                    <a:pt x="307129" y="2240955"/>
                  </a:lnTo>
                  <a:lnTo>
                    <a:pt x="304935" y="2240955"/>
                  </a:lnTo>
                  <a:lnTo>
                    <a:pt x="302742" y="2240955"/>
                  </a:lnTo>
                  <a:lnTo>
                    <a:pt x="300548" y="2240955"/>
                  </a:lnTo>
                  <a:lnTo>
                    <a:pt x="298354" y="2240955"/>
                  </a:lnTo>
                  <a:lnTo>
                    <a:pt x="296160" y="2240955"/>
                  </a:lnTo>
                  <a:lnTo>
                    <a:pt x="293966" y="2240955"/>
                  </a:lnTo>
                  <a:lnTo>
                    <a:pt x="291773" y="2240955"/>
                  </a:lnTo>
                  <a:lnTo>
                    <a:pt x="289579" y="2240955"/>
                  </a:lnTo>
                  <a:lnTo>
                    <a:pt x="287385" y="2240955"/>
                  </a:lnTo>
                  <a:lnTo>
                    <a:pt x="285191" y="2240955"/>
                  </a:lnTo>
                  <a:lnTo>
                    <a:pt x="282998" y="2240955"/>
                  </a:lnTo>
                  <a:lnTo>
                    <a:pt x="280804" y="2240955"/>
                  </a:lnTo>
                  <a:lnTo>
                    <a:pt x="278610" y="2240955"/>
                  </a:lnTo>
                  <a:lnTo>
                    <a:pt x="276416" y="2240955"/>
                  </a:lnTo>
                  <a:lnTo>
                    <a:pt x="274222" y="2240955"/>
                  </a:lnTo>
                  <a:lnTo>
                    <a:pt x="272029" y="2240955"/>
                  </a:lnTo>
                  <a:lnTo>
                    <a:pt x="269835" y="2240955"/>
                  </a:lnTo>
                  <a:lnTo>
                    <a:pt x="267641" y="2240955"/>
                  </a:lnTo>
                  <a:lnTo>
                    <a:pt x="265447" y="2240955"/>
                  </a:lnTo>
                  <a:lnTo>
                    <a:pt x="263253" y="2240955"/>
                  </a:lnTo>
                  <a:lnTo>
                    <a:pt x="261060" y="2240955"/>
                  </a:lnTo>
                  <a:lnTo>
                    <a:pt x="258866" y="2240955"/>
                  </a:lnTo>
                  <a:lnTo>
                    <a:pt x="256672" y="2240955"/>
                  </a:lnTo>
                  <a:lnTo>
                    <a:pt x="254478" y="2240955"/>
                  </a:lnTo>
                  <a:lnTo>
                    <a:pt x="252285" y="2240955"/>
                  </a:lnTo>
                  <a:lnTo>
                    <a:pt x="250091" y="2240955"/>
                  </a:lnTo>
                  <a:lnTo>
                    <a:pt x="247897" y="2240955"/>
                  </a:lnTo>
                  <a:lnTo>
                    <a:pt x="245703" y="2240955"/>
                  </a:lnTo>
                  <a:lnTo>
                    <a:pt x="243509" y="2240955"/>
                  </a:lnTo>
                  <a:lnTo>
                    <a:pt x="241316" y="2240955"/>
                  </a:lnTo>
                  <a:lnTo>
                    <a:pt x="239122" y="2240955"/>
                  </a:lnTo>
                  <a:lnTo>
                    <a:pt x="236928" y="2240955"/>
                  </a:lnTo>
                  <a:lnTo>
                    <a:pt x="234734" y="2240955"/>
                  </a:lnTo>
                  <a:lnTo>
                    <a:pt x="232541" y="2240955"/>
                  </a:lnTo>
                  <a:lnTo>
                    <a:pt x="230347" y="2240955"/>
                  </a:lnTo>
                  <a:lnTo>
                    <a:pt x="228153" y="2240955"/>
                  </a:lnTo>
                  <a:lnTo>
                    <a:pt x="225959" y="2240955"/>
                  </a:lnTo>
                  <a:lnTo>
                    <a:pt x="223765" y="2240955"/>
                  </a:lnTo>
                  <a:lnTo>
                    <a:pt x="221572" y="2240955"/>
                  </a:lnTo>
                  <a:lnTo>
                    <a:pt x="219378" y="2240955"/>
                  </a:lnTo>
                  <a:lnTo>
                    <a:pt x="217184" y="2240955"/>
                  </a:lnTo>
                  <a:lnTo>
                    <a:pt x="214990" y="2240955"/>
                  </a:lnTo>
                  <a:lnTo>
                    <a:pt x="212796" y="2240955"/>
                  </a:lnTo>
                  <a:lnTo>
                    <a:pt x="210603" y="2240955"/>
                  </a:lnTo>
                  <a:lnTo>
                    <a:pt x="208409" y="2240955"/>
                  </a:lnTo>
                  <a:lnTo>
                    <a:pt x="206215" y="2240955"/>
                  </a:lnTo>
                  <a:lnTo>
                    <a:pt x="204021" y="2240955"/>
                  </a:lnTo>
                  <a:lnTo>
                    <a:pt x="201828" y="2240955"/>
                  </a:lnTo>
                  <a:lnTo>
                    <a:pt x="199634" y="2240955"/>
                  </a:lnTo>
                  <a:lnTo>
                    <a:pt x="197440" y="2240955"/>
                  </a:lnTo>
                  <a:lnTo>
                    <a:pt x="195246" y="2240955"/>
                  </a:lnTo>
                  <a:lnTo>
                    <a:pt x="193052" y="2240955"/>
                  </a:lnTo>
                  <a:lnTo>
                    <a:pt x="190859" y="2240955"/>
                  </a:lnTo>
                  <a:lnTo>
                    <a:pt x="188665" y="2240955"/>
                  </a:lnTo>
                  <a:lnTo>
                    <a:pt x="186471" y="2240955"/>
                  </a:lnTo>
                  <a:lnTo>
                    <a:pt x="184277" y="2240955"/>
                  </a:lnTo>
                  <a:lnTo>
                    <a:pt x="182084" y="2240955"/>
                  </a:lnTo>
                  <a:lnTo>
                    <a:pt x="179890" y="2240955"/>
                  </a:lnTo>
                  <a:lnTo>
                    <a:pt x="177696" y="2240955"/>
                  </a:lnTo>
                  <a:lnTo>
                    <a:pt x="175502" y="2240955"/>
                  </a:lnTo>
                  <a:lnTo>
                    <a:pt x="173308" y="2240955"/>
                  </a:lnTo>
                  <a:lnTo>
                    <a:pt x="171115" y="2240955"/>
                  </a:lnTo>
                  <a:lnTo>
                    <a:pt x="168921" y="2240955"/>
                  </a:lnTo>
                  <a:lnTo>
                    <a:pt x="166727" y="2240955"/>
                  </a:lnTo>
                  <a:lnTo>
                    <a:pt x="164533" y="2240955"/>
                  </a:lnTo>
                  <a:lnTo>
                    <a:pt x="162339" y="2240955"/>
                  </a:lnTo>
                  <a:lnTo>
                    <a:pt x="160146" y="2240955"/>
                  </a:lnTo>
                  <a:lnTo>
                    <a:pt x="157952" y="2240955"/>
                  </a:lnTo>
                  <a:lnTo>
                    <a:pt x="155758" y="2240955"/>
                  </a:lnTo>
                  <a:lnTo>
                    <a:pt x="153564" y="2240955"/>
                  </a:lnTo>
                  <a:lnTo>
                    <a:pt x="151371" y="2240955"/>
                  </a:lnTo>
                  <a:lnTo>
                    <a:pt x="149177" y="2240955"/>
                  </a:lnTo>
                  <a:lnTo>
                    <a:pt x="146983" y="2240955"/>
                  </a:lnTo>
                  <a:lnTo>
                    <a:pt x="144789" y="2240955"/>
                  </a:lnTo>
                  <a:lnTo>
                    <a:pt x="142595" y="2240955"/>
                  </a:lnTo>
                  <a:lnTo>
                    <a:pt x="140402" y="2240955"/>
                  </a:lnTo>
                  <a:lnTo>
                    <a:pt x="138208" y="2240955"/>
                  </a:lnTo>
                  <a:lnTo>
                    <a:pt x="136014" y="2240955"/>
                  </a:lnTo>
                  <a:lnTo>
                    <a:pt x="133820" y="2240955"/>
                  </a:lnTo>
                  <a:lnTo>
                    <a:pt x="131626" y="2240955"/>
                  </a:lnTo>
                  <a:lnTo>
                    <a:pt x="129433" y="2240955"/>
                  </a:lnTo>
                  <a:lnTo>
                    <a:pt x="127239" y="2240955"/>
                  </a:lnTo>
                  <a:lnTo>
                    <a:pt x="125045" y="2240955"/>
                  </a:lnTo>
                  <a:lnTo>
                    <a:pt x="122851" y="2240955"/>
                  </a:lnTo>
                  <a:lnTo>
                    <a:pt x="120658" y="2240955"/>
                  </a:lnTo>
                  <a:lnTo>
                    <a:pt x="118464" y="2240955"/>
                  </a:lnTo>
                  <a:lnTo>
                    <a:pt x="116270" y="2240955"/>
                  </a:lnTo>
                  <a:lnTo>
                    <a:pt x="114076" y="2240955"/>
                  </a:lnTo>
                  <a:lnTo>
                    <a:pt x="111882" y="2240955"/>
                  </a:lnTo>
                  <a:lnTo>
                    <a:pt x="109689" y="2240955"/>
                  </a:lnTo>
                  <a:lnTo>
                    <a:pt x="107495" y="2240955"/>
                  </a:lnTo>
                  <a:lnTo>
                    <a:pt x="105301" y="2240955"/>
                  </a:lnTo>
                  <a:lnTo>
                    <a:pt x="103107" y="2240955"/>
                  </a:lnTo>
                  <a:lnTo>
                    <a:pt x="100914" y="2240955"/>
                  </a:lnTo>
                  <a:lnTo>
                    <a:pt x="98720" y="2240955"/>
                  </a:lnTo>
                  <a:lnTo>
                    <a:pt x="96526" y="2240955"/>
                  </a:lnTo>
                  <a:lnTo>
                    <a:pt x="94332" y="2240955"/>
                  </a:lnTo>
                  <a:lnTo>
                    <a:pt x="92138" y="2240955"/>
                  </a:lnTo>
                  <a:lnTo>
                    <a:pt x="89945" y="2240955"/>
                  </a:lnTo>
                  <a:lnTo>
                    <a:pt x="87751" y="2240955"/>
                  </a:lnTo>
                  <a:lnTo>
                    <a:pt x="85557" y="2240955"/>
                  </a:lnTo>
                  <a:lnTo>
                    <a:pt x="83363" y="2240955"/>
                  </a:lnTo>
                  <a:lnTo>
                    <a:pt x="81169" y="2240955"/>
                  </a:lnTo>
                  <a:lnTo>
                    <a:pt x="78976" y="2240955"/>
                  </a:lnTo>
                  <a:lnTo>
                    <a:pt x="76782" y="2240955"/>
                  </a:lnTo>
                  <a:lnTo>
                    <a:pt x="74588" y="2240955"/>
                  </a:lnTo>
                  <a:lnTo>
                    <a:pt x="72394" y="2240955"/>
                  </a:lnTo>
                  <a:lnTo>
                    <a:pt x="70201" y="2240955"/>
                  </a:lnTo>
                  <a:lnTo>
                    <a:pt x="68007" y="2240955"/>
                  </a:lnTo>
                  <a:lnTo>
                    <a:pt x="65813" y="2240955"/>
                  </a:lnTo>
                  <a:lnTo>
                    <a:pt x="63619" y="2240955"/>
                  </a:lnTo>
                  <a:lnTo>
                    <a:pt x="61425" y="2240955"/>
                  </a:lnTo>
                  <a:lnTo>
                    <a:pt x="59232" y="2240955"/>
                  </a:lnTo>
                  <a:lnTo>
                    <a:pt x="57038" y="2240955"/>
                  </a:lnTo>
                  <a:lnTo>
                    <a:pt x="54844" y="2240955"/>
                  </a:lnTo>
                  <a:lnTo>
                    <a:pt x="52650" y="2240955"/>
                  </a:lnTo>
                  <a:lnTo>
                    <a:pt x="50457" y="2240955"/>
                  </a:lnTo>
                  <a:lnTo>
                    <a:pt x="48263" y="2240955"/>
                  </a:lnTo>
                  <a:lnTo>
                    <a:pt x="46069" y="2240955"/>
                  </a:lnTo>
                  <a:lnTo>
                    <a:pt x="43875" y="2240955"/>
                  </a:lnTo>
                  <a:lnTo>
                    <a:pt x="41681" y="2240955"/>
                  </a:lnTo>
                  <a:lnTo>
                    <a:pt x="39488" y="2240955"/>
                  </a:lnTo>
                  <a:lnTo>
                    <a:pt x="37294" y="2240955"/>
                  </a:lnTo>
                  <a:lnTo>
                    <a:pt x="35100" y="2240955"/>
                  </a:lnTo>
                  <a:lnTo>
                    <a:pt x="32906" y="2240955"/>
                  </a:lnTo>
                  <a:lnTo>
                    <a:pt x="30712" y="2240955"/>
                  </a:lnTo>
                  <a:lnTo>
                    <a:pt x="28519" y="2240955"/>
                  </a:lnTo>
                  <a:lnTo>
                    <a:pt x="26325" y="2240955"/>
                  </a:lnTo>
                  <a:lnTo>
                    <a:pt x="24131" y="2240955"/>
                  </a:lnTo>
                  <a:lnTo>
                    <a:pt x="21937" y="2240955"/>
                  </a:lnTo>
                  <a:lnTo>
                    <a:pt x="19744" y="2240955"/>
                  </a:lnTo>
                  <a:lnTo>
                    <a:pt x="17550" y="2240955"/>
                  </a:lnTo>
                  <a:lnTo>
                    <a:pt x="15356" y="2240955"/>
                  </a:lnTo>
                  <a:lnTo>
                    <a:pt x="13162" y="2240955"/>
                  </a:lnTo>
                  <a:lnTo>
                    <a:pt x="10968" y="2240955"/>
                  </a:lnTo>
                  <a:lnTo>
                    <a:pt x="8775" y="2240955"/>
                  </a:lnTo>
                  <a:lnTo>
                    <a:pt x="6581" y="2240955"/>
                  </a:lnTo>
                  <a:lnTo>
                    <a:pt x="4387" y="2240955"/>
                  </a:lnTo>
                  <a:lnTo>
                    <a:pt x="2193" y="2240955"/>
                  </a:lnTo>
                  <a:lnTo>
                    <a:pt x="0" y="2240955"/>
                  </a:lnTo>
                  <a:close/>
                </a:path>
              </a:pathLst>
            </a:custGeom>
            <a:solidFill>
              <a:srgbClr val="00008B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49" name="pl49"/>
            <p:cNvSpPr/>
            <p:nvPr/>
          </p:nvSpPr>
          <p:spPr>
            <a:xfrm>
              <a:off x="444934" y="4138494"/>
              <a:ext cx="8553560" cy="2240955"/>
            </a:xfrm>
            <a:custGeom>
              <a:avLst/>
              <a:pathLst>
                <a:path w="8553560" h="2240955">
                  <a:moveTo>
                    <a:pt x="0" y="2015792"/>
                  </a:moveTo>
                  <a:lnTo>
                    <a:pt x="2193" y="1999640"/>
                  </a:lnTo>
                  <a:lnTo>
                    <a:pt x="4387" y="2030843"/>
                  </a:lnTo>
                  <a:lnTo>
                    <a:pt x="6581" y="2089620"/>
                  </a:lnTo>
                  <a:lnTo>
                    <a:pt x="8775" y="2066566"/>
                  </a:lnTo>
                  <a:lnTo>
                    <a:pt x="10968" y="2086075"/>
                  </a:lnTo>
                  <a:lnTo>
                    <a:pt x="13162" y="2094972"/>
                  </a:lnTo>
                  <a:lnTo>
                    <a:pt x="15356" y="2116315"/>
                  </a:lnTo>
                  <a:lnTo>
                    <a:pt x="17550" y="2094966"/>
                  </a:lnTo>
                  <a:lnTo>
                    <a:pt x="19744" y="2072455"/>
                  </a:lnTo>
                  <a:lnTo>
                    <a:pt x="21937" y="1975725"/>
                  </a:lnTo>
                  <a:lnTo>
                    <a:pt x="24131" y="1981581"/>
                  </a:lnTo>
                  <a:lnTo>
                    <a:pt x="26325" y="1921514"/>
                  </a:lnTo>
                  <a:lnTo>
                    <a:pt x="28519" y="1910904"/>
                  </a:lnTo>
                  <a:lnTo>
                    <a:pt x="30712" y="1883752"/>
                  </a:lnTo>
                  <a:lnTo>
                    <a:pt x="32906" y="1867739"/>
                  </a:lnTo>
                  <a:lnTo>
                    <a:pt x="35100" y="1913821"/>
                  </a:lnTo>
                  <a:lnTo>
                    <a:pt x="37294" y="1846229"/>
                  </a:lnTo>
                  <a:lnTo>
                    <a:pt x="39488" y="1830328"/>
                  </a:lnTo>
                  <a:lnTo>
                    <a:pt x="41681" y="1813653"/>
                  </a:lnTo>
                  <a:lnTo>
                    <a:pt x="43875" y="1827175"/>
                  </a:lnTo>
                  <a:lnTo>
                    <a:pt x="46069" y="1882135"/>
                  </a:lnTo>
                  <a:lnTo>
                    <a:pt x="48263" y="1860569"/>
                  </a:lnTo>
                  <a:lnTo>
                    <a:pt x="50457" y="1892609"/>
                  </a:lnTo>
                  <a:lnTo>
                    <a:pt x="52650" y="1902981"/>
                  </a:lnTo>
                  <a:lnTo>
                    <a:pt x="54844" y="1914644"/>
                  </a:lnTo>
                  <a:lnTo>
                    <a:pt x="57038" y="1922557"/>
                  </a:lnTo>
                  <a:lnTo>
                    <a:pt x="59232" y="1984765"/>
                  </a:lnTo>
                  <a:lnTo>
                    <a:pt x="61425" y="1990237"/>
                  </a:lnTo>
                  <a:lnTo>
                    <a:pt x="63619" y="2001018"/>
                  </a:lnTo>
                  <a:lnTo>
                    <a:pt x="65813" y="2031838"/>
                  </a:lnTo>
                  <a:lnTo>
                    <a:pt x="68007" y="2024859"/>
                  </a:lnTo>
                  <a:lnTo>
                    <a:pt x="70201" y="2067856"/>
                  </a:lnTo>
                  <a:lnTo>
                    <a:pt x="72394" y="2085712"/>
                  </a:lnTo>
                  <a:lnTo>
                    <a:pt x="74588" y="2072116"/>
                  </a:lnTo>
                  <a:lnTo>
                    <a:pt x="76782" y="2070670"/>
                  </a:lnTo>
                  <a:lnTo>
                    <a:pt x="78976" y="2075732"/>
                  </a:lnTo>
                  <a:lnTo>
                    <a:pt x="81169" y="2082572"/>
                  </a:lnTo>
                  <a:lnTo>
                    <a:pt x="83363" y="2095765"/>
                  </a:lnTo>
                  <a:lnTo>
                    <a:pt x="85557" y="2088191"/>
                  </a:lnTo>
                  <a:lnTo>
                    <a:pt x="87751" y="2116669"/>
                  </a:lnTo>
                  <a:lnTo>
                    <a:pt x="89945" y="2130241"/>
                  </a:lnTo>
                  <a:lnTo>
                    <a:pt x="92138" y="2114215"/>
                  </a:lnTo>
                  <a:lnTo>
                    <a:pt x="94332" y="2113364"/>
                  </a:lnTo>
                  <a:lnTo>
                    <a:pt x="96526" y="2073349"/>
                  </a:lnTo>
                  <a:lnTo>
                    <a:pt x="98720" y="2067295"/>
                  </a:lnTo>
                  <a:lnTo>
                    <a:pt x="100914" y="2019698"/>
                  </a:lnTo>
                  <a:lnTo>
                    <a:pt x="103107" y="1994091"/>
                  </a:lnTo>
                  <a:lnTo>
                    <a:pt x="105301" y="1979043"/>
                  </a:lnTo>
                  <a:lnTo>
                    <a:pt x="107495" y="2023356"/>
                  </a:lnTo>
                  <a:lnTo>
                    <a:pt x="109689" y="2041089"/>
                  </a:lnTo>
                  <a:lnTo>
                    <a:pt x="111882" y="2074430"/>
                  </a:lnTo>
                  <a:lnTo>
                    <a:pt x="114076" y="2058261"/>
                  </a:lnTo>
                  <a:lnTo>
                    <a:pt x="116270" y="2070553"/>
                  </a:lnTo>
                  <a:lnTo>
                    <a:pt x="118464" y="2060956"/>
                  </a:lnTo>
                  <a:lnTo>
                    <a:pt x="120658" y="1951323"/>
                  </a:lnTo>
                  <a:lnTo>
                    <a:pt x="122851" y="1939050"/>
                  </a:lnTo>
                  <a:lnTo>
                    <a:pt x="125045" y="1917174"/>
                  </a:lnTo>
                  <a:lnTo>
                    <a:pt x="127239" y="1919775"/>
                  </a:lnTo>
                  <a:lnTo>
                    <a:pt x="129433" y="1936985"/>
                  </a:lnTo>
                  <a:lnTo>
                    <a:pt x="131626" y="1925286"/>
                  </a:lnTo>
                  <a:lnTo>
                    <a:pt x="133820" y="1993828"/>
                  </a:lnTo>
                  <a:lnTo>
                    <a:pt x="136014" y="1999260"/>
                  </a:lnTo>
                  <a:lnTo>
                    <a:pt x="138208" y="1998727"/>
                  </a:lnTo>
                  <a:lnTo>
                    <a:pt x="140402" y="1990709"/>
                  </a:lnTo>
                  <a:lnTo>
                    <a:pt x="142595" y="2026298"/>
                  </a:lnTo>
                  <a:lnTo>
                    <a:pt x="144789" y="2073345"/>
                  </a:lnTo>
                  <a:lnTo>
                    <a:pt x="146983" y="2125726"/>
                  </a:lnTo>
                  <a:lnTo>
                    <a:pt x="149177" y="2152894"/>
                  </a:lnTo>
                  <a:lnTo>
                    <a:pt x="151371" y="2155768"/>
                  </a:lnTo>
                  <a:lnTo>
                    <a:pt x="153564" y="2163506"/>
                  </a:lnTo>
                  <a:lnTo>
                    <a:pt x="155758" y="2157563"/>
                  </a:lnTo>
                  <a:lnTo>
                    <a:pt x="157952" y="2155644"/>
                  </a:lnTo>
                  <a:lnTo>
                    <a:pt x="160146" y="2150128"/>
                  </a:lnTo>
                  <a:lnTo>
                    <a:pt x="162339" y="2154092"/>
                  </a:lnTo>
                  <a:lnTo>
                    <a:pt x="164533" y="2146411"/>
                  </a:lnTo>
                  <a:lnTo>
                    <a:pt x="166727" y="2151757"/>
                  </a:lnTo>
                  <a:lnTo>
                    <a:pt x="168921" y="2122828"/>
                  </a:lnTo>
                  <a:lnTo>
                    <a:pt x="171115" y="2113807"/>
                  </a:lnTo>
                  <a:lnTo>
                    <a:pt x="173308" y="2069866"/>
                  </a:lnTo>
                  <a:lnTo>
                    <a:pt x="175502" y="2057912"/>
                  </a:lnTo>
                  <a:lnTo>
                    <a:pt x="177696" y="2080279"/>
                  </a:lnTo>
                  <a:lnTo>
                    <a:pt x="179890" y="2055261"/>
                  </a:lnTo>
                  <a:lnTo>
                    <a:pt x="182084" y="2049692"/>
                  </a:lnTo>
                  <a:lnTo>
                    <a:pt x="184277" y="2022952"/>
                  </a:lnTo>
                  <a:lnTo>
                    <a:pt x="186471" y="2052991"/>
                  </a:lnTo>
                  <a:lnTo>
                    <a:pt x="188665" y="2101261"/>
                  </a:lnTo>
                  <a:lnTo>
                    <a:pt x="190859" y="2085047"/>
                  </a:lnTo>
                  <a:lnTo>
                    <a:pt x="193052" y="2138377"/>
                  </a:lnTo>
                  <a:lnTo>
                    <a:pt x="195246" y="2133585"/>
                  </a:lnTo>
                  <a:lnTo>
                    <a:pt x="197440" y="2177342"/>
                  </a:lnTo>
                  <a:lnTo>
                    <a:pt x="199634" y="2175570"/>
                  </a:lnTo>
                  <a:lnTo>
                    <a:pt x="201828" y="2151800"/>
                  </a:lnTo>
                  <a:lnTo>
                    <a:pt x="204021" y="2163371"/>
                  </a:lnTo>
                  <a:lnTo>
                    <a:pt x="206215" y="2153330"/>
                  </a:lnTo>
                  <a:lnTo>
                    <a:pt x="208409" y="2171426"/>
                  </a:lnTo>
                  <a:lnTo>
                    <a:pt x="210603" y="2172084"/>
                  </a:lnTo>
                  <a:lnTo>
                    <a:pt x="212796" y="2159573"/>
                  </a:lnTo>
                  <a:lnTo>
                    <a:pt x="214990" y="2114398"/>
                  </a:lnTo>
                  <a:lnTo>
                    <a:pt x="217184" y="2124614"/>
                  </a:lnTo>
                  <a:lnTo>
                    <a:pt x="219378" y="2122039"/>
                  </a:lnTo>
                  <a:lnTo>
                    <a:pt x="221572" y="2097915"/>
                  </a:lnTo>
                  <a:lnTo>
                    <a:pt x="223765" y="2097756"/>
                  </a:lnTo>
                  <a:lnTo>
                    <a:pt x="225959" y="2116794"/>
                  </a:lnTo>
                  <a:lnTo>
                    <a:pt x="228153" y="2112787"/>
                  </a:lnTo>
                  <a:lnTo>
                    <a:pt x="230347" y="2143620"/>
                  </a:lnTo>
                  <a:lnTo>
                    <a:pt x="232541" y="2125363"/>
                  </a:lnTo>
                  <a:lnTo>
                    <a:pt x="234734" y="2141676"/>
                  </a:lnTo>
                  <a:lnTo>
                    <a:pt x="236928" y="2117498"/>
                  </a:lnTo>
                  <a:lnTo>
                    <a:pt x="239122" y="2137769"/>
                  </a:lnTo>
                  <a:lnTo>
                    <a:pt x="241316" y="2129181"/>
                  </a:lnTo>
                  <a:lnTo>
                    <a:pt x="243509" y="2164389"/>
                  </a:lnTo>
                  <a:lnTo>
                    <a:pt x="245703" y="2190612"/>
                  </a:lnTo>
                  <a:lnTo>
                    <a:pt x="247897" y="2167438"/>
                  </a:lnTo>
                  <a:lnTo>
                    <a:pt x="250091" y="2183378"/>
                  </a:lnTo>
                  <a:lnTo>
                    <a:pt x="252285" y="2178741"/>
                  </a:lnTo>
                  <a:lnTo>
                    <a:pt x="254478" y="2153344"/>
                  </a:lnTo>
                  <a:lnTo>
                    <a:pt x="256672" y="2119256"/>
                  </a:lnTo>
                  <a:lnTo>
                    <a:pt x="258866" y="2062259"/>
                  </a:lnTo>
                  <a:lnTo>
                    <a:pt x="261060" y="2037694"/>
                  </a:lnTo>
                  <a:lnTo>
                    <a:pt x="263253" y="2025732"/>
                  </a:lnTo>
                  <a:lnTo>
                    <a:pt x="265447" y="1984359"/>
                  </a:lnTo>
                  <a:lnTo>
                    <a:pt x="267641" y="2009359"/>
                  </a:lnTo>
                  <a:lnTo>
                    <a:pt x="269835" y="2006096"/>
                  </a:lnTo>
                  <a:lnTo>
                    <a:pt x="272029" y="1951511"/>
                  </a:lnTo>
                  <a:lnTo>
                    <a:pt x="274222" y="1958361"/>
                  </a:lnTo>
                  <a:lnTo>
                    <a:pt x="276416" y="1957231"/>
                  </a:lnTo>
                  <a:lnTo>
                    <a:pt x="278610" y="1985645"/>
                  </a:lnTo>
                  <a:lnTo>
                    <a:pt x="280804" y="1983668"/>
                  </a:lnTo>
                  <a:lnTo>
                    <a:pt x="282998" y="1995240"/>
                  </a:lnTo>
                  <a:lnTo>
                    <a:pt x="285191" y="2043096"/>
                  </a:lnTo>
                  <a:lnTo>
                    <a:pt x="287385" y="2080626"/>
                  </a:lnTo>
                  <a:lnTo>
                    <a:pt x="289579" y="2063665"/>
                  </a:lnTo>
                  <a:lnTo>
                    <a:pt x="291773" y="2055606"/>
                  </a:lnTo>
                  <a:lnTo>
                    <a:pt x="293966" y="2108092"/>
                  </a:lnTo>
                  <a:lnTo>
                    <a:pt x="296160" y="2126147"/>
                  </a:lnTo>
                  <a:lnTo>
                    <a:pt x="298354" y="2169999"/>
                  </a:lnTo>
                  <a:lnTo>
                    <a:pt x="300548" y="2159523"/>
                  </a:lnTo>
                  <a:lnTo>
                    <a:pt x="302742" y="2197357"/>
                  </a:lnTo>
                  <a:lnTo>
                    <a:pt x="304935" y="2200520"/>
                  </a:lnTo>
                  <a:lnTo>
                    <a:pt x="307129" y="2185501"/>
                  </a:lnTo>
                  <a:lnTo>
                    <a:pt x="309323" y="2185788"/>
                  </a:lnTo>
                  <a:lnTo>
                    <a:pt x="311517" y="2203224"/>
                  </a:lnTo>
                  <a:lnTo>
                    <a:pt x="313711" y="2200025"/>
                  </a:lnTo>
                  <a:lnTo>
                    <a:pt x="315904" y="2194393"/>
                  </a:lnTo>
                  <a:lnTo>
                    <a:pt x="318098" y="2182761"/>
                  </a:lnTo>
                  <a:lnTo>
                    <a:pt x="320292" y="2126503"/>
                  </a:lnTo>
                  <a:lnTo>
                    <a:pt x="322486" y="2181553"/>
                  </a:lnTo>
                  <a:lnTo>
                    <a:pt x="324679" y="2190690"/>
                  </a:lnTo>
                  <a:lnTo>
                    <a:pt x="326873" y="2203682"/>
                  </a:lnTo>
                  <a:lnTo>
                    <a:pt x="329067" y="2212627"/>
                  </a:lnTo>
                  <a:lnTo>
                    <a:pt x="331261" y="2181036"/>
                  </a:lnTo>
                  <a:lnTo>
                    <a:pt x="333455" y="2217311"/>
                  </a:lnTo>
                  <a:lnTo>
                    <a:pt x="335648" y="2221030"/>
                  </a:lnTo>
                  <a:lnTo>
                    <a:pt x="337842" y="2218008"/>
                  </a:lnTo>
                  <a:lnTo>
                    <a:pt x="340036" y="2218607"/>
                  </a:lnTo>
                  <a:lnTo>
                    <a:pt x="342230" y="2193153"/>
                  </a:lnTo>
                  <a:lnTo>
                    <a:pt x="344423" y="2192662"/>
                  </a:lnTo>
                  <a:lnTo>
                    <a:pt x="346617" y="2189646"/>
                  </a:lnTo>
                  <a:lnTo>
                    <a:pt x="348811" y="2188701"/>
                  </a:lnTo>
                  <a:lnTo>
                    <a:pt x="351005" y="2179867"/>
                  </a:lnTo>
                  <a:lnTo>
                    <a:pt x="353199" y="2161727"/>
                  </a:lnTo>
                  <a:lnTo>
                    <a:pt x="355392" y="2104687"/>
                  </a:lnTo>
                  <a:lnTo>
                    <a:pt x="357586" y="2129599"/>
                  </a:lnTo>
                  <a:lnTo>
                    <a:pt x="359780" y="2084468"/>
                  </a:lnTo>
                  <a:lnTo>
                    <a:pt x="361974" y="2086673"/>
                  </a:lnTo>
                  <a:lnTo>
                    <a:pt x="364168" y="2062816"/>
                  </a:lnTo>
                  <a:lnTo>
                    <a:pt x="366361" y="2080884"/>
                  </a:lnTo>
                  <a:lnTo>
                    <a:pt x="368555" y="2118685"/>
                  </a:lnTo>
                  <a:lnTo>
                    <a:pt x="370749" y="2056193"/>
                  </a:lnTo>
                  <a:lnTo>
                    <a:pt x="372943" y="2038647"/>
                  </a:lnTo>
                  <a:lnTo>
                    <a:pt x="375136" y="1998519"/>
                  </a:lnTo>
                  <a:lnTo>
                    <a:pt x="377330" y="1975198"/>
                  </a:lnTo>
                  <a:lnTo>
                    <a:pt x="379524" y="1965150"/>
                  </a:lnTo>
                  <a:lnTo>
                    <a:pt x="381718" y="1889883"/>
                  </a:lnTo>
                  <a:lnTo>
                    <a:pt x="383912" y="1897771"/>
                  </a:lnTo>
                  <a:lnTo>
                    <a:pt x="386105" y="1853096"/>
                  </a:lnTo>
                  <a:lnTo>
                    <a:pt x="388299" y="1921850"/>
                  </a:lnTo>
                  <a:lnTo>
                    <a:pt x="390493" y="1942475"/>
                  </a:lnTo>
                  <a:lnTo>
                    <a:pt x="392687" y="1950371"/>
                  </a:lnTo>
                  <a:lnTo>
                    <a:pt x="394880" y="1992086"/>
                  </a:lnTo>
                  <a:lnTo>
                    <a:pt x="397074" y="1977391"/>
                  </a:lnTo>
                  <a:lnTo>
                    <a:pt x="399268" y="1972821"/>
                  </a:lnTo>
                  <a:lnTo>
                    <a:pt x="401462" y="1959834"/>
                  </a:lnTo>
                  <a:lnTo>
                    <a:pt x="403656" y="1927839"/>
                  </a:lnTo>
                  <a:lnTo>
                    <a:pt x="405849" y="1939672"/>
                  </a:lnTo>
                  <a:lnTo>
                    <a:pt x="408043" y="1941383"/>
                  </a:lnTo>
                  <a:lnTo>
                    <a:pt x="410237" y="1963023"/>
                  </a:lnTo>
                  <a:lnTo>
                    <a:pt x="412431" y="1979427"/>
                  </a:lnTo>
                  <a:lnTo>
                    <a:pt x="414625" y="1985265"/>
                  </a:lnTo>
                  <a:lnTo>
                    <a:pt x="416818" y="1946271"/>
                  </a:lnTo>
                  <a:lnTo>
                    <a:pt x="419012" y="1953129"/>
                  </a:lnTo>
                  <a:lnTo>
                    <a:pt x="421206" y="1937278"/>
                  </a:lnTo>
                  <a:lnTo>
                    <a:pt x="423400" y="1935518"/>
                  </a:lnTo>
                  <a:lnTo>
                    <a:pt x="425593" y="1982905"/>
                  </a:lnTo>
                  <a:lnTo>
                    <a:pt x="427787" y="2015596"/>
                  </a:lnTo>
                  <a:lnTo>
                    <a:pt x="429981" y="2036114"/>
                  </a:lnTo>
                  <a:lnTo>
                    <a:pt x="432175" y="2022888"/>
                  </a:lnTo>
                  <a:lnTo>
                    <a:pt x="434369" y="2029578"/>
                  </a:lnTo>
                  <a:lnTo>
                    <a:pt x="436562" y="2046031"/>
                  </a:lnTo>
                  <a:lnTo>
                    <a:pt x="438756" y="2048334"/>
                  </a:lnTo>
                  <a:lnTo>
                    <a:pt x="440950" y="2066792"/>
                  </a:lnTo>
                  <a:lnTo>
                    <a:pt x="443144" y="2092210"/>
                  </a:lnTo>
                  <a:lnTo>
                    <a:pt x="445338" y="2138753"/>
                  </a:lnTo>
                  <a:lnTo>
                    <a:pt x="447531" y="2158766"/>
                  </a:lnTo>
                  <a:lnTo>
                    <a:pt x="449725" y="2159555"/>
                  </a:lnTo>
                  <a:lnTo>
                    <a:pt x="451919" y="2139474"/>
                  </a:lnTo>
                  <a:lnTo>
                    <a:pt x="454113" y="2091420"/>
                  </a:lnTo>
                  <a:lnTo>
                    <a:pt x="456306" y="2093839"/>
                  </a:lnTo>
                  <a:lnTo>
                    <a:pt x="458500" y="2085668"/>
                  </a:lnTo>
                  <a:lnTo>
                    <a:pt x="460694" y="2083881"/>
                  </a:lnTo>
                  <a:lnTo>
                    <a:pt x="462888" y="2128219"/>
                  </a:lnTo>
                  <a:lnTo>
                    <a:pt x="465082" y="2134876"/>
                  </a:lnTo>
                  <a:lnTo>
                    <a:pt x="467275" y="2126766"/>
                  </a:lnTo>
                  <a:lnTo>
                    <a:pt x="469469" y="2150973"/>
                  </a:lnTo>
                  <a:lnTo>
                    <a:pt x="471663" y="2146790"/>
                  </a:lnTo>
                  <a:lnTo>
                    <a:pt x="473857" y="2165893"/>
                  </a:lnTo>
                  <a:lnTo>
                    <a:pt x="476050" y="2123560"/>
                  </a:lnTo>
                  <a:lnTo>
                    <a:pt x="478244" y="2046169"/>
                  </a:lnTo>
                  <a:lnTo>
                    <a:pt x="480438" y="2032143"/>
                  </a:lnTo>
                  <a:lnTo>
                    <a:pt x="482632" y="2014213"/>
                  </a:lnTo>
                  <a:lnTo>
                    <a:pt x="484826" y="2061435"/>
                  </a:lnTo>
                  <a:lnTo>
                    <a:pt x="487019" y="2041349"/>
                  </a:lnTo>
                  <a:lnTo>
                    <a:pt x="489213" y="1964885"/>
                  </a:lnTo>
                  <a:lnTo>
                    <a:pt x="491407" y="2044734"/>
                  </a:lnTo>
                  <a:lnTo>
                    <a:pt x="493601" y="2115758"/>
                  </a:lnTo>
                  <a:lnTo>
                    <a:pt x="495795" y="2153357"/>
                  </a:lnTo>
                  <a:lnTo>
                    <a:pt x="497988" y="2162895"/>
                  </a:lnTo>
                  <a:lnTo>
                    <a:pt x="500182" y="2138032"/>
                  </a:lnTo>
                  <a:lnTo>
                    <a:pt x="502376" y="2191560"/>
                  </a:lnTo>
                  <a:lnTo>
                    <a:pt x="504570" y="2190500"/>
                  </a:lnTo>
                  <a:lnTo>
                    <a:pt x="506763" y="2195379"/>
                  </a:lnTo>
                  <a:lnTo>
                    <a:pt x="508957" y="2195201"/>
                  </a:lnTo>
                  <a:lnTo>
                    <a:pt x="511151" y="2195615"/>
                  </a:lnTo>
                  <a:lnTo>
                    <a:pt x="513345" y="2232099"/>
                  </a:lnTo>
                  <a:lnTo>
                    <a:pt x="515539" y="2239864"/>
                  </a:lnTo>
                  <a:lnTo>
                    <a:pt x="517732" y="2240955"/>
                  </a:lnTo>
                  <a:lnTo>
                    <a:pt x="517732" y="2240955"/>
                  </a:lnTo>
                  <a:lnTo>
                    <a:pt x="519926" y="2214159"/>
                  </a:lnTo>
                  <a:lnTo>
                    <a:pt x="522120" y="2213850"/>
                  </a:lnTo>
                  <a:lnTo>
                    <a:pt x="524314" y="2213994"/>
                  </a:lnTo>
                  <a:lnTo>
                    <a:pt x="526507" y="2220770"/>
                  </a:lnTo>
                  <a:lnTo>
                    <a:pt x="528701" y="2229897"/>
                  </a:lnTo>
                  <a:lnTo>
                    <a:pt x="530895" y="2231436"/>
                  </a:lnTo>
                  <a:lnTo>
                    <a:pt x="533089" y="2229743"/>
                  </a:lnTo>
                  <a:lnTo>
                    <a:pt x="535283" y="2219573"/>
                  </a:lnTo>
                  <a:lnTo>
                    <a:pt x="537476" y="2218669"/>
                  </a:lnTo>
                  <a:lnTo>
                    <a:pt x="539670" y="2210420"/>
                  </a:lnTo>
                  <a:lnTo>
                    <a:pt x="541864" y="2214563"/>
                  </a:lnTo>
                  <a:lnTo>
                    <a:pt x="544058" y="2203297"/>
                  </a:lnTo>
                  <a:lnTo>
                    <a:pt x="546252" y="2185034"/>
                  </a:lnTo>
                  <a:lnTo>
                    <a:pt x="548445" y="2199137"/>
                  </a:lnTo>
                  <a:lnTo>
                    <a:pt x="550639" y="2217057"/>
                  </a:lnTo>
                  <a:lnTo>
                    <a:pt x="552833" y="2217054"/>
                  </a:lnTo>
                  <a:lnTo>
                    <a:pt x="555027" y="2225835"/>
                  </a:lnTo>
                  <a:lnTo>
                    <a:pt x="557220" y="2229885"/>
                  </a:lnTo>
                  <a:lnTo>
                    <a:pt x="559414" y="2231780"/>
                  </a:lnTo>
                  <a:lnTo>
                    <a:pt x="561608" y="2228477"/>
                  </a:lnTo>
                  <a:lnTo>
                    <a:pt x="563802" y="2220791"/>
                  </a:lnTo>
                  <a:lnTo>
                    <a:pt x="565996" y="2226278"/>
                  </a:lnTo>
                  <a:lnTo>
                    <a:pt x="568189" y="2221673"/>
                  </a:lnTo>
                  <a:lnTo>
                    <a:pt x="570383" y="2227684"/>
                  </a:lnTo>
                  <a:lnTo>
                    <a:pt x="572577" y="2228536"/>
                  </a:lnTo>
                  <a:lnTo>
                    <a:pt x="574771" y="2228857"/>
                  </a:lnTo>
                  <a:lnTo>
                    <a:pt x="576965" y="2225324"/>
                  </a:lnTo>
                  <a:lnTo>
                    <a:pt x="579158" y="2214529"/>
                  </a:lnTo>
                  <a:lnTo>
                    <a:pt x="581352" y="2206503"/>
                  </a:lnTo>
                  <a:lnTo>
                    <a:pt x="583546" y="2194280"/>
                  </a:lnTo>
                  <a:lnTo>
                    <a:pt x="585740" y="2188397"/>
                  </a:lnTo>
                  <a:lnTo>
                    <a:pt x="587933" y="2188490"/>
                  </a:lnTo>
                  <a:lnTo>
                    <a:pt x="590127" y="2149979"/>
                  </a:lnTo>
                  <a:lnTo>
                    <a:pt x="592321" y="2165153"/>
                  </a:lnTo>
                  <a:lnTo>
                    <a:pt x="594515" y="2155385"/>
                  </a:lnTo>
                  <a:lnTo>
                    <a:pt x="596709" y="2165023"/>
                  </a:lnTo>
                  <a:lnTo>
                    <a:pt x="598902" y="2155998"/>
                  </a:lnTo>
                  <a:lnTo>
                    <a:pt x="601096" y="2112888"/>
                  </a:lnTo>
                  <a:lnTo>
                    <a:pt x="603290" y="2099663"/>
                  </a:lnTo>
                  <a:lnTo>
                    <a:pt x="605484" y="2064869"/>
                  </a:lnTo>
                  <a:lnTo>
                    <a:pt x="607677" y="2087229"/>
                  </a:lnTo>
                  <a:lnTo>
                    <a:pt x="609871" y="2045526"/>
                  </a:lnTo>
                  <a:lnTo>
                    <a:pt x="612065" y="2041650"/>
                  </a:lnTo>
                  <a:lnTo>
                    <a:pt x="614259" y="2052046"/>
                  </a:lnTo>
                  <a:lnTo>
                    <a:pt x="616453" y="2068441"/>
                  </a:lnTo>
                  <a:lnTo>
                    <a:pt x="618646" y="2074533"/>
                  </a:lnTo>
                  <a:lnTo>
                    <a:pt x="620840" y="2121199"/>
                  </a:lnTo>
                  <a:lnTo>
                    <a:pt x="623034" y="2139925"/>
                  </a:lnTo>
                  <a:lnTo>
                    <a:pt x="625228" y="2180969"/>
                  </a:lnTo>
                  <a:lnTo>
                    <a:pt x="627422" y="2181375"/>
                  </a:lnTo>
                  <a:lnTo>
                    <a:pt x="629615" y="2188585"/>
                  </a:lnTo>
                  <a:lnTo>
                    <a:pt x="631809" y="2196227"/>
                  </a:lnTo>
                  <a:lnTo>
                    <a:pt x="634003" y="2209238"/>
                  </a:lnTo>
                  <a:lnTo>
                    <a:pt x="636197" y="2219104"/>
                  </a:lnTo>
                  <a:lnTo>
                    <a:pt x="638390" y="2231087"/>
                  </a:lnTo>
                  <a:lnTo>
                    <a:pt x="640584" y="2234769"/>
                  </a:lnTo>
                  <a:lnTo>
                    <a:pt x="642778" y="2233195"/>
                  </a:lnTo>
                  <a:lnTo>
                    <a:pt x="644972" y="2230095"/>
                  </a:lnTo>
                  <a:lnTo>
                    <a:pt x="647166" y="2232636"/>
                  </a:lnTo>
                  <a:lnTo>
                    <a:pt x="649359" y="2229620"/>
                  </a:lnTo>
                  <a:lnTo>
                    <a:pt x="651553" y="2214933"/>
                  </a:lnTo>
                  <a:lnTo>
                    <a:pt x="653747" y="2218689"/>
                  </a:lnTo>
                  <a:lnTo>
                    <a:pt x="655941" y="2216245"/>
                  </a:lnTo>
                  <a:lnTo>
                    <a:pt x="658134" y="2215618"/>
                  </a:lnTo>
                  <a:lnTo>
                    <a:pt x="660328" y="2215983"/>
                  </a:lnTo>
                  <a:lnTo>
                    <a:pt x="662522" y="2199902"/>
                  </a:lnTo>
                  <a:lnTo>
                    <a:pt x="664716" y="2210290"/>
                  </a:lnTo>
                  <a:lnTo>
                    <a:pt x="666910" y="2213152"/>
                  </a:lnTo>
                  <a:lnTo>
                    <a:pt x="669103" y="2210663"/>
                  </a:lnTo>
                  <a:lnTo>
                    <a:pt x="671297" y="2220072"/>
                  </a:lnTo>
                  <a:lnTo>
                    <a:pt x="673491" y="2170071"/>
                  </a:lnTo>
                  <a:lnTo>
                    <a:pt x="675685" y="2166164"/>
                  </a:lnTo>
                  <a:lnTo>
                    <a:pt x="677879" y="2149720"/>
                  </a:lnTo>
                  <a:lnTo>
                    <a:pt x="680072" y="2156902"/>
                  </a:lnTo>
                  <a:lnTo>
                    <a:pt x="682266" y="2169012"/>
                  </a:lnTo>
                  <a:lnTo>
                    <a:pt x="684460" y="2150985"/>
                  </a:lnTo>
                  <a:lnTo>
                    <a:pt x="686654" y="2175888"/>
                  </a:lnTo>
                  <a:lnTo>
                    <a:pt x="688847" y="2173125"/>
                  </a:lnTo>
                  <a:lnTo>
                    <a:pt x="691041" y="2164674"/>
                  </a:lnTo>
                  <a:lnTo>
                    <a:pt x="693235" y="2173514"/>
                  </a:lnTo>
                  <a:lnTo>
                    <a:pt x="695429" y="2112917"/>
                  </a:lnTo>
                  <a:lnTo>
                    <a:pt x="697623" y="2110615"/>
                  </a:lnTo>
                  <a:lnTo>
                    <a:pt x="699816" y="2111146"/>
                  </a:lnTo>
                  <a:lnTo>
                    <a:pt x="702010" y="2085297"/>
                  </a:lnTo>
                  <a:lnTo>
                    <a:pt x="704204" y="2055044"/>
                  </a:lnTo>
                  <a:lnTo>
                    <a:pt x="706398" y="2076082"/>
                  </a:lnTo>
                  <a:lnTo>
                    <a:pt x="708591" y="2115293"/>
                  </a:lnTo>
                  <a:lnTo>
                    <a:pt x="710785" y="2140559"/>
                  </a:lnTo>
                  <a:lnTo>
                    <a:pt x="712979" y="2135391"/>
                  </a:lnTo>
                  <a:lnTo>
                    <a:pt x="715173" y="2147673"/>
                  </a:lnTo>
                  <a:lnTo>
                    <a:pt x="717367" y="2157893"/>
                  </a:lnTo>
                  <a:lnTo>
                    <a:pt x="719560" y="2168154"/>
                  </a:lnTo>
                  <a:lnTo>
                    <a:pt x="721754" y="2170001"/>
                  </a:lnTo>
                  <a:lnTo>
                    <a:pt x="723948" y="2154885"/>
                  </a:lnTo>
                  <a:lnTo>
                    <a:pt x="726142" y="2162269"/>
                  </a:lnTo>
                  <a:lnTo>
                    <a:pt x="728336" y="2142368"/>
                  </a:lnTo>
                  <a:lnTo>
                    <a:pt x="730529" y="2128680"/>
                  </a:lnTo>
                  <a:lnTo>
                    <a:pt x="732723" y="2129774"/>
                  </a:lnTo>
                  <a:lnTo>
                    <a:pt x="734917" y="2145394"/>
                  </a:lnTo>
                  <a:lnTo>
                    <a:pt x="737111" y="2179958"/>
                  </a:lnTo>
                  <a:lnTo>
                    <a:pt x="739304" y="2149894"/>
                  </a:lnTo>
                  <a:lnTo>
                    <a:pt x="741498" y="2137302"/>
                  </a:lnTo>
                  <a:lnTo>
                    <a:pt x="743692" y="2105729"/>
                  </a:lnTo>
                  <a:lnTo>
                    <a:pt x="745886" y="2104444"/>
                  </a:lnTo>
                  <a:lnTo>
                    <a:pt x="748080" y="2116293"/>
                  </a:lnTo>
                  <a:lnTo>
                    <a:pt x="750273" y="2109651"/>
                  </a:lnTo>
                  <a:lnTo>
                    <a:pt x="752467" y="2111873"/>
                  </a:lnTo>
                  <a:lnTo>
                    <a:pt x="754661" y="2101879"/>
                  </a:lnTo>
                  <a:lnTo>
                    <a:pt x="756855" y="2141934"/>
                  </a:lnTo>
                  <a:lnTo>
                    <a:pt x="759049" y="2157234"/>
                  </a:lnTo>
                  <a:lnTo>
                    <a:pt x="761242" y="2142977"/>
                  </a:lnTo>
                  <a:lnTo>
                    <a:pt x="763436" y="2125829"/>
                  </a:lnTo>
                  <a:lnTo>
                    <a:pt x="765630" y="2128444"/>
                  </a:lnTo>
                  <a:lnTo>
                    <a:pt x="767824" y="2142223"/>
                  </a:lnTo>
                  <a:lnTo>
                    <a:pt x="770017" y="2146415"/>
                  </a:lnTo>
                  <a:lnTo>
                    <a:pt x="772211" y="2132716"/>
                  </a:lnTo>
                  <a:lnTo>
                    <a:pt x="774405" y="2156788"/>
                  </a:lnTo>
                  <a:lnTo>
                    <a:pt x="776599" y="2179928"/>
                  </a:lnTo>
                  <a:lnTo>
                    <a:pt x="778793" y="2174808"/>
                  </a:lnTo>
                  <a:lnTo>
                    <a:pt x="780986" y="2144872"/>
                  </a:lnTo>
                  <a:lnTo>
                    <a:pt x="783180" y="2121083"/>
                  </a:lnTo>
                  <a:lnTo>
                    <a:pt x="785374" y="2110147"/>
                  </a:lnTo>
                  <a:lnTo>
                    <a:pt x="787568" y="2114552"/>
                  </a:lnTo>
                  <a:lnTo>
                    <a:pt x="789761" y="2132525"/>
                  </a:lnTo>
                  <a:lnTo>
                    <a:pt x="791955" y="2141566"/>
                  </a:lnTo>
                  <a:lnTo>
                    <a:pt x="794149" y="2170065"/>
                  </a:lnTo>
                  <a:lnTo>
                    <a:pt x="796343" y="2162634"/>
                  </a:lnTo>
                  <a:lnTo>
                    <a:pt x="798537" y="2143145"/>
                  </a:lnTo>
                  <a:lnTo>
                    <a:pt x="800730" y="2145710"/>
                  </a:lnTo>
                  <a:lnTo>
                    <a:pt x="802924" y="2130544"/>
                  </a:lnTo>
                  <a:lnTo>
                    <a:pt x="805118" y="2186035"/>
                  </a:lnTo>
                  <a:lnTo>
                    <a:pt x="807312" y="2162345"/>
                  </a:lnTo>
                  <a:lnTo>
                    <a:pt x="809506" y="2178396"/>
                  </a:lnTo>
                  <a:lnTo>
                    <a:pt x="811699" y="2193125"/>
                  </a:lnTo>
                  <a:lnTo>
                    <a:pt x="813893" y="2190132"/>
                  </a:lnTo>
                  <a:lnTo>
                    <a:pt x="816087" y="2220498"/>
                  </a:lnTo>
                  <a:lnTo>
                    <a:pt x="818281" y="2206420"/>
                  </a:lnTo>
                  <a:lnTo>
                    <a:pt x="820474" y="2210247"/>
                  </a:lnTo>
                  <a:lnTo>
                    <a:pt x="822668" y="2209256"/>
                  </a:lnTo>
                  <a:lnTo>
                    <a:pt x="824862" y="2212177"/>
                  </a:lnTo>
                  <a:lnTo>
                    <a:pt x="827056" y="2198938"/>
                  </a:lnTo>
                  <a:lnTo>
                    <a:pt x="829250" y="2164803"/>
                  </a:lnTo>
                  <a:lnTo>
                    <a:pt x="831443" y="2163322"/>
                  </a:lnTo>
                  <a:lnTo>
                    <a:pt x="833637" y="2167942"/>
                  </a:lnTo>
                  <a:lnTo>
                    <a:pt x="835831" y="2183271"/>
                  </a:lnTo>
                  <a:lnTo>
                    <a:pt x="838025" y="2184091"/>
                  </a:lnTo>
                  <a:lnTo>
                    <a:pt x="840218" y="2130938"/>
                  </a:lnTo>
                  <a:lnTo>
                    <a:pt x="842412" y="2141401"/>
                  </a:lnTo>
                  <a:lnTo>
                    <a:pt x="844606" y="2157072"/>
                  </a:lnTo>
                  <a:lnTo>
                    <a:pt x="846800" y="2177238"/>
                  </a:lnTo>
                  <a:lnTo>
                    <a:pt x="848994" y="2150691"/>
                  </a:lnTo>
                  <a:lnTo>
                    <a:pt x="851187" y="2133694"/>
                  </a:lnTo>
                  <a:lnTo>
                    <a:pt x="853381" y="2119173"/>
                  </a:lnTo>
                  <a:lnTo>
                    <a:pt x="855575" y="2103284"/>
                  </a:lnTo>
                  <a:lnTo>
                    <a:pt x="857769" y="2067570"/>
                  </a:lnTo>
                  <a:lnTo>
                    <a:pt x="859963" y="2056536"/>
                  </a:lnTo>
                  <a:lnTo>
                    <a:pt x="862156" y="2094192"/>
                  </a:lnTo>
                  <a:lnTo>
                    <a:pt x="864350" y="2134413"/>
                  </a:lnTo>
                  <a:lnTo>
                    <a:pt x="866544" y="2153689"/>
                  </a:lnTo>
                  <a:lnTo>
                    <a:pt x="868738" y="2164270"/>
                  </a:lnTo>
                  <a:lnTo>
                    <a:pt x="870931" y="2205866"/>
                  </a:lnTo>
                  <a:lnTo>
                    <a:pt x="873125" y="2183272"/>
                  </a:lnTo>
                  <a:lnTo>
                    <a:pt x="875319" y="2177180"/>
                  </a:lnTo>
                  <a:lnTo>
                    <a:pt x="877513" y="2170859"/>
                  </a:lnTo>
                  <a:lnTo>
                    <a:pt x="879707" y="2150190"/>
                  </a:lnTo>
                  <a:lnTo>
                    <a:pt x="881900" y="2164551"/>
                  </a:lnTo>
                  <a:lnTo>
                    <a:pt x="884094" y="2185499"/>
                  </a:lnTo>
                  <a:lnTo>
                    <a:pt x="886288" y="2197857"/>
                  </a:lnTo>
                  <a:lnTo>
                    <a:pt x="888482" y="2214730"/>
                  </a:lnTo>
                  <a:lnTo>
                    <a:pt x="890676" y="2207639"/>
                  </a:lnTo>
                  <a:lnTo>
                    <a:pt x="892869" y="2207677"/>
                  </a:lnTo>
                  <a:lnTo>
                    <a:pt x="895063" y="2200547"/>
                  </a:lnTo>
                  <a:lnTo>
                    <a:pt x="897257" y="2192231"/>
                  </a:lnTo>
                  <a:lnTo>
                    <a:pt x="899451" y="2172990"/>
                  </a:lnTo>
                  <a:lnTo>
                    <a:pt x="901644" y="2175232"/>
                  </a:lnTo>
                  <a:lnTo>
                    <a:pt x="903838" y="2185012"/>
                  </a:lnTo>
                  <a:lnTo>
                    <a:pt x="906032" y="2165881"/>
                  </a:lnTo>
                  <a:lnTo>
                    <a:pt x="908226" y="2137358"/>
                  </a:lnTo>
                  <a:lnTo>
                    <a:pt x="910420" y="2085558"/>
                  </a:lnTo>
                  <a:lnTo>
                    <a:pt x="912613" y="2102483"/>
                  </a:lnTo>
                  <a:lnTo>
                    <a:pt x="914807" y="2104442"/>
                  </a:lnTo>
                  <a:lnTo>
                    <a:pt x="917001" y="2100876"/>
                  </a:lnTo>
                  <a:lnTo>
                    <a:pt x="919195" y="2133410"/>
                  </a:lnTo>
                  <a:lnTo>
                    <a:pt x="921388" y="2124063"/>
                  </a:lnTo>
                  <a:lnTo>
                    <a:pt x="923582" y="2146399"/>
                  </a:lnTo>
                  <a:lnTo>
                    <a:pt x="925776" y="2161684"/>
                  </a:lnTo>
                  <a:lnTo>
                    <a:pt x="927970" y="2159792"/>
                  </a:lnTo>
                  <a:lnTo>
                    <a:pt x="930164" y="2176245"/>
                  </a:lnTo>
                  <a:lnTo>
                    <a:pt x="932357" y="2203148"/>
                  </a:lnTo>
                  <a:lnTo>
                    <a:pt x="934551" y="2190750"/>
                  </a:lnTo>
                  <a:lnTo>
                    <a:pt x="936745" y="2208934"/>
                  </a:lnTo>
                  <a:lnTo>
                    <a:pt x="938939" y="2226996"/>
                  </a:lnTo>
                  <a:lnTo>
                    <a:pt x="941133" y="2238227"/>
                  </a:lnTo>
                  <a:lnTo>
                    <a:pt x="943326" y="2226232"/>
                  </a:lnTo>
                  <a:lnTo>
                    <a:pt x="945520" y="2228552"/>
                  </a:lnTo>
                  <a:lnTo>
                    <a:pt x="947714" y="2221140"/>
                  </a:lnTo>
                  <a:lnTo>
                    <a:pt x="949908" y="2221144"/>
                  </a:lnTo>
                  <a:lnTo>
                    <a:pt x="952101" y="2218286"/>
                  </a:lnTo>
                  <a:lnTo>
                    <a:pt x="954295" y="2208430"/>
                  </a:lnTo>
                  <a:lnTo>
                    <a:pt x="956489" y="2197820"/>
                  </a:lnTo>
                  <a:lnTo>
                    <a:pt x="958683" y="2174962"/>
                  </a:lnTo>
                  <a:lnTo>
                    <a:pt x="960877" y="2188465"/>
                  </a:lnTo>
                  <a:lnTo>
                    <a:pt x="963070" y="2190597"/>
                  </a:lnTo>
                  <a:lnTo>
                    <a:pt x="965264" y="2147592"/>
                  </a:lnTo>
                  <a:lnTo>
                    <a:pt x="967458" y="2083053"/>
                  </a:lnTo>
                  <a:lnTo>
                    <a:pt x="969652" y="2129195"/>
                  </a:lnTo>
                  <a:lnTo>
                    <a:pt x="971845" y="2148521"/>
                  </a:lnTo>
                  <a:lnTo>
                    <a:pt x="974039" y="2161687"/>
                  </a:lnTo>
                  <a:lnTo>
                    <a:pt x="976233" y="2166777"/>
                  </a:lnTo>
                  <a:lnTo>
                    <a:pt x="978427" y="2141892"/>
                  </a:lnTo>
                  <a:lnTo>
                    <a:pt x="980621" y="2218013"/>
                  </a:lnTo>
                  <a:lnTo>
                    <a:pt x="982814" y="2178797"/>
                  </a:lnTo>
                  <a:lnTo>
                    <a:pt x="985008" y="2185942"/>
                  </a:lnTo>
                  <a:lnTo>
                    <a:pt x="987202" y="2180829"/>
                  </a:lnTo>
                  <a:lnTo>
                    <a:pt x="989396" y="2178407"/>
                  </a:lnTo>
                  <a:lnTo>
                    <a:pt x="991590" y="2156280"/>
                  </a:lnTo>
                  <a:lnTo>
                    <a:pt x="993783" y="2142311"/>
                  </a:lnTo>
                  <a:lnTo>
                    <a:pt x="995977" y="2141589"/>
                  </a:lnTo>
                  <a:lnTo>
                    <a:pt x="998171" y="2109004"/>
                  </a:lnTo>
                  <a:lnTo>
                    <a:pt x="1000365" y="2065231"/>
                  </a:lnTo>
                  <a:lnTo>
                    <a:pt x="1002558" y="2052863"/>
                  </a:lnTo>
                  <a:lnTo>
                    <a:pt x="1004752" y="2036616"/>
                  </a:lnTo>
                  <a:lnTo>
                    <a:pt x="1006946" y="2019534"/>
                  </a:lnTo>
                  <a:lnTo>
                    <a:pt x="1009140" y="2010797"/>
                  </a:lnTo>
                  <a:lnTo>
                    <a:pt x="1011334" y="2020559"/>
                  </a:lnTo>
                  <a:lnTo>
                    <a:pt x="1013527" y="2024552"/>
                  </a:lnTo>
                  <a:lnTo>
                    <a:pt x="1015721" y="2038992"/>
                  </a:lnTo>
                  <a:lnTo>
                    <a:pt x="1017915" y="2064859"/>
                  </a:lnTo>
                  <a:lnTo>
                    <a:pt x="1020109" y="2075391"/>
                  </a:lnTo>
                  <a:lnTo>
                    <a:pt x="1022303" y="2078495"/>
                  </a:lnTo>
                  <a:lnTo>
                    <a:pt x="1024496" y="2087171"/>
                  </a:lnTo>
                  <a:lnTo>
                    <a:pt x="1026690" y="2095912"/>
                  </a:lnTo>
                  <a:lnTo>
                    <a:pt x="1028884" y="2130331"/>
                  </a:lnTo>
                  <a:lnTo>
                    <a:pt x="1031078" y="2161375"/>
                  </a:lnTo>
                  <a:lnTo>
                    <a:pt x="1033271" y="2161200"/>
                  </a:lnTo>
                  <a:lnTo>
                    <a:pt x="1035465" y="2157624"/>
                  </a:lnTo>
                  <a:lnTo>
                    <a:pt x="1037659" y="2170455"/>
                  </a:lnTo>
                  <a:lnTo>
                    <a:pt x="1039853" y="2180791"/>
                  </a:lnTo>
                  <a:lnTo>
                    <a:pt x="1042047" y="2190108"/>
                  </a:lnTo>
                  <a:lnTo>
                    <a:pt x="1044240" y="2187106"/>
                  </a:lnTo>
                  <a:lnTo>
                    <a:pt x="1046434" y="2191572"/>
                  </a:lnTo>
                  <a:lnTo>
                    <a:pt x="1048628" y="2154234"/>
                  </a:lnTo>
                  <a:lnTo>
                    <a:pt x="1050822" y="2180378"/>
                  </a:lnTo>
                  <a:lnTo>
                    <a:pt x="1053015" y="2170147"/>
                  </a:lnTo>
                  <a:lnTo>
                    <a:pt x="1055209" y="2122760"/>
                  </a:lnTo>
                  <a:lnTo>
                    <a:pt x="1057403" y="2086902"/>
                  </a:lnTo>
                  <a:lnTo>
                    <a:pt x="1059597" y="2088747"/>
                  </a:lnTo>
                  <a:lnTo>
                    <a:pt x="1061791" y="2114599"/>
                  </a:lnTo>
                  <a:lnTo>
                    <a:pt x="1063984" y="2092339"/>
                  </a:lnTo>
                  <a:lnTo>
                    <a:pt x="1066178" y="2108290"/>
                  </a:lnTo>
                  <a:lnTo>
                    <a:pt x="1068372" y="2111013"/>
                  </a:lnTo>
                  <a:lnTo>
                    <a:pt x="1070566" y="2086585"/>
                  </a:lnTo>
                  <a:lnTo>
                    <a:pt x="1072760" y="2056902"/>
                  </a:lnTo>
                  <a:lnTo>
                    <a:pt x="1074953" y="2049336"/>
                  </a:lnTo>
                  <a:lnTo>
                    <a:pt x="1077147" y="2051658"/>
                  </a:lnTo>
                  <a:lnTo>
                    <a:pt x="1079341" y="2074586"/>
                  </a:lnTo>
                  <a:lnTo>
                    <a:pt x="1081535" y="2093768"/>
                  </a:lnTo>
                  <a:lnTo>
                    <a:pt x="1083728" y="2098061"/>
                  </a:lnTo>
                  <a:lnTo>
                    <a:pt x="1085922" y="2104481"/>
                  </a:lnTo>
                  <a:lnTo>
                    <a:pt x="1088116" y="2131960"/>
                  </a:lnTo>
                  <a:lnTo>
                    <a:pt x="1090310" y="2138778"/>
                  </a:lnTo>
                  <a:lnTo>
                    <a:pt x="1092504" y="2109329"/>
                  </a:lnTo>
                  <a:lnTo>
                    <a:pt x="1094697" y="2097910"/>
                  </a:lnTo>
                  <a:lnTo>
                    <a:pt x="1096891" y="2097790"/>
                  </a:lnTo>
                  <a:lnTo>
                    <a:pt x="1099085" y="2146387"/>
                  </a:lnTo>
                  <a:lnTo>
                    <a:pt x="1101279" y="2153411"/>
                  </a:lnTo>
                  <a:lnTo>
                    <a:pt x="1103472" y="2147049"/>
                  </a:lnTo>
                  <a:lnTo>
                    <a:pt x="1105666" y="2170663"/>
                  </a:lnTo>
                  <a:lnTo>
                    <a:pt x="1107860" y="2156478"/>
                  </a:lnTo>
                  <a:lnTo>
                    <a:pt x="1110054" y="2154725"/>
                  </a:lnTo>
                  <a:lnTo>
                    <a:pt x="1112248" y="2161237"/>
                  </a:lnTo>
                  <a:lnTo>
                    <a:pt x="1114441" y="2158932"/>
                  </a:lnTo>
                  <a:lnTo>
                    <a:pt x="1116635" y="2163490"/>
                  </a:lnTo>
                  <a:lnTo>
                    <a:pt x="1118829" y="2181103"/>
                  </a:lnTo>
                  <a:lnTo>
                    <a:pt x="1121023" y="2159064"/>
                  </a:lnTo>
                  <a:lnTo>
                    <a:pt x="1123217" y="2151671"/>
                  </a:lnTo>
                  <a:lnTo>
                    <a:pt x="1125410" y="2136007"/>
                  </a:lnTo>
                  <a:lnTo>
                    <a:pt x="1127604" y="2125335"/>
                  </a:lnTo>
                  <a:lnTo>
                    <a:pt x="1129798" y="2138568"/>
                  </a:lnTo>
                  <a:lnTo>
                    <a:pt x="1131992" y="2102235"/>
                  </a:lnTo>
                  <a:lnTo>
                    <a:pt x="1134185" y="2107890"/>
                  </a:lnTo>
                  <a:lnTo>
                    <a:pt x="1136379" y="2087359"/>
                  </a:lnTo>
                  <a:lnTo>
                    <a:pt x="1138573" y="2103640"/>
                  </a:lnTo>
                  <a:lnTo>
                    <a:pt x="1140767" y="2141021"/>
                  </a:lnTo>
                  <a:lnTo>
                    <a:pt x="1142961" y="2155302"/>
                  </a:lnTo>
                  <a:lnTo>
                    <a:pt x="1145154" y="2145607"/>
                  </a:lnTo>
                  <a:lnTo>
                    <a:pt x="1147348" y="2143977"/>
                  </a:lnTo>
                  <a:lnTo>
                    <a:pt x="1149542" y="2092324"/>
                  </a:lnTo>
                  <a:lnTo>
                    <a:pt x="1151736" y="2105922"/>
                  </a:lnTo>
                  <a:lnTo>
                    <a:pt x="1153930" y="2100111"/>
                  </a:lnTo>
                  <a:lnTo>
                    <a:pt x="1156123" y="2089830"/>
                  </a:lnTo>
                  <a:lnTo>
                    <a:pt x="1158317" y="2113304"/>
                  </a:lnTo>
                  <a:lnTo>
                    <a:pt x="1160511" y="2112368"/>
                  </a:lnTo>
                  <a:lnTo>
                    <a:pt x="1162705" y="2112562"/>
                  </a:lnTo>
                  <a:lnTo>
                    <a:pt x="1164898" y="2105908"/>
                  </a:lnTo>
                  <a:lnTo>
                    <a:pt x="1167092" y="2099194"/>
                  </a:lnTo>
                  <a:lnTo>
                    <a:pt x="1169286" y="2100405"/>
                  </a:lnTo>
                  <a:lnTo>
                    <a:pt x="1171480" y="2083048"/>
                  </a:lnTo>
                  <a:lnTo>
                    <a:pt x="1173674" y="2094486"/>
                  </a:lnTo>
                  <a:lnTo>
                    <a:pt x="1175867" y="2087270"/>
                  </a:lnTo>
                  <a:lnTo>
                    <a:pt x="1178061" y="2109122"/>
                  </a:lnTo>
                  <a:lnTo>
                    <a:pt x="1180255" y="2090604"/>
                  </a:lnTo>
                  <a:lnTo>
                    <a:pt x="1182449" y="2090987"/>
                  </a:lnTo>
                  <a:lnTo>
                    <a:pt x="1184642" y="2124949"/>
                  </a:lnTo>
                  <a:lnTo>
                    <a:pt x="1186836" y="2137429"/>
                  </a:lnTo>
                  <a:lnTo>
                    <a:pt x="1189030" y="2133419"/>
                  </a:lnTo>
                  <a:lnTo>
                    <a:pt x="1191224" y="2153606"/>
                  </a:lnTo>
                  <a:lnTo>
                    <a:pt x="1193418" y="2138727"/>
                  </a:lnTo>
                  <a:lnTo>
                    <a:pt x="1195611" y="2162807"/>
                  </a:lnTo>
                  <a:lnTo>
                    <a:pt x="1197805" y="2152913"/>
                  </a:lnTo>
                  <a:lnTo>
                    <a:pt x="1199999" y="2101050"/>
                  </a:lnTo>
                  <a:lnTo>
                    <a:pt x="1202193" y="2101108"/>
                  </a:lnTo>
                  <a:lnTo>
                    <a:pt x="1204387" y="2103030"/>
                  </a:lnTo>
                  <a:lnTo>
                    <a:pt x="1206580" y="2147555"/>
                  </a:lnTo>
                  <a:lnTo>
                    <a:pt x="1208774" y="2142721"/>
                  </a:lnTo>
                  <a:lnTo>
                    <a:pt x="1210968" y="2093566"/>
                  </a:lnTo>
                  <a:lnTo>
                    <a:pt x="1213162" y="2096245"/>
                  </a:lnTo>
                  <a:lnTo>
                    <a:pt x="1215355" y="2114947"/>
                  </a:lnTo>
                  <a:lnTo>
                    <a:pt x="1217549" y="2134761"/>
                  </a:lnTo>
                  <a:lnTo>
                    <a:pt x="1219743" y="2143138"/>
                  </a:lnTo>
                  <a:lnTo>
                    <a:pt x="1221937" y="2111789"/>
                  </a:lnTo>
                  <a:lnTo>
                    <a:pt x="1224131" y="2133159"/>
                  </a:lnTo>
                  <a:lnTo>
                    <a:pt x="1226324" y="2155128"/>
                  </a:lnTo>
                  <a:lnTo>
                    <a:pt x="1228518" y="2180797"/>
                  </a:lnTo>
                  <a:lnTo>
                    <a:pt x="1230712" y="2204285"/>
                  </a:lnTo>
                  <a:lnTo>
                    <a:pt x="1232906" y="2176962"/>
                  </a:lnTo>
                  <a:lnTo>
                    <a:pt x="1235099" y="2183277"/>
                  </a:lnTo>
                  <a:lnTo>
                    <a:pt x="1237293" y="2217512"/>
                  </a:lnTo>
                  <a:lnTo>
                    <a:pt x="1239487" y="2207584"/>
                  </a:lnTo>
                  <a:lnTo>
                    <a:pt x="1241681" y="2165731"/>
                  </a:lnTo>
                  <a:lnTo>
                    <a:pt x="1243875" y="2151689"/>
                  </a:lnTo>
                  <a:lnTo>
                    <a:pt x="1246068" y="2154857"/>
                  </a:lnTo>
                  <a:lnTo>
                    <a:pt x="1248262" y="2202879"/>
                  </a:lnTo>
                  <a:lnTo>
                    <a:pt x="1250456" y="2179470"/>
                  </a:lnTo>
                  <a:lnTo>
                    <a:pt x="1252650" y="2134912"/>
                  </a:lnTo>
                  <a:lnTo>
                    <a:pt x="1254844" y="2130761"/>
                  </a:lnTo>
                  <a:lnTo>
                    <a:pt x="1257037" y="2104262"/>
                  </a:lnTo>
                  <a:lnTo>
                    <a:pt x="1259231" y="2121976"/>
                  </a:lnTo>
                  <a:lnTo>
                    <a:pt x="1261425" y="2079864"/>
                  </a:lnTo>
                  <a:lnTo>
                    <a:pt x="1263619" y="2048554"/>
                  </a:lnTo>
                  <a:lnTo>
                    <a:pt x="1265812" y="2084741"/>
                  </a:lnTo>
                  <a:lnTo>
                    <a:pt x="1268006" y="2076870"/>
                  </a:lnTo>
                  <a:lnTo>
                    <a:pt x="1270200" y="2131087"/>
                  </a:lnTo>
                  <a:lnTo>
                    <a:pt x="1272394" y="2053083"/>
                  </a:lnTo>
                  <a:lnTo>
                    <a:pt x="1274588" y="2038092"/>
                  </a:lnTo>
                  <a:lnTo>
                    <a:pt x="1276781" y="1946241"/>
                  </a:lnTo>
                  <a:lnTo>
                    <a:pt x="1278975" y="1989198"/>
                  </a:lnTo>
                  <a:lnTo>
                    <a:pt x="1281169" y="2051465"/>
                  </a:lnTo>
                  <a:lnTo>
                    <a:pt x="1283363" y="2079682"/>
                  </a:lnTo>
                  <a:lnTo>
                    <a:pt x="1285556" y="2153514"/>
                  </a:lnTo>
                  <a:lnTo>
                    <a:pt x="1287750" y="2167344"/>
                  </a:lnTo>
                  <a:lnTo>
                    <a:pt x="1289944" y="2171762"/>
                  </a:lnTo>
                  <a:lnTo>
                    <a:pt x="1292138" y="2208862"/>
                  </a:lnTo>
                  <a:lnTo>
                    <a:pt x="1294332" y="2177089"/>
                  </a:lnTo>
                  <a:lnTo>
                    <a:pt x="1296525" y="2196338"/>
                  </a:lnTo>
                  <a:lnTo>
                    <a:pt x="1298719" y="2159162"/>
                  </a:lnTo>
                  <a:lnTo>
                    <a:pt x="1300913" y="2190743"/>
                  </a:lnTo>
                  <a:lnTo>
                    <a:pt x="1303107" y="2208793"/>
                  </a:lnTo>
                  <a:lnTo>
                    <a:pt x="1305301" y="2135321"/>
                  </a:lnTo>
                  <a:lnTo>
                    <a:pt x="1307494" y="2145014"/>
                  </a:lnTo>
                  <a:lnTo>
                    <a:pt x="1309688" y="2121852"/>
                  </a:lnTo>
                  <a:lnTo>
                    <a:pt x="1311882" y="2166672"/>
                  </a:lnTo>
                  <a:lnTo>
                    <a:pt x="1314076" y="2189528"/>
                  </a:lnTo>
                  <a:lnTo>
                    <a:pt x="1316269" y="2095988"/>
                  </a:lnTo>
                  <a:lnTo>
                    <a:pt x="1318463" y="2090643"/>
                  </a:lnTo>
                  <a:lnTo>
                    <a:pt x="1320657" y="2120760"/>
                  </a:lnTo>
                  <a:lnTo>
                    <a:pt x="1322851" y="2146699"/>
                  </a:lnTo>
                  <a:lnTo>
                    <a:pt x="1325045" y="2157023"/>
                  </a:lnTo>
                  <a:lnTo>
                    <a:pt x="1327238" y="2126135"/>
                  </a:lnTo>
                  <a:lnTo>
                    <a:pt x="1329432" y="2188541"/>
                  </a:lnTo>
                  <a:lnTo>
                    <a:pt x="1331626" y="2171203"/>
                  </a:lnTo>
                  <a:lnTo>
                    <a:pt x="1333820" y="2201141"/>
                  </a:lnTo>
                  <a:lnTo>
                    <a:pt x="1336014" y="2209761"/>
                  </a:lnTo>
                  <a:lnTo>
                    <a:pt x="1338207" y="2183836"/>
                  </a:lnTo>
                  <a:lnTo>
                    <a:pt x="1340401" y="2218443"/>
                  </a:lnTo>
                  <a:lnTo>
                    <a:pt x="1342595" y="2198566"/>
                  </a:lnTo>
                  <a:lnTo>
                    <a:pt x="1344789" y="2192147"/>
                  </a:lnTo>
                  <a:lnTo>
                    <a:pt x="1346982" y="2189096"/>
                  </a:lnTo>
                  <a:lnTo>
                    <a:pt x="1349176" y="2104967"/>
                  </a:lnTo>
                  <a:lnTo>
                    <a:pt x="1351370" y="2063468"/>
                  </a:lnTo>
                  <a:lnTo>
                    <a:pt x="1353564" y="2118117"/>
                  </a:lnTo>
                  <a:lnTo>
                    <a:pt x="1355758" y="2166180"/>
                  </a:lnTo>
                  <a:lnTo>
                    <a:pt x="1357951" y="2187587"/>
                  </a:lnTo>
                  <a:lnTo>
                    <a:pt x="1360145" y="2142581"/>
                  </a:lnTo>
                  <a:lnTo>
                    <a:pt x="1362339" y="2171755"/>
                  </a:lnTo>
                  <a:lnTo>
                    <a:pt x="1364533" y="2153800"/>
                  </a:lnTo>
                  <a:lnTo>
                    <a:pt x="1366726" y="2165620"/>
                  </a:lnTo>
                  <a:lnTo>
                    <a:pt x="1368920" y="2161218"/>
                  </a:lnTo>
                  <a:lnTo>
                    <a:pt x="1371114" y="2126501"/>
                  </a:lnTo>
                  <a:lnTo>
                    <a:pt x="1373308" y="2158752"/>
                  </a:lnTo>
                  <a:lnTo>
                    <a:pt x="1375502" y="2103612"/>
                  </a:lnTo>
                  <a:lnTo>
                    <a:pt x="1377695" y="2125493"/>
                  </a:lnTo>
                  <a:lnTo>
                    <a:pt x="1379889" y="2132867"/>
                  </a:lnTo>
                  <a:lnTo>
                    <a:pt x="1382083" y="2121547"/>
                  </a:lnTo>
                  <a:lnTo>
                    <a:pt x="1384277" y="2106840"/>
                  </a:lnTo>
                  <a:lnTo>
                    <a:pt x="1386471" y="2086721"/>
                  </a:lnTo>
                  <a:lnTo>
                    <a:pt x="1388664" y="2070864"/>
                  </a:lnTo>
                  <a:lnTo>
                    <a:pt x="1390858" y="2050818"/>
                  </a:lnTo>
                  <a:lnTo>
                    <a:pt x="1393052" y="1994076"/>
                  </a:lnTo>
                  <a:lnTo>
                    <a:pt x="1395246" y="1924099"/>
                  </a:lnTo>
                  <a:lnTo>
                    <a:pt x="1397439" y="1993146"/>
                  </a:lnTo>
                  <a:lnTo>
                    <a:pt x="1399633" y="2004377"/>
                  </a:lnTo>
                  <a:lnTo>
                    <a:pt x="1401827" y="2059615"/>
                  </a:lnTo>
                  <a:lnTo>
                    <a:pt x="1404021" y="2056232"/>
                  </a:lnTo>
                  <a:lnTo>
                    <a:pt x="1406215" y="2043158"/>
                  </a:lnTo>
                  <a:lnTo>
                    <a:pt x="1408408" y="2116393"/>
                  </a:lnTo>
                  <a:lnTo>
                    <a:pt x="1410602" y="2097979"/>
                  </a:lnTo>
                  <a:lnTo>
                    <a:pt x="1412796" y="2115651"/>
                  </a:lnTo>
                  <a:lnTo>
                    <a:pt x="1414990" y="2092595"/>
                  </a:lnTo>
                  <a:lnTo>
                    <a:pt x="1417183" y="2096892"/>
                  </a:lnTo>
                  <a:lnTo>
                    <a:pt x="1419377" y="2123254"/>
                  </a:lnTo>
                  <a:lnTo>
                    <a:pt x="1421571" y="2162838"/>
                  </a:lnTo>
                  <a:lnTo>
                    <a:pt x="1423765" y="2178823"/>
                  </a:lnTo>
                  <a:lnTo>
                    <a:pt x="1425959" y="2194502"/>
                  </a:lnTo>
                  <a:lnTo>
                    <a:pt x="1428152" y="2168913"/>
                  </a:lnTo>
                  <a:lnTo>
                    <a:pt x="1430346" y="2174600"/>
                  </a:lnTo>
                  <a:lnTo>
                    <a:pt x="1432540" y="2221280"/>
                  </a:lnTo>
                  <a:lnTo>
                    <a:pt x="1434734" y="2132943"/>
                  </a:lnTo>
                  <a:lnTo>
                    <a:pt x="1436928" y="2123295"/>
                  </a:lnTo>
                  <a:lnTo>
                    <a:pt x="1439121" y="2108058"/>
                  </a:lnTo>
                  <a:lnTo>
                    <a:pt x="1441315" y="2078794"/>
                  </a:lnTo>
                  <a:lnTo>
                    <a:pt x="1443509" y="2152814"/>
                  </a:lnTo>
                  <a:lnTo>
                    <a:pt x="1445703" y="2112105"/>
                  </a:lnTo>
                  <a:lnTo>
                    <a:pt x="1447896" y="2103590"/>
                  </a:lnTo>
                  <a:lnTo>
                    <a:pt x="1450090" y="2105154"/>
                  </a:lnTo>
                  <a:lnTo>
                    <a:pt x="1452284" y="2044991"/>
                  </a:lnTo>
                  <a:lnTo>
                    <a:pt x="1454478" y="1999995"/>
                  </a:lnTo>
                  <a:lnTo>
                    <a:pt x="1456672" y="1898430"/>
                  </a:lnTo>
                  <a:lnTo>
                    <a:pt x="1458865" y="1882326"/>
                  </a:lnTo>
                  <a:lnTo>
                    <a:pt x="1461059" y="1898217"/>
                  </a:lnTo>
                  <a:lnTo>
                    <a:pt x="1463253" y="1890925"/>
                  </a:lnTo>
                  <a:lnTo>
                    <a:pt x="1465447" y="1873530"/>
                  </a:lnTo>
                  <a:lnTo>
                    <a:pt x="1467641" y="1872943"/>
                  </a:lnTo>
                  <a:lnTo>
                    <a:pt x="1469834" y="1821349"/>
                  </a:lnTo>
                  <a:lnTo>
                    <a:pt x="1472028" y="1800588"/>
                  </a:lnTo>
                  <a:lnTo>
                    <a:pt x="1474222" y="1766540"/>
                  </a:lnTo>
                  <a:lnTo>
                    <a:pt x="1476416" y="1788282"/>
                  </a:lnTo>
                  <a:lnTo>
                    <a:pt x="1478609" y="1851336"/>
                  </a:lnTo>
                  <a:lnTo>
                    <a:pt x="1480803" y="1861438"/>
                  </a:lnTo>
                  <a:lnTo>
                    <a:pt x="1482997" y="1833570"/>
                  </a:lnTo>
                  <a:lnTo>
                    <a:pt x="1485191" y="1758187"/>
                  </a:lnTo>
                  <a:lnTo>
                    <a:pt x="1487385" y="1752317"/>
                  </a:lnTo>
                  <a:lnTo>
                    <a:pt x="1489578" y="1733486"/>
                  </a:lnTo>
                  <a:lnTo>
                    <a:pt x="1491772" y="1735787"/>
                  </a:lnTo>
                  <a:lnTo>
                    <a:pt x="1493966" y="1764280"/>
                  </a:lnTo>
                  <a:lnTo>
                    <a:pt x="1496160" y="1885433"/>
                  </a:lnTo>
                  <a:lnTo>
                    <a:pt x="1498353" y="1867184"/>
                  </a:lnTo>
                  <a:lnTo>
                    <a:pt x="1500547" y="1906559"/>
                  </a:lnTo>
                  <a:lnTo>
                    <a:pt x="1502741" y="1853363"/>
                  </a:lnTo>
                  <a:lnTo>
                    <a:pt x="1504935" y="1794733"/>
                  </a:lnTo>
                  <a:lnTo>
                    <a:pt x="1507129" y="1657147"/>
                  </a:lnTo>
                  <a:lnTo>
                    <a:pt x="1509322" y="1626633"/>
                  </a:lnTo>
                  <a:lnTo>
                    <a:pt x="1511516" y="1568649"/>
                  </a:lnTo>
                  <a:lnTo>
                    <a:pt x="1513710" y="1531823"/>
                  </a:lnTo>
                  <a:lnTo>
                    <a:pt x="1515904" y="1509343"/>
                  </a:lnTo>
                  <a:lnTo>
                    <a:pt x="1518098" y="1474229"/>
                  </a:lnTo>
                  <a:lnTo>
                    <a:pt x="1520291" y="1509073"/>
                  </a:lnTo>
                  <a:lnTo>
                    <a:pt x="1522485" y="1466789"/>
                  </a:lnTo>
                  <a:lnTo>
                    <a:pt x="1524679" y="1470271"/>
                  </a:lnTo>
                  <a:lnTo>
                    <a:pt x="1526873" y="1481241"/>
                  </a:lnTo>
                  <a:lnTo>
                    <a:pt x="1529066" y="1499222"/>
                  </a:lnTo>
                  <a:lnTo>
                    <a:pt x="1531260" y="1512823"/>
                  </a:lnTo>
                  <a:lnTo>
                    <a:pt x="1533454" y="1505856"/>
                  </a:lnTo>
                  <a:lnTo>
                    <a:pt x="1535648" y="1560239"/>
                  </a:lnTo>
                  <a:lnTo>
                    <a:pt x="1537842" y="1604405"/>
                  </a:lnTo>
                  <a:lnTo>
                    <a:pt x="1540035" y="1643394"/>
                  </a:lnTo>
                  <a:lnTo>
                    <a:pt x="1542229" y="1632269"/>
                  </a:lnTo>
                  <a:lnTo>
                    <a:pt x="1544423" y="1625772"/>
                  </a:lnTo>
                  <a:lnTo>
                    <a:pt x="1546617" y="1626757"/>
                  </a:lnTo>
                  <a:lnTo>
                    <a:pt x="1548810" y="1616344"/>
                  </a:lnTo>
                  <a:lnTo>
                    <a:pt x="1551004" y="1650362"/>
                  </a:lnTo>
                  <a:lnTo>
                    <a:pt x="1553198" y="1635526"/>
                  </a:lnTo>
                  <a:lnTo>
                    <a:pt x="1555392" y="1660306"/>
                  </a:lnTo>
                  <a:lnTo>
                    <a:pt x="1557586" y="1673322"/>
                  </a:lnTo>
                  <a:lnTo>
                    <a:pt x="1559779" y="1607666"/>
                  </a:lnTo>
                  <a:lnTo>
                    <a:pt x="1561973" y="1722056"/>
                  </a:lnTo>
                  <a:lnTo>
                    <a:pt x="1564167" y="1690105"/>
                  </a:lnTo>
                  <a:lnTo>
                    <a:pt x="1566361" y="1732807"/>
                  </a:lnTo>
                  <a:lnTo>
                    <a:pt x="1568555" y="1672285"/>
                  </a:lnTo>
                  <a:lnTo>
                    <a:pt x="1570748" y="1589119"/>
                  </a:lnTo>
                  <a:lnTo>
                    <a:pt x="1572942" y="1626333"/>
                  </a:lnTo>
                  <a:lnTo>
                    <a:pt x="1575136" y="1573215"/>
                  </a:lnTo>
                  <a:lnTo>
                    <a:pt x="1577330" y="1563541"/>
                  </a:lnTo>
                  <a:lnTo>
                    <a:pt x="1579523" y="1547651"/>
                  </a:lnTo>
                  <a:lnTo>
                    <a:pt x="1581717" y="1538368"/>
                  </a:lnTo>
                  <a:lnTo>
                    <a:pt x="1583911" y="1523981"/>
                  </a:lnTo>
                  <a:lnTo>
                    <a:pt x="1586105" y="1470254"/>
                  </a:lnTo>
                  <a:lnTo>
                    <a:pt x="1588299" y="1520146"/>
                  </a:lnTo>
                  <a:lnTo>
                    <a:pt x="1590492" y="1503993"/>
                  </a:lnTo>
                  <a:lnTo>
                    <a:pt x="1592686" y="1492971"/>
                  </a:lnTo>
                  <a:lnTo>
                    <a:pt x="1594880" y="1531377"/>
                  </a:lnTo>
                  <a:lnTo>
                    <a:pt x="1597074" y="1482879"/>
                  </a:lnTo>
                  <a:lnTo>
                    <a:pt x="1599268" y="1497907"/>
                  </a:lnTo>
                  <a:lnTo>
                    <a:pt x="1601461" y="1475039"/>
                  </a:lnTo>
                  <a:lnTo>
                    <a:pt x="1603655" y="1424296"/>
                  </a:lnTo>
                  <a:lnTo>
                    <a:pt x="1605849" y="1408924"/>
                  </a:lnTo>
                  <a:lnTo>
                    <a:pt x="1608043" y="1374601"/>
                  </a:lnTo>
                  <a:lnTo>
                    <a:pt x="1610236" y="1403496"/>
                  </a:lnTo>
                  <a:lnTo>
                    <a:pt x="1612430" y="1444633"/>
                  </a:lnTo>
                  <a:lnTo>
                    <a:pt x="1614624" y="1451269"/>
                  </a:lnTo>
                  <a:lnTo>
                    <a:pt x="1616818" y="1517010"/>
                  </a:lnTo>
                  <a:lnTo>
                    <a:pt x="1619012" y="1477916"/>
                  </a:lnTo>
                  <a:lnTo>
                    <a:pt x="1621205" y="1480914"/>
                  </a:lnTo>
                  <a:lnTo>
                    <a:pt x="1623399" y="1502620"/>
                  </a:lnTo>
                  <a:lnTo>
                    <a:pt x="1625593" y="1503425"/>
                  </a:lnTo>
                  <a:lnTo>
                    <a:pt x="1627787" y="1560810"/>
                  </a:lnTo>
                  <a:lnTo>
                    <a:pt x="1629980" y="1665068"/>
                  </a:lnTo>
                  <a:lnTo>
                    <a:pt x="1632174" y="1697165"/>
                  </a:lnTo>
                  <a:lnTo>
                    <a:pt x="1634368" y="1797489"/>
                  </a:lnTo>
                  <a:lnTo>
                    <a:pt x="1636562" y="1763781"/>
                  </a:lnTo>
                  <a:lnTo>
                    <a:pt x="1638756" y="1684803"/>
                  </a:lnTo>
                  <a:lnTo>
                    <a:pt x="1640949" y="1644304"/>
                  </a:lnTo>
                  <a:lnTo>
                    <a:pt x="1643143" y="1593909"/>
                  </a:lnTo>
                  <a:lnTo>
                    <a:pt x="1645337" y="1575120"/>
                  </a:lnTo>
                  <a:lnTo>
                    <a:pt x="1647531" y="1580449"/>
                  </a:lnTo>
                  <a:lnTo>
                    <a:pt x="1649725" y="1608925"/>
                  </a:lnTo>
                  <a:lnTo>
                    <a:pt x="1651918" y="1650855"/>
                  </a:lnTo>
                  <a:lnTo>
                    <a:pt x="1654112" y="1606672"/>
                  </a:lnTo>
                  <a:lnTo>
                    <a:pt x="1656306" y="1642412"/>
                  </a:lnTo>
                  <a:lnTo>
                    <a:pt x="1658500" y="1600052"/>
                  </a:lnTo>
                  <a:lnTo>
                    <a:pt x="1660693" y="1580107"/>
                  </a:lnTo>
                  <a:lnTo>
                    <a:pt x="1662887" y="1651571"/>
                  </a:lnTo>
                  <a:lnTo>
                    <a:pt x="1665081" y="1649326"/>
                  </a:lnTo>
                  <a:lnTo>
                    <a:pt x="1667275" y="1729836"/>
                  </a:lnTo>
                  <a:lnTo>
                    <a:pt x="1669469" y="1691738"/>
                  </a:lnTo>
                  <a:lnTo>
                    <a:pt x="1671662" y="1669595"/>
                  </a:lnTo>
                  <a:lnTo>
                    <a:pt x="1673856" y="1655977"/>
                  </a:lnTo>
                  <a:lnTo>
                    <a:pt x="1676050" y="1589677"/>
                  </a:lnTo>
                  <a:lnTo>
                    <a:pt x="1678244" y="1616530"/>
                  </a:lnTo>
                  <a:lnTo>
                    <a:pt x="1680437" y="1561118"/>
                  </a:lnTo>
                  <a:lnTo>
                    <a:pt x="1682631" y="1562868"/>
                  </a:lnTo>
                  <a:lnTo>
                    <a:pt x="1684825" y="1528899"/>
                  </a:lnTo>
                  <a:lnTo>
                    <a:pt x="1687019" y="1484395"/>
                  </a:lnTo>
                  <a:lnTo>
                    <a:pt x="1689213" y="1529978"/>
                  </a:lnTo>
                  <a:lnTo>
                    <a:pt x="1691406" y="1530844"/>
                  </a:lnTo>
                  <a:lnTo>
                    <a:pt x="1693600" y="1545991"/>
                  </a:lnTo>
                  <a:lnTo>
                    <a:pt x="1695794" y="1627026"/>
                  </a:lnTo>
                  <a:lnTo>
                    <a:pt x="1697988" y="1652099"/>
                  </a:lnTo>
                  <a:lnTo>
                    <a:pt x="1700182" y="1750464"/>
                  </a:lnTo>
                  <a:lnTo>
                    <a:pt x="1702375" y="1801517"/>
                  </a:lnTo>
                  <a:lnTo>
                    <a:pt x="1704569" y="1808967"/>
                  </a:lnTo>
                  <a:lnTo>
                    <a:pt x="1706763" y="1830037"/>
                  </a:lnTo>
                  <a:lnTo>
                    <a:pt x="1708957" y="1840095"/>
                  </a:lnTo>
                  <a:lnTo>
                    <a:pt x="1711150" y="1795553"/>
                  </a:lnTo>
                  <a:lnTo>
                    <a:pt x="1713344" y="1779827"/>
                  </a:lnTo>
                  <a:lnTo>
                    <a:pt x="1715538" y="1778914"/>
                  </a:lnTo>
                  <a:lnTo>
                    <a:pt x="1717732" y="1709468"/>
                  </a:lnTo>
                  <a:lnTo>
                    <a:pt x="1719926" y="1718657"/>
                  </a:lnTo>
                  <a:lnTo>
                    <a:pt x="1722119" y="1622186"/>
                  </a:lnTo>
                  <a:lnTo>
                    <a:pt x="1724313" y="1618451"/>
                  </a:lnTo>
                  <a:lnTo>
                    <a:pt x="1726507" y="1665028"/>
                  </a:lnTo>
                  <a:lnTo>
                    <a:pt x="1728701" y="1636279"/>
                  </a:lnTo>
                  <a:lnTo>
                    <a:pt x="1730895" y="1733766"/>
                  </a:lnTo>
                  <a:lnTo>
                    <a:pt x="1733088" y="1747987"/>
                  </a:lnTo>
                  <a:lnTo>
                    <a:pt x="1735282" y="1832156"/>
                  </a:lnTo>
                  <a:lnTo>
                    <a:pt x="1737476" y="1906115"/>
                  </a:lnTo>
                  <a:lnTo>
                    <a:pt x="1739670" y="1929999"/>
                  </a:lnTo>
                  <a:lnTo>
                    <a:pt x="1741863" y="1976441"/>
                  </a:lnTo>
                  <a:lnTo>
                    <a:pt x="1744057" y="1971758"/>
                  </a:lnTo>
                  <a:lnTo>
                    <a:pt x="1746251" y="1979081"/>
                  </a:lnTo>
                  <a:lnTo>
                    <a:pt x="1748445" y="1967595"/>
                  </a:lnTo>
                  <a:lnTo>
                    <a:pt x="1750639" y="1991779"/>
                  </a:lnTo>
                  <a:lnTo>
                    <a:pt x="1752832" y="1972566"/>
                  </a:lnTo>
                  <a:lnTo>
                    <a:pt x="1755026" y="1914016"/>
                  </a:lnTo>
                  <a:lnTo>
                    <a:pt x="1757220" y="1877655"/>
                  </a:lnTo>
                  <a:lnTo>
                    <a:pt x="1759414" y="1767813"/>
                  </a:lnTo>
                  <a:lnTo>
                    <a:pt x="1761607" y="1708982"/>
                  </a:lnTo>
                  <a:lnTo>
                    <a:pt x="1763801" y="1744283"/>
                  </a:lnTo>
                  <a:lnTo>
                    <a:pt x="1765995" y="1602235"/>
                  </a:lnTo>
                  <a:lnTo>
                    <a:pt x="1768189" y="1613545"/>
                  </a:lnTo>
                  <a:lnTo>
                    <a:pt x="1770383" y="1625413"/>
                  </a:lnTo>
                  <a:lnTo>
                    <a:pt x="1772576" y="1538481"/>
                  </a:lnTo>
                  <a:lnTo>
                    <a:pt x="1774770" y="1579967"/>
                  </a:lnTo>
                  <a:lnTo>
                    <a:pt x="1776964" y="1536738"/>
                  </a:lnTo>
                  <a:lnTo>
                    <a:pt x="1779158" y="1565315"/>
                  </a:lnTo>
                  <a:lnTo>
                    <a:pt x="1781352" y="1612241"/>
                  </a:lnTo>
                  <a:lnTo>
                    <a:pt x="1783545" y="1654125"/>
                  </a:lnTo>
                  <a:lnTo>
                    <a:pt x="1785739" y="1737648"/>
                  </a:lnTo>
                  <a:lnTo>
                    <a:pt x="1787933" y="1642144"/>
                  </a:lnTo>
                  <a:lnTo>
                    <a:pt x="1790127" y="1568944"/>
                  </a:lnTo>
                  <a:lnTo>
                    <a:pt x="1792320" y="1529661"/>
                  </a:lnTo>
                  <a:lnTo>
                    <a:pt x="1794514" y="1475074"/>
                  </a:lnTo>
                  <a:lnTo>
                    <a:pt x="1796708" y="1505195"/>
                  </a:lnTo>
                  <a:lnTo>
                    <a:pt x="1798902" y="1394406"/>
                  </a:lnTo>
                  <a:lnTo>
                    <a:pt x="1801096" y="1393704"/>
                  </a:lnTo>
                  <a:lnTo>
                    <a:pt x="1803289" y="1381542"/>
                  </a:lnTo>
                  <a:lnTo>
                    <a:pt x="1805483" y="1385850"/>
                  </a:lnTo>
                  <a:lnTo>
                    <a:pt x="1807677" y="1416920"/>
                  </a:lnTo>
                  <a:lnTo>
                    <a:pt x="1809871" y="1424562"/>
                  </a:lnTo>
                  <a:lnTo>
                    <a:pt x="1812064" y="1442484"/>
                  </a:lnTo>
                  <a:lnTo>
                    <a:pt x="1814258" y="1459914"/>
                  </a:lnTo>
                  <a:lnTo>
                    <a:pt x="1816452" y="1480505"/>
                  </a:lnTo>
                  <a:lnTo>
                    <a:pt x="1818646" y="1568588"/>
                  </a:lnTo>
                  <a:lnTo>
                    <a:pt x="1820840" y="1595660"/>
                  </a:lnTo>
                  <a:lnTo>
                    <a:pt x="1823033" y="1607491"/>
                  </a:lnTo>
                  <a:lnTo>
                    <a:pt x="1825227" y="1579103"/>
                  </a:lnTo>
                  <a:lnTo>
                    <a:pt x="1827421" y="1552803"/>
                  </a:lnTo>
                  <a:lnTo>
                    <a:pt x="1829615" y="1545270"/>
                  </a:lnTo>
                  <a:lnTo>
                    <a:pt x="1831809" y="1489482"/>
                  </a:lnTo>
                  <a:lnTo>
                    <a:pt x="1834002" y="1483464"/>
                  </a:lnTo>
                  <a:lnTo>
                    <a:pt x="1836196" y="1424174"/>
                  </a:lnTo>
                  <a:lnTo>
                    <a:pt x="1838390" y="1432692"/>
                  </a:lnTo>
                  <a:lnTo>
                    <a:pt x="1840584" y="1450693"/>
                  </a:lnTo>
                  <a:lnTo>
                    <a:pt x="1842777" y="1475470"/>
                  </a:lnTo>
                  <a:lnTo>
                    <a:pt x="1844971" y="1511128"/>
                  </a:lnTo>
                  <a:lnTo>
                    <a:pt x="1847165" y="1526696"/>
                  </a:lnTo>
                  <a:lnTo>
                    <a:pt x="1849359" y="1645660"/>
                  </a:lnTo>
                  <a:lnTo>
                    <a:pt x="1851553" y="1783449"/>
                  </a:lnTo>
                  <a:lnTo>
                    <a:pt x="1853746" y="1854086"/>
                  </a:lnTo>
                  <a:lnTo>
                    <a:pt x="1855940" y="1907181"/>
                  </a:lnTo>
                  <a:lnTo>
                    <a:pt x="1858134" y="1905183"/>
                  </a:lnTo>
                  <a:lnTo>
                    <a:pt x="1860328" y="1940601"/>
                  </a:lnTo>
                  <a:lnTo>
                    <a:pt x="1862521" y="1932042"/>
                  </a:lnTo>
                  <a:lnTo>
                    <a:pt x="1864715" y="1906979"/>
                  </a:lnTo>
                  <a:lnTo>
                    <a:pt x="1866909" y="1951909"/>
                  </a:lnTo>
                  <a:lnTo>
                    <a:pt x="1869103" y="1969941"/>
                  </a:lnTo>
                  <a:lnTo>
                    <a:pt x="1871297" y="1974772"/>
                  </a:lnTo>
                  <a:lnTo>
                    <a:pt x="1873490" y="1852414"/>
                  </a:lnTo>
                  <a:lnTo>
                    <a:pt x="1875684" y="1722344"/>
                  </a:lnTo>
                  <a:lnTo>
                    <a:pt x="1877878" y="1759189"/>
                  </a:lnTo>
                  <a:lnTo>
                    <a:pt x="1880072" y="1675114"/>
                  </a:lnTo>
                  <a:lnTo>
                    <a:pt x="1882266" y="1643580"/>
                  </a:lnTo>
                  <a:lnTo>
                    <a:pt x="1884459" y="1574745"/>
                  </a:lnTo>
                  <a:lnTo>
                    <a:pt x="1886653" y="1582531"/>
                  </a:lnTo>
                  <a:lnTo>
                    <a:pt x="1888847" y="1584410"/>
                  </a:lnTo>
                  <a:lnTo>
                    <a:pt x="1891041" y="1529775"/>
                  </a:lnTo>
                  <a:lnTo>
                    <a:pt x="1893234" y="1573545"/>
                  </a:lnTo>
                  <a:lnTo>
                    <a:pt x="1895428" y="1478744"/>
                  </a:lnTo>
                  <a:lnTo>
                    <a:pt x="1897622" y="1461641"/>
                  </a:lnTo>
                  <a:lnTo>
                    <a:pt x="1899816" y="1434391"/>
                  </a:lnTo>
                  <a:lnTo>
                    <a:pt x="1902010" y="1423754"/>
                  </a:lnTo>
                  <a:lnTo>
                    <a:pt x="1904203" y="1461735"/>
                  </a:lnTo>
                  <a:lnTo>
                    <a:pt x="1906397" y="1426265"/>
                  </a:lnTo>
                  <a:lnTo>
                    <a:pt x="1908591" y="1423254"/>
                  </a:lnTo>
                  <a:lnTo>
                    <a:pt x="1910785" y="1442410"/>
                  </a:lnTo>
                  <a:lnTo>
                    <a:pt x="1912979" y="1446798"/>
                  </a:lnTo>
                  <a:lnTo>
                    <a:pt x="1915172" y="1441213"/>
                  </a:lnTo>
                  <a:lnTo>
                    <a:pt x="1917366" y="1453739"/>
                  </a:lnTo>
                  <a:lnTo>
                    <a:pt x="1919560" y="1448703"/>
                  </a:lnTo>
                  <a:lnTo>
                    <a:pt x="1921754" y="1463463"/>
                  </a:lnTo>
                  <a:lnTo>
                    <a:pt x="1923947" y="1466451"/>
                  </a:lnTo>
                  <a:lnTo>
                    <a:pt x="1926141" y="1544324"/>
                  </a:lnTo>
                  <a:lnTo>
                    <a:pt x="1928335" y="1555550"/>
                  </a:lnTo>
                  <a:lnTo>
                    <a:pt x="1930529" y="1646569"/>
                  </a:lnTo>
                  <a:lnTo>
                    <a:pt x="1932723" y="1771151"/>
                  </a:lnTo>
                  <a:lnTo>
                    <a:pt x="1934916" y="1731227"/>
                  </a:lnTo>
                  <a:lnTo>
                    <a:pt x="1937110" y="1696471"/>
                  </a:lnTo>
                  <a:lnTo>
                    <a:pt x="1939304" y="1604292"/>
                  </a:lnTo>
                  <a:lnTo>
                    <a:pt x="1941498" y="1555182"/>
                  </a:lnTo>
                  <a:lnTo>
                    <a:pt x="1943691" y="1540762"/>
                  </a:lnTo>
                  <a:lnTo>
                    <a:pt x="1945885" y="1501698"/>
                  </a:lnTo>
                  <a:lnTo>
                    <a:pt x="1948079" y="1504844"/>
                  </a:lnTo>
                  <a:lnTo>
                    <a:pt x="1950273" y="1482027"/>
                  </a:lnTo>
                  <a:lnTo>
                    <a:pt x="1952467" y="1482749"/>
                  </a:lnTo>
                  <a:lnTo>
                    <a:pt x="1954660" y="1645827"/>
                  </a:lnTo>
                  <a:lnTo>
                    <a:pt x="1956854" y="1741130"/>
                  </a:lnTo>
                  <a:lnTo>
                    <a:pt x="1959048" y="1801422"/>
                  </a:lnTo>
                  <a:lnTo>
                    <a:pt x="1961242" y="1814582"/>
                  </a:lnTo>
                  <a:lnTo>
                    <a:pt x="1963436" y="1703655"/>
                  </a:lnTo>
                  <a:lnTo>
                    <a:pt x="1965629" y="1771374"/>
                  </a:lnTo>
                  <a:lnTo>
                    <a:pt x="1967823" y="1737299"/>
                  </a:lnTo>
                  <a:lnTo>
                    <a:pt x="1970017" y="1666714"/>
                  </a:lnTo>
                  <a:lnTo>
                    <a:pt x="1972211" y="1612997"/>
                  </a:lnTo>
                  <a:lnTo>
                    <a:pt x="1974404" y="1545171"/>
                  </a:lnTo>
                  <a:lnTo>
                    <a:pt x="1976598" y="1542827"/>
                  </a:lnTo>
                  <a:lnTo>
                    <a:pt x="1978792" y="1505249"/>
                  </a:lnTo>
                  <a:lnTo>
                    <a:pt x="1980986" y="1487356"/>
                  </a:lnTo>
                  <a:lnTo>
                    <a:pt x="1983180" y="1490349"/>
                  </a:lnTo>
                  <a:lnTo>
                    <a:pt x="1985373" y="1471795"/>
                  </a:lnTo>
                  <a:lnTo>
                    <a:pt x="1987567" y="1493002"/>
                  </a:lnTo>
                  <a:lnTo>
                    <a:pt x="1989761" y="1436257"/>
                  </a:lnTo>
                  <a:lnTo>
                    <a:pt x="1991955" y="1465506"/>
                  </a:lnTo>
                  <a:lnTo>
                    <a:pt x="1994148" y="1496476"/>
                  </a:lnTo>
                  <a:lnTo>
                    <a:pt x="1996342" y="1472416"/>
                  </a:lnTo>
                  <a:lnTo>
                    <a:pt x="1998536" y="1637840"/>
                  </a:lnTo>
                  <a:lnTo>
                    <a:pt x="2000730" y="1668745"/>
                  </a:lnTo>
                  <a:lnTo>
                    <a:pt x="2002924" y="1708753"/>
                  </a:lnTo>
                  <a:lnTo>
                    <a:pt x="2005117" y="1642688"/>
                  </a:lnTo>
                  <a:lnTo>
                    <a:pt x="2007311" y="1597778"/>
                  </a:lnTo>
                  <a:lnTo>
                    <a:pt x="2009505" y="1751866"/>
                  </a:lnTo>
                  <a:lnTo>
                    <a:pt x="2011699" y="1813647"/>
                  </a:lnTo>
                  <a:lnTo>
                    <a:pt x="2013893" y="1887121"/>
                  </a:lnTo>
                  <a:lnTo>
                    <a:pt x="2016086" y="1865691"/>
                  </a:lnTo>
                  <a:lnTo>
                    <a:pt x="2018280" y="1886802"/>
                  </a:lnTo>
                  <a:lnTo>
                    <a:pt x="2020474" y="2016554"/>
                  </a:lnTo>
                  <a:lnTo>
                    <a:pt x="2022668" y="1956618"/>
                  </a:lnTo>
                  <a:lnTo>
                    <a:pt x="2024861" y="2053536"/>
                  </a:lnTo>
                  <a:lnTo>
                    <a:pt x="2027055" y="2034836"/>
                  </a:lnTo>
                  <a:lnTo>
                    <a:pt x="2029249" y="2071372"/>
                  </a:lnTo>
                  <a:lnTo>
                    <a:pt x="2031443" y="2104081"/>
                  </a:lnTo>
                  <a:lnTo>
                    <a:pt x="2033637" y="2076686"/>
                  </a:lnTo>
                  <a:lnTo>
                    <a:pt x="2035830" y="2125979"/>
                  </a:lnTo>
                  <a:lnTo>
                    <a:pt x="2038024" y="2126800"/>
                  </a:lnTo>
                  <a:lnTo>
                    <a:pt x="2040218" y="2147773"/>
                  </a:lnTo>
                  <a:lnTo>
                    <a:pt x="2042412" y="2158297"/>
                  </a:lnTo>
                  <a:lnTo>
                    <a:pt x="2044606" y="2181966"/>
                  </a:lnTo>
                  <a:lnTo>
                    <a:pt x="2046799" y="2181471"/>
                  </a:lnTo>
                  <a:lnTo>
                    <a:pt x="2048993" y="2174356"/>
                  </a:lnTo>
                  <a:lnTo>
                    <a:pt x="2051187" y="2150893"/>
                  </a:lnTo>
                  <a:lnTo>
                    <a:pt x="2053381" y="2131952"/>
                  </a:lnTo>
                  <a:lnTo>
                    <a:pt x="2055574" y="2115954"/>
                  </a:lnTo>
                  <a:lnTo>
                    <a:pt x="2057768" y="2105233"/>
                  </a:lnTo>
                  <a:lnTo>
                    <a:pt x="2059962" y="2072638"/>
                  </a:lnTo>
                  <a:lnTo>
                    <a:pt x="2062156" y="2062515"/>
                  </a:lnTo>
                  <a:lnTo>
                    <a:pt x="2064350" y="2080671"/>
                  </a:lnTo>
                  <a:lnTo>
                    <a:pt x="2066543" y="2076039"/>
                  </a:lnTo>
                  <a:lnTo>
                    <a:pt x="2068737" y="2061023"/>
                  </a:lnTo>
                  <a:lnTo>
                    <a:pt x="2070931" y="2079062"/>
                  </a:lnTo>
                  <a:lnTo>
                    <a:pt x="2073125" y="2060439"/>
                  </a:lnTo>
                  <a:lnTo>
                    <a:pt x="2075318" y="2005457"/>
                  </a:lnTo>
                  <a:lnTo>
                    <a:pt x="2077512" y="1982586"/>
                  </a:lnTo>
                  <a:lnTo>
                    <a:pt x="2079706" y="1966223"/>
                  </a:lnTo>
                  <a:lnTo>
                    <a:pt x="2081900" y="1969922"/>
                  </a:lnTo>
                  <a:lnTo>
                    <a:pt x="2084094" y="1912105"/>
                  </a:lnTo>
                  <a:lnTo>
                    <a:pt x="2086287" y="1952373"/>
                  </a:lnTo>
                  <a:lnTo>
                    <a:pt x="2088481" y="1960735"/>
                  </a:lnTo>
                  <a:lnTo>
                    <a:pt x="2090675" y="1918533"/>
                  </a:lnTo>
                  <a:lnTo>
                    <a:pt x="2092869" y="1928805"/>
                  </a:lnTo>
                  <a:lnTo>
                    <a:pt x="2095063" y="1872484"/>
                  </a:lnTo>
                  <a:lnTo>
                    <a:pt x="2097256" y="1873129"/>
                  </a:lnTo>
                  <a:lnTo>
                    <a:pt x="2099450" y="1854176"/>
                  </a:lnTo>
                  <a:lnTo>
                    <a:pt x="2101644" y="1821200"/>
                  </a:lnTo>
                  <a:lnTo>
                    <a:pt x="2103838" y="1824539"/>
                  </a:lnTo>
                  <a:lnTo>
                    <a:pt x="2106031" y="1803234"/>
                  </a:lnTo>
                  <a:lnTo>
                    <a:pt x="2108225" y="1769888"/>
                  </a:lnTo>
                  <a:lnTo>
                    <a:pt x="2110419" y="1700527"/>
                  </a:lnTo>
                  <a:lnTo>
                    <a:pt x="2112613" y="1662427"/>
                  </a:lnTo>
                  <a:lnTo>
                    <a:pt x="2114807" y="1599666"/>
                  </a:lnTo>
                  <a:lnTo>
                    <a:pt x="2117000" y="1611764"/>
                  </a:lnTo>
                  <a:lnTo>
                    <a:pt x="2119194" y="1555252"/>
                  </a:lnTo>
                  <a:lnTo>
                    <a:pt x="2121388" y="1597405"/>
                  </a:lnTo>
                  <a:lnTo>
                    <a:pt x="2123582" y="1682518"/>
                  </a:lnTo>
                  <a:lnTo>
                    <a:pt x="2125775" y="1743666"/>
                  </a:lnTo>
                  <a:lnTo>
                    <a:pt x="2127969" y="1863572"/>
                  </a:lnTo>
                  <a:lnTo>
                    <a:pt x="2130163" y="1896270"/>
                  </a:lnTo>
                  <a:lnTo>
                    <a:pt x="2132357" y="1849114"/>
                  </a:lnTo>
                  <a:lnTo>
                    <a:pt x="2134551" y="1881539"/>
                  </a:lnTo>
                  <a:lnTo>
                    <a:pt x="2136744" y="1803505"/>
                  </a:lnTo>
                  <a:lnTo>
                    <a:pt x="2138938" y="1784161"/>
                  </a:lnTo>
                  <a:lnTo>
                    <a:pt x="2141132" y="1709456"/>
                  </a:lnTo>
                  <a:lnTo>
                    <a:pt x="2143326" y="1714114"/>
                  </a:lnTo>
                  <a:lnTo>
                    <a:pt x="2145520" y="1856825"/>
                  </a:lnTo>
                  <a:lnTo>
                    <a:pt x="2147713" y="1948848"/>
                  </a:lnTo>
                  <a:lnTo>
                    <a:pt x="2149907" y="2018735"/>
                  </a:lnTo>
                  <a:lnTo>
                    <a:pt x="2152101" y="2045126"/>
                  </a:lnTo>
                  <a:lnTo>
                    <a:pt x="2154295" y="1996815"/>
                  </a:lnTo>
                  <a:lnTo>
                    <a:pt x="2156488" y="2016343"/>
                  </a:lnTo>
                  <a:lnTo>
                    <a:pt x="2158682" y="1973336"/>
                  </a:lnTo>
                  <a:lnTo>
                    <a:pt x="2160876" y="2000717"/>
                  </a:lnTo>
                  <a:lnTo>
                    <a:pt x="2163070" y="2003295"/>
                  </a:lnTo>
                  <a:lnTo>
                    <a:pt x="2165264" y="1997912"/>
                  </a:lnTo>
                  <a:lnTo>
                    <a:pt x="2167457" y="1942184"/>
                  </a:lnTo>
                  <a:lnTo>
                    <a:pt x="2169651" y="1912718"/>
                  </a:lnTo>
                  <a:lnTo>
                    <a:pt x="2171845" y="1887815"/>
                  </a:lnTo>
                  <a:lnTo>
                    <a:pt x="2174039" y="1893681"/>
                  </a:lnTo>
                  <a:lnTo>
                    <a:pt x="2176233" y="1933085"/>
                  </a:lnTo>
                  <a:lnTo>
                    <a:pt x="2178426" y="1900938"/>
                  </a:lnTo>
                  <a:lnTo>
                    <a:pt x="2180620" y="1887210"/>
                  </a:lnTo>
                  <a:lnTo>
                    <a:pt x="2182814" y="1897004"/>
                  </a:lnTo>
                  <a:lnTo>
                    <a:pt x="2185008" y="1854589"/>
                  </a:lnTo>
                  <a:lnTo>
                    <a:pt x="2187201" y="1863133"/>
                  </a:lnTo>
                  <a:lnTo>
                    <a:pt x="2189395" y="1816372"/>
                  </a:lnTo>
                  <a:lnTo>
                    <a:pt x="2191589" y="1803270"/>
                  </a:lnTo>
                  <a:lnTo>
                    <a:pt x="2193783" y="1779180"/>
                  </a:lnTo>
                  <a:lnTo>
                    <a:pt x="2195977" y="1771774"/>
                  </a:lnTo>
                  <a:lnTo>
                    <a:pt x="2198170" y="1776888"/>
                  </a:lnTo>
                  <a:lnTo>
                    <a:pt x="2200364" y="1688527"/>
                  </a:lnTo>
                  <a:lnTo>
                    <a:pt x="2202558" y="1685136"/>
                  </a:lnTo>
                  <a:lnTo>
                    <a:pt x="2204752" y="1513147"/>
                  </a:lnTo>
                  <a:lnTo>
                    <a:pt x="2206945" y="1390660"/>
                  </a:lnTo>
                  <a:lnTo>
                    <a:pt x="2209139" y="1277255"/>
                  </a:lnTo>
                  <a:lnTo>
                    <a:pt x="2211333" y="1189559"/>
                  </a:lnTo>
                  <a:lnTo>
                    <a:pt x="2213527" y="1326177"/>
                  </a:lnTo>
                  <a:lnTo>
                    <a:pt x="2215721" y="1269307"/>
                  </a:lnTo>
                  <a:lnTo>
                    <a:pt x="2217914" y="1326141"/>
                  </a:lnTo>
                  <a:lnTo>
                    <a:pt x="2220108" y="1383057"/>
                  </a:lnTo>
                  <a:lnTo>
                    <a:pt x="2222302" y="1356894"/>
                  </a:lnTo>
                  <a:lnTo>
                    <a:pt x="2224496" y="1313509"/>
                  </a:lnTo>
                  <a:lnTo>
                    <a:pt x="2226690" y="1202453"/>
                  </a:lnTo>
                  <a:lnTo>
                    <a:pt x="2228883" y="1147174"/>
                  </a:lnTo>
                  <a:lnTo>
                    <a:pt x="2231077" y="1126079"/>
                  </a:lnTo>
                  <a:lnTo>
                    <a:pt x="2233271" y="1127023"/>
                  </a:lnTo>
                  <a:lnTo>
                    <a:pt x="2235465" y="1235179"/>
                  </a:lnTo>
                  <a:lnTo>
                    <a:pt x="2237658" y="1327301"/>
                  </a:lnTo>
                  <a:lnTo>
                    <a:pt x="2239852" y="1327859"/>
                  </a:lnTo>
                  <a:lnTo>
                    <a:pt x="2242046" y="1306577"/>
                  </a:lnTo>
                  <a:lnTo>
                    <a:pt x="2244240" y="1262085"/>
                  </a:lnTo>
                  <a:lnTo>
                    <a:pt x="2246434" y="1161943"/>
                  </a:lnTo>
                  <a:lnTo>
                    <a:pt x="2248627" y="1188579"/>
                  </a:lnTo>
                  <a:lnTo>
                    <a:pt x="2250821" y="1154664"/>
                  </a:lnTo>
                  <a:lnTo>
                    <a:pt x="2253015" y="1102423"/>
                  </a:lnTo>
                  <a:lnTo>
                    <a:pt x="2255209" y="1144660"/>
                  </a:lnTo>
                  <a:lnTo>
                    <a:pt x="2257402" y="1109206"/>
                  </a:lnTo>
                  <a:lnTo>
                    <a:pt x="2259596" y="1067430"/>
                  </a:lnTo>
                  <a:lnTo>
                    <a:pt x="2261790" y="1027369"/>
                  </a:lnTo>
                  <a:lnTo>
                    <a:pt x="2263984" y="987375"/>
                  </a:lnTo>
                  <a:lnTo>
                    <a:pt x="2266178" y="935617"/>
                  </a:lnTo>
                  <a:lnTo>
                    <a:pt x="2268371" y="903410"/>
                  </a:lnTo>
                  <a:lnTo>
                    <a:pt x="2270565" y="851516"/>
                  </a:lnTo>
                  <a:lnTo>
                    <a:pt x="2272759" y="882136"/>
                  </a:lnTo>
                  <a:lnTo>
                    <a:pt x="2274953" y="797839"/>
                  </a:lnTo>
                  <a:lnTo>
                    <a:pt x="2277147" y="832467"/>
                  </a:lnTo>
                  <a:lnTo>
                    <a:pt x="2279340" y="794021"/>
                  </a:lnTo>
                  <a:lnTo>
                    <a:pt x="2281534" y="791512"/>
                  </a:lnTo>
                  <a:lnTo>
                    <a:pt x="2283728" y="877572"/>
                  </a:lnTo>
                  <a:lnTo>
                    <a:pt x="2285922" y="1021827"/>
                  </a:lnTo>
                  <a:lnTo>
                    <a:pt x="2288115" y="1153245"/>
                  </a:lnTo>
                  <a:lnTo>
                    <a:pt x="2290309" y="1288497"/>
                  </a:lnTo>
                  <a:lnTo>
                    <a:pt x="2292503" y="1241538"/>
                  </a:lnTo>
                  <a:lnTo>
                    <a:pt x="2294697" y="1094495"/>
                  </a:lnTo>
                  <a:lnTo>
                    <a:pt x="2296891" y="898582"/>
                  </a:lnTo>
                  <a:lnTo>
                    <a:pt x="2299084" y="753230"/>
                  </a:lnTo>
                  <a:lnTo>
                    <a:pt x="2301278" y="725042"/>
                  </a:lnTo>
                  <a:lnTo>
                    <a:pt x="2303472" y="723709"/>
                  </a:lnTo>
                  <a:lnTo>
                    <a:pt x="2305666" y="541193"/>
                  </a:lnTo>
                  <a:lnTo>
                    <a:pt x="2307860" y="560933"/>
                  </a:lnTo>
                  <a:lnTo>
                    <a:pt x="2310053" y="459911"/>
                  </a:lnTo>
                  <a:lnTo>
                    <a:pt x="2312247" y="291224"/>
                  </a:lnTo>
                  <a:lnTo>
                    <a:pt x="2314441" y="229821"/>
                  </a:lnTo>
                  <a:lnTo>
                    <a:pt x="2316635" y="101760"/>
                  </a:lnTo>
                  <a:lnTo>
                    <a:pt x="2318828" y="156349"/>
                  </a:lnTo>
                  <a:lnTo>
                    <a:pt x="2321022" y="73875"/>
                  </a:lnTo>
                  <a:lnTo>
                    <a:pt x="2323216" y="0"/>
                  </a:lnTo>
                  <a:lnTo>
                    <a:pt x="2325410" y="205554"/>
                  </a:lnTo>
                  <a:lnTo>
                    <a:pt x="2327604" y="183992"/>
                  </a:lnTo>
                  <a:lnTo>
                    <a:pt x="2329797" y="312685"/>
                  </a:lnTo>
                  <a:lnTo>
                    <a:pt x="2331991" y="350868"/>
                  </a:lnTo>
                  <a:lnTo>
                    <a:pt x="2334185" y="388960"/>
                  </a:lnTo>
                  <a:lnTo>
                    <a:pt x="2336379" y="497034"/>
                  </a:lnTo>
                  <a:lnTo>
                    <a:pt x="2338572" y="468554"/>
                  </a:lnTo>
                  <a:lnTo>
                    <a:pt x="2340766" y="639654"/>
                  </a:lnTo>
                  <a:lnTo>
                    <a:pt x="2342960" y="656653"/>
                  </a:lnTo>
                  <a:lnTo>
                    <a:pt x="2345154" y="638392"/>
                  </a:lnTo>
                  <a:lnTo>
                    <a:pt x="2347348" y="700568"/>
                  </a:lnTo>
                  <a:lnTo>
                    <a:pt x="2349541" y="571878"/>
                  </a:lnTo>
                  <a:lnTo>
                    <a:pt x="2351735" y="599791"/>
                  </a:lnTo>
                  <a:lnTo>
                    <a:pt x="2353929" y="514982"/>
                  </a:lnTo>
                  <a:lnTo>
                    <a:pt x="2356123" y="563911"/>
                  </a:lnTo>
                  <a:lnTo>
                    <a:pt x="2358317" y="363209"/>
                  </a:lnTo>
                  <a:lnTo>
                    <a:pt x="2360510" y="414647"/>
                  </a:lnTo>
                  <a:lnTo>
                    <a:pt x="2362704" y="461934"/>
                  </a:lnTo>
                  <a:lnTo>
                    <a:pt x="2364898" y="394257"/>
                  </a:lnTo>
                  <a:lnTo>
                    <a:pt x="2367092" y="485800"/>
                  </a:lnTo>
                  <a:lnTo>
                    <a:pt x="2369285" y="555105"/>
                  </a:lnTo>
                  <a:lnTo>
                    <a:pt x="2371479" y="532886"/>
                  </a:lnTo>
                  <a:lnTo>
                    <a:pt x="2373673" y="582928"/>
                  </a:lnTo>
                  <a:lnTo>
                    <a:pt x="2375867" y="652035"/>
                  </a:lnTo>
                  <a:lnTo>
                    <a:pt x="2378061" y="569617"/>
                  </a:lnTo>
                  <a:lnTo>
                    <a:pt x="2380254" y="759210"/>
                  </a:lnTo>
                  <a:lnTo>
                    <a:pt x="2382448" y="828873"/>
                  </a:lnTo>
                  <a:lnTo>
                    <a:pt x="2384642" y="930335"/>
                  </a:lnTo>
                  <a:lnTo>
                    <a:pt x="2386836" y="1103036"/>
                  </a:lnTo>
                  <a:lnTo>
                    <a:pt x="2389029" y="1185055"/>
                  </a:lnTo>
                  <a:lnTo>
                    <a:pt x="2391223" y="1254044"/>
                  </a:lnTo>
                  <a:lnTo>
                    <a:pt x="2393417" y="1182189"/>
                  </a:lnTo>
                  <a:lnTo>
                    <a:pt x="2395611" y="1053069"/>
                  </a:lnTo>
                  <a:lnTo>
                    <a:pt x="2397805" y="961729"/>
                  </a:lnTo>
                  <a:lnTo>
                    <a:pt x="2399998" y="900915"/>
                  </a:lnTo>
                  <a:lnTo>
                    <a:pt x="2402192" y="920283"/>
                  </a:lnTo>
                  <a:lnTo>
                    <a:pt x="2404386" y="954787"/>
                  </a:lnTo>
                  <a:lnTo>
                    <a:pt x="2406580" y="926420"/>
                  </a:lnTo>
                  <a:lnTo>
                    <a:pt x="2408774" y="903467"/>
                  </a:lnTo>
                  <a:lnTo>
                    <a:pt x="2410967" y="952312"/>
                  </a:lnTo>
                  <a:lnTo>
                    <a:pt x="2413161" y="930987"/>
                  </a:lnTo>
                  <a:lnTo>
                    <a:pt x="2415355" y="1074524"/>
                  </a:lnTo>
                  <a:lnTo>
                    <a:pt x="2417549" y="1217712"/>
                  </a:lnTo>
                  <a:lnTo>
                    <a:pt x="2419742" y="1458965"/>
                  </a:lnTo>
                  <a:lnTo>
                    <a:pt x="2421936" y="1655032"/>
                  </a:lnTo>
                  <a:lnTo>
                    <a:pt x="2424130" y="1671466"/>
                  </a:lnTo>
                  <a:lnTo>
                    <a:pt x="2426324" y="1712284"/>
                  </a:lnTo>
                  <a:lnTo>
                    <a:pt x="2428518" y="1726553"/>
                  </a:lnTo>
                  <a:lnTo>
                    <a:pt x="2430711" y="1741202"/>
                  </a:lnTo>
                  <a:lnTo>
                    <a:pt x="2432905" y="1761530"/>
                  </a:lnTo>
                  <a:lnTo>
                    <a:pt x="2435099" y="1747417"/>
                  </a:lnTo>
                  <a:lnTo>
                    <a:pt x="2437293" y="1700408"/>
                  </a:lnTo>
                  <a:lnTo>
                    <a:pt x="2439486" y="1690241"/>
                  </a:lnTo>
                  <a:lnTo>
                    <a:pt x="2441680" y="1731404"/>
                  </a:lnTo>
                  <a:lnTo>
                    <a:pt x="2443874" y="1721758"/>
                  </a:lnTo>
                  <a:lnTo>
                    <a:pt x="2446068" y="1794532"/>
                  </a:lnTo>
                  <a:lnTo>
                    <a:pt x="2448262" y="1793923"/>
                  </a:lnTo>
                  <a:lnTo>
                    <a:pt x="2450455" y="1809593"/>
                  </a:lnTo>
                  <a:lnTo>
                    <a:pt x="2452649" y="1743147"/>
                  </a:lnTo>
                  <a:lnTo>
                    <a:pt x="2454843" y="1851444"/>
                  </a:lnTo>
                  <a:lnTo>
                    <a:pt x="2457037" y="1856569"/>
                  </a:lnTo>
                  <a:lnTo>
                    <a:pt x="2459231" y="1866704"/>
                  </a:lnTo>
                  <a:lnTo>
                    <a:pt x="2461424" y="1910049"/>
                  </a:lnTo>
                  <a:lnTo>
                    <a:pt x="2463618" y="1935233"/>
                  </a:lnTo>
                  <a:lnTo>
                    <a:pt x="2465812" y="1929492"/>
                  </a:lnTo>
                  <a:lnTo>
                    <a:pt x="2468006" y="1908383"/>
                  </a:lnTo>
                  <a:lnTo>
                    <a:pt x="2470199" y="1731657"/>
                  </a:lnTo>
                  <a:lnTo>
                    <a:pt x="2472393" y="1688367"/>
                  </a:lnTo>
                  <a:lnTo>
                    <a:pt x="2474587" y="1686734"/>
                  </a:lnTo>
                  <a:lnTo>
                    <a:pt x="2476781" y="1712287"/>
                  </a:lnTo>
                  <a:lnTo>
                    <a:pt x="2478975" y="1767887"/>
                  </a:lnTo>
                  <a:lnTo>
                    <a:pt x="2481168" y="1832897"/>
                  </a:lnTo>
                  <a:lnTo>
                    <a:pt x="2483362" y="1799595"/>
                  </a:lnTo>
                  <a:lnTo>
                    <a:pt x="2485556" y="1786365"/>
                  </a:lnTo>
                  <a:lnTo>
                    <a:pt x="2487750" y="1714836"/>
                  </a:lnTo>
                  <a:lnTo>
                    <a:pt x="2489944" y="1737079"/>
                  </a:lnTo>
                  <a:lnTo>
                    <a:pt x="2492137" y="1807559"/>
                  </a:lnTo>
                  <a:lnTo>
                    <a:pt x="2494331" y="1914576"/>
                  </a:lnTo>
                  <a:lnTo>
                    <a:pt x="2496525" y="1937911"/>
                  </a:lnTo>
                  <a:lnTo>
                    <a:pt x="2498719" y="1922263"/>
                  </a:lnTo>
                  <a:lnTo>
                    <a:pt x="2500912" y="1920324"/>
                  </a:lnTo>
                  <a:lnTo>
                    <a:pt x="2503106" y="1876552"/>
                  </a:lnTo>
                  <a:lnTo>
                    <a:pt x="2505300" y="1863595"/>
                  </a:lnTo>
                  <a:lnTo>
                    <a:pt x="2507494" y="1848828"/>
                  </a:lnTo>
                  <a:lnTo>
                    <a:pt x="2509688" y="1858274"/>
                  </a:lnTo>
                  <a:lnTo>
                    <a:pt x="2511881" y="1839606"/>
                  </a:lnTo>
                  <a:lnTo>
                    <a:pt x="2514075" y="1808042"/>
                  </a:lnTo>
                  <a:lnTo>
                    <a:pt x="2516269" y="1707268"/>
                  </a:lnTo>
                  <a:lnTo>
                    <a:pt x="2518463" y="1598384"/>
                  </a:lnTo>
                  <a:lnTo>
                    <a:pt x="2520656" y="1577963"/>
                  </a:lnTo>
                  <a:lnTo>
                    <a:pt x="2522850" y="1571586"/>
                  </a:lnTo>
                  <a:lnTo>
                    <a:pt x="2525044" y="1493488"/>
                  </a:lnTo>
                  <a:lnTo>
                    <a:pt x="2527238" y="1490604"/>
                  </a:lnTo>
                  <a:lnTo>
                    <a:pt x="2529432" y="1499634"/>
                  </a:lnTo>
                  <a:lnTo>
                    <a:pt x="2531625" y="1548951"/>
                  </a:lnTo>
                  <a:lnTo>
                    <a:pt x="2533819" y="1649071"/>
                  </a:lnTo>
                  <a:lnTo>
                    <a:pt x="2536013" y="1721102"/>
                  </a:lnTo>
                  <a:lnTo>
                    <a:pt x="2538207" y="1698727"/>
                  </a:lnTo>
                  <a:lnTo>
                    <a:pt x="2540401" y="1603352"/>
                  </a:lnTo>
                  <a:lnTo>
                    <a:pt x="2542594" y="1577536"/>
                  </a:lnTo>
                  <a:lnTo>
                    <a:pt x="2544788" y="1498547"/>
                  </a:lnTo>
                  <a:lnTo>
                    <a:pt x="2546982" y="1470131"/>
                  </a:lnTo>
                  <a:lnTo>
                    <a:pt x="2549176" y="1567790"/>
                  </a:lnTo>
                  <a:lnTo>
                    <a:pt x="2551369" y="1593489"/>
                  </a:lnTo>
                  <a:lnTo>
                    <a:pt x="2553563" y="1712560"/>
                  </a:lnTo>
                  <a:lnTo>
                    <a:pt x="2555757" y="1740159"/>
                  </a:lnTo>
                  <a:lnTo>
                    <a:pt x="2557951" y="1793077"/>
                  </a:lnTo>
                  <a:lnTo>
                    <a:pt x="2560145" y="1794495"/>
                  </a:lnTo>
                  <a:lnTo>
                    <a:pt x="2562338" y="1725950"/>
                  </a:lnTo>
                  <a:lnTo>
                    <a:pt x="2564532" y="1648381"/>
                  </a:lnTo>
                  <a:lnTo>
                    <a:pt x="2566726" y="1546658"/>
                  </a:lnTo>
                  <a:lnTo>
                    <a:pt x="2568920" y="1549300"/>
                  </a:lnTo>
                  <a:lnTo>
                    <a:pt x="2571113" y="1473976"/>
                  </a:lnTo>
                  <a:lnTo>
                    <a:pt x="2573307" y="1411244"/>
                  </a:lnTo>
                  <a:lnTo>
                    <a:pt x="2575501" y="1442901"/>
                  </a:lnTo>
                  <a:lnTo>
                    <a:pt x="2577695" y="1445174"/>
                  </a:lnTo>
                  <a:lnTo>
                    <a:pt x="2579889" y="1503472"/>
                  </a:lnTo>
                  <a:lnTo>
                    <a:pt x="2582082" y="1457735"/>
                  </a:lnTo>
                  <a:lnTo>
                    <a:pt x="2584276" y="1508018"/>
                  </a:lnTo>
                  <a:lnTo>
                    <a:pt x="2586470" y="1575135"/>
                  </a:lnTo>
                  <a:lnTo>
                    <a:pt x="2588664" y="1581183"/>
                  </a:lnTo>
                  <a:lnTo>
                    <a:pt x="2590858" y="1598484"/>
                  </a:lnTo>
                  <a:lnTo>
                    <a:pt x="2593051" y="1526588"/>
                  </a:lnTo>
                  <a:lnTo>
                    <a:pt x="2595245" y="1577717"/>
                  </a:lnTo>
                  <a:lnTo>
                    <a:pt x="2597439" y="1675159"/>
                  </a:lnTo>
                  <a:lnTo>
                    <a:pt x="2599633" y="1799129"/>
                  </a:lnTo>
                  <a:lnTo>
                    <a:pt x="2601826" y="1784083"/>
                  </a:lnTo>
                  <a:lnTo>
                    <a:pt x="2604020" y="1760137"/>
                  </a:lnTo>
                  <a:lnTo>
                    <a:pt x="2606214" y="1784978"/>
                  </a:lnTo>
                  <a:lnTo>
                    <a:pt x="2608408" y="1832588"/>
                  </a:lnTo>
                  <a:lnTo>
                    <a:pt x="2610602" y="1857935"/>
                  </a:lnTo>
                  <a:lnTo>
                    <a:pt x="2612795" y="1842360"/>
                  </a:lnTo>
                  <a:lnTo>
                    <a:pt x="2614989" y="1891986"/>
                  </a:lnTo>
                  <a:lnTo>
                    <a:pt x="2617183" y="1950882"/>
                  </a:lnTo>
                  <a:lnTo>
                    <a:pt x="2619377" y="1958617"/>
                  </a:lnTo>
                  <a:lnTo>
                    <a:pt x="2621571" y="1979372"/>
                  </a:lnTo>
                  <a:lnTo>
                    <a:pt x="2623764" y="1912830"/>
                  </a:lnTo>
                  <a:lnTo>
                    <a:pt x="2625958" y="1949997"/>
                  </a:lnTo>
                  <a:lnTo>
                    <a:pt x="2628152" y="1958584"/>
                  </a:lnTo>
                  <a:lnTo>
                    <a:pt x="2630346" y="1993198"/>
                  </a:lnTo>
                  <a:lnTo>
                    <a:pt x="2632539" y="1967946"/>
                  </a:lnTo>
                  <a:lnTo>
                    <a:pt x="2634733" y="1903562"/>
                  </a:lnTo>
                  <a:lnTo>
                    <a:pt x="2636927" y="1838862"/>
                  </a:lnTo>
                  <a:lnTo>
                    <a:pt x="2639121" y="1720352"/>
                  </a:lnTo>
                  <a:lnTo>
                    <a:pt x="2641315" y="1669593"/>
                  </a:lnTo>
                  <a:lnTo>
                    <a:pt x="2643508" y="1546952"/>
                  </a:lnTo>
                  <a:lnTo>
                    <a:pt x="2645702" y="1460591"/>
                  </a:lnTo>
                  <a:lnTo>
                    <a:pt x="2647896" y="1467949"/>
                  </a:lnTo>
                  <a:lnTo>
                    <a:pt x="2650090" y="1406328"/>
                  </a:lnTo>
                  <a:lnTo>
                    <a:pt x="2652283" y="1430272"/>
                  </a:lnTo>
                  <a:lnTo>
                    <a:pt x="2654477" y="1420213"/>
                  </a:lnTo>
                  <a:lnTo>
                    <a:pt x="2656671" y="1523787"/>
                  </a:lnTo>
                  <a:lnTo>
                    <a:pt x="2658865" y="1543390"/>
                  </a:lnTo>
                  <a:lnTo>
                    <a:pt x="2661059" y="1527674"/>
                  </a:lnTo>
                  <a:lnTo>
                    <a:pt x="2663252" y="1590547"/>
                  </a:lnTo>
                  <a:lnTo>
                    <a:pt x="2665446" y="1646217"/>
                  </a:lnTo>
                  <a:lnTo>
                    <a:pt x="2667640" y="1789454"/>
                  </a:lnTo>
                  <a:lnTo>
                    <a:pt x="2669834" y="1830669"/>
                  </a:lnTo>
                  <a:lnTo>
                    <a:pt x="2672028" y="1762543"/>
                  </a:lnTo>
                  <a:lnTo>
                    <a:pt x="2674221" y="1646985"/>
                  </a:lnTo>
                  <a:lnTo>
                    <a:pt x="2676415" y="1752713"/>
                  </a:lnTo>
                  <a:lnTo>
                    <a:pt x="2678609" y="1809478"/>
                  </a:lnTo>
                  <a:lnTo>
                    <a:pt x="2680803" y="1963797"/>
                  </a:lnTo>
                  <a:lnTo>
                    <a:pt x="2682996" y="1997613"/>
                  </a:lnTo>
                  <a:lnTo>
                    <a:pt x="2685190" y="2007802"/>
                  </a:lnTo>
                  <a:lnTo>
                    <a:pt x="2687384" y="2083722"/>
                  </a:lnTo>
                  <a:lnTo>
                    <a:pt x="2689578" y="2091667"/>
                  </a:lnTo>
                  <a:lnTo>
                    <a:pt x="2691772" y="2081597"/>
                  </a:lnTo>
                  <a:lnTo>
                    <a:pt x="2693965" y="2073924"/>
                  </a:lnTo>
                  <a:lnTo>
                    <a:pt x="2696159" y="2070943"/>
                  </a:lnTo>
                  <a:lnTo>
                    <a:pt x="2698353" y="2100247"/>
                  </a:lnTo>
                  <a:lnTo>
                    <a:pt x="2700547" y="2072576"/>
                  </a:lnTo>
                  <a:lnTo>
                    <a:pt x="2702740" y="2023329"/>
                  </a:lnTo>
                  <a:lnTo>
                    <a:pt x="2704934" y="2024501"/>
                  </a:lnTo>
                  <a:lnTo>
                    <a:pt x="2707128" y="1860860"/>
                  </a:lnTo>
                  <a:lnTo>
                    <a:pt x="2709322" y="1816634"/>
                  </a:lnTo>
                  <a:lnTo>
                    <a:pt x="2711516" y="1790670"/>
                  </a:lnTo>
                  <a:lnTo>
                    <a:pt x="2713709" y="1770517"/>
                  </a:lnTo>
                  <a:lnTo>
                    <a:pt x="2715903" y="1802532"/>
                  </a:lnTo>
                  <a:lnTo>
                    <a:pt x="2718097" y="1665682"/>
                  </a:lnTo>
                  <a:lnTo>
                    <a:pt x="2720291" y="1651359"/>
                  </a:lnTo>
                  <a:lnTo>
                    <a:pt x="2722485" y="1477366"/>
                  </a:lnTo>
                  <a:lnTo>
                    <a:pt x="2724678" y="1439615"/>
                  </a:lnTo>
                  <a:lnTo>
                    <a:pt x="2726872" y="1387133"/>
                  </a:lnTo>
                  <a:lnTo>
                    <a:pt x="2729066" y="1364352"/>
                  </a:lnTo>
                  <a:lnTo>
                    <a:pt x="2731260" y="1429492"/>
                  </a:lnTo>
                  <a:lnTo>
                    <a:pt x="2733453" y="1410228"/>
                  </a:lnTo>
                  <a:lnTo>
                    <a:pt x="2735647" y="1442983"/>
                  </a:lnTo>
                  <a:lnTo>
                    <a:pt x="2737841" y="1430370"/>
                  </a:lnTo>
                  <a:lnTo>
                    <a:pt x="2740035" y="1382087"/>
                  </a:lnTo>
                  <a:lnTo>
                    <a:pt x="2742229" y="1391012"/>
                  </a:lnTo>
                  <a:lnTo>
                    <a:pt x="2744422" y="1338173"/>
                  </a:lnTo>
                  <a:lnTo>
                    <a:pt x="2746616" y="1250321"/>
                  </a:lnTo>
                  <a:lnTo>
                    <a:pt x="2748810" y="1309373"/>
                  </a:lnTo>
                  <a:lnTo>
                    <a:pt x="2751004" y="1271614"/>
                  </a:lnTo>
                  <a:lnTo>
                    <a:pt x="2753198" y="1274795"/>
                  </a:lnTo>
                  <a:lnTo>
                    <a:pt x="2755391" y="1260233"/>
                  </a:lnTo>
                  <a:lnTo>
                    <a:pt x="2757585" y="1252509"/>
                  </a:lnTo>
                  <a:lnTo>
                    <a:pt x="2759779" y="1255799"/>
                  </a:lnTo>
                  <a:lnTo>
                    <a:pt x="2761973" y="1247441"/>
                  </a:lnTo>
                  <a:lnTo>
                    <a:pt x="2764166" y="1289600"/>
                  </a:lnTo>
                  <a:lnTo>
                    <a:pt x="2766360" y="1335580"/>
                  </a:lnTo>
                  <a:lnTo>
                    <a:pt x="2768554" y="1344895"/>
                  </a:lnTo>
                  <a:lnTo>
                    <a:pt x="2770748" y="1344584"/>
                  </a:lnTo>
                  <a:lnTo>
                    <a:pt x="2772942" y="1388829"/>
                  </a:lnTo>
                  <a:lnTo>
                    <a:pt x="2775135" y="1411081"/>
                  </a:lnTo>
                  <a:lnTo>
                    <a:pt x="2777329" y="1428356"/>
                  </a:lnTo>
                  <a:lnTo>
                    <a:pt x="2779523" y="1442358"/>
                  </a:lnTo>
                  <a:lnTo>
                    <a:pt x="2781717" y="1438471"/>
                  </a:lnTo>
                  <a:lnTo>
                    <a:pt x="2783910" y="1438415"/>
                  </a:lnTo>
                  <a:lnTo>
                    <a:pt x="2786104" y="1436448"/>
                  </a:lnTo>
                  <a:lnTo>
                    <a:pt x="2788298" y="1412231"/>
                  </a:lnTo>
                  <a:lnTo>
                    <a:pt x="2790492" y="1345185"/>
                  </a:lnTo>
                  <a:lnTo>
                    <a:pt x="2792686" y="1376173"/>
                  </a:lnTo>
                  <a:lnTo>
                    <a:pt x="2794879" y="1359796"/>
                  </a:lnTo>
                  <a:lnTo>
                    <a:pt x="2797073" y="1372993"/>
                  </a:lnTo>
                  <a:lnTo>
                    <a:pt x="2799267" y="1445868"/>
                  </a:lnTo>
                  <a:lnTo>
                    <a:pt x="2801461" y="1383912"/>
                  </a:lnTo>
                  <a:lnTo>
                    <a:pt x="2803655" y="1449475"/>
                  </a:lnTo>
                  <a:lnTo>
                    <a:pt x="2805848" y="1405389"/>
                  </a:lnTo>
                  <a:lnTo>
                    <a:pt x="2808042" y="1411245"/>
                  </a:lnTo>
                  <a:lnTo>
                    <a:pt x="2810236" y="1376057"/>
                  </a:lnTo>
                  <a:lnTo>
                    <a:pt x="2812430" y="1394289"/>
                  </a:lnTo>
                  <a:lnTo>
                    <a:pt x="2814623" y="1407909"/>
                  </a:lnTo>
                  <a:lnTo>
                    <a:pt x="2816817" y="1401692"/>
                  </a:lnTo>
                  <a:lnTo>
                    <a:pt x="2819011" y="1436876"/>
                  </a:lnTo>
                  <a:lnTo>
                    <a:pt x="2821205" y="1402857"/>
                  </a:lnTo>
                  <a:lnTo>
                    <a:pt x="2823399" y="1432960"/>
                  </a:lnTo>
                  <a:lnTo>
                    <a:pt x="2825592" y="1415973"/>
                  </a:lnTo>
                  <a:lnTo>
                    <a:pt x="2827786" y="1444032"/>
                  </a:lnTo>
                  <a:lnTo>
                    <a:pt x="2829980" y="1462663"/>
                  </a:lnTo>
                  <a:lnTo>
                    <a:pt x="2832174" y="1517333"/>
                  </a:lnTo>
                  <a:lnTo>
                    <a:pt x="2834367" y="1475351"/>
                  </a:lnTo>
                  <a:lnTo>
                    <a:pt x="2836561" y="1475131"/>
                  </a:lnTo>
                  <a:lnTo>
                    <a:pt x="2838755" y="1445819"/>
                  </a:lnTo>
                  <a:lnTo>
                    <a:pt x="2840949" y="1434953"/>
                  </a:lnTo>
                  <a:lnTo>
                    <a:pt x="2843143" y="1421933"/>
                  </a:lnTo>
                  <a:lnTo>
                    <a:pt x="2845336" y="1366511"/>
                  </a:lnTo>
                  <a:lnTo>
                    <a:pt x="2847530" y="1432841"/>
                  </a:lnTo>
                  <a:lnTo>
                    <a:pt x="2849724" y="1408259"/>
                  </a:lnTo>
                  <a:lnTo>
                    <a:pt x="2851918" y="1472314"/>
                  </a:lnTo>
                  <a:lnTo>
                    <a:pt x="2854112" y="1417089"/>
                  </a:lnTo>
                  <a:lnTo>
                    <a:pt x="2856305" y="1419070"/>
                  </a:lnTo>
                  <a:lnTo>
                    <a:pt x="2858499" y="1421234"/>
                  </a:lnTo>
                  <a:lnTo>
                    <a:pt x="2860693" y="1385892"/>
                  </a:lnTo>
                  <a:lnTo>
                    <a:pt x="2862887" y="1383205"/>
                  </a:lnTo>
                  <a:lnTo>
                    <a:pt x="2865080" y="1339912"/>
                  </a:lnTo>
                  <a:lnTo>
                    <a:pt x="2867274" y="1370718"/>
                  </a:lnTo>
                  <a:lnTo>
                    <a:pt x="2869468" y="1367192"/>
                  </a:lnTo>
                  <a:lnTo>
                    <a:pt x="2871662" y="1383424"/>
                  </a:lnTo>
                  <a:lnTo>
                    <a:pt x="2873856" y="1383121"/>
                  </a:lnTo>
                  <a:lnTo>
                    <a:pt x="2876049" y="1403566"/>
                  </a:lnTo>
                  <a:lnTo>
                    <a:pt x="2878243" y="1402104"/>
                  </a:lnTo>
                  <a:lnTo>
                    <a:pt x="2880437" y="1417167"/>
                  </a:lnTo>
                  <a:lnTo>
                    <a:pt x="2882631" y="1452749"/>
                  </a:lnTo>
                  <a:lnTo>
                    <a:pt x="2884825" y="1436743"/>
                  </a:lnTo>
                  <a:lnTo>
                    <a:pt x="2887018" y="1539798"/>
                  </a:lnTo>
                  <a:lnTo>
                    <a:pt x="2889212" y="1630827"/>
                  </a:lnTo>
                  <a:lnTo>
                    <a:pt x="2891406" y="1755151"/>
                  </a:lnTo>
                  <a:lnTo>
                    <a:pt x="2893600" y="1788117"/>
                  </a:lnTo>
                  <a:lnTo>
                    <a:pt x="2895793" y="1732410"/>
                  </a:lnTo>
                  <a:lnTo>
                    <a:pt x="2897987" y="1758489"/>
                  </a:lnTo>
                  <a:lnTo>
                    <a:pt x="2900181" y="1830071"/>
                  </a:lnTo>
                  <a:lnTo>
                    <a:pt x="2902375" y="1808750"/>
                  </a:lnTo>
                  <a:lnTo>
                    <a:pt x="2904569" y="1796857"/>
                  </a:lnTo>
                  <a:lnTo>
                    <a:pt x="2906762" y="1840128"/>
                  </a:lnTo>
                  <a:lnTo>
                    <a:pt x="2908956" y="1909238"/>
                  </a:lnTo>
                  <a:lnTo>
                    <a:pt x="2911150" y="1925775"/>
                  </a:lnTo>
                  <a:lnTo>
                    <a:pt x="2913344" y="1910381"/>
                  </a:lnTo>
                  <a:lnTo>
                    <a:pt x="2915537" y="1801182"/>
                  </a:lnTo>
                  <a:lnTo>
                    <a:pt x="2917731" y="1744267"/>
                  </a:lnTo>
                  <a:lnTo>
                    <a:pt x="2919925" y="1769829"/>
                  </a:lnTo>
                  <a:lnTo>
                    <a:pt x="2922119" y="1803717"/>
                  </a:lnTo>
                  <a:lnTo>
                    <a:pt x="2924313" y="1850963"/>
                  </a:lnTo>
                  <a:lnTo>
                    <a:pt x="2926506" y="1812274"/>
                  </a:lnTo>
                  <a:lnTo>
                    <a:pt x="2928700" y="1915642"/>
                  </a:lnTo>
                  <a:lnTo>
                    <a:pt x="2930894" y="1952452"/>
                  </a:lnTo>
                  <a:lnTo>
                    <a:pt x="2933088" y="1980371"/>
                  </a:lnTo>
                  <a:lnTo>
                    <a:pt x="2935282" y="2003096"/>
                  </a:lnTo>
                  <a:lnTo>
                    <a:pt x="2937475" y="1965510"/>
                  </a:lnTo>
                  <a:lnTo>
                    <a:pt x="2939669" y="1978789"/>
                  </a:lnTo>
                  <a:lnTo>
                    <a:pt x="2941863" y="1976139"/>
                  </a:lnTo>
                  <a:lnTo>
                    <a:pt x="2944057" y="2006658"/>
                  </a:lnTo>
                  <a:lnTo>
                    <a:pt x="2946250" y="2022432"/>
                  </a:lnTo>
                  <a:lnTo>
                    <a:pt x="2948444" y="2007154"/>
                  </a:lnTo>
                  <a:lnTo>
                    <a:pt x="2950638" y="2051606"/>
                  </a:lnTo>
                  <a:lnTo>
                    <a:pt x="2952832" y="2071343"/>
                  </a:lnTo>
                  <a:lnTo>
                    <a:pt x="2955026" y="2056767"/>
                  </a:lnTo>
                  <a:lnTo>
                    <a:pt x="2957219" y="2067237"/>
                  </a:lnTo>
                  <a:lnTo>
                    <a:pt x="2959413" y="2075316"/>
                  </a:lnTo>
                  <a:lnTo>
                    <a:pt x="2961607" y="2092881"/>
                  </a:lnTo>
                  <a:lnTo>
                    <a:pt x="2963801" y="2094978"/>
                  </a:lnTo>
                  <a:lnTo>
                    <a:pt x="2965994" y="2054881"/>
                  </a:lnTo>
                  <a:lnTo>
                    <a:pt x="2968188" y="2048676"/>
                  </a:lnTo>
                  <a:lnTo>
                    <a:pt x="2970382" y="2061655"/>
                  </a:lnTo>
                  <a:lnTo>
                    <a:pt x="2972576" y="2052136"/>
                  </a:lnTo>
                  <a:lnTo>
                    <a:pt x="2974770" y="2014949"/>
                  </a:lnTo>
                  <a:lnTo>
                    <a:pt x="2976963" y="2013083"/>
                  </a:lnTo>
                  <a:lnTo>
                    <a:pt x="2979157" y="1995747"/>
                  </a:lnTo>
                  <a:lnTo>
                    <a:pt x="2981351" y="1968124"/>
                  </a:lnTo>
                  <a:lnTo>
                    <a:pt x="2983545" y="1978238"/>
                  </a:lnTo>
                  <a:lnTo>
                    <a:pt x="2985739" y="1939681"/>
                  </a:lnTo>
                  <a:lnTo>
                    <a:pt x="2987932" y="1946134"/>
                  </a:lnTo>
                  <a:lnTo>
                    <a:pt x="2990126" y="1973610"/>
                  </a:lnTo>
                  <a:lnTo>
                    <a:pt x="2992320" y="1928948"/>
                  </a:lnTo>
                  <a:lnTo>
                    <a:pt x="2994514" y="1900225"/>
                  </a:lnTo>
                  <a:lnTo>
                    <a:pt x="2996707" y="1871671"/>
                  </a:lnTo>
                  <a:lnTo>
                    <a:pt x="2998901" y="1883865"/>
                  </a:lnTo>
                  <a:lnTo>
                    <a:pt x="3001095" y="1943781"/>
                  </a:lnTo>
                  <a:lnTo>
                    <a:pt x="3003289" y="1983598"/>
                  </a:lnTo>
                  <a:lnTo>
                    <a:pt x="3005483" y="2059028"/>
                  </a:lnTo>
                  <a:lnTo>
                    <a:pt x="3007676" y="2056435"/>
                  </a:lnTo>
                  <a:lnTo>
                    <a:pt x="3009870" y="2101017"/>
                  </a:lnTo>
                  <a:lnTo>
                    <a:pt x="3012064" y="2104451"/>
                  </a:lnTo>
                  <a:lnTo>
                    <a:pt x="3014258" y="2069172"/>
                  </a:lnTo>
                  <a:lnTo>
                    <a:pt x="3016451" y="2080058"/>
                  </a:lnTo>
                  <a:lnTo>
                    <a:pt x="3018645" y="2026420"/>
                  </a:lnTo>
                  <a:lnTo>
                    <a:pt x="3020839" y="2062411"/>
                  </a:lnTo>
                  <a:lnTo>
                    <a:pt x="3023033" y="2084920"/>
                  </a:lnTo>
                  <a:lnTo>
                    <a:pt x="3025227" y="2043956"/>
                  </a:lnTo>
                  <a:lnTo>
                    <a:pt x="3027420" y="2039356"/>
                  </a:lnTo>
                  <a:lnTo>
                    <a:pt x="3029614" y="2053868"/>
                  </a:lnTo>
                  <a:lnTo>
                    <a:pt x="3031808" y="2069303"/>
                  </a:lnTo>
                  <a:lnTo>
                    <a:pt x="3034002" y="2092320"/>
                  </a:lnTo>
                  <a:lnTo>
                    <a:pt x="3036196" y="2057712"/>
                  </a:lnTo>
                  <a:lnTo>
                    <a:pt x="3038389" y="2038130"/>
                  </a:lnTo>
                  <a:lnTo>
                    <a:pt x="3040583" y="2072852"/>
                  </a:lnTo>
                  <a:lnTo>
                    <a:pt x="3042777" y="2086000"/>
                  </a:lnTo>
                  <a:lnTo>
                    <a:pt x="3044971" y="2089968"/>
                  </a:lnTo>
                  <a:lnTo>
                    <a:pt x="3047164" y="2077015"/>
                  </a:lnTo>
                  <a:lnTo>
                    <a:pt x="3049358" y="2048993"/>
                  </a:lnTo>
                  <a:lnTo>
                    <a:pt x="3051552" y="2058189"/>
                  </a:lnTo>
                  <a:lnTo>
                    <a:pt x="3053746" y="2085413"/>
                  </a:lnTo>
                  <a:lnTo>
                    <a:pt x="3055940" y="2100047"/>
                  </a:lnTo>
                  <a:lnTo>
                    <a:pt x="3058133" y="2110964"/>
                  </a:lnTo>
                  <a:lnTo>
                    <a:pt x="3060327" y="2053038"/>
                  </a:lnTo>
                  <a:lnTo>
                    <a:pt x="3062521" y="2099348"/>
                  </a:lnTo>
                  <a:lnTo>
                    <a:pt x="3064715" y="2126682"/>
                  </a:lnTo>
                  <a:lnTo>
                    <a:pt x="3066909" y="2131627"/>
                  </a:lnTo>
                  <a:lnTo>
                    <a:pt x="3069102" y="2121120"/>
                  </a:lnTo>
                  <a:lnTo>
                    <a:pt x="3071296" y="2054946"/>
                  </a:lnTo>
                  <a:lnTo>
                    <a:pt x="3073490" y="2044785"/>
                  </a:lnTo>
                  <a:lnTo>
                    <a:pt x="3075684" y="1971549"/>
                  </a:lnTo>
                  <a:lnTo>
                    <a:pt x="3077877" y="2011499"/>
                  </a:lnTo>
                  <a:lnTo>
                    <a:pt x="3080071" y="2019915"/>
                  </a:lnTo>
                  <a:lnTo>
                    <a:pt x="3082265" y="2018827"/>
                  </a:lnTo>
                  <a:lnTo>
                    <a:pt x="3084459" y="2045380"/>
                  </a:lnTo>
                  <a:lnTo>
                    <a:pt x="3086653" y="1930631"/>
                  </a:lnTo>
                  <a:lnTo>
                    <a:pt x="3088846" y="1883797"/>
                  </a:lnTo>
                  <a:lnTo>
                    <a:pt x="3091040" y="1860164"/>
                  </a:lnTo>
                  <a:lnTo>
                    <a:pt x="3093234" y="1821555"/>
                  </a:lnTo>
                  <a:lnTo>
                    <a:pt x="3095428" y="1880430"/>
                  </a:lnTo>
                  <a:lnTo>
                    <a:pt x="3097621" y="1872271"/>
                  </a:lnTo>
                  <a:lnTo>
                    <a:pt x="3099815" y="1933847"/>
                  </a:lnTo>
                  <a:lnTo>
                    <a:pt x="3102009" y="1948648"/>
                  </a:lnTo>
                  <a:lnTo>
                    <a:pt x="3104203" y="1973501"/>
                  </a:lnTo>
                  <a:lnTo>
                    <a:pt x="3106397" y="1961711"/>
                  </a:lnTo>
                  <a:lnTo>
                    <a:pt x="3108590" y="1951995"/>
                  </a:lnTo>
                  <a:lnTo>
                    <a:pt x="3110784" y="1937014"/>
                  </a:lnTo>
                  <a:lnTo>
                    <a:pt x="3112978" y="1907451"/>
                  </a:lnTo>
                  <a:lnTo>
                    <a:pt x="3115172" y="1908376"/>
                  </a:lnTo>
                  <a:lnTo>
                    <a:pt x="3117366" y="1950474"/>
                  </a:lnTo>
                  <a:lnTo>
                    <a:pt x="3119559" y="1936429"/>
                  </a:lnTo>
                  <a:lnTo>
                    <a:pt x="3121753" y="1890234"/>
                  </a:lnTo>
                  <a:lnTo>
                    <a:pt x="3123947" y="1808858"/>
                  </a:lnTo>
                  <a:lnTo>
                    <a:pt x="3126141" y="1782140"/>
                  </a:lnTo>
                  <a:lnTo>
                    <a:pt x="3128334" y="1746881"/>
                  </a:lnTo>
                  <a:lnTo>
                    <a:pt x="3130528" y="1668533"/>
                  </a:lnTo>
                  <a:lnTo>
                    <a:pt x="3132722" y="1646957"/>
                  </a:lnTo>
                  <a:lnTo>
                    <a:pt x="3134916" y="1616404"/>
                  </a:lnTo>
                  <a:lnTo>
                    <a:pt x="3137110" y="1566038"/>
                  </a:lnTo>
                  <a:lnTo>
                    <a:pt x="3139303" y="1619988"/>
                  </a:lnTo>
                  <a:lnTo>
                    <a:pt x="3141497" y="1551036"/>
                  </a:lnTo>
                  <a:lnTo>
                    <a:pt x="3143691" y="1578384"/>
                  </a:lnTo>
                  <a:lnTo>
                    <a:pt x="3145885" y="1560954"/>
                  </a:lnTo>
                  <a:lnTo>
                    <a:pt x="3148078" y="1492193"/>
                  </a:lnTo>
                  <a:lnTo>
                    <a:pt x="3150272" y="1526329"/>
                  </a:lnTo>
                  <a:lnTo>
                    <a:pt x="3152466" y="1517663"/>
                  </a:lnTo>
                  <a:lnTo>
                    <a:pt x="3154660" y="1563201"/>
                  </a:lnTo>
                  <a:lnTo>
                    <a:pt x="3156854" y="1576293"/>
                  </a:lnTo>
                  <a:lnTo>
                    <a:pt x="3159047" y="1581301"/>
                  </a:lnTo>
                  <a:lnTo>
                    <a:pt x="3161241" y="1587637"/>
                  </a:lnTo>
                  <a:lnTo>
                    <a:pt x="3163435" y="1685640"/>
                  </a:lnTo>
                  <a:lnTo>
                    <a:pt x="3165629" y="1730032"/>
                  </a:lnTo>
                  <a:lnTo>
                    <a:pt x="3167823" y="1771132"/>
                  </a:lnTo>
                  <a:lnTo>
                    <a:pt x="3170016" y="1807560"/>
                  </a:lnTo>
                  <a:lnTo>
                    <a:pt x="3172210" y="1895362"/>
                  </a:lnTo>
                  <a:lnTo>
                    <a:pt x="3174404" y="1963258"/>
                  </a:lnTo>
                  <a:lnTo>
                    <a:pt x="3176598" y="2025210"/>
                  </a:lnTo>
                  <a:lnTo>
                    <a:pt x="3178791" y="1983803"/>
                  </a:lnTo>
                  <a:lnTo>
                    <a:pt x="3180985" y="2009750"/>
                  </a:lnTo>
                  <a:lnTo>
                    <a:pt x="3183179" y="1993364"/>
                  </a:lnTo>
                  <a:lnTo>
                    <a:pt x="3185373" y="2017281"/>
                  </a:lnTo>
                  <a:lnTo>
                    <a:pt x="3187567" y="2015628"/>
                  </a:lnTo>
                  <a:lnTo>
                    <a:pt x="3189760" y="1966809"/>
                  </a:lnTo>
                  <a:lnTo>
                    <a:pt x="3191954" y="1963929"/>
                  </a:lnTo>
                  <a:lnTo>
                    <a:pt x="3194148" y="1931740"/>
                  </a:lnTo>
                  <a:lnTo>
                    <a:pt x="3196342" y="1947039"/>
                  </a:lnTo>
                  <a:lnTo>
                    <a:pt x="3198536" y="1942704"/>
                  </a:lnTo>
                  <a:lnTo>
                    <a:pt x="3200729" y="1874604"/>
                  </a:lnTo>
                  <a:lnTo>
                    <a:pt x="3202923" y="1883192"/>
                  </a:lnTo>
                  <a:lnTo>
                    <a:pt x="3205117" y="1904665"/>
                  </a:lnTo>
                  <a:lnTo>
                    <a:pt x="3207311" y="1897260"/>
                  </a:lnTo>
                  <a:lnTo>
                    <a:pt x="3209504" y="1940937"/>
                  </a:lnTo>
                  <a:lnTo>
                    <a:pt x="3211698" y="1905995"/>
                  </a:lnTo>
                  <a:lnTo>
                    <a:pt x="3213892" y="1901730"/>
                  </a:lnTo>
                  <a:lnTo>
                    <a:pt x="3216086" y="1839982"/>
                  </a:lnTo>
                  <a:lnTo>
                    <a:pt x="3218280" y="1889896"/>
                  </a:lnTo>
                  <a:lnTo>
                    <a:pt x="3220473" y="1816758"/>
                  </a:lnTo>
                  <a:lnTo>
                    <a:pt x="3222667" y="1845456"/>
                  </a:lnTo>
                  <a:lnTo>
                    <a:pt x="3224861" y="1849301"/>
                  </a:lnTo>
                  <a:lnTo>
                    <a:pt x="3227055" y="1835801"/>
                  </a:lnTo>
                  <a:lnTo>
                    <a:pt x="3229248" y="1863191"/>
                  </a:lnTo>
                  <a:lnTo>
                    <a:pt x="3231442" y="1764085"/>
                  </a:lnTo>
                  <a:lnTo>
                    <a:pt x="3233636" y="1759857"/>
                  </a:lnTo>
                  <a:lnTo>
                    <a:pt x="3235830" y="1579210"/>
                  </a:lnTo>
                  <a:lnTo>
                    <a:pt x="3238024" y="1477794"/>
                  </a:lnTo>
                  <a:lnTo>
                    <a:pt x="3240217" y="1533026"/>
                  </a:lnTo>
                  <a:lnTo>
                    <a:pt x="3242411" y="1456886"/>
                  </a:lnTo>
                  <a:lnTo>
                    <a:pt x="3244605" y="1456141"/>
                  </a:lnTo>
                  <a:lnTo>
                    <a:pt x="3246799" y="1521696"/>
                  </a:lnTo>
                  <a:lnTo>
                    <a:pt x="3248993" y="1519873"/>
                  </a:lnTo>
                  <a:lnTo>
                    <a:pt x="3251186" y="1476086"/>
                  </a:lnTo>
                  <a:lnTo>
                    <a:pt x="3253380" y="1417773"/>
                  </a:lnTo>
                  <a:lnTo>
                    <a:pt x="3255574" y="1453238"/>
                  </a:lnTo>
                  <a:lnTo>
                    <a:pt x="3257768" y="1395469"/>
                  </a:lnTo>
                  <a:lnTo>
                    <a:pt x="3259961" y="1459720"/>
                  </a:lnTo>
                  <a:lnTo>
                    <a:pt x="3262155" y="1360627"/>
                  </a:lnTo>
                  <a:lnTo>
                    <a:pt x="3264349" y="1384027"/>
                  </a:lnTo>
                  <a:lnTo>
                    <a:pt x="3266543" y="1445001"/>
                  </a:lnTo>
                  <a:lnTo>
                    <a:pt x="3268737" y="1413258"/>
                  </a:lnTo>
                  <a:lnTo>
                    <a:pt x="3270930" y="1382540"/>
                  </a:lnTo>
                  <a:lnTo>
                    <a:pt x="3273124" y="1353821"/>
                  </a:lnTo>
                  <a:lnTo>
                    <a:pt x="3275318" y="1310222"/>
                  </a:lnTo>
                  <a:lnTo>
                    <a:pt x="3277512" y="1303410"/>
                  </a:lnTo>
                  <a:lnTo>
                    <a:pt x="3279705" y="1239736"/>
                  </a:lnTo>
                  <a:lnTo>
                    <a:pt x="3281899" y="1214721"/>
                  </a:lnTo>
                  <a:lnTo>
                    <a:pt x="3284093" y="1053216"/>
                  </a:lnTo>
                  <a:lnTo>
                    <a:pt x="3286287" y="1043013"/>
                  </a:lnTo>
                  <a:lnTo>
                    <a:pt x="3288481" y="1088078"/>
                  </a:lnTo>
                  <a:lnTo>
                    <a:pt x="3290674" y="1043052"/>
                  </a:lnTo>
                  <a:lnTo>
                    <a:pt x="3292868" y="1049725"/>
                  </a:lnTo>
                  <a:lnTo>
                    <a:pt x="3295062" y="1132353"/>
                  </a:lnTo>
                  <a:lnTo>
                    <a:pt x="3297256" y="1161357"/>
                  </a:lnTo>
                  <a:lnTo>
                    <a:pt x="3299450" y="1201711"/>
                  </a:lnTo>
                  <a:lnTo>
                    <a:pt x="3301643" y="1138585"/>
                  </a:lnTo>
                  <a:lnTo>
                    <a:pt x="3303837" y="1175403"/>
                  </a:lnTo>
                  <a:lnTo>
                    <a:pt x="3306031" y="1194941"/>
                  </a:lnTo>
                  <a:lnTo>
                    <a:pt x="3308225" y="1190980"/>
                  </a:lnTo>
                  <a:lnTo>
                    <a:pt x="3310418" y="1238594"/>
                  </a:lnTo>
                  <a:lnTo>
                    <a:pt x="3312612" y="1246205"/>
                  </a:lnTo>
                  <a:lnTo>
                    <a:pt x="3314806" y="1253595"/>
                  </a:lnTo>
                  <a:lnTo>
                    <a:pt x="3317000" y="1267684"/>
                  </a:lnTo>
                  <a:lnTo>
                    <a:pt x="3319194" y="1308680"/>
                  </a:lnTo>
                  <a:lnTo>
                    <a:pt x="3321387" y="1352529"/>
                  </a:lnTo>
                  <a:lnTo>
                    <a:pt x="3323581" y="1367092"/>
                  </a:lnTo>
                  <a:lnTo>
                    <a:pt x="3325775" y="1385364"/>
                  </a:lnTo>
                  <a:lnTo>
                    <a:pt x="3327969" y="1400064"/>
                  </a:lnTo>
                  <a:lnTo>
                    <a:pt x="3330163" y="1372159"/>
                  </a:lnTo>
                  <a:lnTo>
                    <a:pt x="3332356" y="1352179"/>
                  </a:lnTo>
                  <a:lnTo>
                    <a:pt x="3334550" y="1347110"/>
                  </a:lnTo>
                  <a:lnTo>
                    <a:pt x="3336744" y="1380607"/>
                  </a:lnTo>
                  <a:lnTo>
                    <a:pt x="3338938" y="1376277"/>
                  </a:lnTo>
                  <a:lnTo>
                    <a:pt x="3341131" y="1430944"/>
                  </a:lnTo>
                  <a:lnTo>
                    <a:pt x="3343325" y="1562115"/>
                  </a:lnTo>
                  <a:lnTo>
                    <a:pt x="3345519" y="1677120"/>
                  </a:lnTo>
                  <a:lnTo>
                    <a:pt x="3347713" y="1683335"/>
                  </a:lnTo>
                  <a:lnTo>
                    <a:pt x="3349907" y="1632806"/>
                  </a:lnTo>
                  <a:lnTo>
                    <a:pt x="3352100" y="1551818"/>
                  </a:lnTo>
                  <a:lnTo>
                    <a:pt x="3354294" y="1556354"/>
                  </a:lnTo>
                  <a:lnTo>
                    <a:pt x="3356488" y="1551081"/>
                  </a:lnTo>
                  <a:lnTo>
                    <a:pt x="3358682" y="1513896"/>
                  </a:lnTo>
                  <a:lnTo>
                    <a:pt x="3360875" y="1480394"/>
                  </a:lnTo>
                  <a:lnTo>
                    <a:pt x="3363069" y="1554917"/>
                  </a:lnTo>
                  <a:lnTo>
                    <a:pt x="3365263" y="1558253"/>
                  </a:lnTo>
                  <a:lnTo>
                    <a:pt x="3367457" y="1529847"/>
                  </a:lnTo>
                  <a:lnTo>
                    <a:pt x="3369651" y="1509022"/>
                  </a:lnTo>
                  <a:lnTo>
                    <a:pt x="3371844" y="1511695"/>
                  </a:lnTo>
                  <a:lnTo>
                    <a:pt x="3374038" y="1508392"/>
                  </a:lnTo>
                  <a:lnTo>
                    <a:pt x="3376232" y="1561831"/>
                  </a:lnTo>
                  <a:lnTo>
                    <a:pt x="3378426" y="1519145"/>
                  </a:lnTo>
                  <a:lnTo>
                    <a:pt x="3380620" y="1454617"/>
                  </a:lnTo>
                  <a:lnTo>
                    <a:pt x="3382813" y="1444339"/>
                  </a:lnTo>
                  <a:lnTo>
                    <a:pt x="3385007" y="1399859"/>
                  </a:lnTo>
                  <a:lnTo>
                    <a:pt x="3387201" y="1360371"/>
                  </a:lnTo>
                  <a:lnTo>
                    <a:pt x="3389395" y="1359931"/>
                  </a:lnTo>
                  <a:lnTo>
                    <a:pt x="3391588" y="1354271"/>
                  </a:lnTo>
                  <a:lnTo>
                    <a:pt x="3393782" y="1339884"/>
                  </a:lnTo>
                  <a:lnTo>
                    <a:pt x="3395976" y="1378976"/>
                  </a:lnTo>
                  <a:lnTo>
                    <a:pt x="3398170" y="1377680"/>
                  </a:lnTo>
                  <a:lnTo>
                    <a:pt x="3400364" y="1361406"/>
                  </a:lnTo>
                  <a:lnTo>
                    <a:pt x="3402557" y="1380509"/>
                  </a:lnTo>
                  <a:lnTo>
                    <a:pt x="3404751" y="1376208"/>
                  </a:lnTo>
                  <a:lnTo>
                    <a:pt x="3406945" y="1386767"/>
                  </a:lnTo>
                  <a:lnTo>
                    <a:pt x="3409139" y="1367718"/>
                  </a:lnTo>
                  <a:lnTo>
                    <a:pt x="3411332" y="1346968"/>
                  </a:lnTo>
                  <a:lnTo>
                    <a:pt x="3413526" y="1406993"/>
                  </a:lnTo>
                  <a:lnTo>
                    <a:pt x="3415720" y="1335235"/>
                  </a:lnTo>
                  <a:lnTo>
                    <a:pt x="3417914" y="1390454"/>
                  </a:lnTo>
                  <a:lnTo>
                    <a:pt x="3420108" y="1377866"/>
                  </a:lnTo>
                  <a:lnTo>
                    <a:pt x="3422301" y="1383513"/>
                  </a:lnTo>
                  <a:lnTo>
                    <a:pt x="3424495" y="1413226"/>
                  </a:lnTo>
                  <a:lnTo>
                    <a:pt x="3426689" y="1395919"/>
                  </a:lnTo>
                  <a:lnTo>
                    <a:pt x="3428883" y="1442394"/>
                  </a:lnTo>
                  <a:lnTo>
                    <a:pt x="3431077" y="1484277"/>
                  </a:lnTo>
                  <a:lnTo>
                    <a:pt x="3433270" y="1490576"/>
                  </a:lnTo>
                  <a:lnTo>
                    <a:pt x="3435464" y="1531370"/>
                  </a:lnTo>
                  <a:lnTo>
                    <a:pt x="3437658" y="1408328"/>
                  </a:lnTo>
                  <a:lnTo>
                    <a:pt x="3439852" y="1469907"/>
                  </a:lnTo>
                  <a:lnTo>
                    <a:pt x="3442045" y="1456027"/>
                  </a:lnTo>
                  <a:lnTo>
                    <a:pt x="3444239" y="1513969"/>
                  </a:lnTo>
                  <a:lnTo>
                    <a:pt x="3446433" y="1537241"/>
                  </a:lnTo>
                  <a:lnTo>
                    <a:pt x="3448627" y="1570478"/>
                  </a:lnTo>
                  <a:lnTo>
                    <a:pt x="3450821" y="1606986"/>
                  </a:lnTo>
                  <a:lnTo>
                    <a:pt x="3453014" y="1637642"/>
                  </a:lnTo>
                  <a:lnTo>
                    <a:pt x="3455208" y="1586285"/>
                  </a:lnTo>
                  <a:lnTo>
                    <a:pt x="3457402" y="1620311"/>
                  </a:lnTo>
                  <a:lnTo>
                    <a:pt x="3459596" y="1605290"/>
                  </a:lnTo>
                  <a:lnTo>
                    <a:pt x="3461790" y="1565574"/>
                  </a:lnTo>
                  <a:lnTo>
                    <a:pt x="3463983" y="1491757"/>
                  </a:lnTo>
                  <a:lnTo>
                    <a:pt x="3466177" y="1479657"/>
                  </a:lnTo>
                  <a:lnTo>
                    <a:pt x="3468371" y="1471546"/>
                  </a:lnTo>
                  <a:lnTo>
                    <a:pt x="3470565" y="1419874"/>
                  </a:lnTo>
                  <a:lnTo>
                    <a:pt x="3472758" y="1400653"/>
                  </a:lnTo>
                  <a:lnTo>
                    <a:pt x="3474952" y="1363356"/>
                  </a:lnTo>
                  <a:lnTo>
                    <a:pt x="3477146" y="1427356"/>
                  </a:lnTo>
                  <a:lnTo>
                    <a:pt x="3479340" y="1471054"/>
                  </a:lnTo>
                  <a:lnTo>
                    <a:pt x="3481534" y="1445392"/>
                  </a:lnTo>
                  <a:lnTo>
                    <a:pt x="3483727" y="1427229"/>
                  </a:lnTo>
                  <a:lnTo>
                    <a:pt x="3485921" y="1405788"/>
                  </a:lnTo>
                  <a:lnTo>
                    <a:pt x="3488115" y="1436209"/>
                  </a:lnTo>
                  <a:lnTo>
                    <a:pt x="3490309" y="1393746"/>
                  </a:lnTo>
                  <a:lnTo>
                    <a:pt x="3492502" y="1444503"/>
                  </a:lnTo>
                  <a:lnTo>
                    <a:pt x="3494696" y="1430427"/>
                  </a:lnTo>
                  <a:lnTo>
                    <a:pt x="3496890" y="1417222"/>
                  </a:lnTo>
                  <a:lnTo>
                    <a:pt x="3499084" y="1418364"/>
                  </a:lnTo>
                  <a:lnTo>
                    <a:pt x="3501278" y="1374957"/>
                  </a:lnTo>
                  <a:lnTo>
                    <a:pt x="3503471" y="1365460"/>
                  </a:lnTo>
                  <a:lnTo>
                    <a:pt x="3505665" y="1398639"/>
                  </a:lnTo>
                  <a:lnTo>
                    <a:pt x="3507859" y="1408922"/>
                  </a:lnTo>
                  <a:lnTo>
                    <a:pt x="3510053" y="1446931"/>
                  </a:lnTo>
                  <a:lnTo>
                    <a:pt x="3512247" y="1411722"/>
                  </a:lnTo>
                  <a:lnTo>
                    <a:pt x="3514440" y="1450815"/>
                  </a:lnTo>
                  <a:lnTo>
                    <a:pt x="3516634" y="1504928"/>
                  </a:lnTo>
                  <a:lnTo>
                    <a:pt x="3518828" y="1423808"/>
                  </a:lnTo>
                  <a:lnTo>
                    <a:pt x="3521022" y="1426609"/>
                  </a:lnTo>
                  <a:lnTo>
                    <a:pt x="3523215" y="1452134"/>
                  </a:lnTo>
                  <a:lnTo>
                    <a:pt x="3525409" y="1520132"/>
                  </a:lnTo>
                  <a:lnTo>
                    <a:pt x="3527603" y="1468757"/>
                  </a:lnTo>
                  <a:lnTo>
                    <a:pt x="3529797" y="1549939"/>
                  </a:lnTo>
                  <a:lnTo>
                    <a:pt x="3531991" y="1530044"/>
                  </a:lnTo>
                  <a:lnTo>
                    <a:pt x="3534184" y="1452011"/>
                  </a:lnTo>
                  <a:lnTo>
                    <a:pt x="3536378" y="1498607"/>
                  </a:lnTo>
                  <a:lnTo>
                    <a:pt x="3538572" y="1467131"/>
                  </a:lnTo>
                  <a:lnTo>
                    <a:pt x="3540766" y="1497537"/>
                  </a:lnTo>
                  <a:lnTo>
                    <a:pt x="3542959" y="1464833"/>
                  </a:lnTo>
                  <a:lnTo>
                    <a:pt x="3545153" y="1484461"/>
                  </a:lnTo>
                  <a:lnTo>
                    <a:pt x="3547347" y="1532156"/>
                  </a:lnTo>
                  <a:lnTo>
                    <a:pt x="3549541" y="1513242"/>
                  </a:lnTo>
                  <a:lnTo>
                    <a:pt x="3551735" y="1530833"/>
                  </a:lnTo>
                  <a:lnTo>
                    <a:pt x="3553928" y="1525567"/>
                  </a:lnTo>
                  <a:lnTo>
                    <a:pt x="3556122" y="1587775"/>
                  </a:lnTo>
                  <a:lnTo>
                    <a:pt x="3558316" y="1602209"/>
                  </a:lnTo>
                  <a:lnTo>
                    <a:pt x="3560510" y="1618938"/>
                  </a:lnTo>
                  <a:lnTo>
                    <a:pt x="3562704" y="1646676"/>
                  </a:lnTo>
                  <a:lnTo>
                    <a:pt x="3564897" y="1649443"/>
                  </a:lnTo>
                  <a:lnTo>
                    <a:pt x="3567091" y="1695071"/>
                  </a:lnTo>
                  <a:lnTo>
                    <a:pt x="3569285" y="1737170"/>
                  </a:lnTo>
                  <a:lnTo>
                    <a:pt x="3571479" y="1654423"/>
                  </a:lnTo>
                  <a:lnTo>
                    <a:pt x="3573672" y="1700676"/>
                  </a:lnTo>
                  <a:lnTo>
                    <a:pt x="3575866" y="1691305"/>
                  </a:lnTo>
                  <a:lnTo>
                    <a:pt x="3578060" y="1662553"/>
                  </a:lnTo>
                  <a:lnTo>
                    <a:pt x="3580254" y="1716854"/>
                  </a:lnTo>
                  <a:lnTo>
                    <a:pt x="3582448" y="1656276"/>
                  </a:lnTo>
                  <a:lnTo>
                    <a:pt x="3584641" y="1677679"/>
                  </a:lnTo>
                  <a:lnTo>
                    <a:pt x="3586835" y="1699556"/>
                  </a:lnTo>
                  <a:lnTo>
                    <a:pt x="3589029" y="1587825"/>
                  </a:lnTo>
                  <a:lnTo>
                    <a:pt x="3591223" y="1637581"/>
                  </a:lnTo>
                  <a:lnTo>
                    <a:pt x="3593416" y="1623315"/>
                  </a:lnTo>
                  <a:lnTo>
                    <a:pt x="3595610" y="1596365"/>
                  </a:lnTo>
                  <a:lnTo>
                    <a:pt x="3597804" y="1627675"/>
                  </a:lnTo>
                  <a:lnTo>
                    <a:pt x="3599998" y="1580236"/>
                  </a:lnTo>
                  <a:lnTo>
                    <a:pt x="3602192" y="1575439"/>
                  </a:lnTo>
                  <a:lnTo>
                    <a:pt x="3604385" y="1542091"/>
                  </a:lnTo>
                  <a:lnTo>
                    <a:pt x="3606579" y="1511605"/>
                  </a:lnTo>
                  <a:lnTo>
                    <a:pt x="3608773" y="1541035"/>
                  </a:lnTo>
                  <a:lnTo>
                    <a:pt x="3610967" y="1521103"/>
                  </a:lnTo>
                  <a:lnTo>
                    <a:pt x="3613161" y="1519439"/>
                  </a:lnTo>
                  <a:lnTo>
                    <a:pt x="3615354" y="1560747"/>
                  </a:lnTo>
                  <a:lnTo>
                    <a:pt x="3617548" y="1557787"/>
                  </a:lnTo>
                  <a:lnTo>
                    <a:pt x="3619742" y="1581114"/>
                  </a:lnTo>
                  <a:lnTo>
                    <a:pt x="3621936" y="1573270"/>
                  </a:lnTo>
                  <a:lnTo>
                    <a:pt x="3624129" y="1509674"/>
                  </a:lnTo>
                  <a:lnTo>
                    <a:pt x="3626323" y="1527708"/>
                  </a:lnTo>
                  <a:lnTo>
                    <a:pt x="3628517" y="1595762"/>
                  </a:lnTo>
                  <a:lnTo>
                    <a:pt x="3630711" y="1626373"/>
                  </a:lnTo>
                  <a:lnTo>
                    <a:pt x="3632905" y="1675947"/>
                  </a:lnTo>
                  <a:lnTo>
                    <a:pt x="3635098" y="1734049"/>
                  </a:lnTo>
                  <a:lnTo>
                    <a:pt x="3637292" y="1695742"/>
                  </a:lnTo>
                  <a:lnTo>
                    <a:pt x="3639486" y="1676862"/>
                  </a:lnTo>
                  <a:lnTo>
                    <a:pt x="3641680" y="1638253"/>
                  </a:lnTo>
                  <a:lnTo>
                    <a:pt x="3643874" y="1553456"/>
                  </a:lnTo>
                  <a:lnTo>
                    <a:pt x="3646067" y="1584600"/>
                  </a:lnTo>
                  <a:lnTo>
                    <a:pt x="3648261" y="1593969"/>
                  </a:lnTo>
                  <a:lnTo>
                    <a:pt x="3650455" y="1580560"/>
                  </a:lnTo>
                  <a:lnTo>
                    <a:pt x="3652649" y="1656805"/>
                  </a:lnTo>
                  <a:lnTo>
                    <a:pt x="3654842" y="1709971"/>
                  </a:lnTo>
                  <a:lnTo>
                    <a:pt x="3657036" y="1706030"/>
                  </a:lnTo>
                  <a:lnTo>
                    <a:pt x="3659230" y="1693773"/>
                  </a:lnTo>
                  <a:lnTo>
                    <a:pt x="3661424" y="1479461"/>
                  </a:lnTo>
                  <a:lnTo>
                    <a:pt x="3663618" y="1474152"/>
                  </a:lnTo>
                  <a:lnTo>
                    <a:pt x="3665811" y="1434629"/>
                  </a:lnTo>
                  <a:lnTo>
                    <a:pt x="3668005" y="1379770"/>
                  </a:lnTo>
                  <a:lnTo>
                    <a:pt x="3670199" y="1334063"/>
                  </a:lnTo>
                  <a:lnTo>
                    <a:pt x="3672393" y="1311401"/>
                  </a:lnTo>
                  <a:lnTo>
                    <a:pt x="3674586" y="1308109"/>
                  </a:lnTo>
                  <a:lnTo>
                    <a:pt x="3676780" y="1316029"/>
                  </a:lnTo>
                  <a:lnTo>
                    <a:pt x="3678974" y="1323459"/>
                  </a:lnTo>
                  <a:lnTo>
                    <a:pt x="3681168" y="1299901"/>
                  </a:lnTo>
                  <a:lnTo>
                    <a:pt x="3683362" y="1431473"/>
                  </a:lnTo>
                  <a:lnTo>
                    <a:pt x="3685555" y="1551520"/>
                  </a:lnTo>
                  <a:lnTo>
                    <a:pt x="3687749" y="1705668"/>
                  </a:lnTo>
                  <a:lnTo>
                    <a:pt x="3689943" y="1732071"/>
                  </a:lnTo>
                  <a:lnTo>
                    <a:pt x="3692137" y="1726757"/>
                  </a:lnTo>
                  <a:lnTo>
                    <a:pt x="3694331" y="1689365"/>
                  </a:lnTo>
                  <a:lnTo>
                    <a:pt x="3696524" y="1531576"/>
                  </a:lnTo>
                  <a:lnTo>
                    <a:pt x="3698718" y="1458238"/>
                  </a:lnTo>
                  <a:lnTo>
                    <a:pt x="3700912" y="1447539"/>
                  </a:lnTo>
                  <a:lnTo>
                    <a:pt x="3703106" y="1391549"/>
                  </a:lnTo>
                  <a:lnTo>
                    <a:pt x="3705299" y="1422346"/>
                  </a:lnTo>
                  <a:lnTo>
                    <a:pt x="3707493" y="1366916"/>
                  </a:lnTo>
                  <a:lnTo>
                    <a:pt x="3709687" y="1365920"/>
                  </a:lnTo>
                  <a:lnTo>
                    <a:pt x="3711881" y="1370572"/>
                  </a:lnTo>
                  <a:lnTo>
                    <a:pt x="3714075" y="1316641"/>
                  </a:lnTo>
                  <a:lnTo>
                    <a:pt x="3716268" y="1317768"/>
                  </a:lnTo>
                  <a:lnTo>
                    <a:pt x="3718462" y="1346907"/>
                  </a:lnTo>
                  <a:lnTo>
                    <a:pt x="3720656" y="1268257"/>
                  </a:lnTo>
                  <a:lnTo>
                    <a:pt x="3722850" y="1263161"/>
                  </a:lnTo>
                  <a:lnTo>
                    <a:pt x="3725043" y="1289446"/>
                  </a:lnTo>
                  <a:lnTo>
                    <a:pt x="3727237" y="1234264"/>
                  </a:lnTo>
                  <a:lnTo>
                    <a:pt x="3729431" y="1238965"/>
                  </a:lnTo>
                  <a:lnTo>
                    <a:pt x="3731625" y="1146867"/>
                  </a:lnTo>
                  <a:lnTo>
                    <a:pt x="3733819" y="1145683"/>
                  </a:lnTo>
                  <a:lnTo>
                    <a:pt x="3736012" y="1181906"/>
                  </a:lnTo>
                  <a:lnTo>
                    <a:pt x="3738206" y="1224405"/>
                  </a:lnTo>
                  <a:lnTo>
                    <a:pt x="3740400" y="1195315"/>
                  </a:lnTo>
                  <a:lnTo>
                    <a:pt x="3742594" y="1176472"/>
                  </a:lnTo>
                  <a:lnTo>
                    <a:pt x="3744788" y="1160204"/>
                  </a:lnTo>
                  <a:lnTo>
                    <a:pt x="3746981" y="1248826"/>
                  </a:lnTo>
                  <a:lnTo>
                    <a:pt x="3749175" y="1275508"/>
                  </a:lnTo>
                  <a:lnTo>
                    <a:pt x="3751369" y="1276384"/>
                  </a:lnTo>
                  <a:lnTo>
                    <a:pt x="3753563" y="1342593"/>
                  </a:lnTo>
                  <a:lnTo>
                    <a:pt x="3755756" y="1435472"/>
                  </a:lnTo>
                  <a:lnTo>
                    <a:pt x="3757950" y="1616650"/>
                  </a:lnTo>
                  <a:lnTo>
                    <a:pt x="3760144" y="1646198"/>
                  </a:lnTo>
                  <a:lnTo>
                    <a:pt x="3762338" y="1665048"/>
                  </a:lnTo>
                  <a:lnTo>
                    <a:pt x="3764532" y="1724122"/>
                  </a:lnTo>
                  <a:lnTo>
                    <a:pt x="3766725" y="1682434"/>
                  </a:lnTo>
                  <a:lnTo>
                    <a:pt x="3768919" y="1670783"/>
                  </a:lnTo>
                  <a:lnTo>
                    <a:pt x="3771113" y="1686699"/>
                  </a:lnTo>
                  <a:lnTo>
                    <a:pt x="3773307" y="1557752"/>
                  </a:lnTo>
                  <a:lnTo>
                    <a:pt x="3775501" y="1450480"/>
                  </a:lnTo>
                  <a:lnTo>
                    <a:pt x="3777694" y="1366822"/>
                  </a:lnTo>
                  <a:lnTo>
                    <a:pt x="3779888" y="1265315"/>
                  </a:lnTo>
                  <a:lnTo>
                    <a:pt x="3782082" y="1271156"/>
                  </a:lnTo>
                  <a:lnTo>
                    <a:pt x="3784276" y="1268215"/>
                  </a:lnTo>
                  <a:lnTo>
                    <a:pt x="3786469" y="1274584"/>
                  </a:lnTo>
                  <a:lnTo>
                    <a:pt x="3788663" y="1288351"/>
                  </a:lnTo>
                  <a:lnTo>
                    <a:pt x="3790857" y="1221613"/>
                  </a:lnTo>
                  <a:lnTo>
                    <a:pt x="3793051" y="1196606"/>
                  </a:lnTo>
                  <a:lnTo>
                    <a:pt x="3795245" y="1138377"/>
                  </a:lnTo>
                  <a:lnTo>
                    <a:pt x="3797438" y="1219777"/>
                  </a:lnTo>
                  <a:lnTo>
                    <a:pt x="3799632" y="1302257"/>
                  </a:lnTo>
                  <a:lnTo>
                    <a:pt x="3801826" y="1361342"/>
                  </a:lnTo>
                  <a:lnTo>
                    <a:pt x="3804020" y="1414833"/>
                  </a:lnTo>
                  <a:lnTo>
                    <a:pt x="3806213" y="1482473"/>
                  </a:lnTo>
                  <a:lnTo>
                    <a:pt x="3808407" y="1365186"/>
                  </a:lnTo>
                  <a:lnTo>
                    <a:pt x="3810601" y="1317379"/>
                  </a:lnTo>
                  <a:lnTo>
                    <a:pt x="3812795" y="1230833"/>
                  </a:lnTo>
                  <a:lnTo>
                    <a:pt x="3814989" y="1105586"/>
                  </a:lnTo>
                  <a:lnTo>
                    <a:pt x="3817182" y="1154283"/>
                  </a:lnTo>
                  <a:lnTo>
                    <a:pt x="3819376" y="1265590"/>
                  </a:lnTo>
                  <a:lnTo>
                    <a:pt x="3821570" y="1328732"/>
                  </a:lnTo>
                  <a:lnTo>
                    <a:pt x="3823764" y="1317421"/>
                  </a:lnTo>
                  <a:lnTo>
                    <a:pt x="3825958" y="1279144"/>
                  </a:lnTo>
                  <a:lnTo>
                    <a:pt x="3828151" y="1364528"/>
                  </a:lnTo>
                  <a:lnTo>
                    <a:pt x="3830345" y="1224508"/>
                  </a:lnTo>
                  <a:lnTo>
                    <a:pt x="3832539" y="1259064"/>
                  </a:lnTo>
                  <a:lnTo>
                    <a:pt x="3834733" y="1264843"/>
                  </a:lnTo>
                  <a:lnTo>
                    <a:pt x="3836926" y="1211262"/>
                  </a:lnTo>
                  <a:lnTo>
                    <a:pt x="3839120" y="974607"/>
                  </a:lnTo>
                  <a:lnTo>
                    <a:pt x="3841314" y="790879"/>
                  </a:lnTo>
                  <a:lnTo>
                    <a:pt x="3843508" y="776063"/>
                  </a:lnTo>
                  <a:lnTo>
                    <a:pt x="3845702" y="654024"/>
                  </a:lnTo>
                  <a:lnTo>
                    <a:pt x="3847895" y="649639"/>
                  </a:lnTo>
                  <a:lnTo>
                    <a:pt x="3850089" y="579997"/>
                  </a:lnTo>
                  <a:lnTo>
                    <a:pt x="3852283" y="425976"/>
                  </a:lnTo>
                  <a:lnTo>
                    <a:pt x="3854477" y="520648"/>
                  </a:lnTo>
                  <a:lnTo>
                    <a:pt x="3856670" y="409608"/>
                  </a:lnTo>
                  <a:lnTo>
                    <a:pt x="3858864" y="539724"/>
                  </a:lnTo>
                  <a:lnTo>
                    <a:pt x="3861058" y="572019"/>
                  </a:lnTo>
                  <a:lnTo>
                    <a:pt x="3863252" y="538032"/>
                  </a:lnTo>
                  <a:lnTo>
                    <a:pt x="3865446" y="554491"/>
                  </a:lnTo>
                  <a:lnTo>
                    <a:pt x="3867639" y="551093"/>
                  </a:lnTo>
                  <a:lnTo>
                    <a:pt x="3869833" y="486603"/>
                  </a:lnTo>
                  <a:lnTo>
                    <a:pt x="3872027" y="476381"/>
                  </a:lnTo>
                  <a:lnTo>
                    <a:pt x="3874221" y="382117"/>
                  </a:lnTo>
                  <a:lnTo>
                    <a:pt x="3876415" y="305395"/>
                  </a:lnTo>
                  <a:lnTo>
                    <a:pt x="3878608" y="301648"/>
                  </a:lnTo>
                  <a:lnTo>
                    <a:pt x="3880802" y="22905"/>
                  </a:lnTo>
                  <a:lnTo>
                    <a:pt x="3882996" y="42452"/>
                  </a:lnTo>
                  <a:lnTo>
                    <a:pt x="3885190" y="1906"/>
                  </a:lnTo>
                  <a:lnTo>
                    <a:pt x="3887383" y="93530"/>
                  </a:lnTo>
                  <a:lnTo>
                    <a:pt x="3889577" y="133870"/>
                  </a:lnTo>
                  <a:lnTo>
                    <a:pt x="3891771" y="225745"/>
                  </a:lnTo>
                  <a:lnTo>
                    <a:pt x="3893965" y="251913"/>
                  </a:lnTo>
                  <a:lnTo>
                    <a:pt x="3896159" y="235679"/>
                  </a:lnTo>
                  <a:lnTo>
                    <a:pt x="3898352" y="311160"/>
                  </a:lnTo>
                  <a:lnTo>
                    <a:pt x="3900546" y="410703"/>
                  </a:lnTo>
                  <a:lnTo>
                    <a:pt x="3902740" y="506236"/>
                  </a:lnTo>
                  <a:lnTo>
                    <a:pt x="3904934" y="578531"/>
                  </a:lnTo>
                  <a:lnTo>
                    <a:pt x="3907128" y="625957"/>
                  </a:lnTo>
                  <a:lnTo>
                    <a:pt x="3909321" y="629472"/>
                  </a:lnTo>
                  <a:lnTo>
                    <a:pt x="3911515" y="696579"/>
                  </a:lnTo>
                  <a:lnTo>
                    <a:pt x="3913709" y="730129"/>
                  </a:lnTo>
                  <a:lnTo>
                    <a:pt x="3915903" y="812902"/>
                  </a:lnTo>
                  <a:lnTo>
                    <a:pt x="3918096" y="843909"/>
                  </a:lnTo>
                  <a:lnTo>
                    <a:pt x="3920290" y="886393"/>
                  </a:lnTo>
                  <a:lnTo>
                    <a:pt x="3922484" y="995915"/>
                  </a:lnTo>
                  <a:lnTo>
                    <a:pt x="3924678" y="1052937"/>
                  </a:lnTo>
                  <a:lnTo>
                    <a:pt x="3926872" y="1056953"/>
                  </a:lnTo>
                  <a:lnTo>
                    <a:pt x="3929065" y="1201759"/>
                  </a:lnTo>
                  <a:lnTo>
                    <a:pt x="3931259" y="1397737"/>
                  </a:lnTo>
                  <a:lnTo>
                    <a:pt x="3933453" y="1467975"/>
                  </a:lnTo>
                  <a:lnTo>
                    <a:pt x="3935647" y="1644514"/>
                  </a:lnTo>
                  <a:lnTo>
                    <a:pt x="3937840" y="1687930"/>
                  </a:lnTo>
                  <a:lnTo>
                    <a:pt x="3940034" y="1751636"/>
                  </a:lnTo>
                  <a:lnTo>
                    <a:pt x="3942228" y="1829313"/>
                  </a:lnTo>
                  <a:lnTo>
                    <a:pt x="3944422" y="1905884"/>
                  </a:lnTo>
                  <a:lnTo>
                    <a:pt x="3946616" y="1896685"/>
                  </a:lnTo>
                  <a:lnTo>
                    <a:pt x="3948809" y="1913321"/>
                  </a:lnTo>
                  <a:lnTo>
                    <a:pt x="3951003" y="1913473"/>
                  </a:lnTo>
                  <a:lnTo>
                    <a:pt x="3953197" y="1966485"/>
                  </a:lnTo>
                  <a:lnTo>
                    <a:pt x="3955391" y="1906917"/>
                  </a:lnTo>
                  <a:lnTo>
                    <a:pt x="3957585" y="1885590"/>
                  </a:lnTo>
                  <a:lnTo>
                    <a:pt x="3959778" y="1773145"/>
                  </a:lnTo>
                  <a:lnTo>
                    <a:pt x="3961972" y="1603470"/>
                  </a:lnTo>
                  <a:lnTo>
                    <a:pt x="3964166" y="1588440"/>
                  </a:lnTo>
                  <a:lnTo>
                    <a:pt x="3966360" y="1543089"/>
                  </a:lnTo>
                  <a:lnTo>
                    <a:pt x="3968553" y="1471497"/>
                  </a:lnTo>
                  <a:lnTo>
                    <a:pt x="3970747" y="1529161"/>
                  </a:lnTo>
                  <a:lnTo>
                    <a:pt x="3972941" y="1626942"/>
                  </a:lnTo>
                  <a:lnTo>
                    <a:pt x="3975135" y="1677099"/>
                  </a:lnTo>
                  <a:lnTo>
                    <a:pt x="3977329" y="1621006"/>
                  </a:lnTo>
                  <a:lnTo>
                    <a:pt x="3979522" y="1583691"/>
                  </a:lnTo>
                  <a:lnTo>
                    <a:pt x="3981716" y="1462408"/>
                  </a:lnTo>
                  <a:lnTo>
                    <a:pt x="3983910" y="1392649"/>
                  </a:lnTo>
                  <a:lnTo>
                    <a:pt x="3986104" y="1314878"/>
                  </a:lnTo>
                  <a:lnTo>
                    <a:pt x="3988297" y="1279250"/>
                  </a:lnTo>
                  <a:lnTo>
                    <a:pt x="3990491" y="1280479"/>
                  </a:lnTo>
                  <a:lnTo>
                    <a:pt x="3992685" y="1223844"/>
                  </a:lnTo>
                  <a:lnTo>
                    <a:pt x="3994879" y="1223628"/>
                  </a:lnTo>
                  <a:lnTo>
                    <a:pt x="3997073" y="1245864"/>
                  </a:lnTo>
                  <a:lnTo>
                    <a:pt x="3999266" y="1227438"/>
                  </a:lnTo>
                  <a:lnTo>
                    <a:pt x="4001460" y="1248801"/>
                  </a:lnTo>
                  <a:lnTo>
                    <a:pt x="4003654" y="1220762"/>
                  </a:lnTo>
                  <a:lnTo>
                    <a:pt x="4005848" y="1282871"/>
                  </a:lnTo>
                  <a:lnTo>
                    <a:pt x="4008042" y="1323568"/>
                  </a:lnTo>
                  <a:lnTo>
                    <a:pt x="4010235" y="1364714"/>
                  </a:lnTo>
                  <a:lnTo>
                    <a:pt x="4012429" y="1396479"/>
                  </a:lnTo>
                  <a:lnTo>
                    <a:pt x="4014623" y="1415575"/>
                  </a:lnTo>
                  <a:lnTo>
                    <a:pt x="4016817" y="1465090"/>
                  </a:lnTo>
                  <a:lnTo>
                    <a:pt x="4019010" y="1469377"/>
                  </a:lnTo>
                  <a:lnTo>
                    <a:pt x="4021204" y="1476238"/>
                  </a:lnTo>
                  <a:lnTo>
                    <a:pt x="4023398" y="1395856"/>
                  </a:lnTo>
                  <a:lnTo>
                    <a:pt x="4025592" y="1412196"/>
                  </a:lnTo>
                  <a:lnTo>
                    <a:pt x="4027786" y="1476367"/>
                  </a:lnTo>
                  <a:lnTo>
                    <a:pt x="4029979" y="1460586"/>
                  </a:lnTo>
                  <a:lnTo>
                    <a:pt x="4032173" y="1479799"/>
                  </a:lnTo>
                  <a:lnTo>
                    <a:pt x="4034367" y="1446476"/>
                  </a:lnTo>
                  <a:lnTo>
                    <a:pt x="4036561" y="1598679"/>
                  </a:lnTo>
                  <a:lnTo>
                    <a:pt x="4038755" y="1727558"/>
                  </a:lnTo>
                  <a:lnTo>
                    <a:pt x="4040948" y="1655703"/>
                  </a:lnTo>
                  <a:lnTo>
                    <a:pt x="4043142" y="1710127"/>
                  </a:lnTo>
                  <a:lnTo>
                    <a:pt x="4045336" y="1547128"/>
                  </a:lnTo>
                  <a:lnTo>
                    <a:pt x="4047530" y="1440633"/>
                  </a:lnTo>
                  <a:lnTo>
                    <a:pt x="4049723" y="1440168"/>
                  </a:lnTo>
                  <a:lnTo>
                    <a:pt x="4051917" y="1427457"/>
                  </a:lnTo>
                  <a:lnTo>
                    <a:pt x="4054111" y="1412796"/>
                  </a:lnTo>
                  <a:lnTo>
                    <a:pt x="4056305" y="1390415"/>
                  </a:lnTo>
                  <a:lnTo>
                    <a:pt x="4058499" y="1435372"/>
                  </a:lnTo>
                  <a:lnTo>
                    <a:pt x="4060692" y="1423669"/>
                  </a:lnTo>
                  <a:lnTo>
                    <a:pt x="4062886" y="1399179"/>
                  </a:lnTo>
                  <a:lnTo>
                    <a:pt x="4065080" y="1432920"/>
                  </a:lnTo>
                  <a:lnTo>
                    <a:pt x="4067274" y="1417145"/>
                  </a:lnTo>
                  <a:lnTo>
                    <a:pt x="4069467" y="1480757"/>
                  </a:lnTo>
                  <a:lnTo>
                    <a:pt x="4071661" y="1436727"/>
                  </a:lnTo>
                  <a:lnTo>
                    <a:pt x="4073855" y="1458276"/>
                  </a:lnTo>
                  <a:lnTo>
                    <a:pt x="4076049" y="1483304"/>
                  </a:lnTo>
                  <a:lnTo>
                    <a:pt x="4078243" y="1493627"/>
                  </a:lnTo>
                  <a:lnTo>
                    <a:pt x="4080436" y="1615941"/>
                  </a:lnTo>
                  <a:lnTo>
                    <a:pt x="4082630" y="1729422"/>
                  </a:lnTo>
                  <a:lnTo>
                    <a:pt x="4084824" y="1811511"/>
                  </a:lnTo>
                  <a:lnTo>
                    <a:pt x="4087018" y="1885379"/>
                  </a:lnTo>
                  <a:lnTo>
                    <a:pt x="4089212" y="1899015"/>
                  </a:lnTo>
                  <a:lnTo>
                    <a:pt x="4091405" y="1995109"/>
                  </a:lnTo>
                  <a:lnTo>
                    <a:pt x="4093599" y="2027637"/>
                  </a:lnTo>
                  <a:lnTo>
                    <a:pt x="4095793" y="2034778"/>
                  </a:lnTo>
                  <a:lnTo>
                    <a:pt x="4097987" y="2048304"/>
                  </a:lnTo>
                  <a:lnTo>
                    <a:pt x="4100180" y="2030694"/>
                  </a:lnTo>
                  <a:lnTo>
                    <a:pt x="4102374" y="1979395"/>
                  </a:lnTo>
                  <a:lnTo>
                    <a:pt x="4104568" y="1988554"/>
                  </a:lnTo>
                  <a:lnTo>
                    <a:pt x="4106762" y="1903994"/>
                  </a:lnTo>
                  <a:lnTo>
                    <a:pt x="4108956" y="1912190"/>
                  </a:lnTo>
                  <a:lnTo>
                    <a:pt x="4111149" y="1894822"/>
                  </a:lnTo>
                  <a:lnTo>
                    <a:pt x="4113343" y="1837245"/>
                  </a:lnTo>
                  <a:lnTo>
                    <a:pt x="4115537" y="1859008"/>
                  </a:lnTo>
                  <a:lnTo>
                    <a:pt x="4117731" y="1808414"/>
                  </a:lnTo>
                  <a:lnTo>
                    <a:pt x="4119924" y="1756758"/>
                  </a:lnTo>
                  <a:lnTo>
                    <a:pt x="4122118" y="1769494"/>
                  </a:lnTo>
                  <a:lnTo>
                    <a:pt x="4124312" y="1818219"/>
                  </a:lnTo>
                  <a:lnTo>
                    <a:pt x="4126506" y="1838043"/>
                  </a:lnTo>
                  <a:lnTo>
                    <a:pt x="4128700" y="1811322"/>
                  </a:lnTo>
                  <a:lnTo>
                    <a:pt x="4130893" y="1860760"/>
                  </a:lnTo>
                  <a:lnTo>
                    <a:pt x="4133087" y="1922194"/>
                  </a:lnTo>
                  <a:lnTo>
                    <a:pt x="4135281" y="1883698"/>
                  </a:lnTo>
                  <a:lnTo>
                    <a:pt x="4137475" y="1853436"/>
                  </a:lnTo>
                  <a:lnTo>
                    <a:pt x="4139669" y="1821616"/>
                  </a:lnTo>
                  <a:lnTo>
                    <a:pt x="4141862" y="1811180"/>
                  </a:lnTo>
                  <a:lnTo>
                    <a:pt x="4144056" y="1810066"/>
                  </a:lnTo>
                  <a:lnTo>
                    <a:pt x="4146250" y="1759454"/>
                  </a:lnTo>
                  <a:lnTo>
                    <a:pt x="4148444" y="1777145"/>
                  </a:lnTo>
                  <a:lnTo>
                    <a:pt x="4150637" y="1895331"/>
                  </a:lnTo>
                  <a:lnTo>
                    <a:pt x="4152831" y="1946066"/>
                  </a:lnTo>
                  <a:lnTo>
                    <a:pt x="4155025" y="1989880"/>
                  </a:lnTo>
                  <a:lnTo>
                    <a:pt x="4157219" y="2004605"/>
                  </a:lnTo>
                  <a:lnTo>
                    <a:pt x="4159413" y="2002809"/>
                  </a:lnTo>
                  <a:lnTo>
                    <a:pt x="4161606" y="1964379"/>
                  </a:lnTo>
                  <a:lnTo>
                    <a:pt x="4163800" y="1939919"/>
                  </a:lnTo>
                  <a:lnTo>
                    <a:pt x="4165994" y="1895728"/>
                  </a:lnTo>
                  <a:lnTo>
                    <a:pt x="4168188" y="1831931"/>
                  </a:lnTo>
                  <a:lnTo>
                    <a:pt x="4170381" y="1832880"/>
                  </a:lnTo>
                  <a:lnTo>
                    <a:pt x="4172575" y="1732956"/>
                  </a:lnTo>
                  <a:lnTo>
                    <a:pt x="4174769" y="1621280"/>
                  </a:lnTo>
                  <a:lnTo>
                    <a:pt x="4176963" y="1574033"/>
                  </a:lnTo>
                  <a:lnTo>
                    <a:pt x="4179157" y="1541917"/>
                  </a:lnTo>
                  <a:lnTo>
                    <a:pt x="4181350" y="1501359"/>
                  </a:lnTo>
                  <a:lnTo>
                    <a:pt x="4183544" y="1499870"/>
                  </a:lnTo>
                  <a:lnTo>
                    <a:pt x="4185738" y="1455640"/>
                  </a:lnTo>
                  <a:lnTo>
                    <a:pt x="4187932" y="1419800"/>
                  </a:lnTo>
                  <a:lnTo>
                    <a:pt x="4190126" y="1389970"/>
                  </a:lnTo>
                  <a:lnTo>
                    <a:pt x="4192319" y="1356871"/>
                  </a:lnTo>
                  <a:lnTo>
                    <a:pt x="4194513" y="1374878"/>
                  </a:lnTo>
                  <a:lnTo>
                    <a:pt x="4196707" y="1350259"/>
                  </a:lnTo>
                  <a:lnTo>
                    <a:pt x="4198901" y="1355929"/>
                  </a:lnTo>
                  <a:lnTo>
                    <a:pt x="4201094" y="1375021"/>
                  </a:lnTo>
                  <a:lnTo>
                    <a:pt x="4203288" y="1386890"/>
                  </a:lnTo>
                  <a:lnTo>
                    <a:pt x="4205482" y="1415054"/>
                  </a:lnTo>
                  <a:lnTo>
                    <a:pt x="4207676" y="1422588"/>
                  </a:lnTo>
                  <a:lnTo>
                    <a:pt x="4209870" y="1451107"/>
                  </a:lnTo>
                  <a:lnTo>
                    <a:pt x="4212063" y="1469981"/>
                  </a:lnTo>
                  <a:lnTo>
                    <a:pt x="4214257" y="1494273"/>
                  </a:lnTo>
                  <a:lnTo>
                    <a:pt x="4216451" y="1489256"/>
                  </a:lnTo>
                  <a:lnTo>
                    <a:pt x="4218645" y="1501495"/>
                  </a:lnTo>
                  <a:lnTo>
                    <a:pt x="4220839" y="1496186"/>
                  </a:lnTo>
                  <a:lnTo>
                    <a:pt x="4223032" y="1484847"/>
                  </a:lnTo>
                  <a:lnTo>
                    <a:pt x="4225226" y="1545362"/>
                  </a:lnTo>
                  <a:lnTo>
                    <a:pt x="4227420" y="1464075"/>
                  </a:lnTo>
                  <a:lnTo>
                    <a:pt x="4229614" y="1543951"/>
                  </a:lnTo>
                  <a:lnTo>
                    <a:pt x="4231807" y="1541375"/>
                  </a:lnTo>
                  <a:lnTo>
                    <a:pt x="4234001" y="1515103"/>
                  </a:lnTo>
                  <a:lnTo>
                    <a:pt x="4236195" y="1576911"/>
                  </a:lnTo>
                  <a:lnTo>
                    <a:pt x="4238389" y="1505829"/>
                  </a:lnTo>
                  <a:lnTo>
                    <a:pt x="4240583" y="1594144"/>
                  </a:lnTo>
                  <a:lnTo>
                    <a:pt x="4242776" y="1589552"/>
                  </a:lnTo>
                  <a:lnTo>
                    <a:pt x="4244970" y="1585712"/>
                  </a:lnTo>
                  <a:lnTo>
                    <a:pt x="4247164" y="1618814"/>
                  </a:lnTo>
                  <a:lnTo>
                    <a:pt x="4249358" y="1580528"/>
                  </a:lnTo>
                  <a:lnTo>
                    <a:pt x="4251551" y="1555669"/>
                  </a:lnTo>
                  <a:lnTo>
                    <a:pt x="4253745" y="1606124"/>
                  </a:lnTo>
                  <a:lnTo>
                    <a:pt x="4255939" y="1567045"/>
                  </a:lnTo>
                  <a:lnTo>
                    <a:pt x="4258133" y="1610517"/>
                  </a:lnTo>
                  <a:lnTo>
                    <a:pt x="4260327" y="1626484"/>
                  </a:lnTo>
                  <a:lnTo>
                    <a:pt x="4262520" y="1689682"/>
                  </a:lnTo>
                  <a:lnTo>
                    <a:pt x="4264714" y="1744445"/>
                  </a:lnTo>
                  <a:lnTo>
                    <a:pt x="4266908" y="1799576"/>
                  </a:lnTo>
                  <a:lnTo>
                    <a:pt x="4269102" y="1726376"/>
                  </a:lnTo>
                  <a:lnTo>
                    <a:pt x="4271296" y="1642466"/>
                  </a:lnTo>
                  <a:lnTo>
                    <a:pt x="4273489" y="1768921"/>
                  </a:lnTo>
                  <a:lnTo>
                    <a:pt x="4275683" y="1694256"/>
                  </a:lnTo>
                  <a:lnTo>
                    <a:pt x="4277877" y="1741735"/>
                  </a:lnTo>
                  <a:lnTo>
                    <a:pt x="4280071" y="1630800"/>
                  </a:lnTo>
                  <a:lnTo>
                    <a:pt x="4282264" y="1579478"/>
                  </a:lnTo>
                  <a:lnTo>
                    <a:pt x="4284458" y="1605927"/>
                  </a:lnTo>
                  <a:lnTo>
                    <a:pt x="4286652" y="1506660"/>
                  </a:lnTo>
                  <a:lnTo>
                    <a:pt x="4288846" y="1523669"/>
                  </a:lnTo>
                  <a:lnTo>
                    <a:pt x="4291040" y="1529699"/>
                  </a:lnTo>
                  <a:lnTo>
                    <a:pt x="4293233" y="1463791"/>
                  </a:lnTo>
                  <a:lnTo>
                    <a:pt x="4295427" y="1432680"/>
                  </a:lnTo>
                  <a:lnTo>
                    <a:pt x="4297621" y="1397062"/>
                  </a:lnTo>
                  <a:lnTo>
                    <a:pt x="4299815" y="1348496"/>
                  </a:lnTo>
                  <a:lnTo>
                    <a:pt x="4302008" y="1357855"/>
                  </a:lnTo>
                  <a:lnTo>
                    <a:pt x="4304202" y="1345014"/>
                  </a:lnTo>
                  <a:lnTo>
                    <a:pt x="4306396" y="1304912"/>
                  </a:lnTo>
                  <a:lnTo>
                    <a:pt x="4308590" y="1340459"/>
                  </a:lnTo>
                  <a:lnTo>
                    <a:pt x="4310784" y="1327740"/>
                  </a:lnTo>
                  <a:lnTo>
                    <a:pt x="4312977" y="1287408"/>
                  </a:lnTo>
                  <a:lnTo>
                    <a:pt x="4315171" y="1320809"/>
                  </a:lnTo>
                  <a:lnTo>
                    <a:pt x="4317365" y="1296450"/>
                  </a:lnTo>
                  <a:lnTo>
                    <a:pt x="4319559" y="1307812"/>
                  </a:lnTo>
                  <a:lnTo>
                    <a:pt x="4321753" y="1324292"/>
                  </a:lnTo>
                  <a:lnTo>
                    <a:pt x="4323946" y="1367726"/>
                  </a:lnTo>
                  <a:lnTo>
                    <a:pt x="4326140" y="1375535"/>
                  </a:lnTo>
                  <a:lnTo>
                    <a:pt x="4328334" y="1329614"/>
                  </a:lnTo>
                  <a:lnTo>
                    <a:pt x="4330528" y="1367580"/>
                  </a:lnTo>
                  <a:lnTo>
                    <a:pt x="4332721" y="1306999"/>
                  </a:lnTo>
                  <a:lnTo>
                    <a:pt x="4334915" y="1343589"/>
                  </a:lnTo>
                  <a:lnTo>
                    <a:pt x="4337109" y="1347654"/>
                  </a:lnTo>
                  <a:lnTo>
                    <a:pt x="4339303" y="1365701"/>
                  </a:lnTo>
                  <a:lnTo>
                    <a:pt x="4341497" y="1419684"/>
                  </a:lnTo>
                  <a:lnTo>
                    <a:pt x="4343690" y="1437306"/>
                  </a:lnTo>
                  <a:lnTo>
                    <a:pt x="4345884" y="1461820"/>
                  </a:lnTo>
                  <a:lnTo>
                    <a:pt x="4348078" y="1499759"/>
                  </a:lnTo>
                  <a:lnTo>
                    <a:pt x="4350272" y="1583031"/>
                  </a:lnTo>
                  <a:lnTo>
                    <a:pt x="4352466" y="1591091"/>
                  </a:lnTo>
                  <a:lnTo>
                    <a:pt x="4354659" y="1549829"/>
                  </a:lnTo>
                  <a:lnTo>
                    <a:pt x="4356853" y="1674276"/>
                  </a:lnTo>
                  <a:lnTo>
                    <a:pt x="4359047" y="1712648"/>
                  </a:lnTo>
                  <a:lnTo>
                    <a:pt x="4361241" y="1701850"/>
                  </a:lnTo>
                  <a:lnTo>
                    <a:pt x="4363434" y="1602435"/>
                  </a:lnTo>
                  <a:lnTo>
                    <a:pt x="4365628" y="1541854"/>
                  </a:lnTo>
                  <a:lnTo>
                    <a:pt x="4367822" y="1601554"/>
                  </a:lnTo>
                  <a:lnTo>
                    <a:pt x="4370016" y="1606422"/>
                  </a:lnTo>
                  <a:lnTo>
                    <a:pt x="4372210" y="1633399"/>
                  </a:lnTo>
                  <a:lnTo>
                    <a:pt x="4374403" y="1658281"/>
                  </a:lnTo>
                  <a:lnTo>
                    <a:pt x="4376597" y="1621612"/>
                  </a:lnTo>
                  <a:lnTo>
                    <a:pt x="4378791" y="1625925"/>
                  </a:lnTo>
                  <a:lnTo>
                    <a:pt x="4380985" y="1655476"/>
                  </a:lnTo>
                  <a:lnTo>
                    <a:pt x="4383178" y="1613647"/>
                  </a:lnTo>
                  <a:lnTo>
                    <a:pt x="4385372" y="1624332"/>
                  </a:lnTo>
                  <a:lnTo>
                    <a:pt x="4387566" y="1583019"/>
                  </a:lnTo>
                  <a:lnTo>
                    <a:pt x="4389760" y="1627821"/>
                  </a:lnTo>
                  <a:lnTo>
                    <a:pt x="4391954" y="1670126"/>
                  </a:lnTo>
                  <a:lnTo>
                    <a:pt x="4394147" y="1616827"/>
                  </a:lnTo>
                  <a:lnTo>
                    <a:pt x="4396341" y="1591459"/>
                  </a:lnTo>
                  <a:lnTo>
                    <a:pt x="4398535" y="1646556"/>
                  </a:lnTo>
                  <a:lnTo>
                    <a:pt x="4400729" y="1593858"/>
                  </a:lnTo>
                  <a:lnTo>
                    <a:pt x="4402923" y="1602548"/>
                  </a:lnTo>
                  <a:lnTo>
                    <a:pt x="4405116" y="1535592"/>
                  </a:lnTo>
                  <a:lnTo>
                    <a:pt x="4407310" y="1532579"/>
                  </a:lnTo>
                  <a:lnTo>
                    <a:pt x="4409504" y="1683265"/>
                  </a:lnTo>
                  <a:lnTo>
                    <a:pt x="4411698" y="1622663"/>
                  </a:lnTo>
                  <a:lnTo>
                    <a:pt x="4413891" y="1730839"/>
                  </a:lnTo>
                  <a:lnTo>
                    <a:pt x="4416085" y="1723342"/>
                  </a:lnTo>
                  <a:lnTo>
                    <a:pt x="4418279" y="1721541"/>
                  </a:lnTo>
                  <a:lnTo>
                    <a:pt x="4420473" y="1622120"/>
                  </a:lnTo>
                  <a:lnTo>
                    <a:pt x="4422667" y="1587079"/>
                  </a:lnTo>
                  <a:lnTo>
                    <a:pt x="4424860" y="1599762"/>
                  </a:lnTo>
                  <a:lnTo>
                    <a:pt x="4427054" y="1603033"/>
                  </a:lnTo>
                  <a:lnTo>
                    <a:pt x="4429248" y="1557250"/>
                  </a:lnTo>
                  <a:lnTo>
                    <a:pt x="4431442" y="1601184"/>
                  </a:lnTo>
                  <a:lnTo>
                    <a:pt x="4433635" y="1571459"/>
                  </a:lnTo>
                  <a:lnTo>
                    <a:pt x="4435829" y="1552941"/>
                  </a:lnTo>
                  <a:lnTo>
                    <a:pt x="4438023" y="1548380"/>
                  </a:lnTo>
                  <a:lnTo>
                    <a:pt x="4440217" y="1552793"/>
                  </a:lnTo>
                  <a:lnTo>
                    <a:pt x="4442411" y="1599721"/>
                  </a:lnTo>
                  <a:lnTo>
                    <a:pt x="4444604" y="1589778"/>
                  </a:lnTo>
                  <a:lnTo>
                    <a:pt x="4446798" y="1563723"/>
                  </a:lnTo>
                  <a:lnTo>
                    <a:pt x="4448992" y="1582581"/>
                  </a:lnTo>
                  <a:lnTo>
                    <a:pt x="4451186" y="1587690"/>
                  </a:lnTo>
                  <a:lnTo>
                    <a:pt x="4453380" y="1664317"/>
                  </a:lnTo>
                  <a:lnTo>
                    <a:pt x="4455573" y="1672544"/>
                  </a:lnTo>
                  <a:lnTo>
                    <a:pt x="4457767" y="1724670"/>
                  </a:lnTo>
                  <a:lnTo>
                    <a:pt x="4459961" y="1746381"/>
                  </a:lnTo>
                  <a:lnTo>
                    <a:pt x="4462155" y="1901968"/>
                  </a:lnTo>
                  <a:lnTo>
                    <a:pt x="4464348" y="1945410"/>
                  </a:lnTo>
                  <a:lnTo>
                    <a:pt x="4466542" y="1914626"/>
                  </a:lnTo>
                  <a:lnTo>
                    <a:pt x="4468736" y="1901089"/>
                  </a:lnTo>
                  <a:lnTo>
                    <a:pt x="4470930" y="1948004"/>
                  </a:lnTo>
                  <a:lnTo>
                    <a:pt x="4473124" y="1986993"/>
                  </a:lnTo>
                  <a:lnTo>
                    <a:pt x="4475317" y="1962713"/>
                  </a:lnTo>
                  <a:lnTo>
                    <a:pt x="4477511" y="1907102"/>
                  </a:lnTo>
                  <a:lnTo>
                    <a:pt x="4479705" y="1840112"/>
                  </a:lnTo>
                  <a:lnTo>
                    <a:pt x="4481899" y="1663329"/>
                  </a:lnTo>
                  <a:lnTo>
                    <a:pt x="4484093" y="1664075"/>
                  </a:lnTo>
                  <a:lnTo>
                    <a:pt x="4486286" y="1543844"/>
                  </a:lnTo>
                  <a:lnTo>
                    <a:pt x="4488480" y="1531110"/>
                  </a:lnTo>
                  <a:lnTo>
                    <a:pt x="4490674" y="1478845"/>
                  </a:lnTo>
                  <a:lnTo>
                    <a:pt x="4492868" y="1455416"/>
                  </a:lnTo>
                  <a:lnTo>
                    <a:pt x="4495061" y="1544717"/>
                  </a:lnTo>
                  <a:lnTo>
                    <a:pt x="4497255" y="1507457"/>
                  </a:lnTo>
                  <a:lnTo>
                    <a:pt x="4499449" y="1575166"/>
                  </a:lnTo>
                  <a:lnTo>
                    <a:pt x="4501643" y="1654789"/>
                  </a:lnTo>
                  <a:lnTo>
                    <a:pt x="4503837" y="1766194"/>
                  </a:lnTo>
                  <a:lnTo>
                    <a:pt x="4506030" y="1849996"/>
                  </a:lnTo>
                  <a:lnTo>
                    <a:pt x="4508224" y="1733980"/>
                  </a:lnTo>
                  <a:lnTo>
                    <a:pt x="4510418" y="1762622"/>
                  </a:lnTo>
                  <a:lnTo>
                    <a:pt x="4512612" y="1832600"/>
                  </a:lnTo>
                  <a:lnTo>
                    <a:pt x="4514805" y="1960698"/>
                  </a:lnTo>
                  <a:lnTo>
                    <a:pt x="4516999" y="1980149"/>
                  </a:lnTo>
                  <a:lnTo>
                    <a:pt x="4519193" y="1964921"/>
                  </a:lnTo>
                  <a:lnTo>
                    <a:pt x="4521387" y="1925400"/>
                  </a:lnTo>
                  <a:lnTo>
                    <a:pt x="4523581" y="1963053"/>
                  </a:lnTo>
                  <a:lnTo>
                    <a:pt x="4525774" y="1920661"/>
                  </a:lnTo>
                  <a:lnTo>
                    <a:pt x="4527968" y="1925063"/>
                  </a:lnTo>
                  <a:lnTo>
                    <a:pt x="4530162" y="1993028"/>
                  </a:lnTo>
                  <a:lnTo>
                    <a:pt x="4532356" y="2007665"/>
                  </a:lnTo>
                  <a:lnTo>
                    <a:pt x="4534550" y="1921977"/>
                  </a:lnTo>
                  <a:lnTo>
                    <a:pt x="4536743" y="1839640"/>
                  </a:lnTo>
                  <a:lnTo>
                    <a:pt x="4538937" y="1836628"/>
                  </a:lnTo>
                  <a:lnTo>
                    <a:pt x="4541131" y="1838624"/>
                  </a:lnTo>
                  <a:lnTo>
                    <a:pt x="4543325" y="1802692"/>
                  </a:lnTo>
                  <a:lnTo>
                    <a:pt x="4545518" y="1795364"/>
                  </a:lnTo>
                  <a:lnTo>
                    <a:pt x="4547712" y="1790161"/>
                  </a:lnTo>
                  <a:lnTo>
                    <a:pt x="4549906" y="1894387"/>
                  </a:lnTo>
                  <a:lnTo>
                    <a:pt x="4552100" y="1948099"/>
                  </a:lnTo>
                  <a:lnTo>
                    <a:pt x="4554294" y="2008065"/>
                  </a:lnTo>
                  <a:lnTo>
                    <a:pt x="4556487" y="2024161"/>
                  </a:lnTo>
                  <a:lnTo>
                    <a:pt x="4558681" y="2031865"/>
                  </a:lnTo>
                  <a:lnTo>
                    <a:pt x="4560875" y="2054374"/>
                  </a:lnTo>
                  <a:lnTo>
                    <a:pt x="4563069" y="2056860"/>
                  </a:lnTo>
                  <a:lnTo>
                    <a:pt x="4565262" y="2097105"/>
                  </a:lnTo>
                  <a:lnTo>
                    <a:pt x="4567456" y="2113776"/>
                  </a:lnTo>
                  <a:lnTo>
                    <a:pt x="4569650" y="2077832"/>
                  </a:lnTo>
                  <a:lnTo>
                    <a:pt x="4571844" y="2032304"/>
                  </a:lnTo>
                  <a:lnTo>
                    <a:pt x="4574038" y="1983847"/>
                  </a:lnTo>
                  <a:lnTo>
                    <a:pt x="4576231" y="1937576"/>
                  </a:lnTo>
                  <a:lnTo>
                    <a:pt x="4578425" y="1905411"/>
                  </a:lnTo>
                  <a:lnTo>
                    <a:pt x="4580619" y="1902094"/>
                  </a:lnTo>
                  <a:lnTo>
                    <a:pt x="4582813" y="1934268"/>
                  </a:lnTo>
                  <a:lnTo>
                    <a:pt x="4585007" y="1841293"/>
                  </a:lnTo>
                  <a:lnTo>
                    <a:pt x="4587200" y="1790322"/>
                  </a:lnTo>
                  <a:lnTo>
                    <a:pt x="4589394" y="1742202"/>
                  </a:lnTo>
                  <a:lnTo>
                    <a:pt x="4591588" y="1600856"/>
                  </a:lnTo>
                  <a:lnTo>
                    <a:pt x="4593782" y="1695335"/>
                  </a:lnTo>
                  <a:lnTo>
                    <a:pt x="4595975" y="1583594"/>
                  </a:lnTo>
                  <a:lnTo>
                    <a:pt x="4598169" y="1560077"/>
                  </a:lnTo>
                  <a:lnTo>
                    <a:pt x="4600363" y="1572965"/>
                  </a:lnTo>
                  <a:lnTo>
                    <a:pt x="4602557" y="1516561"/>
                  </a:lnTo>
                  <a:lnTo>
                    <a:pt x="4604751" y="1584427"/>
                  </a:lnTo>
                  <a:lnTo>
                    <a:pt x="4606944" y="1572280"/>
                  </a:lnTo>
                  <a:lnTo>
                    <a:pt x="4609138" y="1593673"/>
                  </a:lnTo>
                  <a:lnTo>
                    <a:pt x="4611332" y="1670687"/>
                  </a:lnTo>
                  <a:lnTo>
                    <a:pt x="4613526" y="1718783"/>
                  </a:lnTo>
                  <a:lnTo>
                    <a:pt x="4615720" y="1804834"/>
                  </a:lnTo>
                  <a:lnTo>
                    <a:pt x="4617913" y="1752163"/>
                  </a:lnTo>
                  <a:lnTo>
                    <a:pt x="4620107" y="1780438"/>
                  </a:lnTo>
                  <a:lnTo>
                    <a:pt x="4622301" y="1837154"/>
                  </a:lnTo>
                  <a:lnTo>
                    <a:pt x="4624495" y="1827543"/>
                  </a:lnTo>
                  <a:lnTo>
                    <a:pt x="4626688" y="1865312"/>
                  </a:lnTo>
                  <a:lnTo>
                    <a:pt x="4628882" y="1972642"/>
                  </a:lnTo>
                  <a:lnTo>
                    <a:pt x="4631076" y="1955851"/>
                  </a:lnTo>
                  <a:lnTo>
                    <a:pt x="4633270" y="1991526"/>
                  </a:lnTo>
                  <a:lnTo>
                    <a:pt x="4635464" y="1977064"/>
                  </a:lnTo>
                  <a:lnTo>
                    <a:pt x="4637657" y="1981353"/>
                  </a:lnTo>
                  <a:lnTo>
                    <a:pt x="4639851" y="1939335"/>
                  </a:lnTo>
                  <a:lnTo>
                    <a:pt x="4642045" y="1928846"/>
                  </a:lnTo>
                  <a:lnTo>
                    <a:pt x="4644239" y="1818303"/>
                  </a:lnTo>
                  <a:lnTo>
                    <a:pt x="4646432" y="1758095"/>
                  </a:lnTo>
                  <a:lnTo>
                    <a:pt x="4648626" y="1715257"/>
                  </a:lnTo>
                  <a:lnTo>
                    <a:pt x="4650820" y="1630631"/>
                  </a:lnTo>
                  <a:lnTo>
                    <a:pt x="4653014" y="1618991"/>
                  </a:lnTo>
                  <a:lnTo>
                    <a:pt x="4655208" y="1579468"/>
                  </a:lnTo>
                  <a:lnTo>
                    <a:pt x="4657401" y="1603561"/>
                  </a:lnTo>
                  <a:lnTo>
                    <a:pt x="4659595" y="1700362"/>
                  </a:lnTo>
                  <a:lnTo>
                    <a:pt x="4661789" y="1734172"/>
                  </a:lnTo>
                  <a:lnTo>
                    <a:pt x="4663983" y="1809835"/>
                  </a:lnTo>
                  <a:lnTo>
                    <a:pt x="4666177" y="1753637"/>
                  </a:lnTo>
                  <a:lnTo>
                    <a:pt x="4668370" y="1812607"/>
                  </a:lnTo>
                  <a:lnTo>
                    <a:pt x="4670564" y="1746735"/>
                  </a:lnTo>
                  <a:lnTo>
                    <a:pt x="4672758" y="1697894"/>
                  </a:lnTo>
                  <a:lnTo>
                    <a:pt x="4674952" y="1720012"/>
                  </a:lnTo>
                  <a:lnTo>
                    <a:pt x="4677145" y="1680159"/>
                  </a:lnTo>
                  <a:lnTo>
                    <a:pt x="4679339" y="1723030"/>
                  </a:lnTo>
                  <a:lnTo>
                    <a:pt x="4681533" y="1728163"/>
                  </a:lnTo>
                  <a:lnTo>
                    <a:pt x="4683727" y="1799474"/>
                  </a:lnTo>
                  <a:lnTo>
                    <a:pt x="4685921" y="1815959"/>
                  </a:lnTo>
                  <a:lnTo>
                    <a:pt x="4688114" y="1789256"/>
                  </a:lnTo>
                  <a:lnTo>
                    <a:pt x="4690308" y="1764441"/>
                  </a:lnTo>
                  <a:lnTo>
                    <a:pt x="4692502" y="1742331"/>
                  </a:lnTo>
                  <a:lnTo>
                    <a:pt x="4694696" y="1717574"/>
                  </a:lnTo>
                  <a:lnTo>
                    <a:pt x="4696889" y="1702512"/>
                  </a:lnTo>
                  <a:lnTo>
                    <a:pt x="4699083" y="1678729"/>
                  </a:lnTo>
                  <a:lnTo>
                    <a:pt x="4701277" y="1666615"/>
                  </a:lnTo>
                  <a:lnTo>
                    <a:pt x="4703471" y="1680531"/>
                  </a:lnTo>
                  <a:lnTo>
                    <a:pt x="4705665" y="1666743"/>
                  </a:lnTo>
                  <a:lnTo>
                    <a:pt x="4707858" y="1734832"/>
                  </a:lnTo>
                  <a:lnTo>
                    <a:pt x="4710052" y="1766912"/>
                  </a:lnTo>
                  <a:lnTo>
                    <a:pt x="4712246" y="1766676"/>
                  </a:lnTo>
                  <a:lnTo>
                    <a:pt x="4714440" y="1803631"/>
                  </a:lnTo>
                  <a:lnTo>
                    <a:pt x="4716634" y="1768678"/>
                  </a:lnTo>
                  <a:lnTo>
                    <a:pt x="4718827" y="1785880"/>
                  </a:lnTo>
                  <a:lnTo>
                    <a:pt x="4721021" y="1738292"/>
                  </a:lnTo>
                  <a:lnTo>
                    <a:pt x="4723215" y="1651334"/>
                  </a:lnTo>
                  <a:lnTo>
                    <a:pt x="4725409" y="1665204"/>
                  </a:lnTo>
                  <a:lnTo>
                    <a:pt x="4727602" y="1641682"/>
                  </a:lnTo>
                  <a:lnTo>
                    <a:pt x="4729796" y="1627703"/>
                  </a:lnTo>
                  <a:lnTo>
                    <a:pt x="4731990" y="1589522"/>
                  </a:lnTo>
                  <a:lnTo>
                    <a:pt x="4734184" y="1594971"/>
                  </a:lnTo>
                  <a:lnTo>
                    <a:pt x="4736378" y="1636033"/>
                  </a:lnTo>
                  <a:lnTo>
                    <a:pt x="4738571" y="1622843"/>
                  </a:lnTo>
                  <a:lnTo>
                    <a:pt x="4740765" y="1632777"/>
                  </a:lnTo>
                  <a:lnTo>
                    <a:pt x="4742959" y="1643757"/>
                  </a:lnTo>
                  <a:lnTo>
                    <a:pt x="4745153" y="1671703"/>
                  </a:lnTo>
                  <a:lnTo>
                    <a:pt x="4747346" y="1696257"/>
                  </a:lnTo>
                  <a:lnTo>
                    <a:pt x="4749540" y="1709369"/>
                  </a:lnTo>
                  <a:lnTo>
                    <a:pt x="4751734" y="1725165"/>
                  </a:lnTo>
                  <a:lnTo>
                    <a:pt x="4753928" y="1748710"/>
                  </a:lnTo>
                  <a:lnTo>
                    <a:pt x="4756122" y="1797178"/>
                  </a:lnTo>
                  <a:lnTo>
                    <a:pt x="4758315" y="1804718"/>
                  </a:lnTo>
                  <a:lnTo>
                    <a:pt x="4760509" y="1748240"/>
                  </a:lnTo>
                  <a:lnTo>
                    <a:pt x="4762703" y="1681505"/>
                  </a:lnTo>
                  <a:lnTo>
                    <a:pt x="4764897" y="1725528"/>
                  </a:lnTo>
                  <a:lnTo>
                    <a:pt x="4767091" y="1707503"/>
                  </a:lnTo>
                  <a:lnTo>
                    <a:pt x="4769284" y="1690101"/>
                  </a:lnTo>
                  <a:lnTo>
                    <a:pt x="4771478" y="1694849"/>
                  </a:lnTo>
                  <a:lnTo>
                    <a:pt x="4773672" y="1784812"/>
                  </a:lnTo>
                  <a:lnTo>
                    <a:pt x="4775866" y="1738066"/>
                  </a:lnTo>
                  <a:lnTo>
                    <a:pt x="4778059" y="1678253"/>
                  </a:lnTo>
                  <a:lnTo>
                    <a:pt x="4780253" y="1608569"/>
                  </a:lnTo>
                  <a:lnTo>
                    <a:pt x="4782447" y="1628351"/>
                  </a:lnTo>
                  <a:lnTo>
                    <a:pt x="4784641" y="1675582"/>
                  </a:lnTo>
                  <a:lnTo>
                    <a:pt x="4786835" y="1672474"/>
                  </a:lnTo>
                  <a:lnTo>
                    <a:pt x="4789028" y="1742369"/>
                  </a:lnTo>
                  <a:lnTo>
                    <a:pt x="4791222" y="1772858"/>
                  </a:lnTo>
                  <a:lnTo>
                    <a:pt x="4793416" y="1896752"/>
                  </a:lnTo>
                  <a:lnTo>
                    <a:pt x="4795610" y="1916046"/>
                  </a:lnTo>
                  <a:lnTo>
                    <a:pt x="4797804" y="1835896"/>
                  </a:lnTo>
                  <a:lnTo>
                    <a:pt x="4799997" y="1741520"/>
                  </a:lnTo>
                  <a:lnTo>
                    <a:pt x="4802191" y="1685169"/>
                  </a:lnTo>
                  <a:lnTo>
                    <a:pt x="4804385" y="1672687"/>
                  </a:lnTo>
                  <a:lnTo>
                    <a:pt x="4806579" y="1638362"/>
                  </a:lnTo>
                  <a:lnTo>
                    <a:pt x="4808772" y="1568621"/>
                  </a:lnTo>
                  <a:lnTo>
                    <a:pt x="4810966" y="1578902"/>
                  </a:lnTo>
                  <a:lnTo>
                    <a:pt x="4813160" y="1556344"/>
                  </a:lnTo>
                  <a:lnTo>
                    <a:pt x="4815354" y="1558919"/>
                  </a:lnTo>
                  <a:lnTo>
                    <a:pt x="4817548" y="1554800"/>
                  </a:lnTo>
                  <a:lnTo>
                    <a:pt x="4819741" y="1548766"/>
                  </a:lnTo>
                  <a:lnTo>
                    <a:pt x="4821935" y="1571407"/>
                  </a:lnTo>
                  <a:lnTo>
                    <a:pt x="4824129" y="1588542"/>
                  </a:lnTo>
                  <a:lnTo>
                    <a:pt x="4826323" y="1565028"/>
                  </a:lnTo>
                  <a:lnTo>
                    <a:pt x="4828516" y="1627584"/>
                  </a:lnTo>
                  <a:lnTo>
                    <a:pt x="4830710" y="1614931"/>
                  </a:lnTo>
                  <a:lnTo>
                    <a:pt x="4832904" y="1634920"/>
                  </a:lnTo>
                  <a:lnTo>
                    <a:pt x="4835098" y="1665598"/>
                  </a:lnTo>
                  <a:lnTo>
                    <a:pt x="4837292" y="1638328"/>
                  </a:lnTo>
                  <a:lnTo>
                    <a:pt x="4839485" y="1678925"/>
                  </a:lnTo>
                  <a:lnTo>
                    <a:pt x="4841679" y="1710310"/>
                  </a:lnTo>
                  <a:lnTo>
                    <a:pt x="4843873" y="1672913"/>
                  </a:lnTo>
                  <a:lnTo>
                    <a:pt x="4846067" y="1674832"/>
                  </a:lnTo>
                  <a:lnTo>
                    <a:pt x="4848261" y="1702753"/>
                  </a:lnTo>
                  <a:lnTo>
                    <a:pt x="4850454" y="1742116"/>
                  </a:lnTo>
                  <a:lnTo>
                    <a:pt x="4852648" y="1680827"/>
                  </a:lnTo>
                  <a:lnTo>
                    <a:pt x="4854842" y="1697102"/>
                  </a:lnTo>
                  <a:lnTo>
                    <a:pt x="4857036" y="1659540"/>
                  </a:lnTo>
                  <a:lnTo>
                    <a:pt x="4859229" y="1658188"/>
                  </a:lnTo>
                  <a:lnTo>
                    <a:pt x="4861423" y="1682637"/>
                  </a:lnTo>
                  <a:lnTo>
                    <a:pt x="4863617" y="1626353"/>
                  </a:lnTo>
                  <a:lnTo>
                    <a:pt x="4865811" y="1743867"/>
                  </a:lnTo>
                  <a:lnTo>
                    <a:pt x="4868005" y="1696253"/>
                  </a:lnTo>
                  <a:lnTo>
                    <a:pt x="4870198" y="1748252"/>
                  </a:lnTo>
                  <a:lnTo>
                    <a:pt x="4872392" y="1795583"/>
                  </a:lnTo>
                  <a:lnTo>
                    <a:pt x="4874586" y="1782777"/>
                  </a:lnTo>
                  <a:lnTo>
                    <a:pt x="4876780" y="1882180"/>
                  </a:lnTo>
                  <a:lnTo>
                    <a:pt x="4878973" y="1943738"/>
                  </a:lnTo>
                  <a:lnTo>
                    <a:pt x="4881167" y="1989328"/>
                  </a:lnTo>
                  <a:lnTo>
                    <a:pt x="4883361" y="2015968"/>
                  </a:lnTo>
                  <a:lnTo>
                    <a:pt x="4885555" y="2016802"/>
                  </a:lnTo>
                  <a:lnTo>
                    <a:pt x="4887749" y="2035426"/>
                  </a:lnTo>
                  <a:lnTo>
                    <a:pt x="4889942" y="2024393"/>
                  </a:lnTo>
                  <a:lnTo>
                    <a:pt x="4892136" y="2041209"/>
                  </a:lnTo>
                  <a:lnTo>
                    <a:pt x="4894330" y="2014780"/>
                  </a:lnTo>
                  <a:lnTo>
                    <a:pt x="4896524" y="1999505"/>
                  </a:lnTo>
                  <a:lnTo>
                    <a:pt x="4898718" y="1965947"/>
                  </a:lnTo>
                  <a:lnTo>
                    <a:pt x="4900911" y="1940216"/>
                  </a:lnTo>
                  <a:lnTo>
                    <a:pt x="4903105" y="1985543"/>
                  </a:lnTo>
                  <a:lnTo>
                    <a:pt x="4905299" y="1997040"/>
                  </a:lnTo>
                  <a:lnTo>
                    <a:pt x="4907493" y="2045207"/>
                  </a:lnTo>
                  <a:lnTo>
                    <a:pt x="4909686" y="2059150"/>
                  </a:lnTo>
                  <a:lnTo>
                    <a:pt x="4911880" y="2101387"/>
                  </a:lnTo>
                  <a:lnTo>
                    <a:pt x="4914074" y="2124845"/>
                  </a:lnTo>
                  <a:lnTo>
                    <a:pt x="4916268" y="2146192"/>
                  </a:lnTo>
                  <a:lnTo>
                    <a:pt x="4918462" y="2180722"/>
                  </a:lnTo>
                  <a:lnTo>
                    <a:pt x="4920655" y="2175205"/>
                  </a:lnTo>
                  <a:lnTo>
                    <a:pt x="4922849" y="2204058"/>
                  </a:lnTo>
                  <a:lnTo>
                    <a:pt x="4925043" y="2202226"/>
                  </a:lnTo>
                  <a:lnTo>
                    <a:pt x="4927237" y="2222170"/>
                  </a:lnTo>
                  <a:lnTo>
                    <a:pt x="4929431" y="2234149"/>
                  </a:lnTo>
                  <a:lnTo>
                    <a:pt x="4931624" y="2227756"/>
                  </a:lnTo>
                  <a:lnTo>
                    <a:pt x="4933818" y="2208802"/>
                  </a:lnTo>
                  <a:lnTo>
                    <a:pt x="4936012" y="2232603"/>
                  </a:lnTo>
                  <a:lnTo>
                    <a:pt x="4938206" y="2221463"/>
                  </a:lnTo>
                  <a:lnTo>
                    <a:pt x="4940399" y="2218459"/>
                  </a:lnTo>
                  <a:lnTo>
                    <a:pt x="4942593" y="2202424"/>
                  </a:lnTo>
                  <a:lnTo>
                    <a:pt x="4944787" y="2165851"/>
                  </a:lnTo>
                  <a:lnTo>
                    <a:pt x="4946981" y="2193454"/>
                  </a:lnTo>
                  <a:lnTo>
                    <a:pt x="4949175" y="2140257"/>
                  </a:lnTo>
                  <a:lnTo>
                    <a:pt x="4951368" y="2133789"/>
                  </a:lnTo>
                  <a:lnTo>
                    <a:pt x="4953562" y="2136311"/>
                  </a:lnTo>
                  <a:lnTo>
                    <a:pt x="4955756" y="2134788"/>
                  </a:lnTo>
                  <a:lnTo>
                    <a:pt x="4957950" y="2184204"/>
                  </a:lnTo>
                  <a:lnTo>
                    <a:pt x="4960143" y="2174528"/>
                  </a:lnTo>
                  <a:lnTo>
                    <a:pt x="4962337" y="2199469"/>
                  </a:lnTo>
                  <a:lnTo>
                    <a:pt x="4964531" y="2202792"/>
                  </a:lnTo>
                  <a:lnTo>
                    <a:pt x="4966725" y="2189920"/>
                  </a:lnTo>
                  <a:lnTo>
                    <a:pt x="4968919" y="2222691"/>
                  </a:lnTo>
                  <a:lnTo>
                    <a:pt x="4971112" y="2203080"/>
                  </a:lnTo>
                  <a:lnTo>
                    <a:pt x="4973306" y="2221986"/>
                  </a:lnTo>
                  <a:lnTo>
                    <a:pt x="4975500" y="2233436"/>
                  </a:lnTo>
                  <a:lnTo>
                    <a:pt x="4977694" y="2230047"/>
                  </a:lnTo>
                  <a:lnTo>
                    <a:pt x="4979888" y="2238840"/>
                  </a:lnTo>
                  <a:lnTo>
                    <a:pt x="4982081" y="2231789"/>
                  </a:lnTo>
                  <a:lnTo>
                    <a:pt x="4984275" y="2232116"/>
                  </a:lnTo>
                  <a:lnTo>
                    <a:pt x="4986469" y="2229035"/>
                  </a:lnTo>
                  <a:lnTo>
                    <a:pt x="4988663" y="2219691"/>
                  </a:lnTo>
                  <a:lnTo>
                    <a:pt x="4990856" y="2211611"/>
                  </a:lnTo>
                  <a:lnTo>
                    <a:pt x="4993050" y="2214582"/>
                  </a:lnTo>
                  <a:lnTo>
                    <a:pt x="4995244" y="2214960"/>
                  </a:lnTo>
                  <a:lnTo>
                    <a:pt x="4997438" y="2217348"/>
                  </a:lnTo>
                  <a:lnTo>
                    <a:pt x="4999632" y="2201763"/>
                  </a:lnTo>
                  <a:lnTo>
                    <a:pt x="5001825" y="2192269"/>
                  </a:lnTo>
                  <a:lnTo>
                    <a:pt x="5004019" y="2182681"/>
                  </a:lnTo>
                  <a:lnTo>
                    <a:pt x="5006213" y="2194980"/>
                  </a:lnTo>
                  <a:lnTo>
                    <a:pt x="5008407" y="2205847"/>
                  </a:lnTo>
                  <a:lnTo>
                    <a:pt x="5010600" y="2219233"/>
                  </a:lnTo>
                  <a:lnTo>
                    <a:pt x="5012794" y="2221128"/>
                  </a:lnTo>
                  <a:lnTo>
                    <a:pt x="5014988" y="2227010"/>
                  </a:lnTo>
                  <a:lnTo>
                    <a:pt x="5017182" y="2231232"/>
                  </a:lnTo>
                  <a:lnTo>
                    <a:pt x="5019376" y="2232460"/>
                  </a:lnTo>
                  <a:lnTo>
                    <a:pt x="5021569" y="2232040"/>
                  </a:lnTo>
                  <a:lnTo>
                    <a:pt x="5023763" y="2233578"/>
                  </a:lnTo>
                  <a:lnTo>
                    <a:pt x="5025957" y="2236418"/>
                  </a:lnTo>
                  <a:lnTo>
                    <a:pt x="5028151" y="2236418"/>
                  </a:lnTo>
                  <a:lnTo>
                    <a:pt x="5030345" y="2236418"/>
                  </a:lnTo>
                  <a:lnTo>
                    <a:pt x="5032538" y="2236418"/>
                  </a:lnTo>
                  <a:lnTo>
                    <a:pt x="5034732" y="2235234"/>
                  </a:lnTo>
                  <a:lnTo>
                    <a:pt x="5036926" y="2235045"/>
                  </a:lnTo>
                  <a:lnTo>
                    <a:pt x="5039120" y="2235045"/>
                  </a:lnTo>
                  <a:lnTo>
                    <a:pt x="5041313" y="2235045"/>
                  </a:lnTo>
                  <a:lnTo>
                    <a:pt x="5043507" y="2234838"/>
                  </a:lnTo>
                  <a:lnTo>
                    <a:pt x="5045701" y="2236604"/>
                  </a:lnTo>
                  <a:lnTo>
                    <a:pt x="5047895" y="2233721"/>
                  </a:lnTo>
                  <a:lnTo>
                    <a:pt x="5050089" y="2240955"/>
                  </a:lnTo>
                  <a:lnTo>
                    <a:pt x="5050089" y="2240955"/>
                  </a:lnTo>
                  <a:lnTo>
                    <a:pt x="5052282" y="2240955"/>
                  </a:lnTo>
                  <a:lnTo>
                    <a:pt x="5054476" y="2237967"/>
                  </a:lnTo>
                  <a:lnTo>
                    <a:pt x="5056670" y="2234453"/>
                  </a:lnTo>
                  <a:lnTo>
                    <a:pt x="5058864" y="2233553"/>
                  </a:lnTo>
                  <a:lnTo>
                    <a:pt x="5061058" y="2233494"/>
                  </a:lnTo>
                  <a:lnTo>
                    <a:pt x="5063251" y="2230956"/>
                  </a:lnTo>
                  <a:lnTo>
                    <a:pt x="5065445" y="2234696"/>
                  </a:lnTo>
                  <a:lnTo>
                    <a:pt x="5067639" y="2236740"/>
                  </a:lnTo>
                  <a:lnTo>
                    <a:pt x="5069833" y="2227400"/>
                  </a:lnTo>
                  <a:lnTo>
                    <a:pt x="5072026" y="2232753"/>
                  </a:lnTo>
                  <a:lnTo>
                    <a:pt x="5074220" y="2232857"/>
                  </a:lnTo>
                  <a:lnTo>
                    <a:pt x="5076414" y="2236643"/>
                  </a:lnTo>
                  <a:lnTo>
                    <a:pt x="5078608" y="2238696"/>
                  </a:lnTo>
                  <a:lnTo>
                    <a:pt x="5080802" y="2231584"/>
                  </a:lnTo>
                  <a:lnTo>
                    <a:pt x="5082995" y="2224474"/>
                  </a:lnTo>
                  <a:lnTo>
                    <a:pt x="5085189" y="2214611"/>
                  </a:lnTo>
                  <a:lnTo>
                    <a:pt x="5087383" y="2229917"/>
                  </a:lnTo>
                  <a:lnTo>
                    <a:pt x="5089577" y="2208550"/>
                  </a:lnTo>
                  <a:lnTo>
                    <a:pt x="5091770" y="2226821"/>
                  </a:lnTo>
                  <a:lnTo>
                    <a:pt x="5093964" y="2217548"/>
                  </a:lnTo>
                  <a:lnTo>
                    <a:pt x="5096158" y="2199535"/>
                  </a:lnTo>
                  <a:lnTo>
                    <a:pt x="5098352" y="2210045"/>
                  </a:lnTo>
                  <a:lnTo>
                    <a:pt x="5100546" y="2150225"/>
                  </a:lnTo>
                  <a:lnTo>
                    <a:pt x="5102739" y="2148368"/>
                  </a:lnTo>
                  <a:lnTo>
                    <a:pt x="5104933" y="2154493"/>
                  </a:lnTo>
                  <a:lnTo>
                    <a:pt x="5107127" y="2150436"/>
                  </a:lnTo>
                  <a:lnTo>
                    <a:pt x="5109321" y="2179786"/>
                  </a:lnTo>
                  <a:lnTo>
                    <a:pt x="5111515" y="2157645"/>
                  </a:lnTo>
                  <a:lnTo>
                    <a:pt x="5113708" y="2194748"/>
                  </a:lnTo>
                  <a:lnTo>
                    <a:pt x="5115902" y="2202430"/>
                  </a:lnTo>
                  <a:lnTo>
                    <a:pt x="5118096" y="2201490"/>
                  </a:lnTo>
                  <a:lnTo>
                    <a:pt x="5120290" y="2218191"/>
                  </a:lnTo>
                  <a:lnTo>
                    <a:pt x="5122483" y="2209102"/>
                  </a:lnTo>
                  <a:lnTo>
                    <a:pt x="5124677" y="2226759"/>
                  </a:lnTo>
                  <a:lnTo>
                    <a:pt x="5126871" y="2227414"/>
                  </a:lnTo>
                  <a:lnTo>
                    <a:pt x="5129065" y="2231627"/>
                  </a:lnTo>
                  <a:lnTo>
                    <a:pt x="5131259" y="2229854"/>
                  </a:lnTo>
                  <a:lnTo>
                    <a:pt x="5133452" y="2230811"/>
                  </a:lnTo>
                  <a:lnTo>
                    <a:pt x="5135646" y="2226799"/>
                  </a:lnTo>
                  <a:lnTo>
                    <a:pt x="5137840" y="2223882"/>
                  </a:lnTo>
                  <a:lnTo>
                    <a:pt x="5140034" y="2223402"/>
                  </a:lnTo>
                  <a:lnTo>
                    <a:pt x="5142227" y="2227937"/>
                  </a:lnTo>
                  <a:lnTo>
                    <a:pt x="5144421" y="2203341"/>
                  </a:lnTo>
                  <a:lnTo>
                    <a:pt x="5146615" y="2203091"/>
                  </a:lnTo>
                  <a:lnTo>
                    <a:pt x="5148809" y="2195995"/>
                  </a:lnTo>
                  <a:lnTo>
                    <a:pt x="5151003" y="2199403"/>
                  </a:lnTo>
                  <a:lnTo>
                    <a:pt x="5153196" y="2194165"/>
                  </a:lnTo>
                  <a:lnTo>
                    <a:pt x="5155390" y="2163096"/>
                  </a:lnTo>
                  <a:lnTo>
                    <a:pt x="5157584" y="2146319"/>
                  </a:lnTo>
                  <a:lnTo>
                    <a:pt x="5159778" y="2110752"/>
                  </a:lnTo>
                  <a:lnTo>
                    <a:pt x="5161972" y="2112662"/>
                  </a:lnTo>
                  <a:lnTo>
                    <a:pt x="5164165" y="2073927"/>
                  </a:lnTo>
                  <a:lnTo>
                    <a:pt x="5166359" y="2029291"/>
                  </a:lnTo>
                  <a:lnTo>
                    <a:pt x="5168553" y="2088350"/>
                  </a:lnTo>
                  <a:lnTo>
                    <a:pt x="5170747" y="2122775"/>
                  </a:lnTo>
                  <a:lnTo>
                    <a:pt x="5172940" y="2149289"/>
                  </a:lnTo>
                  <a:lnTo>
                    <a:pt x="5175134" y="2174110"/>
                  </a:lnTo>
                  <a:lnTo>
                    <a:pt x="5177328" y="2179808"/>
                  </a:lnTo>
                  <a:lnTo>
                    <a:pt x="5179522" y="2196081"/>
                  </a:lnTo>
                  <a:lnTo>
                    <a:pt x="5181716" y="2192387"/>
                  </a:lnTo>
                  <a:lnTo>
                    <a:pt x="5183909" y="2202349"/>
                  </a:lnTo>
                  <a:lnTo>
                    <a:pt x="5186103" y="2200013"/>
                  </a:lnTo>
                  <a:lnTo>
                    <a:pt x="5188297" y="2211641"/>
                  </a:lnTo>
                  <a:lnTo>
                    <a:pt x="5190491" y="2238387"/>
                  </a:lnTo>
                  <a:lnTo>
                    <a:pt x="5192685" y="2238362"/>
                  </a:lnTo>
                  <a:lnTo>
                    <a:pt x="5194878" y="2240955"/>
                  </a:lnTo>
                  <a:lnTo>
                    <a:pt x="5194878" y="2240955"/>
                  </a:lnTo>
                  <a:lnTo>
                    <a:pt x="5197072" y="2240955"/>
                  </a:lnTo>
                  <a:lnTo>
                    <a:pt x="5199266" y="2240955"/>
                  </a:lnTo>
                  <a:lnTo>
                    <a:pt x="5201460" y="2240837"/>
                  </a:lnTo>
                  <a:lnTo>
                    <a:pt x="5203653" y="2236982"/>
                  </a:lnTo>
                  <a:lnTo>
                    <a:pt x="5205847" y="2235406"/>
                  </a:lnTo>
                  <a:lnTo>
                    <a:pt x="5208041" y="2235246"/>
                  </a:lnTo>
                  <a:lnTo>
                    <a:pt x="5210235" y="2236088"/>
                  </a:lnTo>
                  <a:lnTo>
                    <a:pt x="5212429" y="2239135"/>
                  </a:lnTo>
                  <a:lnTo>
                    <a:pt x="5214622" y="2240955"/>
                  </a:lnTo>
                  <a:lnTo>
                    <a:pt x="5214622" y="2240955"/>
                  </a:lnTo>
                  <a:lnTo>
                    <a:pt x="5216816" y="2240955"/>
                  </a:lnTo>
                  <a:lnTo>
                    <a:pt x="5219010" y="2240955"/>
                  </a:lnTo>
                  <a:lnTo>
                    <a:pt x="5221204" y="2240955"/>
                  </a:lnTo>
                  <a:lnTo>
                    <a:pt x="5223397" y="2240955"/>
                  </a:lnTo>
                  <a:lnTo>
                    <a:pt x="5225591" y="2240955"/>
                  </a:lnTo>
                  <a:lnTo>
                    <a:pt x="5227785" y="2240955"/>
                  </a:lnTo>
                  <a:lnTo>
                    <a:pt x="5229979" y="2240955"/>
                  </a:lnTo>
                  <a:lnTo>
                    <a:pt x="5232173" y="2240955"/>
                  </a:lnTo>
                  <a:lnTo>
                    <a:pt x="5234366" y="2240955"/>
                  </a:lnTo>
                  <a:lnTo>
                    <a:pt x="5236560" y="2240955"/>
                  </a:lnTo>
                  <a:lnTo>
                    <a:pt x="5238754" y="2240955"/>
                  </a:lnTo>
                  <a:lnTo>
                    <a:pt x="5240948" y="2240955"/>
                  </a:lnTo>
                  <a:lnTo>
                    <a:pt x="5243142" y="2240955"/>
                  </a:lnTo>
                  <a:lnTo>
                    <a:pt x="5245335" y="2240955"/>
                  </a:lnTo>
                  <a:lnTo>
                    <a:pt x="5247529" y="2240955"/>
                  </a:lnTo>
                  <a:lnTo>
                    <a:pt x="5249723" y="2240955"/>
                  </a:lnTo>
                  <a:lnTo>
                    <a:pt x="5251917" y="2240955"/>
                  </a:lnTo>
                  <a:lnTo>
                    <a:pt x="5254110" y="2240955"/>
                  </a:lnTo>
                  <a:lnTo>
                    <a:pt x="5256304" y="2240955"/>
                  </a:lnTo>
                  <a:lnTo>
                    <a:pt x="5258498" y="2240955"/>
                  </a:lnTo>
                  <a:lnTo>
                    <a:pt x="5260692" y="2240955"/>
                  </a:lnTo>
                  <a:lnTo>
                    <a:pt x="5262886" y="2240955"/>
                  </a:lnTo>
                  <a:lnTo>
                    <a:pt x="5265079" y="2231196"/>
                  </a:lnTo>
                  <a:lnTo>
                    <a:pt x="5267273" y="2220521"/>
                  </a:lnTo>
                  <a:lnTo>
                    <a:pt x="5269467" y="2227888"/>
                  </a:lnTo>
                  <a:lnTo>
                    <a:pt x="5271661" y="2224327"/>
                  </a:lnTo>
                  <a:lnTo>
                    <a:pt x="5273854" y="2217853"/>
                  </a:lnTo>
                  <a:lnTo>
                    <a:pt x="5276048" y="2200619"/>
                  </a:lnTo>
                  <a:lnTo>
                    <a:pt x="5278242" y="2169740"/>
                  </a:lnTo>
                  <a:lnTo>
                    <a:pt x="5280436" y="2159680"/>
                  </a:lnTo>
                  <a:lnTo>
                    <a:pt x="5282630" y="2143600"/>
                  </a:lnTo>
                  <a:lnTo>
                    <a:pt x="5284823" y="2127504"/>
                  </a:lnTo>
                  <a:lnTo>
                    <a:pt x="5287017" y="2139678"/>
                  </a:lnTo>
                  <a:lnTo>
                    <a:pt x="5289211" y="2142042"/>
                  </a:lnTo>
                  <a:lnTo>
                    <a:pt x="5291405" y="2180541"/>
                  </a:lnTo>
                  <a:lnTo>
                    <a:pt x="5293599" y="2206576"/>
                  </a:lnTo>
                  <a:lnTo>
                    <a:pt x="5295792" y="2215795"/>
                  </a:lnTo>
                  <a:lnTo>
                    <a:pt x="5297986" y="2225007"/>
                  </a:lnTo>
                  <a:lnTo>
                    <a:pt x="5300180" y="2211972"/>
                  </a:lnTo>
                  <a:lnTo>
                    <a:pt x="5302374" y="2227065"/>
                  </a:lnTo>
                  <a:lnTo>
                    <a:pt x="5304567" y="2224813"/>
                  </a:lnTo>
                  <a:lnTo>
                    <a:pt x="5306761" y="2229050"/>
                  </a:lnTo>
                  <a:lnTo>
                    <a:pt x="5308955" y="2235026"/>
                  </a:lnTo>
                  <a:lnTo>
                    <a:pt x="5311149" y="2235674"/>
                  </a:lnTo>
                  <a:lnTo>
                    <a:pt x="5313343" y="2237283"/>
                  </a:lnTo>
                  <a:lnTo>
                    <a:pt x="5315536" y="2238268"/>
                  </a:lnTo>
                  <a:lnTo>
                    <a:pt x="5317730" y="2240394"/>
                  </a:lnTo>
                  <a:lnTo>
                    <a:pt x="5319924" y="2240955"/>
                  </a:lnTo>
                  <a:lnTo>
                    <a:pt x="5319924" y="2240955"/>
                  </a:lnTo>
                  <a:lnTo>
                    <a:pt x="5322118" y="2240955"/>
                  </a:lnTo>
                  <a:lnTo>
                    <a:pt x="5324311" y="2240955"/>
                  </a:lnTo>
                  <a:lnTo>
                    <a:pt x="5326505" y="2240955"/>
                  </a:lnTo>
                  <a:lnTo>
                    <a:pt x="5328699" y="2240955"/>
                  </a:lnTo>
                  <a:lnTo>
                    <a:pt x="5330893" y="2240955"/>
                  </a:lnTo>
                  <a:lnTo>
                    <a:pt x="5333087" y="2240955"/>
                  </a:lnTo>
                  <a:lnTo>
                    <a:pt x="5335280" y="2234303"/>
                  </a:lnTo>
                  <a:lnTo>
                    <a:pt x="5337474" y="2234303"/>
                  </a:lnTo>
                  <a:lnTo>
                    <a:pt x="5339668" y="2234851"/>
                  </a:lnTo>
                  <a:lnTo>
                    <a:pt x="5341862" y="2233748"/>
                  </a:lnTo>
                  <a:lnTo>
                    <a:pt x="5344056" y="2234638"/>
                  </a:lnTo>
                  <a:lnTo>
                    <a:pt x="5346249" y="2234475"/>
                  </a:lnTo>
                  <a:lnTo>
                    <a:pt x="5348443" y="2233207"/>
                  </a:lnTo>
                  <a:lnTo>
                    <a:pt x="5350637" y="2234201"/>
                  </a:lnTo>
                  <a:lnTo>
                    <a:pt x="5352831" y="2234201"/>
                  </a:lnTo>
                  <a:lnTo>
                    <a:pt x="5355024" y="2234201"/>
                  </a:lnTo>
                  <a:lnTo>
                    <a:pt x="5357218" y="2234201"/>
                  </a:lnTo>
                  <a:lnTo>
                    <a:pt x="5359412" y="2234201"/>
                  </a:lnTo>
                  <a:lnTo>
                    <a:pt x="5361606" y="2232706"/>
                  </a:lnTo>
                  <a:lnTo>
                    <a:pt x="5363800" y="2234201"/>
                  </a:lnTo>
                  <a:lnTo>
                    <a:pt x="5365993" y="2233748"/>
                  </a:lnTo>
                  <a:lnTo>
                    <a:pt x="5368187" y="2234638"/>
                  </a:lnTo>
                  <a:lnTo>
                    <a:pt x="5370381" y="2235364"/>
                  </a:lnTo>
                  <a:lnTo>
                    <a:pt x="5372575" y="2234947"/>
                  </a:lnTo>
                  <a:lnTo>
                    <a:pt x="5374769" y="2237127"/>
                  </a:lnTo>
                  <a:lnTo>
                    <a:pt x="5376962" y="2237127"/>
                  </a:lnTo>
                  <a:lnTo>
                    <a:pt x="5379156" y="2232698"/>
                  </a:lnTo>
                  <a:lnTo>
                    <a:pt x="5381350" y="2232193"/>
                  </a:lnTo>
                  <a:lnTo>
                    <a:pt x="5383544" y="2233396"/>
                  </a:lnTo>
                  <a:lnTo>
                    <a:pt x="5385737" y="2232879"/>
                  </a:lnTo>
                  <a:lnTo>
                    <a:pt x="5387931" y="2234201"/>
                  </a:lnTo>
                  <a:lnTo>
                    <a:pt x="5390125" y="2234201"/>
                  </a:lnTo>
                  <a:lnTo>
                    <a:pt x="5392319" y="2232766"/>
                  </a:lnTo>
                  <a:lnTo>
                    <a:pt x="5394513" y="2233784"/>
                  </a:lnTo>
                  <a:lnTo>
                    <a:pt x="5396706" y="2231015"/>
                  </a:lnTo>
                  <a:lnTo>
                    <a:pt x="5398900" y="2229531"/>
                  </a:lnTo>
                  <a:lnTo>
                    <a:pt x="5401094" y="2228885"/>
                  </a:lnTo>
                  <a:lnTo>
                    <a:pt x="5403288" y="2229836"/>
                  </a:lnTo>
                  <a:lnTo>
                    <a:pt x="5405481" y="2234475"/>
                  </a:lnTo>
                  <a:lnTo>
                    <a:pt x="5407675" y="2235364"/>
                  </a:lnTo>
                  <a:lnTo>
                    <a:pt x="5409869" y="2234947"/>
                  </a:lnTo>
                  <a:lnTo>
                    <a:pt x="5412063" y="2240955"/>
                  </a:lnTo>
                  <a:lnTo>
                    <a:pt x="5412063" y="2240955"/>
                  </a:lnTo>
                  <a:lnTo>
                    <a:pt x="5414257" y="2240955"/>
                  </a:lnTo>
                  <a:lnTo>
                    <a:pt x="5416450" y="2235401"/>
                  </a:lnTo>
                  <a:lnTo>
                    <a:pt x="5418644" y="2231085"/>
                  </a:lnTo>
                  <a:lnTo>
                    <a:pt x="5420838" y="2230357"/>
                  </a:lnTo>
                  <a:lnTo>
                    <a:pt x="5423032" y="2226630"/>
                  </a:lnTo>
                  <a:lnTo>
                    <a:pt x="5425226" y="2212052"/>
                  </a:lnTo>
                  <a:lnTo>
                    <a:pt x="5427419" y="2188150"/>
                  </a:lnTo>
                  <a:lnTo>
                    <a:pt x="5429613" y="2191383"/>
                  </a:lnTo>
                  <a:lnTo>
                    <a:pt x="5431807" y="2173658"/>
                  </a:lnTo>
                  <a:lnTo>
                    <a:pt x="5434001" y="2169856"/>
                  </a:lnTo>
                  <a:lnTo>
                    <a:pt x="5436194" y="2187822"/>
                  </a:lnTo>
                  <a:lnTo>
                    <a:pt x="5438388" y="2134254"/>
                  </a:lnTo>
                  <a:lnTo>
                    <a:pt x="5440582" y="2160020"/>
                  </a:lnTo>
                  <a:lnTo>
                    <a:pt x="5442776" y="2123344"/>
                  </a:lnTo>
                  <a:lnTo>
                    <a:pt x="5444970" y="2137950"/>
                  </a:lnTo>
                  <a:lnTo>
                    <a:pt x="5447163" y="2088220"/>
                  </a:lnTo>
                  <a:lnTo>
                    <a:pt x="5449357" y="2080910"/>
                  </a:lnTo>
                  <a:lnTo>
                    <a:pt x="5451551" y="2079457"/>
                  </a:lnTo>
                  <a:lnTo>
                    <a:pt x="5453745" y="2054193"/>
                  </a:lnTo>
                  <a:lnTo>
                    <a:pt x="5455938" y="2000890"/>
                  </a:lnTo>
                  <a:lnTo>
                    <a:pt x="5458132" y="2031311"/>
                  </a:lnTo>
                  <a:lnTo>
                    <a:pt x="5460326" y="2019885"/>
                  </a:lnTo>
                  <a:lnTo>
                    <a:pt x="5462520" y="2029518"/>
                  </a:lnTo>
                  <a:lnTo>
                    <a:pt x="5464714" y="1991158"/>
                  </a:lnTo>
                  <a:lnTo>
                    <a:pt x="5466907" y="1949898"/>
                  </a:lnTo>
                  <a:lnTo>
                    <a:pt x="5469101" y="1944393"/>
                  </a:lnTo>
                  <a:lnTo>
                    <a:pt x="5471295" y="1918293"/>
                  </a:lnTo>
                  <a:lnTo>
                    <a:pt x="5473489" y="1928923"/>
                  </a:lnTo>
                  <a:lnTo>
                    <a:pt x="5475683" y="1946957"/>
                  </a:lnTo>
                  <a:lnTo>
                    <a:pt x="5477876" y="1980063"/>
                  </a:lnTo>
                  <a:lnTo>
                    <a:pt x="5480070" y="1986562"/>
                  </a:lnTo>
                  <a:lnTo>
                    <a:pt x="5482264" y="2005365"/>
                  </a:lnTo>
                  <a:lnTo>
                    <a:pt x="5484458" y="2014560"/>
                  </a:lnTo>
                  <a:lnTo>
                    <a:pt x="5486651" y="1987270"/>
                  </a:lnTo>
                  <a:lnTo>
                    <a:pt x="5488845" y="2045722"/>
                  </a:lnTo>
                  <a:lnTo>
                    <a:pt x="5491039" y="2057563"/>
                  </a:lnTo>
                  <a:lnTo>
                    <a:pt x="5493233" y="2094144"/>
                  </a:lnTo>
                  <a:lnTo>
                    <a:pt x="5495427" y="2096847"/>
                  </a:lnTo>
                  <a:lnTo>
                    <a:pt x="5497620" y="2151031"/>
                  </a:lnTo>
                  <a:lnTo>
                    <a:pt x="5499814" y="2176704"/>
                  </a:lnTo>
                  <a:lnTo>
                    <a:pt x="5502008" y="2181781"/>
                  </a:lnTo>
                  <a:lnTo>
                    <a:pt x="5504202" y="2203496"/>
                  </a:lnTo>
                  <a:lnTo>
                    <a:pt x="5506396" y="2204988"/>
                  </a:lnTo>
                  <a:lnTo>
                    <a:pt x="5508589" y="2202278"/>
                  </a:lnTo>
                  <a:lnTo>
                    <a:pt x="5510783" y="2211931"/>
                  </a:lnTo>
                  <a:lnTo>
                    <a:pt x="5512977" y="2223405"/>
                  </a:lnTo>
                  <a:lnTo>
                    <a:pt x="5515171" y="2220053"/>
                  </a:lnTo>
                  <a:lnTo>
                    <a:pt x="5517364" y="2223762"/>
                  </a:lnTo>
                  <a:lnTo>
                    <a:pt x="5519558" y="2224497"/>
                  </a:lnTo>
                  <a:lnTo>
                    <a:pt x="5521752" y="2225396"/>
                  </a:lnTo>
                  <a:lnTo>
                    <a:pt x="5523946" y="2224078"/>
                  </a:lnTo>
                  <a:lnTo>
                    <a:pt x="5526140" y="2220577"/>
                  </a:lnTo>
                  <a:lnTo>
                    <a:pt x="5528333" y="2221466"/>
                  </a:lnTo>
                  <a:lnTo>
                    <a:pt x="5530527" y="2232406"/>
                  </a:lnTo>
                  <a:lnTo>
                    <a:pt x="5532721" y="2221994"/>
                  </a:lnTo>
                  <a:lnTo>
                    <a:pt x="5534915" y="2231046"/>
                  </a:lnTo>
                  <a:lnTo>
                    <a:pt x="5537108" y="2207672"/>
                  </a:lnTo>
                  <a:lnTo>
                    <a:pt x="5539302" y="2188156"/>
                  </a:lnTo>
                  <a:lnTo>
                    <a:pt x="5541496" y="2159977"/>
                  </a:lnTo>
                  <a:lnTo>
                    <a:pt x="5543690" y="2131860"/>
                  </a:lnTo>
                  <a:lnTo>
                    <a:pt x="5545884" y="2133549"/>
                  </a:lnTo>
                  <a:lnTo>
                    <a:pt x="5548077" y="2104184"/>
                  </a:lnTo>
                  <a:lnTo>
                    <a:pt x="5550271" y="2065317"/>
                  </a:lnTo>
                  <a:lnTo>
                    <a:pt x="5552465" y="2003316"/>
                  </a:lnTo>
                  <a:lnTo>
                    <a:pt x="5554659" y="1974746"/>
                  </a:lnTo>
                  <a:lnTo>
                    <a:pt x="5556853" y="1975006"/>
                  </a:lnTo>
                  <a:lnTo>
                    <a:pt x="5559046" y="1967388"/>
                  </a:lnTo>
                  <a:lnTo>
                    <a:pt x="5561240" y="1916469"/>
                  </a:lnTo>
                  <a:lnTo>
                    <a:pt x="5563434" y="1908658"/>
                  </a:lnTo>
                  <a:lnTo>
                    <a:pt x="5565628" y="1901404"/>
                  </a:lnTo>
                  <a:lnTo>
                    <a:pt x="5567821" y="1930654"/>
                  </a:lnTo>
                  <a:lnTo>
                    <a:pt x="5570015" y="1939770"/>
                  </a:lnTo>
                  <a:lnTo>
                    <a:pt x="5572209" y="1916529"/>
                  </a:lnTo>
                  <a:lnTo>
                    <a:pt x="5574403" y="1894645"/>
                  </a:lnTo>
                  <a:lnTo>
                    <a:pt x="5576597" y="1931614"/>
                  </a:lnTo>
                  <a:lnTo>
                    <a:pt x="5578790" y="1914186"/>
                  </a:lnTo>
                  <a:lnTo>
                    <a:pt x="5580984" y="1878683"/>
                  </a:lnTo>
                  <a:lnTo>
                    <a:pt x="5583178" y="1872401"/>
                  </a:lnTo>
                  <a:lnTo>
                    <a:pt x="5585372" y="1887170"/>
                  </a:lnTo>
                  <a:lnTo>
                    <a:pt x="5587565" y="1898248"/>
                  </a:lnTo>
                  <a:lnTo>
                    <a:pt x="5589759" y="1901972"/>
                  </a:lnTo>
                  <a:lnTo>
                    <a:pt x="5591953" y="1879285"/>
                  </a:lnTo>
                  <a:lnTo>
                    <a:pt x="5594147" y="1854531"/>
                  </a:lnTo>
                  <a:lnTo>
                    <a:pt x="5596341" y="1880945"/>
                  </a:lnTo>
                  <a:lnTo>
                    <a:pt x="5598534" y="1884690"/>
                  </a:lnTo>
                  <a:lnTo>
                    <a:pt x="5600728" y="1878847"/>
                  </a:lnTo>
                  <a:lnTo>
                    <a:pt x="5602922" y="1894317"/>
                  </a:lnTo>
                  <a:lnTo>
                    <a:pt x="5605116" y="1894549"/>
                  </a:lnTo>
                  <a:lnTo>
                    <a:pt x="5607310" y="1909944"/>
                  </a:lnTo>
                  <a:lnTo>
                    <a:pt x="5609503" y="1932003"/>
                  </a:lnTo>
                  <a:lnTo>
                    <a:pt x="5611697" y="1944423"/>
                  </a:lnTo>
                  <a:lnTo>
                    <a:pt x="5613891" y="2008728"/>
                  </a:lnTo>
                  <a:lnTo>
                    <a:pt x="5616085" y="2025082"/>
                  </a:lnTo>
                  <a:lnTo>
                    <a:pt x="5618278" y="2038740"/>
                  </a:lnTo>
                  <a:lnTo>
                    <a:pt x="5620472" y="2060966"/>
                  </a:lnTo>
                  <a:lnTo>
                    <a:pt x="5622666" y="2078179"/>
                  </a:lnTo>
                  <a:lnTo>
                    <a:pt x="5624860" y="2089413"/>
                  </a:lnTo>
                  <a:lnTo>
                    <a:pt x="5627054" y="2075360"/>
                  </a:lnTo>
                  <a:lnTo>
                    <a:pt x="5629247" y="2056774"/>
                  </a:lnTo>
                  <a:lnTo>
                    <a:pt x="5631441" y="2073293"/>
                  </a:lnTo>
                  <a:lnTo>
                    <a:pt x="5633635" y="2080260"/>
                  </a:lnTo>
                  <a:lnTo>
                    <a:pt x="5635829" y="2084555"/>
                  </a:lnTo>
                  <a:lnTo>
                    <a:pt x="5638023" y="2065967"/>
                  </a:lnTo>
                  <a:lnTo>
                    <a:pt x="5640216" y="2046651"/>
                  </a:lnTo>
                  <a:lnTo>
                    <a:pt x="5642410" y="2073479"/>
                  </a:lnTo>
                  <a:lnTo>
                    <a:pt x="5644604" y="2038941"/>
                  </a:lnTo>
                  <a:lnTo>
                    <a:pt x="5646798" y="2032343"/>
                  </a:lnTo>
                  <a:lnTo>
                    <a:pt x="5648991" y="2054508"/>
                  </a:lnTo>
                  <a:lnTo>
                    <a:pt x="5651185" y="2048486"/>
                  </a:lnTo>
                  <a:lnTo>
                    <a:pt x="5653379" y="2041007"/>
                  </a:lnTo>
                  <a:lnTo>
                    <a:pt x="5655573" y="2031756"/>
                  </a:lnTo>
                  <a:lnTo>
                    <a:pt x="5657767" y="2030851"/>
                  </a:lnTo>
                  <a:lnTo>
                    <a:pt x="5659960" y="2004968"/>
                  </a:lnTo>
                  <a:lnTo>
                    <a:pt x="5662154" y="2005200"/>
                  </a:lnTo>
                  <a:lnTo>
                    <a:pt x="5664348" y="2008944"/>
                  </a:lnTo>
                  <a:lnTo>
                    <a:pt x="5666542" y="1991603"/>
                  </a:lnTo>
                  <a:lnTo>
                    <a:pt x="5668735" y="1981570"/>
                  </a:lnTo>
                  <a:lnTo>
                    <a:pt x="5670929" y="1995893"/>
                  </a:lnTo>
                  <a:lnTo>
                    <a:pt x="5673123" y="1994627"/>
                  </a:lnTo>
                  <a:lnTo>
                    <a:pt x="5675317" y="1968412"/>
                  </a:lnTo>
                  <a:lnTo>
                    <a:pt x="5677511" y="1975602"/>
                  </a:lnTo>
                  <a:lnTo>
                    <a:pt x="5679704" y="1983241"/>
                  </a:lnTo>
                  <a:lnTo>
                    <a:pt x="5681898" y="1974672"/>
                  </a:lnTo>
                  <a:lnTo>
                    <a:pt x="5684092" y="1977945"/>
                  </a:lnTo>
                  <a:lnTo>
                    <a:pt x="5686286" y="1949397"/>
                  </a:lnTo>
                  <a:lnTo>
                    <a:pt x="5688480" y="1950800"/>
                  </a:lnTo>
                  <a:lnTo>
                    <a:pt x="5690673" y="2046194"/>
                  </a:lnTo>
                  <a:lnTo>
                    <a:pt x="5692867" y="2007880"/>
                  </a:lnTo>
                  <a:lnTo>
                    <a:pt x="5695061" y="1999308"/>
                  </a:lnTo>
                  <a:lnTo>
                    <a:pt x="5697255" y="2036718"/>
                  </a:lnTo>
                  <a:lnTo>
                    <a:pt x="5699448" y="2057694"/>
                  </a:lnTo>
                  <a:lnTo>
                    <a:pt x="5701642" y="2082978"/>
                  </a:lnTo>
                  <a:lnTo>
                    <a:pt x="5703836" y="2081202"/>
                  </a:lnTo>
                  <a:lnTo>
                    <a:pt x="5706030" y="2128311"/>
                  </a:lnTo>
                  <a:lnTo>
                    <a:pt x="5708224" y="2135895"/>
                  </a:lnTo>
                  <a:lnTo>
                    <a:pt x="5710417" y="2143176"/>
                  </a:lnTo>
                  <a:lnTo>
                    <a:pt x="5712611" y="2125381"/>
                  </a:lnTo>
                  <a:lnTo>
                    <a:pt x="5714805" y="2143882"/>
                  </a:lnTo>
                  <a:lnTo>
                    <a:pt x="5716999" y="2151920"/>
                  </a:lnTo>
                  <a:lnTo>
                    <a:pt x="5719192" y="2170083"/>
                  </a:lnTo>
                  <a:lnTo>
                    <a:pt x="5721386" y="2193647"/>
                  </a:lnTo>
                  <a:lnTo>
                    <a:pt x="5723580" y="2161659"/>
                  </a:lnTo>
                  <a:lnTo>
                    <a:pt x="5725774" y="2176954"/>
                  </a:lnTo>
                  <a:lnTo>
                    <a:pt x="5727968" y="2166500"/>
                  </a:lnTo>
                  <a:lnTo>
                    <a:pt x="5730161" y="2159764"/>
                  </a:lnTo>
                  <a:lnTo>
                    <a:pt x="5732355" y="2191766"/>
                  </a:lnTo>
                  <a:lnTo>
                    <a:pt x="5734549" y="2125728"/>
                  </a:lnTo>
                  <a:lnTo>
                    <a:pt x="5736743" y="2160055"/>
                  </a:lnTo>
                  <a:lnTo>
                    <a:pt x="5738937" y="2133475"/>
                  </a:lnTo>
                  <a:lnTo>
                    <a:pt x="5741130" y="2135459"/>
                  </a:lnTo>
                  <a:lnTo>
                    <a:pt x="5743324" y="2134491"/>
                  </a:lnTo>
                  <a:lnTo>
                    <a:pt x="5745518" y="2123182"/>
                  </a:lnTo>
                  <a:lnTo>
                    <a:pt x="5747712" y="2174228"/>
                  </a:lnTo>
                  <a:lnTo>
                    <a:pt x="5749905" y="2161694"/>
                  </a:lnTo>
                  <a:lnTo>
                    <a:pt x="5752099" y="2195001"/>
                  </a:lnTo>
                  <a:lnTo>
                    <a:pt x="5754293" y="2181671"/>
                  </a:lnTo>
                  <a:lnTo>
                    <a:pt x="5756487" y="2196107"/>
                  </a:lnTo>
                  <a:lnTo>
                    <a:pt x="5758681" y="2199673"/>
                  </a:lnTo>
                  <a:lnTo>
                    <a:pt x="5760874" y="2169515"/>
                  </a:lnTo>
                  <a:lnTo>
                    <a:pt x="5763068" y="2132436"/>
                  </a:lnTo>
                  <a:lnTo>
                    <a:pt x="5765262" y="2126817"/>
                  </a:lnTo>
                  <a:lnTo>
                    <a:pt x="5767456" y="2124530"/>
                  </a:lnTo>
                  <a:lnTo>
                    <a:pt x="5769650" y="2133996"/>
                  </a:lnTo>
                  <a:lnTo>
                    <a:pt x="5771843" y="2106378"/>
                  </a:lnTo>
                  <a:lnTo>
                    <a:pt x="5774037" y="2110308"/>
                  </a:lnTo>
                  <a:lnTo>
                    <a:pt x="5776231" y="2104186"/>
                  </a:lnTo>
                  <a:lnTo>
                    <a:pt x="5778425" y="2077041"/>
                  </a:lnTo>
                  <a:lnTo>
                    <a:pt x="5780618" y="2058722"/>
                  </a:lnTo>
                  <a:lnTo>
                    <a:pt x="5782812" y="2038333"/>
                  </a:lnTo>
                  <a:lnTo>
                    <a:pt x="5785006" y="2026804"/>
                  </a:lnTo>
                  <a:lnTo>
                    <a:pt x="5787200" y="2036323"/>
                  </a:lnTo>
                  <a:lnTo>
                    <a:pt x="5789394" y="1994230"/>
                  </a:lnTo>
                  <a:lnTo>
                    <a:pt x="5791587" y="2008150"/>
                  </a:lnTo>
                  <a:lnTo>
                    <a:pt x="5793781" y="1978812"/>
                  </a:lnTo>
                  <a:lnTo>
                    <a:pt x="5795975" y="1972243"/>
                  </a:lnTo>
                  <a:lnTo>
                    <a:pt x="5798169" y="1918384"/>
                  </a:lnTo>
                  <a:lnTo>
                    <a:pt x="5800362" y="1888406"/>
                  </a:lnTo>
                  <a:lnTo>
                    <a:pt x="5802556" y="1822637"/>
                  </a:lnTo>
                  <a:lnTo>
                    <a:pt x="5804750" y="1797147"/>
                  </a:lnTo>
                  <a:lnTo>
                    <a:pt x="5806944" y="1800630"/>
                  </a:lnTo>
                  <a:lnTo>
                    <a:pt x="5809138" y="1721956"/>
                  </a:lnTo>
                  <a:lnTo>
                    <a:pt x="5811331" y="1757974"/>
                  </a:lnTo>
                  <a:lnTo>
                    <a:pt x="5813525" y="1744518"/>
                  </a:lnTo>
                  <a:lnTo>
                    <a:pt x="5815719" y="1751164"/>
                  </a:lnTo>
                  <a:lnTo>
                    <a:pt x="5817913" y="1768652"/>
                  </a:lnTo>
                  <a:lnTo>
                    <a:pt x="5820107" y="1771253"/>
                  </a:lnTo>
                  <a:lnTo>
                    <a:pt x="5822300" y="1745558"/>
                  </a:lnTo>
                  <a:lnTo>
                    <a:pt x="5824494" y="1743998"/>
                  </a:lnTo>
                  <a:lnTo>
                    <a:pt x="5826688" y="1713122"/>
                  </a:lnTo>
                  <a:lnTo>
                    <a:pt x="5828882" y="1717128"/>
                  </a:lnTo>
                  <a:lnTo>
                    <a:pt x="5831075" y="1773110"/>
                  </a:lnTo>
                  <a:lnTo>
                    <a:pt x="5833269" y="1787070"/>
                  </a:lnTo>
                  <a:lnTo>
                    <a:pt x="5835463" y="1789787"/>
                  </a:lnTo>
                  <a:lnTo>
                    <a:pt x="5837657" y="1792585"/>
                  </a:lnTo>
                  <a:lnTo>
                    <a:pt x="5839851" y="1886901"/>
                  </a:lnTo>
                  <a:lnTo>
                    <a:pt x="5842044" y="1881300"/>
                  </a:lnTo>
                  <a:lnTo>
                    <a:pt x="5844238" y="1856441"/>
                  </a:lnTo>
                  <a:lnTo>
                    <a:pt x="5846432" y="1877893"/>
                  </a:lnTo>
                  <a:lnTo>
                    <a:pt x="5848626" y="1854083"/>
                  </a:lnTo>
                  <a:lnTo>
                    <a:pt x="5850819" y="1900322"/>
                  </a:lnTo>
                  <a:lnTo>
                    <a:pt x="5853013" y="1902656"/>
                  </a:lnTo>
                  <a:lnTo>
                    <a:pt x="5855207" y="1882847"/>
                  </a:lnTo>
                  <a:lnTo>
                    <a:pt x="5857401" y="1902418"/>
                  </a:lnTo>
                  <a:lnTo>
                    <a:pt x="5859595" y="1864157"/>
                  </a:lnTo>
                  <a:lnTo>
                    <a:pt x="5861788" y="1890968"/>
                  </a:lnTo>
                  <a:lnTo>
                    <a:pt x="5863982" y="1786872"/>
                  </a:lnTo>
                  <a:lnTo>
                    <a:pt x="5866176" y="1779234"/>
                  </a:lnTo>
                  <a:lnTo>
                    <a:pt x="5868370" y="1811064"/>
                  </a:lnTo>
                  <a:lnTo>
                    <a:pt x="5870564" y="1820339"/>
                  </a:lnTo>
                  <a:lnTo>
                    <a:pt x="5872757" y="1819894"/>
                  </a:lnTo>
                  <a:lnTo>
                    <a:pt x="5874951" y="1824198"/>
                  </a:lnTo>
                  <a:lnTo>
                    <a:pt x="5877145" y="1825815"/>
                  </a:lnTo>
                  <a:lnTo>
                    <a:pt x="5879339" y="1853959"/>
                  </a:lnTo>
                  <a:lnTo>
                    <a:pt x="5881532" y="1813981"/>
                  </a:lnTo>
                  <a:lnTo>
                    <a:pt x="5883726" y="1806737"/>
                  </a:lnTo>
                  <a:lnTo>
                    <a:pt x="5885920" y="1854480"/>
                  </a:lnTo>
                  <a:lnTo>
                    <a:pt x="5888114" y="1846925"/>
                  </a:lnTo>
                  <a:lnTo>
                    <a:pt x="5890308" y="1909498"/>
                  </a:lnTo>
                  <a:lnTo>
                    <a:pt x="5892501" y="1950984"/>
                  </a:lnTo>
                  <a:lnTo>
                    <a:pt x="5894695" y="1960890"/>
                  </a:lnTo>
                  <a:lnTo>
                    <a:pt x="5896889" y="1961072"/>
                  </a:lnTo>
                  <a:lnTo>
                    <a:pt x="5899083" y="1913681"/>
                  </a:lnTo>
                  <a:lnTo>
                    <a:pt x="5901276" y="1941244"/>
                  </a:lnTo>
                  <a:lnTo>
                    <a:pt x="5903470" y="2010175"/>
                  </a:lnTo>
                  <a:lnTo>
                    <a:pt x="5905664" y="2030825"/>
                  </a:lnTo>
                  <a:lnTo>
                    <a:pt x="5907858" y="2016717"/>
                  </a:lnTo>
                  <a:lnTo>
                    <a:pt x="5910052" y="2038372"/>
                  </a:lnTo>
                  <a:lnTo>
                    <a:pt x="5912245" y="2014565"/>
                  </a:lnTo>
                  <a:lnTo>
                    <a:pt x="5914439" y="1984801"/>
                  </a:lnTo>
                  <a:lnTo>
                    <a:pt x="5916633" y="2024264"/>
                  </a:lnTo>
                  <a:lnTo>
                    <a:pt x="5918827" y="1919232"/>
                  </a:lnTo>
                  <a:lnTo>
                    <a:pt x="5921021" y="1901975"/>
                  </a:lnTo>
                  <a:lnTo>
                    <a:pt x="5923214" y="1866048"/>
                  </a:lnTo>
                  <a:lnTo>
                    <a:pt x="5925408" y="1816138"/>
                  </a:lnTo>
                  <a:lnTo>
                    <a:pt x="5927602" y="1821622"/>
                  </a:lnTo>
                  <a:lnTo>
                    <a:pt x="5929796" y="1804485"/>
                  </a:lnTo>
                  <a:lnTo>
                    <a:pt x="5931989" y="1776365"/>
                  </a:lnTo>
                  <a:lnTo>
                    <a:pt x="5934183" y="1742188"/>
                  </a:lnTo>
                  <a:lnTo>
                    <a:pt x="5936377" y="1707994"/>
                  </a:lnTo>
                  <a:lnTo>
                    <a:pt x="5938571" y="1751664"/>
                  </a:lnTo>
                  <a:lnTo>
                    <a:pt x="5940765" y="1693993"/>
                  </a:lnTo>
                  <a:lnTo>
                    <a:pt x="5942958" y="1673350"/>
                  </a:lnTo>
                  <a:lnTo>
                    <a:pt x="5945152" y="1656201"/>
                  </a:lnTo>
                  <a:lnTo>
                    <a:pt x="5947346" y="1645689"/>
                  </a:lnTo>
                  <a:lnTo>
                    <a:pt x="5949540" y="1743129"/>
                  </a:lnTo>
                  <a:lnTo>
                    <a:pt x="5951734" y="1681799"/>
                  </a:lnTo>
                  <a:lnTo>
                    <a:pt x="5953927" y="1665412"/>
                  </a:lnTo>
                  <a:lnTo>
                    <a:pt x="5956121" y="1695397"/>
                  </a:lnTo>
                  <a:lnTo>
                    <a:pt x="5958315" y="1683228"/>
                  </a:lnTo>
                  <a:lnTo>
                    <a:pt x="5960509" y="1729961"/>
                  </a:lnTo>
                  <a:lnTo>
                    <a:pt x="5962702" y="1716619"/>
                  </a:lnTo>
                  <a:lnTo>
                    <a:pt x="5964896" y="1792281"/>
                  </a:lnTo>
                  <a:lnTo>
                    <a:pt x="5967090" y="1811607"/>
                  </a:lnTo>
                  <a:lnTo>
                    <a:pt x="5969284" y="1773236"/>
                  </a:lnTo>
                  <a:lnTo>
                    <a:pt x="5971478" y="1738019"/>
                  </a:lnTo>
                  <a:lnTo>
                    <a:pt x="5973671" y="1724654"/>
                  </a:lnTo>
                  <a:lnTo>
                    <a:pt x="5975865" y="1855312"/>
                  </a:lnTo>
                  <a:lnTo>
                    <a:pt x="5978059" y="1820300"/>
                  </a:lnTo>
                  <a:lnTo>
                    <a:pt x="5980253" y="1732922"/>
                  </a:lnTo>
                  <a:lnTo>
                    <a:pt x="5982446" y="1746564"/>
                  </a:lnTo>
                  <a:lnTo>
                    <a:pt x="5984640" y="1721745"/>
                  </a:lnTo>
                  <a:lnTo>
                    <a:pt x="5986834" y="1763926"/>
                  </a:lnTo>
                  <a:lnTo>
                    <a:pt x="5989028" y="1711328"/>
                  </a:lnTo>
                  <a:lnTo>
                    <a:pt x="5991222" y="1732537"/>
                  </a:lnTo>
                  <a:lnTo>
                    <a:pt x="5993415" y="1745379"/>
                  </a:lnTo>
                  <a:lnTo>
                    <a:pt x="5995609" y="1729909"/>
                  </a:lnTo>
                  <a:lnTo>
                    <a:pt x="5997803" y="1782223"/>
                  </a:lnTo>
                  <a:lnTo>
                    <a:pt x="5999997" y="1759896"/>
                  </a:lnTo>
                  <a:lnTo>
                    <a:pt x="6002191" y="1736853"/>
                  </a:lnTo>
                  <a:lnTo>
                    <a:pt x="6004384" y="1773897"/>
                  </a:lnTo>
                  <a:lnTo>
                    <a:pt x="6006578" y="1754567"/>
                  </a:lnTo>
                  <a:lnTo>
                    <a:pt x="6008772" y="1737458"/>
                  </a:lnTo>
                  <a:lnTo>
                    <a:pt x="6010966" y="1727679"/>
                  </a:lnTo>
                  <a:lnTo>
                    <a:pt x="6013159" y="1745853"/>
                  </a:lnTo>
                  <a:lnTo>
                    <a:pt x="6015353" y="1781817"/>
                  </a:lnTo>
                  <a:lnTo>
                    <a:pt x="6017547" y="1798681"/>
                  </a:lnTo>
                  <a:lnTo>
                    <a:pt x="6019741" y="1806662"/>
                  </a:lnTo>
                  <a:lnTo>
                    <a:pt x="6021935" y="1772181"/>
                  </a:lnTo>
                  <a:lnTo>
                    <a:pt x="6024128" y="1821633"/>
                  </a:lnTo>
                  <a:lnTo>
                    <a:pt x="6026322" y="1812535"/>
                  </a:lnTo>
                  <a:lnTo>
                    <a:pt x="6028516" y="1826693"/>
                  </a:lnTo>
                  <a:lnTo>
                    <a:pt x="6030710" y="1818877"/>
                  </a:lnTo>
                  <a:lnTo>
                    <a:pt x="6032903" y="1792641"/>
                  </a:lnTo>
                  <a:lnTo>
                    <a:pt x="6035097" y="1818255"/>
                  </a:lnTo>
                  <a:lnTo>
                    <a:pt x="6037291" y="1825154"/>
                  </a:lnTo>
                  <a:lnTo>
                    <a:pt x="6039485" y="1830913"/>
                  </a:lnTo>
                  <a:lnTo>
                    <a:pt x="6041679" y="1817364"/>
                  </a:lnTo>
                  <a:lnTo>
                    <a:pt x="6043872" y="1870886"/>
                  </a:lnTo>
                  <a:lnTo>
                    <a:pt x="6046066" y="1891410"/>
                  </a:lnTo>
                  <a:lnTo>
                    <a:pt x="6048260" y="1952384"/>
                  </a:lnTo>
                  <a:lnTo>
                    <a:pt x="6050454" y="1994509"/>
                  </a:lnTo>
                  <a:lnTo>
                    <a:pt x="6052648" y="2026006"/>
                  </a:lnTo>
                  <a:lnTo>
                    <a:pt x="6054841" y="2076709"/>
                  </a:lnTo>
                  <a:lnTo>
                    <a:pt x="6057035" y="2077330"/>
                  </a:lnTo>
                  <a:lnTo>
                    <a:pt x="6059229" y="2114853"/>
                  </a:lnTo>
                  <a:lnTo>
                    <a:pt x="6061423" y="2122414"/>
                  </a:lnTo>
                  <a:lnTo>
                    <a:pt x="6063616" y="2117720"/>
                  </a:lnTo>
                  <a:lnTo>
                    <a:pt x="6065810" y="2118591"/>
                  </a:lnTo>
                  <a:lnTo>
                    <a:pt x="6068004" y="2092897"/>
                  </a:lnTo>
                  <a:lnTo>
                    <a:pt x="6070198" y="2070592"/>
                  </a:lnTo>
                  <a:lnTo>
                    <a:pt x="6072392" y="1993287"/>
                  </a:lnTo>
                  <a:lnTo>
                    <a:pt x="6074585" y="1988958"/>
                  </a:lnTo>
                  <a:lnTo>
                    <a:pt x="6076779" y="1992534"/>
                  </a:lnTo>
                  <a:lnTo>
                    <a:pt x="6078973" y="1904813"/>
                  </a:lnTo>
                  <a:lnTo>
                    <a:pt x="6081167" y="1858116"/>
                  </a:lnTo>
                  <a:lnTo>
                    <a:pt x="6083361" y="1827933"/>
                  </a:lnTo>
                  <a:lnTo>
                    <a:pt x="6085554" y="1832301"/>
                  </a:lnTo>
                  <a:lnTo>
                    <a:pt x="6087748" y="1815326"/>
                  </a:lnTo>
                  <a:lnTo>
                    <a:pt x="6089942" y="1792481"/>
                  </a:lnTo>
                  <a:lnTo>
                    <a:pt x="6092136" y="1821320"/>
                  </a:lnTo>
                  <a:lnTo>
                    <a:pt x="6094329" y="1826464"/>
                  </a:lnTo>
                  <a:lnTo>
                    <a:pt x="6096523" y="1829511"/>
                  </a:lnTo>
                  <a:lnTo>
                    <a:pt x="6098717" y="1822906"/>
                  </a:lnTo>
                  <a:lnTo>
                    <a:pt x="6100911" y="1782700"/>
                  </a:lnTo>
                  <a:lnTo>
                    <a:pt x="6103105" y="1822492"/>
                  </a:lnTo>
                  <a:lnTo>
                    <a:pt x="6105298" y="1762230"/>
                  </a:lnTo>
                  <a:lnTo>
                    <a:pt x="6107492" y="1798598"/>
                  </a:lnTo>
                  <a:lnTo>
                    <a:pt x="6109686" y="1760661"/>
                  </a:lnTo>
                  <a:lnTo>
                    <a:pt x="6111880" y="1722858"/>
                  </a:lnTo>
                  <a:lnTo>
                    <a:pt x="6114073" y="1748877"/>
                  </a:lnTo>
                  <a:lnTo>
                    <a:pt x="6116267" y="1750989"/>
                  </a:lnTo>
                  <a:lnTo>
                    <a:pt x="6118461" y="1752128"/>
                  </a:lnTo>
                  <a:lnTo>
                    <a:pt x="6120655" y="1771290"/>
                  </a:lnTo>
                  <a:lnTo>
                    <a:pt x="6122849" y="1763399"/>
                  </a:lnTo>
                  <a:lnTo>
                    <a:pt x="6125042" y="1841439"/>
                  </a:lnTo>
                  <a:lnTo>
                    <a:pt x="6127236" y="1881261"/>
                  </a:lnTo>
                  <a:lnTo>
                    <a:pt x="6129430" y="1860094"/>
                  </a:lnTo>
                  <a:lnTo>
                    <a:pt x="6131624" y="1845372"/>
                  </a:lnTo>
                  <a:lnTo>
                    <a:pt x="6133818" y="1826641"/>
                  </a:lnTo>
                  <a:lnTo>
                    <a:pt x="6136011" y="1850982"/>
                  </a:lnTo>
                  <a:lnTo>
                    <a:pt x="6138205" y="1893278"/>
                  </a:lnTo>
                  <a:lnTo>
                    <a:pt x="6140399" y="1864259"/>
                  </a:lnTo>
                  <a:lnTo>
                    <a:pt x="6142593" y="1894909"/>
                  </a:lnTo>
                  <a:lnTo>
                    <a:pt x="6144786" y="1868978"/>
                  </a:lnTo>
                  <a:lnTo>
                    <a:pt x="6146980" y="1877861"/>
                  </a:lnTo>
                  <a:lnTo>
                    <a:pt x="6149174" y="1877749"/>
                  </a:lnTo>
                  <a:lnTo>
                    <a:pt x="6151368" y="1848609"/>
                  </a:lnTo>
                  <a:lnTo>
                    <a:pt x="6153562" y="1879881"/>
                  </a:lnTo>
                  <a:lnTo>
                    <a:pt x="6155755" y="1881463"/>
                  </a:lnTo>
                  <a:lnTo>
                    <a:pt x="6157949" y="1941763"/>
                  </a:lnTo>
                  <a:lnTo>
                    <a:pt x="6160143" y="1997396"/>
                  </a:lnTo>
                  <a:lnTo>
                    <a:pt x="6162337" y="2011842"/>
                  </a:lnTo>
                  <a:lnTo>
                    <a:pt x="6164530" y="2018434"/>
                  </a:lnTo>
                  <a:lnTo>
                    <a:pt x="6166724" y="1967606"/>
                  </a:lnTo>
                  <a:lnTo>
                    <a:pt x="6168918" y="2007669"/>
                  </a:lnTo>
                  <a:lnTo>
                    <a:pt x="6171112" y="1971218"/>
                  </a:lnTo>
                  <a:lnTo>
                    <a:pt x="6173306" y="1956550"/>
                  </a:lnTo>
                  <a:lnTo>
                    <a:pt x="6175499" y="1887021"/>
                  </a:lnTo>
                  <a:lnTo>
                    <a:pt x="6177693" y="1911476"/>
                  </a:lnTo>
                  <a:lnTo>
                    <a:pt x="6179887" y="1890822"/>
                  </a:lnTo>
                  <a:lnTo>
                    <a:pt x="6182081" y="1872102"/>
                  </a:lnTo>
                  <a:lnTo>
                    <a:pt x="6184275" y="1853180"/>
                  </a:lnTo>
                  <a:lnTo>
                    <a:pt x="6186468" y="1839182"/>
                  </a:lnTo>
                  <a:lnTo>
                    <a:pt x="6188662" y="1878518"/>
                  </a:lnTo>
                  <a:lnTo>
                    <a:pt x="6190856" y="1877780"/>
                  </a:lnTo>
                  <a:lnTo>
                    <a:pt x="6193050" y="1892391"/>
                  </a:lnTo>
                  <a:lnTo>
                    <a:pt x="6195243" y="1871582"/>
                  </a:lnTo>
                  <a:lnTo>
                    <a:pt x="6197437" y="1842185"/>
                  </a:lnTo>
                  <a:lnTo>
                    <a:pt x="6199631" y="1854877"/>
                  </a:lnTo>
                  <a:lnTo>
                    <a:pt x="6201825" y="1817218"/>
                  </a:lnTo>
                  <a:lnTo>
                    <a:pt x="6204019" y="1794098"/>
                  </a:lnTo>
                  <a:lnTo>
                    <a:pt x="6206212" y="1766751"/>
                  </a:lnTo>
                  <a:lnTo>
                    <a:pt x="6208406" y="1777721"/>
                  </a:lnTo>
                  <a:lnTo>
                    <a:pt x="6210600" y="1797756"/>
                  </a:lnTo>
                  <a:lnTo>
                    <a:pt x="6212794" y="1795682"/>
                  </a:lnTo>
                  <a:lnTo>
                    <a:pt x="6214988" y="1844220"/>
                  </a:lnTo>
                  <a:lnTo>
                    <a:pt x="6217181" y="1846313"/>
                  </a:lnTo>
                  <a:lnTo>
                    <a:pt x="6219375" y="1857261"/>
                  </a:lnTo>
                  <a:lnTo>
                    <a:pt x="6221569" y="1902205"/>
                  </a:lnTo>
                  <a:lnTo>
                    <a:pt x="6223763" y="1843491"/>
                  </a:lnTo>
                  <a:lnTo>
                    <a:pt x="6225956" y="1862857"/>
                  </a:lnTo>
                  <a:lnTo>
                    <a:pt x="6228150" y="1879368"/>
                  </a:lnTo>
                  <a:lnTo>
                    <a:pt x="6230344" y="1880872"/>
                  </a:lnTo>
                  <a:lnTo>
                    <a:pt x="6232538" y="1896205"/>
                  </a:lnTo>
                  <a:lnTo>
                    <a:pt x="6234732" y="1833634"/>
                  </a:lnTo>
                  <a:lnTo>
                    <a:pt x="6236925" y="1813022"/>
                  </a:lnTo>
                  <a:lnTo>
                    <a:pt x="6239119" y="1845231"/>
                  </a:lnTo>
                  <a:lnTo>
                    <a:pt x="6241313" y="1829188"/>
                  </a:lnTo>
                  <a:lnTo>
                    <a:pt x="6243507" y="1802085"/>
                  </a:lnTo>
                  <a:lnTo>
                    <a:pt x="6245700" y="1793816"/>
                  </a:lnTo>
                  <a:lnTo>
                    <a:pt x="6247894" y="1846431"/>
                  </a:lnTo>
                  <a:lnTo>
                    <a:pt x="6250088" y="1877731"/>
                  </a:lnTo>
                  <a:lnTo>
                    <a:pt x="6252282" y="1871103"/>
                  </a:lnTo>
                  <a:lnTo>
                    <a:pt x="6254476" y="1797400"/>
                  </a:lnTo>
                  <a:lnTo>
                    <a:pt x="6256669" y="1821347"/>
                  </a:lnTo>
                  <a:lnTo>
                    <a:pt x="6258863" y="1846409"/>
                  </a:lnTo>
                  <a:lnTo>
                    <a:pt x="6261057" y="1798003"/>
                  </a:lnTo>
                  <a:lnTo>
                    <a:pt x="6263251" y="1803096"/>
                  </a:lnTo>
                  <a:lnTo>
                    <a:pt x="6265445" y="1766513"/>
                  </a:lnTo>
                  <a:lnTo>
                    <a:pt x="6267638" y="1804238"/>
                  </a:lnTo>
                  <a:lnTo>
                    <a:pt x="6269832" y="1813093"/>
                  </a:lnTo>
                  <a:lnTo>
                    <a:pt x="6272026" y="1849011"/>
                  </a:lnTo>
                  <a:lnTo>
                    <a:pt x="6274220" y="1860899"/>
                  </a:lnTo>
                  <a:lnTo>
                    <a:pt x="6276413" y="1857722"/>
                  </a:lnTo>
                  <a:lnTo>
                    <a:pt x="6278607" y="1870605"/>
                  </a:lnTo>
                  <a:lnTo>
                    <a:pt x="6280801" y="1821801"/>
                  </a:lnTo>
                  <a:lnTo>
                    <a:pt x="6282995" y="1875248"/>
                  </a:lnTo>
                  <a:lnTo>
                    <a:pt x="6285189" y="1857476"/>
                  </a:lnTo>
                  <a:lnTo>
                    <a:pt x="6287382" y="1828529"/>
                  </a:lnTo>
                  <a:lnTo>
                    <a:pt x="6289576" y="1862865"/>
                  </a:lnTo>
                  <a:lnTo>
                    <a:pt x="6291770" y="1785131"/>
                  </a:lnTo>
                  <a:lnTo>
                    <a:pt x="6293964" y="1779693"/>
                  </a:lnTo>
                  <a:lnTo>
                    <a:pt x="6296157" y="1799294"/>
                  </a:lnTo>
                  <a:lnTo>
                    <a:pt x="6298351" y="1768987"/>
                  </a:lnTo>
                  <a:lnTo>
                    <a:pt x="6300545" y="1811660"/>
                  </a:lnTo>
                  <a:lnTo>
                    <a:pt x="6302739" y="1775902"/>
                  </a:lnTo>
                  <a:lnTo>
                    <a:pt x="6304933" y="1804753"/>
                  </a:lnTo>
                  <a:lnTo>
                    <a:pt x="6307126" y="1820564"/>
                  </a:lnTo>
                  <a:lnTo>
                    <a:pt x="6309320" y="1821424"/>
                  </a:lnTo>
                  <a:lnTo>
                    <a:pt x="6311514" y="1894330"/>
                  </a:lnTo>
                  <a:lnTo>
                    <a:pt x="6313708" y="1893517"/>
                  </a:lnTo>
                  <a:lnTo>
                    <a:pt x="6315902" y="1895191"/>
                  </a:lnTo>
                  <a:lnTo>
                    <a:pt x="6318095" y="1902461"/>
                  </a:lnTo>
                  <a:lnTo>
                    <a:pt x="6320289" y="1953491"/>
                  </a:lnTo>
                  <a:lnTo>
                    <a:pt x="6322483" y="1920106"/>
                  </a:lnTo>
                  <a:lnTo>
                    <a:pt x="6324677" y="1892657"/>
                  </a:lnTo>
                  <a:lnTo>
                    <a:pt x="6326870" y="1869659"/>
                  </a:lnTo>
                  <a:lnTo>
                    <a:pt x="6329064" y="1844706"/>
                  </a:lnTo>
                  <a:lnTo>
                    <a:pt x="6331258" y="1840487"/>
                  </a:lnTo>
                  <a:lnTo>
                    <a:pt x="6333452" y="1798456"/>
                  </a:lnTo>
                  <a:lnTo>
                    <a:pt x="6335646" y="1747165"/>
                  </a:lnTo>
                  <a:lnTo>
                    <a:pt x="6337839" y="1833184"/>
                  </a:lnTo>
                  <a:lnTo>
                    <a:pt x="6340033" y="1795684"/>
                  </a:lnTo>
                  <a:lnTo>
                    <a:pt x="6342227" y="1812148"/>
                  </a:lnTo>
                  <a:lnTo>
                    <a:pt x="6344421" y="1771582"/>
                  </a:lnTo>
                  <a:lnTo>
                    <a:pt x="6346615" y="1753552"/>
                  </a:lnTo>
                  <a:lnTo>
                    <a:pt x="6348808" y="1802213"/>
                  </a:lnTo>
                  <a:lnTo>
                    <a:pt x="6351002" y="1774041"/>
                  </a:lnTo>
                  <a:lnTo>
                    <a:pt x="6353196" y="1833982"/>
                  </a:lnTo>
                  <a:lnTo>
                    <a:pt x="6355390" y="1889977"/>
                  </a:lnTo>
                  <a:lnTo>
                    <a:pt x="6357583" y="1958535"/>
                  </a:lnTo>
                  <a:lnTo>
                    <a:pt x="6359777" y="1977712"/>
                  </a:lnTo>
                  <a:lnTo>
                    <a:pt x="6361971" y="1948436"/>
                  </a:lnTo>
                  <a:lnTo>
                    <a:pt x="6364165" y="1973744"/>
                  </a:lnTo>
                  <a:lnTo>
                    <a:pt x="6366359" y="1945497"/>
                  </a:lnTo>
                  <a:lnTo>
                    <a:pt x="6368552" y="1958879"/>
                  </a:lnTo>
                  <a:lnTo>
                    <a:pt x="6370746" y="1927622"/>
                  </a:lnTo>
                  <a:lnTo>
                    <a:pt x="6372940" y="1923135"/>
                  </a:lnTo>
                  <a:lnTo>
                    <a:pt x="6375134" y="1955259"/>
                  </a:lnTo>
                  <a:lnTo>
                    <a:pt x="6377327" y="1967767"/>
                  </a:lnTo>
                  <a:lnTo>
                    <a:pt x="6379521" y="2006630"/>
                  </a:lnTo>
                  <a:lnTo>
                    <a:pt x="6381715" y="1970034"/>
                  </a:lnTo>
                  <a:lnTo>
                    <a:pt x="6383909" y="2012768"/>
                  </a:lnTo>
                  <a:lnTo>
                    <a:pt x="6386103" y="2023424"/>
                  </a:lnTo>
                  <a:lnTo>
                    <a:pt x="6388296" y="2009380"/>
                  </a:lnTo>
                  <a:lnTo>
                    <a:pt x="6390490" y="2017395"/>
                  </a:lnTo>
                  <a:lnTo>
                    <a:pt x="6392684" y="2031340"/>
                  </a:lnTo>
                  <a:lnTo>
                    <a:pt x="6394878" y="2048538"/>
                  </a:lnTo>
                  <a:lnTo>
                    <a:pt x="6397072" y="2059551"/>
                  </a:lnTo>
                  <a:lnTo>
                    <a:pt x="6399265" y="2086967"/>
                  </a:lnTo>
                  <a:lnTo>
                    <a:pt x="6401459" y="2082500"/>
                  </a:lnTo>
                  <a:lnTo>
                    <a:pt x="6403653" y="2110748"/>
                  </a:lnTo>
                  <a:lnTo>
                    <a:pt x="6405847" y="2015891"/>
                  </a:lnTo>
                  <a:lnTo>
                    <a:pt x="6408040" y="2004077"/>
                  </a:lnTo>
                  <a:lnTo>
                    <a:pt x="6410234" y="1978410"/>
                  </a:lnTo>
                  <a:lnTo>
                    <a:pt x="6412428" y="1958949"/>
                  </a:lnTo>
                  <a:lnTo>
                    <a:pt x="6414622" y="1980873"/>
                  </a:lnTo>
                  <a:lnTo>
                    <a:pt x="6416816" y="1934999"/>
                  </a:lnTo>
                  <a:lnTo>
                    <a:pt x="6419009" y="1964651"/>
                  </a:lnTo>
                  <a:lnTo>
                    <a:pt x="6421203" y="1955042"/>
                  </a:lnTo>
                  <a:lnTo>
                    <a:pt x="6423397" y="1955484"/>
                  </a:lnTo>
                  <a:lnTo>
                    <a:pt x="6425591" y="1869265"/>
                  </a:lnTo>
                  <a:lnTo>
                    <a:pt x="6427784" y="1877607"/>
                  </a:lnTo>
                  <a:lnTo>
                    <a:pt x="6429978" y="1880705"/>
                  </a:lnTo>
                  <a:lnTo>
                    <a:pt x="6432172" y="1850532"/>
                  </a:lnTo>
                  <a:lnTo>
                    <a:pt x="6434366" y="1840380"/>
                  </a:lnTo>
                  <a:lnTo>
                    <a:pt x="6436560" y="1749475"/>
                  </a:lnTo>
                  <a:lnTo>
                    <a:pt x="6438753" y="1764321"/>
                  </a:lnTo>
                  <a:lnTo>
                    <a:pt x="6440947" y="1748317"/>
                  </a:lnTo>
                  <a:lnTo>
                    <a:pt x="6443141" y="1693322"/>
                  </a:lnTo>
                  <a:lnTo>
                    <a:pt x="6445335" y="1765618"/>
                  </a:lnTo>
                  <a:lnTo>
                    <a:pt x="6447529" y="1745492"/>
                  </a:lnTo>
                  <a:lnTo>
                    <a:pt x="6449722" y="1762298"/>
                  </a:lnTo>
                  <a:lnTo>
                    <a:pt x="6451916" y="1762260"/>
                  </a:lnTo>
                  <a:lnTo>
                    <a:pt x="6454110" y="1774840"/>
                  </a:lnTo>
                  <a:lnTo>
                    <a:pt x="6456304" y="1767005"/>
                  </a:lnTo>
                  <a:lnTo>
                    <a:pt x="6458497" y="1780975"/>
                  </a:lnTo>
                  <a:lnTo>
                    <a:pt x="6460691" y="1810661"/>
                  </a:lnTo>
                  <a:lnTo>
                    <a:pt x="6462885" y="1855884"/>
                  </a:lnTo>
                  <a:lnTo>
                    <a:pt x="6465079" y="1839185"/>
                  </a:lnTo>
                  <a:lnTo>
                    <a:pt x="6467273" y="1827364"/>
                  </a:lnTo>
                  <a:lnTo>
                    <a:pt x="6469466" y="1825841"/>
                  </a:lnTo>
                  <a:lnTo>
                    <a:pt x="6471660" y="1864279"/>
                  </a:lnTo>
                  <a:lnTo>
                    <a:pt x="6473854" y="1840870"/>
                  </a:lnTo>
                  <a:lnTo>
                    <a:pt x="6476048" y="1827106"/>
                  </a:lnTo>
                  <a:lnTo>
                    <a:pt x="6478241" y="1901598"/>
                  </a:lnTo>
                  <a:lnTo>
                    <a:pt x="6480435" y="1919821"/>
                  </a:lnTo>
                  <a:lnTo>
                    <a:pt x="6482629" y="1995648"/>
                  </a:lnTo>
                  <a:lnTo>
                    <a:pt x="6484823" y="1981914"/>
                  </a:lnTo>
                  <a:lnTo>
                    <a:pt x="6487017" y="1963106"/>
                  </a:lnTo>
                  <a:lnTo>
                    <a:pt x="6489210" y="1951659"/>
                  </a:lnTo>
                  <a:lnTo>
                    <a:pt x="6491404" y="1931264"/>
                  </a:lnTo>
                  <a:lnTo>
                    <a:pt x="6493598" y="1960913"/>
                  </a:lnTo>
                  <a:lnTo>
                    <a:pt x="6495792" y="1969550"/>
                  </a:lnTo>
                  <a:lnTo>
                    <a:pt x="6497986" y="1969268"/>
                  </a:lnTo>
                  <a:lnTo>
                    <a:pt x="6500179" y="1967048"/>
                  </a:lnTo>
                  <a:lnTo>
                    <a:pt x="6502373" y="1925754"/>
                  </a:lnTo>
                  <a:lnTo>
                    <a:pt x="6504567" y="1909842"/>
                  </a:lnTo>
                  <a:lnTo>
                    <a:pt x="6506761" y="1924426"/>
                  </a:lnTo>
                  <a:lnTo>
                    <a:pt x="6508954" y="1921280"/>
                  </a:lnTo>
                  <a:lnTo>
                    <a:pt x="6511148" y="1931888"/>
                  </a:lnTo>
                  <a:lnTo>
                    <a:pt x="6513342" y="1903319"/>
                  </a:lnTo>
                  <a:lnTo>
                    <a:pt x="6515536" y="1914550"/>
                  </a:lnTo>
                  <a:lnTo>
                    <a:pt x="6517730" y="1871256"/>
                  </a:lnTo>
                  <a:lnTo>
                    <a:pt x="6519923" y="1886164"/>
                  </a:lnTo>
                  <a:lnTo>
                    <a:pt x="6522117" y="1868276"/>
                  </a:lnTo>
                  <a:lnTo>
                    <a:pt x="6524311" y="1893084"/>
                  </a:lnTo>
                  <a:lnTo>
                    <a:pt x="6526505" y="1924799"/>
                  </a:lnTo>
                  <a:lnTo>
                    <a:pt x="6528699" y="1939186"/>
                  </a:lnTo>
                  <a:lnTo>
                    <a:pt x="6530892" y="1983244"/>
                  </a:lnTo>
                  <a:lnTo>
                    <a:pt x="6533086" y="2000165"/>
                  </a:lnTo>
                  <a:lnTo>
                    <a:pt x="6535280" y="2009787"/>
                  </a:lnTo>
                  <a:lnTo>
                    <a:pt x="6537474" y="2020071"/>
                  </a:lnTo>
                  <a:lnTo>
                    <a:pt x="6539667" y="2050833"/>
                  </a:lnTo>
                  <a:lnTo>
                    <a:pt x="6541861" y="2099196"/>
                  </a:lnTo>
                  <a:lnTo>
                    <a:pt x="6544055" y="2110110"/>
                  </a:lnTo>
                  <a:lnTo>
                    <a:pt x="6546249" y="2126792"/>
                  </a:lnTo>
                  <a:lnTo>
                    <a:pt x="6548443" y="2113637"/>
                  </a:lnTo>
                  <a:lnTo>
                    <a:pt x="6550636" y="2083851"/>
                  </a:lnTo>
                  <a:lnTo>
                    <a:pt x="6552830" y="2104219"/>
                  </a:lnTo>
                  <a:lnTo>
                    <a:pt x="6555024" y="2123408"/>
                  </a:lnTo>
                  <a:lnTo>
                    <a:pt x="6557218" y="2133274"/>
                  </a:lnTo>
                  <a:lnTo>
                    <a:pt x="6559411" y="2160993"/>
                  </a:lnTo>
                  <a:lnTo>
                    <a:pt x="6561605" y="2179675"/>
                  </a:lnTo>
                  <a:lnTo>
                    <a:pt x="6563799" y="2206753"/>
                  </a:lnTo>
                  <a:lnTo>
                    <a:pt x="6565993" y="2202031"/>
                  </a:lnTo>
                  <a:lnTo>
                    <a:pt x="6568187" y="2198539"/>
                  </a:lnTo>
                  <a:lnTo>
                    <a:pt x="6570380" y="2204179"/>
                  </a:lnTo>
                  <a:lnTo>
                    <a:pt x="6572574" y="2200952"/>
                  </a:lnTo>
                  <a:lnTo>
                    <a:pt x="6574768" y="2209755"/>
                  </a:lnTo>
                  <a:lnTo>
                    <a:pt x="6576962" y="2186447"/>
                  </a:lnTo>
                  <a:lnTo>
                    <a:pt x="6579156" y="2206527"/>
                  </a:lnTo>
                  <a:lnTo>
                    <a:pt x="6581349" y="2178879"/>
                  </a:lnTo>
                  <a:lnTo>
                    <a:pt x="6583543" y="2178943"/>
                  </a:lnTo>
                  <a:lnTo>
                    <a:pt x="6585737" y="2143047"/>
                  </a:lnTo>
                  <a:lnTo>
                    <a:pt x="6587931" y="2147198"/>
                  </a:lnTo>
                  <a:lnTo>
                    <a:pt x="6590124" y="2149449"/>
                  </a:lnTo>
                  <a:lnTo>
                    <a:pt x="6592318" y="2117700"/>
                  </a:lnTo>
                  <a:lnTo>
                    <a:pt x="6594512" y="2069947"/>
                  </a:lnTo>
                  <a:lnTo>
                    <a:pt x="6596706" y="2068615"/>
                  </a:lnTo>
                  <a:lnTo>
                    <a:pt x="6598900" y="2075594"/>
                  </a:lnTo>
                  <a:lnTo>
                    <a:pt x="6601093" y="2062522"/>
                  </a:lnTo>
                  <a:lnTo>
                    <a:pt x="6603287" y="2091487"/>
                  </a:lnTo>
                  <a:lnTo>
                    <a:pt x="6605481" y="2020214"/>
                  </a:lnTo>
                  <a:lnTo>
                    <a:pt x="6607675" y="1977751"/>
                  </a:lnTo>
                  <a:lnTo>
                    <a:pt x="6609868" y="1909603"/>
                  </a:lnTo>
                  <a:lnTo>
                    <a:pt x="6612062" y="1919840"/>
                  </a:lnTo>
                  <a:lnTo>
                    <a:pt x="6614256" y="1935486"/>
                  </a:lnTo>
                  <a:lnTo>
                    <a:pt x="6616450" y="1843971"/>
                  </a:lnTo>
                  <a:lnTo>
                    <a:pt x="6618644" y="1813145"/>
                  </a:lnTo>
                  <a:lnTo>
                    <a:pt x="6620837" y="1788781"/>
                  </a:lnTo>
                  <a:lnTo>
                    <a:pt x="6623031" y="1780376"/>
                  </a:lnTo>
                  <a:lnTo>
                    <a:pt x="6625225" y="1731422"/>
                  </a:lnTo>
                  <a:lnTo>
                    <a:pt x="6627419" y="1669534"/>
                  </a:lnTo>
                  <a:lnTo>
                    <a:pt x="6629613" y="1659186"/>
                  </a:lnTo>
                  <a:lnTo>
                    <a:pt x="6631806" y="1665539"/>
                  </a:lnTo>
                  <a:lnTo>
                    <a:pt x="6634000" y="1629043"/>
                  </a:lnTo>
                  <a:lnTo>
                    <a:pt x="6636194" y="1664577"/>
                  </a:lnTo>
                  <a:lnTo>
                    <a:pt x="6638388" y="1632409"/>
                  </a:lnTo>
                  <a:lnTo>
                    <a:pt x="6640581" y="1703399"/>
                  </a:lnTo>
                  <a:lnTo>
                    <a:pt x="6642775" y="1682952"/>
                  </a:lnTo>
                  <a:lnTo>
                    <a:pt x="6644969" y="1668740"/>
                  </a:lnTo>
                  <a:lnTo>
                    <a:pt x="6647163" y="1718629"/>
                  </a:lnTo>
                  <a:lnTo>
                    <a:pt x="6649357" y="1649669"/>
                  </a:lnTo>
                  <a:lnTo>
                    <a:pt x="6651550" y="1714279"/>
                  </a:lnTo>
                  <a:lnTo>
                    <a:pt x="6653744" y="1675754"/>
                  </a:lnTo>
                  <a:lnTo>
                    <a:pt x="6655938" y="1726437"/>
                  </a:lnTo>
                  <a:lnTo>
                    <a:pt x="6658132" y="1757947"/>
                  </a:lnTo>
                  <a:lnTo>
                    <a:pt x="6660326" y="1766601"/>
                  </a:lnTo>
                  <a:lnTo>
                    <a:pt x="6662519" y="1787510"/>
                  </a:lnTo>
                  <a:lnTo>
                    <a:pt x="6664713" y="1728423"/>
                  </a:lnTo>
                  <a:lnTo>
                    <a:pt x="6666907" y="1737119"/>
                  </a:lnTo>
                  <a:lnTo>
                    <a:pt x="6669101" y="1698795"/>
                  </a:lnTo>
                  <a:lnTo>
                    <a:pt x="6671294" y="1696177"/>
                  </a:lnTo>
                  <a:lnTo>
                    <a:pt x="6673488" y="1632709"/>
                  </a:lnTo>
                  <a:lnTo>
                    <a:pt x="6675682" y="1653769"/>
                  </a:lnTo>
                  <a:lnTo>
                    <a:pt x="6677876" y="1632774"/>
                  </a:lnTo>
                  <a:lnTo>
                    <a:pt x="6680070" y="1682896"/>
                  </a:lnTo>
                  <a:lnTo>
                    <a:pt x="6682263" y="1654723"/>
                  </a:lnTo>
                  <a:lnTo>
                    <a:pt x="6684457" y="1704449"/>
                  </a:lnTo>
                  <a:lnTo>
                    <a:pt x="6686651" y="1736559"/>
                  </a:lnTo>
                  <a:lnTo>
                    <a:pt x="6688845" y="1755317"/>
                  </a:lnTo>
                  <a:lnTo>
                    <a:pt x="6691038" y="1795486"/>
                  </a:lnTo>
                  <a:lnTo>
                    <a:pt x="6693232" y="1756581"/>
                  </a:lnTo>
                  <a:lnTo>
                    <a:pt x="6695426" y="1755215"/>
                  </a:lnTo>
                  <a:lnTo>
                    <a:pt x="6697620" y="1794640"/>
                  </a:lnTo>
                  <a:lnTo>
                    <a:pt x="6699814" y="1735697"/>
                  </a:lnTo>
                  <a:lnTo>
                    <a:pt x="6702007" y="1720321"/>
                  </a:lnTo>
                  <a:lnTo>
                    <a:pt x="6704201" y="1739645"/>
                  </a:lnTo>
                  <a:lnTo>
                    <a:pt x="6706395" y="1717413"/>
                  </a:lnTo>
                  <a:lnTo>
                    <a:pt x="6708589" y="1831381"/>
                  </a:lnTo>
                  <a:lnTo>
                    <a:pt x="6710783" y="1780396"/>
                  </a:lnTo>
                  <a:lnTo>
                    <a:pt x="6712976" y="1785429"/>
                  </a:lnTo>
                  <a:lnTo>
                    <a:pt x="6715170" y="1863103"/>
                  </a:lnTo>
                  <a:lnTo>
                    <a:pt x="6717364" y="1886985"/>
                  </a:lnTo>
                  <a:lnTo>
                    <a:pt x="6719558" y="1890036"/>
                  </a:lnTo>
                  <a:lnTo>
                    <a:pt x="6721751" y="1931904"/>
                  </a:lnTo>
                  <a:lnTo>
                    <a:pt x="6723945" y="1988390"/>
                  </a:lnTo>
                  <a:lnTo>
                    <a:pt x="6726139" y="2040514"/>
                  </a:lnTo>
                  <a:lnTo>
                    <a:pt x="6728333" y="2033194"/>
                  </a:lnTo>
                  <a:lnTo>
                    <a:pt x="6730527" y="2107733"/>
                  </a:lnTo>
                  <a:lnTo>
                    <a:pt x="6732720" y="2094272"/>
                  </a:lnTo>
                  <a:lnTo>
                    <a:pt x="6734914" y="2108016"/>
                  </a:lnTo>
                  <a:lnTo>
                    <a:pt x="6737108" y="2103395"/>
                  </a:lnTo>
                  <a:lnTo>
                    <a:pt x="6739302" y="2103653"/>
                  </a:lnTo>
                  <a:lnTo>
                    <a:pt x="6741495" y="2099155"/>
                  </a:lnTo>
                  <a:lnTo>
                    <a:pt x="6743689" y="2088438"/>
                  </a:lnTo>
                  <a:lnTo>
                    <a:pt x="6745883" y="2147728"/>
                  </a:lnTo>
                  <a:lnTo>
                    <a:pt x="6748077" y="2129675"/>
                  </a:lnTo>
                  <a:lnTo>
                    <a:pt x="6750271" y="2142130"/>
                  </a:lnTo>
                  <a:lnTo>
                    <a:pt x="6752464" y="2118521"/>
                  </a:lnTo>
                  <a:lnTo>
                    <a:pt x="6754658" y="2096800"/>
                  </a:lnTo>
                  <a:lnTo>
                    <a:pt x="6756852" y="2082187"/>
                  </a:lnTo>
                  <a:lnTo>
                    <a:pt x="6759046" y="2036251"/>
                  </a:lnTo>
                  <a:lnTo>
                    <a:pt x="6761240" y="2037507"/>
                  </a:lnTo>
                  <a:lnTo>
                    <a:pt x="6763433" y="2008679"/>
                  </a:lnTo>
                  <a:lnTo>
                    <a:pt x="6765627" y="2004646"/>
                  </a:lnTo>
                  <a:lnTo>
                    <a:pt x="6767821" y="1995921"/>
                  </a:lnTo>
                  <a:lnTo>
                    <a:pt x="6770015" y="1960447"/>
                  </a:lnTo>
                  <a:lnTo>
                    <a:pt x="6772208" y="1963496"/>
                  </a:lnTo>
                  <a:lnTo>
                    <a:pt x="6774402" y="1896752"/>
                  </a:lnTo>
                  <a:lnTo>
                    <a:pt x="6776596" y="1839114"/>
                  </a:lnTo>
                  <a:lnTo>
                    <a:pt x="6778790" y="1702500"/>
                  </a:lnTo>
                  <a:lnTo>
                    <a:pt x="6780984" y="1638419"/>
                  </a:lnTo>
                  <a:lnTo>
                    <a:pt x="6783177" y="1602657"/>
                  </a:lnTo>
                  <a:lnTo>
                    <a:pt x="6785371" y="1544432"/>
                  </a:lnTo>
                  <a:lnTo>
                    <a:pt x="6787565" y="1509757"/>
                  </a:lnTo>
                  <a:lnTo>
                    <a:pt x="6789759" y="1459982"/>
                  </a:lnTo>
                  <a:lnTo>
                    <a:pt x="6791953" y="1471641"/>
                  </a:lnTo>
                  <a:lnTo>
                    <a:pt x="6794146" y="1478439"/>
                  </a:lnTo>
                  <a:lnTo>
                    <a:pt x="6796340" y="1453682"/>
                  </a:lnTo>
                  <a:lnTo>
                    <a:pt x="6798534" y="1464804"/>
                  </a:lnTo>
                  <a:lnTo>
                    <a:pt x="6800728" y="1452048"/>
                  </a:lnTo>
                  <a:lnTo>
                    <a:pt x="6802921" y="1456857"/>
                  </a:lnTo>
                  <a:lnTo>
                    <a:pt x="6805115" y="1483745"/>
                  </a:lnTo>
                  <a:lnTo>
                    <a:pt x="6807309" y="1438830"/>
                  </a:lnTo>
                  <a:lnTo>
                    <a:pt x="6809503" y="1488619"/>
                  </a:lnTo>
                  <a:lnTo>
                    <a:pt x="6811697" y="1477694"/>
                  </a:lnTo>
                  <a:lnTo>
                    <a:pt x="6813890" y="1506348"/>
                  </a:lnTo>
                  <a:lnTo>
                    <a:pt x="6816084" y="1523399"/>
                  </a:lnTo>
                  <a:lnTo>
                    <a:pt x="6818278" y="1509461"/>
                  </a:lnTo>
                  <a:lnTo>
                    <a:pt x="6820472" y="1471290"/>
                  </a:lnTo>
                  <a:lnTo>
                    <a:pt x="6822665" y="1463182"/>
                  </a:lnTo>
                  <a:lnTo>
                    <a:pt x="6824859" y="1432814"/>
                  </a:lnTo>
                  <a:lnTo>
                    <a:pt x="6827053" y="1433806"/>
                  </a:lnTo>
                  <a:lnTo>
                    <a:pt x="6829247" y="1418736"/>
                  </a:lnTo>
                  <a:lnTo>
                    <a:pt x="6831441" y="1379812"/>
                  </a:lnTo>
                  <a:lnTo>
                    <a:pt x="6833634" y="1400747"/>
                  </a:lnTo>
                  <a:lnTo>
                    <a:pt x="6835828" y="1358931"/>
                  </a:lnTo>
                  <a:lnTo>
                    <a:pt x="6838022" y="1359173"/>
                  </a:lnTo>
                  <a:lnTo>
                    <a:pt x="6840216" y="1363019"/>
                  </a:lnTo>
                  <a:lnTo>
                    <a:pt x="6842410" y="1393939"/>
                  </a:lnTo>
                  <a:lnTo>
                    <a:pt x="6844603" y="1492484"/>
                  </a:lnTo>
                  <a:lnTo>
                    <a:pt x="6846797" y="1511990"/>
                  </a:lnTo>
                  <a:lnTo>
                    <a:pt x="6848991" y="1532049"/>
                  </a:lnTo>
                  <a:lnTo>
                    <a:pt x="6851185" y="1548966"/>
                  </a:lnTo>
                  <a:lnTo>
                    <a:pt x="6853378" y="1537360"/>
                  </a:lnTo>
                  <a:lnTo>
                    <a:pt x="6855572" y="1594111"/>
                  </a:lnTo>
                  <a:lnTo>
                    <a:pt x="6857766" y="1522268"/>
                  </a:lnTo>
                  <a:lnTo>
                    <a:pt x="6859960" y="1554492"/>
                  </a:lnTo>
                  <a:lnTo>
                    <a:pt x="6862154" y="1479127"/>
                  </a:lnTo>
                  <a:lnTo>
                    <a:pt x="6864347" y="1512357"/>
                  </a:lnTo>
                  <a:lnTo>
                    <a:pt x="6866541" y="1527165"/>
                  </a:lnTo>
                  <a:lnTo>
                    <a:pt x="6868735" y="1499535"/>
                  </a:lnTo>
                  <a:lnTo>
                    <a:pt x="6870929" y="1476780"/>
                  </a:lnTo>
                  <a:lnTo>
                    <a:pt x="6873122" y="1529445"/>
                  </a:lnTo>
                  <a:lnTo>
                    <a:pt x="6875316" y="1494513"/>
                  </a:lnTo>
                  <a:lnTo>
                    <a:pt x="6877510" y="1609599"/>
                  </a:lnTo>
                  <a:lnTo>
                    <a:pt x="6879704" y="1689215"/>
                  </a:lnTo>
                  <a:lnTo>
                    <a:pt x="6881898" y="1847346"/>
                  </a:lnTo>
                  <a:lnTo>
                    <a:pt x="6884091" y="1831665"/>
                  </a:lnTo>
                  <a:lnTo>
                    <a:pt x="6886285" y="1781448"/>
                  </a:lnTo>
                  <a:lnTo>
                    <a:pt x="6888479" y="1815019"/>
                  </a:lnTo>
                  <a:lnTo>
                    <a:pt x="6890673" y="1851157"/>
                  </a:lnTo>
                  <a:lnTo>
                    <a:pt x="6892867" y="1786175"/>
                  </a:lnTo>
                  <a:lnTo>
                    <a:pt x="6895060" y="1722662"/>
                  </a:lnTo>
                  <a:lnTo>
                    <a:pt x="6897254" y="1738467"/>
                  </a:lnTo>
                  <a:lnTo>
                    <a:pt x="6899448" y="1826517"/>
                  </a:lnTo>
                  <a:lnTo>
                    <a:pt x="6901642" y="1740171"/>
                  </a:lnTo>
                  <a:lnTo>
                    <a:pt x="6903835" y="1630364"/>
                  </a:lnTo>
                  <a:lnTo>
                    <a:pt x="6906029" y="1654192"/>
                  </a:lnTo>
                  <a:lnTo>
                    <a:pt x="6908223" y="1697216"/>
                  </a:lnTo>
                  <a:lnTo>
                    <a:pt x="6910417" y="1639091"/>
                  </a:lnTo>
                  <a:lnTo>
                    <a:pt x="6912611" y="1657225"/>
                  </a:lnTo>
                  <a:lnTo>
                    <a:pt x="6914804" y="1703014"/>
                  </a:lnTo>
                  <a:lnTo>
                    <a:pt x="6916998" y="1722152"/>
                  </a:lnTo>
                  <a:lnTo>
                    <a:pt x="6919192" y="1704113"/>
                  </a:lnTo>
                  <a:lnTo>
                    <a:pt x="6921386" y="1590481"/>
                  </a:lnTo>
                  <a:lnTo>
                    <a:pt x="6923580" y="1631432"/>
                  </a:lnTo>
                  <a:lnTo>
                    <a:pt x="6925773" y="1601217"/>
                  </a:lnTo>
                  <a:lnTo>
                    <a:pt x="6927967" y="1640672"/>
                  </a:lnTo>
                  <a:lnTo>
                    <a:pt x="6930161" y="1588996"/>
                  </a:lnTo>
                  <a:lnTo>
                    <a:pt x="6932355" y="1647449"/>
                  </a:lnTo>
                  <a:lnTo>
                    <a:pt x="6934548" y="1713007"/>
                  </a:lnTo>
                  <a:lnTo>
                    <a:pt x="6936742" y="1800715"/>
                  </a:lnTo>
                  <a:lnTo>
                    <a:pt x="6938936" y="1855848"/>
                  </a:lnTo>
                  <a:lnTo>
                    <a:pt x="6941130" y="1791231"/>
                  </a:lnTo>
                  <a:lnTo>
                    <a:pt x="6943324" y="1750049"/>
                  </a:lnTo>
                  <a:lnTo>
                    <a:pt x="6945517" y="1755316"/>
                  </a:lnTo>
                  <a:lnTo>
                    <a:pt x="6947711" y="1746285"/>
                  </a:lnTo>
                  <a:lnTo>
                    <a:pt x="6949905" y="1717996"/>
                  </a:lnTo>
                  <a:lnTo>
                    <a:pt x="6952099" y="1585411"/>
                  </a:lnTo>
                  <a:lnTo>
                    <a:pt x="6954292" y="1595514"/>
                  </a:lnTo>
                  <a:lnTo>
                    <a:pt x="6956486" y="1578136"/>
                  </a:lnTo>
                  <a:lnTo>
                    <a:pt x="6958680" y="1574968"/>
                  </a:lnTo>
                  <a:lnTo>
                    <a:pt x="6960874" y="1560067"/>
                  </a:lnTo>
                  <a:lnTo>
                    <a:pt x="6963068" y="1523320"/>
                  </a:lnTo>
                  <a:lnTo>
                    <a:pt x="6965261" y="1494847"/>
                  </a:lnTo>
                  <a:lnTo>
                    <a:pt x="6967455" y="1509175"/>
                  </a:lnTo>
                  <a:lnTo>
                    <a:pt x="6969649" y="1510841"/>
                  </a:lnTo>
                  <a:lnTo>
                    <a:pt x="6971843" y="1552732"/>
                  </a:lnTo>
                  <a:lnTo>
                    <a:pt x="6974037" y="1532882"/>
                  </a:lnTo>
                  <a:lnTo>
                    <a:pt x="6976230" y="1716445"/>
                  </a:lnTo>
                  <a:lnTo>
                    <a:pt x="6978424" y="1872404"/>
                  </a:lnTo>
                  <a:lnTo>
                    <a:pt x="6980618" y="1930158"/>
                  </a:lnTo>
                  <a:lnTo>
                    <a:pt x="6982812" y="1982527"/>
                  </a:lnTo>
                  <a:lnTo>
                    <a:pt x="6985005" y="1978002"/>
                  </a:lnTo>
                  <a:lnTo>
                    <a:pt x="6987199" y="2028285"/>
                  </a:lnTo>
                  <a:lnTo>
                    <a:pt x="6989393" y="2003650"/>
                  </a:lnTo>
                  <a:lnTo>
                    <a:pt x="6991587" y="2026372"/>
                  </a:lnTo>
                  <a:lnTo>
                    <a:pt x="6993781" y="2014657"/>
                  </a:lnTo>
                  <a:lnTo>
                    <a:pt x="6995974" y="2021926"/>
                  </a:lnTo>
                  <a:lnTo>
                    <a:pt x="6998168" y="2053180"/>
                  </a:lnTo>
                  <a:lnTo>
                    <a:pt x="7000362" y="2059614"/>
                  </a:lnTo>
                  <a:lnTo>
                    <a:pt x="7002556" y="2046475"/>
                  </a:lnTo>
                  <a:lnTo>
                    <a:pt x="7004749" y="1977230"/>
                  </a:lnTo>
                  <a:lnTo>
                    <a:pt x="7006943" y="1948510"/>
                  </a:lnTo>
                  <a:lnTo>
                    <a:pt x="7009137" y="1893769"/>
                  </a:lnTo>
                  <a:lnTo>
                    <a:pt x="7011331" y="1858784"/>
                  </a:lnTo>
                  <a:lnTo>
                    <a:pt x="7013525" y="1803930"/>
                  </a:lnTo>
                  <a:lnTo>
                    <a:pt x="7015718" y="1666128"/>
                  </a:lnTo>
                  <a:lnTo>
                    <a:pt x="7017912" y="1605345"/>
                  </a:lnTo>
                  <a:lnTo>
                    <a:pt x="7020106" y="1604654"/>
                  </a:lnTo>
                  <a:lnTo>
                    <a:pt x="7022300" y="1565697"/>
                  </a:lnTo>
                  <a:lnTo>
                    <a:pt x="7024494" y="1572127"/>
                  </a:lnTo>
                  <a:lnTo>
                    <a:pt x="7026687" y="1521157"/>
                  </a:lnTo>
                  <a:lnTo>
                    <a:pt x="7028881" y="1516910"/>
                  </a:lnTo>
                  <a:lnTo>
                    <a:pt x="7031075" y="1624252"/>
                  </a:lnTo>
                  <a:lnTo>
                    <a:pt x="7033269" y="1718731"/>
                  </a:lnTo>
                  <a:lnTo>
                    <a:pt x="7035462" y="1848542"/>
                  </a:lnTo>
                  <a:lnTo>
                    <a:pt x="7037656" y="1894738"/>
                  </a:lnTo>
                  <a:lnTo>
                    <a:pt x="7039850" y="1912289"/>
                  </a:lnTo>
                  <a:lnTo>
                    <a:pt x="7042044" y="1943445"/>
                  </a:lnTo>
                  <a:lnTo>
                    <a:pt x="7044238" y="1898048"/>
                  </a:lnTo>
                  <a:lnTo>
                    <a:pt x="7046431" y="1866164"/>
                  </a:lnTo>
                  <a:lnTo>
                    <a:pt x="7048625" y="1829143"/>
                  </a:lnTo>
                  <a:lnTo>
                    <a:pt x="7050819" y="1706133"/>
                  </a:lnTo>
                  <a:lnTo>
                    <a:pt x="7053013" y="1671304"/>
                  </a:lnTo>
                  <a:lnTo>
                    <a:pt x="7055206" y="1713172"/>
                  </a:lnTo>
                  <a:lnTo>
                    <a:pt x="7057400" y="1644585"/>
                  </a:lnTo>
                  <a:lnTo>
                    <a:pt x="7059594" y="1630595"/>
                  </a:lnTo>
                  <a:lnTo>
                    <a:pt x="7061788" y="1525920"/>
                  </a:lnTo>
                  <a:lnTo>
                    <a:pt x="7063982" y="1564832"/>
                  </a:lnTo>
                  <a:lnTo>
                    <a:pt x="7066175" y="1555644"/>
                  </a:lnTo>
                  <a:lnTo>
                    <a:pt x="7068369" y="1597679"/>
                  </a:lnTo>
                  <a:lnTo>
                    <a:pt x="7070563" y="1648601"/>
                  </a:lnTo>
                  <a:lnTo>
                    <a:pt x="7072757" y="1635754"/>
                  </a:lnTo>
                  <a:lnTo>
                    <a:pt x="7074951" y="1570259"/>
                  </a:lnTo>
                  <a:lnTo>
                    <a:pt x="7077144" y="1522869"/>
                  </a:lnTo>
                  <a:lnTo>
                    <a:pt x="7079338" y="1579704"/>
                  </a:lnTo>
                  <a:lnTo>
                    <a:pt x="7081532" y="1533534"/>
                  </a:lnTo>
                  <a:lnTo>
                    <a:pt x="7083726" y="1596636"/>
                  </a:lnTo>
                  <a:lnTo>
                    <a:pt x="7085919" y="1567638"/>
                  </a:lnTo>
                  <a:lnTo>
                    <a:pt x="7088113" y="1645548"/>
                  </a:lnTo>
                  <a:lnTo>
                    <a:pt x="7090307" y="1580460"/>
                  </a:lnTo>
                  <a:lnTo>
                    <a:pt x="7092501" y="1586244"/>
                  </a:lnTo>
                  <a:lnTo>
                    <a:pt x="7094695" y="1597575"/>
                  </a:lnTo>
                  <a:lnTo>
                    <a:pt x="7096888" y="1495097"/>
                  </a:lnTo>
                  <a:lnTo>
                    <a:pt x="7099082" y="1715736"/>
                  </a:lnTo>
                  <a:lnTo>
                    <a:pt x="7101276" y="1809781"/>
                  </a:lnTo>
                  <a:lnTo>
                    <a:pt x="7103470" y="1871038"/>
                  </a:lnTo>
                  <a:lnTo>
                    <a:pt x="7105664" y="1930631"/>
                  </a:lnTo>
                  <a:lnTo>
                    <a:pt x="7107857" y="1854113"/>
                  </a:lnTo>
                  <a:lnTo>
                    <a:pt x="7110051" y="1907254"/>
                  </a:lnTo>
                  <a:lnTo>
                    <a:pt x="7112245" y="1794115"/>
                  </a:lnTo>
                  <a:lnTo>
                    <a:pt x="7114439" y="1704921"/>
                  </a:lnTo>
                  <a:lnTo>
                    <a:pt x="7116632" y="1685987"/>
                  </a:lnTo>
                  <a:lnTo>
                    <a:pt x="7118826" y="1652488"/>
                  </a:lnTo>
                  <a:lnTo>
                    <a:pt x="7121020" y="1754926"/>
                  </a:lnTo>
                  <a:lnTo>
                    <a:pt x="7123214" y="1654525"/>
                  </a:lnTo>
                  <a:lnTo>
                    <a:pt x="7125408" y="1785745"/>
                  </a:lnTo>
                  <a:lnTo>
                    <a:pt x="7127601" y="1911683"/>
                  </a:lnTo>
                  <a:lnTo>
                    <a:pt x="7129795" y="1968898"/>
                  </a:lnTo>
                  <a:lnTo>
                    <a:pt x="7131989" y="1968134"/>
                  </a:lnTo>
                  <a:lnTo>
                    <a:pt x="7134183" y="1897521"/>
                  </a:lnTo>
                  <a:lnTo>
                    <a:pt x="7136376" y="1918560"/>
                  </a:lnTo>
                  <a:lnTo>
                    <a:pt x="7138570" y="1875036"/>
                  </a:lnTo>
                  <a:lnTo>
                    <a:pt x="7140764" y="1870585"/>
                  </a:lnTo>
                  <a:lnTo>
                    <a:pt x="7142958" y="1886030"/>
                  </a:lnTo>
                  <a:lnTo>
                    <a:pt x="7145152" y="1887022"/>
                  </a:lnTo>
                  <a:lnTo>
                    <a:pt x="7147345" y="1921840"/>
                  </a:lnTo>
                  <a:lnTo>
                    <a:pt x="7149539" y="1929786"/>
                  </a:lnTo>
                  <a:lnTo>
                    <a:pt x="7151733" y="1920440"/>
                  </a:lnTo>
                  <a:lnTo>
                    <a:pt x="7153927" y="1826594"/>
                  </a:lnTo>
                  <a:lnTo>
                    <a:pt x="7156121" y="1707162"/>
                  </a:lnTo>
                  <a:lnTo>
                    <a:pt x="7158314" y="1622838"/>
                  </a:lnTo>
                  <a:lnTo>
                    <a:pt x="7160508" y="1512832"/>
                  </a:lnTo>
                  <a:lnTo>
                    <a:pt x="7162702" y="1489823"/>
                  </a:lnTo>
                  <a:lnTo>
                    <a:pt x="7164896" y="1402605"/>
                  </a:lnTo>
                  <a:lnTo>
                    <a:pt x="7167089" y="1359837"/>
                  </a:lnTo>
                  <a:lnTo>
                    <a:pt x="7169283" y="1393013"/>
                  </a:lnTo>
                  <a:lnTo>
                    <a:pt x="7171477" y="1363334"/>
                  </a:lnTo>
                  <a:lnTo>
                    <a:pt x="7173671" y="1409959"/>
                  </a:lnTo>
                  <a:lnTo>
                    <a:pt x="7175865" y="1432023"/>
                  </a:lnTo>
                  <a:lnTo>
                    <a:pt x="7178058" y="1414827"/>
                  </a:lnTo>
                  <a:lnTo>
                    <a:pt x="7180252" y="1414934"/>
                  </a:lnTo>
                  <a:lnTo>
                    <a:pt x="7182446" y="1429093"/>
                  </a:lnTo>
                  <a:lnTo>
                    <a:pt x="7184640" y="1506727"/>
                  </a:lnTo>
                  <a:lnTo>
                    <a:pt x="7186833" y="1540988"/>
                  </a:lnTo>
                  <a:lnTo>
                    <a:pt x="7189027" y="1656064"/>
                  </a:lnTo>
                  <a:lnTo>
                    <a:pt x="7191221" y="1778093"/>
                  </a:lnTo>
                  <a:lnTo>
                    <a:pt x="7193415" y="1879820"/>
                  </a:lnTo>
                  <a:lnTo>
                    <a:pt x="7195609" y="1906033"/>
                  </a:lnTo>
                  <a:lnTo>
                    <a:pt x="7197802" y="1958023"/>
                  </a:lnTo>
                  <a:lnTo>
                    <a:pt x="7199996" y="1979030"/>
                  </a:lnTo>
                  <a:lnTo>
                    <a:pt x="7202190" y="1972047"/>
                  </a:lnTo>
                  <a:lnTo>
                    <a:pt x="7204384" y="1968326"/>
                  </a:lnTo>
                  <a:lnTo>
                    <a:pt x="7206578" y="1944721"/>
                  </a:lnTo>
                  <a:lnTo>
                    <a:pt x="7208771" y="1944842"/>
                  </a:lnTo>
                  <a:lnTo>
                    <a:pt x="7210965" y="1900096"/>
                  </a:lnTo>
                  <a:lnTo>
                    <a:pt x="7213159" y="1757553"/>
                  </a:lnTo>
                  <a:lnTo>
                    <a:pt x="7215353" y="1685016"/>
                  </a:lnTo>
                  <a:lnTo>
                    <a:pt x="7217546" y="1548731"/>
                  </a:lnTo>
                  <a:lnTo>
                    <a:pt x="7219740" y="1497047"/>
                  </a:lnTo>
                  <a:lnTo>
                    <a:pt x="7221934" y="1449975"/>
                  </a:lnTo>
                  <a:lnTo>
                    <a:pt x="7224128" y="1354141"/>
                  </a:lnTo>
                  <a:lnTo>
                    <a:pt x="7226322" y="1363236"/>
                  </a:lnTo>
                  <a:lnTo>
                    <a:pt x="7228515" y="1329692"/>
                  </a:lnTo>
                  <a:lnTo>
                    <a:pt x="7230709" y="1344577"/>
                  </a:lnTo>
                  <a:lnTo>
                    <a:pt x="7232903" y="1340555"/>
                  </a:lnTo>
                  <a:lnTo>
                    <a:pt x="7235097" y="1275641"/>
                  </a:lnTo>
                  <a:lnTo>
                    <a:pt x="7237291" y="1362793"/>
                  </a:lnTo>
                  <a:lnTo>
                    <a:pt x="7239484" y="1376437"/>
                  </a:lnTo>
                  <a:lnTo>
                    <a:pt x="7241678" y="1361525"/>
                  </a:lnTo>
                  <a:lnTo>
                    <a:pt x="7243872" y="1453397"/>
                  </a:lnTo>
                  <a:lnTo>
                    <a:pt x="7246066" y="1354944"/>
                  </a:lnTo>
                  <a:lnTo>
                    <a:pt x="7248259" y="1405474"/>
                  </a:lnTo>
                  <a:lnTo>
                    <a:pt x="7250453" y="1492684"/>
                  </a:lnTo>
                  <a:lnTo>
                    <a:pt x="7252647" y="1489704"/>
                  </a:lnTo>
                  <a:lnTo>
                    <a:pt x="7254841" y="1514097"/>
                  </a:lnTo>
                  <a:lnTo>
                    <a:pt x="7257035" y="1493507"/>
                  </a:lnTo>
                  <a:lnTo>
                    <a:pt x="7259228" y="1500069"/>
                  </a:lnTo>
                  <a:lnTo>
                    <a:pt x="7261422" y="1593207"/>
                  </a:lnTo>
                  <a:lnTo>
                    <a:pt x="7263616" y="1512853"/>
                  </a:lnTo>
                  <a:lnTo>
                    <a:pt x="7265810" y="1536820"/>
                  </a:lnTo>
                  <a:lnTo>
                    <a:pt x="7268003" y="1531527"/>
                  </a:lnTo>
                  <a:lnTo>
                    <a:pt x="7270197" y="1530064"/>
                  </a:lnTo>
                  <a:lnTo>
                    <a:pt x="7272391" y="1593861"/>
                  </a:lnTo>
                  <a:lnTo>
                    <a:pt x="7274585" y="1460048"/>
                  </a:lnTo>
                  <a:lnTo>
                    <a:pt x="7276779" y="1442662"/>
                  </a:lnTo>
                  <a:lnTo>
                    <a:pt x="7278972" y="1466246"/>
                  </a:lnTo>
                  <a:lnTo>
                    <a:pt x="7281166" y="1467191"/>
                  </a:lnTo>
                  <a:lnTo>
                    <a:pt x="7283360" y="1543777"/>
                  </a:lnTo>
                  <a:lnTo>
                    <a:pt x="7285554" y="1649293"/>
                  </a:lnTo>
                  <a:lnTo>
                    <a:pt x="7287748" y="1740781"/>
                  </a:lnTo>
                  <a:lnTo>
                    <a:pt x="7289941" y="1837443"/>
                  </a:lnTo>
                  <a:lnTo>
                    <a:pt x="7292135" y="1803532"/>
                  </a:lnTo>
                  <a:lnTo>
                    <a:pt x="7294329" y="1759092"/>
                  </a:lnTo>
                  <a:lnTo>
                    <a:pt x="7296523" y="1727403"/>
                  </a:lnTo>
                  <a:lnTo>
                    <a:pt x="7298716" y="1750459"/>
                  </a:lnTo>
                  <a:lnTo>
                    <a:pt x="7300910" y="1797812"/>
                  </a:lnTo>
                  <a:lnTo>
                    <a:pt x="7303104" y="1763441"/>
                  </a:lnTo>
                  <a:lnTo>
                    <a:pt x="7305298" y="1663868"/>
                  </a:lnTo>
                  <a:lnTo>
                    <a:pt x="7307492" y="1680519"/>
                  </a:lnTo>
                  <a:lnTo>
                    <a:pt x="7309685" y="1610276"/>
                  </a:lnTo>
                  <a:lnTo>
                    <a:pt x="7311879" y="1578284"/>
                  </a:lnTo>
                  <a:lnTo>
                    <a:pt x="7314073" y="1624823"/>
                  </a:lnTo>
                  <a:lnTo>
                    <a:pt x="7316267" y="1593378"/>
                  </a:lnTo>
                  <a:lnTo>
                    <a:pt x="7318460" y="1525700"/>
                  </a:lnTo>
                  <a:lnTo>
                    <a:pt x="7320654" y="1479079"/>
                  </a:lnTo>
                  <a:lnTo>
                    <a:pt x="7322848" y="1441061"/>
                  </a:lnTo>
                  <a:lnTo>
                    <a:pt x="7325042" y="1464024"/>
                  </a:lnTo>
                  <a:lnTo>
                    <a:pt x="7327236" y="1472095"/>
                  </a:lnTo>
                  <a:lnTo>
                    <a:pt x="7329429" y="1451963"/>
                  </a:lnTo>
                  <a:lnTo>
                    <a:pt x="7331623" y="1296648"/>
                  </a:lnTo>
                  <a:lnTo>
                    <a:pt x="7333817" y="1347778"/>
                  </a:lnTo>
                  <a:lnTo>
                    <a:pt x="7336011" y="1305980"/>
                  </a:lnTo>
                  <a:lnTo>
                    <a:pt x="7338205" y="1319844"/>
                  </a:lnTo>
                  <a:lnTo>
                    <a:pt x="7340398" y="1295598"/>
                  </a:lnTo>
                  <a:lnTo>
                    <a:pt x="7342592" y="1280381"/>
                  </a:lnTo>
                  <a:lnTo>
                    <a:pt x="7344786" y="1277737"/>
                  </a:lnTo>
                  <a:lnTo>
                    <a:pt x="7346980" y="1243861"/>
                  </a:lnTo>
                  <a:lnTo>
                    <a:pt x="7349173" y="1210182"/>
                  </a:lnTo>
                  <a:lnTo>
                    <a:pt x="7351367" y="1226386"/>
                  </a:lnTo>
                  <a:lnTo>
                    <a:pt x="7353561" y="1219631"/>
                  </a:lnTo>
                  <a:lnTo>
                    <a:pt x="7355755" y="1177258"/>
                  </a:lnTo>
                  <a:lnTo>
                    <a:pt x="7357949" y="1226490"/>
                  </a:lnTo>
                  <a:lnTo>
                    <a:pt x="7360142" y="1167136"/>
                  </a:lnTo>
                  <a:lnTo>
                    <a:pt x="7362336" y="1196306"/>
                  </a:lnTo>
                  <a:lnTo>
                    <a:pt x="7364530" y="1267095"/>
                  </a:lnTo>
                  <a:lnTo>
                    <a:pt x="7366724" y="1211640"/>
                  </a:lnTo>
                  <a:lnTo>
                    <a:pt x="7368918" y="1226777"/>
                  </a:lnTo>
                  <a:lnTo>
                    <a:pt x="7371111" y="1270404"/>
                  </a:lnTo>
                  <a:lnTo>
                    <a:pt x="7373305" y="1324351"/>
                  </a:lnTo>
                  <a:lnTo>
                    <a:pt x="7375499" y="1340910"/>
                  </a:lnTo>
                  <a:lnTo>
                    <a:pt x="7377693" y="1308442"/>
                  </a:lnTo>
                  <a:lnTo>
                    <a:pt x="7379886" y="1270070"/>
                  </a:lnTo>
                  <a:lnTo>
                    <a:pt x="7382080" y="1267983"/>
                  </a:lnTo>
                  <a:lnTo>
                    <a:pt x="7384274" y="1307246"/>
                  </a:lnTo>
                  <a:lnTo>
                    <a:pt x="7386468" y="1304633"/>
                  </a:lnTo>
                  <a:lnTo>
                    <a:pt x="7388662" y="1290849"/>
                  </a:lnTo>
                  <a:lnTo>
                    <a:pt x="7390855" y="1349515"/>
                  </a:lnTo>
                  <a:lnTo>
                    <a:pt x="7393049" y="1334467"/>
                  </a:lnTo>
                  <a:lnTo>
                    <a:pt x="7395243" y="1331897"/>
                  </a:lnTo>
                  <a:lnTo>
                    <a:pt x="7397437" y="1377367"/>
                  </a:lnTo>
                  <a:lnTo>
                    <a:pt x="7399630" y="1304947"/>
                  </a:lnTo>
                  <a:lnTo>
                    <a:pt x="7401824" y="1374801"/>
                  </a:lnTo>
                  <a:lnTo>
                    <a:pt x="7404018" y="1357135"/>
                  </a:lnTo>
                  <a:lnTo>
                    <a:pt x="7406212" y="1358465"/>
                  </a:lnTo>
                  <a:lnTo>
                    <a:pt x="7408406" y="1319986"/>
                  </a:lnTo>
                  <a:lnTo>
                    <a:pt x="7410599" y="1304522"/>
                  </a:lnTo>
                  <a:lnTo>
                    <a:pt x="7412793" y="1317182"/>
                  </a:lnTo>
                  <a:lnTo>
                    <a:pt x="7414987" y="1372553"/>
                  </a:lnTo>
                  <a:lnTo>
                    <a:pt x="7417181" y="1399824"/>
                  </a:lnTo>
                  <a:lnTo>
                    <a:pt x="7419375" y="1343644"/>
                  </a:lnTo>
                  <a:lnTo>
                    <a:pt x="7421568" y="1325373"/>
                  </a:lnTo>
                  <a:lnTo>
                    <a:pt x="7423762" y="1290964"/>
                  </a:lnTo>
                  <a:lnTo>
                    <a:pt x="7425956" y="1279121"/>
                  </a:lnTo>
                  <a:lnTo>
                    <a:pt x="7428150" y="1107718"/>
                  </a:lnTo>
                  <a:lnTo>
                    <a:pt x="7430343" y="1108231"/>
                  </a:lnTo>
                  <a:lnTo>
                    <a:pt x="7432537" y="1104464"/>
                  </a:lnTo>
                  <a:lnTo>
                    <a:pt x="7434731" y="1088409"/>
                  </a:lnTo>
                  <a:lnTo>
                    <a:pt x="7436925" y="1093496"/>
                  </a:lnTo>
                  <a:lnTo>
                    <a:pt x="7439119" y="1012109"/>
                  </a:lnTo>
                  <a:lnTo>
                    <a:pt x="7441312" y="955263"/>
                  </a:lnTo>
                  <a:lnTo>
                    <a:pt x="7443506" y="955527"/>
                  </a:lnTo>
                  <a:lnTo>
                    <a:pt x="7445700" y="864491"/>
                  </a:lnTo>
                  <a:lnTo>
                    <a:pt x="7447894" y="876315"/>
                  </a:lnTo>
                  <a:lnTo>
                    <a:pt x="7450087" y="852380"/>
                  </a:lnTo>
                  <a:lnTo>
                    <a:pt x="7452281" y="868025"/>
                  </a:lnTo>
                  <a:lnTo>
                    <a:pt x="7454475" y="856249"/>
                  </a:lnTo>
                  <a:lnTo>
                    <a:pt x="7456669" y="820048"/>
                  </a:lnTo>
                  <a:lnTo>
                    <a:pt x="7458863" y="780609"/>
                  </a:lnTo>
                  <a:lnTo>
                    <a:pt x="7461056" y="835840"/>
                  </a:lnTo>
                  <a:lnTo>
                    <a:pt x="7463250" y="811185"/>
                  </a:lnTo>
                  <a:lnTo>
                    <a:pt x="7465444" y="790398"/>
                  </a:lnTo>
                  <a:lnTo>
                    <a:pt x="7467638" y="817212"/>
                  </a:lnTo>
                  <a:lnTo>
                    <a:pt x="7469832" y="735480"/>
                  </a:lnTo>
                  <a:lnTo>
                    <a:pt x="7472025" y="727881"/>
                  </a:lnTo>
                  <a:lnTo>
                    <a:pt x="7474219" y="664367"/>
                  </a:lnTo>
                  <a:lnTo>
                    <a:pt x="7476413" y="587518"/>
                  </a:lnTo>
                  <a:lnTo>
                    <a:pt x="7478607" y="467915"/>
                  </a:lnTo>
                  <a:lnTo>
                    <a:pt x="7480800" y="489236"/>
                  </a:lnTo>
                  <a:lnTo>
                    <a:pt x="7482994" y="463391"/>
                  </a:lnTo>
                  <a:lnTo>
                    <a:pt x="7485188" y="397072"/>
                  </a:lnTo>
                  <a:lnTo>
                    <a:pt x="7487382" y="547469"/>
                  </a:lnTo>
                  <a:lnTo>
                    <a:pt x="7489576" y="497587"/>
                  </a:lnTo>
                  <a:lnTo>
                    <a:pt x="7491769" y="647665"/>
                  </a:lnTo>
                  <a:lnTo>
                    <a:pt x="7493963" y="603388"/>
                  </a:lnTo>
                  <a:lnTo>
                    <a:pt x="7496157" y="591036"/>
                  </a:lnTo>
                  <a:lnTo>
                    <a:pt x="7498351" y="615600"/>
                  </a:lnTo>
                  <a:lnTo>
                    <a:pt x="7500545" y="568749"/>
                  </a:lnTo>
                  <a:lnTo>
                    <a:pt x="7502738" y="576582"/>
                  </a:lnTo>
                  <a:lnTo>
                    <a:pt x="7504932" y="540109"/>
                  </a:lnTo>
                  <a:lnTo>
                    <a:pt x="7507126" y="459665"/>
                  </a:lnTo>
                  <a:lnTo>
                    <a:pt x="7509320" y="337986"/>
                  </a:lnTo>
                  <a:lnTo>
                    <a:pt x="7511513" y="333992"/>
                  </a:lnTo>
                  <a:lnTo>
                    <a:pt x="7513707" y="358240"/>
                  </a:lnTo>
                  <a:lnTo>
                    <a:pt x="7515901" y="521593"/>
                  </a:lnTo>
                  <a:lnTo>
                    <a:pt x="7518095" y="531577"/>
                  </a:lnTo>
                  <a:lnTo>
                    <a:pt x="7520289" y="597430"/>
                  </a:lnTo>
                  <a:lnTo>
                    <a:pt x="7522482" y="544815"/>
                  </a:lnTo>
                  <a:lnTo>
                    <a:pt x="7524676" y="615748"/>
                  </a:lnTo>
                  <a:lnTo>
                    <a:pt x="7526870" y="639970"/>
                  </a:lnTo>
                  <a:lnTo>
                    <a:pt x="7529064" y="695985"/>
                  </a:lnTo>
                  <a:lnTo>
                    <a:pt x="7531257" y="702415"/>
                  </a:lnTo>
                  <a:lnTo>
                    <a:pt x="7533451" y="838707"/>
                  </a:lnTo>
                  <a:lnTo>
                    <a:pt x="7535645" y="805691"/>
                  </a:lnTo>
                  <a:lnTo>
                    <a:pt x="7537839" y="799300"/>
                  </a:lnTo>
                  <a:lnTo>
                    <a:pt x="7540033" y="764535"/>
                  </a:lnTo>
                  <a:lnTo>
                    <a:pt x="7542226" y="692328"/>
                  </a:lnTo>
                  <a:lnTo>
                    <a:pt x="7544420" y="636002"/>
                  </a:lnTo>
                  <a:lnTo>
                    <a:pt x="7546614" y="562295"/>
                  </a:lnTo>
                  <a:lnTo>
                    <a:pt x="7548808" y="549562"/>
                  </a:lnTo>
                  <a:lnTo>
                    <a:pt x="7551002" y="463716"/>
                  </a:lnTo>
                  <a:lnTo>
                    <a:pt x="7553195" y="415399"/>
                  </a:lnTo>
                  <a:lnTo>
                    <a:pt x="7555389" y="380412"/>
                  </a:lnTo>
                  <a:lnTo>
                    <a:pt x="7557583" y="363830"/>
                  </a:lnTo>
                  <a:lnTo>
                    <a:pt x="7559777" y="355993"/>
                  </a:lnTo>
                  <a:lnTo>
                    <a:pt x="7561970" y="473010"/>
                  </a:lnTo>
                  <a:lnTo>
                    <a:pt x="7564164" y="513780"/>
                  </a:lnTo>
                  <a:lnTo>
                    <a:pt x="7566358" y="581412"/>
                  </a:lnTo>
                  <a:lnTo>
                    <a:pt x="7568552" y="505332"/>
                  </a:lnTo>
                  <a:lnTo>
                    <a:pt x="7570746" y="515640"/>
                  </a:lnTo>
                  <a:lnTo>
                    <a:pt x="7572939" y="583643"/>
                  </a:lnTo>
                  <a:lnTo>
                    <a:pt x="7575133" y="589308"/>
                  </a:lnTo>
                  <a:lnTo>
                    <a:pt x="7577327" y="546978"/>
                  </a:lnTo>
                  <a:lnTo>
                    <a:pt x="7579521" y="559004"/>
                  </a:lnTo>
                  <a:lnTo>
                    <a:pt x="7581714" y="469422"/>
                  </a:lnTo>
                  <a:lnTo>
                    <a:pt x="7583908" y="467346"/>
                  </a:lnTo>
                  <a:lnTo>
                    <a:pt x="7586102" y="423500"/>
                  </a:lnTo>
                  <a:lnTo>
                    <a:pt x="7588296" y="209924"/>
                  </a:lnTo>
                  <a:lnTo>
                    <a:pt x="7590490" y="240267"/>
                  </a:lnTo>
                  <a:lnTo>
                    <a:pt x="7592683" y="62184"/>
                  </a:lnTo>
                  <a:lnTo>
                    <a:pt x="7594877" y="31710"/>
                  </a:lnTo>
                  <a:lnTo>
                    <a:pt x="7597071" y="105353"/>
                  </a:lnTo>
                  <a:lnTo>
                    <a:pt x="7599265" y="16955"/>
                  </a:lnTo>
                  <a:lnTo>
                    <a:pt x="7601459" y="83299"/>
                  </a:lnTo>
                  <a:lnTo>
                    <a:pt x="7603652" y="270946"/>
                  </a:lnTo>
                  <a:lnTo>
                    <a:pt x="7605846" y="313268"/>
                  </a:lnTo>
                  <a:lnTo>
                    <a:pt x="7608040" y="309739"/>
                  </a:lnTo>
                  <a:lnTo>
                    <a:pt x="7610234" y="318238"/>
                  </a:lnTo>
                  <a:lnTo>
                    <a:pt x="7612427" y="371618"/>
                  </a:lnTo>
                  <a:lnTo>
                    <a:pt x="7614621" y="549809"/>
                  </a:lnTo>
                  <a:lnTo>
                    <a:pt x="7616815" y="598987"/>
                  </a:lnTo>
                  <a:lnTo>
                    <a:pt x="7619009" y="649881"/>
                  </a:lnTo>
                  <a:lnTo>
                    <a:pt x="7621203" y="773928"/>
                  </a:lnTo>
                  <a:lnTo>
                    <a:pt x="7623396" y="776644"/>
                  </a:lnTo>
                  <a:lnTo>
                    <a:pt x="7625590" y="923371"/>
                  </a:lnTo>
                  <a:lnTo>
                    <a:pt x="7627784" y="1019568"/>
                  </a:lnTo>
                  <a:lnTo>
                    <a:pt x="7629978" y="1094556"/>
                  </a:lnTo>
                  <a:lnTo>
                    <a:pt x="7632171" y="1186900"/>
                  </a:lnTo>
                  <a:lnTo>
                    <a:pt x="7634365" y="1185550"/>
                  </a:lnTo>
                  <a:lnTo>
                    <a:pt x="7636559" y="1303368"/>
                  </a:lnTo>
                  <a:lnTo>
                    <a:pt x="7638753" y="1221090"/>
                  </a:lnTo>
                  <a:lnTo>
                    <a:pt x="7640947" y="1280060"/>
                  </a:lnTo>
                  <a:lnTo>
                    <a:pt x="7643140" y="1256044"/>
                  </a:lnTo>
                  <a:lnTo>
                    <a:pt x="7645334" y="1324133"/>
                  </a:lnTo>
                  <a:lnTo>
                    <a:pt x="7647528" y="1309744"/>
                  </a:lnTo>
                  <a:lnTo>
                    <a:pt x="7649722" y="1381051"/>
                  </a:lnTo>
                  <a:lnTo>
                    <a:pt x="7651916" y="1388586"/>
                  </a:lnTo>
                  <a:lnTo>
                    <a:pt x="7654109" y="1303031"/>
                  </a:lnTo>
                  <a:lnTo>
                    <a:pt x="7656303" y="1441416"/>
                  </a:lnTo>
                  <a:lnTo>
                    <a:pt x="7658497" y="1382071"/>
                  </a:lnTo>
                  <a:lnTo>
                    <a:pt x="7660691" y="1263574"/>
                  </a:lnTo>
                  <a:lnTo>
                    <a:pt x="7662884" y="1202177"/>
                  </a:lnTo>
                  <a:lnTo>
                    <a:pt x="7665078" y="1223854"/>
                  </a:lnTo>
                  <a:lnTo>
                    <a:pt x="7667272" y="1254287"/>
                  </a:lnTo>
                  <a:lnTo>
                    <a:pt x="7669466" y="1229448"/>
                  </a:lnTo>
                  <a:lnTo>
                    <a:pt x="7671660" y="1229701"/>
                  </a:lnTo>
                  <a:lnTo>
                    <a:pt x="7673853" y="1249925"/>
                  </a:lnTo>
                  <a:lnTo>
                    <a:pt x="7676047" y="1315730"/>
                  </a:lnTo>
                  <a:lnTo>
                    <a:pt x="7678241" y="1294459"/>
                  </a:lnTo>
                  <a:lnTo>
                    <a:pt x="7680435" y="1251148"/>
                  </a:lnTo>
                  <a:lnTo>
                    <a:pt x="7682629" y="1256329"/>
                  </a:lnTo>
                  <a:lnTo>
                    <a:pt x="7684822" y="1216503"/>
                  </a:lnTo>
                  <a:lnTo>
                    <a:pt x="7687016" y="1059585"/>
                  </a:lnTo>
                  <a:lnTo>
                    <a:pt x="7689210" y="950128"/>
                  </a:lnTo>
                  <a:lnTo>
                    <a:pt x="7691404" y="867554"/>
                  </a:lnTo>
                  <a:lnTo>
                    <a:pt x="7693597" y="713903"/>
                  </a:lnTo>
                  <a:lnTo>
                    <a:pt x="7695791" y="651621"/>
                  </a:lnTo>
                  <a:lnTo>
                    <a:pt x="7697985" y="579633"/>
                  </a:lnTo>
                  <a:lnTo>
                    <a:pt x="7700179" y="516747"/>
                  </a:lnTo>
                  <a:lnTo>
                    <a:pt x="7702373" y="546883"/>
                  </a:lnTo>
                  <a:lnTo>
                    <a:pt x="7704566" y="499248"/>
                  </a:lnTo>
                  <a:lnTo>
                    <a:pt x="7706760" y="454228"/>
                  </a:lnTo>
                  <a:lnTo>
                    <a:pt x="7708954" y="416520"/>
                  </a:lnTo>
                  <a:lnTo>
                    <a:pt x="7711148" y="508056"/>
                  </a:lnTo>
                  <a:lnTo>
                    <a:pt x="7713341" y="519396"/>
                  </a:lnTo>
                  <a:lnTo>
                    <a:pt x="7715535" y="599003"/>
                  </a:lnTo>
                  <a:lnTo>
                    <a:pt x="7717729" y="573779"/>
                  </a:lnTo>
                  <a:lnTo>
                    <a:pt x="7719923" y="639828"/>
                  </a:lnTo>
                  <a:lnTo>
                    <a:pt x="7722117" y="719093"/>
                  </a:lnTo>
                  <a:lnTo>
                    <a:pt x="7724310" y="751239"/>
                  </a:lnTo>
                  <a:lnTo>
                    <a:pt x="7726504" y="796643"/>
                  </a:lnTo>
                  <a:lnTo>
                    <a:pt x="7728698" y="784595"/>
                  </a:lnTo>
                  <a:lnTo>
                    <a:pt x="7730892" y="873665"/>
                  </a:lnTo>
                  <a:lnTo>
                    <a:pt x="7733086" y="1018812"/>
                  </a:lnTo>
                  <a:lnTo>
                    <a:pt x="7735279" y="1011306"/>
                  </a:lnTo>
                  <a:lnTo>
                    <a:pt x="7737473" y="1017452"/>
                  </a:lnTo>
                  <a:lnTo>
                    <a:pt x="7739667" y="999731"/>
                  </a:lnTo>
                  <a:lnTo>
                    <a:pt x="7741861" y="1042016"/>
                  </a:lnTo>
                  <a:lnTo>
                    <a:pt x="7744054" y="936696"/>
                  </a:lnTo>
                  <a:lnTo>
                    <a:pt x="7746248" y="857085"/>
                  </a:lnTo>
                  <a:lnTo>
                    <a:pt x="7748442" y="908275"/>
                  </a:lnTo>
                  <a:lnTo>
                    <a:pt x="7750636" y="859553"/>
                  </a:lnTo>
                  <a:lnTo>
                    <a:pt x="7752830" y="805802"/>
                  </a:lnTo>
                  <a:lnTo>
                    <a:pt x="7755023" y="640428"/>
                  </a:lnTo>
                  <a:lnTo>
                    <a:pt x="7757217" y="460590"/>
                  </a:lnTo>
                  <a:lnTo>
                    <a:pt x="7759411" y="484753"/>
                  </a:lnTo>
                  <a:lnTo>
                    <a:pt x="7761605" y="402829"/>
                  </a:lnTo>
                  <a:lnTo>
                    <a:pt x="7763798" y="358389"/>
                  </a:lnTo>
                  <a:lnTo>
                    <a:pt x="7765992" y="343474"/>
                  </a:lnTo>
                  <a:lnTo>
                    <a:pt x="7768186" y="507084"/>
                  </a:lnTo>
                  <a:lnTo>
                    <a:pt x="7770380" y="574818"/>
                  </a:lnTo>
                  <a:lnTo>
                    <a:pt x="7772574" y="182592"/>
                  </a:lnTo>
                  <a:lnTo>
                    <a:pt x="7774767" y="237426"/>
                  </a:lnTo>
                  <a:lnTo>
                    <a:pt x="7776961" y="260099"/>
                  </a:lnTo>
                  <a:lnTo>
                    <a:pt x="7779155" y="255698"/>
                  </a:lnTo>
                  <a:lnTo>
                    <a:pt x="7781349" y="239749"/>
                  </a:lnTo>
                  <a:lnTo>
                    <a:pt x="7783543" y="320647"/>
                  </a:lnTo>
                  <a:lnTo>
                    <a:pt x="7785736" y="285594"/>
                  </a:lnTo>
                  <a:lnTo>
                    <a:pt x="7787930" y="334039"/>
                  </a:lnTo>
                  <a:lnTo>
                    <a:pt x="7790124" y="365604"/>
                  </a:lnTo>
                  <a:lnTo>
                    <a:pt x="7792318" y="307307"/>
                  </a:lnTo>
                  <a:lnTo>
                    <a:pt x="7794511" y="346922"/>
                  </a:lnTo>
                  <a:lnTo>
                    <a:pt x="7796705" y="348269"/>
                  </a:lnTo>
                  <a:lnTo>
                    <a:pt x="7798899" y="293621"/>
                  </a:lnTo>
                  <a:lnTo>
                    <a:pt x="7801093" y="297406"/>
                  </a:lnTo>
                  <a:lnTo>
                    <a:pt x="7803287" y="319762"/>
                  </a:lnTo>
                  <a:lnTo>
                    <a:pt x="7805480" y="172311"/>
                  </a:lnTo>
                  <a:lnTo>
                    <a:pt x="7807674" y="269555"/>
                  </a:lnTo>
                  <a:lnTo>
                    <a:pt x="7809868" y="229590"/>
                  </a:lnTo>
                  <a:lnTo>
                    <a:pt x="7812062" y="259157"/>
                  </a:lnTo>
                  <a:lnTo>
                    <a:pt x="7814256" y="385222"/>
                  </a:lnTo>
                  <a:lnTo>
                    <a:pt x="7816449" y="347115"/>
                  </a:lnTo>
                  <a:lnTo>
                    <a:pt x="7818643" y="428629"/>
                  </a:lnTo>
                  <a:lnTo>
                    <a:pt x="7820837" y="427382"/>
                  </a:lnTo>
                  <a:lnTo>
                    <a:pt x="7823031" y="554252"/>
                  </a:lnTo>
                  <a:lnTo>
                    <a:pt x="7825224" y="529016"/>
                  </a:lnTo>
                  <a:lnTo>
                    <a:pt x="7827418" y="586922"/>
                  </a:lnTo>
                  <a:lnTo>
                    <a:pt x="7829612" y="714224"/>
                  </a:lnTo>
                  <a:lnTo>
                    <a:pt x="7831806" y="667108"/>
                  </a:lnTo>
                  <a:lnTo>
                    <a:pt x="7834000" y="748052"/>
                  </a:lnTo>
                  <a:lnTo>
                    <a:pt x="7836193" y="852695"/>
                  </a:lnTo>
                  <a:lnTo>
                    <a:pt x="7838387" y="938370"/>
                  </a:lnTo>
                  <a:lnTo>
                    <a:pt x="7840581" y="984825"/>
                  </a:lnTo>
                  <a:lnTo>
                    <a:pt x="7842775" y="1041447"/>
                  </a:lnTo>
                  <a:lnTo>
                    <a:pt x="7844968" y="999863"/>
                  </a:lnTo>
                  <a:lnTo>
                    <a:pt x="7847162" y="1030502"/>
                  </a:lnTo>
                  <a:lnTo>
                    <a:pt x="7849356" y="1153816"/>
                  </a:lnTo>
                  <a:lnTo>
                    <a:pt x="7851550" y="1148501"/>
                  </a:lnTo>
                  <a:lnTo>
                    <a:pt x="7853744" y="1182531"/>
                  </a:lnTo>
                  <a:lnTo>
                    <a:pt x="7855937" y="1181750"/>
                  </a:lnTo>
                  <a:lnTo>
                    <a:pt x="7858131" y="1153845"/>
                  </a:lnTo>
                  <a:lnTo>
                    <a:pt x="7860325" y="1231646"/>
                  </a:lnTo>
                  <a:lnTo>
                    <a:pt x="7862519" y="1259122"/>
                  </a:lnTo>
                  <a:lnTo>
                    <a:pt x="7864713" y="1291894"/>
                  </a:lnTo>
                  <a:lnTo>
                    <a:pt x="7866906" y="1352533"/>
                  </a:lnTo>
                  <a:lnTo>
                    <a:pt x="7869100" y="1345373"/>
                  </a:lnTo>
                  <a:lnTo>
                    <a:pt x="7871294" y="1333467"/>
                  </a:lnTo>
                  <a:lnTo>
                    <a:pt x="7873488" y="1212421"/>
                  </a:lnTo>
                  <a:lnTo>
                    <a:pt x="7875681" y="1276247"/>
                  </a:lnTo>
                  <a:lnTo>
                    <a:pt x="7877875" y="1369899"/>
                  </a:lnTo>
                  <a:lnTo>
                    <a:pt x="7880069" y="1313118"/>
                  </a:lnTo>
                  <a:lnTo>
                    <a:pt x="7882263" y="1259184"/>
                  </a:lnTo>
                  <a:lnTo>
                    <a:pt x="7884457" y="1148939"/>
                  </a:lnTo>
                  <a:lnTo>
                    <a:pt x="7886650" y="1052813"/>
                  </a:lnTo>
                  <a:lnTo>
                    <a:pt x="7888844" y="1045287"/>
                  </a:lnTo>
                  <a:lnTo>
                    <a:pt x="7891038" y="1049203"/>
                  </a:lnTo>
                  <a:lnTo>
                    <a:pt x="7893232" y="1060947"/>
                  </a:lnTo>
                  <a:lnTo>
                    <a:pt x="7895425" y="1067151"/>
                  </a:lnTo>
                  <a:lnTo>
                    <a:pt x="7897619" y="1168839"/>
                  </a:lnTo>
                  <a:lnTo>
                    <a:pt x="7899813" y="1181969"/>
                  </a:lnTo>
                  <a:lnTo>
                    <a:pt x="7902007" y="1214782"/>
                  </a:lnTo>
                  <a:lnTo>
                    <a:pt x="7904201" y="1287378"/>
                  </a:lnTo>
                  <a:lnTo>
                    <a:pt x="7906394" y="1263139"/>
                  </a:lnTo>
                  <a:lnTo>
                    <a:pt x="7908588" y="1254885"/>
                  </a:lnTo>
                  <a:lnTo>
                    <a:pt x="7910782" y="1262337"/>
                  </a:lnTo>
                  <a:lnTo>
                    <a:pt x="7912976" y="1231317"/>
                  </a:lnTo>
                  <a:lnTo>
                    <a:pt x="7915170" y="1224697"/>
                  </a:lnTo>
                  <a:lnTo>
                    <a:pt x="7917363" y="1228853"/>
                  </a:lnTo>
                  <a:lnTo>
                    <a:pt x="7919557" y="1208213"/>
                  </a:lnTo>
                  <a:lnTo>
                    <a:pt x="7921751" y="1274752"/>
                  </a:lnTo>
                  <a:lnTo>
                    <a:pt x="7923945" y="1168769"/>
                  </a:lnTo>
                  <a:lnTo>
                    <a:pt x="7926138" y="1206961"/>
                  </a:lnTo>
                  <a:lnTo>
                    <a:pt x="7928332" y="1189436"/>
                  </a:lnTo>
                  <a:lnTo>
                    <a:pt x="7930526" y="1173708"/>
                  </a:lnTo>
                  <a:lnTo>
                    <a:pt x="7932720" y="1304123"/>
                  </a:lnTo>
                  <a:lnTo>
                    <a:pt x="7934914" y="1246491"/>
                  </a:lnTo>
                  <a:lnTo>
                    <a:pt x="7937107" y="1295859"/>
                  </a:lnTo>
                  <a:lnTo>
                    <a:pt x="7939301" y="1258355"/>
                  </a:lnTo>
                  <a:lnTo>
                    <a:pt x="7941495" y="1232315"/>
                  </a:lnTo>
                  <a:lnTo>
                    <a:pt x="7943689" y="1269017"/>
                  </a:lnTo>
                  <a:lnTo>
                    <a:pt x="7945883" y="1259645"/>
                  </a:lnTo>
                  <a:lnTo>
                    <a:pt x="7948076" y="1282610"/>
                  </a:lnTo>
                  <a:lnTo>
                    <a:pt x="7950270" y="1285228"/>
                  </a:lnTo>
                  <a:lnTo>
                    <a:pt x="7952464" y="1296481"/>
                  </a:lnTo>
                  <a:lnTo>
                    <a:pt x="7954658" y="1338069"/>
                  </a:lnTo>
                  <a:lnTo>
                    <a:pt x="7956851" y="1339322"/>
                  </a:lnTo>
                  <a:lnTo>
                    <a:pt x="7959045" y="1387071"/>
                  </a:lnTo>
                  <a:lnTo>
                    <a:pt x="7961239" y="1360801"/>
                  </a:lnTo>
                  <a:lnTo>
                    <a:pt x="7963433" y="1363786"/>
                  </a:lnTo>
                  <a:lnTo>
                    <a:pt x="7965627" y="1390288"/>
                  </a:lnTo>
                  <a:lnTo>
                    <a:pt x="7967820" y="1390964"/>
                  </a:lnTo>
                  <a:lnTo>
                    <a:pt x="7970014" y="1327012"/>
                  </a:lnTo>
                  <a:lnTo>
                    <a:pt x="7972208" y="1354292"/>
                  </a:lnTo>
                  <a:lnTo>
                    <a:pt x="7974402" y="1479534"/>
                  </a:lnTo>
                  <a:lnTo>
                    <a:pt x="7976595" y="1536546"/>
                  </a:lnTo>
                  <a:lnTo>
                    <a:pt x="7978789" y="1558591"/>
                  </a:lnTo>
                  <a:lnTo>
                    <a:pt x="7980983" y="1508612"/>
                  </a:lnTo>
                  <a:lnTo>
                    <a:pt x="7983177" y="1434330"/>
                  </a:lnTo>
                  <a:lnTo>
                    <a:pt x="7985371" y="1334049"/>
                  </a:lnTo>
                  <a:lnTo>
                    <a:pt x="7987564" y="1274901"/>
                  </a:lnTo>
                  <a:lnTo>
                    <a:pt x="7989758" y="1286184"/>
                  </a:lnTo>
                  <a:lnTo>
                    <a:pt x="7991952" y="1231066"/>
                  </a:lnTo>
                  <a:lnTo>
                    <a:pt x="7994146" y="1275498"/>
                  </a:lnTo>
                  <a:lnTo>
                    <a:pt x="7996340" y="1332077"/>
                  </a:lnTo>
                  <a:lnTo>
                    <a:pt x="7998533" y="1343228"/>
                  </a:lnTo>
                  <a:lnTo>
                    <a:pt x="8000727" y="1321987"/>
                  </a:lnTo>
                  <a:lnTo>
                    <a:pt x="8002921" y="1387938"/>
                  </a:lnTo>
                  <a:lnTo>
                    <a:pt x="8005115" y="1413660"/>
                  </a:lnTo>
                  <a:lnTo>
                    <a:pt x="8007308" y="1464767"/>
                  </a:lnTo>
                  <a:lnTo>
                    <a:pt x="8009502" y="1565500"/>
                  </a:lnTo>
                  <a:lnTo>
                    <a:pt x="8011696" y="1546720"/>
                  </a:lnTo>
                  <a:lnTo>
                    <a:pt x="8013890" y="1548363"/>
                  </a:lnTo>
                  <a:lnTo>
                    <a:pt x="8016084" y="1552036"/>
                  </a:lnTo>
                  <a:lnTo>
                    <a:pt x="8018277" y="1403938"/>
                  </a:lnTo>
                  <a:lnTo>
                    <a:pt x="8020471" y="1468445"/>
                  </a:lnTo>
                  <a:lnTo>
                    <a:pt x="8022665" y="1514160"/>
                  </a:lnTo>
                  <a:lnTo>
                    <a:pt x="8024859" y="1470751"/>
                  </a:lnTo>
                  <a:lnTo>
                    <a:pt x="8027052" y="1662314"/>
                  </a:lnTo>
                  <a:lnTo>
                    <a:pt x="8029246" y="1757723"/>
                  </a:lnTo>
                  <a:lnTo>
                    <a:pt x="8031440" y="1883744"/>
                  </a:lnTo>
                  <a:lnTo>
                    <a:pt x="8033634" y="1922589"/>
                  </a:lnTo>
                  <a:lnTo>
                    <a:pt x="8035828" y="1826491"/>
                  </a:lnTo>
                  <a:lnTo>
                    <a:pt x="8038021" y="1892677"/>
                  </a:lnTo>
                  <a:lnTo>
                    <a:pt x="8040215" y="1860775"/>
                  </a:lnTo>
                  <a:lnTo>
                    <a:pt x="8042409" y="1825431"/>
                  </a:lnTo>
                  <a:lnTo>
                    <a:pt x="8044603" y="1805658"/>
                  </a:lnTo>
                  <a:lnTo>
                    <a:pt x="8046797" y="1571866"/>
                  </a:lnTo>
                  <a:lnTo>
                    <a:pt x="8048990" y="1566300"/>
                  </a:lnTo>
                  <a:lnTo>
                    <a:pt x="8051184" y="1534024"/>
                  </a:lnTo>
                  <a:lnTo>
                    <a:pt x="8053378" y="1517427"/>
                  </a:lnTo>
                  <a:lnTo>
                    <a:pt x="8055572" y="1594651"/>
                  </a:lnTo>
                  <a:lnTo>
                    <a:pt x="8057765" y="1463516"/>
                  </a:lnTo>
                  <a:lnTo>
                    <a:pt x="8059959" y="1439090"/>
                  </a:lnTo>
                  <a:lnTo>
                    <a:pt x="8062153" y="1409520"/>
                  </a:lnTo>
                  <a:lnTo>
                    <a:pt x="8064347" y="1410570"/>
                  </a:lnTo>
                  <a:lnTo>
                    <a:pt x="8066541" y="1375527"/>
                  </a:lnTo>
                  <a:lnTo>
                    <a:pt x="8068734" y="1375557"/>
                  </a:lnTo>
                  <a:lnTo>
                    <a:pt x="8070928" y="1396324"/>
                  </a:lnTo>
                  <a:lnTo>
                    <a:pt x="8073122" y="1361693"/>
                  </a:lnTo>
                  <a:lnTo>
                    <a:pt x="8075316" y="1433438"/>
                  </a:lnTo>
                  <a:lnTo>
                    <a:pt x="8077510" y="1387694"/>
                  </a:lnTo>
                  <a:lnTo>
                    <a:pt x="8079703" y="1394316"/>
                  </a:lnTo>
                  <a:lnTo>
                    <a:pt x="8081897" y="1363287"/>
                  </a:lnTo>
                  <a:lnTo>
                    <a:pt x="8084091" y="1374811"/>
                  </a:lnTo>
                  <a:lnTo>
                    <a:pt x="8086285" y="1364478"/>
                  </a:lnTo>
                  <a:lnTo>
                    <a:pt x="8088478" y="1382888"/>
                  </a:lnTo>
                  <a:lnTo>
                    <a:pt x="8090672" y="1396570"/>
                  </a:lnTo>
                  <a:lnTo>
                    <a:pt x="8092866" y="1450343"/>
                  </a:lnTo>
                  <a:lnTo>
                    <a:pt x="8095060" y="1417444"/>
                  </a:lnTo>
                  <a:lnTo>
                    <a:pt x="8097254" y="1432231"/>
                  </a:lnTo>
                  <a:lnTo>
                    <a:pt x="8099447" y="1480386"/>
                  </a:lnTo>
                  <a:lnTo>
                    <a:pt x="8101641" y="1508822"/>
                  </a:lnTo>
                  <a:lnTo>
                    <a:pt x="8103835" y="1530028"/>
                  </a:lnTo>
                  <a:lnTo>
                    <a:pt x="8106029" y="1609581"/>
                  </a:lnTo>
                  <a:lnTo>
                    <a:pt x="8108222" y="1649618"/>
                  </a:lnTo>
                  <a:lnTo>
                    <a:pt x="8110416" y="1684390"/>
                  </a:lnTo>
                  <a:lnTo>
                    <a:pt x="8112610" y="1661466"/>
                  </a:lnTo>
                  <a:lnTo>
                    <a:pt x="8114804" y="1635328"/>
                  </a:lnTo>
                  <a:lnTo>
                    <a:pt x="8116998" y="1654615"/>
                  </a:lnTo>
                  <a:lnTo>
                    <a:pt x="8119191" y="1614322"/>
                  </a:lnTo>
                  <a:lnTo>
                    <a:pt x="8121385" y="1571589"/>
                  </a:lnTo>
                  <a:lnTo>
                    <a:pt x="8123579" y="1560578"/>
                  </a:lnTo>
                  <a:lnTo>
                    <a:pt x="8125773" y="1547590"/>
                  </a:lnTo>
                  <a:lnTo>
                    <a:pt x="8127967" y="1518490"/>
                  </a:lnTo>
                  <a:lnTo>
                    <a:pt x="8130160" y="1493563"/>
                  </a:lnTo>
                  <a:lnTo>
                    <a:pt x="8132354" y="1509512"/>
                  </a:lnTo>
                  <a:lnTo>
                    <a:pt x="8134548" y="1524706"/>
                  </a:lnTo>
                  <a:lnTo>
                    <a:pt x="8136742" y="1561538"/>
                  </a:lnTo>
                  <a:lnTo>
                    <a:pt x="8138935" y="1509334"/>
                  </a:lnTo>
                  <a:lnTo>
                    <a:pt x="8141129" y="1483775"/>
                  </a:lnTo>
                  <a:lnTo>
                    <a:pt x="8143323" y="1325077"/>
                  </a:lnTo>
                  <a:lnTo>
                    <a:pt x="8145517" y="1201696"/>
                  </a:lnTo>
                  <a:lnTo>
                    <a:pt x="8147711" y="1207448"/>
                  </a:lnTo>
                  <a:lnTo>
                    <a:pt x="8149904" y="1182006"/>
                  </a:lnTo>
                  <a:lnTo>
                    <a:pt x="8152098" y="1132704"/>
                  </a:lnTo>
                  <a:lnTo>
                    <a:pt x="8154292" y="1144947"/>
                  </a:lnTo>
                  <a:lnTo>
                    <a:pt x="8156486" y="1121212"/>
                  </a:lnTo>
                  <a:lnTo>
                    <a:pt x="8158679" y="1161297"/>
                  </a:lnTo>
                  <a:lnTo>
                    <a:pt x="8160873" y="1147488"/>
                  </a:lnTo>
                  <a:lnTo>
                    <a:pt x="8163067" y="1072389"/>
                  </a:lnTo>
                  <a:lnTo>
                    <a:pt x="8165261" y="1067813"/>
                  </a:lnTo>
                  <a:lnTo>
                    <a:pt x="8167455" y="1040134"/>
                  </a:lnTo>
                  <a:lnTo>
                    <a:pt x="8169648" y="1105917"/>
                  </a:lnTo>
                  <a:lnTo>
                    <a:pt x="8171842" y="1239087"/>
                  </a:lnTo>
                  <a:lnTo>
                    <a:pt x="8174036" y="1215114"/>
                  </a:lnTo>
                  <a:lnTo>
                    <a:pt x="8176230" y="1270282"/>
                  </a:lnTo>
                  <a:lnTo>
                    <a:pt x="8178424" y="1141860"/>
                  </a:lnTo>
                  <a:lnTo>
                    <a:pt x="8180617" y="937327"/>
                  </a:lnTo>
                  <a:lnTo>
                    <a:pt x="8182811" y="916541"/>
                  </a:lnTo>
                  <a:lnTo>
                    <a:pt x="8185005" y="814284"/>
                  </a:lnTo>
                  <a:lnTo>
                    <a:pt x="8187199" y="1029845"/>
                  </a:lnTo>
                  <a:lnTo>
                    <a:pt x="8189392" y="976772"/>
                  </a:lnTo>
                  <a:lnTo>
                    <a:pt x="8191586" y="1083659"/>
                  </a:lnTo>
                  <a:lnTo>
                    <a:pt x="8193780" y="1179351"/>
                  </a:lnTo>
                  <a:lnTo>
                    <a:pt x="8195974" y="1196098"/>
                  </a:lnTo>
                  <a:lnTo>
                    <a:pt x="8198168" y="1279413"/>
                  </a:lnTo>
                  <a:lnTo>
                    <a:pt x="8200361" y="1240555"/>
                  </a:lnTo>
                  <a:lnTo>
                    <a:pt x="8202555" y="1266825"/>
                  </a:lnTo>
                  <a:lnTo>
                    <a:pt x="8204749" y="1295438"/>
                  </a:lnTo>
                  <a:lnTo>
                    <a:pt x="8206943" y="1245614"/>
                  </a:lnTo>
                  <a:lnTo>
                    <a:pt x="8209136" y="1280035"/>
                  </a:lnTo>
                  <a:lnTo>
                    <a:pt x="8211330" y="1248136"/>
                  </a:lnTo>
                  <a:lnTo>
                    <a:pt x="8213524" y="1226263"/>
                  </a:lnTo>
                  <a:lnTo>
                    <a:pt x="8215718" y="1205139"/>
                  </a:lnTo>
                  <a:lnTo>
                    <a:pt x="8217912" y="1209248"/>
                  </a:lnTo>
                  <a:lnTo>
                    <a:pt x="8220105" y="1150732"/>
                  </a:lnTo>
                  <a:lnTo>
                    <a:pt x="8222299" y="1196114"/>
                  </a:lnTo>
                  <a:lnTo>
                    <a:pt x="8224493" y="1197014"/>
                  </a:lnTo>
                  <a:lnTo>
                    <a:pt x="8226687" y="1208556"/>
                  </a:lnTo>
                  <a:lnTo>
                    <a:pt x="8228881" y="1283819"/>
                  </a:lnTo>
                  <a:lnTo>
                    <a:pt x="8231074" y="1360792"/>
                  </a:lnTo>
                  <a:lnTo>
                    <a:pt x="8233268" y="1362077"/>
                  </a:lnTo>
                  <a:lnTo>
                    <a:pt x="8235462" y="1378669"/>
                  </a:lnTo>
                  <a:lnTo>
                    <a:pt x="8237656" y="1423131"/>
                  </a:lnTo>
                  <a:lnTo>
                    <a:pt x="8239849" y="1507634"/>
                  </a:lnTo>
                  <a:lnTo>
                    <a:pt x="8242043" y="1501797"/>
                  </a:lnTo>
                  <a:lnTo>
                    <a:pt x="8244237" y="1496040"/>
                  </a:lnTo>
                  <a:lnTo>
                    <a:pt x="8246431" y="1488357"/>
                  </a:lnTo>
                  <a:lnTo>
                    <a:pt x="8248625" y="1607398"/>
                  </a:lnTo>
                  <a:lnTo>
                    <a:pt x="8250818" y="1679461"/>
                  </a:lnTo>
                  <a:lnTo>
                    <a:pt x="8253012" y="1687728"/>
                  </a:lnTo>
                  <a:lnTo>
                    <a:pt x="8255206" y="1652975"/>
                  </a:lnTo>
                  <a:lnTo>
                    <a:pt x="8257400" y="1592548"/>
                  </a:lnTo>
                  <a:lnTo>
                    <a:pt x="8259594" y="1566528"/>
                  </a:lnTo>
                  <a:lnTo>
                    <a:pt x="8261787" y="1529310"/>
                  </a:lnTo>
                  <a:lnTo>
                    <a:pt x="8263981" y="1458207"/>
                  </a:lnTo>
                  <a:lnTo>
                    <a:pt x="8266175" y="1458524"/>
                  </a:lnTo>
                  <a:lnTo>
                    <a:pt x="8268369" y="1405159"/>
                  </a:lnTo>
                  <a:lnTo>
                    <a:pt x="8270562" y="1408768"/>
                  </a:lnTo>
                  <a:lnTo>
                    <a:pt x="8272756" y="1578479"/>
                  </a:lnTo>
                  <a:lnTo>
                    <a:pt x="8274950" y="1621885"/>
                  </a:lnTo>
                  <a:lnTo>
                    <a:pt x="8277144" y="1577360"/>
                  </a:lnTo>
                  <a:lnTo>
                    <a:pt x="8279338" y="1508246"/>
                  </a:lnTo>
                  <a:lnTo>
                    <a:pt x="8281531" y="1545737"/>
                  </a:lnTo>
                  <a:lnTo>
                    <a:pt x="8283725" y="1533261"/>
                  </a:lnTo>
                  <a:lnTo>
                    <a:pt x="8285919" y="1484447"/>
                  </a:lnTo>
                  <a:lnTo>
                    <a:pt x="8288113" y="1441905"/>
                  </a:lnTo>
                  <a:lnTo>
                    <a:pt x="8290306" y="1410144"/>
                  </a:lnTo>
                  <a:lnTo>
                    <a:pt x="8292500" y="1527264"/>
                  </a:lnTo>
                  <a:lnTo>
                    <a:pt x="8294694" y="1530025"/>
                  </a:lnTo>
                  <a:lnTo>
                    <a:pt x="8296888" y="1622292"/>
                  </a:lnTo>
                  <a:lnTo>
                    <a:pt x="8299082" y="1714442"/>
                  </a:lnTo>
                  <a:lnTo>
                    <a:pt x="8301275" y="1834734"/>
                  </a:lnTo>
                  <a:lnTo>
                    <a:pt x="8303469" y="1933548"/>
                  </a:lnTo>
                  <a:lnTo>
                    <a:pt x="8305663" y="1957077"/>
                  </a:lnTo>
                  <a:lnTo>
                    <a:pt x="8307857" y="1841335"/>
                  </a:lnTo>
                  <a:lnTo>
                    <a:pt x="8310051" y="1875283"/>
                  </a:lnTo>
                  <a:lnTo>
                    <a:pt x="8312244" y="1798636"/>
                  </a:lnTo>
                  <a:lnTo>
                    <a:pt x="8314438" y="1814854"/>
                  </a:lnTo>
                  <a:lnTo>
                    <a:pt x="8316632" y="1822869"/>
                  </a:lnTo>
                  <a:lnTo>
                    <a:pt x="8318826" y="1836659"/>
                  </a:lnTo>
                  <a:lnTo>
                    <a:pt x="8321019" y="1974098"/>
                  </a:lnTo>
                  <a:lnTo>
                    <a:pt x="8323213" y="1904574"/>
                  </a:lnTo>
                  <a:lnTo>
                    <a:pt x="8325407" y="1858065"/>
                  </a:lnTo>
                  <a:lnTo>
                    <a:pt x="8327601" y="1853007"/>
                  </a:lnTo>
                  <a:lnTo>
                    <a:pt x="8329795" y="1824130"/>
                  </a:lnTo>
                  <a:lnTo>
                    <a:pt x="8331988" y="1872296"/>
                  </a:lnTo>
                  <a:lnTo>
                    <a:pt x="8334182" y="1800995"/>
                  </a:lnTo>
                  <a:lnTo>
                    <a:pt x="8336376" y="1843613"/>
                  </a:lnTo>
                  <a:lnTo>
                    <a:pt x="8338570" y="1912581"/>
                  </a:lnTo>
                  <a:lnTo>
                    <a:pt x="8340763" y="1934956"/>
                  </a:lnTo>
                  <a:lnTo>
                    <a:pt x="8342957" y="2000514"/>
                  </a:lnTo>
                  <a:lnTo>
                    <a:pt x="8345151" y="2010898"/>
                  </a:lnTo>
                  <a:lnTo>
                    <a:pt x="8347345" y="2052461"/>
                  </a:lnTo>
                  <a:lnTo>
                    <a:pt x="8349539" y="2058285"/>
                  </a:lnTo>
                  <a:lnTo>
                    <a:pt x="8351732" y="2121839"/>
                  </a:lnTo>
                  <a:lnTo>
                    <a:pt x="8353926" y="2080891"/>
                  </a:lnTo>
                  <a:lnTo>
                    <a:pt x="8356120" y="2180589"/>
                  </a:lnTo>
                  <a:lnTo>
                    <a:pt x="8358314" y="2144993"/>
                  </a:lnTo>
                  <a:lnTo>
                    <a:pt x="8360508" y="2167308"/>
                  </a:lnTo>
                  <a:lnTo>
                    <a:pt x="8362701" y="2153202"/>
                  </a:lnTo>
                  <a:lnTo>
                    <a:pt x="8364895" y="2106539"/>
                  </a:lnTo>
                  <a:lnTo>
                    <a:pt x="8367089" y="2122623"/>
                  </a:lnTo>
                  <a:lnTo>
                    <a:pt x="8369283" y="2028330"/>
                  </a:lnTo>
                  <a:lnTo>
                    <a:pt x="8371476" y="2067186"/>
                  </a:lnTo>
                  <a:lnTo>
                    <a:pt x="8373670" y="2022355"/>
                  </a:lnTo>
                  <a:lnTo>
                    <a:pt x="8375864" y="2032349"/>
                  </a:lnTo>
                  <a:lnTo>
                    <a:pt x="8378058" y="1984043"/>
                  </a:lnTo>
                  <a:lnTo>
                    <a:pt x="8380252" y="2005888"/>
                  </a:lnTo>
                  <a:lnTo>
                    <a:pt x="8382445" y="2052018"/>
                  </a:lnTo>
                  <a:lnTo>
                    <a:pt x="8384639" y="2030969"/>
                  </a:lnTo>
                  <a:lnTo>
                    <a:pt x="8386833" y="1986132"/>
                  </a:lnTo>
                  <a:lnTo>
                    <a:pt x="8389027" y="1943754"/>
                  </a:lnTo>
                  <a:lnTo>
                    <a:pt x="8391221" y="1876192"/>
                  </a:lnTo>
                  <a:lnTo>
                    <a:pt x="8393414" y="1930554"/>
                  </a:lnTo>
                  <a:lnTo>
                    <a:pt x="8395608" y="2047260"/>
                  </a:lnTo>
                  <a:lnTo>
                    <a:pt x="8397802" y="2070454"/>
                  </a:lnTo>
                  <a:lnTo>
                    <a:pt x="8399996" y="2127098"/>
                  </a:lnTo>
                  <a:lnTo>
                    <a:pt x="8402189" y="2165694"/>
                  </a:lnTo>
                  <a:lnTo>
                    <a:pt x="8404383" y="2180363"/>
                  </a:lnTo>
                  <a:lnTo>
                    <a:pt x="8406577" y="2119325"/>
                  </a:lnTo>
                  <a:lnTo>
                    <a:pt x="8408771" y="2107564"/>
                  </a:lnTo>
                  <a:lnTo>
                    <a:pt x="8410965" y="2067636"/>
                  </a:lnTo>
                  <a:lnTo>
                    <a:pt x="8413158" y="2060117"/>
                  </a:lnTo>
                  <a:lnTo>
                    <a:pt x="8415352" y="2094202"/>
                  </a:lnTo>
                  <a:lnTo>
                    <a:pt x="8417546" y="2099455"/>
                  </a:lnTo>
                  <a:lnTo>
                    <a:pt x="8419740" y="2096813"/>
                  </a:lnTo>
                  <a:lnTo>
                    <a:pt x="8421933" y="2090227"/>
                  </a:lnTo>
                  <a:lnTo>
                    <a:pt x="8424127" y="2104270"/>
                  </a:lnTo>
                  <a:lnTo>
                    <a:pt x="8426321" y="2049314"/>
                  </a:lnTo>
                  <a:lnTo>
                    <a:pt x="8428515" y="2039624"/>
                  </a:lnTo>
                  <a:lnTo>
                    <a:pt x="8430709" y="1998024"/>
                  </a:lnTo>
                  <a:lnTo>
                    <a:pt x="8432902" y="2035945"/>
                  </a:lnTo>
                  <a:lnTo>
                    <a:pt x="8435096" y="2062538"/>
                  </a:lnTo>
                  <a:lnTo>
                    <a:pt x="8437290" y="1932240"/>
                  </a:lnTo>
                  <a:lnTo>
                    <a:pt x="8439484" y="2054755"/>
                  </a:lnTo>
                  <a:lnTo>
                    <a:pt x="8441678" y="2054447"/>
                  </a:lnTo>
                  <a:lnTo>
                    <a:pt x="8443871" y="2131458"/>
                  </a:lnTo>
                  <a:lnTo>
                    <a:pt x="8446065" y="2105979"/>
                  </a:lnTo>
                  <a:lnTo>
                    <a:pt x="8448259" y="2070449"/>
                  </a:lnTo>
                  <a:lnTo>
                    <a:pt x="8450453" y="2123838"/>
                  </a:lnTo>
                  <a:lnTo>
                    <a:pt x="8452646" y="2114201"/>
                  </a:lnTo>
                  <a:lnTo>
                    <a:pt x="8454840" y="2130567"/>
                  </a:lnTo>
                  <a:lnTo>
                    <a:pt x="8457034" y="2142193"/>
                  </a:lnTo>
                  <a:lnTo>
                    <a:pt x="8459228" y="2220508"/>
                  </a:lnTo>
                  <a:lnTo>
                    <a:pt x="8461422" y="2210752"/>
                  </a:lnTo>
                  <a:lnTo>
                    <a:pt x="8463615" y="2217428"/>
                  </a:lnTo>
                  <a:lnTo>
                    <a:pt x="8465809" y="2226731"/>
                  </a:lnTo>
                  <a:lnTo>
                    <a:pt x="8468003" y="2231027"/>
                  </a:lnTo>
                  <a:lnTo>
                    <a:pt x="8470197" y="2231702"/>
                  </a:lnTo>
                  <a:lnTo>
                    <a:pt x="8472390" y="2198694"/>
                  </a:lnTo>
                  <a:lnTo>
                    <a:pt x="8474584" y="2204545"/>
                  </a:lnTo>
                  <a:lnTo>
                    <a:pt x="8476778" y="2207053"/>
                  </a:lnTo>
                  <a:lnTo>
                    <a:pt x="8478972" y="2192934"/>
                  </a:lnTo>
                  <a:lnTo>
                    <a:pt x="8481166" y="2215856"/>
                  </a:lnTo>
                  <a:lnTo>
                    <a:pt x="8483359" y="2182041"/>
                  </a:lnTo>
                  <a:lnTo>
                    <a:pt x="8485553" y="2211825"/>
                  </a:lnTo>
                  <a:lnTo>
                    <a:pt x="8487747" y="2219018"/>
                  </a:lnTo>
                  <a:lnTo>
                    <a:pt x="8489941" y="2240955"/>
                  </a:lnTo>
                  <a:lnTo>
                    <a:pt x="8489941" y="2240955"/>
                  </a:lnTo>
                  <a:lnTo>
                    <a:pt x="8492135" y="2240955"/>
                  </a:lnTo>
                  <a:lnTo>
                    <a:pt x="8494328" y="2222211"/>
                  </a:lnTo>
                  <a:lnTo>
                    <a:pt x="8496522" y="2240955"/>
                  </a:lnTo>
                  <a:lnTo>
                    <a:pt x="8496522" y="2240955"/>
                  </a:lnTo>
                  <a:lnTo>
                    <a:pt x="8498716" y="2240955"/>
                  </a:lnTo>
                  <a:lnTo>
                    <a:pt x="8500910" y="2240955"/>
                  </a:lnTo>
                  <a:lnTo>
                    <a:pt x="8503103" y="2240955"/>
                  </a:lnTo>
                  <a:lnTo>
                    <a:pt x="8505297" y="2240955"/>
                  </a:lnTo>
                  <a:lnTo>
                    <a:pt x="8507491" y="2240955"/>
                  </a:lnTo>
                  <a:lnTo>
                    <a:pt x="8509685" y="2216967"/>
                  </a:lnTo>
                  <a:lnTo>
                    <a:pt x="8511879" y="2223242"/>
                  </a:lnTo>
                  <a:lnTo>
                    <a:pt x="8514072" y="2209093"/>
                  </a:lnTo>
                  <a:lnTo>
                    <a:pt x="8516266" y="2202194"/>
                  </a:lnTo>
                  <a:lnTo>
                    <a:pt x="8518460" y="2189877"/>
                  </a:lnTo>
                  <a:lnTo>
                    <a:pt x="8520654" y="2213033"/>
                  </a:lnTo>
                  <a:lnTo>
                    <a:pt x="8522848" y="2235536"/>
                  </a:lnTo>
                  <a:lnTo>
                    <a:pt x="8525041" y="2236355"/>
                  </a:lnTo>
                  <a:lnTo>
                    <a:pt x="8527235" y="2164677"/>
                  </a:lnTo>
                  <a:lnTo>
                    <a:pt x="8529429" y="2156763"/>
                  </a:lnTo>
                  <a:lnTo>
                    <a:pt x="8531623" y="2149050"/>
                  </a:lnTo>
                  <a:lnTo>
                    <a:pt x="8533816" y="2155265"/>
                  </a:lnTo>
                  <a:lnTo>
                    <a:pt x="8536010" y="2192051"/>
                  </a:lnTo>
                  <a:lnTo>
                    <a:pt x="8538204" y="2199597"/>
                  </a:lnTo>
                  <a:lnTo>
                    <a:pt x="8540398" y="2190274"/>
                  </a:lnTo>
                  <a:lnTo>
                    <a:pt x="8542592" y="2168560"/>
                  </a:lnTo>
                  <a:lnTo>
                    <a:pt x="8544785" y="2203391"/>
                  </a:lnTo>
                  <a:lnTo>
                    <a:pt x="8546979" y="2210637"/>
                  </a:lnTo>
                  <a:lnTo>
                    <a:pt x="8549173" y="2240955"/>
                  </a:lnTo>
                  <a:lnTo>
                    <a:pt x="8549173" y="2240955"/>
                  </a:lnTo>
                  <a:lnTo>
                    <a:pt x="8551367" y="2217418"/>
                  </a:lnTo>
                  <a:lnTo>
                    <a:pt x="8553560" y="2172234"/>
                  </a:lnTo>
                  <a:lnTo>
                    <a:pt x="8553560" y="2172234"/>
                  </a:lnTo>
                </a:path>
              </a:pathLst>
            </a:custGeom>
          </p:spPr>
          <p:txBody>
            <a:bodyPr/>
            <a:lstStyle/>
            <a:p/>
          </p:txBody>
        </p:sp>
        <p:sp>
          <p:nvSpPr>
            <p:cNvPr id="50" name="pl50"/>
            <p:cNvSpPr/>
            <p:nvPr/>
          </p:nvSpPr>
          <p:spPr>
            <a:xfrm>
              <a:off x="444934" y="6379450"/>
              <a:ext cx="8553560" cy="0"/>
            </a:xfrm>
            <a:custGeom>
              <a:avLst/>
              <a:pathLst>
                <a:path w="8553560" h="0">
                  <a:moveTo>
                    <a:pt x="8553560" y="0"/>
                  </a:moveTo>
                  <a:lnTo>
                    <a:pt x="8551367" y="0"/>
                  </a:lnTo>
                  <a:lnTo>
                    <a:pt x="8549173" y="0"/>
                  </a:lnTo>
                  <a:lnTo>
                    <a:pt x="8546979" y="0"/>
                  </a:lnTo>
                  <a:lnTo>
                    <a:pt x="8544785" y="0"/>
                  </a:lnTo>
                  <a:lnTo>
                    <a:pt x="8542592" y="0"/>
                  </a:lnTo>
                  <a:lnTo>
                    <a:pt x="8540398" y="0"/>
                  </a:lnTo>
                  <a:lnTo>
                    <a:pt x="8538204" y="0"/>
                  </a:lnTo>
                  <a:lnTo>
                    <a:pt x="8536010" y="0"/>
                  </a:lnTo>
                  <a:lnTo>
                    <a:pt x="8533816" y="0"/>
                  </a:lnTo>
                  <a:lnTo>
                    <a:pt x="8531623" y="0"/>
                  </a:lnTo>
                  <a:lnTo>
                    <a:pt x="8529429" y="0"/>
                  </a:lnTo>
                  <a:lnTo>
                    <a:pt x="8527235" y="0"/>
                  </a:lnTo>
                  <a:lnTo>
                    <a:pt x="8525041" y="0"/>
                  </a:lnTo>
                  <a:lnTo>
                    <a:pt x="8522848" y="0"/>
                  </a:lnTo>
                  <a:lnTo>
                    <a:pt x="8520654" y="0"/>
                  </a:lnTo>
                  <a:lnTo>
                    <a:pt x="8518460" y="0"/>
                  </a:lnTo>
                  <a:lnTo>
                    <a:pt x="8516266" y="0"/>
                  </a:lnTo>
                  <a:lnTo>
                    <a:pt x="8514072" y="0"/>
                  </a:lnTo>
                  <a:lnTo>
                    <a:pt x="8511879" y="0"/>
                  </a:lnTo>
                  <a:lnTo>
                    <a:pt x="8509685" y="0"/>
                  </a:lnTo>
                  <a:lnTo>
                    <a:pt x="8507491" y="0"/>
                  </a:lnTo>
                  <a:lnTo>
                    <a:pt x="8505297" y="0"/>
                  </a:lnTo>
                  <a:lnTo>
                    <a:pt x="8503103" y="0"/>
                  </a:lnTo>
                  <a:lnTo>
                    <a:pt x="8500910" y="0"/>
                  </a:lnTo>
                  <a:lnTo>
                    <a:pt x="8498716" y="0"/>
                  </a:lnTo>
                  <a:lnTo>
                    <a:pt x="8496522" y="0"/>
                  </a:lnTo>
                  <a:lnTo>
                    <a:pt x="8494328" y="0"/>
                  </a:lnTo>
                  <a:lnTo>
                    <a:pt x="8492135" y="0"/>
                  </a:lnTo>
                  <a:lnTo>
                    <a:pt x="8489941" y="0"/>
                  </a:lnTo>
                  <a:lnTo>
                    <a:pt x="8487747" y="0"/>
                  </a:lnTo>
                  <a:lnTo>
                    <a:pt x="8485553" y="0"/>
                  </a:lnTo>
                  <a:lnTo>
                    <a:pt x="8483359" y="0"/>
                  </a:lnTo>
                  <a:lnTo>
                    <a:pt x="8481166" y="0"/>
                  </a:lnTo>
                  <a:lnTo>
                    <a:pt x="8478972" y="0"/>
                  </a:lnTo>
                  <a:lnTo>
                    <a:pt x="8476778" y="0"/>
                  </a:lnTo>
                  <a:lnTo>
                    <a:pt x="8474584" y="0"/>
                  </a:lnTo>
                  <a:lnTo>
                    <a:pt x="8472390" y="0"/>
                  </a:lnTo>
                  <a:lnTo>
                    <a:pt x="8470197" y="0"/>
                  </a:lnTo>
                  <a:lnTo>
                    <a:pt x="8468003" y="0"/>
                  </a:lnTo>
                  <a:lnTo>
                    <a:pt x="8465809" y="0"/>
                  </a:lnTo>
                  <a:lnTo>
                    <a:pt x="8463615" y="0"/>
                  </a:lnTo>
                  <a:lnTo>
                    <a:pt x="8461422" y="0"/>
                  </a:lnTo>
                  <a:lnTo>
                    <a:pt x="8459228" y="0"/>
                  </a:lnTo>
                  <a:lnTo>
                    <a:pt x="8457034" y="0"/>
                  </a:lnTo>
                  <a:lnTo>
                    <a:pt x="8454840" y="0"/>
                  </a:lnTo>
                  <a:lnTo>
                    <a:pt x="8452646" y="0"/>
                  </a:lnTo>
                  <a:lnTo>
                    <a:pt x="8450453" y="0"/>
                  </a:lnTo>
                  <a:lnTo>
                    <a:pt x="8448259" y="0"/>
                  </a:lnTo>
                  <a:lnTo>
                    <a:pt x="8446065" y="0"/>
                  </a:lnTo>
                  <a:lnTo>
                    <a:pt x="8443871" y="0"/>
                  </a:lnTo>
                  <a:lnTo>
                    <a:pt x="8441678" y="0"/>
                  </a:lnTo>
                  <a:lnTo>
                    <a:pt x="8439484" y="0"/>
                  </a:lnTo>
                  <a:lnTo>
                    <a:pt x="8437290" y="0"/>
                  </a:lnTo>
                  <a:lnTo>
                    <a:pt x="8435096" y="0"/>
                  </a:lnTo>
                  <a:lnTo>
                    <a:pt x="8432902" y="0"/>
                  </a:lnTo>
                  <a:lnTo>
                    <a:pt x="8430709" y="0"/>
                  </a:lnTo>
                  <a:lnTo>
                    <a:pt x="8428515" y="0"/>
                  </a:lnTo>
                  <a:lnTo>
                    <a:pt x="8426321" y="0"/>
                  </a:lnTo>
                  <a:lnTo>
                    <a:pt x="8424127" y="0"/>
                  </a:lnTo>
                  <a:lnTo>
                    <a:pt x="8421933" y="0"/>
                  </a:lnTo>
                  <a:lnTo>
                    <a:pt x="8419740" y="0"/>
                  </a:lnTo>
                  <a:lnTo>
                    <a:pt x="8417546" y="0"/>
                  </a:lnTo>
                  <a:lnTo>
                    <a:pt x="8415352" y="0"/>
                  </a:lnTo>
                  <a:lnTo>
                    <a:pt x="8413158" y="0"/>
                  </a:lnTo>
                  <a:lnTo>
                    <a:pt x="8410965" y="0"/>
                  </a:lnTo>
                  <a:lnTo>
                    <a:pt x="8408771" y="0"/>
                  </a:lnTo>
                  <a:lnTo>
                    <a:pt x="8406577" y="0"/>
                  </a:lnTo>
                  <a:lnTo>
                    <a:pt x="8404383" y="0"/>
                  </a:lnTo>
                  <a:lnTo>
                    <a:pt x="8402189" y="0"/>
                  </a:lnTo>
                  <a:lnTo>
                    <a:pt x="8399996" y="0"/>
                  </a:lnTo>
                  <a:lnTo>
                    <a:pt x="8397802" y="0"/>
                  </a:lnTo>
                  <a:lnTo>
                    <a:pt x="8395608" y="0"/>
                  </a:lnTo>
                  <a:lnTo>
                    <a:pt x="8393414" y="0"/>
                  </a:lnTo>
                  <a:lnTo>
                    <a:pt x="8391221" y="0"/>
                  </a:lnTo>
                  <a:lnTo>
                    <a:pt x="8389027" y="0"/>
                  </a:lnTo>
                  <a:lnTo>
                    <a:pt x="8386833" y="0"/>
                  </a:lnTo>
                  <a:lnTo>
                    <a:pt x="8384639" y="0"/>
                  </a:lnTo>
                  <a:lnTo>
                    <a:pt x="8382445" y="0"/>
                  </a:lnTo>
                  <a:lnTo>
                    <a:pt x="8380252" y="0"/>
                  </a:lnTo>
                  <a:lnTo>
                    <a:pt x="8378058" y="0"/>
                  </a:lnTo>
                  <a:lnTo>
                    <a:pt x="8375864" y="0"/>
                  </a:lnTo>
                  <a:lnTo>
                    <a:pt x="8373670" y="0"/>
                  </a:lnTo>
                  <a:lnTo>
                    <a:pt x="8371476" y="0"/>
                  </a:lnTo>
                  <a:lnTo>
                    <a:pt x="8369283" y="0"/>
                  </a:lnTo>
                  <a:lnTo>
                    <a:pt x="8367089" y="0"/>
                  </a:lnTo>
                  <a:lnTo>
                    <a:pt x="8364895" y="0"/>
                  </a:lnTo>
                  <a:lnTo>
                    <a:pt x="8362701" y="0"/>
                  </a:lnTo>
                  <a:lnTo>
                    <a:pt x="8360508" y="0"/>
                  </a:lnTo>
                  <a:lnTo>
                    <a:pt x="8358314" y="0"/>
                  </a:lnTo>
                  <a:lnTo>
                    <a:pt x="8356120" y="0"/>
                  </a:lnTo>
                  <a:lnTo>
                    <a:pt x="8353926" y="0"/>
                  </a:lnTo>
                  <a:lnTo>
                    <a:pt x="8351732" y="0"/>
                  </a:lnTo>
                  <a:lnTo>
                    <a:pt x="8349539" y="0"/>
                  </a:lnTo>
                  <a:lnTo>
                    <a:pt x="8347345" y="0"/>
                  </a:lnTo>
                  <a:lnTo>
                    <a:pt x="8345151" y="0"/>
                  </a:lnTo>
                  <a:lnTo>
                    <a:pt x="8342957" y="0"/>
                  </a:lnTo>
                  <a:lnTo>
                    <a:pt x="8340763" y="0"/>
                  </a:lnTo>
                  <a:lnTo>
                    <a:pt x="8338570" y="0"/>
                  </a:lnTo>
                  <a:lnTo>
                    <a:pt x="8336376" y="0"/>
                  </a:lnTo>
                  <a:lnTo>
                    <a:pt x="8334182" y="0"/>
                  </a:lnTo>
                  <a:lnTo>
                    <a:pt x="8331988" y="0"/>
                  </a:lnTo>
                  <a:lnTo>
                    <a:pt x="8329795" y="0"/>
                  </a:lnTo>
                  <a:lnTo>
                    <a:pt x="8327601" y="0"/>
                  </a:lnTo>
                  <a:lnTo>
                    <a:pt x="8325407" y="0"/>
                  </a:lnTo>
                  <a:lnTo>
                    <a:pt x="8323213" y="0"/>
                  </a:lnTo>
                  <a:lnTo>
                    <a:pt x="8321019" y="0"/>
                  </a:lnTo>
                  <a:lnTo>
                    <a:pt x="8318826" y="0"/>
                  </a:lnTo>
                  <a:lnTo>
                    <a:pt x="8316632" y="0"/>
                  </a:lnTo>
                  <a:lnTo>
                    <a:pt x="8314438" y="0"/>
                  </a:lnTo>
                  <a:lnTo>
                    <a:pt x="8312244" y="0"/>
                  </a:lnTo>
                  <a:lnTo>
                    <a:pt x="8310051" y="0"/>
                  </a:lnTo>
                  <a:lnTo>
                    <a:pt x="8307857" y="0"/>
                  </a:lnTo>
                  <a:lnTo>
                    <a:pt x="8305663" y="0"/>
                  </a:lnTo>
                  <a:lnTo>
                    <a:pt x="8303469" y="0"/>
                  </a:lnTo>
                  <a:lnTo>
                    <a:pt x="8301275" y="0"/>
                  </a:lnTo>
                  <a:lnTo>
                    <a:pt x="8299082" y="0"/>
                  </a:lnTo>
                  <a:lnTo>
                    <a:pt x="8296888" y="0"/>
                  </a:lnTo>
                  <a:lnTo>
                    <a:pt x="8294694" y="0"/>
                  </a:lnTo>
                  <a:lnTo>
                    <a:pt x="8292500" y="0"/>
                  </a:lnTo>
                  <a:lnTo>
                    <a:pt x="8290306" y="0"/>
                  </a:lnTo>
                  <a:lnTo>
                    <a:pt x="8288113" y="0"/>
                  </a:lnTo>
                  <a:lnTo>
                    <a:pt x="8285919" y="0"/>
                  </a:lnTo>
                  <a:lnTo>
                    <a:pt x="8283725" y="0"/>
                  </a:lnTo>
                  <a:lnTo>
                    <a:pt x="8281531" y="0"/>
                  </a:lnTo>
                  <a:lnTo>
                    <a:pt x="8279338" y="0"/>
                  </a:lnTo>
                  <a:lnTo>
                    <a:pt x="8277144" y="0"/>
                  </a:lnTo>
                  <a:lnTo>
                    <a:pt x="8274950" y="0"/>
                  </a:lnTo>
                  <a:lnTo>
                    <a:pt x="8272756" y="0"/>
                  </a:lnTo>
                  <a:lnTo>
                    <a:pt x="8270562" y="0"/>
                  </a:lnTo>
                  <a:lnTo>
                    <a:pt x="8268369" y="0"/>
                  </a:lnTo>
                  <a:lnTo>
                    <a:pt x="8266175" y="0"/>
                  </a:lnTo>
                  <a:lnTo>
                    <a:pt x="8263981" y="0"/>
                  </a:lnTo>
                  <a:lnTo>
                    <a:pt x="8261787" y="0"/>
                  </a:lnTo>
                  <a:lnTo>
                    <a:pt x="8259594" y="0"/>
                  </a:lnTo>
                  <a:lnTo>
                    <a:pt x="8257400" y="0"/>
                  </a:lnTo>
                  <a:lnTo>
                    <a:pt x="8255206" y="0"/>
                  </a:lnTo>
                  <a:lnTo>
                    <a:pt x="8253012" y="0"/>
                  </a:lnTo>
                  <a:lnTo>
                    <a:pt x="8250818" y="0"/>
                  </a:lnTo>
                  <a:lnTo>
                    <a:pt x="8248625" y="0"/>
                  </a:lnTo>
                  <a:lnTo>
                    <a:pt x="8246431" y="0"/>
                  </a:lnTo>
                  <a:lnTo>
                    <a:pt x="8244237" y="0"/>
                  </a:lnTo>
                  <a:lnTo>
                    <a:pt x="8242043" y="0"/>
                  </a:lnTo>
                  <a:lnTo>
                    <a:pt x="8239849" y="0"/>
                  </a:lnTo>
                  <a:lnTo>
                    <a:pt x="8237656" y="0"/>
                  </a:lnTo>
                  <a:lnTo>
                    <a:pt x="8235462" y="0"/>
                  </a:lnTo>
                  <a:lnTo>
                    <a:pt x="8233268" y="0"/>
                  </a:lnTo>
                  <a:lnTo>
                    <a:pt x="8231074" y="0"/>
                  </a:lnTo>
                  <a:lnTo>
                    <a:pt x="8228881" y="0"/>
                  </a:lnTo>
                  <a:lnTo>
                    <a:pt x="8226687" y="0"/>
                  </a:lnTo>
                  <a:lnTo>
                    <a:pt x="8224493" y="0"/>
                  </a:lnTo>
                  <a:lnTo>
                    <a:pt x="8222299" y="0"/>
                  </a:lnTo>
                  <a:lnTo>
                    <a:pt x="8220105" y="0"/>
                  </a:lnTo>
                  <a:lnTo>
                    <a:pt x="8217912" y="0"/>
                  </a:lnTo>
                  <a:lnTo>
                    <a:pt x="8215718" y="0"/>
                  </a:lnTo>
                  <a:lnTo>
                    <a:pt x="8213524" y="0"/>
                  </a:lnTo>
                  <a:lnTo>
                    <a:pt x="8211330" y="0"/>
                  </a:lnTo>
                  <a:lnTo>
                    <a:pt x="8209136" y="0"/>
                  </a:lnTo>
                  <a:lnTo>
                    <a:pt x="8206943" y="0"/>
                  </a:lnTo>
                  <a:lnTo>
                    <a:pt x="8204749" y="0"/>
                  </a:lnTo>
                  <a:lnTo>
                    <a:pt x="8202555" y="0"/>
                  </a:lnTo>
                  <a:lnTo>
                    <a:pt x="8200361" y="0"/>
                  </a:lnTo>
                  <a:lnTo>
                    <a:pt x="8198168" y="0"/>
                  </a:lnTo>
                  <a:lnTo>
                    <a:pt x="8195974" y="0"/>
                  </a:lnTo>
                  <a:lnTo>
                    <a:pt x="8193780" y="0"/>
                  </a:lnTo>
                  <a:lnTo>
                    <a:pt x="8191586" y="0"/>
                  </a:lnTo>
                  <a:lnTo>
                    <a:pt x="8189392" y="0"/>
                  </a:lnTo>
                  <a:lnTo>
                    <a:pt x="8187199" y="0"/>
                  </a:lnTo>
                  <a:lnTo>
                    <a:pt x="8185005" y="0"/>
                  </a:lnTo>
                  <a:lnTo>
                    <a:pt x="8182811" y="0"/>
                  </a:lnTo>
                  <a:lnTo>
                    <a:pt x="8180617" y="0"/>
                  </a:lnTo>
                  <a:lnTo>
                    <a:pt x="8178424" y="0"/>
                  </a:lnTo>
                  <a:lnTo>
                    <a:pt x="8176230" y="0"/>
                  </a:lnTo>
                  <a:lnTo>
                    <a:pt x="8174036" y="0"/>
                  </a:lnTo>
                  <a:lnTo>
                    <a:pt x="8171842" y="0"/>
                  </a:lnTo>
                  <a:lnTo>
                    <a:pt x="8169648" y="0"/>
                  </a:lnTo>
                  <a:lnTo>
                    <a:pt x="8167455" y="0"/>
                  </a:lnTo>
                  <a:lnTo>
                    <a:pt x="8165261" y="0"/>
                  </a:lnTo>
                  <a:lnTo>
                    <a:pt x="8163067" y="0"/>
                  </a:lnTo>
                  <a:lnTo>
                    <a:pt x="8160873" y="0"/>
                  </a:lnTo>
                  <a:lnTo>
                    <a:pt x="8158679" y="0"/>
                  </a:lnTo>
                  <a:lnTo>
                    <a:pt x="8156486" y="0"/>
                  </a:lnTo>
                  <a:lnTo>
                    <a:pt x="8154292" y="0"/>
                  </a:lnTo>
                  <a:lnTo>
                    <a:pt x="8152098" y="0"/>
                  </a:lnTo>
                  <a:lnTo>
                    <a:pt x="8149904" y="0"/>
                  </a:lnTo>
                  <a:lnTo>
                    <a:pt x="8147711" y="0"/>
                  </a:lnTo>
                  <a:lnTo>
                    <a:pt x="8145517" y="0"/>
                  </a:lnTo>
                  <a:lnTo>
                    <a:pt x="8143323" y="0"/>
                  </a:lnTo>
                  <a:lnTo>
                    <a:pt x="8141129" y="0"/>
                  </a:lnTo>
                  <a:lnTo>
                    <a:pt x="8138935" y="0"/>
                  </a:lnTo>
                  <a:lnTo>
                    <a:pt x="8136742" y="0"/>
                  </a:lnTo>
                  <a:lnTo>
                    <a:pt x="8134548" y="0"/>
                  </a:lnTo>
                  <a:lnTo>
                    <a:pt x="8132354" y="0"/>
                  </a:lnTo>
                  <a:lnTo>
                    <a:pt x="8130160" y="0"/>
                  </a:lnTo>
                  <a:lnTo>
                    <a:pt x="8127967" y="0"/>
                  </a:lnTo>
                  <a:lnTo>
                    <a:pt x="8125773" y="0"/>
                  </a:lnTo>
                  <a:lnTo>
                    <a:pt x="8123579" y="0"/>
                  </a:lnTo>
                  <a:lnTo>
                    <a:pt x="8121385" y="0"/>
                  </a:lnTo>
                  <a:lnTo>
                    <a:pt x="8119191" y="0"/>
                  </a:lnTo>
                  <a:lnTo>
                    <a:pt x="8116998" y="0"/>
                  </a:lnTo>
                  <a:lnTo>
                    <a:pt x="8114804" y="0"/>
                  </a:lnTo>
                  <a:lnTo>
                    <a:pt x="8112610" y="0"/>
                  </a:lnTo>
                  <a:lnTo>
                    <a:pt x="8110416" y="0"/>
                  </a:lnTo>
                  <a:lnTo>
                    <a:pt x="8108222" y="0"/>
                  </a:lnTo>
                  <a:lnTo>
                    <a:pt x="8106029" y="0"/>
                  </a:lnTo>
                  <a:lnTo>
                    <a:pt x="8103835" y="0"/>
                  </a:lnTo>
                  <a:lnTo>
                    <a:pt x="8101641" y="0"/>
                  </a:lnTo>
                  <a:lnTo>
                    <a:pt x="8099447" y="0"/>
                  </a:lnTo>
                  <a:lnTo>
                    <a:pt x="8097254" y="0"/>
                  </a:lnTo>
                  <a:lnTo>
                    <a:pt x="8095060" y="0"/>
                  </a:lnTo>
                  <a:lnTo>
                    <a:pt x="8092866" y="0"/>
                  </a:lnTo>
                  <a:lnTo>
                    <a:pt x="8090672" y="0"/>
                  </a:lnTo>
                  <a:lnTo>
                    <a:pt x="8088478" y="0"/>
                  </a:lnTo>
                  <a:lnTo>
                    <a:pt x="8086285" y="0"/>
                  </a:lnTo>
                  <a:lnTo>
                    <a:pt x="8084091" y="0"/>
                  </a:lnTo>
                  <a:lnTo>
                    <a:pt x="8081897" y="0"/>
                  </a:lnTo>
                  <a:lnTo>
                    <a:pt x="8079703" y="0"/>
                  </a:lnTo>
                  <a:lnTo>
                    <a:pt x="8077510" y="0"/>
                  </a:lnTo>
                  <a:lnTo>
                    <a:pt x="8075316" y="0"/>
                  </a:lnTo>
                  <a:lnTo>
                    <a:pt x="8073122" y="0"/>
                  </a:lnTo>
                  <a:lnTo>
                    <a:pt x="8070928" y="0"/>
                  </a:lnTo>
                  <a:lnTo>
                    <a:pt x="8068734" y="0"/>
                  </a:lnTo>
                  <a:lnTo>
                    <a:pt x="8066541" y="0"/>
                  </a:lnTo>
                  <a:lnTo>
                    <a:pt x="8064347" y="0"/>
                  </a:lnTo>
                  <a:lnTo>
                    <a:pt x="8062153" y="0"/>
                  </a:lnTo>
                  <a:lnTo>
                    <a:pt x="8059959" y="0"/>
                  </a:lnTo>
                  <a:lnTo>
                    <a:pt x="8057765" y="0"/>
                  </a:lnTo>
                  <a:lnTo>
                    <a:pt x="8055572" y="0"/>
                  </a:lnTo>
                  <a:lnTo>
                    <a:pt x="8053378" y="0"/>
                  </a:lnTo>
                  <a:lnTo>
                    <a:pt x="8051184" y="0"/>
                  </a:lnTo>
                  <a:lnTo>
                    <a:pt x="8048990" y="0"/>
                  </a:lnTo>
                  <a:lnTo>
                    <a:pt x="8046797" y="0"/>
                  </a:lnTo>
                  <a:lnTo>
                    <a:pt x="8044603" y="0"/>
                  </a:lnTo>
                  <a:lnTo>
                    <a:pt x="8042409" y="0"/>
                  </a:lnTo>
                  <a:lnTo>
                    <a:pt x="8040215" y="0"/>
                  </a:lnTo>
                  <a:lnTo>
                    <a:pt x="8038021" y="0"/>
                  </a:lnTo>
                  <a:lnTo>
                    <a:pt x="8035828" y="0"/>
                  </a:lnTo>
                  <a:lnTo>
                    <a:pt x="8033634" y="0"/>
                  </a:lnTo>
                  <a:lnTo>
                    <a:pt x="8031440" y="0"/>
                  </a:lnTo>
                  <a:lnTo>
                    <a:pt x="8029246" y="0"/>
                  </a:lnTo>
                  <a:lnTo>
                    <a:pt x="8027052" y="0"/>
                  </a:lnTo>
                  <a:lnTo>
                    <a:pt x="8024859" y="0"/>
                  </a:lnTo>
                  <a:lnTo>
                    <a:pt x="8022665" y="0"/>
                  </a:lnTo>
                  <a:lnTo>
                    <a:pt x="8020471" y="0"/>
                  </a:lnTo>
                  <a:lnTo>
                    <a:pt x="8018277" y="0"/>
                  </a:lnTo>
                  <a:lnTo>
                    <a:pt x="8016084" y="0"/>
                  </a:lnTo>
                  <a:lnTo>
                    <a:pt x="8013890" y="0"/>
                  </a:lnTo>
                  <a:lnTo>
                    <a:pt x="8011696" y="0"/>
                  </a:lnTo>
                  <a:lnTo>
                    <a:pt x="8009502" y="0"/>
                  </a:lnTo>
                  <a:lnTo>
                    <a:pt x="8007308" y="0"/>
                  </a:lnTo>
                  <a:lnTo>
                    <a:pt x="8005115" y="0"/>
                  </a:lnTo>
                  <a:lnTo>
                    <a:pt x="8002921" y="0"/>
                  </a:lnTo>
                  <a:lnTo>
                    <a:pt x="8000727" y="0"/>
                  </a:lnTo>
                  <a:lnTo>
                    <a:pt x="7998533" y="0"/>
                  </a:lnTo>
                  <a:lnTo>
                    <a:pt x="7996340" y="0"/>
                  </a:lnTo>
                  <a:lnTo>
                    <a:pt x="7994146" y="0"/>
                  </a:lnTo>
                  <a:lnTo>
                    <a:pt x="7991952" y="0"/>
                  </a:lnTo>
                  <a:lnTo>
                    <a:pt x="7989758" y="0"/>
                  </a:lnTo>
                  <a:lnTo>
                    <a:pt x="7987564" y="0"/>
                  </a:lnTo>
                  <a:lnTo>
                    <a:pt x="7985371" y="0"/>
                  </a:lnTo>
                  <a:lnTo>
                    <a:pt x="7983177" y="0"/>
                  </a:lnTo>
                  <a:lnTo>
                    <a:pt x="7980983" y="0"/>
                  </a:lnTo>
                  <a:lnTo>
                    <a:pt x="7978789" y="0"/>
                  </a:lnTo>
                  <a:lnTo>
                    <a:pt x="7976595" y="0"/>
                  </a:lnTo>
                  <a:lnTo>
                    <a:pt x="7974402" y="0"/>
                  </a:lnTo>
                  <a:lnTo>
                    <a:pt x="7972208" y="0"/>
                  </a:lnTo>
                  <a:lnTo>
                    <a:pt x="7970014" y="0"/>
                  </a:lnTo>
                  <a:lnTo>
                    <a:pt x="7967820" y="0"/>
                  </a:lnTo>
                  <a:lnTo>
                    <a:pt x="7965627" y="0"/>
                  </a:lnTo>
                  <a:lnTo>
                    <a:pt x="7963433" y="0"/>
                  </a:lnTo>
                  <a:lnTo>
                    <a:pt x="7961239" y="0"/>
                  </a:lnTo>
                  <a:lnTo>
                    <a:pt x="7959045" y="0"/>
                  </a:lnTo>
                  <a:lnTo>
                    <a:pt x="7956851" y="0"/>
                  </a:lnTo>
                  <a:lnTo>
                    <a:pt x="7954658" y="0"/>
                  </a:lnTo>
                  <a:lnTo>
                    <a:pt x="7952464" y="0"/>
                  </a:lnTo>
                  <a:lnTo>
                    <a:pt x="7950270" y="0"/>
                  </a:lnTo>
                  <a:lnTo>
                    <a:pt x="7948076" y="0"/>
                  </a:lnTo>
                  <a:lnTo>
                    <a:pt x="7945883" y="0"/>
                  </a:lnTo>
                  <a:lnTo>
                    <a:pt x="7943689" y="0"/>
                  </a:lnTo>
                  <a:lnTo>
                    <a:pt x="7941495" y="0"/>
                  </a:lnTo>
                  <a:lnTo>
                    <a:pt x="7939301" y="0"/>
                  </a:lnTo>
                  <a:lnTo>
                    <a:pt x="7937107" y="0"/>
                  </a:lnTo>
                  <a:lnTo>
                    <a:pt x="7934914" y="0"/>
                  </a:lnTo>
                  <a:lnTo>
                    <a:pt x="7932720" y="0"/>
                  </a:lnTo>
                  <a:lnTo>
                    <a:pt x="7930526" y="0"/>
                  </a:lnTo>
                  <a:lnTo>
                    <a:pt x="7928332" y="0"/>
                  </a:lnTo>
                  <a:lnTo>
                    <a:pt x="7926138" y="0"/>
                  </a:lnTo>
                  <a:lnTo>
                    <a:pt x="7923945" y="0"/>
                  </a:lnTo>
                  <a:lnTo>
                    <a:pt x="7921751" y="0"/>
                  </a:lnTo>
                  <a:lnTo>
                    <a:pt x="7919557" y="0"/>
                  </a:lnTo>
                  <a:lnTo>
                    <a:pt x="7917363" y="0"/>
                  </a:lnTo>
                  <a:lnTo>
                    <a:pt x="7915170" y="0"/>
                  </a:lnTo>
                  <a:lnTo>
                    <a:pt x="7912976" y="0"/>
                  </a:lnTo>
                  <a:lnTo>
                    <a:pt x="7910782" y="0"/>
                  </a:lnTo>
                  <a:lnTo>
                    <a:pt x="7908588" y="0"/>
                  </a:lnTo>
                  <a:lnTo>
                    <a:pt x="7906394" y="0"/>
                  </a:lnTo>
                  <a:lnTo>
                    <a:pt x="7904201" y="0"/>
                  </a:lnTo>
                  <a:lnTo>
                    <a:pt x="7902007" y="0"/>
                  </a:lnTo>
                  <a:lnTo>
                    <a:pt x="7899813" y="0"/>
                  </a:lnTo>
                  <a:lnTo>
                    <a:pt x="7897619" y="0"/>
                  </a:lnTo>
                  <a:lnTo>
                    <a:pt x="7895425" y="0"/>
                  </a:lnTo>
                  <a:lnTo>
                    <a:pt x="7893232" y="0"/>
                  </a:lnTo>
                  <a:lnTo>
                    <a:pt x="7891038" y="0"/>
                  </a:lnTo>
                  <a:lnTo>
                    <a:pt x="7888844" y="0"/>
                  </a:lnTo>
                  <a:lnTo>
                    <a:pt x="7886650" y="0"/>
                  </a:lnTo>
                  <a:lnTo>
                    <a:pt x="7884457" y="0"/>
                  </a:lnTo>
                  <a:lnTo>
                    <a:pt x="7882263" y="0"/>
                  </a:lnTo>
                  <a:lnTo>
                    <a:pt x="7880069" y="0"/>
                  </a:lnTo>
                  <a:lnTo>
                    <a:pt x="7877875" y="0"/>
                  </a:lnTo>
                  <a:lnTo>
                    <a:pt x="7875681" y="0"/>
                  </a:lnTo>
                  <a:lnTo>
                    <a:pt x="7873488" y="0"/>
                  </a:lnTo>
                  <a:lnTo>
                    <a:pt x="7871294" y="0"/>
                  </a:lnTo>
                  <a:lnTo>
                    <a:pt x="7869100" y="0"/>
                  </a:lnTo>
                  <a:lnTo>
                    <a:pt x="7866906" y="0"/>
                  </a:lnTo>
                  <a:lnTo>
                    <a:pt x="7864713" y="0"/>
                  </a:lnTo>
                  <a:lnTo>
                    <a:pt x="7862519" y="0"/>
                  </a:lnTo>
                  <a:lnTo>
                    <a:pt x="7860325" y="0"/>
                  </a:lnTo>
                  <a:lnTo>
                    <a:pt x="7858131" y="0"/>
                  </a:lnTo>
                  <a:lnTo>
                    <a:pt x="7855937" y="0"/>
                  </a:lnTo>
                  <a:lnTo>
                    <a:pt x="7853744" y="0"/>
                  </a:lnTo>
                  <a:lnTo>
                    <a:pt x="7851550" y="0"/>
                  </a:lnTo>
                  <a:lnTo>
                    <a:pt x="7849356" y="0"/>
                  </a:lnTo>
                  <a:lnTo>
                    <a:pt x="7847162" y="0"/>
                  </a:lnTo>
                  <a:lnTo>
                    <a:pt x="7844968" y="0"/>
                  </a:lnTo>
                  <a:lnTo>
                    <a:pt x="7842775" y="0"/>
                  </a:lnTo>
                  <a:lnTo>
                    <a:pt x="7840581" y="0"/>
                  </a:lnTo>
                  <a:lnTo>
                    <a:pt x="7838387" y="0"/>
                  </a:lnTo>
                  <a:lnTo>
                    <a:pt x="7836193" y="0"/>
                  </a:lnTo>
                  <a:lnTo>
                    <a:pt x="7834000" y="0"/>
                  </a:lnTo>
                  <a:lnTo>
                    <a:pt x="7831806" y="0"/>
                  </a:lnTo>
                  <a:lnTo>
                    <a:pt x="7829612" y="0"/>
                  </a:lnTo>
                  <a:lnTo>
                    <a:pt x="7827418" y="0"/>
                  </a:lnTo>
                  <a:lnTo>
                    <a:pt x="7825224" y="0"/>
                  </a:lnTo>
                  <a:lnTo>
                    <a:pt x="7823031" y="0"/>
                  </a:lnTo>
                  <a:lnTo>
                    <a:pt x="7820837" y="0"/>
                  </a:lnTo>
                  <a:lnTo>
                    <a:pt x="7818643" y="0"/>
                  </a:lnTo>
                  <a:lnTo>
                    <a:pt x="7816449" y="0"/>
                  </a:lnTo>
                  <a:lnTo>
                    <a:pt x="7814256" y="0"/>
                  </a:lnTo>
                  <a:lnTo>
                    <a:pt x="7812062" y="0"/>
                  </a:lnTo>
                  <a:lnTo>
                    <a:pt x="7809868" y="0"/>
                  </a:lnTo>
                  <a:lnTo>
                    <a:pt x="7807674" y="0"/>
                  </a:lnTo>
                  <a:lnTo>
                    <a:pt x="7805480" y="0"/>
                  </a:lnTo>
                  <a:lnTo>
                    <a:pt x="7803287" y="0"/>
                  </a:lnTo>
                  <a:lnTo>
                    <a:pt x="7801093" y="0"/>
                  </a:lnTo>
                  <a:lnTo>
                    <a:pt x="7798899" y="0"/>
                  </a:lnTo>
                  <a:lnTo>
                    <a:pt x="7796705" y="0"/>
                  </a:lnTo>
                  <a:lnTo>
                    <a:pt x="7794511" y="0"/>
                  </a:lnTo>
                  <a:lnTo>
                    <a:pt x="7792318" y="0"/>
                  </a:lnTo>
                  <a:lnTo>
                    <a:pt x="7790124" y="0"/>
                  </a:lnTo>
                  <a:lnTo>
                    <a:pt x="7787930" y="0"/>
                  </a:lnTo>
                  <a:lnTo>
                    <a:pt x="7785736" y="0"/>
                  </a:lnTo>
                  <a:lnTo>
                    <a:pt x="7783543" y="0"/>
                  </a:lnTo>
                  <a:lnTo>
                    <a:pt x="7781349" y="0"/>
                  </a:lnTo>
                  <a:lnTo>
                    <a:pt x="7779155" y="0"/>
                  </a:lnTo>
                  <a:lnTo>
                    <a:pt x="7776961" y="0"/>
                  </a:lnTo>
                  <a:lnTo>
                    <a:pt x="7774767" y="0"/>
                  </a:lnTo>
                  <a:lnTo>
                    <a:pt x="7772574" y="0"/>
                  </a:lnTo>
                  <a:lnTo>
                    <a:pt x="7770380" y="0"/>
                  </a:lnTo>
                  <a:lnTo>
                    <a:pt x="7768186" y="0"/>
                  </a:lnTo>
                  <a:lnTo>
                    <a:pt x="7765992" y="0"/>
                  </a:lnTo>
                  <a:lnTo>
                    <a:pt x="7763798" y="0"/>
                  </a:lnTo>
                  <a:lnTo>
                    <a:pt x="7761605" y="0"/>
                  </a:lnTo>
                  <a:lnTo>
                    <a:pt x="7759411" y="0"/>
                  </a:lnTo>
                  <a:lnTo>
                    <a:pt x="7757217" y="0"/>
                  </a:lnTo>
                  <a:lnTo>
                    <a:pt x="7755023" y="0"/>
                  </a:lnTo>
                  <a:lnTo>
                    <a:pt x="7752830" y="0"/>
                  </a:lnTo>
                  <a:lnTo>
                    <a:pt x="7750636" y="0"/>
                  </a:lnTo>
                  <a:lnTo>
                    <a:pt x="7748442" y="0"/>
                  </a:lnTo>
                  <a:lnTo>
                    <a:pt x="7746248" y="0"/>
                  </a:lnTo>
                  <a:lnTo>
                    <a:pt x="7744054" y="0"/>
                  </a:lnTo>
                  <a:lnTo>
                    <a:pt x="7741861" y="0"/>
                  </a:lnTo>
                  <a:lnTo>
                    <a:pt x="7739667" y="0"/>
                  </a:lnTo>
                  <a:lnTo>
                    <a:pt x="7737473" y="0"/>
                  </a:lnTo>
                  <a:lnTo>
                    <a:pt x="7735279" y="0"/>
                  </a:lnTo>
                  <a:lnTo>
                    <a:pt x="7733086" y="0"/>
                  </a:lnTo>
                  <a:lnTo>
                    <a:pt x="7730892" y="0"/>
                  </a:lnTo>
                  <a:lnTo>
                    <a:pt x="7728698" y="0"/>
                  </a:lnTo>
                  <a:lnTo>
                    <a:pt x="7726504" y="0"/>
                  </a:lnTo>
                  <a:lnTo>
                    <a:pt x="7724310" y="0"/>
                  </a:lnTo>
                  <a:lnTo>
                    <a:pt x="7722117" y="0"/>
                  </a:lnTo>
                  <a:lnTo>
                    <a:pt x="7719923" y="0"/>
                  </a:lnTo>
                  <a:lnTo>
                    <a:pt x="7717729" y="0"/>
                  </a:lnTo>
                  <a:lnTo>
                    <a:pt x="7715535" y="0"/>
                  </a:lnTo>
                  <a:lnTo>
                    <a:pt x="7713341" y="0"/>
                  </a:lnTo>
                  <a:lnTo>
                    <a:pt x="7711148" y="0"/>
                  </a:lnTo>
                  <a:lnTo>
                    <a:pt x="7708954" y="0"/>
                  </a:lnTo>
                  <a:lnTo>
                    <a:pt x="7706760" y="0"/>
                  </a:lnTo>
                  <a:lnTo>
                    <a:pt x="7704566" y="0"/>
                  </a:lnTo>
                  <a:lnTo>
                    <a:pt x="7702373" y="0"/>
                  </a:lnTo>
                  <a:lnTo>
                    <a:pt x="7700179" y="0"/>
                  </a:lnTo>
                  <a:lnTo>
                    <a:pt x="7697985" y="0"/>
                  </a:lnTo>
                  <a:lnTo>
                    <a:pt x="7695791" y="0"/>
                  </a:lnTo>
                  <a:lnTo>
                    <a:pt x="7693597" y="0"/>
                  </a:lnTo>
                  <a:lnTo>
                    <a:pt x="7691404" y="0"/>
                  </a:lnTo>
                  <a:lnTo>
                    <a:pt x="7689210" y="0"/>
                  </a:lnTo>
                  <a:lnTo>
                    <a:pt x="7687016" y="0"/>
                  </a:lnTo>
                  <a:lnTo>
                    <a:pt x="7684822" y="0"/>
                  </a:lnTo>
                  <a:lnTo>
                    <a:pt x="7682629" y="0"/>
                  </a:lnTo>
                  <a:lnTo>
                    <a:pt x="7680435" y="0"/>
                  </a:lnTo>
                  <a:lnTo>
                    <a:pt x="7678241" y="0"/>
                  </a:lnTo>
                  <a:lnTo>
                    <a:pt x="7676047" y="0"/>
                  </a:lnTo>
                  <a:lnTo>
                    <a:pt x="7673853" y="0"/>
                  </a:lnTo>
                  <a:lnTo>
                    <a:pt x="7671660" y="0"/>
                  </a:lnTo>
                  <a:lnTo>
                    <a:pt x="7669466" y="0"/>
                  </a:lnTo>
                  <a:lnTo>
                    <a:pt x="7667272" y="0"/>
                  </a:lnTo>
                  <a:lnTo>
                    <a:pt x="7665078" y="0"/>
                  </a:lnTo>
                  <a:lnTo>
                    <a:pt x="7662884" y="0"/>
                  </a:lnTo>
                  <a:lnTo>
                    <a:pt x="7660691" y="0"/>
                  </a:lnTo>
                  <a:lnTo>
                    <a:pt x="7658497" y="0"/>
                  </a:lnTo>
                  <a:lnTo>
                    <a:pt x="7656303" y="0"/>
                  </a:lnTo>
                  <a:lnTo>
                    <a:pt x="7654109" y="0"/>
                  </a:lnTo>
                  <a:lnTo>
                    <a:pt x="7651916" y="0"/>
                  </a:lnTo>
                  <a:lnTo>
                    <a:pt x="7649722" y="0"/>
                  </a:lnTo>
                  <a:lnTo>
                    <a:pt x="7647528" y="0"/>
                  </a:lnTo>
                  <a:lnTo>
                    <a:pt x="7645334" y="0"/>
                  </a:lnTo>
                  <a:lnTo>
                    <a:pt x="7643140" y="0"/>
                  </a:lnTo>
                  <a:lnTo>
                    <a:pt x="7640947" y="0"/>
                  </a:lnTo>
                  <a:lnTo>
                    <a:pt x="7638753" y="0"/>
                  </a:lnTo>
                  <a:lnTo>
                    <a:pt x="7636559" y="0"/>
                  </a:lnTo>
                  <a:lnTo>
                    <a:pt x="7634365" y="0"/>
                  </a:lnTo>
                  <a:lnTo>
                    <a:pt x="7632171" y="0"/>
                  </a:lnTo>
                  <a:lnTo>
                    <a:pt x="7629978" y="0"/>
                  </a:lnTo>
                  <a:lnTo>
                    <a:pt x="7627784" y="0"/>
                  </a:lnTo>
                  <a:lnTo>
                    <a:pt x="7625590" y="0"/>
                  </a:lnTo>
                  <a:lnTo>
                    <a:pt x="7623396" y="0"/>
                  </a:lnTo>
                  <a:lnTo>
                    <a:pt x="7621203" y="0"/>
                  </a:lnTo>
                  <a:lnTo>
                    <a:pt x="7619009" y="0"/>
                  </a:lnTo>
                  <a:lnTo>
                    <a:pt x="7616815" y="0"/>
                  </a:lnTo>
                  <a:lnTo>
                    <a:pt x="7614621" y="0"/>
                  </a:lnTo>
                  <a:lnTo>
                    <a:pt x="7612427" y="0"/>
                  </a:lnTo>
                  <a:lnTo>
                    <a:pt x="7610234" y="0"/>
                  </a:lnTo>
                  <a:lnTo>
                    <a:pt x="7608040" y="0"/>
                  </a:lnTo>
                  <a:lnTo>
                    <a:pt x="7605846" y="0"/>
                  </a:lnTo>
                  <a:lnTo>
                    <a:pt x="7603652" y="0"/>
                  </a:lnTo>
                  <a:lnTo>
                    <a:pt x="7601459" y="0"/>
                  </a:lnTo>
                  <a:lnTo>
                    <a:pt x="7599265" y="0"/>
                  </a:lnTo>
                  <a:lnTo>
                    <a:pt x="7597071" y="0"/>
                  </a:lnTo>
                  <a:lnTo>
                    <a:pt x="7594877" y="0"/>
                  </a:lnTo>
                  <a:lnTo>
                    <a:pt x="7592683" y="0"/>
                  </a:lnTo>
                  <a:lnTo>
                    <a:pt x="7590490" y="0"/>
                  </a:lnTo>
                  <a:lnTo>
                    <a:pt x="7588296" y="0"/>
                  </a:lnTo>
                  <a:lnTo>
                    <a:pt x="7586102" y="0"/>
                  </a:lnTo>
                  <a:lnTo>
                    <a:pt x="7583908" y="0"/>
                  </a:lnTo>
                  <a:lnTo>
                    <a:pt x="7581714" y="0"/>
                  </a:lnTo>
                  <a:lnTo>
                    <a:pt x="7579521" y="0"/>
                  </a:lnTo>
                  <a:lnTo>
                    <a:pt x="7577327" y="0"/>
                  </a:lnTo>
                  <a:lnTo>
                    <a:pt x="7575133" y="0"/>
                  </a:lnTo>
                  <a:lnTo>
                    <a:pt x="7572939" y="0"/>
                  </a:lnTo>
                  <a:lnTo>
                    <a:pt x="7570746" y="0"/>
                  </a:lnTo>
                  <a:lnTo>
                    <a:pt x="7568552" y="0"/>
                  </a:lnTo>
                  <a:lnTo>
                    <a:pt x="7566358" y="0"/>
                  </a:lnTo>
                  <a:lnTo>
                    <a:pt x="7564164" y="0"/>
                  </a:lnTo>
                  <a:lnTo>
                    <a:pt x="7561970" y="0"/>
                  </a:lnTo>
                  <a:lnTo>
                    <a:pt x="7559777" y="0"/>
                  </a:lnTo>
                  <a:lnTo>
                    <a:pt x="7557583" y="0"/>
                  </a:lnTo>
                  <a:lnTo>
                    <a:pt x="7555389" y="0"/>
                  </a:lnTo>
                  <a:lnTo>
                    <a:pt x="7553195" y="0"/>
                  </a:lnTo>
                  <a:lnTo>
                    <a:pt x="7551002" y="0"/>
                  </a:lnTo>
                  <a:lnTo>
                    <a:pt x="7548808" y="0"/>
                  </a:lnTo>
                  <a:lnTo>
                    <a:pt x="7546614" y="0"/>
                  </a:lnTo>
                  <a:lnTo>
                    <a:pt x="7544420" y="0"/>
                  </a:lnTo>
                  <a:lnTo>
                    <a:pt x="7542226" y="0"/>
                  </a:lnTo>
                  <a:lnTo>
                    <a:pt x="7540033" y="0"/>
                  </a:lnTo>
                  <a:lnTo>
                    <a:pt x="7537839" y="0"/>
                  </a:lnTo>
                  <a:lnTo>
                    <a:pt x="7535645" y="0"/>
                  </a:lnTo>
                  <a:lnTo>
                    <a:pt x="7533451" y="0"/>
                  </a:lnTo>
                  <a:lnTo>
                    <a:pt x="7531257" y="0"/>
                  </a:lnTo>
                  <a:lnTo>
                    <a:pt x="7529064" y="0"/>
                  </a:lnTo>
                  <a:lnTo>
                    <a:pt x="7526870" y="0"/>
                  </a:lnTo>
                  <a:lnTo>
                    <a:pt x="7524676" y="0"/>
                  </a:lnTo>
                  <a:lnTo>
                    <a:pt x="7522482" y="0"/>
                  </a:lnTo>
                  <a:lnTo>
                    <a:pt x="7520289" y="0"/>
                  </a:lnTo>
                  <a:lnTo>
                    <a:pt x="7518095" y="0"/>
                  </a:lnTo>
                  <a:lnTo>
                    <a:pt x="7515901" y="0"/>
                  </a:lnTo>
                  <a:lnTo>
                    <a:pt x="7513707" y="0"/>
                  </a:lnTo>
                  <a:lnTo>
                    <a:pt x="7511513" y="0"/>
                  </a:lnTo>
                  <a:lnTo>
                    <a:pt x="7509320" y="0"/>
                  </a:lnTo>
                  <a:lnTo>
                    <a:pt x="7507126" y="0"/>
                  </a:lnTo>
                  <a:lnTo>
                    <a:pt x="7504932" y="0"/>
                  </a:lnTo>
                  <a:lnTo>
                    <a:pt x="7502738" y="0"/>
                  </a:lnTo>
                  <a:lnTo>
                    <a:pt x="7500545" y="0"/>
                  </a:lnTo>
                  <a:lnTo>
                    <a:pt x="7498351" y="0"/>
                  </a:lnTo>
                  <a:lnTo>
                    <a:pt x="7496157" y="0"/>
                  </a:lnTo>
                  <a:lnTo>
                    <a:pt x="7493963" y="0"/>
                  </a:lnTo>
                  <a:lnTo>
                    <a:pt x="7491769" y="0"/>
                  </a:lnTo>
                  <a:lnTo>
                    <a:pt x="7489576" y="0"/>
                  </a:lnTo>
                  <a:lnTo>
                    <a:pt x="7487382" y="0"/>
                  </a:lnTo>
                  <a:lnTo>
                    <a:pt x="7485188" y="0"/>
                  </a:lnTo>
                  <a:lnTo>
                    <a:pt x="7482994" y="0"/>
                  </a:lnTo>
                  <a:lnTo>
                    <a:pt x="7480800" y="0"/>
                  </a:lnTo>
                  <a:lnTo>
                    <a:pt x="7478607" y="0"/>
                  </a:lnTo>
                  <a:lnTo>
                    <a:pt x="7476413" y="0"/>
                  </a:lnTo>
                  <a:lnTo>
                    <a:pt x="7474219" y="0"/>
                  </a:lnTo>
                  <a:lnTo>
                    <a:pt x="7472025" y="0"/>
                  </a:lnTo>
                  <a:lnTo>
                    <a:pt x="7469832" y="0"/>
                  </a:lnTo>
                  <a:lnTo>
                    <a:pt x="7467638" y="0"/>
                  </a:lnTo>
                  <a:lnTo>
                    <a:pt x="7465444" y="0"/>
                  </a:lnTo>
                  <a:lnTo>
                    <a:pt x="7463250" y="0"/>
                  </a:lnTo>
                  <a:lnTo>
                    <a:pt x="7461056" y="0"/>
                  </a:lnTo>
                  <a:lnTo>
                    <a:pt x="7458863" y="0"/>
                  </a:lnTo>
                  <a:lnTo>
                    <a:pt x="7456669" y="0"/>
                  </a:lnTo>
                  <a:lnTo>
                    <a:pt x="7454475" y="0"/>
                  </a:lnTo>
                  <a:lnTo>
                    <a:pt x="7452281" y="0"/>
                  </a:lnTo>
                  <a:lnTo>
                    <a:pt x="7450087" y="0"/>
                  </a:lnTo>
                  <a:lnTo>
                    <a:pt x="7447894" y="0"/>
                  </a:lnTo>
                  <a:lnTo>
                    <a:pt x="7445700" y="0"/>
                  </a:lnTo>
                  <a:lnTo>
                    <a:pt x="7443506" y="0"/>
                  </a:lnTo>
                  <a:lnTo>
                    <a:pt x="7441312" y="0"/>
                  </a:lnTo>
                  <a:lnTo>
                    <a:pt x="7439119" y="0"/>
                  </a:lnTo>
                  <a:lnTo>
                    <a:pt x="7436925" y="0"/>
                  </a:lnTo>
                  <a:lnTo>
                    <a:pt x="7434731" y="0"/>
                  </a:lnTo>
                  <a:lnTo>
                    <a:pt x="7432537" y="0"/>
                  </a:lnTo>
                  <a:lnTo>
                    <a:pt x="7430343" y="0"/>
                  </a:lnTo>
                  <a:lnTo>
                    <a:pt x="7428150" y="0"/>
                  </a:lnTo>
                  <a:lnTo>
                    <a:pt x="7425956" y="0"/>
                  </a:lnTo>
                  <a:lnTo>
                    <a:pt x="7423762" y="0"/>
                  </a:lnTo>
                  <a:lnTo>
                    <a:pt x="7421568" y="0"/>
                  </a:lnTo>
                  <a:lnTo>
                    <a:pt x="7419375" y="0"/>
                  </a:lnTo>
                  <a:lnTo>
                    <a:pt x="7417181" y="0"/>
                  </a:lnTo>
                  <a:lnTo>
                    <a:pt x="7414987" y="0"/>
                  </a:lnTo>
                  <a:lnTo>
                    <a:pt x="7412793" y="0"/>
                  </a:lnTo>
                  <a:lnTo>
                    <a:pt x="7410599" y="0"/>
                  </a:lnTo>
                  <a:lnTo>
                    <a:pt x="7408406" y="0"/>
                  </a:lnTo>
                  <a:lnTo>
                    <a:pt x="7406212" y="0"/>
                  </a:lnTo>
                  <a:lnTo>
                    <a:pt x="7404018" y="0"/>
                  </a:lnTo>
                  <a:lnTo>
                    <a:pt x="7401824" y="0"/>
                  </a:lnTo>
                  <a:lnTo>
                    <a:pt x="7399630" y="0"/>
                  </a:lnTo>
                  <a:lnTo>
                    <a:pt x="7397437" y="0"/>
                  </a:lnTo>
                  <a:lnTo>
                    <a:pt x="7395243" y="0"/>
                  </a:lnTo>
                  <a:lnTo>
                    <a:pt x="7393049" y="0"/>
                  </a:lnTo>
                  <a:lnTo>
                    <a:pt x="7390855" y="0"/>
                  </a:lnTo>
                  <a:lnTo>
                    <a:pt x="7388662" y="0"/>
                  </a:lnTo>
                  <a:lnTo>
                    <a:pt x="7386468" y="0"/>
                  </a:lnTo>
                  <a:lnTo>
                    <a:pt x="7384274" y="0"/>
                  </a:lnTo>
                  <a:lnTo>
                    <a:pt x="7382080" y="0"/>
                  </a:lnTo>
                  <a:lnTo>
                    <a:pt x="7379886" y="0"/>
                  </a:lnTo>
                  <a:lnTo>
                    <a:pt x="7377693" y="0"/>
                  </a:lnTo>
                  <a:lnTo>
                    <a:pt x="7375499" y="0"/>
                  </a:lnTo>
                  <a:lnTo>
                    <a:pt x="7373305" y="0"/>
                  </a:lnTo>
                  <a:lnTo>
                    <a:pt x="7371111" y="0"/>
                  </a:lnTo>
                  <a:lnTo>
                    <a:pt x="7368918" y="0"/>
                  </a:lnTo>
                  <a:lnTo>
                    <a:pt x="7366724" y="0"/>
                  </a:lnTo>
                  <a:lnTo>
                    <a:pt x="7364530" y="0"/>
                  </a:lnTo>
                  <a:lnTo>
                    <a:pt x="7362336" y="0"/>
                  </a:lnTo>
                  <a:lnTo>
                    <a:pt x="7360142" y="0"/>
                  </a:lnTo>
                  <a:lnTo>
                    <a:pt x="7357949" y="0"/>
                  </a:lnTo>
                  <a:lnTo>
                    <a:pt x="7355755" y="0"/>
                  </a:lnTo>
                  <a:lnTo>
                    <a:pt x="7353561" y="0"/>
                  </a:lnTo>
                  <a:lnTo>
                    <a:pt x="7351367" y="0"/>
                  </a:lnTo>
                  <a:lnTo>
                    <a:pt x="7349173" y="0"/>
                  </a:lnTo>
                  <a:lnTo>
                    <a:pt x="7346980" y="0"/>
                  </a:lnTo>
                  <a:lnTo>
                    <a:pt x="7344786" y="0"/>
                  </a:lnTo>
                  <a:lnTo>
                    <a:pt x="7342592" y="0"/>
                  </a:lnTo>
                  <a:lnTo>
                    <a:pt x="7340398" y="0"/>
                  </a:lnTo>
                  <a:lnTo>
                    <a:pt x="7338205" y="0"/>
                  </a:lnTo>
                  <a:lnTo>
                    <a:pt x="7336011" y="0"/>
                  </a:lnTo>
                  <a:lnTo>
                    <a:pt x="7333817" y="0"/>
                  </a:lnTo>
                  <a:lnTo>
                    <a:pt x="7331623" y="0"/>
                  </a:lnTo>
                  <a:lnTo>
                    <a:pt x="7329429" y="0"/>
                  </a:lnTo>
                  <a:lnTo>
                    <a:pt x="7327236" y="0"/>
                  </a:lnTo>
                  <a:lnTo>
                    <a:pt x="7325042" y="0"/>
                  </a:lnTo>
                  <a:lnTo>
                    <a:pt x="7322848" y="0"/>
                  </a:lnTo>
                  <a:lnTo>
                    <a:pt x="7320654" y="0"/>
                  </a:lnTo>
                  <a:lnTo>
                    <a:pt x="7318460" y="0"/>
                  </a:lnTo>
                  <a:lnTo>
                    <a:pt x="7316267" y="0"/>
                  </a:lnTo>
                  <a:lnTo>
                    <a:pt x="7314073" y="0"/>
                  </a:lnTo>
                  <a:lnTo>
                    <a:pt x="7311879" y="0"/>
                  </a:lnTo>
                  <a:lnTo>
                    <a:pt x="7309685" y="0"/>
                  </a:lnTo>
                  <a:lnTo>
                    <a:pt x="7307492" y="0"/>
                  </a:lnTo>
                  <a:lnTo>
                    <a:pt x="7305298" y="0"/>
                  </a:lnTo>
                  <a:lnTo>
                    <a:pt x="7303104" y="0"/>
                  </a:lnTo>
                  <a:lnTo>
                    <a:pt x="7300910" y="0"/>
                  </a:lnTo>
                  <a:lnTo>
                    <a:pt x="7298716" y="0"/>
                  </a:lnTo>
                  <a:lnTo>
                    <a:pt x="7296523" y="0"/>
                  </a:lnTo>
                  <a:lnTo>
                    <a:pt x="7294329" y="0"/>
                  </a:lnTo>
                  <a:lnTo>
                    <a:pt x="7292135" y="0"/>
                  </a:lnTo>
                  <a:lnTo>
                    <a:pt x="7289941" y="0"/>
                  </a:lnTo>
                  <a:lnTo>
                    <a:pt x="7287748" y="0"/>
                  </a:lnTo>
                  <a:lnTo>
                    <a:pt x="7285554" y="0"/>
                  </a:lnTo>
                  <a:lnTo>
                    <a:pt x="7283360" y="0"/>
                  </a:lnTo>
                  <a:lnTo>
                    <a:pt x="7281166" y="0"/>
                  </a:lnTo>
                  <a:lnTo>
                    <a:pt x="7278972" y="0"/>
                  </a:lnTo>
                  <a:lnTo>
                    <a:pt x="7276779" y="0"/>
                  </a:lnTo>
                  <a:lnTo>
                    <a:pt x="7274585" y="0"/>
                  </a:lnTo>
                  <a:lnTo>
                    <a:pt x="7272391" y="0"/>
                  </a:lnTo>
                  <a:lnTo>
                    <a:pt x="7270197" y="0"/>
                  </a:lnTo>
                  <a:lnTo>
                    <a:pt x="7268003" y="0"/>
                  </a:lnTo>
                  <a:lnTo>
                    <a:pt x="7265810" y="0"/>
                  </a:lnTo>
                  <a:lnTo>
                    <a:pt x="7263616" y="0"/>
                  </a:lnTo>
                  <a:lnTo>
                    <a:pt x="7261422" y="0"/>
                  </a:lnTo>
                  <a:lnTo>
                    <a:pt x="7259228" y="0"/>
                  </a:lnTo>
                  <a:lnTo>
                    <a:pt x="7257035" y="0"/>
                  </a:lnTo>
                  <a:lnTo>
                    <a:pt x="7254841" y="0"/>
                  </a:lnTo>
                  <a:lnTo>
                    <a:pt x="7252647" y="0"/>
                  </a:lnTo>
                  <a:lnTo>
                    <a:pt x="7250453" y="0"/>
                  </a:lnTo>
                  <a:lnTo>
                    <a:pt x="7248259" y="0"/>
                  </a:lnTo>
                  <a:lnTo>
                    <a:pt x="7246066" y="0"/>
                  </a:lnTo>
                  <a:lnTo>
                    <a:pt x="7243872" y="0"/>
                  </a:lnTo>
                  <a:lnTo>
                    <a:pt x="7241678" y="0"/>
                  </a:lnTo>
                  <a:lnTo>
                    <a:pt x="7239484" y="0"/>
                  </a:lnTo>
                  <a:lnTo>
                    <a:pt x="7237291" y="0"/>
                  </a:lnTo>
                  <a:lnTo>
                    <a:pt x="7235097" y="0"/>
                  </a:lnTo>
                  <a:lnTo>
                    <a:pt x="7232903" y="0"/>
                  </a:lnTo>
                  <a:lnTo>
                    <a:pt x="7230709" y="0"/>
                  </a:lnTo>
                  <a:lnTo>
                    <a:pt x="7228515" y="0"/>
                  </a:lnTo>
                  <a:lnTo>
                    <a:pt x="7226322" y="0"/>
                  </a:lnTo>
                  <a:lnTo>
                    <a:pt x="7224128" y="0"/>
                  </a:lnTo>
                  <a:lnTo>
                    <a:pt x="7221934" y="0"/>
                  </a:lnTo>
                  <a:lnTo>
                    <a:pt x="7219740" y="0"/>
                  </a:lnTo>
                  <a:lnTo>
                    <a:pt x="7217546" y="0"/>
                  </a:lnTo>
                  <a:lnTo>
                    <a:pt x="7215353" y="0"/>
                  </a:lnTo>
                  <a:lnTo>
                    <a:pt x="7213159" y="0"/>
                  </a:lnTo>
                  <a:lnTo>
                    <a:pt x="7210965" y="0"/>
                  </a:lnTo>
                  <a:lnTo>
                    <a:pt x="7208771" y="0"/>
                  </a:lnTo>
                  <a:lnTo>
                    <a:pt x="7206578" y="0"/>
                  </a:lnTo>
                  <a:lnTo>
                    <a:pt x="7204384" y="0"/>
                  </a:lnTo>
                  <a:lnTo>
                    <a:pt x="7202190" y="0"/>
                  </a:lnTo>
                  <a:lnTo>
                    <a:pt x="7199996" y="0"/>
                  </a:lnTo>
                  <a:lnTo>
                    <a:pt x="7197802" y="0"/>
                  </a:lnTo>
                  <a:lnTo>
                    <a:pt x="7195609" y="0"/>
                  </a:lnTo>
                  <a:lnTo>
                    <a:pt x="7193415" y="0"/>
                  </a:lnTo>
                  <a:lnTo>
                    <a:pt x="7191221" y="0"/>
                  </a:lnTo>
                  <a:lnTo>
                    <a:pt x="7189027" y="0"/>
                  </a:lnTo>
                  <a:lnTo>
                    <a:pt x="7186833" y="0"/>
                  </a:lnTo>
                  <a:lnTo>
                    <a:pt x="7184640" y="0"/>
                  </a:lnTo>
                  <a:lnTo>
                    <a:pt x="7182446" y="0"/>
                  </a:lnTo>
                  <a:lnTo>
                    <a:pt x="7180252" y="0"/>
                  </a:lnTo>
                  <a:lnTo>
                    <a:pt x="7178058" y="0"/>
                  </a:lnTo>
                  <a:lnTo>
                    <a:pt x="7175865" y="0"/>
                  </a:lnTo>
                  <a:lnTo>
                    <a:pt x="7173671" y="0"/>
                  </a:lnTo>
                  <a:lnTo>
                    <a:pt x="7171477" y="0"/>
                  </a:lnTo>
                  <a:lnTo>
                    <a:pt x="7169283" y="0"/>
                  </a:lnTo>
                  <a:lnTo>
                    <a:pt x="7167089" y="0"/>
                  </a:lnTo>
                  <a:lnTo>
                    <a:pt x="7164896" y="0"/>
                  </a:lnTo>
                  <a:lnTo>
                    <a:pt x="7162702" y="0"/>
                  </a:lnTo>
                  <a:lnTo>
                    <a:pt x="7160508" y="0"/>
                  </a:lnTo>
                  <a:lnTo>
                    <a:pt x="7158314" y="0"/>
                  </a:lnTo>
                  <a:lnTo>
                    <a:pt x="7156121" y="0"/>
                  </a:lnTo>
                  <a:lnTo>
                    <a:pt x="7153927" y="0"/>
                  </a:lnTo>
                  <a:lnTo>
                    <a:pt x="7151733" y="0"/>
                  </a:lnTo>
                  <a:lnTo>
                    <a:pt x="7149539" y="0"/>
                  </a:lnTo>
                  <a:lnTo>
                    <a:pt x="7147345" y="0"/>
                  </a:lnTo>
                  <a:lnTo>
                    <a:pt x="7145152" y="0"/>
                  </a:lnTo>
                  <a:lnTo>
                    <a:pt x="7142958" y="0"/>
                  </a:lnTo>
                  <a:lnTo>
                    <a:pt x="7140764" y="0"/>
                  </a:lnTo>
                  <a:lnTo>
                    <a:pt x="7138570" y="0"/>
                  </a:lnTo>
                  <a:lnTo>
                    <a:pt x="7136376" y="0"/>
                  </a:lnTo>
                  <a:lnTo>
                    <a:pt x="7134183" y="0"/>
                  </a:lnTo>
                  <a:lnTo>
                    <a:pt x="7131989" y="0"/>
                  </a:lnTo>
                  <a:lnTo>
                    <a:pt x="7129795" y="0"/>
                  </a:lnTo>
                  <a:lnTo>
                    <a:pt x="7127601" y="0"/>
                  </a:lnTo>
                  <a:lnTo>
                    <a:pt x="7125408" y="0"/>
                  </a:lnTo>
                  <a:lnTo>
                    <a:pt x="7123214" y="0"/>
                  </a:lnTo>
                  <a:lnTo>
                    <a:pt x="7121020" y="0"/>
                  </a:lnTo>
                  <a:lnTo>
                    <a:pt x="7118826" y="0"/>
                  </a:lnTo>
                  <a:lnTo>
                    <a:pt x="7116632" y="0"/>
                  </a:lnTo>
                  <a:lnTo>
                    <a:pt x="7114439" y="0"/>
                  </a:lnTo>
                  <a:lnTo>
                    <a:pt x="7112245" y="0"/>
                  </a:lnTo>
                  <a:lnTo>
                    <a:pt x="7110051" y="0"/>
                  </a:lnTo>
                  <a:lnTo>
                    <a:pt x="7107857" y="0"/>
                  </a:lnTo>
                  <a:lnTo>
                    <a:pt x="7105664" y="0"/>
                  </a:lnTo>
                  <a:lnTo>
                    <a:pt x="7103470" y="0"/>
                  </a:lnTo>
                  <a:lnTo>
                    <a:pt x="7101276" y="0"/>
                  </a:lnTo>
                  <a:lnTo>
                    <a:pt x="7099082" y="0"/>
                  </a:lnTo>
                  <a:lnTo>
                    <a:pt x="7096888" y="0"/>
                  </a:lnTo>
                  <a:lnTo>
                    <a:pt x="7094695" y="0"/>
                  </a:lnTo>
                  <a:lnTo>
                    <a:pt x="7092501" y="0"/>
                  </a:lnTo>
                  <a:lnTo>
                    <a:pt x="7090307" y="0"/>
                  </a:lnTo>
                  <a:lnTo>
                    <a:pt x="7088113" y="0"/>
                  </a:lnTo>
                  <a:lnTo>
                    <a:pt x="7085919" y="0"/>
                  </a:lnTo>
                  <a:lnTo>
                    <a:pt x="7083726" y="0"/>
                  </a:lnTo>
                  <a:lnTo>
                    <a:pt x="7081532" y="0"/>
                  </a:lnTo>
                  <a:lnTo>
                    <a:pt x="7079338" y="0"/>
                  </a:lnTo>
                  <a:lnTo>
                    <a:pt x="7077144" y="0"/>
                  </a:lnTo>
                  <a:lnTo>
                    <a:pt x="7074951" y="0"/>
                  </a:lnTo>
                  <a:lnTo>
                    <a:pt x="7072757" y="0"/>
                  </a:lnTo>
                  <a:lnTo>
                    <a:pt x="7070563" y="0"/>
                  </a:lnTo>
                  <a:lnTo>
                    <a:pt x="7068369" y="0"/>
                  </a:lnTo>
                  <a:lnTo>
                    <a:pt x="7066175" y="0"/>
                  </a:lnTo>
                  <a:lnTo>
                    <a:pt x="7063982" y="0"/>
                  </a:lnTo>
                  <a:lnTo>
                    <a:pt x="7061788" y="0"/>
                  </a:lnTo>
                  <a:lnTo>
                    <a:pt x="7059594" y="0"/>
                  </a:lnTo>
                  <a:lnTo>
                    <a:pt x="7057400" y="0"/>
                  </a:lnTo>
                  <a:lnTo>
                    <a:pt x="7055206" y="0"/>
                  </a:lnTo>
                  <a:lnTo>
                    <a:pt x="7053013" y="0"/>
                  </a:lnTo>
                  <a:lnTo>
                    <a:pt x="7050819" y="0"/>
                  </a:lnTo>
                  <a:lnTo>
                    <a:pt x="7048625" y="0"/>
                  </a:lnTo>
                  <a:lnTo>
                    <a:pt x="7046431" y="0"/>
                  </a:lnTo>
                  <a:lnTo>
                    <a:pt x="7044238" y="0"/>
                  </a:lnTo>
                  <a:lnTo>
                    <a:pt x="7042044" y="0"/>
                  </a:lnTo>
                  <a:lnTo>
                    <a:pt x="7039850" y="0"/>
                  </a:lnTo>
                  <a:lnTo>
                    <a:pt x="7037656" y="0"/>
                  </a:lnTo>
                  <a:lnTo>
                    <a:pt x="7035462" y="0"/>
                  </a:lnTo>
                  <a:lnTo>
                    <a:pt x="7033269" y="0"/>
                  </a:lnTo>
                  <a:lnTo>
                    <a:pt x="7031075" y="0"/>
                  </a:lnTo>
                  <a:lnTo>
                    <a:pt x="7028881" y="0"/>
                  </a:lnTo>
                  <a:lnTo>
                    <a:pt x="7026687" y="0"/>
                  </a:lnTo>
                  <a:lnTo>
                    <a:pt x="7024494" y="0"/>
                  </a:lnTo>
                  <a:lnTo>
                    <a:pt x="7022300" y="0"/>
                  </a:lnTo>
                  <a:lnTo>
                    <a:pt x="7020106" y="0"/>
                  </a:lnTo>
                  <a:lnTo>
                    <a:pt x="7017912" y="0"/>
                  </a:lnTo>
                  <a:lnTo>
                    <a:pt x="7015718" y="0"/>
                  </a:lnTo>
                  <a:lnTo>
                    <a:pt x="7013525" y="0"/>
                  </a:lnTo>
                  <a:lnTo>
                    <a:pt x="7011331" y="0"/>
                  </a:lnTo>
                  <a:lnTo>
                    <a:pt x="7009137" y="0"/>
                  </a:lnTo>
                  <a:lnTo>
                    <a:pt x="7006943" y="0"/>
                  </a:lnTo>
                  <a:lnTo>
                    <a:pt x="7004749" y="0"/>
                  </a:lnTo>
                  <a:lnTo>
                    <a:pt x="7002556" y="0"/>
                  </a:lnTo>
                  <a:lnTo>
                    <a:pt x="7000362" y="0"/>
                  </a:lnTo>
                  <a:lnTo>
                    <a:pt x="6998168" y="0"/>
                  </a:lnTo>
                  <a:lnTo>
                    <a:pt x="6995974" y="0"/>
                  </a:lnTo>
                  <a:lnTo>
                    <a:pt x="6993781" y="0"/>
                  </a:lnTo>
                  <a:lnTo>
                    <a:pt x="6991587" y="0"/>
                  </a:lnTo>
                  <a:lnTo>
                    <a:pt x="6989393" y="0"/>
                  </a:lnTo>
                  <a:lnTo>
                    <a:pt x="6987199" y="0"/>
                  </a:lnTo>
                  <a:lnTo>
                    <a:pt x="6985005" y="0"/>
                  </a:lnTo>
                  <a:lnTo>
                    <a:pt x="6982812" y="0"/>
                  </a:lnTo>
                  <a:lnTo>
                    <a:pt x="6980618" y="0"/>
                  </a:lnTo>
                  <a:lnTo>
                    <a:pt x="6978424" y="0"/>
                  </a:lnTo>
                  <a:lnTo>
                    <a:pt x="6976230" y="0"/>
                  </a:lnTo>
                  <a:lnTo>
                    <a:pt x="6974037" y="0"/>
                  </a:lnTo>
                  <a:lnTo>
                    <a:pt x="6971843" y="0"/>
                  </a:lnTo>
                  <a:lnTo>
                    <a:pt x="6969649" y="0"/>
                  </a:lnTo>
                  <a:lnTo>
                    <a:pt x="6967455" y="0"/>
                  </a:lnTo>
                  <a:lnTo>
                    <a:pt x="6965261" y="0"/>
                  </a:lnTo>
                  <a:lnTo>
                    <a:pt x="6963068" y="0"/>
                  </a:lnTo>
                  <a:lnTo>
                    <a:pt x="6960874" y="0"/>
                  </a:lnTo>
                  <a:lnTo>
                    <a:pt x="6958680" y="0"/>
                  </a:lnTo>
                  <a:lnTo>
                    <a:pt x="6956486" y="0"/>
                  </a:lnTo>
                  <a:lnTo>
                    <a:pt x="6954292" y="0"/>
                  </a:lnTo>
                  <a:lnTo>
                    <a:pt x="6952099" y="0"/>
                  </a:lnTo>
                  <a:lnTo>
                    <a:pt x="6949905" y="0"/>
                  </a:lnTo>
                  <a:lnTo>
                    <a:pt x="6947711" y="0"/>
                  </a:lnTo>
                  <a:lnTo>
                    <a:pt x="6945517" y="0"/>
                  </a:lnTo>
                  <a:lnTo>
                    <a:pt x="6943324" y="0"/>
                  </a:lnTo>
                  <a:lnTo>
                    <a:pt x="6941130" y="0"/>
                  </a:lnTo>
                  <a:lnTo>
                    <a:pt x="6938936" y="0"/>
                  </a:lnTo>
                  <a:lnTo>
                    <a:pt x="6936742" y="0"/>
                  </a:lnTo>
                  <a:lnTo>
                    <a:pt x="6934548" y="0"/>
                  </a:lnTo>
                  <a:lnTo>
                    <a:pt x="6932355" y="0"/>
                  </a:lnTo>
                  <a:lnTo>
                    <a:pt x="6930161" y="0"/>
                  </a:lnTo>
                  <a:lnTo>
                    <a:pt x="6927967" y="0"/>
                  </a:lnTo>
                  <a:lnTo>
                    <a:pt x="6925773" y="0"/>
                  </a:lnTo>
                  <a:lnTo>
                    <a:pt x="6923580" y="0"/>
                  </a:lnTo>
                  <a:lnTo>
                    <a:pt x="6921386" y="0"/>
                  </a:lnTo>
                  <a:lnTo>
                    <a:pt x="6919192" y="0"/>
                  </a:lnTo>
                  <a:lnTo>
                    <a:pt x="6916998" y="0"/>
                  </a:lnTo>
                  <a:lnTo>
                    <a:pt x="6914804" y="0"/>
                  </a:lnTo>
                  <a:lnTo>
                    <a:pt x="6912611" y="0"/>
                  </a:lnTo>
                  <a:lnTo>
                    <a:pt x="6910417" y="0"/>
                  </a:lnTo>
                  <a:lnTo>
                    <a:pt x="6908223" y="0"/>
                  </a:lnTo>
                  <a:lnTo>
                    <a:pt x="6906029" y="0"/>
                  </a:lnTo>
                  <a:lnTo>
                    <a:pt x="6903835" y="0"/>
                  </a:lnTo>
                  <a:lnTo>
                    <a:pt x="6901642" y="0"/>
                  </a:lnTo>
                  <a:lnTo>
                    <a:pt x="6899448" y="0"/>
                  </a:lnTo>
                  <a:lnTo>
                    <a:pt x="6897254" y="0"/>
                  </a:lnTo>
                  <a:lnTo>
                    <a:pt x="6895060" y="0"/>
                  </a:lnTo>
                  <a:lnTo>
                    <a:pt x="6892867" y="0"/>
                  </a:lnTo>
                  <a:lnTo>
                    <a:pt x="6890673" y="0"/>
                  </a:lnTo>
                  <a:lnTo>
                    <a:pt x="6888479" y="0"/>
                  </a:lnTo>
                  <a:lnTo>
                    <a:pt x="6886285" y="0"/>
                  </a:lnTo>
                  <a:lnTo>
                    <a:pt x="6884091" y="0"/>
                  </a:lnTo>
                  <a:lnTo>
                    <a:pt x="6881898" y="0"/>
                  </a:lnTo>
                  <a:lnTo>
                    <a:pt x="6879704" y="0"/>
                  </a:lnTo>
                  <a:lnTo>
                    <a:pt x="6877510" y="0"/>
                  </a:lnTo>
                  <a:lnTo>
                    <a:pt x="6875316" y="0"/>
                  </a:lnTo>
                  <a:lnTo>
                    <a:pt x="6873122" y="0"/>
                  </a:lnTo>
                  <a:lnTo>
                    <a:pt x="6870929" y="0"/>
                  </a:lnTo>
                  <a:lnTo>
                    <a:pt x="6868735" y="0"/>
                  </a:lnTo>
                  <a:lnTo>
                    <a:pt x="6866541" y="0"/>
                  </a:lnTo>
                  <a:lnTo>
                    <a:pt x="6864347" y="0"/>
                  </a:lnTo>
                  <a:lnTo>
                    <a:pt x="6862154" y="0"/>
                  </a:lnTo>
                  <a:lnTo>
                    <a:pt x="6859960" y="0"/>
                  </a:lnTo>
                  <a:lnTo>
                    <a:pt x="6857766" y="0"/>
                  </a:lnTo>
                  <a:lnTo>
                    <a:pt x="6855572" y="0"/>
                  </a:lnTo>
                  <a:lnTo>
                    <a:pt x="6853378" y="0"/>
                  </a:lnTo>
                  <a:lnTo>
                    <a:pt x="6851185" y="0"/>
                  </a:lnTo>
                  <a:lnTo>
                    <a:pt x="6848991" y="0"/>
                  </a:lnTo>
                  <a:lnTo>
                    <a:pt x="6846797" y="0"/>
                  </a:lnTo>
                  <a:lnTo>
                    <a:pt x="6844603" y="0"/>
                  </a:lnTo>
                  <a:lnTo>
                    <a:pt x="6842410" y="0"/>
                  </a:lnTo>
                  <a:lnTo>
                    <a:pt x="6840216" y="0"/>
                  </a:lnTo>
                  <a:lnTo>
                    <a:pt x="6838022" y="0"/>
                  </a:lnTo>
                  <a:lnTo>
                    <a:pt x="6835828" y="0"/>
                  </a:lnTo>
                  <a:lnTo>
                    <a:pt x="6833634" y="0"/>
                  </a:lnTo>
                  <a:lnTo>
                    <a:pt x="6831441" y="0"/>
                  </a:lnTo>
                  <a:lnTo>
                    <a:pt x="6829247" y="0"/>
                  </a:lnTo>
                  <a:lnTo>
                    <a:pt x="6827053" y="0"/>
                  </a:lnTo>
                  <a:lnTo>
                    <a:pt x="6824859" y="0"/>
                  </a:lnTo>
                  <a:lnTo>
                    <a:pt x="6822665" y="0"/>
                  </a:lnTo>
                  <a:lnTo>
                    <a:pt x="6820472" y="0"/>
                  </a:lnTo>
                  <a:lnTo>
                    <a:pt x="6818278" y="0"/>
                  </a:lnTo>
                  <a:lnTo>
                    <a:pt x="6816084" y="0"/>
                  </a:lnTo>
                  <a:lnTo>
                    <a:pt x="6813890" y="0"/>
                  </a:lnTo>
                  <a:lnTo>
                    <a:pt x="6811697" y="0"/>
                  </a:lnTo>
                  <a:lnTo>
                    <a:pt x="6809503" y="0"/>
                  </a:lnTo>
                  <a:lnTo>
                    <a:pt x="6807309" y="0"/>
                  </a:lnTo>
                  <a:lnTo>
                    <a:pt x="6805115" y="0"/>
                  </a:lnTo>
                  <a:lnTo>
                    <a:pt x="6802921" y="0"/>
                  </a:lnTo>
                  <a:lnTo>
                    <a:pt x="6800728" y="0"/>
                  </a:lnTo>
                  <a:lnTo>
                    <a:pt x="6798534" y="0"/>
                  </a:lnTo>
                  <a:lnTo>
                    <a:pt x="6796340" y="0"/>
                  </a:lnTo>
                  <a:lnTo>
                    <a:pt x="6794146" y="0"/>
                  </a:lnTo>
                  <a:lnTo>
                    <a:pt x="6791953" y="0"/>
                  </a:lnTo>
                  <a:lnTo>
                    <a:pt x="6789759" y="0"/>
                  </a:lnTo>
                  <a:lnTo>
                    <a:pt x="6787565" y="0"/>
                  </a:lnTo>
                  <a:lnTo>
                    <a:pt x="6785371" y="0"/>
                  </a:lnTo>
                  <a:lnTo>
                    <a:pt x="6783177" y="0"/>
                  </a:lnTo>
                  <a:lnTo>
                    <a:pt x="6780984" y="0"/>
                  </a:lnTo>
                  <a:lnTo>
                    <a:pt x="6778790" y="0"/>
                  </a:lnTo>
                  <a:lnTo>
                    <a:pt x="6776596" y="0"/>
                  </a:lnTo>
                  <a:lnTo>
                    <a:pt x="6774402" y="0"/>
                  </a:lnTo>
                  <a:lnTo>
                    <a:pt x="6772208" y="0"/>
                  </a:lnTo>
                  <a:lnTo>
                    <a:pt x="6770015" y="0"/>
                  </a:lnTo>
                  <a:lnTo>
                    <a:pt x="6767821" y="0"/>
                  </a:lnTo>
                  <a:lnTo>
                    <a:pt x="6765627" y="0"/>
                  </a:lnTo>
                  <a:lnTo>
                    <a:pt x="6763433" y="0"/>
                  </a:lnTo>
                  <a:lnTo>
                    <a:pt x="6761240" y="0"/>
                  </a:lnTo>
                  <a:lnTo>
                    <a:pt x="6759046" y="0"/>
                  </a:lnTo>
                  <a:lnTo>
                    <a:pt x="6756852" y="0"/>
                  </a:lnTo>
                  <a:lnTo>
                    <a:pt x="6754658" y="0"/>
                  </a:lnTo>
                  <a:lnTo>
                    <a:pt x="6752464" y="0"/>
                  </a:lnTo>
                  <a:lnTo>
                    <a:pt x="6750271" y="0"/>
                  </a:lnTo>
                  <a:lnTo>
                    <a:pt x="6748077" y="0"/>
                  </a:lnTo>
                  <a:lnTo>
                    <a:pt x="6745883" y="0"/>
                  </a:lnTo>
                  <a:lnTo>
                    <a:pt x="6743689" y="0"/>
                  </a:lnTo>
                  <a:lnTo>
                    <a:pt x="6741495" y="0"/>
                  </a:lnTo>
                  <a:lnTo>
                    <a:pt x="6739302" y="0"/>
                  </a:lnTo>
                  <a:lnTo>
                    <a:pt x="6737108" y="0"/>
                  </a:lnTo>
                  <a:lnTo>
                    <a:pt x="6734914" y="0"/>
                  </a:lnTo>
                  <a:lnTo>
                    <a:pt x="6732720" y="0"/>
                  </a:lnTo>
                  <a:lnTo>
                    <a:pt x="6730527" y="0"/>
                  </a:lnTo>
                  <a:lnTo>
                    <a:pt x="6728333" y="0"/>
                  </a:lnTo>
                  <a:lnTo>
                    <a:pt x="6726139" y="0"/>
                  </a:lnTo>
                  <a:lnTo>
                    <a:pt x="6723945" y="0"/>
                  </a:lnTo>
                  <a:lnTo>
                    <a:pt x="6721751" y="0"/>
                  </a:lnTo>
                  <a:lnTo>
                    <a:pt x="6719558" y="0"/>
                  </a:lnTo>
                  <a:lnTo>
                    <a:pt x="6717364" y="0"/>
                  </a:lnTo>
                  <a:lnTo>
                    <a:pt x="6715170" y="0"/>
                  </a:lnTo>
                  <a:lnTo>
                    <a:pt x="6712976" y="0"/>
                  </a:lnTo>
                  <a:lnTo>
                    <a:pt x="6710783" y="0"/>
                  </a:lnTo>
                  <a:lnTo>
                    <a:pt x="6708589" y="0"/>
                  </a:lnTo>
                  <a:lnTo>
                    <a:pt x="6706395" y="0"/>
                  </a:lnTo>
                  <a:lnTo>
                    <a:pt x="6704201" y="0"/>
                  </a:lnTo>
                  <a:lnTo>
                    <a:pt x="6702007" y="0"/>
                  </a:lnTo>
                  <a:lnTo>
                    <a:pt x="6699814" y="0"/>
                  </a:lnTo>
                  <a:lnTo>
                    <a:pt x="6697620" y="0"/>
                  </a:lnTo>
                  <a:lnTo>
                    <a:pt x="6695426" y="0"/>
                  </a:lnTo>
                  <a:lnTo>
                    <a:pt x="6693232" y="0"/>
                  </a:lnTo>
                  <a:lnTo>
                    <a:pt x="6691038" y="0"/>
                  </a:lnTo>
                  <a:lnTo>
                    <a:pt x="6688845" y="0"/>
                  </a:lnTo>
                  <a:lnTo>
                    <a:pt x="6686651" y="0"/>
                  </a:lnTo>
                  <a:lnTo>
                    <a:pt x="6684457" y="0"/>
                  </a:lnTo>
                  <a:lnTo>
                    <a:pt x="6682263" y="0"/>
                  </a:lnTo>
                  <a:lnTo>
                    <a:pt x="6680070" y="0"/>
                  </a:lnTo>
                  <a:lnTo>
                    <a:pt x="6677876" y="0"/>
                  </a:lnTo>
                  <a:lnTo>
                    <a:pt x="6675682" y="0"/>
                  </a:lnTo>
                  <a:lnTo>
                    <a:pt x="6673488" y="0"/>
                  </a:lnTo>
                  <a:lnTo>
                    <a:pt x="6671294" y="0"/>
                  </a:lnTo>
                  <a:lnTo>
                    <a:pt x="6669101" y="0"/>
                  </a:lnTo>
                  <a:lnTo>
                    <a:pt x="6666907" y="0"/>
                  </a:lnTo>
                  <a:lnTo>
                    <a:pt x="6664713" y="0"/>
                  </a:lnTo>
                  <a:lnTo>
                    <a:pt x="6662519" y="0"/>
                  </a:lnTo>
                  <a:lnTo>
                    <a:pt x="6660326" y="0"/>
                  </a:lnTo>
                  <a:lnTo>
                    <a:pt x="6658132" y="0"/>
                  </a:lnTo>
                  <a:lnTo>
                    <a:pt x="6655938" y="0"/>
                  </a:lnTo>
                  <a:lnTo>
                    <a:pt x="6653744" y="0"/>
                  </a:lnTo>
                  <a:lnTo>
                    <a:pt x="6651550" y="0"/>
                  </a:lnTo>
                  <a:lnTo>
                    <a:pt x="6649357" y="0"/>
                  </a:lnTo>
                  <a:lnTo>
                    <a:pt x="6647163" y="0"/>
                  </a:lnTo>
                  <a:lnTo>
                    <a:pt x="6644969" y="0"/>
                  </a:lnTo>
                  <a:lnTo>
                    <a:pt x="6642775" y="0"/>
                  </a:lnTo>
                  <a:lnTo>
                    <a:pt x="6640581" y="0"/>
                  </a:lnTo>
                  <a:lnTo>
                    <a:pt x="6638388" y="0"/>
                  </a:lnTo>
                  <a:lnTo>
                    <a:pt x="6636194" y="0"/>
                  </a:lnTo>
                  <a:lnTo>
                    <a:pt x="6634000" y="0"/>
                  </a:lnTo>
                  <a:lnTo>
                    <a:pt x="6631806" y="0"/>
                  </a:lnTo>
                  <a:lnTo>
                    <a:pt x="6629613" y="0"/>
                  </a:lnTo>
                  <a:lnTo>
                    <a:pt x="6627419" y="0"/>
                  </a:lnTo>
                  <a:lnTo>
                    <a:pt x="6625225" y="0"/>
                  </a:lnTo>
                  <a:lnTo>
                    <a:pt x="6623031" y="0"/>
                  </a:lnTo>
                  <a:lnTo>
                    <a:pt x="6620837" y="0"/>
                  </a:lnTo>
                  <a:lnTo>
                    <a:pt x="6618644" y="0"/>
                  </a:lnTo>
                  <a:lnTo>
                    <a:pt x="6616450" y="0"/>
                  </a:lnTo>
                  <a:lnTo>
                    <a:pt x="6614256" y="0"/>
                  </a:lnTo>
                  <a:lnTo>
                    <a:pt x="6612062" y="0"/>
                  </a:lnTo>
                  <a:lnTo>
                    <a:pt x="6609868" y="0"/>
                  </a:lnTo>
                  <a:lnTo>
                    <a:pt x="6607675" y="0"/>
                  </a:lnTo>
                  <a:lnTo>
                    <a:pt x="6605481" y="0"/>
                  </a:lnTo>
                  <a:lnTo>
                    <a:pt x="6603287" y="0"/>
                  </a:lnTo>
                  <a:lnTo>
                    <a:pt x="6601093" y="0"/>
                  </a:lnTo>
                  <a:lnTo>
                    <a:pt x="6598900" y="0"/>
                  </a:lnTo>
                  <a:lnTo>
                    <a:pt x="6596706" y="0"/>
                  </a:lnTo>
                  <a:lnTo>
                    <a:pt x="6594512" y="0"/>
                  </a:lnTo>
                  <a:lnTo>
                    <a:pt x="6592318" y="0"/>
                  </a:lnTo>
                  <a:lnTo>
                    <a:pt x="6590124" y="0"/>
                  </a:lnTo>
                  <a:lnTo>
                    <a:pt x="6587931" y="0"/>
                  </a:lnTo>
                  <a:lnTo>
                    <a:pt x="6585737" y="0"/>
                  </a:lnTo>
                  <a:lnTo>
                    <a:pt x="6583543" y="0"/>
                  </a:lnTo>
                  <a:lnTo>
                    <a:pt x="6581349" y="0"/>
                  </a:lnTo>
                  <a:lnTo>
                    <a:pt x="6579156" y="0"/>
                  </a:lnTo>
                  <a:lnTo>
                    <a:pt x="6576962" y="0"/>
                  </a:lnTo>
                  <a:lnTo>
                    <a:pt x="6574768" y="0"/>
                  </a:lnTo>
                  <a:lnTo>
                    <a:pt x="6572574" y="0"/>
                  </a:lnTo>
                  <a:lnTo>
                    <a:pt x="6570380" y="0"/>
                  </a:lnTo>
                  <a:lnTo>
                    <a:pt x="6568187" y="0"/>
                  </a:lnTo>
                  <a:lnTo>
                    <a:pt x="6565993" y="0"/>
                  </a:lnTo>
                  <a:lnTo>
                    <a:pt x="6563799" y="0"/>
                  </a:lnTo>
                  <a:lnTo>
                    <a:pt x="6561605" y="0"/>
                  </a:lnTo>
                  <a:lnTo>
                    <a:pt x="6559411" y="0"/>
                  </a:lnTo>
                  <a:lnTo>
                    <a:pt x="6557218" y="0"/>
                  </a:lnTo>
                  <a:lnTo>
                    <a:pt x="6555024" y="0"/>
                  </a:lnTo>
                  <a:lnTo>
                    <a:pt x="6552830" y="0"/>
                  </a:lnTo>
                  <a:lnTo>
                    <a:pt x="6550636" y="0"/>
                  </a:lnTo>
                  <a:lnTo>
                    <a:pt x="6548443" y="0"/>
                  </a:lnTo>
                  <a:lnTo>
                    <a:pt x="6546249" y="0"/>
                  </a:lnTo>
                  <a:lnTo>
                    <a:pt x="6544055" y="0"/>
                  </a:lnTo>
                  <a:lnTo>
                    <a:pt x="6541861" y="0"/>
                  </a:lnTo>
                  <a:lnTo>
                    <a:pt x="6539667" y="0"/>
                  </a:lnTo>
                  <a:lnTo>
                    <a:pt x="6537474" y="0"/>
                  </a:lnTo>
                  <a:lnTo>
                    <a:pt x="6535280" y="0"/>
                  </a:lnTo>
                  <a:lnTo>
                    <a:pt x="6533086" y="0"/>
                  </a:lnTo>
                  <a:lnTo>
                    <a:pt x="6530892" y="0"/>
                  </a:lnTo>
                  <a:lnTo>
                    <a:pt x="6528699" y="0"/>
                  </a:lnTo>
                  <a:lnTo>
                    <a:pt x="6526505" y="0"/>
                  </a:lnTo>
                  <a:lnTo>
                    <a:pt x="6524311" y="0"/>
                  </a:lnTo>
                  <a:lnTo>
                    <a:pt x="6522117" y="0"/>
                  </a:lnTo>
                  <a:lnTo>
                    <a:pt x="6519923" y="0"/>
                  </a:lnTo>
                  <a:lnTo>
                    <a:pt x="6517730" y="0"/>
                  </a:lnTo>
                  <a:lnTo>
                    <a:pt x="6515536" y="0"/>
                  </a:lnTo>
                  <a:lnTo>
                    <a:pt x="6513342" y="0"/>
                  </a:lnTo>
                  <a:lnTo>
                    <a:pt x="6511148" y="0"/>
                  </a:lnTo>
                  <a:lnTo>
                    <a:pt x="6508954" y="0"/>
                  </a:lnTo>
                  <a:lnTo>
                    <a:pt x="6506761" y="0"/>
                  </a:lnTo>
                  <a:lnTo>
                    <a:pt x="6504567" y="0"/>
                  </a:lnTo>
                  <a:lnTo>
                    <a:pt x="6502373" y="0"/>
                  </a:lnTo>
                  <a:lnTo>
                    <a:pt x="6500179" y="0"/>
                  </a:lnTo>
                  <a:lnTo>
                    <a:pt x="6497986" y="0"/>
                  </a:lnTo>
                  <a:lnTo>
                    <a:pt x="6495792" y="0"/>
                  </a:lnTo>
                  <a:lnTo>
                    <a:pt x="6493598" y="0"/>
                  </a:lnTo>
                  <a:lnTo>
                    <a:pt x="6491404" y="0"/>
                  </a:lnTo>
                  <a:lnTo>
                    <a:pt x="6489210" y="0"/>
                  </a:lnTo>
                  <a:lnTo>
                    <a:pt x="6487017" y="0"/>
                  </a:lnTo>
                  <a:lnTo>
                    <a:pt x="6484823" y="0"/>
                  </a:lnTo>
                  <a:lnTo>
                    <a:pt x="6482629" y="0"/>
                  </a:lnTo>
                  <a:lnTo>
                    <a:pt x="6480435" y="0"/>
                  </a:lnTo>
                  <a:lnTo>
                    <a:pt x="6478241" y="0"/>
                  </a:lnTo>
                  <a:lnTo>
                    <a:pt x="6476048" y="0"/>
                  </a:lnTo>
                  <a:lnTo>
                    <a:pt x="6473854" y="0"/>
                  </a:lnTo>
                  <a:lnTo>
                    <a:pt x="6471660" y="0"/>
                  </a:lnTo>
                  <a:lnTo>
                    <a:pt x="6469466" y="0"/>
                  </a:lnTo>
                  <a:lnTo>
                    <a:pt x="6467273" y="0"/>
                  </a:lnTo>
                  <a:lnTo>
                    <a:pt x="6465079" y="0"/>
                  </a:lnTo>
                  <a:lnTo>
                    <a:pt x="6462885" y="0"/>
                  </a:lnTo>
                  <a:lnTo>
                    <a:pt x="6460691" y="0"/>
                  </a:lnTo>
                  <a:lnTo>
                    <a:pt x="6458497" y="0"/>
                  </a:lnTo>
                  <a:lnTo>
                    <a:pt x="6456304" y="0"/>
                  </a:lnTo>
                  <a:lnTo>
                    <a:pt x="6454110" y="0"/>
                  </a:lnTo>
                  <a:lnTo>
                    <a:pt x="6451916" y="0"/>
                  </a:lnTo>
                  <a:lnTo>
                    <a:pt x="6449722" y="0"/>
                  </a:lnTo>
                  <a:lnTo>
                    <a:pt x="6447529" y="0"/>
                  </a:lnTo>
                  <a:lnTo>
                    <a:pt x="6445335" y="0"/>
                  </a:lnTo>
                  <a:lnTo>
                    <a:pt x="6443141" y="0"/>
                  </a:lnTo>
                  <a:lnTo>
                    <a:pt x="6440947" y="0"/>
                  </a:lnTo>
                  <a:lnTo>
                    <a:pt x="6438753" y="0"/>
                  </a:lnTo>
                  <a:lnTo>
                    <a:pt x="6436560" y="0"/>
                  </a:lnTo>
                  <a:lnTo>
                    <a:pt x="6434366" y="0"/>
                  </a:lnTo>
                  <a:lnTo>
                    <a:pt x="6432172" y="0"/>
                  </a:lnTo>
                  <a:lnTo>
                    <a:pt x="6429978" y="0"/>
                  </a:lnTo>
                  <a:lnTo>
                    <a:pt x="6427784" y="0"/>
                  </a:lnTo>
                  <a:lnTo>
                    <a:pt x="6425591" y="0"/>
                  </a:lnTo>
                  <a:lnTo>
                    <a:pt x="6423397" y="0"/>
                  </a:lnTo>
                  <a:lnTo>
                    <a:pt x="6421203" y="0"/>
                  </a:lnTo>
                  <a:lnTo>
                    <a:pt x="6419009" y="0"/>
                  </a:lnTo>
                  <a:lnTo>
                    <a:pt x="6416816" y="0"/>
                  </a:lnTo>
                  <a:lnTo>
                    <a:pt x="6414622" y="0"/>
                  </a:lnTo>
                  <a:lnTo>
                    <a:pt x="6412428" y="0"/>
                  </a:lnTo>
                  <a:lnTo>
                    <a:pt x="6410234" y="0"/>
                  </a:lnTo>
                  <a:lnTo>
                    <a:pt x="6408040" y="0"/>
                  </a:lnTo>
                  <a:lnTo>
                    <a:pt x="6405847" y="0"/>
                  </a:lnTo>
                  <a:lnTo>
                    <a:pt x="6403653" y="0"/>
                  </a:lnTo>
                  <a:lnTo>
                    <a:pt x="6401459" y="0"/>
                  </a:lnTo>
                  <a:lnTo>
                    <a:pt x="6399265" y="0"/>
                  </a:lnTo>
                  <a:lnTo>
                    <a:pt x="6397072" y="0"/>
                  </a:lnTo>
                  <a:lnTo>
                    <a:pt x="6394878" y="0"/>
                  </a:lnTo>
                  <a:lnTo>
                    <a:pt x="6392684" y="0"/>
                  </a:lnTo>
                  <a:lnTo>
                    <a:pt x="6390490" y="0"/>
                  </a:lnTo>
                  <a:lnTo>
                    <a:pt x="6388296" y="0"/>
                  </a:lnTo>
                  <a:lnTo>
                    <a:pt x="6386103" y="0"/>
                  </a:lnTo>
                  <a:lnTo>
                    <a:pt x="6383909" y="0"/>
                  </a:lnTo>
                  <a:lnTo>
                    <a:pt x="6381715" y="0"/>
                  </a:lnTo>
                  <a:lnTo>
                    <a:pt x="6379521" y="0"/>
                  </a:lnTo>
                  <a:lnTo>
                    <a:pt x="6377327" y="0"/>
                  </a:lnTo>
                  <a:lnTo>
                    <a:pt x="6375134" y="0"/>
                  </a:lnTo>
                  <a:lnTo>
                    <a:pt x="6372940" y="0"/>
                  </a:lnTo>
                  <a:lnTo>
                    <a:pt x="6370746" y="0"/>
                  </a:lnTo>
                  <a:lnTo>
                    <a:pt x="6368552" y="0"/>
                  </a:lnTo>
                  <a:lnTo>
                    <a:pt x="6366359" y="0"/>
                  </a:lnTo>
                  <a:lnTo>
                    <a:pt x="6364165" y="0"/>
                  </a:lnTo>
                  <a:lnTo>
                    <a:pt x="6361971" y="0"/>
                  </a:lnTo>
                  <a:lnTo>
                    <a:pt x="6359777" y="0"/>
                  </a:lnTo>
                  <a:lnTo>
                    <a:pt x="6357583" y="0"/>
                  </a:lnTo>
                  <a:lnTo>
                    <a:pt x="6355390" y="0"/>
                  </a:lnTo>
                  <a:lnTo>
                    <a:pt x="6353196" y="0"/>
                  </a:lnTo>
                  <a:lnTo>
                    <a:pt x="6351002" y="0"/>
                  </a:lnTo>
                  <a:lnTo>
                    <a:pt x="6348808" y="0"/>
                  </a:lnTo>
                  <a:lnTo>
                    <a:pt x="6346615" y="0"/>
                  </a:lnTo>
                  <a:lnTo>
                    <a:pt x="6344421" y="0"/>
                  </a:lnTo>
                  <a:lnTo>
                    <a:pt x="6342227" y="0"/>
                  </a:lnTo>
                  <a:lnTo>
                    <a:pt x="6340033" y="0"/>
                  </a:lnTo>
                  <a:lnTo>
                    <a:pt x="6337839" y="0"/>
                  </a:lnTo>
                  <a:lnTo>
                    <a:pt x="6335646" y="0"/>
                  </a:lnTo>
                  <a:lnTo>
                    <a:pt x="6333452" y="0"/>
                  </a:lnTo>
                  <a:lnTo>
                    <a:pt x="6331258" y="0"/>
                  </a:lnTo>
                  <a:lnTo>
                    <a:pt x="6329064" y="0"/>
                  </a:lnTo>
                  <a:lnTo>
                    <a:pt x="6326870" y="0"/>
                  </a:lnTo>
                  <a:lnTo>
                    <a:pt x="6324677" y="0"/>
                  </a:lnTo>
                  <a:lnTo>
                    <a:pt x="6322483" y="0"/>
                  </a:lnTo>
                  <a:lnTo>
                    <a:pt x="6320289" y="0"/>
                  </a:lnTo>
                  <a:lnTo>
                    <a:pt x="6318095" y="0"/>
                  </a:lnTo>
                  <a:lnTo>
                    <a:pt x="6315902" y="0"/>
                  </a:lnTo>
                  <a:lnTo>
                    <a:pt x="6313708" y="0"/>
                  </a:lnTo>
                  <a:lnTo>
                    <a:pt x="6311514" y="0"/>
                  </a:lnTo>
                  <a:lnTo>
                    <a:pt x="6309320" y="0"/>
                  </a:lnTo>
                  <a:lnTo>
                    <a:pt x="6307126" y="0"/>
                  </a:lnTo>
                  <a:lnTo>
                    <a:pt x="6304933" y="0"/>
                  </a:lnTo>
                  <a:lnTo>
                    <a:pt x="6302739" y="0"/>
                  </a:lnTo>
                  <a:lnTo>
                    <a:pt x="6300545" y="0"/>
                  </a:lnTo>
                  <a:lnTo>
                    <a:pt x="6298351" y="0"/>
                  </a:lnTo>
                  <a:lnTo>
                    <a:pt x="6296157" y="0"/>
                  </a:lnTo>
                  <a:lnTo>
                    <a:pt x="6293964" y="0"/>
                  </a:lnTo>
                  <a:lnTo>
                    <a:pt x="6291770" y="0"/>
                  </a:lnTo>
                  <a:lnTo>
                    <a:pt x="6289576" y="0"/>
                  </a:lnTo>
                  <a:lnTo>
                    <a:pt x="6287382" y="0"/>
                  </a:lnTo>
                  <a:lnTo>
                    <a:pt x="6285189" y="0"/>
                  </a:lnTo>
                  <a:lnTo>
                    <a:pt x="6282995" y="0"/>
                  </a:lnTo>
                  <a:lnTo>
                    <a:pt x="6280801" y="0"/>
                  </a:lnTo>
                  <a:lnTo>
                    <a:pt x="6278607" y="0"/>
                  </a:lnTo>
                  <a:lnTo>
                    <a:pt x="6276413" y="0"/>
                  </a:lnTo>
                  <a:lnTo>
                    <a:pt x="6274220" y="0"/>
                  </a:lnTo>
                  <a:lnTo>
                    <a:pt x="6272026" y="0"/>
                  </a:lnTo>
                  <a:lnTo>
                    <a:pt x="6269832" y="0"/>
                  </a:lnTo>
                  <a:lnTo>
                    <a:pt x="6267638" y="0"/>
                  </a:lnTo>
                  <a:lnTo>
                    <a:pt x="6265445" y="0"/>
                  </a:lnTo>
                  <a:lnTo>
                    <a:pt x="6263251" y="0"/>
                  </a:lnTo>
                  <a:lnTo>
                    <a:pt x="6261057" y="0"/>
                  </a:lnTo>
                  <a:lnTo>
                    <a:pt x="6258863" y="0"/>
                  </a:lnTo>
                  <a:lnTo>
                    <a:pt x="6256669" y="0"/>
                  </a:lnTo>
                  <a:lnTo>
                    <a:pt x="6254476" y="0"/>
                  </a:lnTo>
                  <a:lnTo>
                    <a:pt x="6252282" y="0"/>
                  </a:lnTo>
                  <a:lnTo>
                    <a:pt x="6250088" y="0"/>
                  </a:lnTo>
                  <a:lnTo>
                    <a:pt x="6247894" y="0"/>
                  </a:lnTo>
                  <a:lnTo>
                    <a:pt x="6245700" y="0"/>
                  </a:lnTo>
                  <a:lnTo>
                    <a:pt x="6243507" y="0"/>
                  </a:lnTo>
                  <a:lnTo>
                    <a:pt x="6241313" y="0"/>
                  </a:lnTo>
                  <a:lnTo>
                    <a:pt x="6239119" y="0"/>
                  </a:lnTo>
                  <a:lnTo>
                    <a:pt x="6236925" y="0"/>
                  </a:lnTo>
                  <a:lnTo>
                    <a:pt x="6234732" y="0"/>
                  </a:lnTo>
                  <a:lnTo>
                    <a:pt x="6232538" y="0"/>
                  </a:lnTo>
                  <a:lnTo>
                    <a:pt x="6230344" y="0"/>
                  </a:lnTo>
                  <a:lnTo>
                    <a:pt x="6228150" y="0"/>
                  </a:lnTo>
                  <a:lnTo>
                    <a:pt x="6225956" y="0"/>
                  </a:lnTo>
                  <a:lnTo>
                    <a:pt x="6223763" y="0"/>
                  </a:lnTo>
                  <a:lnTo>
                    <a:pt x="6221569" y="0"/>
                  </a:lnTo>
                  <a:lnTo>
                    <a:pt x="6219375" y="0"/>
                  </a:lnTo>
                  <a:lnTo>
                    <a:pt x="6217181" y="0"/>
                  </a:lnTo>
                  <a:lnTo>
                    <a:pt x="6214988" y="0"/>
                  </a:lnTo>
                  <a:lnTo>
                    <a:pt x="6212794" y="0"/>
                  </a:lnTo>
                  <a:lnTo>
                    <a:pt x="6210600" y="0"/>
                  </a:lnTo>
                  <a:lnTo>
                    <a:pt x="6208406" y="0"/>
                  </a:lnTo>
                  <a:lnTo>
                    <a:pt x="6206212" y="0"/>
                  </a:lnTo>
                  <a:lnTo>
                    <a:pt x="6204019" y="0"/>
                  </a:lnTo>
                  <a:lnTo>
                    <a:pt x="6201825" y="0"/>
                  </a:lnTo>
                  <a:lnTo>
                    <a:pt x="6199631" y="0"/>
                  </a:lnTo>
                  <a:lnTo>
                    <a:pt x="6197437" y="0"/>
                  </a:lnTo>
                  <a:lnTo>
                    <a:pt x="6195243" y="0"/>
                  </a:lnTo>
                  <a:lnTo>
                    <a:pt x="6193050" y="0"/>
                  </a:lnTo>
                  <a:lnTo>
                    <a:pt x="6190856" y="0"/>
                  </a:lnTo>
                  <a:lnTo>
                    <a:pt x="6188662" y="0"/>
                  </a:lnTo>
                  <a:lnTo>
                    <a:pt x="6186468" y="0"/>
                  </a:lnTo>
                  <a:lnTo>
                    <a:pt x="6184275" y="0"/>
                  </a:lnTo>
                  <a:lnTo>
                    <a:pt x="6182081" y="0"/>
                  </a:lnTo>
                  <a:lnTo>
                    <a:pt x="6179887" y="0"/>
                  </a:lnTo>
                  <a:lnTo>
                    <a:pt x="6177693" y="0"/>
                  </a:lnTo>
                  <a:lnTo>
                    <a:pt x="6175499" y="0"/>
                  </a:lnTo>
                  <a:lnTo>
                    <a:pt x="6173306" y="0"/>
                  </a:lnTo>
                  <a:lnTo>
                    <a:pt x="6171112" y="0"/>
                  </a:lnTo>
                  <a:lnTo>
                    <a:pt x="6168918" y="0"/>
                  </a:lnTo>
                  <a:lnTo>
                    <a:pt x="6166724" y="0"/>
                  </a:lnTo>
                  <a:lnTo>
                    <a:pt x="6164530" y="0"/>
                  </a:lnTo>
                  <a:lnTo>
                    <a:pt x="6162337" y="0"/>
                  </a:lnTo>
                  <a:lnTo>
                    <a:pt x="6160143" y="0"/>
                  </a:lnTo>
                  <a:lnTo>
                    <a:pt x="6157949" y="0"/>
                  </a:lnTo>
                  <a:lnTo>
                    <a:pt x="6155755" y="0"/>
                  </a:lnTo>
                  <a:lnTo>
                    <a:pt x="6153562" y="0"/>
                  </a:lnTo>
                  <a:lnTo>
                    <a:pt x="6151368" y="0"/>
                  </a:lnTo>
                  <a:lnTo>
                    <a:pt x="6149174" y="0"/>
                  </a:lnTo>
                  <a:lnTo>
                    <a:pt x="6146980" y="0"/>
                  </a:lnTo>
                  <a:lnTo>
                    <a:pt x="6144786" y="0"/>
                  </a:lnTo>
                  <a:lnTo>
                    <a:pt x="6142593" y="0"/>
                  </a:lnTo>
                  <a:lnTo>
                    <a:pt x="6140399" y="0"/>
                  </a:lnTo>
                  <a:lnTo>
                    <a:pt x="6138205" y="0"/>
                  </a:lnTo>
                  <a:lnTo>
                    <a:pt x="6136011" y="0"/>
                  </a:lnTo>
                  <a:lnTo>
                    <a:pt x="6133818" y="0"/>
                  </a:lnTo>
                  <a:lnTo>
                    <a:pt x="6131624" y="0"/>
                  </a:lnTo>
                  <a:lnTo>
                    <a:pt x="6129430" y="0"/>
                  </a:lnTo>
                  <a:lnTo>
                    <a:pt x="6127236" y="0"/>
                  </a:lnTo>
                  <a:lnTo>
                    <a:pt x="6125042" y="0"/>
                  </a:lnTo>
                  <a:lnTo>
                    <a:pt x="6122849" y="0"/>
                  </a:lnTo>
                  <a:lnTo>
                    <a:pt x="6120655" y="0"/>
                  </a:lnTo>
                  <a:lnTo>
                    <a:pt x="6118461" y="0"/>
                  </a:lnTo>
                  <a:lnTo>
                    <a:pt x="6116267" y="0"/>
                  </a:lnTo>
                  <a:lnTo>
                    <a:pt x="6114073" y="0"/>
                  </a:lnTo>
                  <a:lnTo>
                    <a:pt x="6111880" y="0"/>
                  </a:lnTo>
                  <a:lnTo>
                    <a:pt x="6109686" y="0"/>
                  </a:lnTo>
                  <a:lnTo>
                    <a:pt x="6107492" y="0"/>
                  </a:lnTo>
                  <a:lnTo>
                    <a:pt x="6105298" y="0"/>
                  </a:lnTo>
                  <a:lnTo>
                    <a:pt x="6103105" y="0"/>
                  </a:lnTo>
                  <a:lnTo>
                    <a:pt x="6100911" y="0"/>
                  </a:lnTo>
                  <a:lnTo>
                    <a:pt x="6098717" y="0"/>
                  </a:lnTo>
                  <a:lnTo>
                    <a:pt x="6096523" y="0"/>
                  </a:lnTo>
                  <a:lnTo>
                    <a:pt x="6094329" y="0"/>
                  </a:lnTo>
                  <a:lnTo>
                    <a:pt x="6092136" y="0"/>
                  </a:lnTo>
                  <a:lnTo>
                    <a:pt x="6089942" y="0"/>
                  </a:lnTo>
                  <a:lnTo>
                    <a:pt x="6087748" y="0"/>
                  </a:lnTo>
                  <a:lnTo>
                    <a:pt x="6085554" y="0"/>
                  </a:lnTo>
                  <a:lnTo>
                    <a:pt x="6083361" y="0"/>
                  </a:lnTo>
                  <a:lnTo>
                    <a:pt x="6081167" y="0"/>
                  </a:lnTo>
                  <a:lnTo>
                    <a:pt x="6078973" y="0"/>
                  </a:lnTo>
                  <a:lnTo>
                    <a:pt x="6076779" y="0"/>
                  </a:lnTo>
                  <a:lnTo>
                    <a:pt x="6074585" y="0"/>
                  </a:lnTo>
                  <a:lnTo>
                    <a:pt x="6072392" y="0"/>
                  </a:lnTo>
                  <a:lnTo>
                    <a:pt x="6070198" y="0"/>
                  </a:lnTo>
                  <a:lnTo>
                    <a:pt x="6068004" y="0"/>
                  </a:lnTo>
                  <a:lnTo>
                    <a:pt x="6065810" y="0"/>
                  </a:lnTo>
                  <a:lnTo>
                    <a:pt x="6063616" y="0"/>
                  </a:lnTo>
                  <a:lnTo>
                    <a:pt x="6061423" y="0"/>
                  </a:lnTo>
                  <a:lnTo>
                    <a:pt x="6059229" y="0"/>
                  </a:lnTo>
                  <a:lnTo>
                    <a:pt x="6057035" y="0"/>
                  </a:lnTo>
                  <a:lnTo>
                    <a:pt x="6054841" y="0"/>
                  </a:lnTo>
                  <a:lnTo>
                    <a:pt x="6052648" y="0"/>
                  </a:lnTo>
                  <a:lnTo>
                    <a:pt x="6050454" y="0"/>
                  </a:lnTo>
                  <a:lnTo>
                    <a:pt x="6048260" y="0"/>
                  </a:lnTo>
                  <a:lnTo>
                    <a:pt x="6046066" y="0"/>
                  </a:lnTo>
                  <a:lnTo>
                    <a:pt x="6043872" y="0"/>
                  </a:lnTo>
                  <a:lnTo>
                    <a:pt x="6041679" y="0"/>
                  </a:lnTo>
                  <a:lnTo>
                    <a:pt x="6039485" y="0"/>
                  </a:lnTo>
                  <a:lnTo>
                    <a:pt x="6037291" y="0"/>
                  </a:lnTo>
                  <a:lnTo>
                    <a:pt x="6035097" y="0"/>
                  </a:lnTo>
                  <a:lnTo>
                    <a:pt x="6032903" y="0"/>
                  </a:lnTo>
                  <a:lnTo>
                    <a:pt x="6030710" y="0"/>
                  </a:lnTo>
                  <a:lnTo>
                    <a:pt x="6028516" y="0"/>
                  </a:lnTo>
                  <a:lnTo>
                    <a:pt x="6026322" y="0"/>
                  </a:lnTo>
                  <a:lnTo>
                    <a:pt x="6024128" y="0"/>
                  </a:lnTo>
                  <a:lnTo>
                    <a:pt x="6021935" y="0"/>
                  </a:lnTo>
                  <a:lnTo>
                    <a:pt x="6019741" y="0"/>
                  </a:lnTo>
                  <a:lnTo>
                    <a:pt x="6017547" y="0"/>
                  </a:lnTo>
                  <a:lnTo>
                    <a:pt x="6015353" y="0"/>
                  </a:lnTo>
                  <a:lnTo>
                    <a:pt x="6013159" y="0"/>
                  </a:lnTo>
                  <a:lnTo>
                    <a:pt x="6010966" y="0"/>
                  </a:lnTo>
                  <a:lnTo>
                    <a:pt x="6008772" y="0"/>
                  </a:lnTo>
                  <a:lnTo>
                    <a:pt x="6006578" y="0"/>
                  </a:lnTo>
                  <a:lnTo>
                    <a:pt x="6004384" y="0"/>
                  </a:lnTo>
                  <a:lnTo>
                    <a:pt x="6002191" y="0"/>
                  </a:lnTo>
                  <a:lnTo>
                    <a:pt x="5999997" y="0"/>
                  </a:lnTo>
                  <a:lnTo>
                    <a:pt x="5997803" y="0"/>
                  </a:lnTo>
                  <a:lnTo>
                    <a:pt x="5995609" y="0"/>
                  </a:lnTo>
                  <a:lnTo>
                    <a:pt x="5993415" y="0"/>
                  </a:lnTo>
                  <a:lnTo>
                    <a:pt x="5991222" y="0"/>
                  </a:lnTo>
                  <a:lnTo>
                    <a:pt x="5989028" y="0"/>
                  </a:lnTo>
                  <a:lnTo>
                    <a:pt x="5986834" y="0"/>
                  </a:lnTo>
                  <a:lnTo>
                    <a:pt x="5984640" y="0"/>
                  </a:lnTo>
                  <a:lnTo>
                    <a:pt x="5982446" y="0"/>
                  </a:lnTo>
                  <a:lnTo>
                    <a:pt x="5980253" y="0"/>
                  </a:lnTo>
                  <a:lnTo>
                    <a:pt x="5978059" y="0"/>
                  </a:lnTo>
                  <a:lnTo>
                    <a:pt x="5975865" y="0"/>
                  </a:lnTo>
                  <a:lnTo>
                    <a:pt x="5973671" y="0"/>
                  </a:lnTo>
                  <a:lnTo>
                    <a:pt x="5971478" y="0"/>
                  </a:lnTo>
                  <a:lnTo>
                    <a:pt x="5969284" y="0"/>
                  </a:lnTo>
                  <a:lnTo>
                    <a:pt x="5967090" y="0"/>
                  </a:lnTo>
                  <a:lnTo>
                    <a:pt x="5964896" y="0"/>
                  </a:lnTo>
                  <a:lnTo>
                    <a:pt x="5962702" y="0"/>
                  </a:lnTo>
                  <a:lnTo>
                    <a:pt x="5960509" y="0"/>
                  </a:lnTo>
                  <a:lnTo>
                    <a:pt x="5958315" y="0"/>
                  </a:lnTo>
                  <a:lnTo>
                    <a:pt x="5956121" y="0"/>
                  </a:lnTo>
                  <a:lnTo>
                    <a:pt x="5953927" y="0"/>
                  </a:lnTo>
                  <a:lnTo>
                    <a:pt x="5951734" y="0"/>
                  </a:lnTo>
                  <a:lnTo>
                    <a:pt x="5949540" y="0"/>
                  </a:lnTo>
                  <a:lnTo>
                    <a:pt x="5947346" y="0"/>
                  </a:lnTo>
                  <a:lnTo>
                    <a:pt x="5945152" y="0"/>
                  </a:lnTo>
                  <a:lnTo>
                    <a:pt x="5942958" y="0"/>
                  </a:lnTo>
                  <a:lnTo>
                    <a:pt x="5940765" y="0"/>
                  </a:lnTo>
                  <a:lnTo>
                    <a:pt x="5938571" y="0"/>
                  </a:lnTo>
                  <a:lnTo>
                    <a:pt x="5936377" y="0"/>
                  </a:lnTo>
                  <a:lnTo>
                    <a:pt x="5934183" y="0"/>
                  </a:lnTo>
                  <a:lnTo>
                    <a:pt x="5931989" y="0"/>
                  </a:lnTo>
                  <a:lnTo>
                    <a:pt x="5929796" y="0"/>
                  </a:lnTo>
                  <a:lnTo>
                    <a:pt x="5927602" y="0"/>
                  </a:lnTo>
                  <a:lnTo>
                    <a:pt x="5925408" y="0"/>
                  </a:lnTo>
                  <a:lnTo>
                    <a:pt x="5923214" y="0"/>
                  </a:lnTo>
                  <a:lnTo>
                    <a:pt x="5921021" y="0"/>
                  </a:lnTo>
                  <a:lnTo>
                    <a:pt x="5918827" y="0"/>
                  </a:lnTo>
                  <a:lnTo>
                    <a:pt x="5916633" y="0"/>
                  </a:lnTo>
                  <a:lnTo>
                    <a:pt x="5914439" y="0"/>
                  </a:lnTo>
                  <a:lnTo>
                    <a:pt x="5912245" y="0"/>
                  </a:lnTo>
                  <a:lnTo>
                    <a:pt x="5910052" y="0"/>
                  </a:lnTo>
                  <a:lnTo>
                    <a:pt x="5907858" y="0"/>
                  </a:lnTo>
                  <a:lnTo>
                    <a:pt x="5905664" y="0"/>
                  </a:lnTo>
                  <a:lnTo>
                    <a:pt x="5903470" y="0"/>
                  </a:lnTo>
                  <a:lnTo>
                    <a:pt x="5901276" y="0"/>
                  </a:lnTo>
                  <a:lnTo>
                    <a:pt x="5899083" y="0"/>
                  </a:lnTo>
                  <a:lnTo>
                    <a:pt x="5896889" y="0"/>
                  </a:lnTo>
                  <a:lnTo>
                    <a:pt x="5894695" y="0"/>
                  </a:lnTo>
                  <a:lnTo>
                    <a:pt x="5892501" y="0"/>
                  </a:lnTo>
                  <a:lnTo>
                    <a:pt x="5890308" y="0"/>
                  </a:lnTo>
                  <a:lnTo>
                    <a:pt x="5888114" y="0"/>
                  </a:lnTo>
                  <a:lnTo>
                    <a:pt x="5885920" y="0"/>
                  </a:lnTo>
                  <a:lnTo>
                    <a:pt x="5883726" y="0"/>
                  </a:lnTo>
                  <a:lnTo>
                    <a:pt x="5881532" y="0"/>
                  </a:lnTo>
                  <a:lnTo>
                    <a:pt x="5879339" y="0"/>
                  </a:lnTo>
                  <a:lnTo>
                    <a:pt x="5877145" y="0"/>
                  </a:lnTo>
                  <a:lnTo>
                    <a:pt x="5874951" y="0"/>
                  </a:lnTo>
                  <a:lnTo>
                    <a:pt x="5872757" y="0"/>
                  </a:lnTo>
                  <a:lnTo>
                    <a:pt x="5870564" y="0"/>
                  </a:lnTo>
                  <a:lnTo>
                    <a:pt x="5868370" y="0"/>
                  </a:lnTo>
                  <a:lnTo>
                    <a:pt x="5866176" y="0"/>
                  </a:lnTo>
                  <a:lnTo>
                    <a:pt x="5863982" y="0"/>
                  </a:lnTo>
                  <a:lnTo>
                    <a:pt x="5861788" y="0"/>
                  </a:lnTo>
                  <a:lnTo>
                    <a:pt x="5859595" y="0"/>
                  </a:lnTo>
                  <a:lnTo>
                    <a:pt x="5857401" y="0"/>
                  </a:lnTo>
                  <a:lnTo>
                    <a:pt x="5855207" y="0"/>
                  </a:lnTo>
                  <a:lnTo>
                    <a:pt x="5853013" y="0"/>
                  </a:lnTo>
                  <a:lnTo>
                    <a:pt x="5850819" y="0"/>
                  </a:lnTo>
                  <a:lnTo>
                    <a:pt x="5848626" y="0"/>
                  </a:lnTo>
                  <a:lnTo>
                    <a:pt x="5846432" y="0"/>
                  </a:lnTo>
                  <a:lnTo>
                    <a:pt x="5844238" y="0"/>
                  </a:lnTo>
                  <a:lnTo>
                    <a:pt x="5842044" y="0"/>
                  </a:lnTo>
                  <a:lnTo>
                    <a:pt x="5839851" y="0"/>
                  </a:lnTo>
                  <a:lnTo>
                    <a:pt x="5837657" y="0"/>
                  </a:lnTo>
                  <a:lnTo>
                    <a:pt x="5835463" y="0"/>
                  </a:lnTo>
                  <a:lnTo>
                    <a:pt x="5833269" y="0"/>
                  </a:lnTo>
                  <a:lnTo>
                    <a:pt x="5831075" y="0"/>
                  </a:lnTo>
                  <a:lnTo>
                    <a:pt x="5828882" y="0"/>
                  </a:lnTo>
                  <a:lnTo>
                    <a:pt x="5826688" y="0"/>
                  </a:lnTo>
                  <a:lnTo>
                    <a:pt x="5824494" y="0"/>
                  </a:lnTo>
                  <a:lnTo>
                    <a:pt x="5822300" y="0"/>
                  </a:lnTo>
                  <a:lnTo>
                    <a:pt x="5820107" y="0"/>
                  </a:lnTo>
                  <a:lnTo>
                    <a:pt x="5817913" y="0"/>
                  </a:lnTo>
                  <a:lnTo>
                    <a:pt x="5815719" y="0"/>
                  </a:lnTo>
                  <a:lnTo>
                    <a:pt x="5813525" y="0"/>
                  </a:lnTo>
                  <a:lnTo>
                    <a:pt x="5811331" y="0"/>
                  </a:lnTo>
                  <a:lnTo>
                    <a:pt x="5809138" y="0"/>
                  </a:lnTo>
                  <a:lnTo>
                    <a:pt x="5806944" y="0"/>
                  </a:lnTo>
                  <a:lnTo>
                    <a:pt x="5804750" y="0"/>
                  </a:lnTo>
                  <a:lnTo>
                    <a:pt x="5802556" y="0"/>
                  </a:lnTo>
                  <a:lnTo>
                    <a:pt x="5800362" y="0"/>
                  </a:lnTo>
                  <a:lnTo>
                    <a:pt x="5798169" y="0"/>
                  </a:lnTo>
                  <a:lnTo>
                    <a:pt x="5795975" y="0"/>
                  </a:lnTo>
                  <a:lnTo>
                    <a:pt x="5793781" y="0"/>
                  </a:lnTo>
                  <a:lnTo>
                    <a:pt x="5791587" y="0"/>
                  </a:lnTo>
                  <a:lnTo>
                    <a:pt x="5789394" y="0"/>
                  </a:lnTo>
                  <a:lnTo>
                    <a:pt x="5787200" y="0"/>
                  </a:lnTo>
                  <a:lnTo>
                    <a:pt x="5785006" y="0"/>
                  </a:lnTo>
                  <a:lnTo>
                    <a:pt x="5782812" y="0"/>
                  </a:lnTo>
                  <a:lnTo>
                    <a:pt x="5780618" y="0"/>
                  </a:lnTo>
                  <a:lnTo>
                    <a:pt x="5778425" y="0"/>
                  </a:lnTo>
                  <a:lnTo>
                    <a:pt x="5776231" y="0"/>
                  </a:lnTo>
                  <a:lnTo>
                    <a:pt x="5774037" y="0"/>
                  </a:lnTo>
                  <a:lnTo>
                    <a:pt x="5771843" y="0"/>
                  </a:lnTo>
                  <a:lnTo>
                    <a:pt x="5769650" y="0"/>
                  </a:lnTo>
                  <a:lnTo>
                    <a:pt x="5767456" y="0"/>
                  </a:lnTo>
                  <a:lnTo>
                    <a:pt x="5765262" y="0"/>
                  </a:lnTo>
                  <a:lnTo>
                    <a:pt x="5763068" y="0"/>
                  </a:lnTo>
                  <a:lnTo>
                    <a:pt x="5760874" y="0"/>
                  </a:lnTo>
                  <a:lnTo>
                    <a:pt x="5758681" y="0"/>
                  </a:lnTo>
                  <a:lnTo>
                    <a:pt x="5756487" y="0"/>
                  </a:lnTo>
                  <a:lnTo>
                    <a:pt x="5754293" y="0"/>
                  </a:lnTo>
                  <a:lnTo>
                    <a:pt x="5752099" y="0"/>
                  </a:lnTo>
                  <a:lnTo>
                    <a:pt x="5749905" y="0"/>
                  </a:lnTo>
                  <a:lnTo>
                    <a:pt x="5747712" y="0"/>
                  </a:lnTo>
                  <a:lnTo>
                    <a:pt x="5745518" y="0"/>
                  </a:lnTo>
                  <a:lnTo>
                    <a:pt x="5743324" y="0"/>
                  </a:lnTo>
                  <a:lnTo>
                    <a:pt x="5741130" y="0"/>
                  </a:lnTo>
                  <a:lnTo>
                    <a:pt x="5738937" y="0"/>
                  </a:lnTo>
                  <a:lnTo>
                    <a:pt x="5736743" y="0"/>
                  </a:lnTo>
                  <a:lnTo>
                    <a:pt x="5734549" y="0"/>
                  </a:lnTo>
                  <a:lnTo>
                    <a:pt x="5732355" y="0"/>
                  </a:lnTo>
                  <a:lnTo>
                    <a:pt x="5730161" y="0"/>
                  </a:lnTo>
                  <a:lnTo>
                    <a:pt x="5727968" y="0"/>
                  </a:lnTo>
                  <a:lnTo>
                    <a:pt x="5725774" y="0"/>
                  </a:lnTo>
                  <a:lnTo>
                    <a:pt x="5723580" y="0"/>
                  </a:lnTo>
                  <a:lnTo>
                    <a:pt x="5721386" y="0"/>
                  </a:lnTo>
                  <a:lnTo>
                    <a:pt x="5719192" y="0"/>
                  </a:lnTo>
                  <a:lnTo>
                    <a:pt x="5716999" y="0"/>
                  </a:lnTo>
                  <a:lnTo>
                    <a:pt x="5714805" y="0"/>
                  </a:lnTo>
                  <a:lnTo>
                    <a:pt x="5712611" y="0"/>
                  </a:lnTo>
                  <a:lnTo>
                    <a:pt x="5710417" y="0"/>
                  </a:lnTo>
                  <a:lnTo>
                    <a:pt x="5708224" y="0"/>
                  </a:lnTo>
                  <a:lnTo>
                    <a:pt x="5706030" y="0"/>
                  </a:lnTo>
                  <a:lnTo>
                    <a:pt x="5703836" y="0"/>
                  </a:lnTo>
                  <a:lnTo>
                    <a:pt x="5701642" y="0"/>
                  </a:lnTo>
                  <a:lnTo>
                    <a:pt x="5699448" y="0"/>
                  </a:lnTo>
                  <a:lnTo>
                    <a:pt x="5697255" y="0"/>
                  </a:lnTo>
                  <a:lnTo>
                    <a:pt x="5695061" y="0"/>
                  </a:lnTo>
                  <a:lnTo>
                    <a:pt x="5692867" y="0"/>
                  </a:lnTo>
                  <a:lnTo>
                    <a:pt x="5690673" y="0"/>
                  </a:lnTo>
                  <a:lnTo>
                    <a:pt x="5688480" y="0"/>
                  </a:lnTo>
                  <a:lnTo>
                    <a:pt x="5686286" y="0"/>
                  </a:lnTo>
                  <a:lnTo>
                    <a:pt x="5684092" y="0"/>
                  </a:lnTo>
                  <a:lnTo>
                    <a:pt x="5681898" y="0"/>
                  </a:lnTo>
                  <a:lnTo>
                    <a:pt x="5679704" y="0"/>
                  </a:lnTo>
                  <a:lnTo>
                    <a:pt x="5677511" y="0"/>
                  </a:lnTo>
                  <a:lnTo>
                    <a:pt x="5675317" y="0"/>
                  </a:lnTo>
                  <a:lnTo>
                    <a:pt x="5673123" y="0"/>
                  </a:lnTo>
                  <a:lnTo>
                    <a:pt x="5670929" y="0"/>
                  </a:lnTo>
                  <a:lnTo>
                    <a:pt x="5668735" y="0"/>
                  </a:lnTo>
                  <a:lnTo>
                    <a:pt x="5666542" y="0"/>
                  </a:lnTo>
                  <a:lnTo>
                    <a:pt x="5664348" y="0"/>
                  </a:lnTo>
                  <a:lnTo>
                    <a:pt x="5662154" y="0"/>
                  </a:lnTo>
                  <a:lnTo>
                    <a:pt x="5659960" y="0"/>
                  </a:lnTo>
                  <a:lnTo>
                    <a:pt x="5657767" y="0"/>
                  </a:lnTo>
                  <a:lnTo>
                    <a:pt x="5655573" y="0"/>
                  </a:lnTo>
                  <a:lnTo>
                    <a:pt x="5653379" y="0"/>
                  </a:lnTo>
                  <a:lnTo>
                    <a:pt x="5651185" y="0"/>
                  </a:lnTo>
                  <a:lnTo>
                    <a:pt x="5648991" y="0"/>
                  </a:lnTo>
                  <a:lnTo>
                    <a:pt x="5646798" y="0"/>
                  </a:lnTo>
                  <a:lnTo>
                    <a:pt x="5644604" y="0"/>
                  </a:lnTo>
                  <a:lnTo>
                    <a:pt x="5642410" y="0"/>
                  </a:lnTo>
                  <a:lnTo>
                    <a:pt x="5640216" y="0"/>
                  </a:lnTo>
                  <a:lnTo>
                    <a:pt x="5638023" y="0"/>
                  </a:lnTo>
                  <a:lnTo>
                    <a:pt x="5635829" y="0"/>
                  </a:lnTo>
                  <a:lnTo>
                    <a:pt x="5633635" y="0"/>
                  </a:lnTo>
                  <a:lnTo>
                    <a:pt x="5631441" y="0"/>
                  </a:lnTo>
                  <a:lnTo>
                    <a:pt x="5629247" y="0"/>
                  </a:lnTo>
                  <a:lnTo>
                    <a:pt x="5627054" y="0"/>
                  </a:lnTo>
                  <a:lnTo>
                    <a:pt x="5624860" y="0"/>
                  </a:lnTo>
                  <a:lnTo>
                    <a:pt x="5622666" y="0"/>
                  </a:lnTo>
                  <a:lnTo>
                    <a:pt x="5620472" y="0"/>
                  </a:lnTo>
                  <a:lnTo>
                    <a:pt x="5618278" y="0"/>
                  </a:lnTo>
                  <a:lnTo>
                    <a:pt x="5616085" y="0"/>
                  </a:lnTo>
                  <a:lnTo>
                    <a:pt x="5613891" y="0"/>
                  </a:lnTo>
                  <a:lnTo>
                    <a:pt x="5611697" y="0"/>
                  </a:lnTo>
                  <a:lnTo>
                    <a:pt x="5609503" y="0"/>
                  </a:lnTo>
                  <a:lnTo>
                    <a:pt x="5607310" y="0"/>
                  </a:lnTo>
                  <a:lnTo>
                    <a:pt x="5605116" y="0"/>
                  </a:lnTo>
                  <a:lnTo>
                    <a:pt x="5602922" y="0"/>
                  </a:lnTo>
                  <a:lnTo>
                    <a:pt x="5600728" y="0"/>
                  </a:lnTo>
                  <a:lnTo>
                    <a:pt x="5598534" y="0"/>
                  </a:lnTo>
                  <a:lnTo>
                    <a:pt x="5596341" y="0"/>
                  </a:lnTo>
                  <a:lnTo>
                    <a:pt x="5594147" y="0"/>
                  </a:lnTo>
                  <a:lnTo>
                    <a:pt x="5591953" y="0"/>
                  </a:lnTo>
                  <a:lnTo>
                    <a:pt x="5589759" y="0"/>
                  </a:lnTo>
                  <a:lnTo>
                    <a:pt x="5587565" y="0"/>
                  </a:lnTo>
                  <a:lnTo>
                    <a:pt x="5585372" y="0"/>
                  </a:lnTo>
                  <a:lnTo>
                    <a:pt x="5583178" y="0"/>
                  </a:lnTo>
                  <a:lnTo>
                    <a:pt x="5580984" y="0"/>
                  </a:lnTo>
                  <a:lnTo>
                    <a:pt x="5578790" y="0"/>
                  </a:lnTo>
                  <a:lnTo>
                    <a:pt x="5576597" y="0"/>
                  </a:lnTo>
                  <a:lnTo>
                    <a:pt x="5574403" y="0"/>
                  </a:lnTo>
                  <a:lnTo>
                    <a:pt x="5572209" y="0"/>
                  </a:lnTo>
                  <a:lnTo>
                    <a:pt x="5570015" y="0"/>
                  </a:lnTo>
                  <a:lnTo>
                    <a:pt x="5567821" y="0"/>
                  </a:lnTo>
                  <a:lnTo>
                    <a:pt x="5565628" y="0"/>
                  </a:lnTo>
                  <a:lnTo>
                    <a:pt x="5563434" y="0"/>
                  </a:lnTo>
                  <a:lnTo>
                    <a:pt x="5561240" y="0"/>
                  </a:lnTo>
                  <a:lnTo>
                    <a:pt x="5559046" y="0"/>
                  </a:lnTo>
                  <a:lnTo>
                    <a:pt x="5556853" y="0"/>
                  </a:lnTo>
                  <a:lnTo>
                    <a:pt x="5554659" y="0"/>
                  </a:lnTo>
                  <a:lnTo>
                    <a:pt x="5552465" y="0"/>
                  </a:lnTo>
                  <a:lnTo>
                    <a:pt x="5550271" y="0"/>
                  </a:lnTo>
                  <a:lnTo>
                    <a:pt x="5548077" y="0"/>
                  </a:lnTo>
                  <a:lnTo>
                    <a:pt x="5545884" y="0"/>
                  </a:lnTo>
                  <a:lnTo>
                    <a:pt x="5543690" y="0"/>
                  </a:lnTo>
                  <a:lnTo>
                    <a:pt x="5541496" y="0"/>
                  </a:lnTo>
                  <a:lnTo>
                    <a:pt x="5539302" y="0"/>
                  </a:lnTo>
                  <a:lnTo>
                    <a:pt x="5537108" y="0"/>
                  </a:lnTo>
                  <a:lnTo>
                    <a:pt x="5534915" y="0"/>
                  </a:lnTo>
                  <a:lnTo>
                    <a:pt x="5532721" y="0"/>
                  </a:lnTo>
                  <a:lnTo>
                    <a:pt x="5530527" y="0"/>
                  </a:lnTo>
                  <a:lnTo>
                    <a:pt x="5528333" y="0"/>
                  </a:lnTo>
                  <a:lnTo>
                    <a:pt x="5526140" y="0"/>
                  </a:lnTo>
                  <a:lnTo>
                    <a:pt x="5523946" y="0"/>
                  </a:lnTo>
                  <a:lnTo>
                    <a:pt x="5521752" y="0"/>
                  </a:lnTo>
                  <a:lnTo>
                    <a:pt x="5519558" y="0"/>
                  </a:lnTo>
                  <a:lnTo>
                    <a:pt x="5517364" y="0"/>
                  </a:lnTo>
                  <a:lnTo>
                    <a:pt x="5515171" y="0"/>
                  </a:lnTo>
                  <a:lnTo>
                    <a:pt x="5512977" y="0"/>
                  </a:lnTo>
                  <a:lnTo>
                    <a:pt x="5510783" y="0"/>
                  </a:lnTo>
                  <a:lnTo>
                    <a:pt x="5508589" y="0"/>
                  </a:lnTo>
                  <a:lnTo>
                    <a:pt x="5506396" y="0"/>
                  </a:lnTo>
                  <a:lnTo>
                    <a:pt x="5504202" y="0"/>
                  </a:lnTo>
                  <a:lnTo>
                    <a:pt x="5502008" y="0"/>
                  </a:lnTo>
                  <a:lnTo>
                    <a:pt x="5499814" y="0"/>
                  </a:lnTo>
                  <a:lnTo>
                    <a:pt x="5497620" y="0"/>
                  </a:lnTo>
                  <a:lnTo>
                    <a:pt x="5495427" y="0"/>
                  </a:lnTo>
                  <a:lnTo>
                    <a:pt x="5493233" y="0"/>
                  </a:lnTo>
                  <a:lnTo>
                    <a:pt x="5491039" y="0"/>
                  </a:lnTo>
                  <a:lnTo>
                    <a:pt x="5488845" y="0"/>
                  </a:lnTo>
                  <a:lnTo>
                    <a:pt x="5486651" y="0"/>
                  </a:lnTo>
                  <a:lnTo>
                    <a:pt x="5484458" y="0"/>
                  </a:lnTo>
                  <a:lnTo>
                    <a:pt x="5482264" y="0"/>
                  </a:lnTo>
                  <a:lnTo>
                    <a:pt x="5480070" y="0"/>
                  </a:lnTo>
                  <a:lnTo>
                    <a:pt x="5477876" y="0"/>
                  </a:lnTo>
                  <a:lnTo>
                    <a:pt x="5475683" y="0"/>
                  </a:lnTo>
                  <a:lnTo>
                    <a:pt x="5473489" y="0"/>
                  </a:lnTo>
                  <a:lnTo>
                    <a:pt x="5471295" y="0"/>
                  </a:lnTo>
                  <a:lnTo>
                    <a:pt x="5469101" y="0"/>
                  </a:lnTo>
                  <a:lnTo>
                    <a:pt x="5466907" y="0"/>
                  </a:lnTo>
                  <a:lnTo>
                    <a:pt x="5464714" y="0"/>
                  </a:lnTo>
                  <a:lnTo>
                    <a:pt x="5462520" y="0"/>
                  </a:lnTo>
                  <a:lnTo>
                    <a:pt x="5460326" y="0"/>
                  </a:lnTo>
                  <a:lnTo>
                    <a:pt x="5458132" y="0"/>
                  </a:lnTo>
                  <a:lnTo>
                    <a:pt x="5455938" y="0"/>
                  </a:lnTo>
                  <a:lnTo>
                    <a:pt x="5453745" y="0"/>
                  </a:lnTo>
                  <a:lnTo>
                    <a:pt x="5451551" y="0"/>
                  </a:lnTo>
                  <a:lnTo>
                    <a:pt x="5449357" y="0"/>
                  </a:lnTo>
                  <a:lnTo>
                    <a:pt x="5447163" y="0"/>
                  </a:lnTo>
                  <a:lnTo>
                    <a:pt x="5444970" y="0"/>
                  </a:lnTo>
                  <a:lnTo>
                    <a:pt x="5442776" y="0"/>
                  </a:lnTo>
                  <a:lnTo>
                    <a:pt x="5440582" y="0"/>
                  </a:lnTo>
                  <a:lnTo>
                    <a:pt x="5438388" y="0"/>
                  </a:lnTo>
                  <a:lnTo>
                    <a:pt x="5436194" y="0"/>
                  </a:lnTo>
                  <a:lnTo>
                    <a:pt x="5434001" y="0"/>
                  </a:lnTo>
                  <a:lnTo>
                    <a:pt x="5431807" y="0"/>
                  </a:lnTo>
                  <a:lnTo>
                    <a:pt x="5429613" y="0"/>
                  </a:lnTo>
                  <a:lnTo>
                    <a:pt x="5427419" y="0"/>
                  </a:lnTo>
                  <a:lnTo>
                    <a:pt x="5425226" y="0"/>
                  </a:lnTo>
                  <a:lnTo>
                    <a:pt x="5423032" y="0"/>
                  </a:lnTo>
                  <a:lnTo>
                    <a:pt x="5420838" y="0"/>
                  </a:lnTo>
                  <a:lnTo>
                    <a:pt x="5418644" y="0"/>
                  </a:lnTo>
                  <a:lnTo>
                    <a:pt x="5416450" y="0"/>
                  </a:lnTo>
                  <a:lnTo>
                    <a:pt x="5414257" y="0"/>
                  </a:lnTo>
                  <a:lnTo>
                    <a:pt x="5412063" y="0"/>
                  </a:lnTo>
                  <a:lnTo>
                    <a:pt x="5409869" y="0"/>
                  </a:lnTo>
                  <a:lnTo>
                    <a:pt x="5407675" y="0"/>
                  </a:lnTo>
                  <a:lnTo>
                    <a:pt x="5405481" y="0"/>
                  </a:lnTo>
                  <a:lnTo>
                    <a:pt x="5403288" y="0"/>
                  </a:lnTo>
                  <a:lnTo>
                    <a:pt x="5401094" y="0"/>
                  </a:lnTo>
                  <a:lnTo>
                    <a:pt x="5398900" y="0"/>
                  </a:lnTo>
                  <a:lnTo>
                    <a:pt x="5396706" y="0"/>
                  </a:lnTo>
                  <a:lnTo>
                    <a:pt x="5394513" y="0"/>
                  </a:lnTo>
                  <a:lnTo>
                    <a:pt x="5392319" y="0"/>
                  </a:lnTo>
                  <a:lnTo>
                    <a:pt x="5390125" y="0"/>
                  </a:lnTo>
                  <a:lnTo>
                    <a:pt x="5387931" y="0"/>
                  </a:lnTo>
                  <a:lnTo>
                    <a:pt x="5385737" y="0"/>
                  </a:lnTo>
                  <a:lnTo>
                    <a:pt x="5383544" y="0"/>
                  </a:lnTo>
                  <a:lnTo>
                    <a:pt x="5381350" y="0"/>
                  </a:lnTo>
                  <a:lnTo>
                    <a:pt x="5379156" y="0"/>
                  </a:lnTo>
                  <a:lnTo>
                    <a:pt x="5376962" y="0"/>
                  </a:lnTo>
                  <a:lnTo>
                    <a:pt x="5374769" y="0"/>
                  </a:lnTo>
                  <a:lnTo>
                    <a:pt x="5372575" y="0"/>
                  </a:lnTo>
                  <a:lnTo>
                    <a:pt x="5370381" y="0"/>
                  </a:lnTo>
                  <a:lnTo>
                    <a:pt x="5368187" y="0"/>
                  </a:lnTo>
                  <a:lnTo>
                    <a:pt x="5365993" y="0"/>
                  </a:lnTo>
                  <a:lnTo>
                    <a:pt x="5363800" y="0"/>
                  </a:lnTo>
                  <a:lnTo>
                    <a:pt x="5361606" y="0"/>
                  </a:lnTo>
                  <a:lnTo>
                    <a:pt x="5359412" y="0"/>
                  </a:lnTo>
                  <a:lnTo>
                    <a:pt x="5357218" y="0"/>
                  </a:lnTo>
                  <a:lnTo>
                    <a:pt x="5355024" y="0"/>
                  </a:lnTo>
                  <a:lnTo>
                    <a:pt x="5352831" y="0"/>
                  </a:lnTo>
                  <a:lnTo>
                    <a:pt x="5350637" y="0"/>
                  </a:lnTo>
                  <a:lnTo>
                    <a:pt x="5348443" y="0"/>
                  </a:lnTo>
                  <a:lnTo>
                    <a:pt x="5346249" y="0"/>
                  </a:lnTo>
                  <a:lnTo>
                    <a:pt x="5344056" y="0"/>
                  </a:lnTo>
                  <a:lnTo>
                    <a:pt x="5341862" y="0"/>
                  </a:lnTo>
                  <a:lnTo>
                    <a:pt x="5339668" y="0"/>
                  </a:lnTo>
                  <a:lnTo>
                    <a:pt x="5337474" y="0"/>
                  </a:lnTo>
                  <a:lnTo>
                    <a:pt x="5335280" y="0"/>
                  </a:lnTo>
                  <a:lnTo>
                    <a:pt x="5333087" y="0"/>
                  </a:lnTo>
                  <a:lnTo>
                    <a:pt x="5330893" y="0"/>
                  </a:lnTo>
                  <a:lnTo>
                    <a:pt x="5328699" y="0"/>
                  </a:lnTo>
                  <a:lnTo>
                    <a:pt x="5326505" y="0"/>
                  </a:lnTo>
                  <a:lnTo>
                    <a:pt x="5324311" y="0"/>
                  </a:lnTo>
                  <a:lnTo>
                    <a:pt x="5322118" y="0"/>
                  </a:lnTo>
                  <a:lnTo>
                    <a:pt x="5319924" y="0"/>
                  </a:lnTo>
                  <a:lnTo>
                    <a:pt x="5317730" y="0"/>
                  </a:lnTo>
                  <a:lnTo>
                    <a:pt x="5315536" y="0"/>
                  </a:lnTo>
                  <a:lnTo>
                    <a:pt x="5313343" y="0"/>
                  </a:lnTo>
                  <a:lnTo>
                    <a:pt x="5311149" y="0"/>
                  </a:lnTo>
                  <a:lnTo>
                    <a:pt x="5308955" y="0"/>
                  </a:lnTo>
                  <a:lnTo>
                    <a:pt x="5306761" y="0"/>
                  </a:lnTo>
                  <a:lnTo>
                    <a:pt x="5304567" y="0"/>
                  </a:lnTo>
                  <a:lnTo>
                    <a:pt x="5302374" y="0"/>
                  </a:lnTo>
                  <a:lnTo>
                    <a:pt x="5300180" y="0"/>
                  </a:lnTo>
                  <a:lnTo>
                    <a:pt x="5297986" y="0"/>
                  </a:lnTo>
                  <a:lnTo>
                    <a:pt x="5295792" y="0"/>
                  </a:lnTo>
                  <a:lnTo>
                    <a:pt x="5293599" y="0"/>
                  </a:lnTo>
                  <a:lnTo>
                    <a:pt x="5291405" y="0"/>
                  </a:lnTo>
                  <a:lnTo>
                    <a:pt x="5289211" y="0"/>
                  </a:lnTo>
                  <a:lnTo>
                    <a:pt x="5287017" y="0"/>
                  </a:lnTo>
                  <a:lnTo>
                    <a:pt x="5284823" y="0"/>
                  </a:lnTo>
                  <a:lnTo>
                    <a:pt x="5282630" y="0"/>
                  </a:lnTo>
                  <a:lnTo>
                    <a:pt x="5280436" y="0"/>
                  </a:lnTo>
                  <a:lnTo>
                    <a:pt x="5278242" y="0"/>
                  </a:lnTo>
                  <a:lnTo>
                    <a:pt x="5276048" y="0"/>
                  </a:lnTo>
                  <a:lnTo>
                    <a:pt x="5273854" y="0"/>
                  </a:lnTo>
                  <a:lnTo>
                    <a:pt x="5271661" y="0"/>
                  </a:lnTo>
                  <a:lnTo>
                    <a:pt x="5269467" y="0"/>
                  </a:lnTo>
                  <a:lnTo>
                    <a:pt x="5267273" y="0"/>
                  </a:lnTo>
                  <a:lnTo>
                    <a:pt x="5265079" y="0"/>
                  </a:lnTo>
                  <a:lnTo>
                    <a:pt x="5262886" y="0"/>
                  </a:lnTo>
                  <a:lnTo>
                    <a:pt x="5260692" y="0"/>
                  </a:lnTo>
                  <a:lnTo>
                    <a:pt x="5258498" y="0"/>
                  </a:lnTo>
                  <a:lnTo>
                    <a:pt x="5256304" y="0"/>
                  </a:lnTo>
                  <a:lnTo>
                    <a:pt x="5254110" y="0"/>
                  </a:lnTo>
                  <a:lnTo>
                    <a:pt x="5251917" y="0"/>
                  </a:lnTo>
                  <a:lnTo>
                    <a:pt x="5249723" y="0"/>
                  </a:lnTo>
                  <a:lnTo>
                    <a:pt x="5247529" y="0"/>
                  </a:lnTo>
                  <a:lnTo>
                    <a:pt x="5245335" y="0"/>
                  </a:lnTo>
                  <a:lnTo>
                    <a:pt x="5243142" y="0"/>
                  </a:lnTo>
                  <a:lnTo>
                    <a:pt x="5240948" y="0"/>
                  </a:lnTo>
                  <a:lnTo>
                    <a:pt x="5238754" y="0"/>
                  </a:lnTo>
                  <a:lnTo>
                    <a:pt x="5236560" y="0"/>
                  </a:lnTo>
                  <a:lnTo>
                    <a:pt x="5234366" y="0"/>
                  </a:lnTo>
                  <a:lnTo>
                    <a:pt x="5232173" y="0"/>
                  </a:lnTo>
                  <a:lnTo>
                    <a:pt x="5229979" y="0"/>
                  </a:lnTo>
                  <a:lnTo>
                    <a:pt x="5227785" y="0"/>
                  </a:lnTo>
                  <a:lnTo>
                    <a:pt x="5225591" y="0"/>
                  </a:lnTo>
                  <a:lnTo>
                    <a:pt x="5223397" y="0"/>
                  </a:lnTo>
                  <a:lnTo>
                    <a:pt x="5221204" y="0"/>
                  </a:lnTo>
                  <a:lnTo>
                    <a:pt x="5219010" y="0"/>
                  </a:lnTo>
                  <a:lnTo>
                    <a:pt x="5216816" y="0"/>
                  </a:lnTo>
                  <a:lnTo>
                    <a:pt x="5214622" y="0"/>
                  </a:lnTo>
                  <a:lnTo>
                    <a:pt x="5212429" y="0"/>
                  </a:lnTo>
                  <a:lnTo>
                    <a:pt x="5210235" y="0"/>
                  </a:lnTo>
                  <a:lnTo>
                    <a:pt x="5208041" y="0"/>
                  </a:lnTo>
                  <a:lnTo>
                    <a:pt x="5205847" y="0"/>
                  </a:lnTo>
                  <a:lnTo>
                    <a:pt x="5203653" y="0"/>
                  </a:lnTo>
                  <a:lnTo>
                    <a:pt x="5201460" y="0"/>
                  </a:lnTo>
                  <a:lnTo>
                    <a:pt x="5199266" y="0"/>
                  </a:lnTo>
                  <a:lnTo>
                    <a:pt x="5197072" y="0"/>
                  </a:lnTo>
                  <a:lnTo>
                    <a:pt x="5194878" y="0"/>
                  </a:lnTo>
                  <a:lnTo>
                    <a:pt x="5192685" y="0"/>
                  </a:lnTo>
                  <a:lnTo>
                    <a:pt x="5190491" y="0"/>
                  </a:lnTo>
                  <a:lnTo>
                    <a:pt x="5188297" y="0"/>
                  </a:lnTo>
                  <a:lnTo>
                    <a:pt x="5186103" y="0"/>
                  </a:lnTo>
                  <a:lnTo>
                    <a:pt x="5183909" y="0"/>
                  </a:lnTo>
                  <a:lnTo>
                    <a:pt x="5181716" y="0"/>
                  </a:lnTo>
                  <a:lnTo>
                    <a:pt x="5179522" y="0"/>
                  </a:lnTo>
                  <a:lnTo>
                    <a:pt x="5177328" y="0"/>
                  </a:lnTo>
                  <a:lnTo>
                    <a:pt x="5175134" y="0"/>
                  </a:lnTo>
                  <a:lnTo>
                    <a:pt x="5172940" y="0"/>
                  </a:lnTo>
                  <a:lnTo>
                    <a:pt x="5170747" y="0"/>
                  </a:lnTo>
                  <a:lnTo>
                    <a:pt x="5168553" y="0"/>
                  </a:lnTo>
                  <a:lnTo>
                    <a:pt x="5166359" y="0"/>
                  </a:lnTo>
                  <a:lnTo>
                    <a:pt x="5164165" y="0"/>
                  </a:lnTo>
                  <a:lnTo>
                    <a:pt x="5161972" y="0"/>
                  </a:lnTo>
                  <a:lnTo>
                    <a:pt x="5159778" y="0"/>
                  </a:lnTo>
                  <a:lnTo>
                    <a:pt x="5157584" y="0"/>
                  </a:lnTo>
                  <a:lnTo>
                    <a:pt x="5155390" y="0"/>
                  </a:lnTo>
                  <a:lnTo>
                    <a:pt x="5153196" y="0"/>
                  </a:lnTo>
                  <a:lnTo>
                    <a:pt x="5151003" y="0"/>
                  </a:lnTo>
                  <a:lnTo>
                    <a:pt x="5148809" y="0"/>
                  </a:lnTo>
                  <a:lnTo>
                    <a:pt x="5146615" y="0"/>
                  </a:lnTo>
                  <a:lnTo>
                    <a:pt x="5144421" y="0"/>
                  </a:lnTo>
                  <a:lnTo>
                    <a:pt x="5142227" y="0"/>
                  </a:lnTo>
                  <a:lnTo>
                    <a:pt x="5140034" y="0"/>
                  </a:lnTo>
                  <a:lnTo>
                    <a:pt x="5137840" y="0"/>
                  </a:lnTo>
                  <a:lnTo>
                    <a:pt x="5135646" y="0"/>
                  </a:lnTo>
                  <a:lnTo>
                    <a:pt x="5133452" y="0"/>
                  </a:lnTo>
                  <a:lnTo>
                    <a:pt x="5131259" y="0"/>
                  </a:lnTo>
                  <a:lnTo>
                    <a:pt x="5129065" y="0"/>
                  </a:lnTo>
                  <a:lnTo>
                    <a:pt x="5126871" y="0"/>
                  </a:lnTo>
                  <a:lnTo>
                    <a:pt x="5124677" y="0"/>
                  </a:lnTo>
                  <a:lnTo>
                    <a:pt x="5122483" y="0"/>
                  </a:lnTo>
                  <a:lnTo>
                    <a:pt x="5120290" y="0"/>
                  </a:lnTo>
                  <a:lnTo>
                    <a:pt x="5118096" y="0"/>
                  </a:lnTo>
                  <a:lnTo>
                    <a:pt x="5115902" y="0"/>
                  </a:lnTo>
                  <a:lnTo>
                    <a:pt x="5113708" y="0"/>
                  </a:lnTo>
                  <a:lnTo>
                    <a:pt x="5111515" y="0"/>
                  </a:lnTo>
                  <a:lnTo>
                    <a:pt x="5109321" y="0"/>
                  </a:lnTo>
                  <a:lnTo>
                    <a:pt x="5107127" y="0"/>
                  </a:lnTo>
                  <a:lnTo>
                    <a:pt x="5104933" y="0"/>
                  </a:lnTo>
                  <a:lnTo>
                    <a:pt x="5102739" y="0"/>
                  </a:lnTo>
                  <a:lnTo>
                    <a:pt x="5100546" y="0"/>
                  </a:lnTo>
                  <a:lnTo>
                    <a:pt x="5098352" y="0"/>
                  </a:lnTo>
                  <a:lnTo>
                    <a:pt x="5096158" y="0"/>
                  </a:lnTo>
                  <a:lnTo>
                    <a:pt x="5093964" y="0"/>
                  </a:lnTo>
                  <a:lnTo>
                    <a:pt x="5091770" y="0"/>
                  </a:lnTo>
                  <a:lnTo>
                    <a:pt x="5089577" y="0"/>
                  </a:lnTo>
                  <a:lnTo>
                    <a:pt x="5087383" y="0"/>
                  </a:lnTo>
                  <a:lnTo>
                    <a:pt x="5085189" y="0"/>
                  </a:lnTo>
                  <a:lnTo>
                    <a:pt x="5082995" y="0"/>
                  </a:lnTo>
                  <a:lnTo>
                    <a:pt x="5080802" y="0"/>
                  </a:lnTo>
                  <a:lnTo>
                    <a:pt x="5078608" y="0"/>
                  </a:lnTo>
                  <a:lnTo>
                    <a:pt x="5076414" y="0"/>
                  </a:lnTo>
                  <a:lnTo>
                    <a:pt x="5074220" y="0"/>
                  </a:lnTo>
                  <a:lnTo>
                    <a:pt x="5072026" y="0"/>
                  </a:lnTo>
                  <a:lnTo>
                    <a:pt x="5069833" y="0"/>
                  </a:lnTo>
                  <a:lnTo>
                    <a:pt x="5067639" y="0"/>
                  </a:lnTo>
                  <a:lnTo>
                    <a:pt x="5065445" y="0"/>
                  </a:lnTo>
                  <a:lnTo>
                    <a:pt x="5063251" y="0"/>
                  </a:lnTo>
                  <a:lnTo>
                    <a:pt x="5061058" y="0"/>
                  </a:lnTo>
                  <a:lnTo>
                    <a:pt x="5058864" y="0"/>
                  </a:lnTo>
                  <a:lnTo>
                    <a:pt x="5056670" y="0"/>
                  </a:lnTo>
                  <a:lnTo>
                    <a:pt x="5054476" y="0"/>
                  </a:lnTo>
                  <a:lnTo>
                    <a:pt x="5052282" y="0"/>
                  </a:lnTo>
                  <a:lnTo>
                    <a:pt x="5050089" y="0"/>
                  </a:lnTo>
                  <a:lnTo>
                    <a:pt x="5047895" y="0"/>
                  </a:lnTo>
                  <a:lnTo>
                    <a:pt x="5045701" y="0"/>
                  </a:lnTo>
                  <a:lnTo>
                    <a:pt x="5043507" y="0"/>
                  </a:lnTo>
                  <a:lnTo>
                    <a:pt x="5041313" y="0"/>
                  </a:lnTo>
                  <a:lnTo>
                    <a:pt x="5039120" y="0"/>
                  </a:lnTo>
                  <a:lnTo>
                    <a:pt x="5036926" y="0"/>
                  </a:lnTo>
                  <a:lnTo>
                    <a:pt x="5034732" y="0"/>
                  </a:lnTo>
                  <a:lnTo>
                    <a:pt x="5032538" y="0"/>
                  </a:lnTo>
                  <a:lnTo>
                    <a:pt x="5030345" y="0"/>
                  </a:lnTo>
                  <a:lnTo>
                    <a:pt x="5028151" y="0"/>
                  </a:lnTo>
                  <a:lnTo>
                    <a:pt x="5025957" y="0"/>
                  </a:lnTo>
                  <a:lnTo>
                    <a:pt x="5023763" y="0"/>
                  </a:lnTo>
                  <a:lnTo>
                    <a:pt x="5021569" y="0"/>
                  </a:lnTo>
                  <a:lnTo>
                    <a:pt x="5019376" y="0"/>
                  </a:lnTo>
                  <a:lnTo>
                    <a:pt x="5017182" y="0"/>
                  </a:lnTo>
                  <a:lnTo>
                    <a:pt x="5014988" y="0"/>
                  </a:lnTo>
                  <a:lnTo>
                    <a:pt x="5012794" y="0"/>
                  </a:lnTo>
                  <a:lnTo>
                    <a:pt x="5010600" y="0"/>
                  </a:lnTo>
                  <a:lnTo>
                    <a:pt x="5008407" y="0"/>
                  </a:lnTo>
                  <a:lnTo>
                    <a:pt x="5006213" y="0"/>
                  </a:lnTo>
                  <a:lnTo>
                    <a:pt x="5004019" y="0"/>
                  </a:lnTo>
                  <a:lnTo>
                    <a:pt x="5001825" y="0"/>
                  </a:lnTo>
                  <a:lnTo>
                    <a:pt x="4999632" y="0"/>
                  </a:lnTo>
                  <a:lnTo>
                    <a:pt x="4997438" y="0"/>
                  </a:lnTo>
                  <a:lnTo>
                    <a:pt x="4995244" y="0"/>
                  </a:lnTo>
                  <a:lnTo>
                    <a:pt x="4993050" y="0"/>
                  </a:lnTo>
                  <a:lnTo>
                    <a:pt x="4990856" y="0"/>
                  </a:lnTo>
                  <a:lnTo>
                    <a:pt x="4988663" y="0"/>
                  </a:lnTo>
                  <a:lnTo>
                    <a:pt x="4986469" y="0"/>
                  </a:lnTo>
                  <a:lnTo>
                    <a:pt x="4984275" y="0"/>
                  </a:lnTo>
                  <a:lnTo>
                    <a:pt x="4982081" y="0"/>
                  </a:lnTo>
                  <a:lnTo>
                    <a:pt x="4979888" y="0"/>
                  </a:lnTo>
                  <a:lnTo>
                    <a:pt x="4977694" y="0"/>
                  </a:lnTo>
                  <a:lnTo>
                    <a:pt x="4975500" y="0"/>
                  </a:lnTo>
                  <a:lnTo>
                    <a:pt x="4973306" y="0"/>
                  </a:lnTo>
                  <a:lnTo>
                    <a:pt x="4971112" y="0"/>
                  </a:lnTo>
                  <a:lnTo>
                    <a:pt x="4968919" y="0"/>
                  </a:lnTo>
                  <a:lnTo>
                    <a:pt x="4966725" y="0"/>
                  </a:lnTo>
                  <a:lnTo>
                    <a:pt x="4964531" y="0"/>
                  </a:lnTo>
                  <a:lnTo>
                    <a:pt x="4962337" y="0"/>
                  </a:lnTo>
                  <a:lnTo>
                    <a:pt x="4960143" y="0"/>
                  </a:lnTo>
                  <a:lnTo>
                    <a:pt x="4957950" y="0"/>
                  </a:lnTo>
                  <a:lnTo>
                    <a:pt x="4955756" y="0"/>
                  </a:lnTo>
                  <a:lnTo>
                    <a:pt x="4953562" y="0"/>
                  </a:lnTo>
                  <a:lnTo>
                    <a:pt x="4951368" y="0"/>
                  </a:lnTo>
                  <a:lnTo>
                    <a:pt x="4949175" y="0"/>
                  </a:lnTo>
                  <a:lnTo>
                    <a:pt x="4946981" y="0"/>
                  </a:lnTo>
                  <a:lnTo>
                    <a:pt x="4944787" y="0"/>
                  </a:lnTo>
                  <a:lnTo>
                    <a:pt x="4942593" y="0"/>
                  </a:lnTo>
                  <a:lnTo>
                    <a:pt x="4940399" y="0"/>
                  </a:lnTo>
                  <a:lnTo>
                    <a:pt x="4938206" y="0"/>
                  </a:lnTo>
                  <a:lnTo>
                    <a:pt x="4936012" y="0"/>
                  </a:lnTo>
                  <a:lnTo>
                    <a:pt x="4933818" y="0"/>
                  </a:lnTo>
                  <a:lnTo>
                    <a:pt x="4931624" y="0"/>
                  </a:lnTo>
                  <a:lnTo>
                    <a:pt x="4929431" y="0"/>
                  </a:lnTo>
                  <a:lnTo>
                    <a:pt x="4927237" y="0"/>
                  </a:lnTo>
                  <a:lnTo>
                    <a:pt x="4925043" y="0"/>
                  </a:lnTo>
                  <a:lnTo>
                    <a:pt x="4922849" y="0"/>
                  </a:lnTo>
                  <a:lnTo>
                    <a:pt x="4920655" y="0"/>
                  </a:lnTo>
                  <a:lnTo>
                    <a:pt x="4918462" y="0"/>
                  </a:lnTo>
                  <a:lnTo>
                    <a:pt x="4916268" y="0"/>
                  </a:lnTo>
                  <a:lnTo>
                    <a:pt x="4914074" y="0"/>
                  </a:lnTo>
                  <a:lnTo>
                    <a:pt x="4911880" y="0"/>
                  </a:lnTo>
                  <a:lnTo>
                    <a:pt x="4909686" y="0"/>
                  </a:lnTo>
                  <a:lnTo>
                    <a:pt x="4907493" y="0"/>
                  </a:lnTo>
                  <a:lnTo>
                    <a:pt x="4905299" y="0"/>
                  </a:lnTo>
                  <a:lnTo>
                    <a:pt x="4903105" y="0"/>
                  </a:lnTo>
                  <a:lnTo>
                    <a:pt x="4900911" y="0"/>
                  </a:lnTo>
                  <a:lnTo>
                    <a:pt x="4898718" y="0"/>
                  </a:lnTo>
                  <a:lnTo>
                    <a:pt x="4896524" y="0"/>
                  </a:lnTo>
                  <a:lnTo>
                    <a:pt x="4894330" y="0"/>
                  </a:lnTo>
                  <a:lnTo>
                    <a:pt x="4892136" y="0"/>
                  </a:lnTo>
                  <a:lnTo>
                    <a:pt x="4889942" y="0"/>
                  </a:lnTo>
                  <a:lnTo>
                    <a:pt x="4887749" y="0"/>
                  </a:lnTo>
                  <a:lnTo>
                    <a:pt x="4885555" y="0"/>
                  </a:lnTo>
                  <a:lnTo>
                    <a:pt x="4883361" y="0"/>
                  </a:lnTo>
                  <a:lnTo>
                    <a:pt x="4881167" y="0"/>
                  </a:lnTo>
                  <a:lnTo>
                    <a:pt x="4878973" y="0"/>
                  </a:lnTo>
                  <a:lnTo>
                    <a:pt x="4876780" y="0"/>
                  </a:lnTo>
                  <a:lnTo>
                    <a:pt x="4874586" y="0"/>
                  </a:lnTo>
                  <a:lnTo>
                    <a:pt x="4872392" y="0"/>
                  </a:lnTo>
                  <a:lnTo>
                    <a:pt x="4870198" y="0"/>
                  </a:lnTo>
                  <a:lnTo>
                    <a:pt x="4868005" y="0"/>
                  </a:lnTo>
                  <a:lnTo>
                    <a:pt x="4865811" y="0"/>
                  </a:lnTo>
                  <a:lnTo>
                    <a:pt x="4863617" y="0"/>
                  </a:lnTo>
                  <a:lnTo>
                    <a:pt x="4861423" y="0"/>
                  </a:lnTo>
                  <a:lnTo>
                    <a:pt x="4859229" y="0"/>
                  </a:lnTo>
                  <a:lnTo>
                    <a:pt x="4857036" y="0"/>
                  </a:lnTo>
                  <a:lnTo>
                    <a:pt x="4854842" y="0"/>
                  </a:lnTo>
                  <a:lnTo>
                    <a:pt x="4852648" y="0"/>
                  </a:lnTo>
                  <a:lnTo>
                    <a:pt x="4850454" y="0"/>
                  </a:lnTo>
                  <a:lnTo>
                    <a:pt x="4848261" y="0"/>
                  </a:lnTo>
                  <a:lnTo>
                    <a:pt x="4846067" y="0"/>
                  </a:lnTo>
                  <a:lnTo>
                    <a:pt x="4843873" y="0"/>
                  </a:lnTo>
                  <a:lnTo>
                    <a:pt x="4841679" y="0"/>
                  </a:lnTo>
                  <a:lnTo>
                    <a:pt x="4839485" y="0"/>
                  </a:lnTo>
                  <a:lnTo>
                    <a:pt x="4837292" y="0"/>
                  </a:lnTo>
                  <a:lnTo>
                    <a:pt x="4835098" y="0"/>
                  </a:lnTo>
                  <a:lnTo>
                    <a:pt x="4832904" y="0"/>
                  </a:lnTo>
                  <a:lnTo>
                    <a:pt x="4830710" y="0"/>
                  </a:lnTo>
                  <a:lnTo>
                    <a:pt x="4828516" y="0"/>
                  </a:lnTo>
                  <a:lnTo>
                    <a:pt x="4826323" y="0"/>
                  </a:lnTo>
                  <a:lnTo>
                    <a:pt x="4824129" y="0"/>
                  </a:lnTo>
                  <a:lnTo>
                    <a:pt x="4821935" y="0"/>
                  </a:lnTo>
                  <a:lnTo>
                    <a:pt x="4819741" y="0"/>
                  </a:lnTo>
                  <a:lnTo>
                    <a:pt x="4817548" y="0"/>
                  </a:lnTo>
                  <a:lnTo>
                    <a:pt x="4815354" y="0"/>
                  </a:lnTo>
                  <a:lnTo>
                    <a:pt x="4813160" y="0"/>
                  </a:lnTo>
                  <a:lnTo>
                    <a:pt x="4810966" y="0"/>
                  </a:lnTo>
                  <a:lnTo>
                    <a:pt x="4808772" y="0"/>
                  </a:lnTo>
                  <a:lnTo>
                    <a:pt x="4806579" y="0"/>
                  </a:lnTo>
                  <a:lnTo>
                    <a:pt x="4804385" y="0"/>
                  </a:lnTo>
                  <a:lnTo>
                    <a:pt x="4802191" y="0"/>
                  </a:lnTo>
                  <a:lnTo>
                    <a:pt x="4799997" y="0"/>
                  </a:lnTo>
                  <a:lnTo>
                    <a:pt x="4797804" y="0"/>
                  </a:lnTo>
                  <a:lnTo>
                    <a:pt x="4795610" y="0"/>
                  </a:lnTo>
                  <a:lnTo>
                    <a:pt x="4793416" y="0"/>
                  </a:lnTo>
                  <a:lnTo>
                    <a:pt x="4791222" y="0"/>
                  </a:lnTo>
                  <a:lnTo>
                    <a:pt x="4789028" y="0"/>
                  </a:lnTo>
                  <a:lnTo>
                    <a:pt x="4786835" y="0"/>
                  </a:lnTo>
                  <a:lnTo>
                    <a:pt x="4784641" y="0"/>
                  </a:lnTo>
                  <a:lnTo>
                    <a:pt x="4782447" y="0"/>
                  </a:lnTo>
                  <a:lnTo>
                    <a:pt x="4780253" y="0"/>
                  </a:lnTo>
                  <a:lnTo>
                    <a:pt x="4778059" y="0"/>
                  </a:lnTo>
                  <a:lnTo>
                    <a:pt x="4775866" y="0"/>
                  </a:lnTo>
                  <a:lnTo>
                    <a:pt x="4773672" y="0"/>
                  </a:lnTo>
                  <a:lnTo>
                    <a:pt x="4771478" y="0"/>
                  </a:lnTo>
                  <a:lnTo>
                    <a:pt x="4769284" y="0"/>
                  </a:lnTo>
                  <a:lnTo>
                    <a:pt x="4767091" y="0"/>
                  </a:lnTo>
                  <a:lnTo>
                    <a:pt x="4764897" y="0"/>
                  </a:lnTo>
                  <a:lnTo>
                    <a:pt x="4762703" y="0"/>
                  </a:lnTo>
                  <a:lnTo>
                    <a:pt x="4760509" y="0"/>
                  </a:lnTo>
                  <a:lnTo>
                    <a:pt x="4758315" y="0"/>
                  </a:lnTo>
                  <a:lnTo>
                    <a:pt x="4756122" y="0"/>
                  </a:lnTo>
                  <a:lnTo>
                    <a:pt x="4753928" y="0"/>
                  </a:lnTo>
                  <a:lnTo>
                    <a:pt x="4751734" y="0"/>
                  </a:lnTo>
                  <a:lnTo>
                    <a:pt x="4749540" y="0"/>
                  </a:lnTo>
                  <a:lnTo>
                    <a:pt x="4747346" y="0"/>
                  </a:lnTo>
                  <a:lnTo>
                    <a:pt x="4745153" y="0"/>
                  </a:lnTo>
                  <a:lnTo>
                    <a:pt x="4742959" y="0"/>
                  </a:lnTo>
                  <a:lnTo>
                    <a:pt x="4740765" y="0"/>
                  </a:lnTo>
                  <a:lnTo>
                    <a:pt x="4738571" y="0"/>
                  </a:lnTo>
                  <a:lnTo>
                    <a:pt x="4736378" y="0"/>
                  </a:lnTo>
                  <a:lnTo>
                    <a:pt x="4734184" y="0"/>
                  </a:lnTo>
                  <a:lnTo>
                    <a:pt x="4731990" y="0"/>
                  </a:lnTo>
                  <a:lnTo>
                    <a:pt x="4729796" y="0"/>
                  </a:lnTo>
                  <a:lnTo>
                    <a:pt x="4727602" y="0"/>
                  </a:lnTo>
                  <a:lnTo>
                    <a:pt x="4725409" y="0"/>
                  </a:lnTo>
                  <a:lnTo>
                    <a:pt x="4723215" y="0"/>
                  </a:lnTo>
                  <a:lnTo>
                    <a:pt x="4721021" y="0"/>
                  </a:lnTo>
                  <a:lnTo>
                    <a:pt x="4718827" y="0"/>
                  </a:lnTo>
                  <a:lnTo>
                    <a:pt x="4716634" y="0"/>
                  </a:lnTo>
                  <a:lnTo>
                    <a:pt x="4714440" y="0"/>
                  </a:lnTo>
                  <a:lnTo>
                    <a:pt x="4712246" y="0"/>
                  </a:lnTo>
                  <a:lnTo>
                    <a:pt x="4710052" y="0"/>
                  </a:lnTo>
                  <a:lnTo>
                    <a:pt x="4707858" y="0"/>
                  </a:lnTo>
                  <a:lnTo>
                    <a:pt x="4705665" y="0"/>
                  </a:lnTo>
                  <a:lnTo>
                    <a:pt x="4703471" y="0"/>
                  </a:lnTo>
                  <a:lnTo>
                    <a:pt x="4701277" y="0"/>
                  </a:lnTo>
                  <a:lnTo>
                    <a:pt x="4699083" y="0"/>
                  </a:lnTo>
                  <a:lnTo>
                    <a:pt x="4696889" y="0"/>
                  </a:lnTo>
                  <a:lnTo>
                    <a:pt x="4694696" y="0"/>
                  </a:lnTo>
                  <a:lnTo>
                    <a:pt x="4692502" y="0"/>
                  </a:lnTo>
                  <a:lnTo>
                    <a:pt x="4690308" y="0"/>
                  </a:lnTo>
                  <a:lnTo>
                    <a:pt x="4688114" y="0"/>
                  </a:lnTo>
                  <a:lnTo>
                    <a:pt x="4685921" y="0"/>
                  </a:lnTo>
                  <a:lnTo>
                    <a:pt x="4683727" y="0"/>
                  </a:lnTo>
                  <a:lnTo>
                    <a:pt x="4681533" y="0"/>
                  </a:lnTo>
                  <a:lnTo>
                    <a:pt x="4679339" y="0"/>
                  </a:lnTo>
                  <a:lnTo>
                    <a:pt x="4677145" y="0"/>
                  </a:lnTo>
                  <a:lnTo>
                    <a:pt x="4674952" y="0"/>
                  </a:lnTo>
                  <a:lnTo>
                    <a:pt x="4672758" y="0"/>
                  </a:lnTo>
                  <a:lnTo>
                    <a:pt x="4670564" y="0"/>
                  </a:lnTo>
                  <a:lnTo>
                    <a:pt x="4668370" y="0"/>
                  </a:lnTo>
                  <a:lnTo>
                    <a:pt x="4666177" y="0"/>
                  </a:lnTo>
                  <a:lnTo>
                    <a:pt x="4663983" y="0"/>
                  </a:lnTo>
                  <a:lnTo>
                    <a:pt x="4661789" y="0"/>
                  </a:lnTo>
                  <a:lnTo>
                    <a:pt x="4659595" y="0"/>
                  </a:lnTo>
                  <a:lnTo>
                    <a:pt x="4657401" y="0"/>
                  </a:lnTo>
                  <a:lnTo>
                    <a:pt x="4655208" y="0"/>
                  </a:lnTo>
                  <a:lnTo>
                    <a:pt x="4653014" y="0"/>
                  </a:lnTo>
                  <a:lnTo>
                    <a:pt x="4650820" y="0"/>
                  </a:lnTo>
                  <a:lnTo>
                    <a:pt x="4648626" y="0"/>
                  </a:lnTo>
                  <a:lnTo>
                    <a:pt x="4646432" y="0"/>
                  </a:lnTo>
                  <a:lnTo>
                    <a:pt x="4644239" y="0"/>
                  </a:lnTo>
                  <a:lnTo>
                    <a:pt x="4642045" y="0"/>
                  </a:lnTo>
                  <a:lnTo>
                    <a:pt x="4639851" y="0"/>
                  </a:lnTo>
                  <a:lnTo>
                    <a:pt x="4637657" y="0"/>
                  </a:lnTo>
                  <a:lnTo>
                    <a:pt x="4635464" y="0"/>
                  </a:lnTo>
                  <a:lnTo>
                    <a:pt x="4633270" y="0"/>
                  </a:lnTo>
                  <a:lnTo>
                    <a:pt x="4631076" y="0"/>
                  </a:lnTo>
                  <a:lnTo>
                    <a:pt x="4628882" y="0"/>
                  </a:lnTo>
                  <a:lnTo>
                    <a:pt x="4626688" y="0"/>
                  </a:lnTo>
                  <a:lnTo>
                    <a:pt x="4624495" y="0"/>
                  </a:lnTo>
                  <a:lnTo>
                    <a:pt x="4622301" y="0"/>
                  </a:lnTo>
                  <a:lnTo>
                    <a:pt x="4620107" y="0"/>
                  </a:lnTo>
                  <a:lnTo>
                    <a:pt x="4617913" y="0"/>
                  </a:lnTo>
                  <a:lnTo>
                    <a:pt x="4615720" y="0"/>
                  </a:lnTo>
                  <a:lnTo>
                    <a:pt x="4613526" y="0"/>
                  </a:lnTo>
                  <a:lnTo>
                    <a:pt x="4611332" y="0"/>
                  </a:lnTo>
                  <a:lnTo>
                    <a:pt x="4609138" y="0"/>
                  </a:lnTo>
                  <a:lnTo>
                    <a:pt x="4606944" y="0"/>
                  </a:lnTo>
                  <a:lnTo>
                    <a:pt x="4604751" y="0"/>
                  </a:lnTo>
                  <a:lnTo>
                    <a:pt x="4602557" y="0"/>
                  </a:lnTo>
                  <a:lnTo>
                    <a:pt x="4600363" y="0"/>
                  </a:lnTo>
                  <a:lnTo>
                    <a:pt x="4598169" y="0"/>
                  </a:lnTo>
                  <a:lnTo>
                    <a:pt x="4595975" y="0"/>
                  </a:lnTo>
                  <a:lnTo>
                    <a:pt x="4593782" y="0"/>
                  </a:lnTo>
                  <a:lnTo>
                    <a:pt x="4591588" y="0"/>
                  </a:lnTo>
                  <a:lnTo>
                    <a:pt x="4589394" y="0"/>
                  </a:lnTo>
                  <a:lnTo>
                    <a:pt x="4587200" y="0"/>
                  </a:lnTo>
                  <a:lnTo>
                    <a:pt x="4585007" y="0"/>
                  </a:lnTo>
                  <a:lnTo>
                    <a:pt x="4582813" y="0"/>
                  </a:lnTo>
                  <a:lnTo>
                    <a:pt x="4580619" y="0"/>
                  </a:lnTo>
                  <a:lnTo>
                    <a:pt x="4578425" y="0"/>
                  </a:lnTo>
                  <a:lnTo>
                    <a:pt x="4576231" y="0"/>
                  </a:lnTo>
                  <a:lnTo>
                    <a:pt x="4574038" y="0"/>
                  </a:lnTo>
                  <a:lnTo>
                    <a:pt x="4571844" y="0"/>
                  </a:lnTo>
                  <a:lnTo>
                    <a:pt x="4569650" y="0"/>
                  </a:lnTo>
                  <a:lnTo>
                    <a:pt x="4567456" y="0"/>
                  </a:lnTo>
                  <a:lnTo>
                    <a:pt x="4565262" y="0"/>
                  </a:lnTo>
                  <a:lnTo>
                    <a:pt x="4563069" y="0"/>
                  </a:lnTo>
                  <a:lnTo>
                    <a:pt x="4560875" y="0"/>
                  </a:lnTo>
                  <a:lnTo>
                    <a:pt x="4558681" y="0"/>
                  </a:lnTo>
                  <a:lnTo>
                    <a:pt x="4556487" y="0"/>
                  </a:lnTo>
                  <a:lnTo>
                    <a:pt x="4554294" y="0"/>
                  </a:lnTo>
                  <a:lnTo>
                    <a:pt x="4552100" y="0"/>
                  </a:lnTo>
                  <a:lnTo>
                    <a:pt x="4549906" y="0"/>
                  </a:lnTo>
                  <a:lnTo>
                    <a:pt x="4547712" y="0"/>
                  </a:lnTo>
                  <a:lnTo>
                    <a:pt x="4545518" y="0"/>
                  </a:lnTo>
                  <a:lnTo>
                    <a:pt x="4543325" y="0"/>
                  </a:lnTo>
                  <a:lnTo>
                    <a:pt x="4541131" y="0"/>
                  </a:lnTo>
                  <a:lnTo>
                    <a:pt x="4538937" y="0"/>
                  </a:lnTo>
                  <a:lnTo>
                    <a:pt x="4536743" y="0"/>
                  </a:lnTo>
                  <a:lnTo>
                    <a:pt x="4534550" y="0"/>
                  </a:lnTo>
                  <a:lnTo>
                    <a:pt x="4532356" y="0"/>
                  </a:lnTo>
                  <a:lnTo>
                    <a:pt x="4530162" y="0"/>
                  </a:lnTo>
                  <a:lnTo>
                    <a:pt x="4527968" y="0"/>
                  </a:lnTo>
                  <a:lnTo>
                    <a:pt x="4525774" y="0"/>
                  </a:lnTo>
                  <a:lnTo>
                    <a:pt x="4523581" y="0"/>
                  </a:lnTo>
                  <a:lnTo>
                    <a:pt x="4521387" y="0"/>
                  </a:lnTo>
                  <a:lnTo>
                    <a:pt x="4519193" y="0"/>
                  </a:lnTo>
                  <a:lnTo>
                    <a:pt x="4516999" y="0"/>
                  </a:lnTo>
                  <a:lnTo>
                    <a:pt x="4514805" y="0"/>
                  </a:lnTo>
                  <a:lnTo>
                    <a:pt x="4512612" y="0"/>
                  </a:lnTo>
                  <a:lnTo>
                    <a:pt x="4510418" y="0"/>
                  </a:lnTo>
                  <a:lnTo>
                    <a:pt x="4508224" y="0"/>
                  </a:lnTo>
                  <a:lnTo>
                    <a:pt x="4506030" y="0"/>
                  </a:lnTo>
                  <a:lnTo>
                    <a:pt x="4503837" y="0"/>
                  </a:lnTo>
                  <a:lnTo>
                    <a:pt x="4501643" y="0"/>
                  </a:lnTo>
                  <a:lnTo>
                    <a:pt x="4499449" y="0"/>
                  </a:lnTo>
                  <a:lnTo>
                    <a:pt x="4497255" y="0"/>
                  </a:lnTo>
                  <a:lnTo>
                    <a:pt x="4495061" y="0"/>
                  </a:lnTo>
                  <a:lnTo>
                    <a:pt x="4492868" y="0"/>
                  </a:lnTo>
                  <a:lnTo>
                    <a:pt x="4490674" y="0"/>
                  </a:lnTo>
                  <a:lnTo>
                    <a:pt x="4488480" y="0"/>
                  </a:lnTo>
                  <a:lnTo>
                    <a:pt x="4486286" y="0"/>
                  </a:lnTo>
                  <a:lnTo>
                    <a:pt x="4484093" y="0"/>
                  </a:lnTo>
                  <a:lnTo>
                    <a:pt x="4481899" y="0"/>
                  </a:lnTo>
                  <a:lnTo>
                    <a:pt x="4479705" y="0"/>
                  </a:lnTo>
                  <a:lnTo>
                    <a:pt x="4477511" y="0"/>
                  </a:lnTo>
                  <a:lnTo>
                    <a:pt x="4475317" y="0"/>
                  </a:lnTo>
                  <a:lnTo>
                    <a:pt x="4473124" y="0"/>
                  </a:lnTo>
                  <a:lnTo>
                    <a:pt x="4470930" y="0"/>
                  </a:lnTo>
                  <a:lnTo>
                    <a:pt x="4468736" y="0"/>
                  </a:lnTo>
                  <a:lnTo>
                    <a:pt x="4466542" y="0"/>
                  </a:lnTo>
                  <a:lnTo>
                    <a:pt x="4464348" y="0"/>
                  </a:lnTo>
                  <a:lnTo>
                    <a:pt x="4462155" y="0"/>
                  </a:lnTo>
                  <a:lnTo>
                    <a:pt x="4459961" y="0"/>
                  </a:lnTo>
                  <a:lnTo>
                    <a:pt x="4457767" y="0"/>
                  </a:lnTo>
                  <a:lnTo>
                    <a:pt x="4455573" y="0"/>
                  </a:lnTo>
                  <a:lnTo>
                    <a:pt x="4453380" y="0"/>
                  </a:lnTo>
                  <a:lnTo>
                    <a:pt x="4451186" y="0"/>
                  </a:lnTo>
                  <a:lnTo>
                    <a:pt x="4448992" y="0"/>
                  </a:lnTo>
                  <a:lnTo>
                    <a:pt x="4446798" y="0"/>
                  </a:lnTo>
                  <a:lnTo>
                    <a:pt x="4444604" y="0"/>
                  </a:lnTo>
                  <a:lnTo>
                    <a:pt x="4442411" y="0"/>
                  </a:lnTo>
                  <a:lnTo>
                    <a:pt x="4440217" y="0"/>
                  </a:lnTo>
                  <a:lnTo>
                    <a:pt x="4438023" y="0"/>
                  </a:lnTo>
                  <a:lnTo>
                    <a:pt x="4435829" y="0"/>
                  </a:lnTo>
                  <a:lnTo>
                    <a:pt x="4433635" y="0"/>
                  </a:lnTo>
                  <a:lnTo>
                    <a:pt x="4431442" y="0"/>
                  </a:lnTo>
                  <a:lnTo>
                    <a:pt x="4429248" y="0"/>
                  </a:lnTo>
                  <a:lnTo>
                    <a:pt x="4427054" y="0"/>
                  </a:lnTo>
                  <a:lnTo>
                    <a:pt x="4424860" y="0"/>
                  </a:lnTo>
                  <a:lnTo>
                    <a:pt x="4422667" y="0"/>
                  </a:lnTo>
                  <a:lnTo>
                    <a:pt x="4420473" y="0"/>
                  </a:lnTo>
                  <a:lnTo>
                    <a:pt x="4418279" y="0"/>
                  </a:lnTo>
                  <a:lnTo>
                    <a:pt x="4416085" y="0"/>
                  </a:lnTo>
                  <a:lnTo>
                    <a:pt x="4413891" y="0"/>
                  </a:lnTo>
                  <a:lnTo>
                    <a:pt x="4411698" y="0"/>
                  </a:lnTo>
                  <a:lnTo>
                    <a:pt x="4409504" y="0"/>
                  </a:lnTo>
                  <a:lnTo>
                    <a:pt x="4407310" y="0"/>
                  </a:lnTo>
                  <a:lnTo>
                    <a:pt x="4405116" y="0"/>
                  </a:lnTo>
                  <a:lnTo>
                    <a:pt x="4402923" y="0"/>
                  </a:lnTo>
                  <a:lnTo>
                    <a:pt x="4400729" y="0"/>
                  </a:lnTo>
                  <a:lnTo>
                    <a:pt x="4398535" y="0"/>
                  </a:lnTo>
                  <a:lnTo>
                    <a:pt x="4396341" y="0"/>
                  </a:lnTo>
                  <a:lnTo>
                    <a:pt x="4394147" y="0"/>
                  </a:lnTo>
                  <a:lnTo>
                    <a:pt x="4391954" y="0"/>
                  </a:lnTo>
                  <a:lnTo>
                    <a:pt x="4389760" y="0"/>
                  </a:lnTo>
                  <a:lnTo>
                    <a:pt x="4387566" y="0"/>
                  </a:lnTo>
                  <a:lnTo>
                    <a:pt x="4385372" y="0"/>
                  </a:lnTo>
                  <a:lnTo>
                    <a:pt x="4383178" y="0"/>
                  </a:lnTo>
                  <a:lnTo>
                    <a:pt x="4380985" y="0"/>
                  </a:lnTo>
                  <a:lnTo>
                    <a:pt x="4378791" y="0"/>
                  </a:lnTo>
                  <a:lnTo>
                    <a:pt x="4376597" y="0"/>
                  </a:lnTo>
                  <a:lnTo>
                    <a:pt x="4374403" y="0"/>
                  </a:lnTo>
                  <a:lnTo>
                    <a:pt x="4372210" y="0"/>
                  </a:lnTo>
                  <a:lnTo>
                    <a:pt x="4370016" y="0"/>
                  </a:lnTo>
                  <a:lnTo>
                    <a:pt x="4367822" y="0"/>
                  </a:lnTo>
                  <a:lnTo>
                    <a:pt x="4365628" y="0"/>
                  </a:lnTo>
                  <a:lnTo>
                    <a:pt x="4363434" y="0"/>
                  </a:lnTo>
                  <a:lnTo>
                    <a:pt x="4361241" y="0"/>
                  </a:lnTo>
                  <a:lnTo>
                    <a:pt x="4359047" y="0"/>
                  </a:lnTo>
                  <a:lnTo>
                    <a:pt x="4356853" y="0"/>
                  </a:lnTo>
                  <a:lnTo>
                    <a:pt x="4354659" y="0"/>
                  </a:lnTo>
                  <a:lnTo>
                    <a:pt x="4352466" y="0"/>
                  </a:lnTo>
                  <a:lnTo>
                    <a:pt x="4350272" y="0"/>
                  </a:lnTo>
                  <a:lnTo>
                    <a:pt x="4348078" y="0"/>
                  </a:lnTo>
                  <a:lnTo>
                    <a:pt x="4345884" y="0"/>
                  </a:lnTo>
                  <a:lnTo>
                    <a:pt x="4343690" y="0"/>
                  </a:lnTo>
                  <a:lnTo>
                    <a:pt x="4341497" y="0"/>
                  </a:lnTo>
                  <a:lnTo>
                    <a:pt x="4339303" y="0"/>
                  </a:lnTo>
                  <a:lnTo>
                    <a:pt x="4337109" y="0"/>
                  </a:lnTo>
                  <a:lnTo>
                    <a:pt x="4334915" y="0"/>
                  </a:lnTo>
                  <a:lnTo>
                    <a:pt x="4332721" y="0"/>
                  </a:lnTo>
                  <a:lnTo>
                    <a:pt x="4330528" y="0"/>
                  </a:lnTo>
                  <a:lnTo>
                    <a:pt x="4328334" y="0"/>
                  </a:lnTo>
                  <a:lnTo>
                    <a:pt x="4326140" y="0"/>
                  </a:lnTo>
                  <a:lnTo>
                    <a:pt x="4323946" y="0"/>
                  </a:lnTo>
                  <a:lnTo>
                    <a:pt x="4321753" y="0"/>
                  </a:lnTo>
                  <a:lnTo>
                    <a:pt x="4319559" y="0"/>
                  </a:lnTo>
                  <a:lnTo>
                    <a:pt x="4317365" y="0"/>
                  </a:lnTo>
                  <a:lnTo>
                    <a:pt x="4315171" y="0"/>
                  </a:lnTo>
                  <a:lnTo>
                    <a:pt x="4312977" y="0"/>
                  </a:lnTo>
                  <a:lnTo>
                    <a:pt x="4310784" y="0"/>
                  </a:lnTo>
                  <a:lnTo>
                    <a:pt x="4308590" y="0"/>
                  </a:lnTo>
                  <a:lnTo>
                    <a:pt x="4306396" y="0"/>
                  </a:lnTo>
                  <a:lnTo>
                    <a:pt x="4304202" y="0"/>
                  </a:lnTo>
                  <a:lnTo>
                    <a:pt x="4302008" y="0"/>
                  </a:lnTo>
                  <a:lnTo>
                    <a:pt x="4299815" y="0"/>
                  </a:lnTo>
                  <a:lnTo>
                    <a:pt x="4297621" y="0"/>
                  </a:lnTo>
                  <a:lnTo>
                    <a:pt x="4295427" y="0"/>
                  </a:lnTo>
                  <a:lnTo>
                    <a:pt x="4293233" y="0"/>
                  </a:lnTo>
                  <a:lnTo>
                    <a:pt x="4291040" y="0"/>
                  </a:lnTo>
                  <a:lnTo>
                    <a:pt x="4288846" y="0"/>
                  </a:lnTo>
                  <a:lnTo>
                    <a:pt x="4286652" y="0"/>
                  </a:lnTo>
                  <a:lnTo>
                    <a:pt x="4284458" y="0"/>
                  </a:lnTo>
                  <a:lnTo>
                    <a:pt x="4282264" y="0"/>
                  </a:lnTo>
                  <a:lnTo>
                    <a:pt x="4280071" y="0"/>
                  </a:lnTo>
                  <a:lnTo>
                    <a:pt x="4277877" y="0"/>
                  </a:lnTo>
                  <a:lnTo>
                    <a:pt x="4275683" y="0"/>
                  </a:lnTo>
                  <a:lnTo>
                    <a:pt x="4273489" y="0"/>
                  </a:lnTo>
                  <a:lnTo>
                    <a:pt x="4271296" y="0"/>
                  </a:lnTo>
                  <a:lnTo>
                    <a:pt x="4269102" y="0"/>
                  </a:lnTo>
                  <a:lnTo>
                    <a:pt x="4266908" y="0"/>
                  </a:lnTo>
                  <a:lnTo>
                    <a:pt x="4264714" y="0"/>
                  </a:lnTo>
                  <a:lnTo>
                    <a:pt x="4262520" y="0"/>
                  </a:lnTo>
                  <a:lnTo>
                    <a:pt x="4260327" y="0"/>
                  </a:lnTo>
                  <a:lnTo>
                    <a:pt x="4258133" y="0"/>
                  </a:lnTo>
                  <a:lnTo>
                    <a:pt x="4255939" y="0"/>
                  </a:lnTo>
                  <a:lnTo>
                    <a:pt x="4253745" y="0"/>
                  </a:lnTo>
                  <a:lnTo>
                    <a:pt x="4251551" y="0"/>
                  </a:lnTo>
                  <a:lnTo>
                    <a:pt x="4249358" y="0"/>
                  </a:lnTo>
                  <a:lnTo>
                    <a:pt x="4247164" y="0"/>
                  </a:lnTo>
                  <a:lnTo>
                    <a:pt x="4244970" y="0"/>
                  </a:lnTo>
                  <a:lnTo>
                    <a:pt x="4242776" y="0"/>
                  </a:lnTo>
                  <a:lnTo>
                    <a:pt x="4240583" y="0"/>
                  </a:lnTo>
                  <a:lnTo>
                    <a:pt x="4238389" y="0"/>
                  </a:lnTo>
                  <a:lnTo>
                    <a:pt x="4236195" y="0"/>
                  </a:lnTo>
                  <a:lnTo>
                    <a:pt x="4234001" y="0"/>
                  </a:lnTo>
                  <a:lnTo>
                    <a:pt x="4231807" y="0"/>
                  </a:lnTo>
                  <a:lnTo>
                    <a:pt x="4229614" y="0"/>
                  </a:lnTo>
                  <a:lnTo>
                    <a:pt x="4227420" y="0"/>
                  </a:lnTo>
                  <a:lnTo>
                    <a:pt x="4225226" y="0"/>
                  </a:lnTo>
                  <a:lnTo>
                    <a:pt x="4223032" y="0"/>
                  </a:lnTo>
                  <a:lnTo>
                    <a:pt x="4220839" y="0"/>
                  </a:lnTo>
                  <a:lnTo>
                    <a:pt x="4218645" y="0"/>
                  </a:lnTo>
                  <a:lnTo>
                    <a:pt x="4216451" y="0"/>
                  </a:lnTo>
                  <a:lnTo>
                    <a:pt x="4214257" y="0"/>
                  </a:lnTo>
                  <a:lnTo>
                    <a:pt x="4212063" y="0"/>
                  </a:lnTo>
                  <a:lnTo>
                    <a:pt x="4209870" y="0"/>
                  </a:lnTo>
                  <a:lnTo>
                    <a:pt x="4207676" y="0"/>
                  </a:lnTo>
                  <a:lnTo>
                    <a:pt x="4205482" y="0"/>
                  </a:lnTo>
                  <a:lnTo>
                    <a:pt x="4203288" y="0"/>
                  </a:lnTo>
                  <a:lnTo>
                    <a:pt x="4201094" y="0"/>
                  </a:lnTo>
                  <a:lnTo>
                    <a:pt x="4198901" y="0"/>
                  </a:lnTo>
                  <a:lnTo>
                    <a:pt x="4196707" y="0"/>
                  </a:lnTo>
                  <a:lnTo>
                    <a:pt x="4194513" y="0"/>
                  </a:lnTo>
                  <a:lnTo>
                    <a:pt x="4192319" y="0"/>
                  </a:lnTo>
                  <a:lnTo>
                    <a:pt x="4190126" y="0"/>
                  </a:lnTo>
                  <a:lnTo>
                    <a:pt x="4187932" y="0"/>
                  </a:lnTo>
                  <a:lnTo>
                    <a:pt x="4185738" y="0"/>
                  </a:lnTo>
                  <a:lnTo>
                    <a:pt x="4183544" y="0"/>
                  </a:lnTo>
                  <a:lnTo>
                    <a:pt x="4181350" y="0"/>
                  </a:lnTo>
                  <a:lnTo>
                    <a:pt x="4179157" y="0"/>
                  </a:lnTo>
                  <a:lnTo>
                    <a:pt x="4176963" y="0"/>
                  </a:lnTo>
                  <a:lnTo>
                    <a:pt x="4174769" y="0"/>
                  </a:lnTo>
                  <a:lnTo>
                    <a:pt x="4172575" y="0"/>
                  </a:lnTo>
                  <a:lnTo>
                    <a:pt x="4170381" y="0"/>
                  </a:lnTo>
                  <a:lnTo>
                    <a:pt x="4168188" y="0"/>
                  </a:lnTo>
                  <a:lnTo>
                    <a:pt x="4165994" y="0"/>
                  </a:lnTo>
                  <a:lnTo>
                    <a:pt x="4163800" y="0"/>
                  </a:lnTo>
                  <a:lnTo>
                    <a:pt x="4161606" y="0"/>
                  </a:lnTo>
                  <a:lnTo>
                    <a:pt x="4159413" y="0"/>
                  </a:lnTo>
                  <a:lnTo>
                    <a:pt x="4157219" y="0"/>
                  </a:lnTo>
                  <a:lnTo>
                    <a:pt x="4155025" y="0"/>
                  </a:lnTo>
                  <a:lnTo>
                    <a:pt x="4152831" y="0"/>
                  </a:lnTo>
                  <a:lnTo>
                    <a:pt x="4150637" y="0"/>
                  </a:lnTo>
                  <a:lnTo>
                    <a:pt x="4148444" y="0"/>
                  </a:lnTo>
                  <a:lnTo>
                    <a:pt x="4146250" y="0"/>
                  </a:lnTo>
                  <a:lnTo>
                    <a:pt x="4144056" y="0"/>
                  </a:lnTo>
                  <a:lnTo>
                    <a:pt x="4141862" y="0"/>
                  </a:lnTo>
                  <a:lnTo>
                    <a:pt x="4139669" y="0"/>
                  </a:lnTo>
                  <a:lnTo>
                    <a:pt x="4137475" y="0"/>
                  </a:lnTo>
                  <a:lnTo>
                    <a:pt x="4135281" y="0"/>
                  </a:lnTo>
                  <a:lnTo>
                    <a:pt x="4133087" y="0"/>
                  </a:lnTo>
                  <a:lnTo>
                    <a:pt x="4130893" y="0"/>
                  </a:lnTo>
                  <a:lnTo>
                    <a:pt x="4128700" y="0"/>
                  </a:lnTo>
                  <a:lnTo>
                    <a:pt x="4126506" y="0"/>
                  </a:lnTo>
                  <a:lnTo>
                    <a:pt x="4124312" y="0"/>
                  </a:lnTo>
                  <a:lnTo>
                    <a:pt x="4122118" y="0"/>
                  </a:lnTo>
                  <a:lnTo>
                    <a:pt x="4119924" y="0"/>
                  </a:lnTo>
                  <a:lnTo>
                    <a:pt x="4117731" y="0"/>
                  </a:lnTo>
                  <a:lnTo>
                    <a:pt x="4115537" y="0"/>
                  </a:lnTo>
                  <a:lnTo>
                    <a:pt x="4113343" y="0"/>
                  </a:lnTo>
                  <a:lnTo>
                    <a:pt x="4111149" y="0"/>
                  </a:lnTo>
                  <a:lnTo>
                    <a:pt x="4108956" y="0"/>
                  </a:lnTo>
                  <a:lnTo>
                    <a:pt x="4106762" y="0"/>
                  </a:lnTo>
                  <a:lnTo>
                    <a:pt x="4104568" y="0"/>
                  </a:lnTo>
                  <a:lnTo>
                    <a:pt x="4102374" y="0"/>
                  </a:lnTo>
                  <a:lnTo>
                    <a:pt x="4100180" y="0"/>
                  </a:lnTo>
                  <a:lnTo>
                    <a:pt x="4097987" y="0"/>
                  </a:lnTo>
                  <a:lnTo>
                    <a:pt x="4095793" y="0"/>
                  </a:lnTo>
                  <a:lnTo>
                    <a:pt x="4093599" y="0"/>
                  </a:lnTo>
                  <a:lnTo>
                    <a:pt x="4091405" y="0"/>
                  </a:lnTo>
                  <a:lnTo>
                    <a:pt x="4089212" y="0"/>
                  </a:lnTo>
                  <a:lnTo>
                    <a:pt x="4087018" y="0"/>
                  </a:lnTo>
                  <a:lnTo>
                    <a:pt x="4084824" y="0"/>
                  </a:lnTo>
                  <a:lnTo>
                    <a:pt x="4082630" y="0"/>
                  </a:lnTo>
                  <a:lnTo>
                    <a:pt x="4080436" y="0"/>
                  </a:lnTo>
                  <a:lnTo>
                    <a:pt x="4078243" y="0"/>
                  </a:lnTo>
                  <a:lnTo>
                    <a:pt x="4076049" y="0"/>
                  </a:lnTo>
                  <a:lnTo>
                    <a:pt x="4073855" y="0"/>
                  </a:lnTo>
                  <a:lnTo>
                    <a:pt x="4071661" y="0"/>
                  </a:lnTo>
                  <a:lnTo>
                    <a:pt x="4069467" y="0"/>
                  </a:lnTo>
                  <a:lnTo>
                    <a:pt x="4067274" y="0"/>
                  </a:lnTo>
                  <a:lnTo>
                    <a:pt x="4065080" y="0"/>
                  </a:lnTo>
                  <a:lnTo>
                    <a:pt x="4062886" y="0"/>
                  </a:lnTo>
                  <a:lnTo>
                    <a:pt x="4060692" y="0"/>
                  </a:lnTo>
                  <a:lnTo>
                    <a:pt x="4058499" y="0"/>
                  </a:lnTo>
                  <a:lnTo>
                    <a:pt x="4056305" y="0"/>
                  </a:lnTo>
                  <a:lnTo>
                    <a:pt x="4054111" y="0"/>
                  </a:lnTo>
                  <a:lnTo>
                    <a:pt x="4051917" y="0"/>
                  </a:lnTo>
                  <a:lnTo>
                    <a:pt x="4049723" y="0"/>
                  </a:lnTo>
                  <a:lnTo>
                    <a:pt x="4047530" y="0"/>
                  </a:lnTo>
                  <a:lnTo>
                    <a:pt x="4045336" y="0"/>
                  </a:lnTo>
                  <a:lnTo>
                    <a:pt x="4043142" y="0"/>
                  </a:lnTo>
                  <a:lnTo>
                    <a:pt x="4040948" y="0"/>
                  </a:lnTo>
                  <a:lnTo>
                    <a:pt x="4038755" y="0"/>
                  </a:lnTo>
                  <a:lnTo>
                    <a:pt x="4036561" y="0"/>
                  </a:lnTo>
                  <a:lnTo>
                    <a:pt x="4034367" y="0"/>
                  </a:lnTo>
                  <a:lnTo>
                    <a:pt x="4032173" y="0"/>
                  </a:lnTo>
                  <a:lnTo>
                    <a:pt x="4029979" y="0"/>
                  </a:lnTo>
                  <a:lnTo>
                    <a:pt x="4027786" y="0"/>
                  </a:lnTo>
                  <a:lnTo>
                    <a:pt x="4025592" y="0"/>
                  </a:lnTo>
                  <a:lnTo>
                    <a:pt x="4023398" y="0"/>
                  </a:lnTo>
                  <a:lnTo>
                    <a:pt x="4021204" y="0"/>
                  </a:lnTo>
                  <a:lnTo>
                    <a:pt x="4019010" y="0"/>
                  </a:lnTo>
                  <a:lnTo>
                    <a:pt x="4016817" y="0"/>
                  </a:lnTo>
                  <a:lnTo>
                    <a:pt x="4014623" y="0"/>
                  </a:lnTo>
                  <a:lnTo>
                    <a:pt x="4012429" y="0"/>
                  </a:lnTo>
                  <a:lnTo>
                    <a:pt x="4010235" y="0"/>
                  </a:lnTo>
                  <a:lnTo>
                    <a:pt x="4008042" y="0"/>
                  </a:lnTo>
                  <a:lnTo>
                    <a:pt x="4005848" y="0"/>
                  </a:lnTo>
                  <a:lnTo>
                    <a:pt x="4003654" y="0"/>
                  </a:lnTo>
                  <a:lnTo>
                    <a:pt x="4001460" y="0"/>
                  </a:lnTo>
                  <a:lnTo>
                    <a:pt x="3999266" y="0"/>
                  </a:lnTo>
                  <a:lnTo>
                    <a:pt x="3997073" y="0"/>
                  </a:lnTo>
                  <a:lnTo>
                    <a:pt x="3994879" y="0"/>
                  </a:lnTo>
                  <a:lnTo>
                    <a:pt x="3992685" y="0"/>
                  </a:lnTo>
                  <a:lnTo>
                    <a:pt x="3990491" y="0"/>
                  </a:lnTo>
                  <a:lnTo>
                    <a:pt x="3988297" y="0"/>
                  </a:lnTo>
                  <a:lnTo>
                    <a:pt x="3986104" y="0"/>
                  </a:lnTo>
                  <a:lnTo>
                    <a:pt x="3983910" y="0"/>
                  </a:lnTo>
                  <a:lnTo>
                    <a:pt x="3981716" y="0"/>
                  </a:lnTo>
                  <a:lnTo>
                    <a:pt x="3979522" y="0"/>
                  </a:lnTo>
                  <a:lnTo>
                    <a:pt x="3977329" y="0"/>
                  </a:lnTo>
                  <a:lnTo>
                    <a:pt x="3975135" y="0"/>
                  </a:lnTo>
                  <a:lnTo>
                    <a:pt x="3972941" y="0"/>
                  </a:lnTo>
                  <a:lnTo>
                    <a:pt x="3970747" y="0"/>
                  </a:lnTo>
                  <a:lnTo>
                    <a:pt x="3968553" y="0"/>
                  </a:lnTo>
                  <a:lnTo>
                    <a:pt x="3966360" y="0"/>
                  </a:lnTo>
                  <a:lnTo>
                    <a:pt x="3964166" y="0"/>
                  </a:lnTo>
                  <a:lnTo>
                    <a:pt x="3961972" y="0"/>
                  </a:lnTo>
                  <a:lnTo>
                    <a:pt x="3959778" y="0"/>
                  </a:lnTo>
                  <a:lnTo>
                    <a:pt x="3957585" y="0"/>
                  </a:lnTo>
                  <a:lnTo>
                    <a:pt x="3955391" y="0"/>
                  </a:lnTo>
                  <a:lnTo>
                    <a:pt x="3953197" y="0"/>
                  </a:lnTo>
                  <a:lnTo>
                    <a:pt x="3951003" y="0"/>
                  </a:lnTo>
                  <a:lnTo>
                    <a:pt x="3948809" y="0"/>
                  </a:lnTo>
                  <a:lnTo>
                    <a:pt x="3946616" y="0"/>
                  </a:lnTo>
                  <a:lnTo>
                    <a:pt x="3944422" y="0"/>
                  </a:lnTo>
                  <a:lnTo>
                    <a:pt x="3942228" y="0"/>
                  </a:lnTo>
                  <a:lnTo>
                    <a:pt x="3940034" y="0"/>
                  </a:lnTo>
                  <a:lnTo>
                    <a:pt x="3937840" y="0"/>
                  </a:lnTo>
                  <a:lnTo>
                    <a:pt x="3935647" y="0"/>
                  </a:lnTo>
                  <a:lnTo>
                    <a:pt x="3933453" y="0"/>
                  </a:lnTo>
                  <a:lnTo>
                    <a:pt x="3931259" y="0"/>
                  </a:lnTo>
                  <a:lnTo>
                    <a:pt x="3929065" y="0"/>
                  </a:lnTo>
                  <a:lnTo>
                    <a:pt x="3926872" y="0"/>
                  </a:lnTo>
                  <a:lnTo>
                    <a:pt x="3924678" y="0"/>
                  </a:lnTo>
                  <a:lnTo>
                    <a:pt x="3922484" y="0"/>
                  </a:lnTo>
                  <a:lnTo>
                    <a:pt x="3920290" y="0"/>
                  </a:lnTo>
                  <a:lnTo>
                    <a:pt x="3918096" y="0"/>
                  </a:lnTo>
                  <a:lnTo>
                    <a:pt x="3915903" y="0"/>
                  </a:lnTo>
                  <a:lnTo>
                    <a:pt x="3913709" y="0"/>
                  </a:lnTo>
                  <a:lnTo>
                    <a:pt x="3911515" y="0"/>
                  </a:lnTo>
                  <a:lnTo>
                    <a:pt x="3909321" y="0"/>
                  </a:lnTo>
                  <a:lnTo>
                    <a:pt x="3907128" y="0"/>
                  </a:lnTo>
                  <a:lnTo>
                    <a:pt x="3904934" y="0"/>
                  </a:lnTo>
                  <a:lnTo>
                    <a:pt x="3902740" y="0"/>
                  </a:lnTo>
                  <a:lnTo>
                    <a:pt x="3900546" y="0"/>
                  </a:lnTo>
                  <a:lnTo>
                    <a:pt x="3898352" y="0"/>
                  </a:lnTo>
                  <a:lnTo>
                    <a:pt x="3896159" y="0"/>
                  </a:lnTo>
                  <a:lnTo>
                    <a:pt x="3893965" y="0"/>
                  </a:lnTo>
                  <a:lnTo>
                    <a:pt x="3891771" y="0"/>
                  </a:lnTo>
                  <a:lnTo>
                    <a:pt x="3889577" y="0"/>
                  </a:lnTo>
                  <a:lnTo>
                    <a:pt x="3887383" y="0"/>
                  </a:lnTo>
                  <a:lnTo>
                    <a:pt x="3885190" y="0"/>
                  </a:lnTo>
                  <a:lnTo>
                    <a:pt x="3882996" y="0"/>
                  </a:lnTo>
                  <a:lnTo>
                    <a:pt x="3880802" y="0"/>
                  </a:lnTo>
                  <a:lnTo>
                    <a:pt x="3878608" y="0"/>
                  </a:lnTo>
                  <a:lnTo>
                    <a:pt x="3876415" y="0"/>
                  </a:lnTo>
                  <a:lnTo>
                    <a:pt x="3874221" y="0"/>
                  </a:lnTo>
                  <a:lnTo>
                    <a:pt x="3872027" y="0"/>
                  </a:lnTo>
                  <a:lnTo>
                    <a:pt x="3869833" y="0"/>
                  </a:lnTo>
                  <a:lnTo>
                    <a:pt x="3867639" y="0"/>
                  </a:lnTo>
                  <a:lnTo>
                    <a:pt x="3865446" y="0"/>
                  </a:lnTo>
                  <a:lnTo>
                    <a:pt x="3863252" y="0"/>
                  </a:lnTo>
                  <a:lnTo>
                    <a:pt x="3861058" y="0"/>
                  </a:lnTo>
                  <a:lnTo>
                    <a:pt x="3858864" y="0"/>
                  </a:lnTo>
                  <a:lnTo>
                    <a:pt x="3856670" y="0"/>
                  </a:lnTo>
                  <a:lnTo>
                    <a:pt x="3854477" y="0"/>
                  </a:lnTo>
                  <a:lnTo>
                    <a:pt x="3852283" y="0"/>
                  </a:lnTo>
                  <a:lnTo>
                    <a:pt x="3850089" y="0"/>
                  </a:lnTo>
                  <a:lnTo>
                    <a:pt x="3847895" y="0"/>
                  </a:lnTo>
                  <a:lnTo>
                    <a:pt x="3845702" y="0"/>
                  </a:lnTo>
                  <a:lnTo>
                    <a:pt x="3843508" y="0"/>
                  </a:lnTo>
                  <a:lnTo>
                    <a:pt x="3841314" y="0"/>
                  </a:lnTo>
                  <a:lnTo>
                    <a:pt x="3839120" y="0"/>
                  </a:lnTo>
                  <a:lnTo>
                    <a:pt x="3836926" y="0"/>
                  </a:lnTo>
                  <a:lnTo>
                    <a:pt x="3834733" y="0"/>
                  </a:lnTo>
                  <a:lnTo>
                    <a:pt x="3832539" y="0"/>
                  </a:lnTo>
                  <a:lnTo>
                    <a:pt x="3830345" y="0"/>
                  </a:lnTo>
                  <a:lnTo>
                    <a:pt x="3828151" y="0"/>
                  </a:lnTo>
                  <a:lnTo>
                    <a:pt x="3825958" y="0"/>
                  </a:lnTo>
                  <a:lnTo>
                    <a:pt x="3823764" y="0"/>
                  </a:lnTo>
                  <a:lnTo>
                    <a:pt x="3821570" y="0"/>
                  </a:lnTo>
                  <a:lnTo>
                    <a:pt x="3819376" y="0"/>
                  </a:lnTo>
                  <a:lnTo>
                    <a:pt x="3817182" y="0"/>
                  </a:lnTo>
                  <a:lnTo>
                    <a:pt x="3814989" y="0"/>
                  </a:lnTo>
                  <a:lnTo>
                    <a:pt x="3812795" y="0"/>
                  </a:lnTo>
                  <a:lnTo>
                    <a:pt x="3810601" y="0"/>
                  </a:lnTo>
                  <a:lnTo>
                    <a:pt x="3808407" y="0"/>
                  </a:lnTo>
                  <a:lnTo>
                    <a:pt x="3806213" y="0"/>
                  </a:lnTo>
                  <a:lnTo>
                    <a:pt x="3804020" y="0"/>
                  </a:lnTo>
                  <a:lnTo>
                    <a:pt x="3801826" y="0"/>
                  </a:lnTo>
                  <a:lnTo>
                    <a:pt x="3799632" y="0"/>
                  </a:lnTo>
                  <a:lnTo>
                    <a:pt x="3797438" y="0"/>
                  </a:lnTo>
                  <a:lnTo>
                    <a:pt x="3795245" y="0"/>
                  </a:lnTo>
                  <a:lnTo>
                    <a:pt x="3793051" y="0"/>
                  </a:lnTo>
                  <a:lnTo>
                    <a:pt x="3790857" y="0"/>
                  </a:lnTo>
                  <a:lnTo>
                    <a:pt x="3788663" y="0"/>
                  </a:lnTo>
                  <a:lnTo>
                    <a:pt x="3786469" y="0"/>
                  </a:lnTo>
                  <a:lnTo>
                    <a:pt x="3784276" y="0"/>
                  </a:lnTo>
                  <a:lnTo>
                    <a:pt x="3782082" y="0"/>
                  </a:lnTo>
                  <a:lnTo>
                    <a:pt x="3779888" y="0"/>
                  </a:lnTo>
                  <a:lnTo>
                    <a:pt x="3777694" y="0"/>
                  </a:lnTo>
                  <a:lnTo>
                    <a:pt x="3775501" y="0"/>
                  </a:lnTo>
                  <a:lnTo>
                    <a:pt x="3773307" y="0"/>
                  </a:lnTo>
                  <a:lnTo>
                    <a:pt x="3771113" y="0"/>
                  </a:lnTo>
                  <a:lnTo>
                    <a:pt x="3768919" y="0"/>
                  </a:lnTo>
                  <a:lnTo>
                    <a:pt x="3766725" y="0"/>
                  </a:lnTo>
                  <a:lnTo>
                    <a:pt x="3764532" y="0"/>
                  </a:lnTo>
                  <a:lnTo>
                    <a:pt x="3762338" y="0"/>
                  </a:lnTo>
                  <a:lnTo>
                    <a:pt x="3760144" y="0"/>
                  </a:lnTo>
                  <a:lnTo>
                    <a:pt x="3757950" y="0"/>
                  </a:lnTo>
                  <a:lnTo>
                    <a:pt x="3755756" y="0"/>
                  </a:lnTo>
                  <a:lnTo>
                    <a:pt x="3753563" y="0"/>
                  </a:lnTo>
                  <a:lnTo>
                    <a:pt x="3751369" y="0"/>
                  </a:lnTo>
                  <a:lnTo>
                    <a:pt x="3749175" y="0"/>
                  </a:lnTo>
                  <a:lnTo>
                    <a:pt x="3746981" y="0"/>
                  </a:lnTo>
                  <a:lnTo>
                    <a:pt x="3744788" y="0"/>
                  </a:lnTo>
                  <a:lnTo>
                    <a:pt x="3742594" y="0"/>
                  </a:lnTo>
                  <a:lnTo>
                    <a:pt x="3740400" y="0"/>
                  </a:lnTo>
                  <a:lnTo>
                    <a:pt x="3738206" y="0"/>
                  </a:lnTo>
                  <a:lnTo>
                    <a:pt x="3736012" y="0"/>
                  </a:lnTo>
                  <a:lnTo>
                    <a:pt x="3733819" y="0"/>
                  </a:lnTo>
                  <a:lnTo>
                    <a:pt x="3731625" y="0"/>
                  </a:lnTo>
                  <a:lnTo>
                    <a:pt x="3729431" y="0"/>
                  </a:lnTo>
                  <a:lnTo>
                    <a:pt x="3727237" y="0"/>
                  </a:lnTo>
                  <a:lnTo>
                    <a:pt x="3725043" y="0"/>
                  </a:lnTo>
                  <a:lnTo>
                    <a:pt x="3722850" y="0"/>
                  </a:lnTo>
                  <a:lnTo>
                    <a:pt x="3720656" y="0"/>
                  </a:lnTo>
                  <a:lnTo>
                    <a:pt x="3718462" y="0"/>
                  </a:lnTo>
                  <a:lnTo>
                    <a:pt x="3716268" y="0"/>
                  </a:lnTo>
                  <a:lnTo>
                    <a:pt x="3714075" y="0"/>
                  </a:lnTo>
                  <a:lnTo>
                    <a:pt x="3711881" y="0"/>
                  </a:lnTo>
                  <a:lnTo>
                    <a:pt x="3709687" y="0"/>
                  </a:lnTo>
                  <a:lnTo>
                    <a:pt x="3707493" y="0"/>
                  </a:lnTo>
                  <a:lnTo>
                    <a:pt x="3705299" y="0"/>
                  </a:lnTo>
                  <a:lnTo>
                    <a:pt x="3703106" y="0"/>
                  </a:lnTo>
                  <a:lnTo>
                    <a:pt x="3700912" y="0"/>
                  </a:lnTo>
                  <a:lnTo>
                    <a:pt x="3698718" y="0"/>
                  </a:lnTo>
                  <a:lnTo>
                    <a:pt x="3696524" y="0"/>
                  </a:lnTo>
                  <a:lnTo>
                    <a:pt x="3694331" y="0"/>
                  </a:lnTo>
                  <a:lnTo>
                    <a:pt x="3692137" y="0"/>
                  </a:lnTo>
                  <a:lnTo>
                    <a:pt x="3689943" y="0"/>
                  </a:lnTo>
                  <a:lnTo>
                    <a:pt x="3687749" y="0"/>
                  </a:lnTo>
                  <a:lnTo>
                    <a:pt x="3685555" y="0"/>
                  </a:lnTo>
                  <a:lnTo>
                    <a:pt x="3683362" y="0"/>
                  </a:lnTo>
                  <a:lnTo>
                    <a:pt x="3681168" y="0"/>
                  </a:lnTo>
                  <a:lnTo>
                    <a:pt x="3678974" y="0"/>
                  </a:lnTo>
                  <a:lnTo>
                    <a:pt x="3676780" y="0"/>
                  </a:lnTo>
                  <a:lnTo>
                    <a:pt x="3674586" y="0"/>
                  </a:lnTo>
                  <a:lnTo>
                    <a:pt x="3672393" y="0"/>
                  </a:lnTo>
                  <a:lnTo>
                    <a:pt x="3670199" y="0"/>
                  </a:lnTo>
                  <a:lnTo>
                    <a:pt x="3668005" y="0"/>
                  </a:lnTo>
                  <a:lnTo>
                    <a:pt x="3665811" y="0"/>
                  </a:lnTo>
                  <a:lnTo>
                    <a:pt x="3663618" y="0"/>
                  </a:lnTo>
                  <a:lnTo>
                    <a:pt x="3661424" y="0"/>
                  </a:lnTo>
                  <a:lnTo>
                    <a:pt x="3659230" y="0"/>
                  </a:lnTo>
                  <a:lnTo>
                    <a:pt x="3657036" y="0"/>
                  </a:lnTo>
                  <a:lnTo>
                    <a:pt x="3654842" y="0"/>
                  </a:lnTo>
                  <a:lnTo>
                    <a:pt x="3652649" y="0"/>
                  </a:lnTo>
                  <a:lnTo>
                    <a:pt x="3650455" y="0"/>
                  </a:lnTo>
                  <a:lnTo>
                    <a:pt x="3648261" y="0"/>
                  </a:lnTo>
                  <a:lnTo>
                    <a:pt x="3646067" y="0"/>
                  </a:lnTo>
                  <a:lnTo>
                    <a:pt x="3643874" y="0"/>
                  </a:lnTo>
                  <a:lnTo>
                    <a:pt x="3641680" y="0"/>
                  </a:lnTo>
                  <a:lnTo>
                    <a:pt x="3639486" y="0"/>
                  </a:lnTo>
                  <a:lnTo>
                    <a:pt x="3637292" y="0"/>
                  </a:lnTo>
                  <a:lnTo>
                    <a:pt x="3635098" y="0"/>
                  </a:lnTo>
                  <a:lnTo>
                    <a:pt x="3632905" y="0"/>
                  </a:lnTo>
                  <a:lnTo>
                    <a:pt x="3630711" y="0"/>
                  </a:lnTo>
                  <a:lnTo>
                    <a:pt x="3628517" y="0"/>
                  </a:lnTo>
                  <a:lnTo>
                    <a:pt x="3626323" y="0"/>
                  </a:lnTo>
                  <a:lnTo>
                    <a:pt x="3624129" y="0"/>
                  </a:lnTo>
                  <a:lnTo>
                    <a:pt x="3621936" y="0"/>
                  </a:lnTo>
                  <a:lnTo>
                    <a:pt x="3619742" y="0"/>
                  </a:lnTo>
                  <a:lnTo>
                    <a:pt x="3617548" y="0"/>
                  </a:lnTo>
                  <a:lnTo>
                    <a:pt x="3615354" y="0"/>
                  </a:lnTo>
                  <a:lnTo>
                    <a:pt x="3613161" y="0"/>
                  </a:lnTo>
                  <a:lnTo>
                    <a:pt x="3610967" y="0"/>
                  </a:lnTo>
                  <a:lnTo>
                    <a:pt x="3608773" y="0"/>
                  </a:lnTo>
                  <a:lnTo>
                    <a:pt x="3606579" y="0"/>
                  </a:lnTo>
                  <a:lnTo>
                    <a:pt x="3604385" y="0"/>
                  </a:lnTo>
                  <a:lnTo>
                    <a:pt x="3602192" y="0"/>
                  </a:lnTo>
                  <a:lnTo>
                    <a:pt x="3599998" y="0"/>
                  </a:lnTo>
                  <a:lnTo>
                    <a:pt x="3597804" y="0"/>
                  </a:lnTo>
                  <a:lnTo>
                    <a:pt x="3595610" y="0"/>
                  </a:lnTo>
                  <a:lnTo>
                    <a:pt x="3593416" y="0"/>
                  </a:lnTo>
                  <a:lnTo>
                    <a:pt x="3591223" y="0"/>
                  </a:lnTo>
                  <a:lnTo>
                    <a:pt x="3589029" y="0"/>
                  </a:lnTo>
                  <a:lnTo>
                    <a:pt x="3586835" y="0"/>
                  </a:lnTo>
                  <a:lnTo>
                    <a:pt x="3584641" y="0"/>
                  </a:lnTo>
                  <a:lnTo>
                    <a:pt x="3582448" y="0"/>
                  </a:lnTo>
                  <a:lnTo>
                    <a:pt x="3580254" y="0"/>
                  </a:lnTo>
                  <a:lnTo>
                    <a:pt x="3578060" y="0"/>
                  </a:lnTo>
                  <a:lnTo>
                    <a:pt x="3575866" y="0"/>
                  </a:lnTo>
                  <a:lnTo>
                    <a:pt x="3573672" y="0"/>
                  </a:lnTo>
                  <a:lnTo>
                    <a:pt x="3571479" y="0"/>
                  </a:lnTo>
                  <a:lnTo>
                    <a:pt x="3569285" y="0"/>
                  </a:lnTo>
                  <a:lnTo>
                    <a:pt x="3567091" y="0"/>
                  </a:lnTo>
                  <a:lnTo>
                    <a:pt x="3564897" y="0"/>
                  </a:lnTo>
                  <a:lnTo>
                    <a:pt x="3562704" y="0"/>
                  </a:lnTo>
                  <a:lnTo>
                    <a:pt x="3560510" y="0"/>
                  </a:lnTo>
                  <a:lnTo>
                    <a:pt x="3558316" y="0"/>
                  </a:lnTo>
                  <a:lnTo>
                    <a:pt x="3556122" y="0"/>
                  </a:lnTo>
                  <a:lnTo>
                    <a:pt x="3553928" y="0"/>
                  </a:lnTo>
                  <a:lnTo>
                    <a:pt x="3551735" y="0"/>
                  </a:lnTo>
                  <a:lnTo>
                    <a:pt x="3549541" y="0"/>
                  </a:lnTo>
                  <a:lnTo>
                    <a:pt x="3547347" y="0"/>
                  </a:lnTo>
                  <a:lnTo>
                    <a:pt x="3545153" y="0"/>
                  </a:lnTo>
                  <a:lnTo>
                    <a:pt x="3542959" y="0"/>
                  </a:lnTo>
                  <a:lnTo>
                    <a:pt x="3540766" y="0"/>
                  </a:lnTo>
                  <a:lnTo>
                    <a:pt x="3538572" y="0"/>
                  </a:lnTo>
                  <a:lnTo>
                    <a:pt x="3536378" y="0"/>
                  </a:lnTo>
                  <a:lnTo>
                    <a:pt x="3534184" y="0"/>
                  </a:lnTo>
                  <a:lnTo>
                    <a:pt x="3531991" y="0"/>
                  </a:lnTo>
                  <a:lnTo>
                    <a:pt x="3529797" y="0"/>
                  </a:lnTo>
                  <a:lnTo>
                    <a:pt x="3527603" y="0"/>
                  </a:lnTo>
                  <a:lnTo>
                    <a:pt x="3525409" y="0"/>
                  </a:lnTo>
                  <a:lnTo>
                    <a:pt x="3523215" y="0"/>
                  </a:lnTo>
                  <a:lnTo>
                    <a:pt x="3521022" y="0"/>
                  </a:lnTo>
                  <a:lnTo>
                    <a:pt x="3518828" y="0"/>
                  </a:lnTo>
                  <a:lnTo>
                    <a:pt x="3516634" y="0"/>
                  </a:lnTo>
                  <a:lnTo>
                    <a:pt x="3514440" y="0"/>
                  </a:lnTo>
                  <a:lnTo>
                    <a:pt x="3512247" y="0"/>
                  </a:lnTo>
                  <a:lnTo>
                    <a:pt x="3510053" y="0"/>
                  </a:lnTo>
                  <a:lnTo>
                    <a:pt x="3507859" y="0"/>
                  </a:lnTo>
                  <a:lnTo>
                    <a:pt x="3505665" y="0"/>
                  </a:lnTo>
                  <a:lnTo>
                    <a:pt x="3503471" y="0"/>
                  </a:lnTo>
                  <a:lnTo>
                    <a:pt x="3501278" y="0"/>
                  </a:lnTo>
                  <a:lnTo>
                    <a:pt x="3499084" y="0"/>
                  </a:lnTo>
                  <a:lnTo>
                    <a:pt x="3496890" y="0"/>
                  </a:lnTo>
                  <a:lnTo>
                    <a:pt x="3494696" y="0"/>
                  </a:lnTo>
                  <a:lnTo>
                    <a:pt x="3492502" y="0"/>
                  </a:lnTo>
                  <a:lnTo>
                    <a:pt x="3490309" y="0"/>
                  </a:lnTo>
                  <a:lnTo>
                    <a:pt x="3488115" y="0"/>
                  </a:lnTo>
                  <a:lnTo>
                    <a:pt x="3485921" y="0"/>
                  </a:lnTo>
                  <a:lnTo>
                    <a:pt x="3483727" y="0"/>
                  </a:lnTo>
                  <a:lnTo>
                    <a:pt x="3481534" y="0"/>
                  </a:lnTo>
                  <a:lnTo>
                    <a:pt x="3479340" y="0"/>
                  </a:lnTo>
                  <a:lnTo>
                    <a:pt x="3477146" y="0"/>
                  </a:lnTo>
                  <a:lnTo>
                    <a:pt x="3474952" y="0"/>
                  </a:lnTo>
                  <a:lnTo>
                    <a:pt x="3472758" y="0"/>
                  </a:lnTo>
                  <a:lnTo>
                    <a:pt x="3470565" y="0"/>
                  </a:lnTo>
                  <a:lnTo>
                    <a:pt x="3468371" y="0"/>
                  </a:lnTo>
                  <a:lnTo>
                    <a:pt x="3466177" y="0"/>
                  </a:lnTo>
                  <a:lnTo>
                    <a:pt x="3463983" y="0"/>
                  </a:lnTo>
                  <a:lnTo>
                    <a:pt x="3461790" y="0"/>
                  </a:lnTo>
                  <a:lnTo>
                    <a:pt x="3459596" y="0"/>
                  </a:lnTo>
                  <a:lnTo>
                    <a:pt x="3457402" y="0"/>
                  </a:lnTo>
                  <a:lnTo>
                    <a:pt x="3455208" y="0"/>
                  </a:lnTo>
                  <a:lnTo>
                    <a:pt x="3453014" y="0"/>
                  </a:lnTo>
                  <a:lnTo>
                    <a:pt x="3450821" y="0"/>
                  </a:lnTo>
                  <a:lnTo>
                    <a:pt x="3448627" y="0"/>
                  </a:lnTo>
                  <a:lnTo>
                    <a:pt x="3446433" y="0"/>
                  </a:lnTo>
                  <a:lnTo>
                    <a:pt x="3444239" y="0"/>
                  </a:lnTo>
                  <a:lnTo>
                    <a:pt x="3442045" y="0"/>
                  </a:lnTo>
                  <a:lnTo>
                    <a:pt x="3439852" y="0"/>
                  </a:lnTo>
                  <a:lnTo>
                    <a:pt x="3437658" y="0"/>
                  </a:lnTo>
                  <a:lnTo>
                    <a:pt x="3435464" y="0"/>
                  </a:lnTo>
                  <a:lnTo>
                    <a:pt x="3433270" y="0"/>
                  </a:lnTo>
                  <a:lnTo>
                    <a:pt x="3431077" y="0"/>
                  </a:lnTo>
                  <a:lnTo>
                    <a:pt x="3428883" y="0"/>
                  </a:lnTo>
                  <a:lnTo>
                    <a:pt x="3426689" y="0"/>
                  </a:lnTo>
                  <a:lnTo>
                    <a:pt x="3424495" y="0"/>
                  </a:lnTo>
                  <a:lnTo>
                    <a:pt x="3422301" y="0"/>
                  </a:lnTo>
                  <a:lnTo>
                    <a:pt x="3420108" y="0"/>
                  </a:lnTo>
                  <a:lnTo>
                    <a:pt x="3417914" y="0"/>
                  </a:lnTo>
                  <a:lnTo>
                    <a:pt x="3415720" y="0"/>
                  </a:lnTo>
                  <a:lnTo>
                    <a:pt x="3413526" y="0"/>
                  </a:lnTo>
                  <a:lnTo>
                    <a:pt x="3411332" y="0"/>
                  </a:lnTo>
                  <a:lnTo>
                    <a:pt x="3409139" y="0"/>
                  </a:lnTo>
                  <a:lnTo>
                    <a:pt x="3406945" y="0"/>
                  </a:lnTo>
                  <a:lnTo>
                    <a:pt x="3404751" y="0"/>
                  </a:lnTo>
                  <a:lnTo>
                    <a:pt x="3402557" y="0"/>
                  </a:lnTo>
                  <a:lnTo>
                    <a:pt x="3400364" y="0"/>
                  </a:lnTo>
                  <a:lnTo>
                    <a:pt x="3398170" y="0"/>
                  </a:lnTo>
                  <a:lnTo>
                    <a:pt x="3395976" y="0"/>
                  </a:lnTo>
                  <a:lnTo>
                    <a:pt x="3393782" y="0"/>
                  </a:lnTo>
                  <a:lnTo>
                    <a:pt x="3391588" y="0"/>
                  </a:lnTo>
                  <a:lnTo>
                    <a:pt x="3389395" y="0"/>
                  </a:lnTo>
                  <a:lnTo>
                    <a:pt x="3387201" y="0"/>
                  </a:lnTo>
                  <a:lnTo>
                    <a:pt x="3385007" y="0"/>
                  </a:lnTo>
                  <a:lnTo>
                    <a:pt x="3382813" y="0"/>
                  </a:lnTo>
                  <a:lnTo>
                    <a:pt x="3380620" y="0"/>
                  </a:lnTo>
                  <a:lnTo>
                    <a:pt x="3378426" y="0"/>
                  </a:lnTo>
                  <a:lnTo>
                    <a:pt x="3376232" y="0"/>
                  </a:lnTo>
                  <a:lnTo>
                    <a:pt x="3374038" y="0"/>
                  </a:lnTo>
                  <a:lnTo>
                    <a:pt x="3371844" y="0"/>
                  </a:lnTo>
                  <a:lnTo>
                    <a:pt x="3369651" y="0"/>
                  </a:lnTo>
                  <a:lnTo>
                    <a:pt x="3367457" y="0"/>
                  </a:lnTo>
                  <a:lnTo>
                    <a:pt x="3365263" y="0"/>
                  </a:lnTo>
                  <a:lnTo>
                    <a:pt x="3363069" y="0"/>
                  </a:lnTo>
                  <a:lnTo>
                    <a:pt x="3360875" y="0"/>
                  </a:lnTo>
                  <a:lnTo>
                    <a:pt x="3358682" y="0"/>
                  </a:lnTo>
                  <a:lnTo>
                    <a:pt x="3356488" y="0"/>
                  </a:lnTo>
                  <a:lnTo>
                    <a:pt x="3354294" y="0"/>
                  </a:lnTo>
                  <a:lnTo>
                    <a:pt x="3352100" y="0"/>
                  </a:lnTo>
                  <a:lnTo>
                    <a:pt x="3349907" y="0"/>
                  </a:lnTo>
                  <a:lnTo>
                    <a:pt x="3347713" y="0"/>
                  </a:lnTo>
                  <a:lnTo>
                    <a:pt x="3345519" y="0"/>
                  </a:lnTo>
                  <a:lnTo>
                    <a:pt x="3343325" y="0"/>
                  </a:lnTo>
                  <a:lnTo>
                    <a:pt x="3341131" y="0"/>
                  </a:lnTo>
                  <a:lnTo>
                    <a:pt x="3338938" y="0"/>
                  </a:lnTo>
                  <a:lnTo>
                    <a:pt x="3336744" y="0"/>
                  </a:lnTo>
                  <a:lnTo>
                    <a:pt x="3334550" y="0"/>
                  </a:lnTo>
                  <a:lnTo>
                    <a:pt x="3332356" y="0"/>
                  </a:lnTo>
                  <a:lnTo>
                    <a:pt x="3330163" y="0"/>
                  </a:lnTo>
                  <a:lnTo>
                    <a:pt x="3327969" y="0"/>
                  </a:lnTo>
                  <a:lnTo>
                    <a:pt x="3325775" y="0"/>
                  </a:lnTo>
                  <a:lnTo>
                    <a:pt x="3323581" y="0"/>
                  </a:lnTo>
                  <a:lnTo>
                    <a:pt x="3321387" y="0"/>
                  </a:lnTo>
                  <a:lnTo>
                    <a:pt x="3319194" y="0"/>
                  </a:lnTo>
                  <a:lnTo>
                    <a:pt x="3317000" y="0"/>
                  </a:lnTo>
                  <a:lnTo>
                    <a:pt x="3314806" y="0"/>
                  </a:lnTo>
                  <a:lnTo>
                    <a:pt x="3312612" y="0"/>
                  </a:lnTo>
                  <a:lnTo>
                    <a:pt x="3310418" y="0"/>
                  </a:lnTo>
                  <a:lnTo>
                    <a:pt x="3308225" y="0"/>
                  </a:lnTo>
                  <a:lnTo>
                    <a:pt x="3306031" y="0"/>
                  </a:lnTo>
                  <a:lnTo>
                    <a:pt x="3303837" y="0"/>
                  </a:lnTo>
                  <a:lnTo>
                    <a:pt x="3301643" y="0"/>
                  </a:lnTo>
                  <a:lnTo>
                    <a:pt x="3299450" y="0"/>
                  </a:lnTo>
                  <a:lnTo>
                    <a:pt x="3297256" y="0"/>
                  </a:lnTo>
                  <a:lnTo>
                    <a:pt x="3295062" y="0"/>
                  </a:lnTo>
                  <a:lnTo>
                    <a:pt x="3292868" y="0"/>
                  </a:lnTo>
                  <a:lnTo>
                    <a:pt x="3290674" y="0"/>
                  </a:lnTo>
                  <a:lnTo>
                    <a:pt x="3288481" y="0"/>
                  </a:lnTo>
                  <a:lnTo>
                    <a:pt x="3286287" y="0"/>
                  </a:lnTo>
                  <a:lnTo>
                    <a:pt x="3284093" y="0"/>
                  </a:lnTo>
                  <a:lnTo>
                    <a:pt x="3281899" y="0"/>
                  </a:lnTo>
                  <a:lnTo>
                    <a:pt x="3279705" y="0"/>
                  </a:lnTo>
                  <a:lnTo>
                    <a:pt x="3277512" y="0"/>
                  </a:lnTo>
                  <a:lnTo>
                    <a:pt x="3275318" y="0"/>
                  </a:lnTo>
                  <a:lnTo>
                    <a:pt x="3273124" y="0"/>
                  </a:lnTo>
                  <a:lnTo>
                    <a:pt x="3270930" y="0"/>
                  </a:lnTo>
                  <a:lnTo>
                    <a:pt x="3268737" y="0"/>
                  </a:lnTo>
                  <a:lnTo>
                    <a:pt x="3266543" y="0"/>
                  </a:lnTo>
                  <a:lnTo>
                    <a:pt x="3264349" y="0"/>
                  </a:lnTo>
                  <a:lnTo>
                    <a:pt x="3262155" y="0"/>
                  </a:lnTo>
                  <a:lnTo>
                    <a:pt x="3259961" y="0"/>
                  </a:lnTo>
                  <a:lnTo>
                    <a:pt x="3257768" y="0"/>
                  </a:lnTo>
                  <a:lnTo>
                    <a:pt x="3255574" y="0"/>
                  </a:lnTo>
                  <a:lnTo>
                    <a:pt x="3253380" y="0"/>
                  </a:lnTo>
                  <a:lnTo>
                    <a:pt x="3251186" y="0"/>
                  </a:lnTo>
                  <a:lnTo>
                    <a:pt x="3248993" y="0"/>
                  </a:lnTo>
                  <a:lnTo>
                    <a:pt x="3246799" y="0"/>
                  </a:lnTo>
                  <a:lnTo>
                    <a:pt x="3244605" y="0"/>
                  </a:lnTo>
                  <a:lnTo>
                    <a:pt x="3242411" y="0"/>
                  </a:lnTo>
                  <a:lnTo>
                    <a:pt x="3240217" y="0"/>
                  </a:lnTo>
                  <a:lnTo>
                    <a:pt x="3238024" y="0"/>
                  </a:lnTo>
                  <a:lnTo>
                    <a:pt x="3235830" y="0"/>
                  </a:lnTo>
                  <a:lnTo>
                    <a:pt x="3233636" y="0"/>
                  </a:lnTo>
                  <a:lnTo>
                    <a:pt x="3231442" y="0"/>
                  </a:lnTo>
                  <a:lnTo>
                    <a:pt x="3229248" y="0"/>
                  </a:lnTo>
                  <a:lnTo>
                    <a:pt x="3227055" y="0"/>
                  </a:lnTo>
                  <a:lnTo>
                    <a:pt x="3224861" y="0"/>
                  </a:lnTo>
                  <a:lnTo>
                    <a:pt x="3222667" y="0"/>
                  </a:lnTo>
                  <a:lnTo>
                    <a:pt x="3220473" y="0"/>
                  </a:lnTo>
                  <a:lnTo>
                    <a:pt x="3218280" y="0"/>
                  </a:lnTo>
                  <a:lnTo>
                    <a:pt x="3216086" y="0"/>
                  </a:lnTo>
                  <a:lnTo>
                    <a:pt x="3213892" y="0"/>
                  </a:lnTo>
                  <a:lnTo>
                    <a:pt x="3211698" y="0"/>
                  </a:lnTo>
                  <a:lnTo>
                    <a:pt x="3209504" y="0"/>
                  </a:lnTo>
                  <a:lnTo>
                    <a:pt x="3207311" y="0"/>
                  </a:lnTo>
                  <a:lnTo>
                    <a:pt x="3205117" y="0"/>
                  </a:lnTo>
                  <a:lnTo>
                    <a:pt x="3202923" y="0"/>
                  </a:lnTo>
                  <a:lnTo>
                    <a:pt x="3200729" y="0"/>
                  </a:lnTo>
                  <a:lnTo>
                    <a:pt x="3198536" y="0"/>
                  </a:lnTo>
                  <a:lnTo>
                    <a:pt x="3196342" y="0"/>
                  </a:lnTo>
                  <a:lnTo>
                    <a:pt x="3194148" y="0"/>
                  </a:lnTo>
                  <a:lnTo>
                    <a:pt x="3191954" y="0"/>
                  </a:lnTo>
                  <a:lnTo>
                    <a:pt x="3189760" y="0"/>
                  </a:lnTo>
                  <a:lnTo>
                    <a:pt x="3187567" y="0"/>
                  </a:lnTo>
                  <a:lnTo>
                    <a:pt x="3185373" y="0"/>
                  </a:lnTo>
                  <a:lnTo>
                    <a:pt x="3183179" y="0"/>
                  </a:lnTo>
                  <a:lnTo>
                    <a:pt x="3180985" y="0"/>
                  </a:lnTo>
                  <a:lnTo>
                    <a:pt x="3178791" y="0"/>
                  </a:lnTo>
                  <a:lnTo>
                    <a:pt x="3176598" y="0"/>
                  </a:lnTo>
                  <a:lnTo>
                    <a:pt x="3174404" y="0"/>
                  </a:lnTo>
                  <a:lnTo>
                    <a:pt x="3172210" y="0"/>
                  </a:lnTo>
                  <a:lnTo>
                    <a:pt x="3170016" y="0"/>
                  </a:lnTo>
                  <a:lnTo>
                    <a:pt x="3167823" y="0"/>
                  </a:lnTo>
                  <a:lnTo>
                    <a:pt x="3165629" y="0"/>
                  </a:lnTo>
                  <a:lnTo>
                    <a:pt x="3163435" y="0"/>
                  </a:lnTo>
                  <a:lnTo>
                    <a:pt x="3161241" y="0"/>
                  </a:lnTo>
                  <a:lnTo>
                    <a:pt x="3159047" y="0"/>
                  </a:lnTo>
                  <a:lnTo>
                    <a:pt x="3156854" y="0"/>
                  </a:lnTo>
                  <a:lnTo>
                    <a:pt x="3154660" y="0"/>
                  </a:lnTo>
                  <a:lnTo>
                    <a:pt x="3152466" y="0"/>
                  </a:lnTo>
                  <a:lnTo>
                    <a:pt x="3150272" y="0"/>
                  </a:lnTo>
                  <a:lnTo>
                    <a:pt x="3148078" y="0"/>
                  </a:lnTo>
                  <a:lnTo>
                    <a:pt x="3145885" y="0"/>
                  </a:lnTo>
                  <a:lnTo>
                    <a:pt x="3143691" y="0"/>
                  </a:lnTo>
                  <a:lnTo>
                    <a:pt x="3141497" y="0"/>
                  </a:lnTo>
                  <a:lnTo>
                    <a:pt x="3139303" y="0"/>
                  </a:lnTo>
                  <a:lnTo>
                    <a:pt x="3137110" y="0"/>
                  </a:lnTo>
                  <a:lnTo>
                    <a:pt x="3134916" y="0"/>
                  </a:lnTo>
                  <a:lnTo>
                    <a:pt x="3132722" y="0"/>
                  </a:lnTo>
                  <a:lnTo>
                    <a:pt x="3130528" y="0"/>
                  </a:lnTo>
                  <a:lnTo>
                    <a:pt x="3128334" y="0"/>
                  </a:lnTo>
                  <a:lnTo>
                    <a:pt x="3126141" y="0"/>
                  </a:lnTo>
                  <a:lnTo>
                    <a:pt x="3123947" y="0"/>
                  </a:lnTo>
                  <a:lnTo>
                    <a:pt x="3121753" y="0"/>
                  </a:lnTo>
                  <a:lnTo>
                    <a:pt x="3119559" y="0"/>
                  </a:lnTo>
                  <a:lnTo>
                    <a:pt x="3117366" y="0"/>
                  </a:lnTo>
                  <a:lnTo>
                    <a:pt x="3115172" y="0"/>
                  </a:lnTo>
                  <a:lnTo>
                    <a:pt x="3112978" y="0"/>
                  </a:lnTo>
                  <a:lnTo>
                    <a:pt x="3110784" y="0"/>
                  </a:lnTo>
                  <a:lnTo>
                    <a:pt x="3108590" y="0"/>
                  </a:lnTo>
                  <a:lnTo>
                    <a:pt x="3106397" y="0"/>
                  </a:lnTo>
                  <a:lnTo>
                    <a:pt x="3104203" y="0"/>
                  </a:lnTo>
                  <a:lnTo>
                    <a:pt x="3102009" y="0"/>
                  </a:lnTo>
                  <a:lnTo>
                    <a:pt x="3099815" y="0"/>
                  </a:lnTo>
                  <a:lnTo>
                    <a:pt x="3097621" y="0"/>
                  </a:lnTo>
                  <a:lnTo>
                    <a:pt x="3095428" y="0"/>
                  </a:lnTo>
                  <a:lnTo>
                    <a:pt x="3093234" y="0"/>
                  </a:lnTo>
                  <a:lnTo>
                    <a:pt x="3091040" y="0"/>
                  </a:lnTo>
                  <a:lnTo>
                    <a:pt x="3088846" y="0"/>
                  </a:lnTo>
                  <a:lnTo>
                    <a:pt x="3086653" y="0"/>
                  </a:lnTo>
                  <a:lnTo>
                    <a:pt x="3084459" y="0"/>
                  </a:lnTo>
                  <a:lnTo>
                    <a:pt x="3082265" y="0"/>
                  </a:lnTo>
                  <a:lnTo>
                    <a:pt x="3080071" y="0"/>
                  </a:lnTo>
                  <a:lnTo>
                    <a:pt x="3077877" y="0"/>
                  </a:lnTo>
                  <a:lnTo>
                    <a:pt x="3075684" y="0"/>
                  </a:lnTo>
                  <a:lnTo>
                    <a:pt x="3073490" y="0"/>
                  </a:lnTo>
                  <a:lnTo>
                    <a:pt x="3071296" y="0"/>
                  </a:lnTo>
                  <a:lnTo>
                    <a:pt x="3069102" y="0"/>
                  </a:lnTo>
                  <a:lnTo>
                    <a:pt x="3066909" y="0"/>
                  </a:lnTo>
                  <a:lnTo>
                    <a:pt x="3064715" y="0"/>
                  </a:lnTo>
                  <a:lnTo>
                    <a:pt x="3062521" y="0"/>
                  </a:lnTo>
                  <a:lnTo>
                    <a:pt x="3060327" y="0"/>
                  </a:lnTo>
                  <a:lnTo>
                    <a:pt x="3058133" y="0"/>
                  </a:lnTo>
                  <a:lnTo>
                    <a:pt x="3055940" y="0"/>
                  </a:lnTo>
                  <a:lnTo>
                    <a:pt x="3053746" y="0"/>
                  </a:lnTo>
                  <a:lnTo>
                    <a:pt x="3051552" y="0"/>
                  </a:lnTo>
                  <a:lnTo>
                    <a:pt x="3049358" y="0"/>
                  </a:lnTo>
                  <a:lnTo>
                    <a:pt x="3047164" y="0"/>
                  </a:lnTo>
                  <a:lnTo>
                    <a:pt x="3044971" y="0"/>
                  </a:lnTo>
                  <a:lnTo>
                    <a:pt x="3042777" y="0"/>
                  </a:lnTo>
                  <a:lnTo>
                    <a:pt x="3040583" y="0"/>
                  </a:lnTo>
                  <a:lnTo>
                    <a:pt x="3038389" y="0"/>
                  </a:lnTo>
                  <a:lnTo>
                    <a:pt x="3036196" y="0"/>
                  </a:lnTo>
                  <a:lnTo>
                    <a:pt x="3034002" y="0"/>
                  </a:lnTo>
                  <a:lnTo>
                    <a:pt x="3031808" y="0"/>
                  </a:lnTo>
                  <a:lnTo>
                    <a:pt x="3029614" y="0"/>
                  </a:lnTo>
                  <a:lnTo>
                    <a:pt x="3027420" y="0"/>
                  </a:lnTo>
                  <a:lnTo>
                    <a:pt x="3025227" y="0"/>
                  </a:lnTo>
                  <a:lnTo>
                    <a:pt x="3023033" y="0"/>
                  </a:lnTo>
                  <a:lnTo>
                    <a:pt x="3020839" y="0"/>
                  </a:lnTo>
                  <a:lnTo>
                    <a:pt x="3018645" y="0"/>
                  </a:lnTo>
                  <a:lnTo>
                    <a:pt x="3016451" y="0"/>
                  </a:lnTo>
                  <a:lnTo>
                    <a:pt x="3014258" y="0"/>
                  </a:lnTo>
                  <a:lnTo>
                    <a:pt x="3012064" y="0"/>
                  </a:lnTo>
                  <a:lnTo>
                    <a:pt x="3009870" y="0"/>
                  </a:lnTo>
                  <a:lnTo>
                    <a:pt x="3007676" y="0"/>
                  </a:lnTo>
                  <a:lnTo>
                    <a:pt x="3005483" y="0"/>
                  </a:lnTo>
                  <a:lnTo>
                    <a:pt x="3003289" y="0"/>
                  </a:lnTo>
                  <a:lnTo>
                    <a:pt x="3001095" y="0"/>
                  </a:lnTo>
                  <a:lnTo>
                    <a:pt x="2998901" y="0"/>
                  </a:lnTo>
                  <a:lnTo>
                    <a:pt x="2996707" y="0"/>
                  </a:lnTo>
                  <a:lnTo>
                    <a:pt x="2994514" y="0"/>
                  </a:lnTo>
                  <a:lnTo>
                    <a:pt x="2992320" y="0"/>
                  </a:lnTo>
                  <a:lnTo>
                    <a:pt x="2990126" y="0"/>
                  </a:lnTo>
                  <a:lnTo>
                    <a:pt x="2987932" y="0"/>
                  </a:lnTo>
                  <a:lnTo>
                    <a:pt x="2985739" y="0"/>
                  </a:lnTo>
                  <a:lnTo>
                    <a:pt x="2983545" y="0"/>
                  </a:lnTo>
                  <a:lnTo>
                    <a:pt x="2981351" y="0"/>
                  </a:lnTo>
                  <a:lnTo>
                    <a:pt x="2979157" y="0"/>
                  </a:lnTo>
                  <a:lnTo>
                    <a:pt x="2976963" y="0"/>
                  </a:lnTo>
                  <a:lnTo>
                    <a:pt x="2974770" y="0"/>
                  </a:lnTo>
                  <a:lnTo>
                    <a:pt x="2972576" y="0"/>
                  </a:lnTo>
                  <a:lnTo>
                    <a:pt x="2970382" y="0"/>
                  </a:lnTo>
                  <a:lnTo>
                    <a:pt x="2968188" y="0"/>
                  </a:lnTo>
                  <a:lnTo>
                    <a:pt x="2965994" y="0"/>
                  </a:lnTo>
                  <a:lnTo>
                    <a:pt x="2963801" y="0"/>
                  </a:lnTo>
                  <a:lnTo>
                    <a:pt x="2961607" y="0"/>
                  </a:lnTo>
                  <a:lnTo>
                    <a:pt x="2959413" y="0"/>
                  </a:lnTo>
                  <a:lnTo>
                    <a:pt x="2957219" y="0"/>
                  </a:lnTo>
                  <a:lnTo>
                    <a:pt x="2955026" y="0"/>
                  </a:lnTo>
                  <a:lnTo>
                    <a:pt x="2952832" y="0"/>
                  </a:lnTo>
                  <a:lnTo>
                    <a:pt x="2950638" y="0"/>
                  </a:lnTo>
                  <a:lnTo>
                    <a:pt x="2948444" y="0"/>
                  </a:lnTo>
                  <a:lnTo>
                    <a:pt x="2946250" y="0"/>
                  </a:lnTo>
                  <a:lnTo>
                    <a:pt x="2944057" y="0"/>
                  </a:lnTo>
                  <a:lnTo>
                    <a:pt x="2941863" y="0"/>
                  </a:lnTo>
                  <a:lnTo>
                    <a:pt x="2939669" y="0"/>
                  </a:lnTo>
                  <a:lnTo>
                    <a:pt x="2937475" y="0"/>
                  </a:lnTo>
                  <a:lnTo>
                    <a:pt x="2935282" y="0"/>
                  </a:lnTo>
                  <a:lnTo>
                    <a:pt x="2933088" y="0"/>
                  </a:lnTo>
                  <a:lnTo>
                    <a:pt x="2930894" y="0"/>
                  </a:lnTo>
                  <a:lnTo>
                    <a:pt x="2928700" y="0"/>
                  </a:lnTo>
                  <a:lnTo>
                    <a:pt x="2926506" y="0"/>
                  </a:lnTo>
                  <a:lnTo>
                    <a:pt x="2924313" y="0"/>
                  </a:lnTo>
                  <a:lnTo>
                    <a:pt x="2922119" y="0"/>
                  </a:lnTo>
                  <a:lnTo>
                    <a:pt x="2919925" y="0"/>
                  </a:lnTo>
                  <a:lnTo>
                    <a:pt x="2917731" y="0"/>
                  </a:lnTo>
                  <a:lnTo>
                    <a:pt x="2915537" y="0"/>
                  </a:lnTo>
                  <a:lnTo>
                    <a:pt x="2913344" y="0"/>
                  </a:lnTo>
                  <a:lnTo>
                    <a:pt x="2911150" y="0"/>
                  </a:lnTo>
                  <a:lnTo>
                    <a:pt x="2908956" y="0"/>
                  </a:lnTo>
                  <a:lnTo>
                    <a:pt x="2906762" y="0"/>
                  </a:lnTo>
                  <a:lnTo>
                    <a:pt x="2904569" y="0"/>
                  </a:lnTo>
                  <a:lnTo>
                    <a:pt x="2902375" y="0"/>
                  </a:lnTo>
                  <a:lnTo>
                    <a:pt x="2900181" y="0"/>
                  </a:lnTo>
                  <a:lnTo>
                    <a:pt x="2897987" y="0"/>
                  </a:lnTo>
                  <a:lnTo>
                    <a:pt x="2895793" y="0"/>
                  </a:lnTo>
                  <a:lnTo>
                    <a:pt x="2893600" y="0"/>
                  </a:lnTo>
                  <a:lnTo>
                    <a:pt x="2891406" y="0"/>
                  </a:lnTo>
                  <a:lnTo>
                    <a:pt x="2889212" y="0"/>
                  </a:lnTo>
                  <a:lnTo>
                    <a:pt x="2887018" y="0"/>
                  </a:lnTo>
                  <a:lnTo>
                    <a:pt x="2884825" y="0"/>
                  </a:lnTo>
                  <a:lnTo>
                    <a:pt x="2882631" y="0"/>
                  </a:lnTo>
                  <a:lnTo>
                    <a:pt x="2880437" y="0"/>
                  </a:lnTo>
                  <a:lnTo>
                    <a:pt x="2878243" y="0"/>
                  </a:lnTo>
                  <a:lnTo>
                    <a:pt x="2876049" y="0"/>
                  </a:lnTo>
                  <a:lnTo>
                    <a:pt x="2873856" y="0"/>
                  </a:lnTo>
                  <a:lnTo>
                    <a:pt x="2871662" y="0"/>
                  </a:lnTo>
                  <a:lnTo>
                    <a:pt x="2869468" y="0"/>
                  </a:lnTo>
                  <a:lnTo>
                    <a:pt x="2867274" y="0"/>
                  </a:lnTo>
                  <a:lnTo>
                    <a:pt x="2865080" y="0"/>
                  </a:lnTo>
                  <a:lnTo>
                    <a:pt x="2862887" y="0"/>
                  </a:lnTo>
                  <a:lnTo>
                    <a:pt x="2860693" y="0"/>
                  </a:lnTo>
                  <a:lnTo>
                    <a:pt x="2858499" y="0"/>
                  </a:lnTo>
                  <a:lnTo>
                    <a:pt x="2856305" y="0"/>
                  </a:lnTo>
                  <a:lnTo>
                    <a:pt x="2854112" y="0"/>
                  </a:lnTo>
                  <a:lnTo>
                    <a:pt x="2851918" y="0"/>
                  </a:lnTo>
                  <a:lnTo>
                    <a:pt x="2849724" y="0"/>
                  </a:lnTo>
                  <a:lnTo>
                    <a:pt x="2847530" y="0"/>
                  </a:lnTo>
                  <a:lnTo>
                    <a:pt x="2845336" y="0"/>
                  </a:lnTo>
                  <a:lnTo>
                    <a:pt x="2843143" y="0"/>
                  </a:lnTo>
                  <a:lnTo>
                    <a:pt x="2840949" y="0"/>
                  </a:lnTo>
                  <a:lnTo>
                    <a:pt x="2838755" y="0"/>
                  </a:lnTo>
                  <a:lnTo>
                    <a:pt x="2836561" y="0"/>
                  </a:lnTo>
                  <a:lnTo>
                    <a:pt x="2834367" y="0"/>
                  </a:lnTo>
                  <a:lnTo>
                    <a:pt x="2832174" y="0"/>
                  </a:lnTo>
                  <a:lnTo>
                    <a:pt x="2829980" y="0"/>
                  </a:lnTo>
                  <a:lnTo>
                    <a:pt x="2827786" y="0"/>
                  </a:lnTo>
                  <a:lnTo>
                    <a:pt x="2825592" y="0"/>
                  </a:lnTo>
                  <a:lnTo>
                    <a:pt x="2823399" y="0"/>
                  </a:lnTo>
                  <a:lnTo>
                    <a:pt x="2821205" y="0"/>
                  </a:lnTo>
                  <a:lnTo>
                    <a:pt x="2819011" y="0"/>
                  </a:lnTo>
                  <a:lnTo>
                    <a:pt x="2816817" y="0"/>
                  </a:lnTo>
                  <a:lnTo>
                    <a:pt x="2814623" y="0"/>
                  </a:lnTo>
                  <a:lnTo>
                    <a:pt x="2812430" y="0"/>
                  </a:lnTo>
                  <a:lnTo>
                    <a:pt x="2810236" y="0"/>
                  </a:lnTo>
                  <a:lnTo>
                    <a:pt x="2808042" y="0"/>
                  </a:lnTo>
                  <a:lnTo>
                    <a:pt x="2805848" y="0"/>
                  </a:lnTo>
                  <a:lnTo>
                    <a:pt x="2803655" y="0"/>
                  </a:lnTo>
                  <a:lnTo>
                    <a:pt x="2801461" y="0"/>
                  </a:lnTo>
                  <a:lnTo>
                    <a:pt x="2799267" y="0"/>
                  </a:lnTo>
                  <a:lnTo>
                    <a:pt x="2797073" y="0"/>
                  </a:lnTo>
                  <a:lnTo>
                    <a:pt x="2794879" y="0"/>
                  </a:lnTo>
                  <a:lnTo>
                    <a:pt x="2792686" y="0"/>
                  </a:lnTo>
                  <a:lnTo>
                    <a:pt x="2790492" y="0"/>
                  </a:lnTo>
                  <a:lnTo>
                    <a:pt x="2788298" y="0"/>
                  </a:lnTo>
                  <a:lnTo>
                    <a:pt x="2786104" y="0"/>
                  </a:lnTo>
                  <a:lnTo>
                    <a:pt x="2783910" y="0"/>
                  </a:lnTo>
                  <a:lnTo>
                    <a:pt x="2781717" y="0"/>
                  </a:lnTo>
                  <a:lnTo>
                    <a:pt x="2779523" y="0"/>
                  </a:lnTo>
                  <a:lnTo>
                    <a:pt x="2777329" y="0"/>
                  </a:lnTo>
                  <a:lnTo>
                    <a:pt x="2775135" y="0"/>
                  </a:lnTo>
                  <a:lnTo>
                    <a:pt x="2772942" y="0"/>
                  </a:lnTo>
                  <a:lnTo>
                    <a:pt x="2770748" y="0"/>
                  </a:lnTo>
                  <a:lnTo>
                    <a:pt x="2768554" y="0"/>
                  </a:lnTo>
                  <a:lnTo>
                    <a:pt x="2766360" y="0"/>
                  </a:lnTo>
                  <a:lnTo>
                    <a:pt x="2764166" y="0"/>
                  </a:lnTo>
                  <a:lnTo>
                    <a:pt x="2761973" y="0"/>
                  </a:lnTo>
                  <a:lnTo>
                    <a:pt x="2759779" y="0"/>
                  </a:lnTo>
                  <a:lnTo>
                    <a:pt x="2757585" y="0"/>
                  </a:lnTo>
                  <a:lnTo>
                    <a:pt x="2755391" y="0"/>
                  </a:lnTo>
                  <a:lnTo>
                    <a:pt x="2753198" y="0"/>
                  </a:lnTo>
                  <a:lnTo>
                    <a:pt x="2751004" y="0"/>
                  </a:lnTo>
                  <a:lnTo>
                    <a:pt x="2748810" y="0"/>
                  </a:lnTo>
                  <a:lnTo>
                    <a:pt x="2746616" y="0"/>
                  </a:lnTo>
                  <a:lnTo>
                    <a:pt x="2744422" y="0"/>
                  </a:lnTo>
                  <a:lnTo>
                    <a:pt x="2742229" y="0"/>
                  </a:lnTo>
                  <a:lnTo>
                    <a:pt x="2740035" y="0"/>
                  </a:lnTo>
                  <a:lnTo>
                    <a:pt x="2737841" y="0"/>
                  </a:lnTo>
                  <a:lnTo>
                    <a:pt x="2735647" y="0"/>
                  </a:lnTo>
                  <a:lnTo>
                    <a:pt x="2733453" y="0"/>
                  </a:lnTo>
                  <a:lnTo>
                    <a:pt x="2731260" y="0"/>
                  </a:lnTo>
                  <a:lnTo>
                    <a:pt x="2729066" y="0"/>
                  </a:lnTo>
                  <a:lnTo>
                    <a:pt x="2726872" y="0"/>
                  </a:lnTo>
                  <a:lnTo>
                    <a:pt x="2724678" y="0"/>
                  </a:lnTo>
                  <a:lnTo>
                    <a:pt x="2722485" y="0"/>
                  </a:lnTo>
                  <a:lnTo>
                    <a:pt x="2720291" y="0"/>
                  </a:lnTo>
                  <a:lnTo>
                    <a:pt x="2718097" y="0"/>
                  </a:lnTo>
                  <a:lnTo>
                    <a:pt x="2715903" y="0"/>
                  </a:lnTo>
                  <a:lnTo>
                    <a:pt x="2713709" y="0"/>
                  </a:lnTo>
                  <a:lnTo>
                    <a:pt x="2711516" y="0"/>
                  </a:lnTo>
                  <a:lnTo>
                    <a:pt x="2709322" y="0"/>
                  </a:lnTo>
                  <a:lnTo>
                    <a:pt x="2707128" y="0"/>
                  </a:lnTo>
                  <a:lnTo>
                    <a:pt x="2704934" y="0"/>
                  </a:lnTo>
                  <a:lnTo>
                    <a:pt x="2702740" y="0"/>
                  </a:lnTo>
                  <a:lnTo>
                    <a:pt x="2700547" y="0"/>
                  </a:lnTo>
                  <a:lnTo>
                    <a:pt x="2698353" y="0"/>
                  </a:lnTo>
                  <a:lnTo>
                    <a:pt x="2696159" y="0"/>
                  </a:lnTo>
                  <a:lnTo>
                    <a:pt x="2693965" y="0"/>
                  </a:lnTo>
                  <a:lnTo>
                    <a:pt x="2691772" y="0"/>
                  </a:lnTo>
                  <a:lnTo>
                    <a:pt x="2689578" y="0"/>
                  </a:lnTo>
                  <a:lnTo>
                    <a:pt x="2687384" y="0"/>
                  </a:lnTo>
                  <a:lnTo>
                    <a:pt x="2685190" y="0"/>
                  </a:lnTo>
                  <a:lnTo>
                    <a:pt x="2682996" y="0"/>
                  </a:lnTo>
                  <a:lnTo>
                    <a:pt x="2680803" y="0"/>
                  </a:lnTo>
                  <a:lnTo>
                    <a:pt x="2678609" y="0"/>
                  </a:lnTo>
                  <a:lnTo>
                    <a:pt x="2676415" y="0"/>
                  </a:lnTo>
                  <a:lnTo>
                    <a:pt x="2674221" y="0"/>
                  </a:lnTo>
                  <a:lnTo>
                    <a:pt x="2672028" y="0"/>
                  </a:lnTo>
                  <a:lnTo>
                    <a:pt x="2669834" y="0"/>
                  </a:lnTo>
                  <a:lnTo>
                    <a:pt x="2667640" y="0"/>
                  </a:lnTo>
                  <a:lnTo>
                    <a:pt x="2665446" y="0"/>
                  </a:lnTo>
                  <a:lnTo>
                    <a:pt x="2663252" y="0"/>
                  </a:lnTo>
                  <a:lnTo>
                    <a:pt x="2661059" y="0"/>
                  </a:lnTo>
                  <a:lnTo>
                    <a:pt x="2658865" y="0"/>
                  </a:lnTo>
                  <a:lnTo>
                    <a:pt x="2656671" y="0"/>
                  </a:lnTo>
                  <a:lnTo>
                    <a:pt x="2654477" y="0"/>
                  </a:lnTo>
                  <a:lnTo>
                    <a:pt x="2652283" y="0"/>
                  </a:lnTo>
                  <a:lnTo>
                    <a:pt x="2650090" y="0"/>
                  </a:lnTo>
                  <a:lnTo>
                    <a:pt x="2647896" y="0"/>
                  </a:lnTo>
                  <a:lnTo>
                    <a:pt x="2645702" y="0"/>
                  </a:lnTo>
                  <a:lnTo>
                    <a:pt x="2643508" y="0"/>
                  </a:lnTo>
                  <a:lnTo>
                    <a:pt x="2641315" y="0"/>
                  </a:lnTo>
                  <a:lnTo>
                    <a:pt x="2639121" y="0"/>
                  </a:lnTo>
                  <a:lnTo>
                    <a:pt x="2636927" y="0"/>
                  </a:lnTo>
                  <a:lnTo>
                    <a:pt x="2634733" y="0"/>
                  </a:lnTo>
                  <a:lnTo>
                    <a:pt x="2632539" y="0"/>
                  </a:lnTo>
                  <a:lnTo>
                    <a:pt x="2630346" y="0"/>
                  </a:lnTo>
                  <a:lnTo>
                    <a:pt x="2628152" y="0"/>
                  </a:lnTo>
                  <a:lnTo>
                    <a:pt x="2625958" y="0"/>
                  </a:lnTo>
                  <a:lnTo>
                    <a:pt x="2623764" y="0"/>
                  </a:lnTo>
                  <a:lnTo>
                    <a:pt x="2621571" y="0"/>
                  </a:lnTo>
                  <a:lnTo>
                    <a:pt x="2619377" y="0"/>
                  </a:lnTo>
                  <a:lnTo>
                    <a:pt x="2617183" y="0"/>
                  </a:lnTo>
                  <a:lnTo>
                    <a:pt x="2614989" y="0"/>
                  </a:lnTo>
                  <a:lnTo>
                    <a:pt x="2612795" y="0"/>
                  </a:lnTo>
                  <a:lnTo>
                    <a:pt x="2610602" y="0"/>
                  </a:lnTo>
                  <a:lnTo>
                    <a:pt x="2608408" y="0"/>
                  </a:lnTo>
                  <a:lnTo>
                    <a:pt x="2606214" y="0"/>
                  </a:lnTo>
                  <a:lnTo>
                    <a:pt x="2604020" y="0"/>
                  </a:lnTo>
                  <a:lnTo>
                    <a:pt x="2601826" y="0"/>
                  </a:lnTo>
                  <a:lnTo>
                    <a:pt x="2599633" y="0"/>
                  </a:lnTo>
                  <a:lnTo>
                    <a:pt x="2597439" y="0"/>
                  </a:lnTo>
                  <a:lnTo>
                    <a:pt x="2595245" y="0"/>
                  </a:lnTo>
                  <a:lnTo>
                    <a:pt x="2593051" y="0"/>
                  </a:lnTo>
                  <a:lnTo>
                    <a:pt x="2590858" y="0"/>
                  </a:lnTo>
                  <a:lnTo>
                    <a:pt x="2588664" y="0"/>
                  </a:lnTo>
                  <a:lnTo>
                    <a:pt x="2586470" y="0"/>
                  </a:lnTo>
                  <a:lnTo>
                    <a:pt x="2584276" y="0"/>
                  </a:lnTo>
                  <a:lnTo>
                    <a:pt x="2582082" y="0"/>
                  </a:lnTo>
                  <a:lnTo>
                    <a:pt x="2579889" y="0"/>
                  </a:lnTo>
                  <a:lnTo>
                    <a:pt x="2577695" y="0"/>
                  </a:lnTo>
                  <a:lnTo>
                    <a:pt x="2575501" y="0"/>
                  </a:lnTo>
                  <a:lnTo>
                    <a:pt x="2573307" y="0"/>
                  </a:lnTo>
                  <a:lnTo>
                    <a:pt x="2571113" y="0"/>
                  </a:lnTo>
                  <a:lnTo>
                    <a:pt x="2568920" y="0"/>
                  </a:lnTo>
                  <a:lnTo>
                    <a:pt x="2566726" y="0"/>
                  </a:lnTo>
                  <a:lnTo>
                    <a:pt x="2564532" y="0"/>
                  </a:lnTo>
                  <a:lnTo>
                    <a:pt x="2562338" y="0"/>
                  </a:lnTo>
                  <a:lnTo>
                    <a:pt x="2560145" y="0"/>
                  </a:lnTo>
                  <a:lnTo>
                    <a:pt x="2557951" y="0"/>
                  </a:lnTo>
                  <a:lnTo>
                    <a:pt x="2555757" y="0"/>
                  </a:lnTo>
                  <a:lnTo>
                    <a:pt x="2553563" y="0"/>
                  </a:lnTo>
                  <a:lnTo>
                    <a:pt x="2551369" y="0"/>
                  </a:lnTo>
                  <a:lnTo>
                    <a:pt x="2549176" y="0"/>
                  </a:lnTo>
                  <a:lnTo>
                    <a:pt x="2546982" y="0"/>
                  </a:lnTo>
                  <a:lnTo>
                    <a:pt x="2544788" y="0"/>
                  </a:lnTo>
                  <a:lnTo>
                    <a:pt x="2542594" y="0"/>
                  </a:lnTo>
                  <a:lnTo>
                    <a:pt x="2540401" y="0"/>
                  </a:lnTo>
                  <a:lnTo>
                    <a:pt x="2538207" y="0"/>
                  </a:lnTo>
                  <a:lnTo>
                    <a:pt x="2536013" y="0"/>
                  </a:lnTo>
                  <a:lnTo>
                    <a:pt x="2533819" y="0"/>
                  </a:lnTo>
                  <a:lnTo>
                    <a:pt x="2531625" y="0"/>
                  </a:lnTo>
                  <a:lnTo>
                    <a:pt x="2529432" y="0"/>
                  </a:lnTo>
                  <a:lnTo>
                    <a:pt x="2527238" y="0"/>
                  </a:lnTo>
                  <a:lnTo>
                    <a:pt x="2525044" y="0"/>
                  </a:lnTo>
                  <a:lnTo>
                    <a:pt x="2522850" y="0"/>
                  </a:lnTo>
                  <a:lnTo>
                    <a:pt x="2520656" y="0"/>
                  </a:lnTo>
                  <a:lnTo>
                    <a:pt x="2518463" y="0"/>
                  </a:lnTo>
                  <a:lnTo>
                    <a:pt x="2516269" y="0"/>
                  </a:lnTo>
                  <a:lnTo>
                    <a:pt x="2514075" y="0"/>
                  </a:lnTo>
                  <a:lnTo>
                    <a:pt x="2511881" y="0"/>
                  </a:lnTo>
                  <a:lnTo>
                    <a:pt x="2509688" y="0"/>
                  </a:lnTo>
                  <a:lnTo>
                    <a:pt x="2507494" y="0"/>
                  </a:lnTo>
                  <a:lnTo>
                    <a:pt x="2505300" y="0"/>
                  </a:lnTo>
                  <a:lnTo>
                    <a:pt x="2503106" y="0"/>
                  </a:lnTo>
                  <a:lnTo>
                    <a:pt x="2500912" y="0"/>
                  </a:lnTo>
                  <a:lnTo>
                    <a:pt x="2498719" y="0"/>
                  </a:lnTo>
                  <a:lnTo>
                    <a:pt x="2496525" y="0"/>
                  </a:lnTo>
                  <a:lnTo>
                    <a:pt x="2494331" y="0"/>
                  </a:lnTo>
                  <a:lnTo>
                    <a:pt x="2492137" y="0"/>
                  </a:lnTo>
                  <a:lnTo>
                    <a:pt x="2489944" y="0"/>
                  </a:lnTo>
                  <a:lnTo>
                    <a:pt x="2487750" y="0"/>
                  </a:lnTo>
                  <a:lnTo>
                    <a:pt x="2485556" y="0"/>
                  </a:lnTo>
                  <a:lnTo>
                    <a:pt x="2483362" y="0"/>
                  </a:lnTo>
                  <a:lnTo>
                    <a:pt x="2481168" y="0"/>
                  </a:lnTo>
                  <a:lnTo>
                    <a:pt x="2478975" y="0"/>
                  </a:lnTo>
                  <a:lnTo>
                    <a:pt x="2476781" y="0"/>
                  </a:lnTo>
                  <a:lnTo>
                    <a:pt x="2474587" y="0"/>
                  </a:lnTo>
                  <a:lnTo>
                    <a:pt x="2472393" y="0"/>
                  </a:lnTo>
                  <a:lnTo>
                    <a:pt x="2470199" y="0"/>
                  </a:lnTo>
                  <a:lnTo>
                    <a:pt x="2468006" y="0"/>
                  </a:lnTo>
                  <a:lnTo>
                    <a:pt x="2465812" y="0"/>
                  </a:lnTo>
                  <a:lnTo>
                    <a:pt x="2463618" y="0"/>
                  </a:lnTo>
                  <a:lnTo>
                    <a:pt x="2461424" y="0"/>
                  </a:lnTo>
                  <a:lnTo>
                    <a:pt x="2459231" y="0"/>
                  </a:lnTo>
                  <a:lnTo>
                    <a:pt x="2457037" y="0"/>
                  </a:lnTo>
                  <a:lnTo>
                    <a:pt x="2454843" y="0"/>
                  </a:lnTo>
                  <a:lnTo>
                    <a:pt x="2452649" y="0"/>
                  </a:lnTo>
                  <a:lnTo>
                    <a:pt x="2450455" y="0"/>
                  </a:lnTo>
                  <a:lnTo>
                    <a:pt x="2448262" y="0"/>
                  </a:lnTo>
                  <a:lnTo>
                    <a:pt x="2446068" y="0"/>
                  </a:lnTo>
                  <a:lnTo>
                    <a:pt x="2443874" y="0"/>
                  </a:lnTo>
                  <a:lnTo>
                    <a:pt x="2441680" y="0"/>
                  </a:lnTo>
                  <a:lnTo>
                    <a:pt x="2439486" y="0"/>
                  </a:lnTo>
                  <a:lnTo>
                    <a:pt x="2437293" y="0"/>
                  </a:lnTo>
                  <a:lnTo>
                    <a:pt x="2435099" y="0"/>
                  </a:lnTo>
                  <a:lnTo>
                    <a:pt x="2432905" y="0"/>
                  </a:lnTo>
                  <a:lnTo>
                    <a:pt x="2430711" y="0"/>
                  </a:lnTo>
                  <a:lnTo>
                    <a:pt x="2428518" y="0"/>
                  </a:lnTo>
                  <a:lnTo>
                    <a:pt x="2426324" y="0"/>
                  </a:lnTo>
                  <a:lnTo>
                    <a:pt x="2424130" y="0"/>
                  </a:lnTo>
                  <a:lnTo>
                    <a:pt x="2421936" y="0"/>
                  </a:lnTo>
                  <a:lnTo>
                    <a:pt x="2419742" y="0"/>
                  </a:lnTo>
                  <a:lnTo>
                    <a:pt x="2417549" y="0"/>
                  </a:lnTo>
                  <a:lnTo>
                    <a:pt x="2415355" y="0"/>
                  </a:lnTo>
                  <a:lnTo>
                    <a:pt x="2413161" y="0"/>
                  </a:lnTo>
                  <a:lnTo>
                    <a:pt x="2410967" y="0"/>
                  </a:lnTo>
                  <a:lnTo>
                    <a:pt x="2408774" y="0"/>
                  </a:lnTo>
                  <a:lnTo>
                    <a:pt x="2406580" y="0"/>
                  </a:lnTo>
                  <a:lnTo>
                    <a:pt x="2404386" y="0"/>
                  </a:lnTo>
                  <a:lnTo>
                    <a:pt x="2402192" y="0"/>
                  </a:lnTo>
                  <a:lnTo>
                    <a:pt x="2399998" y="0"/>
                  </a:lnTo>
                  <a:lnTo>
                    <a:pt x="2397805" y="0"/>
                  </a:lnTo>
                  <a:lnTo>
                    <a:pt x="2395611" y="0"/>
                  </a:lnTo>
                  <a:lnTo>
                    <a:pt x="2393417" y="0"/>
                  </a:lnTo>
                  <a:lnTo>
                    <a:pt x="2391223" y="0"/>
                  </a:lnTo>
                  <a:lnTo>
                    <a:pt x="2389029" y="0"/>
                  </a:lnTo>
                  <a:lnTo>
                    <a:pt x="2386836" y="0"/>
                  </a:lnTo>
                  <a:lnTo>
                    <a:pt x="2384642" y="0"/>
                  </a:lnTo>
                  <a:lnTo>
                    <a:pt x="2382448" y="0"/>
                  </a:lnTo>
                  <a:lnTo>
                    <a:pt x="2380254" y="0"/>
                  </a:lnTo>
                  <a:lnTo>
                    <a:pt x="2378061" y="0"/>
                  </a:lnTo>
                  <a:lnTo>
                    <a:pt x="2375867" y="0"/>
                  </a:lnTo>
                  <a:lnTo>
                    <a:pt x="2373673" y="0"/>
                  </a:lnTo>
                  <a:lnTo>
                    <a:pt x="2371479" y="0"/>
                  </a:lnTo>
                  <a:lnTo>
                    <a:pt x="2369285" y="0"/>
                  </a:lnTo>
                  <a:lnTo>
                    <a:pt x="2367092" y="0"/>
                  </a:lnTo>
                  <a:lnTo>
                    <a:pt x="2364898" y="0"/>
                  </a:lnTo>
                  <a:lnTo>
                    <a:pt x="2362704" y="0"/>
                  </a:lnTo>
                  <a:lnTo>
                    <a:pt x="2360510" y="0"/>
                  </a:lnTo>
                  <a:lnTo>
                    <a:pt x="2358317" y="0"/>
                  </a:lnTo>
                  <a:lnTo>
                    <a:pt x="2356123" y="0"/>
                  </a:lnTo>
                  <a:lnTo>
                    <a:pt x="2353929" y="0"/>
                  </a:lnTo>
                  <a:lnTo>
                    <a:pt x="2351735" y="0"/>
                  </a:lnTo>
                  <a:lnTo>
                    <a:pt x="2349541" y="0"/>
                  </a:lnTo>
                  <a:lnTo>
                    <a:pt x="2347348" y="0"/>
                  </a:lnTo>
                  <a:lnTo>
                    <a:pt x="2345154" y="0"/>
                  </a:lnTo>
                  <a:lnTo>
                    <a:pt x="2342960" y="0"/>
                  </a:lnTo>
                  <a:lnTo>
                    <a:pt x="2340766" y="0"/>
                  </a:lnTo>
                  <a:lnTo>
                    <a:pt x="2338572" y="0"/>
                  </a:lnTo>
                  <a:lnTo>
                    <a:pt x="2336379" y="0"/>
                  </a:lnTo>
                  <a:lnTo>
                    <a:pt x="2334185" y="0"/>
                  </a:lnTo>
                  <a:lnTo>
                    <a:pt x="2331991" y="0"/>
                  </a:lnTo>
                  <a:lnTo>
                    <a:pt x="2329797" y="0"/>
                  </a:lnTo>
                  <a:lnTo>
                    <a:pt x="2327604" y="0"/>
                  </a:lnTo>
                  <a:lnTo>
                    <a:pt x="2325410" y="0"/>
                  </a:lnTo>
                  <a:lnTo>
                    <a:pt x="2323216" y="0"/>
                  </a:lnTo>
                  <a:lnTo>
                    <a:pt x="2321022" y="0"/>
                  </a:lnTo>
                  <a:lnTo>
                    <a:pt x="2318828" y="0"/>
                  </a:lnTo>
                  <a:lnTo>
                    <a:pt x="2316635" y="0"/>
                  </a:lnTo>
                  <a:lnTo>
                    <a:pt x="2314441" y="0"/>
                  </a:lnTo>
                  <a:lnTo>
                    <a:pt x="2312247" y="0"/>
                  </a:lnTo>
                  <a:lnTo>
                    <a:pt x="2310053" y="0"/>
                  </a:lnTo>
                  <a:lnTo>
                    <a:pt x="2307860" y="0"/>
                  </a:lnTo>
                  <a:lnTo>
                    <a:pt x="2305666" y="0"/>
                  </a:lnTo>
                  <a:lnTo>
                    <a:pt x="2303472" y="0"/>
                  </a:lnTo>
                  <a:lnTo>
                    <a:pt x="2301278" y="0"/>
                  </a:lnTo>
                  <a:lnTo>
                    <a:pt x="2299084" y="0"/>
                  </a:lnTo>
                  <a:lnTo>
                    <a:pt x="2296891" y="0"/>
                  </a:lnTo>
                  <a:lnTo>
                    <a:pt x="2294697" y="0"/>
                  </a:lnTo>
                  <a:lnTo>
                    <a:pt x="2292503" y="0"/>
                  </a:lnTo>
                  <a:lnTo>
                    <a:pt x="2290309" y="0"/>
                  </a:lnTo>
                  <a:lnTo>
                    <a:pt x="2288115" y="0"/>
                  </a:lnTo>
                  <a:lnTo>
                    <a:pt x="2285922" y="0"/>
                  </a:lnTo>
                  <a:lnTo>
                    <a:pt x="2283728" y="0"/>
                  </a:lnTo>
                  <a:lnTo>
                    <a:pt x="2281534" y="0"/>
                  </a:lnTo>
                  <a:lnTo>
                    <a:pt x="2279340" y="0"/>
                  </a:lnTo>
                  <a:lnTo>
                    <a:pt x="2277147" y="0"/>
                  </a:lnTo>
                  <a:lnTo>
                    <a:pt x="2274953" y="0"/>
                  </a:lnTo>
                  <a:lnTo>
                    <a:pt x="2272759" y="0"/>
                  </a:lnTo>
                  <a:lnTo>
                    <a:pt x="2270565" y="0"/>
                  </a:lnTo>
                  <a:lnTo>
                    <a:pt x="2268371" y="0"/>
                  </a:lnTo>
                  <a:lnTo>
                    <a:pt x="2266178" y="0"/>
                  </a:lnTo>
                  <a:lnTo>
                    <a:pt x="2263984" y="0"/>
                  </a:lnTo>
                  <a:lnTo>
                    <a:pt x="2261790" y="0"/>
                  </a:lnTo>
                  <a:lnTo>
                    <a:pt x="2259596" y="0"/>
                  </a:lnTo>
                  <a:lnTo>
                    <a:pt x="2257402" y="0"/>
                  </a:lnTo>
                  <a:lnTo>
                    <a:pt x="2255209" y="0"/>
                  </a:lnTo>
                  <a:lnTo>
                    <a:pt x="2253015" y="0"/>
                  </a:lnTo>
                  <a:lnTo>
                    <a:pt x="2250821" y="0"/>
                  </a:lnTo>
                  <a:lnTo>
                    <a:pt x="2248627" y="0"/>
                  </a:lnTo>
                  <a:lnTo>
                    <a:pt x="2246434" y="0"/>
                  </a:lnTo>
                  <a:lnTo>
                    <a:pt x="2244240" y="0"/>
                  </a:lnTo>
                  <a:lnTo>
                    <a:pt x="2242046" y="0"/>
                  </a:lnTo>
                  <a:lnTo>
                    <a:pt x="2239852" y="0"/>
                  </a:lnTo>
                  <a:lnTo>
                    <a:pt x="2237658" y="0"/>
                  </a:lnTo>
                  <a:lnTo>
                    <a:pt x="2235465" y="0"/>
                  </a:lnTo>
                  <a:lnTo>
                    <a:pt x="2233271" y="0"/>
                  </a:lnTo>
                  <a:lnTo>
                    <a:pt x="2231077" y="0"/>
                  </a:lnTo>
                  <a:lnTo>
                    <a:pt x="2228883" y="0"/>
                  </a:lnTo>
                  <a:lnTo>
                    <a:pt x="2226690" y="0"/>
                  </a:lnTo>
                  <a:lnTo>
                    <a:pt x="2224496" y="0"/>
                  </a:lnTo>
                  <a:lnTo>
                    <a:pt x="2222302" y="0"/>
                  </a:lnTo>
                  <a:lnTo>
                    <a:pt x="2220108" y="0"/>
                  </a:lnTo>
                  <a:lnTo>
                    <a:pt x="2217914" y="0"/>
                  </a:lnTo>
                  <a:lnTo>
                    <a:pt x="2215721" y="0"/>
                  </a:lnTo>
                  <a:lnTo>
                    <a:pt x="2213527" y="0"/>
                  </a:lnTo>
                  <a:lnTo>
                    <a:pt x="2211333" y="0"/>
                  </a:lnTo>
                  <a:lnTo>
                    <a:pt x="2209139" y="0"/>
                  </a:lnTo>
                  <a:lnTo>
                    <a:pt x="2206945" y="0"/>
                  </a:lnTo>
                  <a:lnTo>
                    <a:pt x="2204752" y="0"/>
                  </a:lnTo>
                  <a:lnTo>
                    <a:pt x="2202558" y="0"/>
                  </a:lnTo>
                  <a:lnTo>
                    <a:pt x="2200364" y="0"/>
                  </a:lnTo>
                  <a:lnTo>
                    <a:pt x="2198170" y="0"/>
                  </a:lnTo>
                  <a:lnTo>
                    <a:pt x="2195977" y="0"/>
                  </a:lnTo>
                  <a:lnTo>
                    <a:pt x="2193783" y="0"/>
                  </a:lnTo>
                  <a:lnTo>
                    <a:pt x="2191589" y="0"/>
                  </a:lnTo>
                  <a:lnTo>
                    <a:pt x="2189395" y="0"/>
                  </a:lnTo>
                  <a:lnTo>
                    <a:pt x="2187201" y="0"/>
                  </a:lnTo>
                  <a:lnTo>
                    <a:pt x="2185008" y="0"/>
                  </a:lnTo>
                  <a:lnTo>
                    <a:pt x="2182814" y="0"/>
                  </a:lnTo>
                  <a:lnTo>
                    <a:pt x="2180620" y="0"/>
                  </a:lnTo>
                  <a:lnTo>
                    <a:pt x="2178426" y="0"/>
                  </a:lnTo>
                  <a:lnTo>
                    <a:pt x="2176233" y="0"/>
                  </a:lnTo>
                  <a:lnTo>
                    <a:pt x="2174039" y="0"/>
                  </a:lnTo>
                  <a:lnTo>
                    <a:pt x="2171845" y="0"/>
                  </a:lnTo>
                  <a:lnTo>
                    <a:pt x="2169651" y="0"/>
                  </a:lnTo>
                  <a:lnTo>
                    <a:pt x="2167457" y="0"/>
                  </a:lnTo>
                  <a:lnTo>
                    <a:pt x="2165264" y="0"/>
                  </a:lnTo>
                  <a:lnTo>
                    <a:pt x="2163070" y="0"/>
                  </a:lnTo>
                  <a:lnTo>
                    <a:pt x="2160876" y="0"/>
                  </a:lnTo>
                  <a:lnTo>
                    <a:pt x="2158682" y="0"/>
                  </a:lnTo>
                  <a:lnTo>
                    <a:pt x="2156488" y="0"/>
                  </a:lnTo>
                  <a:lnTo>
                    <a:pt x="2154295" y="0"/>
                  </a:lnTo>
                  <a:lnTo>
                    <a:pt x="2152101" y="0"/>
                  </a:lnTo>
                  <a:lnTo>
                    <a:pt x="2149907" y="0"/>
                  </a:lnTo>
                  <a:lnTo>
                    <a:pt x="2147713" y="0"/>
                  </a:lnTo>
                  <a:lnTo>
                    <a:pt x="2145520" y="0"/>
                  </a:lnTo>
                  <a:lnTo>
                    <a:pt x="2143326" y="0"/>
                  </a:lnTo>
                  <a:lnTo>
                    <a:pt x="2141132" y="0"/>
                  </a:lnTo>
                  <a:lnTo>
                    <a:pt x="2138938" y="0"/>
                  </a:lnTo>
                  <a:lnTo>
                    <a:pt x="2136744" y="0"/>
                  </a:lnTo>
                  <a:lnTo>
                    <a:pt x="2134551" y="0"/>
                  </a:lnTo>
                  <a:lnTo>
                    <a:pt x="2132357" y="0"/>
                  </a:lnTo>
                  <a:lnTo>
                    <a:pt x="2130163" y="0"/>
                  </a:lnTo>
                  <a:lnTo>
                    <a:pt x="2127969" y="0"/>
                  </a:lnTo>
                  <a:lnTo>
                    <a:pt x="2125775" y="0"/>
                  </a:lnTo>
                  <a:lnTo>
                    <a:pt x="2123582" y="0"/>
                  </a:lnTo>
                  <a:lnTo>
                    <a:pt x="2121388" y="0"/>
                  </a:lnTo>
                  <a:lnTo>
                    <a:pt x="2119194" y="0"/>
                  </a:lnTo>
                  <a:lnTo>
                    <a:pt x="2117000" y="0"/>
                  </a:lnTo>
                  <a:lnTo>
                    <a:pt x="2114807" y="0"/>
                  </a:lnTo>
                  <a:lnTo>
                    <a:pt x="2112613" y="0"/>
                  </a:lnTo>
                  <a:lnTo>
                    <a:pt x="2110419" y="0"/>
                  </a:lnTo>
                  <a:lnTo>
                    <a:pt x="2108225" y="0"/>
                  </a:lnTo>
                  <a:lnTo>
                    <a:pt x="2106031" y="0"/>
                  </a:lnTo>
                  <a:lnTo>
                    <a:pt x="2103838" y="0"/>
                  </a:lnTo>
                  <a:lnTo>
                    <a:pt x="2101644" y="0"/>
                  </a:lnTo>
                  <a:lnTo>
                    <a:pt x="2099450" y="0"/>
                  </a:lnTo>
                  <a:lnTo>
                    <a:pt x="2097256" y="0"/>
                  </a:lnTo>
                  <a:lnTo>
                    <a:pt x="2095063" y="0"/>
                  </a:lnTo>
                  <a:lnTo>
                    <a:pt x="2092869" y="0"/>
                  </a:lnTo>
                  <a:lnTo>
                    <a:pt x="2090675" y="0"/>
                  </a:lnTo>
                  <a:lnTo>
                    <a:pt x="2088481" y="0"/>
                  </a:lnTo>
                  <a:lnTo>
                    <a:pt x="2086287" y="0"/>
                  </a:lnTo>
                  <a:lnTo>
                    <a:pt x="2084094" y="0"/>
                  </a:lnTo>
                  <a:lnTo>
                    <a:pt x="2081900" y="0"/>
                  </a:lnTo>
                  <a:lnTo>
                    <a:pt x="2079706" y="0"/>
                  </a:lnTo>
                  <a:lnTo>
                    <a:pt x="2077512" y="0"/>
                  </a:lnTo>
                  <a:lnTo>
                    <a:pt x="2075318" y="0"/>
                  </a:lnTo>
                  <a:lnTo>
                    <a:pt x="2073125" y="0"/>
                  </a:lnTo>
                  <a:lnTo>
                    <a:pt x="2070931" y="0"/>
                  </a:lnTo>
                  <a:lnTo>
                    <a:pt x="2068737" y="0"/>
                  </a:lnTo>
                  <a:lnTo>
                    <a:pt x="2066543" y="0"/>
                  </a:lnTo>
                  <a:lnTo>
                    <a:pt x="2064350" y="0"/>
                  </a:lnTo>
                  <a:lnTo>
                    <a:pt x="2062156" y="0"/>
                  </a:lnTo>
                  <a:lnTo>
                    <a:pt x="2059962" y="0"/>
                  </a:lnTo>
                  <a:lnTo>
                    <a:pt x="2057768" y="0"/>
                  </a:lnTo>
                  <a:lnTo>
                    <a:pt x="2055574" y="0"/>
                  </a:lnTo>
                  <a:lnTo>
                    <a:pt x="2053381" y="0"/>
                  </a:lnTo>
                  <a:lnTo>
                    <a:pt x="2051187" y="0"/>
                  </a:lnTo>
                  <a:lnTo>
                    <a:pt x="2048993" y="0"/>
                  </a:lnTo>
                  <a:lnTo>
                    <a:pt x="2046799" y="0"/>
                  </a:lnTo>
                  <a:lnTo>
                    <a:pt x="2044606" y="0"/>
                  </a:lnTo>
                  <a:lnTo>
                    <a:pt x="2042412" y="0"/>
                  </a:lnTo>
                  <a:lnTo>
                    <a:pt x="2040218" y="0"/>
                  </a:lnTo>
                  <a:lnTo>
                    <a:pt x="2038024" y="0"/>
                  </a:lnTo>
                  <a:lnTo>
                    <a:pt x="2035830" y="0"/>
                  </a:lnTo>
                  <a:lnTo>
                    <a:pt x="2033637" y="0"/>
                  </a:lnTo>
                  <a:lnTo>
                    <a:pt x="2031443" y="0"/>
                  </a:lnTo>
                  <a:lnTo>
                    <a:pt x="2029249" y="0"/>
                  </a:lnTo>
                  <a:lnTo>
                    <a:pt x="2027055" y="0"/>
                  </a:lnTo>
                  <a:lnTo>
                    <a:pt x="2024861" y="0"/>
                  </a:lnTo>
                  <a:lnTo>
                    <a:pt x="2022668" y="0"/>
                  </a:lnTo>
                  <a:lnTo>
                    <a:pt x="2020474" y="0"/>
                  </a:lnTo>
                  <a:lnTo>
                    <a:pt x="2018280" y="0"/>
                  </a:lnTo>
                  <a:lnTo>
                    <a:pt x="2016086" y="0"/>
                  </a:lnTo>
                  <a:lnTo>
                    <a:pt x="2013893" y="0"/>
                  </a:lnTo>
                  <a:lnTo>
                    <a:pt x="2011699" y="0"/>
                  </a:lnTo>
                  <a:lnTo>
                    <a:pt x="2009505" y="0"/>
                  </a:lnTo>
                  <a:lnTo>
                    <a:pt x="2007311" y="0"/>
                  </a:lnTo>
                  <a:lnTo>
                    <a:pt x="2005117" y="0"/>
                  </a:lnTo>
                  <a:lnTo>
                    <a:pt x="2002924" y="0"/>
                  </a:lnTo>
                  <a:lnTo>
                    <a:pt x="2000730" y="0"/>
                  </a:lnTo>
                  <a:lnTo>
                    <a:pt x="1998536" y="0"/>
                  </a:lnTo>
                  <a:lnTo>
                    <a:pt x="1996342" y="0"/>
                  </a:lnTo>
                  <a:lnTo>
                    <a:pt x="1994148" y="0"/>
                  </a:lnTo>
                  <a:lnTo>
                    <a:pt x="1991955" y="0"/>
                  </a:lnTo>
                  <a:lnTo>
                    <a:pt x="1989761" y="0"/>
                  </a:lnTo>
                  <a:lnTo>
                    <a:pt x="1987567" y="0"/>
                  </a:lnTo>
                  <a:lnTo>
                    <a:pt x="1985373" y="0"/>
                  </a:lnTo>
                  <a:lnTo>
                    <a:pt x="1983180" y="0"/>
                  </a:lnTo>
                  <a:lnTo>
                    <a:pt x="1980986" y="0"/>
                  </a:lnTo>
                  <a:lnTo>
                    <a:pt x="1978792" y="0"/>
                  </a:lnTo>
                  <a:lnTo>
                    <a:pt x="1976598" y="0"/>
                  </a:lnTo>
                  <a:lnTo>
                    <a:pt x="1974404" y="0"/>
                  </a:lnTo>
                  <a:lnTo>
                    <a:pt x="1972211" y="0"/>
                  </a:lnTo>
                  <a:lnTo>
                    <a:pt x="1970017" y="0"/>
                  </a:lnTo>
                  <a:lnTo>
                    <a:pt x="1967823" y="0"/>
                  </a:lnTo>
                  <a:lnTo>
                    <a:pt x="1965629" y="0"/>
                  </a:lnTo>
                  <a:lnTo>
                    <a:pt x="1963436" y="0"/>
                  </a:lnTo>
                  <a:lnTo>
                    <a:pt x="1961242" y="0"/>
                  </a:lnTo>
                  <a:lnTo>
                    <a:pt x="1959048" y="0"/>
                  </a:lnTo>
                  <a:lnTo>
                    <a:pt x="1956854" y="0"/>
                  </a:lnTo>
                  <a:lnTo>
                    <a:pt x="1954660" y="0"/>
                  </a:lnTo>
                  <a:lnTo>
                    <a:pt x="1952467" y="0"/>
                  </a:lnTo>
                  <a:lnTo>
                    <a:pt x="1950273" y="0"/>
                  </a:lnTo>
                  <a:lnTo>
                    <a:pt x="1948079" y="0"/>
                  </a:lnTo>
                  <a:lnTo>
                    <a:pt x="1945885" y="0"/>
                  </a:lnTo>
                  <a:lnTo>
                    <a:pt x="1943691" y="0"/>
                  </a:lnTo>
                  <a:lnTo>
                    <a:pt x="1941498" y="0"/>
                  </a:lnTo>
                  <a:lnTo>
                    <a:pt x="1939304" y="0"/>
                  </a:lnTo>
                  <a:lnTo>
                    <a:pt x="1937110" y="0"/>
                  </a:lnTo>
                  <a:lnTo>
                    <a:pt x="1934916" y="0"/>
                  </a:lnTo>
                  <a:lnTo>
                    <a:pt x="1932723" y="0"/>
                  </a:lnTo>
                  <a:lnTo>
                    <a:pt x="1930529" y="0"/>
                  </a:lnTo>
                  <a:lnTo>
                    <a:pt x="1928335" y="0"/>
                  </a:lnTo>
                  <a:lnTo>
                    <a:pt x="1926141" y="0"/>
                  </a:lnTo>
                  <a:lnTo>
                    <a:pt x="1923947" y="0"/>
                  </a:lnTo>
                  <a:lnTo>
                    <a:pt x="1921754" y="0"/>
                  </a:lnTo>
                  <a:lnTo>
                    <a:pt x="1919560" y="0"/>
                  </a:lnTo>
                  <a:lnTo>
                    <a:pt x="1917366" y="0"/>
                  </a:lnTo>
                  <a:lnTo>
                    <a:pt x="1915172" y="0"/>
                  </a:lnTo>
                  <a:lnTo>
                    <a:pt x="1912979" y="0"/>
                  </a:lnTo>
                  <a:lnTo>
                    <a:pt x="1910785" y="0"/>
                  </a:lnTo>
                  <a:lnTo>
                    <a:pt x="1908591" y="0"/>
                  </a:lnTo>
                  <a:lnTo>
                    <a:pt x="1906397" y="0"/>
                  </a:lnTo>
                  <a:lnTo>
                    <a:pt x="1904203" y="0"/>
                  </a:lnTo>
                  <a:lnTo>
                    <a:pt x="1902010" y="0"/>
                  </a:lnTo>
                  <a:lnTo>
                    <a:pt x="1899816" y="0"/>
                  </a:lnTo>
                  <a:lnTo>
                    <a:pt x="1897622" y="0"/>
                  </a:lnTo>
                  <a:lnTo>
                    <a:pt x="1895428" y="0"/>
                  </a:lnTo>
                  <a:lnTo>
                    <a:pt x="1893234" y="0"/>
                  </a:lnTo>
                  <a:lnTo>
                    <a:pt x="1891041" y="0"/>
                  </a:lnTo>
                  <a:lnTo>
                    <a:pt x="1888847" y="0"/>
                  </a:lnTo>
                  <a:lnTo>
                    <a:pt x="1886653" y="0"/>
                  </a:lnTo>
                  <a:lnTo>
                    <a:pt x="1884459" y="0"/>
                  </a:lnTo>
                  <a:lnTo>
                    <a:pt x="1882266" y="0"/>
                  </a:lnTo>
                  <a:lnTo>
                    <a:pt x="1880072" y="0"/>
                  </a:lnTo>
                  <a:lnTo>
                    <a:pt x="1877878" y="0"/>
                  </a:lnTo>
                  <a:lnTo>
                    <a:pt x="1875684" y="0"/>
                  </a:lnTo>
                  <a:lnTo>
                    <a:pt x="1873490" y="0"/>
                  </a:lnTo>
                  <a:lnTo>
                    <a:pt x="1871297" y="0"/>
                  </a:lnTo>
                  <a:lnTo>
                    <a:pt x="1869103" y="0"/>
                  </a:lnTo>
                  <a:lnTo>
                    <a:pt x="1866909" y="0"/>
                  </a:lnTo>
                  <a:lnTo>
                    <a:pt x="1864715" y="0"/>
                  </a:lnTo>
                  <a:lnTo>
                    <a:pt x="1862521" y="0"/>
                  </a:lnTo>
                  <a:lnTo>
                    <a:pt x="1860328" y="0"/>
                  </a:lnTo>
                  <a:lnTo>
                    <a:pt x="1858134" y="0"/>
                  </a:lnTo>
                  <a:lnTo>
                    <a:pt x="1855940" y="0"/>
                  </a:lnTo>
                  <a:lnTo>
                    <a:pt x="1853746" y="0"/>
                  </a:lnTo>
                  <a:lnTo>
                    <a:pt x="1851553" y="0"/>
                  </a:lnTo>
                  <a:lnTo>
                    <a:pt x="1849359" y="0"/>
                  </a:lnTo>
                  <a:lnTo>
                    <a:pt x="1847165" y="0"/>
                  </a:lnTo>
                  <a:lnTo>
                    <a:pt x="1844971" y="0"/>
                  </a:lnTo>
                  <a:lnTo>
                    <a:pt x="1842777" y="0"/>
                  </a:lnTo>
                  <a:lnTo>
                    <a:pt x="1840584" y="0"/>
                  </a:lnTo>
                  <a:lnTo>
                    <a:pt x="1838390" y="0"/>
                  </a:lnTo>
                  <a:lnTo>
                    <a:pt x="1836196" y="0"/>
                  </a:lnTo>
                  <a:lnTo>
                    <a:pt x="1834002" y="0"/>
                  </a:lnTo>
                  <a:lnTo>
                    <a:pt x="1831809" y="0"/>
                  </a:lnTo>
                  <a:lnTo>
                    <a:pt x="1829615" y="0"/>
                  </a:lnTo>
                  <a:lnTo>
                    <a:pt x="1827421" y="0"/>
                  </a:lnTo>
                  <a:lnTo>
                    <a:pt x="1825227" y="0"/>
                  </a:lnTo>
                  <a:lnTo>
                    <a:pt x="1823033" y="0"/>
                  </a:lnTo>
                  <a:lnTo>
                    <a:pt x="1820840" y="0"/>
                  </a:lnTo>
                  <a:lnTo>
                    <a:pt x="1818646" y="0"/>
                  </a:lnTo>
                  <a:lnTo>
                    <a:pt x="1816452" y="0"/>
                  </a:lnTo>
                  <a:lnTo>
                    <a:pt x="1814258" y="0"/>
                  </a:lnTo>
                  <a:lnTo>
                    <a:pt x="1812064" y="0"/>
                  </a:lnTo>
                  <a:lnTo>
                    <a:pt x="1809871" y="0"/>
                  </a:lnTo>
                  <a:lnTo>
                    <a:pt x="1807677" y="0"/>
                  </a:lnTo>
                  <a:lnTo>
                    <a:pt x="1805483" y="0"/>
                  </a:lnTo>
                  <a:lnTo>
                    <a:pt x="1803289" y="0"/>
                  </a:lnTo>
                  <a:lnTo>
                    <a:pt x="1801096" y="0"/>
                  </a:lnTo>
                  <a:lnTo>
                    <a:pt x="1798902" y="0"/>
                  </a:lnTo>
                  <a:lnTo>
                    <a:pt x="1796708" y="0"/>
                  </a:lnTo>
                  <a:lnTo>
                    <a:pt x="1794514" y="0"/>
                  </a:lnTo>
                  <a:lnTo>
                    <a:pt x="1792320" y="0"/>
                  </a:lnTo>
                  <a:lnTo>
                    <a:pt x="1790127" y="0"/>
                  </a:lnTo>
                  <a:lnTo>
                    <a:pt x="1787933" y="0"/>
                  </a:lnTo>
                  <a:lnTo>
                    <a:pt x="1785739" y="0"/>
                  </a:lnTo>
                  <a:lnTo>
                    <a:pt x="1783545" y="0"/>
                  </a:lnTo>
                  <a:lnTo>
                    <a:pt x="1781352" y="0"/>
                  </a:lnTo>
                  <a:lnTo>
                    <a:pt x="1779158" y="0"/>
                  </a:lnTo>
                  <a:lnTo>
                    <a:pt x="1776964" y="0"/>
                  </a:lnTo>
                  <a:lnTo>
                    <a:pt x="1774770" y="0"/>
                  </a:lnTo>
                  <a:lnTo>
                    <a:pt x="1772576" y="0"/>
                  </a:lnTo>
                  <a:lnTo>
                    <a:pt x="1770383" y="0"/>
                  </a:lnTo>
                  <a:lnTo>
                    <a:pt x="1768189" y="0"/>
                  </a:lnTo>
                  <a:lnTo>
                    <a:pt x="1765995" y="0"/>
                  </a:lnTo>
                  <a:lnTo>
                    <a:pt x="1763801" y="0"/>
                  </a:lnTo>
                  <a:lnTo>
                    <a:pt x="1761607" y="0"/>
                  </a:lnTo>
                  <a:lnTo>
                    <a:pt x="1759414" y="0"/>
                  </a:lnTo>
                  <a:lnTo>
                    <a:pt x="1757220" y="0"/>
                  </a:lnTo>
                  <a:lnTo>
                    <a:pt x="1755026" y="0"/>
                  </a:lnTo>
                  <a:lnTo>
                    <a:pt x="1752832" y="0"/>
                  </a:lnTo>
                  <a:lnTo>
                    <a:pt x="1750639" y="0"/>
                  </a:lnTo>
                  <a:lnTo>
                    <a:pt x="1748445" y="0"/>
                  </a:lnTo>
                  <a:lnTo>
                    <a:pt x="1746251" y="0"/>
                  </a:lnTo>
                  <a:lnTo>
                    <a:pt x="1744057" y="0"/>
                  </a:lnTo>
                  <a:lnTo>
                    <a:pt x="1741863" y="0"/>
                  </a:lnTo>
                  <a:lnTo>
                    <a:pt x="1739670" y="0"/>
                  </a:lnTo>
                  <a:lnTo>
                    <a:pt x="1737476" y="0"/>
                  </a:lnTo>
                  <a:lnTo>
                    <a:pt x="1735282" y="0"/>
                  </a:lnTo>
                  <a:lnTo>
                    <a:pt x="1733088" y="0"/>
                  </a:lnTo>
                  <a:lnTo>
                    <a:pt x="1730895" y="0"/>
                  </a:lnTo>
                  <a:lnTo>
                    <a:pt x="1728701" y="0"/>
                  </a:lnTo>
                  <a:lnTo>
                    <a:pt x="1726507" y="0"/>
                  </a:lnTo>
                  <a:lnTo>
                    <a:pt x="1724313" y="0"/>
                  </a:lnTo>
                  <a:lnTo>
                    <a:pt x="1722119" y="0"/>
                  </a:lnTo>
                  <a:lnTo>
                    <a:pt x="1719926" y="0"/>
                  </a:lnTo>
                  <a:lnTo>
                    <a:pt x="1717732" y="0"/>
                  </a:lnTo>
                  <a:lnTo>
                    <a:pt x="1715538" y="0"/>
                  </a:lnTo>
                  <a:lnTo>
                    <a:pt x="1713344" y="0"/>
                  </a:lnTo>
                  <a:lnTo>
                    <a:pt x="1711150" y="0"/>
                  </a:lnTo>
                  <a:lnTo>
                    <a:pt x="1708957" y="0"/>
                  </a:lnTo>
                  <a:lnTo>
                    <a:pt x="1706763" y="0"/>
                  </a:lnTo>
                  <a:lnTo>
                    <a:pt x="1704569" y="0"/>
                  </a:lnTo>
                  <a:lnTo>
                    <a:pt x="1702375" y="0"/>
                  </a:lnTo>
                  <a:lnTo>
                    <a:pt x="1700182" y="0"/>
                  </a:lnTo>
                  <a:lnTo>
                    <a:pt x="1697988" y="0"/>
                  </a:lnTo>
                  <a:lnTo>
                    <a:pt x="1695794" y="0"/>
                  </a:lnTo>
                  <a:lnTo>
                    <a:pt x="1693600" y="0"/>
                  </a:lnTo>
                  <a:lnTo>
                    <a:pt x="1691406" y="0"/>
                  </a:lnTo>
                  <a:lnTo>
                    <a:pt x="1689213" y="0"/>
                  </a:lnTo>
                  <a:lnTo>
                    <a:pt x="1687019" y="0"/>
                  </a:lnTo>
                  <a:lnTo>
                    <a:pt x="1684825" y="0"/>
                  </a:lnTo>
                  <a:lnTo>
                    <a:pt x="1682631" y="0"/>
                  </a:lnTo>
                  <a:lnTo>
                    <a:pt x="1680437" y="0"/>
                  </a:lnTo>
                  <a:lnTo>
                    <a:pt x="1678244" y="0"/>
                  </a:lnTo>
                  <a:lnTo>
                    <a:pt x="1676050" y="0"/>
                  </a:lnTo>
                  <a:lnTo>
                    <a:pt x="1673856" y="0"/>
                  </a:lnTo>
                  <a:lnTo>
                    <a:pt x="1671662" y="0"/>
                  </a:lnTo>
                  <a:lnTo>
                    <a:pt x="1669469" y="0"/>
                  </a:lnTo>
                  <a:lnTo>
                    <a:pt x="1667275" y="0"/>
                  </a:lnTo>
                  <a:lnTo>
                    <a:pt x="1665081" y="0"/>
                  </a:lnTo>
                  <a:lnTo>
                    <a:pt x="1662887" y="0"/>
                  </a:lnTo>
                  <a:lnTo>
                    <a:pt x="1660693" y="0"/>
                  </a:lnTo>
                  <a:lnTo>
                    <a:pt x="1658500" y="0"/>
                  </a:lnTo>
                  <a:lnTo>
                    <a:pt x="1656306" y="0"/>
                  </a:lnTo>
                  <a:lnTo>
                    <a:pt x="1654112" y="0"/>
                  </a:lnTo>
                  <a:lnTo>
                    <a:pt x="1651918" y="0"/>
                  </a:lnTo>
                  <a:lnTo>
                    <a:pt x="1649725" y="0"/>
                  </a:lnTo>
                  <a:lnTo>
                    <a:pt x="1647531" y="0"/>
                  </a:lnTo>
                  <a:lnTo>
                    <a:pt x="1645337" y="0"/>
                  </a:lnTo>
                  <a:lnTo>
                    <a:pt x="1643143" y="0"/>
                  </a:lnTo>
                  <a:lnTo>
                    <a:pt x="1640949" y="0"/>
                  </a:lnTo>
                  <a:lnTo>
                    <a:pt x="1638756" y="0"/>
                  </a:lnTo>
                  <a:lnTo>
                    <a:pt x="1636562" y="0"/>
                  </a:lnTo>
                  <a:lnTo>
                    <a:pt x="1634368" y="0"/>
                  </a:lnTo>
                  <a:lnTo>
                    <a:pt x="1632174" y="0"/>
                  </a:lnTo>
                  <a:lnTo>
                    <a:pt x="1629980" y="0"/>
                  </a:lnTo>
                  <a:lnTo>
                    <a:pt x="1627787" y="0"/>
                  </a:lnTo>
                  <a:lnTo>
                    <a:pt x="1625593" y="0"/>
                  </a:lnTo>
                  <a:lnTo>
                    <a:pt x="1623399" y="0"/>
                  </a:lnTo>
                  <a:lnTo>
                    <a:pt x="1621205" y="0"/>
                  </a:lnTo>
                  <a:lnTo>
                    <a:pt x="1619012" y="0"/>
                  </a:lnTo>
                  <a:lnTo>
                    <a:pt x="1616818" y="0"/>
                  </a:lnTo>
                  <a:lnTo>
                    <a:pt x="1614624" y="0"/>
                  </a:lnTo>
                  <a:lnTo>
                    <a:pt x="1612430" y="0"/>
                  </a:lnTo>
                  <a:lnTo>
                    <a:pt x="1610236" y="0"/>
                  </a:lnTo>
                  <a:lnTo>
                    <a:pt x="1608043" y="0"/>
                  </a:lnTo>
                  <a:lnTo>
                    <a:pt x="1605849" y="0"/>
                  </a:lnTo>
                  <a:lnTo>
                    <a:pt x="1603655" y="0"/>
                  </a:lnTo>
                  <a:lnTo>
                    <a:pt x="1601461" y="0"/>
                  </a:lnTo>
                  <a:lnTo>
                    <a:pt x="1599268" y="0"/>
                  </a:lnTo>
                  <a:lnTo>
                    <a:pt x="1597074" y="0"/>
                  </a:lnTo>
                  <a:lnTo>
                    <a:pt x="1594880" y="0"/>
                  </a:lnTo>
                  <a:lnTo>
                    <a:pt x="1592686" y="0"/>
                  </a:lnTo>
                  <a:lnTo>
                    <a:pt x="1590492" y="0"/>
                  </a:lnTo>
                  <a:lnTo>
                    <a:pt x="1588299" y="0"/>
                  </a:lnTo>
                  <a:lnTo>
                    <a:pt x="1586105" y="0"/>
                  </a:lnTo>
                  <a:lnTo>
                    <a:pt x="1583911" y="0"/>
                  </a:lnTo>
                  <a:lnTo>
                    <a:pt x="1581717" y="0"/>
                  </a:lnTo>
                  <a:lnTo>
                    <a:pt x="1579523" y="0"/>
                  </a:lnTo>
                  <a:lnTo>
                    <a:pt x="1577330" y="0"/>
                  </a:lnTo>
                  <a:lnTo>
                    <a:pt x="1575136" y="0"/>
                  </a:lnTo>
                  <a:lnTo>
                    <a:pt x="1572942" y="0"/>
                  </a:lnTo>
                  <a:lnTo>
                    <a:pt x="1570748" y="0"/>
                  </a:lnTo>
                  <a:lnTo>
                    <a:pt x="1568555" y="0"/>
                  </a:lnTo>
                  <a:lnTo>
                    <a:pt x="1566361" y="0"/>
                  </a:lnTo>
                  <a:lnTo>
                    <a:pt x="1564167" y="0"/>
                  </a:lnTo>
                  <a:lnTo>
                    <a:pt x="1561973" y="0"/>
                  </a:lnTo>
                  <a:lnTo>
                    <a:pt x="1559779" y="0"/>
                  </a:lnTo>
                  <a:lnTo>
                    <a:pt x="1557586" y="0"/>
                  </a:lnTo>
                  <a:lnTo>
                    <a:pt x="1555392" y="0"/>
                  </a:lnTo>
                  <a:lnTo>
                    <a:pt x="1553198" y="0"/>
                  </a:lnTo>
                  <a:lnTo>
                    <a:pt x="1551004" y="0"/>
                  </a:lnTo>
                  <a:lnTo>
                    <a:pt x="1548810" y="0"/>
                  </a:lnTo>
                  <a:lnTo>
                    <a:pt x="1546617" y="0"/>
                  </a:lnTo>
                  <a:lnTo>
                    <a:pt x="1544423" y="0"/>
                  </a:lnTo>
                  <a:lnTo>
                    <a:pt x="1542229" y="0"/>
                  </a:lnTo>
                  <a:lnTo>
                    <a:pt x="1540035" y="0"/>
                  </a:lnTo>
                  <a:lnTo>
                    <a:pt x="1537842" y="0"/>
                  </a:lnTo>
                  <a:lnTo>
                    <a:pt x="1535648" y="0"/>
                  </a:lnTo>
                  <a:lnTo>
                    <a:pt x="1533454" y="0"/>
                  </a:lnTo>
                  <a:lnTo>
                    <a:pt x="1531260" y="0"/>
                  </a:lnTo>
                  <a:lnTo>
                    <a:pt x="1529066" y="0"/>
                  </a:lnTo>
                  <a:lnTo>
                    <a:pt x="1526873" y="0"/>
                  </a:lnTo>
                  <a:lnTo>
                    <a:pt x="1524679" y="0"/>
                  </a:lnTo>
                  <a:lnTo>
                    <a:pt x="1522485" y="0"/>
                  </a:lnTo>
                  <a:lnTo>
                    <a:pt x="1520291" y="0"/>
                  </a:lnTo>
                  <a:lnTo>
                    <a:pt x="1518098" y="0"/>
                  </a:lnTo>
                  <a:lnTo>
                    <a:pt x="1515904" y="0"/>
                  </a:lnTo>
                  <a:lnTo>
                    <a:pt x="1513710" y="0"/>
                  </a:lnTo>
                  <a:lnTo>
                    <a:pt x="1511516" y="0"/>
                  </a:lnTo>
                  <a:lnTo>
                    <a:pt x="1509322" y="0"/>
                  </a:lnTo>
                  <a:lnTo>
                    <a:pt x="1507129" y="0"/>
                  </a:lnTo>
                  <a:lnTo>
                    <a:pt x="1504935" y="0"/>
                  </a:lnTo>
                  <a:lnTo>
                    <a:pt x="1502741" y="0"/>
                  </a:lnTo>
                  <a:lnTo>
                    <a:pt x="1500547" y="0"/>
                  </a:lnTo>
                  <a:lnTo>
                    <a:pt x="1498353" y="0"/>
                  </a:lnTo>
                  <a:lnTo>
                    <a:pt x="1496160" y="0"/>
                  </a:lnTo>
                  <a:lnTo>
                    <a:pt x="1493966" y="0"/>
                  </a:lnTo>
                  <a:lnTo>
                    <a:pt x="1491772" y="0"/>
                  </a:lnTo>
                  <a:lnTo>
                    <a:pt x="1489578" y="0"/>
                  </a:lnTo>
                  <a:lnTo>
                    <a:pt x="1487385" y="0"/>
                  </a:lnTo>
                  <a:lnTo>
                    <a:pt x="1485191" y="0"/>
                  </a:lnTo>
                  <a:lnTo>
                    <a:pt x="1482997" y="0"/>
                  </a:lnTo>
                  <a:lnTo>
                    <a:pt x="1480803" y="0"/>
                  </a:lnTo>
                  <a:lnTo>
                    <a:pt x="1478609" y="0"/>
                  </a:lnTo>
                  <a:lnTo>
                    <a:pt x="1476416" y="0"/>
                  </a:lnTo>
                  <a:lnTo>
                    <a:pt x="1474222" y="0"/>
                  </a:lnTo>
                  <a:lnTo>
                    <a:pt x="1472028" y="0"/>
                  </a:lnTo>
                  <a:lnTo>
                    <a:pt x="1469834" y="0"/>
                  </a:lnTo>
                  <a:lnTo>
                    <a:pt x="1467641" y="0"/>
                  </a:lnTo>
                  <a:lnTo>
                    <a:pt x="1465447" y="0"/>
                  </a:lnTo>
                  <a:lnTo>
                    <a:pt x="1463253" y="0"/>
                  </a:lnTo>
                  <a:lnTo>
                    <a:pt x="1461059" y="0"/>
                  </a:lnTo>
                  <a:lnTo>
                    <a:pt x="1458865" y="0"/>
                  </a:lnTo>
                  <a:lnTo>
                    <a:pt x="1456672" y="0"/>
                  </a:lnTo>
                  <a:lnTo>
                    <a:pt x="1454478" y="0"/>
                  </a:lnTo>
                  <a:lnTo>
                    <a:pt x="1452284" y="0"/>
                  </a:lnTo>
                  <a:lnTo>
                    <a:pt x="1450090" y="0"/>
                  </a:lnTo>
                  <a:lnTo>
                    <a:pt x="1447896" y="0"/>
                  </a:lnTo>
                  <a:lnTo>
                    <a:pt x="1445703" y="0"/>
                  </a:lnTo>
                  <a:lnTo>
                    <a:pt x="1443509" y="0"/>
                  </a:lnTo>
                  <a:lnTo>
                    <a:pt x="1441315" y="0"/>
                  </a:lnTo>
                  <a:lnTo>
                    <a:pt x="1439121" y="0"/>
                  </a:lnTo>
                  <a:lnTo>
                    <a:pt x="1436928" y="0"/>
                  </a:lnTo>
                  <a:lnTo>
                    <a:pt x="1434734" y="0"/>
                  </a:lnTo>
                  <a:lnTo>
                    <a:pt x="1432540" y="0"/>
                  </a:lnTo>
                  <a:lnTo>
                    <a:pt x="1430346" y="0"/>
                  </a:lnTo>
                  <a:lnTo>
                    <a:pt x="1428152" y="0"/>
                  </a:lnTo>
                  <a:lnTo>
                    <a:pt x="1425959" y="0"/>
                  </a:lnTo>
                  <a:lnTo>
                    <a:pt x="1423765" y="0"/>
                  </a:lnTo>
                  <a:lnTo>
                    <a:pt x="1421571" y="0"/>
                  </a:lnTo>
                  <a:lnTo>
                    <a:pt x="1419377" y="0"/>
                  </a:lnTo>
                  <a:lnTo>
                    <a:pt x="1417183" y="0"/>
                  </a:lnTo>
                  <a:lnTo>
                    <a:pt x="1414990" y="0"/>
                  </a:lnTo>
                  <a:lnTo>
                    <a:pt x="1412796" y="0"/>
                  </a:lnTo>
                  <a:lnTo>
                    <a:pt x="1410602" y="0"/>
                  </a:lnTo>
                  <a:lnTo>
                    <a:pt x="1408408" y="0"/>
                  </a:lnTo>
                  <a:lnTo>
                    <a:pt x="1406215" y="0"/>
                  </a:lnTo>
                  <a:lnTo>
                    <a:pt x="1404021" y="0"/>
                  </a:lnTo>
                  <a:lnTo>
                    <a:pt x="1401827" y="0"/>
                  </a:lnTo>
                  <a:lnTo>
                    <a:pt x="1399633" y="0"/>
                  </a:lnTo>
                  <a:lnTo>
                    <a:pt x="1397439" y="0"/>
                  </a:lnTo>
                  <a:lnTo>
                    <a:pt x="1395246" y="0"/>
                  </a:lnTo>
                  <a:lnTo>
                    <a:pt x="1393052" y="0"/>
                  </a:lnTo>
                  <a:lnTo>
                    <a:pt x="1390858" y="0"/>
                  </a:lnTo>
                  <a:lnTo>
                    <a:pt x="1388664" y="0"/>
                  </a:lnTo>
                  <a:lnTo>
                    <a:pt x="1386471" y="0"/>
                  </a:lnTo>
                  <a:lnTo>
                    <a:pt x="1384277" y="0"/>
                  </a:lnTo>
                  <a:lnTo>
                    <a:pt x="1382083" y="0"/>
                  </a:lnTo>
                  <a:lnTo>
                    <a:pt x="1379889" y="0"/>
                  </a:lnTo>
                  <a:lnTo>
                    <a:pt x="1377695" y="0"/>
                  </a:lnTo>
                  <a:lnTo>
                    <a:pt x="1375502" y="0"/>
                  </a:lnTo>
                  <a:lnTo>
                    <a:pt x="1373308" y="0"/>
                  </a:lnTo>
                  <a:lnTo>
                    <a:pt x="1371114" y="0"/>
                  </a:lnTo>
                  <a:lnTo>
                    <a:pt x="1368920" y="0"/>
                  </a:lnTo>
                  <a:lnTo>
                    <a:pt x="1366726" y="0"/>
                  </a:lnTo>
                  <a:lnTo>
                    <a:pt x="1364533" y="0"/>
                  </a:lnTo>
                  <a:lnTo>
                    <a:pt x="1362339" y="0"/>
                  </a:lnTo>
                  <a:lnTo>
                    <a:pt x="1360145" y="0"/>
                  </a:lnTo>
                  <a:lnTo>
                    <a:pt x="1357951" y="0"/>
                  </a:lnTo>
                  <a:lnTo>
                    <a:pt x="1355758" y="0"/>
                  </a:lnTo>
                  <a:lnTo>
                    <a:pt x="1353564" y="0"/>
                  </a:lnTo>
                  <a:lnTo>
                    <a:pt x="1351370" y="0"/>
                  </a:lnTo>
                  <a:lnTo>
                    <a:pt x="1349176" y="0"/>
                  </a:lnTo>
                  <a:lnTo>
                    <a:pt x="1346982" y="0"/>
                  </a:lnTo>
                  <a:lnTo>
                    <a:pt x="1344789" y="0"/>
                  </a:lnTo>
                  <a:lnTo>
                    <a:pt x="1342595" y="0"/>
                  </a:lnTo>
                  <a:lnTo>
                    <a:pt x="1340401" y="0"/>
                  </a:lnTo>
                  <a:lnTo>
                    <a:pt x="1338207" y="0"/>
                  </a:lnTo>
                  <a:lnTo>
                    <a:pt x="1336014" y="0"/>
                  </a:lnTo>
                  <a:lnTo>
                    <a:pt x="1333820" y="0"/>
                  </a:lnTo>
                  <a:lnTo>
                    <a:pt x="1331626" y="0"/>
                  </a:lnTo>
                  <a:lnTo>
                    <a:pt x="1329432" y="0"/>
                  </a:lnTo>
                  <a:lnTo>
                    <a:pt x="1327238" y="0"/>
                  </a:lnTo>
                  <a:lnTo>
                    <a:pt x="1325045" y="0"/>
                  </a:lnTo>
                  <a:lnTo>
                    <a:pt x="1322851" y="0"/>
                  </a:lnTo>
                  <a:lnTo>
                    <a:pt x="1320657" y="0"/>
                  </a:lnTo>
                  <a:lnTo>
                    <a:pt x="1318463" y="0"/>
                  </a:lnTo>
                  <a:lnTo>
                    <a:pt x="1316269" y="0"/>
                  </a:lnTo>
                  <a:lnTo>
                    <a:pt x="1314076" y="0"/>
                  </a:lnTo>
                  <a:lnTo>
                    <a:pt x="1311882" y="0"/>
                  </a:lnTo>
                  <a:lnTo>
                    <a:pt x="1309688" y="0"/>
                  </a:lnTo>
                  <a:lnTo>
                    <a:pt x="1307494" y="0"/>
                  </a:lnTo>
                  <a:lnTo>
                    <a:pt x="1305301" y="0"/>
                  </a:lnTo>
                  <a:lnTo>
                    <a:pt x="1303107" y="0"/>
                  </a:lnTo>
                  <a:lnTo>
                    <a:pt x="1300913" y="0"/>
                  </a:lnTo>
                  <a:lnTo>
                    <a:pt x="1298719" y="0"/>
                  </a:lnTo>
                  <a:lnTo>
                    <a:pt x="1296525" y="0"/>
                  </a:lnTo>
                  <a:lnTo>
                    <a:pt x="1294332" y="0"/>
                  </a:lnTo>
                  <a:lnTo>
                    <a:pt x="1292138" y="0"/>
                  </a:lnTo>
                  <a:lnTo>
                    <a:pt x="1289944" y="0"/>
                  </a:lnTo>
                  <a:lnTo>
                    <a:pt x="1287750" y="0"/>
                  </a:lnTo>
                  <a:lnTo>
                    <a:pt x="1285556" y="0"/>
                  </a:lnTo>
                  <a:lnTo>
                    <a:pt x="1283363" y="0"/>
                  </a:lnTo>
                  <a:lnTo>
                    <a:pt x="1281169" y="0"/>
                  </a:lnTo>
                  <a:lnTo>
                    <a:pt x="1278975" y="0"/>
                  </a:lnTo>
                  <a:lnTo>
                    <a:pt x="1276781" y="0"/>
                  </a:lnTo>
                  <a:lnTo>
                    <a:pt x="1274588" y="0"/>
                  </a:lnTo>
                  <a:lnTo>
                    <a:pt x="1272394" y="0"/>
                  </a:lnTo>
                  <a:lnTo>
                    <a:pt x="1270200" y="0"/>
                  </a:lnTo>
                  <a:lnTo>
                    <a:pt x="1268006" y="0"/>
                  </a:lnTo>
                  <a:lnTo>
                    <a:pt x="1265812" y="0"/>
                  </a:lnTo>
                  <a:lnTo>
                    <a:pt x="1263619" y="0"/>
                  </a:lnTo>
                  <a:lnTo>
                    <a:pt x="1261425" y="0"/>
                  </a:lnTo>
                  <a:lnTo>
                    <a:pt x="1259231" y="0"/>
                  </a:lnTo>
                  <a:lnTo>
                    <a:pt x="1257037" y="0"/>
                  </a:lnTo>
                  <a:lnTo>
                    <a:pt x="1254844" y="0"/>
                  </a:lnTo>
                  <a:lnTo>
                    <a:pt x="1252650" y="0"/>
                  </a:lnTo>
                  <a:lnTo>
                    <a:pt x="1250456" y="0"/>
                  </a:lnTo>
                  <a:lnTo>
                    <a:pt x="1248262" y="0"/>
                  </a:lnTo>
                  <a:lnTo>
                    <a:pt x="1246068" y="0"/>
                  </a:lnTo>
                  <a:lnTo>
                    <a:pt x="1243875" y="0"/>
                  </a:lnTo>
                  <a:lnTo>
                    <a:pt x="1241681" y="0"/>
                  </a:lnTo>
                  <a:lnTo>
                    <a:pt x="1239487" y="0"/>
                  </a:lnTo>
                  <a:lnTo>
                    <a:pt x="1237293" y="0"/>
                  </a:lnTo>
                  <a:lnTo>
                    <a:pt x="1235099" y="0"/>
                  </a:lnTo>
                  <a:lnTo>
                    <a:pt x="1232906" y="0"/>
                  </a:lnTo>
                  <a:lnTo>
                    <a:pt x="1230712" y="0"/>
                  </a:lnTo>
                  <a:lnTo>
                    <a:pt x="1228518" y="0"/>
                  </a:lnTo>
                  <a:lnTo>
                    <a:pt x="1226324" y="0"/>
                  </a:lnTo>
                  <a:lnTo>
                    <a:pt x="1224131" y="0"/>
                  </a:lnTo>
                  <a:lnTo>
                    <a:pt x="1221937" y="0"/>
                  </a:lnTo>
                  <a:lnTo>
                    <a:pt x="1219743" y="0"/>
                  </a:lnTo>
                  <a:lnTo>
                    <a:pt x="1217549" y="0"/>
                  </a:lnTo>
                  <a:lnTo>
                    <a:pt x="1215355" y="0"/>
                  </a:lnTo>
                  <a:lnTo>
                    <a:pt x="1213162" y="0"/>
                  </a:lnTo>
                  <a:lnTo>
                    <a:pt x="1210968" y="0"/>
                  </a:lnTo>
                  <a:lnTo>
                    <a:pt x="1208774" y="0"/>
                  </a:lnTo>
                  <a:lnTo>
                    <a:pt x="1206580" y="0"/>
                  </a:lnTo>
                  <a:lnTo>
                    <a:pt x="1204387" y="0"/>
                  </a:lnTo>
                  <a:lnTo>
                    <a:pt x="1202193" y="0"/>
                  </a:lnTo>
                  <a:lnTo>
                    <a:pt x="1199999" y="0"/>
                  </a:lnTo>
                  <a:lnTo>
                    <a:pt x="1197805" y="0"/>
                  </a:lnTo>
                  <a:lnTo>
                    <a:pt x="1195611" y="0"/>
                  </a:lnTo>
                  <a:lnTo>
                    <a:pt x="1193418" y="0"/>
                  </a:lnTo>
                  <a:lnTo>
                    <a:pt x="1191224" y="0"/>
                  </a:lnTo>
                  <a:lnTo>
                    <a:pt x="1189030" y="0"/>
                  </a:lnTo>
                  <a:lnTo>
                    <a:pt x="1186836" y="0"/>
                  </a:lnTo>
                  <a:lnTo>
                    <a:pt x="1184642" y="0"/>
                  </a:lnTo>
                  <a:lnTo>
                    <a:pt x="1182449" y="0"/>
                  </a:lnTo>
                  <a:lnTo>
                    <a:pt x="1180255" y="0"/>
                  </a:lnTo>
                  <a:lnTo>
                    <a:pt x="1178061" y="0"/>
                  </a:lnTo>
                  <a:lnTo>
                    <a:pt x="1175867" y="0"/>
                  </a:lnTo>
                  <a:lnTo>
                    <a:pt x="1173674" y="0"/>
                  </a:lnTo>
                  <a:lnTo>
                    <a:pt x="1171480" y="0"/>
                  </a:lnTo>
                  <a:lnTo>
                    <a:pt x="1169286" y="0"/>
                  </a:lnTo>
                  <a:lnTo>
                    <a:pt x="1167092" y="0"/>
                  </a:lnTo>
                  <a:lnTo>
                    <a:pt x="1164898" y="0"/>
                  </a:lnTo>
                  <a:lnTo>
                    <a:pt x="1162705" y="0"/>
                  </a:lnTo>
                  <a:lnTo>
                    <a:pt x="1160511" y="0"/>
                  </a:lnTo>
                  <a:lnTo>
                    <a:pt x="1158317" y="0"/>
                  </a:lnTo>
                  <a:lnTo>
                    <a:pt x="1156123" y="0"/>
                  </a:lnTo>
                  <a:lnTo>
                    <a:pt x="1153930" y="0"/>
                  </a:lnTo>
                  <a:lnTo>
                    <a:pt x="1151736" y="0"/>
                  </a:lnTo>
                  <a:lnTo>
                    <a:pt x="1149542" y="0"/>
                  </a:lnTo>
                  <a:lnTo>
                    <a:pt x="1147348" y="0"/>
                  </a:lnTo>
                  <a:lnTo>
                    <a:pt x="1145154" y="0"/>
                  </a:lnTo>
                  <a:lnTo>
                    <a:pt x="1142961" y="0"/>
                  </a:lnTo>
                  <a:lnTo>
                    <a:pt x="1140767" y="0"/>
                  </a:lnTo>
                  <a:lnTo>
                    <a:pt x="1138573" y="0"/>
                  </a:lnTo>
                  <a:lnTo>
                    <a:pt x="1136379" y="0"/>
                  </a:lnTo>
                  <a:lnTo>
                    <a:pt x="1134185" y="0"/>
                  </a:lnTo>
                  <a:lnTo>
                    <a:pt x="1131992" y="0"/>
                  </a:lnTo>
                  <a:lnTo>
                    <a:pt x="1129798" y="0"/>
                  </a:lnTo>
                  <a:lnTo>
                    <a:pt x="1127604" y="0"/>
                  </a:lnTo>
                  <a:lnTo>
                    <a:pt x="1125410" y="0"/>
                  </a:lnTo>
                  <a:lnTo>
                    <a:pt x="1123217" y="0"/>
                  </a:lnTo>
                  <a:lnTo>
                    <a:pt x="1121023" y="0"/>
                  </a:lnTo>
                  <a:lnTo>
                    <a:pt x="1118829" y="0"/>
                  </a:lnTo>
                  <a:lnTo>
                    <a:pt x="1116635" y="0"/>
                  </a:lnTo>
                  <a:lnTo>
                    <a:pt x="1114441" y="0"/>
                  </a:lnTo>
                  <a:lnTo>
                    <a:pt x="1112248" y="0"/>
                  </a:lnTo>
                  <a:lnTo>
                    <a:pt x="1110054" y="0"/>
                  </a:lnTo>
                  <a:lnTo>
                    <a:pt x="1107860" y="0"/>
                  </a:lnTo>
                  <a:lnTo>
                    <a:pt x="1105666" y="0"/>
                  </a:lnTo>
                  <a:lnTo>
                    <a:pt x="1103472" y="0"/>
                  </a:lnTo>
                  <a:lnTo>
                    <a:pt x="1101279" y="0"/>
                  </a:lnTo>
                  <a:lnTo>
                    <a:pt x="1099085" y="0"/>
                  </a:lnTo>
                  <a:lnTo>
                    <a:pt x="1096891" y="0"/>
                  </a:lnTo>
                  <a:lnTo>
                    <a:pt x="1094697" y="0"/>
                  </a:lnTo>
                  <a:lnTo>
                    <a:pt x="1092504" y="0"/>
                  </a:lnTo>
                  <a:lnTo>
                    <a:pt x="1090310" y="0"/>
                  </a:lnTo>
                  <a:lnTo>
                    <a:pt x="1088116" y="0"/>
                  </a:lnTo>
                  <a:lnTo>
                    <a:pt x="1085922" y="0"/>
                  </a:lnTo>
                  <a:lnTo>
                    <a:pt x="1083728" y="0"/>
                  </a:lnTo>
                  <a:lnTo>
                    <a:pt x="1081535" y="0"/>
                  </a:lnTo>
                  <a:lnTo>
                    <a:pt x="1079341" y="0"/>
                  </a:lnTo>
                  <a:lnTo>
                    <a:pt x="1077147" y="0"/>
                  </a:lnTo>
                  <a:lnTo>
                    <a:pt x="1074953" y="0"/>
                  </a:lnTo>
                  <a:lnTo>
                    <a:pt x="1072760" y="0"/>
                  </a:lnTo>
                  <a:lnTo>
                    <a:pt x="1070566" y="0"/>
                  </a:lnTo>
                  <a:lnTo>
                    <a:pt x="1068372" y="0"/>
                  </a:lnTo>
                  <a:lnTo>
                    <a:pt x="1066178" y="0"/>
                  </a:lnTo>
                  <a:lnTo>
                    <a:pt x="1063984" y="0"/>
                  </a:lnTo>
                  <a:lnTo>
                    <a:pt x="1061791" y="0"/>
                  </a:lnTo>
                  <a:lnTo>
                    <a:pt x="1059597" y="0"/>
                  </a:lnTo>
                  <a:lnTo>
                    <a:pt x="1057403" y="0"/>
                  </a:lnTo>
                  <a:lnTo>
                    <a:pt x="1055209" y="0"/>
                  </a:lnTo>
                  <a:lnTo>
                    <a:pt x="1053015" y="0"/>
                  </a:lnTo>
                  <a:lnTo>
                    <a:pt x="1050822" y="0"/>
                  </a:lnTo>
                  <a:lnTo>
                    <a:pt x="1048628" y="0"/>
                  </a:lnTo>
                  <a:lnTo>
                    <a:pt x="1046434" y="0"/>
                  </a:lnTo>
                  <a:lnTo>
                    <a:pt x="1044240" y="0"/>
                  </a:lnTo>
                  <a:lnTo>
                    <a:pt x="1042047" y="0"/>
                  </a:lnTo>
                  <a:lnTo>
                    <a:pt x="1039853" y="0"/>
                  </a:lnTo>
                  <a:lnTo>
                    <a:pt x="1037659" y="0"/>
                  </a:lnTo>
                  <a:lnTo>
                    <a:pt x="1035465" y="0"/>
                  </a:lnTo>
                  <a:lnTo>
                    <a:pt x="1033271" y="0"/>
                  </a:lnTo>
                  <a:lnTo>
                    <a:pt x="1031078" y="0"/>
                  </a:lnTo>
                  <a:lnTo>
                    <a:pt x="1028884" y="0"/>
                  </a:lnTo>
                  <a:lnTo>
                    <a:pt x="1026690" y="0"/>
                  </a:lnTo>
                  <a:lnTo>
                    <a:pt x="1024496" y="0"/>
                  </a:lnTo>
                  <a:lnTo>
                    <a:pt x="1022303" y="0"/>
                  </a:lnTo>
                  <a:lnTo>
                    <a:pt x="1020109" y="0"/>
                  </a:lnTo>
                  <a:lnTo>
                    <a:pt x="1017915" y="0"/>
                  </a:lnTo>
                  <a:lnTo>
                    <a:pt x="1015721" y="0"/>
                  </a:lnTo>
                  <a:lnTo>
                    <a:pt x="1013527" y="0"/>
                  </a:lnTo>
                  <a:lnTo>
                    <a:pt x="1011334" y="0"/>
                  </a:lnTo>
                  <a:lnTo>
                    <a:pt x="1009140" y="0"/>
                  </a:lnTo>
                  <a:lnTo>
                    <a:pt x="1006946" y="0"/>
                  </a:lnTo>
                  <a:lnTo>
                    <a:pt x="1004752" y="0"/>
                  </a:lnTo>
                  <a:lnTo>
                    <a:pt x="1002558" y="0"/>
                  </a:lnTo>
                  <a:lnTo>
                    <a:pt x="1000365" y="0"/>
                  </a:lnTo>
                  <a:lnTo>
                    <a:pt x="998171" y="0"/>
                  </a:lnTo>
                  <a:lnTo>
                    <a:pt x="995977" y="0"/>
                  </a:lnTo>
                  <a:lnTo>
                    <a:pt x="993783" y="0"/>
                  </a:lnTo>
                  <a:lnTo>
                    <a:pt x="991590" y="0"/>
                  </a:lnTo>
                  <a:lnTo>
                    <a:pt x="989396" y="0"/>
                  </a:lnTo>
                  <a:lnTo>
                    <a:pt x="987202" y="0"/>
                  </a:lnTo>
                  <a:lnTo>
                    <a:pt x="985008" y="0"/>
                  </a:lnTo>
                  <a:lnTo>
                    <a:pt x="982814" y="0"/>
                  </a:lnTo>
                  <a:lnTo>
                    <a:pt x="980621" y="0"/>
                  </a:lnTo>
                  <a:lnTo>
                    <a:pt x="978427" y="0"/>
                  </a:lnTo>
                  <a:lnTo>
                    <a:pt x="976233" y="0"/>
                  </a:lnTo>
                  <a:lnTo>
                    <a:pt x="974039" y="0"/>
                  </a:lnTo>
                  <a:lnTo>
                    <a:pt x="971845" y="0"/>
                  </a:lnTo>
                  <a:lnTo>
                    <a:pt x="969652" y="0"/>
                  </a:lnTo>
                  <a:lnTo>
                    <a:pt x="967458" y="0"/>
                  </a:lnTo>
                  <a:lnTo>
                    <a:pt x="965264" y="0"/>
                  </a:lnTo>
                  <a:lnTo>
                    <a:pt x="963070" y="0"/>
                  </a:lnTo>
                  <a:lnTo>
                    <a:pt x="960877" y="0"/>
                  </a:lnTo>
                  <a:lnTo>
                    <a:pt x="958683" y="0"/>
                  </a:lnTo>
                  <a:lnTo>
                    <a:pt x="956489" y="0"/>
                  </a:lnTo>
                  <a:lnTo>
                    <a:pt x="954295" y="0"/>
                  </a:lnTo>
                  <a:lnTo>
                    <a:pt x="952101" y="0"/>
                  </a:lnTo>
                  <a:lnTo>
                    <a:pt x="949908" y="0"/>
                  </a:lnTo>
                  <a:lnTo>
                    <a:pt x="947714" y="0"/>
                  </a:lnTo>
                  <a:lnTo>
                    <a:pt x="945520" y="0"/>
                  </a:lnTo>
                  <a:lnTo>
                    <a:pt x="943326" y="0"/>
                  </a:lnTo>
                  <a:lnTo>
                    <a:pt x="941133" y="0"/>
                  </a:lnTo>
                  <a:lnTo>
                    <a:pt x="938939" y="0"/>
                  </a:lnTo>
                  <a:lnTo>
                    <a:pt x="936745" y="0"/>
                  </a:lnTo>
                  <a:lnTo>
                    <a:pt x="934551" y="0"/>
                  </a:lnTo>
                  <a:lnTo>
                    <a:pt x="932357" y="0"/>
                  </a:lnTo>
                  <a:lnTo>
                    <a:pt x="930164" y="0"/>
                  </a:lnTo>
                  <a:lnTo>
                    <a:pt x="927970" y="0"/>
                  </a:lnTo>
                  <a:lnTo>
                    <a:pt x="925776" y="0"/>
                  </a:lnTo>
                  <a:lnTo>
                    <a:pt x="923582" y="0"/>
                  </a:lnTo>
                  <a:lnTo>
                    <a:pt x="921388" y="0"/>
                  </a:lnTo>
                  <a:lnTo>
                    <a:pt x="919195" y="0"/>
                  </a:lnTo>
                  <a:lnTo>
                    <a:pt x="917001" y="0"/>
                  </a:lnTo>
                  <a:lnTo>
                    <a:pt x="914807" y="0"/>
                  </a:lnTo>
                  <a:lnTo>
                    <a:pt x="912613" y="0"/>
                  </a:lnTo>
                  <a:lnTo>
                    <a:pt x="910420" y="0"/>
                  </a:lnTo>
                  <a:lnTo>
                    <a:pt x="908226" y="0"/>
                  </a:lnTo>
                  <a:lnTo>
                    <a:pt x="906032" y="0"/>
                  </a:lnTo>
                  <a:lnTo>
                    <a:pt x="903838" y="0"/>
                  </a:lnTo>
                  <a:lnTo>
                    <a:pt x="901644" y="0"/>
                  </a:lnTo>
                  <a:lnTo>
                    <a:pt x="899451" y="0"/>
                  </a:lnTo>
                  <a:lnTo>
                    <a:pt x="897257" y="0"/>
                  </a:lnTo>
                  <a:lnTo>
                    <a:pt x="895063" y="0"/>
                  </a:lnTo>
                  <a:lnTo>
                    <a:pt x="892869" y="0"/>
                  </a:lnTo>
                  <a:lnTo>
                    <a:pt x="890676" y="0"/>
                  </a:lnTo>
                  <a:lnTo>
                    <a:pt x="888482" y="0"/>
                  </a:lnTo>
                  <a:lnTo>
                    <a:pt x="886288" y="0"/>
                  </a:lnTo>
                  <a:lnTo>
                    <a:pt x="884094" y="0"/>
                  </a:lnTo>
                  <a:lnTo>
                    <a:pt x="881900" y="0"/>
                  </a:lnTo>
                  <a:lnTo>
                    <a:pt x="879707" y="0"/>
                  </a:lnTo>
                  <a:lnTo>
                    <a:pt x="877513" y="0"/>
                  </a:lnTo>
                  <a:lnTo>
                    <a:pt x="875319" y="0"/>
                  </a:lnTo>
                  <a:lnTo>
                    <a:pt x="873125" y="0"/>
                  </a:lnTo>
                  <a:lnTo>
                    <a:pt x="870931" y="0"/>
                  </a:lnTo>
                  <a:lnTo>
                    <a:pt x="868738" y="0"/>
                  </a:lnTo>
                  <a:lnTo>
                    <a:pt x="866544" y="0"/>
                  </a:lnTo>
                  <a:lnTo>
                    <a:pt x="864350" y="0"/>
                  </a:lnTo>
                  <a:lnTo>
                    <a:pt x="862156" y="0"/>
                  </a:lnTo>
                  <a:lnTo>
                    <a:pt x="859963" y="0"/>
                  </a:lnTo>
                  <a:lnTo>
                    <a:pt x="857769" y="0"/>
                  </a:lnTo>
                  <a:lnTo>
                    <a:pt x="855575" y="0"/>
                  </a:lnTo>
                  <a:lnTo>
                    <a:pt x="853381" y="0"/>
                  </a:lnTo>
                  <a:lnTo>
                    <a:pt x="851187" y="0"/>
                  </a:lnTo>
                  <a:lnTo>
                    <a:pt x="848994" y="0"/>
                  </a:lnTo>
                  <a:lnTo>
                    <a:pt x="846800" y="0"/>
                  </a:lnTo>
                  <a:lnTo>
                    <a:pt x="844606" y="0"/>
                  </a:lnTo>
                  <a:lnTo>
                    <a:pt x="842412" y="0"/>
                  </a:lnTo>
                  <a:lnTo>
                    <a:pt x="840218" y="0"/>
                  </a:lnTo>
                  <a:lnTo>
                    <a:pt x="838025" y="0"/>
                  </a:lnTo>
                  <a:lnTo>
                    <a:pt x="835831" y="0"/>
                  </a:lnTo>
                  <a:lnTo>
                    <a:pt x="833637" y="0"/>
                  </a:lnTo>
                  <a:lnTo>
                    <a:pt x="831443" y="0"/>
                  </a:lnTo>
                  <a:lnTo>
                    <a:pt x="829250" y="0"/>
                  </a:lnTo>
                  <a:lnTo>
                    <a:pt x="827056" y="0"/>
                  </a:lnTo>
                  <a:lnTo>
                    <a:pt x="824862" y="0"/>
                  </a:lnTo>
                  <a:lnTo>
                    <a:pt x="822668" y="0"/>
                  </a:lnTo>
                  <a:lnTo>
                    <a:pt x="820474" y="0"/>
                  </a:lnTo>
                  <a:lnTo>
                    <a:pt x="818281" y="0"/>
                  </a:lnTo>
                  <a:lnTo>
                    <a:pt x="816087" y="0"/>
                  </a:lnTo>
                  <a:lnTo>
                    <a:pt x="813893" y="0"/>
                  </a:lnTo>
                  <a:lnTo>
                    <a:pt x="811699" y="0"/>
                  </a:lnTo>
                  <a:lnTo>
                    <a:pt x="809506" y="0"/>
                  </a:lnTo>
                  <a:lnTo>
                    <a:pt x="807312" y="0"/>
                  </a:lnTo>
                  <a:lnTo>
                    <a:pt x="805118" y="0"/>
                  </a:lnTo>
                  <a:lnTo>
                    <a:pt x="802924" y="0"/>
                  </a:lnTo>
                  <a:lnTo>
                    <a:pt x="800730" y="0"/>
                  </a:lnTo>
                  <a:lnTo>
                    <a:pt x="798537" y="0"/>
                  </a:lnTo>
                  <a:lnTo>
                    <a:pt x="796343" y="0"/>
                  </a:lnTo>
                  <a:lnTo>
                    <a:pt x="794149" y="0"/>
                  </a:lnTo>
                  <a:lnTo>
                    <a:pt x="791955" y="0"/>
                  </a:lnTo>
                  <a:lnTo>
                    <a:pt x="789761" y="0"/>
                  </a:lnTo>
                  <a:lnTo>
                    <a:pt x="787568" y="0"/>
                  </a:lnTo>
                  <a:lnTo>
                    <a:pt x="785374" y="0"/>
                  </a:lnTo>
                  <a:lnTo>
                    <a:pt x="783180" y="0"/>
                  </a:lnTo>
                  <a:lnTo>
                    <a:pt x="780986" y="0"/>
                  </a:lnTo>
                  <a:lnTo>
                    <a:pt x="778793" y="0"/>
                  </a:lnTo>
                  <a:lnTo>
                    <a:pt x="776599" y="0"/>
                  </a:lnTo>
                  <a:lnTo>
                    <a:pt x="774405" y="0"/>
                  </a:lnTo>
                  <a:lnTo>
                    <a:pt x="772211" y="0"/>
                  </a:lnTo>
                  <a:lnTo>
                    <a:pt x="770017" y="0"/>
                  </a:lnTo>
                  <a:lnTo>
                    <a:pt x="767824" y="0"/>
                  </a:lnTo>
                  <a:lnTo>
                    <a:pt x="765630" y="0"/>
                  </a:lnTo>
                  <a:lnTo>
                    <a:pt x="763436" y="0"/>
                  </a:lnTo>
                  <a:lnTo>
                    <a:pt x="761242" y="0"/>
                  </a:lnTo>
                  <a:lnTo>
                    <a:pt x="759049" y="0"/>
                  </a:lnTo>
                  <a:lnTo>
                    <a:pt x="756855" y="0"/>
                  </a:lnTo>
                  <a:lnTo>
                    <a:pt x="754661" y="0"/>
                  </a:lnTo>
                  <a:lnTo>
                    <a:pt x="752467" y="0"/>
                  </a:lnTo>
                  <a:lnTo>
                    <a:pt x="750273" y="0"/>
                  </a:lnTo>
                  <a:lnTo>
                    <a:pt x="748080" y="0"/>
                  </a:lnTo>
                  <a:lnTo>
                    <a:pt x="745886" y="0"/>
                  </a:lnTo>
                  <a:lnTo>
                    <a:pt x="743692" y="0"/>
                  </a:lnTo>
                  <a:lnTo>
                    <a:pt x="741498" y="0"/>
                  </a:lnTo>
                  <a:lnTo>
                    <a:pt x="739304" y="0"/>
                  </a:lnTo>
                  <a:lnTo>
                    <a:pt x="737111" y="0"/>
                  </a:lnTo>
                  <a:lnTo>
                    <a:pt x="734917" y="0"/>
                  </a:lnTo>
                  <a:lnTo>
                    <a:pt x="732723" y="0"/>
                  </a:lnTo>
                  <a:lnTo>
                    <a:pt x="730529" y="0"/>
                  </a:lnTo>
                  <a:lnTo>
                    <a:pt x="728336" y="0"/>
                  </a:lnTo>
                  <a:lnTo>
                    <a:pt x="726142" y="0"/>
                  </a:lnTo>
                  <a:lnTo>
                    <a:pt x="723948" y="0"/>
                  </a:lnTo>
                  <a:lnTo>
                    <a:pt x="721754" y="0"/>
                  </a:lnTo>
                  <a:lnTo>
                    <a:pt x="719560" y="0"/>
                  </a:lnTo>
                  <a:lnTo>
                    <a:pt x="717367" y="0"/>
                  </a:lnTo>
                  <a:lnTo>
                    <a:pt x="715173" y="0"/>
                  </a:lnTo>
                  <a:lnTo>
                    <a:pt x="712979" y="0"/>
                  </a:lnTo>
                  <a:lnTo>
                    <a:pt x="710785" y="0"/>
                  </a:lnTo>
                  <a:lnTo>
                    <a:pt x="708591" y="0"/>
                  </a:lnTo>
                  <a:lnTo>
                    <a:pt x="706398" y="0"/>
                  </a:lnTo>
                  <a:lnTo>
                    <a:pt x="704204" y="0"/>
                  </a:lnTo>
                  <a:lnTo>
                    <a:pt x="702010" y="0"/>
                  </a:lnTo>
                  <a:lnTo>
                    <a:pt x="699816" y="0"/>
                  </a:lnTo>
                  <a:lnTo>
                    <a:pt x="697623" y="0"/>
                  </a:lnTo>
                  <a:lnTo>
                    <a:pt x="695429" y="0"/>
                  </a:lnTo>
                  <a:lnTo>
                    <a:pt x="693235" y="0"/>
                  </a:lnTo>
                  <a:lnTo>
                    <a:pt x="691041" y="0"/>
                  </a:lnTo>
                  <a:lnTo>
                    <a:pt x="688847" y="0"/>
                  </a:lnTo>
                  <a:lnTo>
                    <a:pt x="686654" y="0"/>
                  </a:lnTo>
                  <a:lnTo>
                    <a:pt x="684460" y="0"/>
                  </a:lnTo>
                  <a:lnTo>
                    <a:pt x="682266" y="0"/>
                  </a:lnTo>
                  <a:lnTo>
                    <a:pt x="680072" y="0"/>
                  </a:lnTo>
                  <a:lnTo>
                    <a:pt x="677879" y="0"/>
                  </a:lnTo>
                  <a:lnTo>
                    <a:pt x="675685" y="0"/>
                  </a:lnTo>
                  <a:lnTo>
                    <a:pt x="673491" y="0"/>
                  </a:lnTo>
                  <a:lnTo>
                    <a:pt x="671297" y="0"/>
                  </a:lnTo>
                  <a:lnTo>
                    <a:pt x="669103" y="0"/>
                  </a:lnTo>
                  <a:lnTo>
                    <a:pt x="666910" y="0"/>
                  </a:lnTo>
                  <a:lnTo>
                    <a:pt x="664716" y="0"/>
                  </a:lnTo>
                  <a:lnTo>
                    <a:pt x="662522" y="0"/>
                  </a:lnTo>
                  <a:lnTo>
                    <a:pt x="660328" y="0"/>
                  </a:lnTo>
                  <a:lnTo>
                    <a:pt x="658134" y="0"/>
                  </a:lnTo>
                  <a:lnTo>
                    <a:pt x="655941" y="0"/>
                  </a:lnTo>
                  <a:lnTo>
                    <a:pt x="653747" y="0"/>
                  </a:lnTo>
                  <a:lnTo>
                    <a:pt x="651553" y="0"/>
                  </a:lnTo>
                  <a:lnTo>
                    <a:pt x="649359" y="0"/>
                  </a:lnTo>
                  <a:lnTo>
                    <a:pt x="647166" y="0"/>
                  </a:lnTo>
                  <a:lnTo>
                    <a:pt x="644972" y="0"/>
                  </a:lnTo>
                  <a:lnTo>
                    <a:pt x="642778" y="0"/>
                  </a:lnTo>
                  <a:lnTo>
                    <a:pt x="640584" y="0"/>
                  </a:lnTo>
                  <a:lnTo>
                    <a:pt x="638390" y="0"/>
                  </a:lnTo>
                  <a:lnTo>
                    <a:pt x="636197" y="0"/>
                  </a:lnTo>
                  <a:lnTo>
                    <a:pt x="634003" y="0"/>
                  </a:lnTo>
                  <a:lnTo>
                    <a:pt x="631809" y="0"/>
                  </a:lnTo>
                  <a:lnTo>
                    <a:pt x="629615" y="0"/>
                  </a:lnTo>
                  <a:lnTo>
                    <a:pt x="627422" y="0"/>
                  </a:lnTo>
                  <a:lnTo>
                    <a:pt x="625228" y="0"/>
                  </a:lnTo>
                  <a:lnTo>
                    <a:pt x="623034" y="0"/>
                  </a:lnTo>
                  <a:lnTo>
                    <a:pt x="620840" y="0"/>
                  </a:lnTo>
                  <a:lnTo>
                    <a:pt x="618646" y="0"/>
                  </a:lnTo>
                  <a:lnTo>
                    <a:pt x="616453" y="0"/>
                  </a:lnTo>
                  <a:lnTo>
                    <a:pt x="614259" y="0"/>
                  </a:lnTo>
                  <a:lnTo>
                    <a:pt x="612065" y="0"/>
                  </a:lnTo>
                  <a:lnTo>
                    <a:pt x="609871" y="0"/>
                  </a:lnTo>
                  <a:lnTo>
                    <a:pt x="607677" y="0"/>
                  </a:lnTo>
                  <a:lnTo>
                    <a:pt x="605484" y="0"/>
                  </a:lnTo>
                  <a:lnTo>
                    <a:pt x="603290" y="0"/>
                  </a:lnTo>
                  <a:lnTo>
                    <a:pt x="601096" y="0"/>
                  </a:lnTo>
                  <a:lnTo>
                    <a:pt x="598902" y="0"/>
                  </a:lnTo>
                  <a:lnTo>
                    <a:pt x="596709" y="0"/>
                  </a:lnTo>
                  <a:lnTo>
                    <a:pt x="594515" y="0"/>
                  </a:lnTo>
                  <a:lnTo>
                    <a:pt x="592321" y="0"/>
                  </a:lnTo>
                  <a:lnTo>
                    <a:pt x="590127" y="0"/>
                  </a:lnTo>
                  <a:lnTo>
                    <a:pt x="587933" y="0"/>
                  </a:lnTo>
                  <a:lnTo>
                    <a:pt x="585740" y="0"/>
                  </a:lnTo>
                  <a:lnTo>
                    <a:pt x="583546" y="0"/>
                  </a:lnTo>
                  <a:lnTo>
                    <a:pt x="581352" y="0"/>
                  </a:lnTo>
                  <a:lnTo>
                    <a:pt x="579158" y="0"/>
                  </a:lnTo>
                  <a:lnTo>
                    <a:pt x="576965" y="0"/>
                  </a:lnTo>
                  <a:lnTo>
                    <a:pt x="574771" y="0"/>
                  </a:lnTo>
                  <a:lnTo>
                    <a:pt x="572577" y="0"/>
                  </a:lnTo>
                  <a:lnTo>
                    <a:pt x="570383" y="0"/>
                  </a:lnTo>
                  <a:lnTo>
                    <a:pt x="568189" y="0"/>
                  </a:lnTo>
                  <a:lnTo>
                    <a:pt x="565996" y="0"/>
                  </a:lnTo>
                  <a:lnTo>
                    <a:pt x="563802" y="0"/>
                  </a:lnTo>
                  <a:lnTo>
                    <a:pt x="561608" y="0"/>
                  </a:lnTo>
                  <a:lnTo>
                    <a:pt x="559414" y="0"/>
                  </a:lnTo>
                  <a:lnTo>
                    <a:pt x="557220" y="0"/>
                  </a:lnTo>
                  <a:lnTo>
                    <a:pt x="555027" y="0"/>
                  </a:lnTo>
                  <a:lnTo>
                    <a:pt x="552833" y="0"/>
                  </a:lnTo>
                  <a:lnTo>
                    <a:pt x="550639" y="0"/>
                  </a:lnTo>
                  <a:lnTo>
                    <a:pt x="548445" y="0"/>
                  </a:lnTo>
                  <a:lnTo>
                    <a:pt x="546252" y="0"/>
                  </a:lnTo>
                  <a:lnTo>
                    <a:pt x="544058" y="0"/>
                  </a:lnTo>
                  <a:lnTo>
                    <a:pt x="541864" y="0"/>
                  </a:lnTo>
                  <a:lnTo>
                    <a:pt x="539670" y="0"/>
                  </a:lnTo>
                  <a:lnTo>
                    <a:pt x="537476" y="0"/>
                  </a:lnTo>
                  <a:lnTo>
                    <a:pt x="535283" y="0"/>
                  </a:lnTo>
                  <a:lnTo>
                    <a:pt x="533089" y="0"/>
                  </a:lnTo>
                  <a:lnTo>
                    <a:pt x="530895" y="0"/>
                  </a:lnTo>
                  <a:lnTo>
                    <a:pt x="528701" y="0"/>
                  </a:lnTo>
                  <a:lnTo>
                    <a:pt x="526507" y="0"/>
                  </a:lnTo>
                  <a:lnTo>
                    <a:pt x="524314" y="0"/>
                  </a:lnTo>
                  <a:lnTo>
                    <a:pt x="522120" y="0"/>
                  </a:lnTo>
                  <a:lnTo>
                    <a:pt x="519926" y="0"/>
                  </a:lnTo>
                  <a:lnTo>
                    <a:pt x="517732" y="0"/>
                  </a:lnTo>
                  <a:lnTo>
                    <a:pt x="515539" y="0"/>
                  </a:lnTo>
                  <a:lnTo>
                    <a:pt x="513345" y="0"/>
                  </a:lnTo>
                  <a:lnTo>
                    <a:pt x="511151" y="0"/>
                  </a:lnTo>
                  <a:lnTo>
                    <a:pt x="508957" y="0"/>
                  </a:lnTo>
                  <a:lnTo>
                    <a:pt x="506763" y="0"/>
                  </a:lnTo>
                  <a:lnTo>
                    <a:pt x="504570" y="0"/>
                  </a:lnTo>
                  <a:lnTo>
                    <a:pt x="502376" y="0"/>
                  </a:lnTo>
                  <a:lnTo>
                    <a:pt x="500182" y="0"/>
                  </a:lnTo>
                  <a:lnTo>
                    <a:pt x="497988" y="0"/>
                  </a:lnTo>
                  <a:lnTo>
                    <a:pt x="495795" y="0"/>
                  </a:lnTo>
                  <a:lnTo>
                    <a:pt x="493601" y="0"/>
                  </a:lnTo>
                  <a:lnTo>
                    <a:pt x="491407" y="0"/>
                  </a:lnTo>
                  <a:lnTo>
                    <a:pt x="489213" y="0"/>
                  </a:lnTo>
                  <a:lnTo>
                    <a:pt x="487019" y="0"/>
                  </a:lnTo>
                  <a:lnTo>
                    <a:pt x="484826" y="0"/>
                  </a:lnTo>
                  <a:lnTo>
                    <a:pt x="482632" y="0"/>
                  </a:lnTo>
                  <a:lnTo>
                    <a:pt x="480438" y="0"/>
                  </a:lnTo>
                  <a:lnTo>
                    <a:pt x="478244" y="0"/>
                  </a:lnTo>
                  <a:lnTo>
                    <a:pt x="476050" y="0"/>
                  </a:lnTo>
                  <a:lnTo>
                    <a:pt x="473857" y="0"/>
                  </a:lnTo>
                  <a:lnTo>
                    <a:pt x="471663" y="0"/>
                  </a:lnTo>
                  <a:lnTo>
                    <a:pt x="469469" y="0"/>
                  </a:lnTo>
                  <a:lnTo>
                    <a:pt x="467275" y="0"/>
                  </a:lnTo>
                  <a:lnTo>
                    <a:pt x="465082" y="0"/>
                  </a:lnTo>
                  <a:lnTo>
                    <a:pt x="462888" y="0"/>
                  </a:lnTo>
                  <a:lnTo>
                    <a:pt x="460694" y="0"/>
                  </a:lnTo>
                  <a:lnTo>
                    <a:pt x="458500" y="0"/>
                  </a:lnTo>
                  <a:lnTo>
                    <a:pt x="456306" y="0"/>
                  </a:lnTo>
                  <a:lnTo>
                    <a:pt x="454113" y="0"/>
                  </a:lnTo>
                  <a:lnTo>
                    <a:pt x="451919" y="0"/>
                  </a:lnTo>
                  <a:lnTo>
                    <a:pt x="449725" y="0"/>
                  </a:lnTo>
                  <a:lnTo>
                    <a:pt x="447531" y="0"/>
                  </a:lnTo>
                  <a:lnTo>
                    <a:pt x="445338" y="0"/>
                  </a:lnTo>
                  <a:lnTo>
                    <a:pt x="443144" y="0"/>
                  </a:lnTo>
                  <a:lnTo>
                    <a:pt x="440950" y="0"/>
                  </a:lnTo>
                  <a:lnTo>
                    <a:pt x="438756" y="0"/>
                  </a:lnTo>
                  <a:lnTo>
                    <a:pt x="436562" y="0"/>
                  </a:lnTo>
                  <a:lnTo>
                    <a:pt x="434369" y="0"/>
                  </a:lnTo>
                  <a:lnTo>
                    <a:pt x="432175" y="0"/>
                  </a:lnTo>
                  <a:lnTo>
                    <a:pt x="429981" y="0"/>
                  </a:lnTo>
                  <a:lnTo>
                    <a:pt x="427787" y="0"/>
                  </a:lnTo>
                  <a:lnTo>
                    <a:pt x="425593" y="0"/>
                  </a:lnTo>
                  <a:lnTo>
                    <a:pt x="423400" y="0"/>
                  </a:lnTo>
                  <a:lnTo>
                    <a:pt x="421206" y="0"/>
                  </a:lnTo>
                  <a:lnTo>
                    <a:pt x="419012" y="0"/>
                  </a:lnTo>
                  <a:lnTo>
                    <a:pt x="416818" y="0"/>
                  </a:lnTo>
                  <a:lnTo>
                    <a:pt x="414625" y="0"/>
                  </a:lnTo>
                  <a:lnTo>
                    <a:pt x="412431" y="0"/>
                  </a:lnTo>
                  <a:lnTo>
                    <a:pt x="410237" y="0"/>
                  </a:lnTo>
                  <a:lnTo>
                    <a:pt x="408043" y="0"/>
                  </a:lnTo>
                  <a:lnTo>
                    <a:pt x="405849" y="0"/>
                  </a:lnTo>
                  <a:lnTo>
                    <a:pt x="403656" y="0"/>
                  </a:lnTo>
                  <a:lnTo>
                    <a:pt x="401462" y="0"/>
                  </a:lnTo>
                  <a:lnTo>
                    <a:pt x="399268" y="0"/>
                  </a:lnTo>
                  <a:lnTo>
                    <a:pt x="397074" y="0"/>
                  </a:lnTo>
                  <a:lnTo>
                    <a:pt x="394880" y="0"/>
                  </a:lnTo>
                  <a:lnTo>
                    <a:pt x="392687" y="0"/>
                  </a:lnTo>
                  <a:lnTo>
                    <a:pt x="390493" y="0"/>
                  </a:lnTo>
                  <a:lnTo>
                    <a:pt x="388299" y="0"/>
                  </a:lnTo>
                  <a:lnTo>
                    <a:pt x="386105" y="0"/>
                  </a:lnTo>
                  <a:lnTo>
                    <a:pt x="383912" y="0"/>
                  </a:lnTo>
                  <a:lnTo>
                    <a:pt x="381718" y="0"/>
                  </a:lnTo>
                  <a:lnTo>
                    <a:pt x="379524" y="0"/>
                  </a:lnTo>
                  <a:lnTo>
                    <a:pt x="377330" y="0"/>
                  </a:lnTo>
                  <a:lnTo>
                    <a:pt x="375136" y="0"/>
                  </a:lnTo>
                  <a:lnTo>
                    <a:pt x="372943" y="0"/>
                  </a:lnTo>
                  <a:lnTo>
                    <a:pt x="370749" y="0"/>
                  </a:lnTo>
                  <a:lnTo>
                    <a:pt x="368555" y="0"/>
                  </a:lnTo>
                  <a:lnTo>
                    <a:pt x="366361" y="0"/>
                  </a:lnTo>
                  <a:lnTo>
                    <a:pt x="364168" y="0"/>
                  </a:lnTo>
                  <a:lnTo>
                    <a:pt x="361974" y="0"/>
                  </a:lnTo>
                  <a:lnTo>
                    <a:pt x="359780" y="0"/>
                  </a:lnTo>
                  <a:lnTo>
                    <a:pt x="357586" y="0"/>
                  </a:lnTo>
                  <a:lnTo>
                    <a:pt x="355392" y="0"/>
                  </a:lnTo>
                  <a:lnTo>
                    <a:pt x="353199" y="0"/>
                  </a:lnTo>
                  <a:lnTo>
                    <a:pt x="351005" y="0"/>
                  </a:lnTo>
                  <a:lnTo>
                    <a:pt x="348811" y="0"/>
                  </a:lnTo>
                  <a:lnTo>
                    <a:pt x="346617" y="0"/>
                  </a:lnTo>
                  <a:lnTo>
                    <a:pt x="344423" y="0"/>
                  </a:lnTo>
                  <a:lnTo>
                    <a:pt x="342230" y="0"/>
                  </a:lnTo>
                  <a:lnTo>
                    <a:pt x="340036" y="0"/>
                  </a:lnTo>
                  <a:lnTo>
                    <a:pt x="337842" y="0"/>
                  </a:lnTo>
                  <a:lnTo>
                    <a:pt x="335648" y="0"/>
                  </a:lnTo>
                  <a:lnTo>
                    <a:pt x="333455" y="0"/>
                  </a:lnTo>
                  <a:lnTo>
                    <a:pt x="331261" y="0"/>
                  </a:lnTo>
                  <a:lnTo>
                    <a:pt x="329067" y="0"/>
                  </a:lnTo>
                  <a:lnTo>
                    <a:pt x="326873" y="0"/>
                  </a:lnTo>
                  <a:lnTo>
                    <a:pt x="324679" y="0"/>
                  </a:lnTo>
                  <a:lnTo>
                    <a:pt x="322486" y="0"/>
                  </a:lnTo>
                  <a:lnTo>
                    <a:pt x="320292" y="0"/>
                  </a:lnTo>
                  <a:lnTo>
                    <a:pt x="318098" y="0"/>
                  </a:lnTo>
                  <a:lnTo>
                    <a:pt x="315904" y="0"/>
                  </a:lnTo>
                  <a:lnTo>
                    <a:pt x="313711" y="0"/>
                  </a:lnTo>
                  <a:lnTo>
                    <a:pt x="311517" y="0"/>
                  </a:lnTo>
                  <a:lnTo>
                    <a:pt x="309323" y="0"/>
                  </a:lnTo>
                  <a:lnTo>
                    <a:pt x="307129" y="0"/>
                  </a:lnTo>
                  <a:lnTo>
                    <a:pt x="304935" y="0"/>
                  </a:lnTo>
                  <a:lnTo>
                    <a:pt x="302742" y="0"/>
                  </a:lnTo>
                  <a:lnTo>
                    <a:pt x="300548" y="0"/>
                  </a:lnTo>
                  <a:lnTo>
                    <a:pt x="298354" y="0"/>
                  </a:lnTo>
                  <a:lnTo>
                    <a:pt x="296160" y="0"/>
                  </a:lnTo>
                  <a:lnTo>
                    <a:pt x="293966" y="0"/>
                  </a:lnTo>
                  <a:lnTo>
                    <a:pt x="291773" y="0"/>
                  </a:lnTo>
                  <a:lnTo>
                    <a:pt x="289579" y="0"/>
                  </a:lnTo>
                  <a:lnTo>
                    <a:pt x="287385" y="0"/>
                  </a:lnTo>
                  <a:lnTo>
                    <a:pt x="285191" y="0"/>
                  </a:lnTo>
                  <a:lnTo>
                    <a:pt x="282998" y="0"/>
                  </a:lnTo>
                  <a:lnTo>
                    <a:pt x="280804" y="0"/>
                  </a:lnTo>
                  <a:lnTo>
                    <a:pt x="278610" y="0"/>
                  </a:lnTo>
                  <a:lnTo>
                    <a:pt x="276416" y="0"/>
                  </a:lnTo>
                  <a:lnTo>
                    <a:pt x="274222" y="0"/>
                  </a:lnTo>
                  <a:lnTo>
                    <a:pt x="272029" y="0"/>
                  </a:lnTo>
                  <a:lnTo>
                    <a:pt x="269835" y="0"/>
                  </a:lnTo>
                  <a:lnTo>
                    <a:pt x="267641" y="0"/>
                  </a:lnTo>
                  <a:lnTo>
                    <a:pt x="265447" y="0"/>
                  </a:lnTo>
                  <a:lnTo>
                    <a:pt x="263253" y="0"/>
                  </a:lnTo>
                  <a:lnTo>
                    <a:pt x="261060" y="0"/>
                  </a:lnTo>
                  <a:lnTo>
                    <a:pt x="258866" y="0"/>
                  </a:lnTo>
                  <a:lnTo>
                    <a:pt x="256672" y="0"/>
                  </a:lnTo>
                  <a:lnTo>
                    <a:pt x="254478" y="0"/>
                  </a:lnTo>
                  <a:lnTo>
                    <a:pt x="252285" y="0"/>
                  </a:lnTo>
                  <a:lnTo>
                    <a:pt x="250091" y="0"/>
                  </a:lnTo>
                  <a:lnTo>
                    <a:pt x="247897" y="0"/>
                  </a:lnTo>
                  <a:lnTo>
                    <a:pt x="245703" y="0"/>
                  </a:lnTo>
                  <a:lnTo>
                    <a:pt x="243509" y="0"/>
                  </a:lnTo>
                  <a:lnTo>
                    <a:pt x="241316" y="0"/>
                  </a:lnTo>
                  <a:lnTo>
                    <a:pt x="239122" y="0"/>
                  </a:lnTo>
                  <a:lnTo>
                    <a:pt x="236928" y="0"/>
                  </a:lnTo>
                  <a:lnTo>
                    <a:pt x="234734" y="0"/>
                  </a:lnTo>
                  <a:lnTo>
                    <a:pt x="232541" y="0"/>
                  </a:lnTo>
                  <a:lnTo>
                    <a:pt x="230347" y="0"/>
                  </a:lnTo>
                  <a:lnTo>
                    <a:pt x="228153" y="0"/>
                  </a:lnTo>
                  <a:lnTo>
                    <a:pt x="225959" y="0"/>
                  </a:lnTo>
                  <a:lnTo>
                    <a:pt x="223765" y="0"/>
                  </a:lnTo>
                  <a:lnTo>
                    <a:pt x="221572" y="0"/>
                  </a:lnTo>
                  <a:lnTo>
                    <a:pt x="219378" y="0"/>
                  </a:lnTo>
                  <a:lnTo>
                    <a:pt x="217184" y="0"/>
                  </a:lnTo>
                  <a:lnTo>
                    <a:pt x="214990" y="0"/>
                  </a:lnTo>
                  <a:lnTo>
                    <a:pt x="212796" y="0"/>
                  </a:lnTo>
                  <a:lnTo>
                    <a:pt x="210603" y="0"/>
                  </a:lnTo>
                  <a:lnTo>
                    <a:pt x="208409" y="0"/>
                  </a:lnTo>
                  <a:lnTo>
                    <a:pt x="206215" y="0"/>
                  </a:lnTo>
                  <a:lnTo>
                    <a:pt x="204021" y="0"/>
                  </a:lnTo>
                  <a:lnTo>
                    <a:pt x="201828" y="0"/>
                  </a:lnTo>
                  <a:lnTo>
                    <a:pt x="199634" y="0"/>
                  </a:lnTo>
                  <a:lnTo>
                    <a:pt x="197440" y="0"/>
                  </a:lnTo>
                  <a:lnTo>
                    <a:pt x="195246" y="0"/>
                  </a:lnTo>
                  <a:lnTo>
                    <a:pt x="193052" y="0"/>
                  </a:lnTo>
                  <a:lnTo>
                    <a:pt x="190859" y="0"/>
                  </a:lnTo>
                  <a:lnTo>
                    <a:pt x="188665" y="0"/>
                  </a:lnTo>
                  <a:lnTo>
                    <a:pt x="186471" y="0"/>
                  </a:lnTo>
                  <a:lnTo>
                    <a:pt x="184277" y="0"/>
                  </a:lnTo>
                  <a:lnTo>
                    <a:pt x="182084" y="0"/>
                  </a:lnTo>
                  <a:lnTo>
                    <a:pt x="179890" y="0"/>
                  </a:lnTo>
                  <a:lnTo>
                    <a:pt x="177696" y="0"/>
                  </a:lnTo>
                  <a:lnTo>
                    <a:pt x="175502" y="0"/>
                  </a:lnTo>
                  <a:lnTo>
                    <a:pt x="173308" y="0"/>
                  </a:lnTo>
                  <a:lnTo>
                    <a:pt x="171115" y="0"/>
                  </a:lnTo>
                  <a:lnTo>
                    <a:pt x="168921" y="0"/>
                  </a:lnTo>
                  <a:lnTo>
                    <a:pt x="166727" y="0"/>
                  </a:lnTo>
                  <a:lnTo>
                    <a:pt x="164533" y="0"/>
                  </a:lnTo>
                  <a:lnTo>
                    <a:pt x="162339" y="0"/>
                  </a:lnTo>
                  <a:lnTo>
                    <a:pt x="160146" y="0"/>
                  </a:lnTo>
                  <a:lnTo>
                    <a:pt x="157952" y="0"/>
                  </a:lnTo>
                  <a:lnTo>
                    <a:pt x="155758" y="0"/>
                  </a:lnTo>
                  <a:lnTo>
                    <a:pt x="153564" y="0"/>
                  </a:lnTo>
                  <a:lnTo>
                    <a:pt x="151371" y="0"/>
                  </a:lnTo>
                  <a:lnTo>
                    <a:pt x="149177" y="0"/>
                  </a:lnTo>
                  <a:lnTo>
                    <a:pt x="146983" y="0"/>
                  </a:lnTo>
                  <a:lnTo>
                    <a:pt x="144789" y="0"/>
                  </a:lnTo>
                  <a:lnTo>
                    <a:pt x="142595" y="0"/>
                  </a:lnTo>
                  <a:lnTo>
                    <a:pt x="140402" y="0"/>
                  </a:lnTo>
                  <a:lnTo>
                    <a:pt x="138208" y="0"/>
                  </a:lnTo>
                  <a:lnTo>
                    <a:pt x="136014" y="0"/>
                  </a:lnTo>
                  <a:lnTo>
                    <a:pt x="133820" y="0"/>
                  </a:lnTo>
                  <a:lnTo>
                    <a:pt x="131626" y="0"/>
                  </a:lnTo>
                  <a:lnTo>
                    <a:pt x="129433" y="0"/>
                  </a:lnTo>
                  <a:lnTo>
                    <a:pt x="127239" y="0"/>
                  </a:lnTo>
                  <a:lnTo>
                    <a:pt x="125045" y="0"/>
                  </a:lnTo>
                  <a:lnTo>
                    <a:pt x="122851" y="0"/>
                  </a:lnTo>
                  <a:lnTo>
                    <a:pt x="120658" y="0"/>
                  </a:lnTo>
                  <a:lnTo>
                    <a:pt x="118464" y="0"/>
                  </a:lnTo>
                  <a:lnTo>
                    <a:pt x="116270" y="0"/>
                  </a:lnTo>
                  <a:lnTo>
                    <a:pt x="114076" y="0"/>
                  </a:lnTo>
                  <a:lnTo>
                    <a:pt x="111882" y="0"/>
                  </a:lnTo>
                  <a:lnTo>
                    <a:pt x="109689" y="0"/>
                  </a:lnTo>
                  <a:lnTo>
                    <a:pt x="107495" y="0"/>
                  </a:lnTo>
                  <a:lnTo>
                    <a:pt x="105301" y="0"/>
                  </a:lnTo>
                  <a:lnTo>
                    <a:pt x="103107" y="0"/>
                  </a:lnTo>
                  <a:lnTo>
                    <a:pt x="100914" y="0"/>
                  </a:lnTo>
                  <a:lnTo>
                    <a:pt x="98720" y="0"/>
                  </a:lnTo>
                  <a:lnTo>
                    <a:pt x="96526" y="0"/>
                  </a:lnTo>
                  <a:lnTo>
                    <a:pt x="94332" y="0"/>
                  </a:lnTo>
                  <a:lnTo>
                    <a:pt x="92138" y="0"/>
                  </a:lnTo>
                  <a:lnTo>
                    <a:pt x="89945" y="0"/>
                  </a:lnTo>
                  <a:lnTo>
                    <a:pt x="87751" y="0"/>
                  </a:lnTo>
                  <a:lnTo>
                    <a:pt x="85557" y="0"/>
                  </a:lnTo>
                  <a:lnTo>
                    <a:pt x="83363" y="0"/>
                  </a:lnTo>
                  <a:lnTo>
                    <a:pt x="81169" y="0"/>
                  </a:lnTo>
                  <a:lnTo>
                    <a:pt x="78976" y="0"/>
                  </a:lnTo>
                  <a:lnTo>
                    <a:pt x="76782" y="0"/>
                  </a:lnTo>
                  <a:lnTo>
                    <a:pt x="74588" y="0"/>
                  </a:lnTo>
                  <a:lnTo>
                    <a:pt x="72394" y="0"/>
                  </a:lnTo>
                  <a:lnTo>
                    <a:pt x="70201" y="0"/>
                  </a:lnTo>
                  <a:lnTo>
                    <a:pt x="68007" y="0"/>
                  </a:lnTo>
                  <a:lnTo>
                    <a:pt x="65813" y="0"/>
                  </a:lnTo>
                  <a:lnTo>
                    <a:pt x="63619" y="0"/>
                  </a:lnTo>
                  <a:lnTo>
                    <a:pt x="61425" y="0"/>
                  </a:lnTo>
                  <a:lnTo>
                    <a:pt x="59232" y="0"/>
                  </a:lnTo>
                  <a:lnTo>
                    <a:pt x="57038" y="0"/>
                  </a:lnTo>
                  <a:lnTo>
                    <a:pt x="54844" y="0"/>
                  </a:lnTo>
                  <a:lnTo>
                    <a:pt x="52650" y="0"/>
                  </a:lnTo>
                  <a:lnTo>
                    <a:pt x="50457" y="0"/>
                  </a:lnTo>
                  <a:lnTo>
                    <a:pt x="48263" y="0"/>
                  </a:lnTo>
                  <a:lnTo>
                    <a:pt x="46069" y="0"/>
                  </a:lnTo>
                  <a:lnTo>
                    <a:pt x="43875" y="0"/>
                  </a:lnTo>
                  <a:lnTo>
                    <a:pt x="41681" y="0"/>
                  </a:lnTo>
                  <a:lnTo>
                    <a:pt x="39488" y="0"/>
                  </a:lnTo>
                  <a:lnTo>
                    <a:pt x="37294" y="0"/>
                  </a:lnTo>
                  <a:lnTo>
                    <a:pt x="35100" y="0"/>
                  </a:lnTo>
                  <a:lnTo>
                    <a:pt x="32906" y="0"/>
                  </a:lnTo>
                  <a:lnTo>
                    <a:pt x="30712" y="0"/>
                  </a:lnTo>
                  <a:lnTo>
                    <a:pt x="28519" y="0"/>
                  </a:lnTo>
                  <a:lnTo>
                    <a:pt x="26325" y="0"/>
                  </a:lnTo>
                  <a:lnTo>
                    <a:pt x="24131" y="0"/>
                  </a:lnTo>
                  <a:lnTo>
                    <a:pt x="21937" y="0"/>
                  </a:lnTo>
                  <a:lnTo>
                    <a:pt x="19744" y="0"/>
                  </a:lnTo>
                  <a:lnTo>
                    <a:pt x="17550" y="0"/>
                  </a:lnTo>
                  <a:lnTo>
                    <a:pt x="15356" y="0"/>
                  </a:lnTo>
                  <a:lnTo>
                    <a:pt x="13162" y="0"/>
                  </a:lnTo>
                  <a:lnTo>
                    <a:pt x="10968" y="0"/>
                  </a:lnTo>
                  <a:lnTo>
                    <a:pt x="8775" y="0"/>
                  </a:lnTo>
                  <a:lnTo>
                    <a:pt x="6581" y="0"/>
                  </a:lnTo>
                  <a:lnTo>
                    <a:pt x="4387" y="0"/>
                  </a:lnTo>
                  <a:lnTo>
                    <a:pt x="2193" y="0"/>
                  </a:ln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</p:spPr>
          <p:txBody>
            <a:bodyPr/>
            <a:lstStyle/>
            <a:p/>
          </p:txBody>
        </p:sp>
        <p:sp>
          <p:nvSpPr>
            <p:cNvPr id="51" name="pl51"/>
            <p:cNvSpPr/>
            <p:nvPr/>
          </p:nvSpPr>
          <p:spPr>
            <a:xfrm>
              <a:off x="444934" y="5406749"/>
              <a:ext cx="8553560" cy="0"/>
            </a:xfrm>
            <a:custGeom>
              <a:avLst/>
              <a:pathLst>
                <a:path w="8553560" h="0">
                  <a:moveTo>
                    <a:pt x="0" y="0"/>
                  </a:moveTo>
                  <a:lnTo>
                    <a:pt x="8553560" y="0"/>
                  </a:lnTo>
                  <a:lnTo>
                    <a:pt x="8553560" y="0"/>
                  </a:lnTo>
                </a:path>
              </a:pathLst>
            </a:custGeom>
            <a:ln w="18970" cap="flat">
              <a:solidFill>
                <a:srgbClr val="000000">
                  <a:alpha val="100000"/>
                </a:srgbClr>
              </a:solidFill>
              <a:prstDash val="dash"/>
              <a:round/>
            </a:ln>
          </p:spPr>
          <p:txBody>
            <a:bodyPr/>
            <a:lstStyle/>
            <a:p/>
          </p:txBody>
        </p:sp>
        <p:sp>
          <p:nvSpPr>
            <p:cNvPr id="52" name="tx52"/>
            <p:cNvSpPr/>
            <p:nvPr/>
          </p:nvSpPr>
          <p:spPr>
            <a:xfrm rot="2700000">
              <a:off x="724063" y="4591973"/>
              <a:ext cx="775808" cy="136653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422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422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Gm6471</a:t>
              </a:r>
            </a:p>
          </p:txBody>
        </p:sp>
        <p:sp>
          <p:nvSpPr>
            <p:cNvPr id="53" name="tx53"/>
            <p:cNvSpPr/>
            <p:nvPr/>
          </p:nvSpPr>
          <p:spPr>
            <a:xfrm rot="2700000">
              <a:off x="1130891" y="4591973"/>
              <a:ext cx="890759" cy="136653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422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422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Gm39117</a:t>
              </a:r>
            </a:p>
          </p:txBody>
        </p:sp>
        <p:sp>
          <p:nvSpPr>
            <p:cNvPr id="54" name="tx54"/>
            <p:cNvSpPr/>
            <p:nvPr/>
          </p:nvSpPr>
          <p:spPr>
            <a:xfrm rot="2700000">
              <a:off x="2270772" y="4591445"/>
              <a:ext cx="224873" cy="13727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422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422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Th</a:t>
              </a:r>
            </a:p>
          </p:txBody>
        </p:sp>
        <p:sp>
          <p:nvSpPr>
            <p:cNvPr id="55" name="tx55"/>
            <p:cNvSpPr/>
            <p:nvPr/>
          </p:nvSpPr>
          <p:spPr>
            <a:xfrm rot="2700000">
              <a:off x="2561318" y="4589262"/>
              <a:ext cx="482211" cy="13982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422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422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Ascl2</a:t>
              </a:r>
            </a:p>
          </p:txBody>
        </p:sp>
        <p:sp>
          <p:nvSpPr>
            <p:cNvPr id="56" name="tx56"/>
            <p:cNvSpPr/>
            <p:nvPr/>
          </p:nvSpPr>
          <p:spPr>
            <a:xfrm rot="2700000">
              <a:off x="2819030" y="4562078"/>
              <a:ext cx="774308" cy="17167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422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422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Tspan32</a:t>
              </a:r>
            </a:p>
          </p:txBody>
        </p:sp>
        <p:sp>
          <p:nvSpPr>
            <p:cNvPr id="57" name="tx57"/>
            <p:cNvSpPr/>
            <p:nvPr/>
          </p:nvSpPr>
          <p:spPr>
            <a:xfrm rot="2700000">
              <a:off x="2749448" y="4562078"/>
              <a:ext cx="978979" cy="17167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422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422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Tspan32os</a:t>
              </a:r>
            </a:p>
          </p:txBody>
        </p:sp>
        <p:sp>
          <p:nvSpPr>
            <p:cNvPr id="58" name="tx58"/>
            <p:cNvSpPr/>
            <p:nvPr/>
          </p:nvSpPr>
          <p:spPr>
            <a:xfrm rot="2700000">
              <a:off x="3482694" y="4589262"/>
              <a:ext cx="470743" cy="13982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422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422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Cd81</a:t>
              </a:r>
            </a:p>
          </p:txBody>
        </p:sp>
        <p:sp>
          <p:nvSpPr>
            <p:cNvPr id="59" name="tx59"/>
            <p:cNvSpPr/>
            <p:nvPr/>
          </p:nvSpPr>
          <p:spPr>
            <a:xfrm rot="2700000">
              <a:off x="3377173" y="4591973"/>
              <a:ext cx="700292" cy="136653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422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422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R74862</a:t>
              </a:r>
            </a:p>
          </p:txBody>
        </p:sp>
        <p:sp>
          <p:nvSpPr>
            <p:cNvPr id="60" name="tx60"/>
            <p:cNvSpPr/>
            <p:nvPr/>
          </p:nvSpPr>
          <p:spPr>
            <a:xfrm rot="2700000">
              <a:off x="3640741" y="4594006"/>
              <a:ext cx="512912" cy="13427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422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422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Tssc4</a:t>
              </a:r>
            </a:p>
          </p:txBody>
        </p:sp>
        <p:sp>
          <p:nvSpPr>
            <p:cNvPr id="61" name="tx61"/>
            <p:cNvSpPr/>
            <p:nvPr/>
          </p:nvSpPr>
          <p:spPr>
            <a:xfrm rot="2700000">
              <a:off x="3892962" y="4564111"/>
              <a:ext cx="590281" cy="169294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422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422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Trpm5</a:t>
              </a:r>
            </a:p>
          </p:txBody>
        </p:sp>
        <p:sp>
          <p:nvSpPr>
            <p:cNvPr id="62" name="tx62"/>
            <p:cNvSpPr/>
            <p:nvPr/>
          </p:nvSpPr>
          <p:spPr>
            <a:xfrm rot="2700000">
              <a:off x="4035688" y="4564111"/>
              <a:ext cx="561962" cy="169294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422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422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Kcnq1</a:t>
              </a:r>
            </a:p>
          </p:txBody>
        </p:sp>
        <p:sp>
          <p:nvSpPr>
            <p:cNvPr id="63" name="tx63"/>
            <p:cNvSpPr/>
            <p:nvPr/>
          </p:nvSpPr>
          <p:spPr>
            <a:xfrm rot="2700000">
              <a:off x="4235380" y="4591973"/>
              <a:ext cx="890759" cy="136653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422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422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Gm28821</a:t>
              </a:r>
            </a:p>
          </p:txBody>
        </p:sp>
        <p:sp>
          <p:nvSpPr>
            <p:cNvPr id="64" name="tx64"/>
            <p:cNvSpPr/>
            <p:nvPr/>
          </p:nvSpPr>
          <p:spPr>
            <a:xfrm rot="2700000">
              <a:off x="5973656" y="4564111"/>
              <a:ext cx="858294" cy="169294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422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422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Kcnq1ot1</a:t>
              </a:r>
            </a:p>
          </p:txBody>
        </p:sp>
        <p:sp>
          <p:nvSpPr>
            <p:cNvPr id="65" name="tx65"/>
            <p:cNvSpPr/>
            <p:nvPr/>
          </p:nvSpPr>
          <p:spPr>
            <a:xfrm rot="2700000">
              <a:off x="6410539" y="4589262"/>
              <a:ext cx="1457133" cy="13982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422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422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4933417O13Rik</a:t>
              </a:r>
            </a:p>
          </p:txBody>
        </p:sp>
        <p:sp>
          <p:nvSpPr>
            <p:cNvPr id="66" name="tx66"/>
            <p:cNvSpPr/>
            <p:nvPr/>
          </p:nvSpPr>
          <p:spPr>
            <a:xfrm rot="2700000">
              <a:off x="7736021" y="4591973"/>
              <a:ext cx="890759" cy="136653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422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422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Gm44732</a:t>
              </a:r>
            </a:p>
          </p:txBody>
        </p:sp>
        <p:sp>
          <p:nvSpPr>
            <p:cNvPr id="67" name="tx67"/>
            <p:cNvSpPr/>
            <p:nvPr/>
          </p:nvSpPr>
          <p:spPr>
            <a:xfrm rot="2700000">
              <a:off x="7859650" y="4589262"/>
              <a:ext cx="674267" cy="13982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422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422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Cdkn1c</a:t>
              </a:r>
            </a:p>
          </p:txBody>
        </p:sp>
        <p:sp>
          <p:nvSpPr>
            <p:cNvPr id="68" name="tx68"/>
            <p:cNvSpPr/>
            <p:nvPr/>
          </p:nvSpPr>
          <p:spPr>
            <a:xfrm rot="2700000">
              <a:off x="7918576" y="4589262"/>
              <a:ext cx="834739" cy="13982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422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422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Slc22a18</a:t>
              </a:r>
            </a:p>
          </p:txBody>
        </p:sp>
        <p:sp>
          <p:nvSpPr>
            <p:cNvPr id="69" name="tx69"/>
            <p:cNvSpPr/>
            <p:nvPr/>
          </p:nvSpPr>
          <p:spPr>
            <a:xfrm rot="2700000">
              <a:off x="8351569" y="4589262"/>
              <a:ext cx="614012" cy="13982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422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422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Phlda2</a:t>
              </a:r>
            </a:p>
          </p:txBody>
        </p:sp>
        <p:sp>
          <p:nvSpPr>
            <p:cNvPr id="70" name="pl70"/>
            <p:cNvSpPr/>
            <p:nvPr/>
          </p:nvSpPr>
          <p:spPr>
            <a:xfrm>
              <a:off x="444934" y="3262477"/>
              <a:ext cx="0" cy="3116972"/>
            </a:xfrm>
            <a:custGeom>
              <a:avLst/>
              <a:pathLst>
                <a:path w="0" h="3116972">
                  <a:moveTo>
                    <a:pt x="0" y="3116972"/>
                  </a:moveTo>
                  <a:lnTo>
                    <a:pt x="0" y="0"/>
                  </a:lnTo>
                </a:path>
              </a:pathLst>
            </a:custGeom>
            <a:ln w="13550" cap="sq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" name="tx71"/>
            <p:cNvSpPr/>
            <p:nvPr/>
          </p:nvSpPr>
          <p:spPr>
            <a:xfrm>
              <a:off x="311199" y="6218167"/>
              <a:ext cx="71105" cy="8305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5</a:t>
              </a:r>
            </a:p>
          </p:txBody>
        </p:sp>
        <p:sp>
          <p:nvSpPr>
            <p:cNvPr id="72" name="tx72"/>
            <p:cNvSpPr/>
            <p:nvPr/>
          </p:nvSpPr>
          <p:spPr>
            <a:xfrm>
              <a:off x="311199" y="5516909"/>
              <a:ext cx="71105" cy="8452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6</a:t>
              </a:r>
            </a:p>
          </p:txBody>
        </p:sp>
        <p:sp>
          <p:nvSpPr>
            <p:cNvPr id="73" name="tx73"/>
            <p:cNvSpPr/>
            <p:nvPr/>
          </p:nvSpPr>
          <p:spPr>
            <a:xfrm>
              <a:off x="311199" y="4820180"/>
              <a:ext cx="71105" cy="81473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7</a:t>
              </a:r>
            </a:p>
          </p:txBody>
        </p:sp>
        <p:sp>
          <p:nvSpPr>
            <p:cNvPr id="74" name="tx74"/>
            <p:cNvSpPr/>
            <p:nvPr/>
          </p:nvSpPr>
          <p:spPr>
            <a:xfrm>
              <a:off x="311199" y="4117340"/>
              <a:ext cx="71105" cy="8452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8</a:t>
              </a:r>
            </a:p>
          </p:txBody>
        </p:sp>
        <p:sp>
          <p:nvSpPr>
            <p:cNvPr id="75" name="tx75"/>
            <p:cNvSpPr/>
            <p:nvPr/>
          </p:nvSpPr>
          <p:spPr>
            <a:xfrm>
              <a:off x="311199" y="3417555"/>
              <a:ext cx="71105" cy="8452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9</a:t>
              </a:r>
            </a:p>
          </p:txBody>
        </p:sp>
        <p:sp>
          <p:nvSpPr>
            <p:cNvPr id="76" name="pl76"/>
            <p:cNvSpPr/>
            <p:nvPr/>
          </p:nvSpPr>
          <p:spPr>
            <a:xfrm>
              <a:off x="410140" y="6260486"/>
              <a:ext cx="34794" cy="0"/>
            </a:xfrm>
            <a:custGeom>
              <a:avLst/>
              <a:pathLst>
                <a:path w="34794" h="0">
                  <a:moveTo>
                    <a:pt x="0" y="0"/>
                  </a:moveTo>
                  <a:lnTo>
                    <a:pt x="34794" y="0"/>
                  </a:lnTo>
                </a:path>
              </a:pathLst>
            </a:custGeom>
            <a:ln w="1355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7" name="pl77"/>
            <p:cNvSpPr/>
            <p:nvPr/>
          </p:nvSpPr>
          <p:spPr>
            <a:xfrm>
              <a:off x="410140" y="5560702"/>
              <a:ext cx="34794" cy="0"/>
            </a:xfrm>
            <a:custGeom>
              <a:avLst/>
              <a:pathLst>
                <a:path w="34794" h="0">
                  <a:moveTo>
                    <a:pt x="0" y="0"/>
                  </a:moveTo>
                  <a:lnTo>
                    <a:pt x="34794" y="0"/>
                  </a:lnTo>
                </a:path>
              </a:pathLst>
            </a:custGeom>
            <a:ln w="1355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8" name="pl78"/>
            <p:cNvSpPr/>
            <p:nvPr/>
          </p:nvSpPr>
          <p:spPr>
            <a:xfrm>
              <a:off x="410140" y="4860917"/>
              <a:ext cx="34794" cy="0"/>
            </a:xfrm>
            <a:custGeom>
              <a:avLst/>
              <a:pathLst>
                <a:path w="34794" h="0">
                  <a:moveTo>
                    <a:pt x="0" y="0"/>
                  </a:moveTo>
                  <a:lnTo>
                    <a:pt x="34794" y="0"/>
                  </a:lnTo>
                </a:path>
              </a:pathLst>
            </a:custGeom>
            <a:ln w="1355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9" name="pl79"/>
            <p:cNvSpPr/>
            <p:nvPr/>
          </p:nvSpPr>
          <p:spPr>
            <a:xfrm>
              <a:off x="410140" y="4161132"/>
              <a:ext cx="34794" cy="0"/>
            </a:xfrm>
            <a:custGeom>
              <a:avLst/>
              <a:pathLst>
                <a:path w="34794" h="0">
                  <a:moveTo>
                    <a:pt x="0" y="0"/>
                  </a:moveTo>
                  <a:lnTo>
                    <a:pt x="34794" y="0"/>
                  </a:lnTo>
                </a:path>
              </a:pathLst>
            </a:custGeom>
            <a:ln w="1355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0" name="pl80"/>
            <p:cNvSpPr/>
            <p:nvPr/>
          </p:nvSpPr>
          <p:spPr>
            <a:xfrm>
              <a:off x="410140" y="3461348"/>
              <a:ext cx="34794" cy="0"/>
            </a:xfrm>
            <a:custGeom>
              <a:avLst/>
              <a:pathLst>
                <a:path w="34794" h="0">
                  <a:moveTo>
                    <a:pt x="0" y="0"/>
                  </a:moveTo>
                  <a:lnTo>
                    <a:pt x="34794" y="0"/>
                  </a:lnTo>
                </a:path>
              </a:pathLst>
            </a:custGeom>
            <a:ln w="1355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1" name="pl81"/>
            <p:cNvSpPr/>
            <p:nvPr/>
          </p:nvSpPr>
          <p:spPr>
            <a:xfrm>
              <a:off x="444934" y="6379450"/>
              <a:ext cx="8553560" cy="0"/>
            </a:xfrm>
            <a:custGeom>
              <a:avLst/>
              <a:pathLst>
                <a:path w="8553560" h="0">
                  <a:moveTo>
                    <a:pt x="0" y="0"/>
                  </a:moveTo>
                  <a:lnTo>
                    <a:pt x="8553560" y="0"/>
                  </a:lnTo>
                </a:path>
              </a:pathLst>
            </a:custGeom>
            <a:ln w="13550" cap="sq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2" name="pl82"/>
            <p:cNvSpPr/>
            <p:nvPr/>
          </p:nvSpPr>
          <p:spPr>
            <a:xfrm>
              <a:off x="942923" y="6379450"/>
              <a:ext cx="0" cy="34794"/>
            </a:xfrm>
            <a:custGeom>
              <a:avLst/>
              <a:pathLst>
                <a:path w="0" h="34794">
                  <a:moveTo>
                    <a:pt x="0" y="34794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3" name="pl83"/>
            <p:cNvSpPr/>
            <p:nvPr/>
          </p:nvSpPr>
          <p:spPr>
            <a:xfrm>
              <a:off x="3136706" y="6379450"/>
              <a:ext cx="0" cy="34794"/>
            </a:xfrm>
            <a:custGeom>
              <a:avLst/>
              <a:pathLst>
                <a:path w="0" h="34794">
                  <a:moveTo>
                    <a:pt x="0" y="34794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4" name="pl84"/>
            <p:cNvSpPr/>
            <p:nvPr/>
          </p:nvSpPr>
          <p:spPr>
            <a:xfrm>
              <a:off x="5330490" y="6379450"/>
              <a:ext cx="0" cy="34794"/>
            </a:xfrm>
            <a:custGeom>
              <a:avLst/>
              <a:pathLst>
                <a:path w="0" h="34794">
                  <a:moveTo>
                    <a:pt x="0" y="34794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5" name="pl85"/>
            <p:cNvSpPr/>
            <p:nvPr/>
          </p:nvSpPr>
          <p:spPr>
            <a:xfrm>
              <a:off x="7524273" y="6379450"/>
              <a:ext cx="0" cy="34794"/>
            </a:xfrm>
            <a:custGeom>
              <a:avLst/>
              <a:pathLst>
                <a:path w="0" h="34794">
                  <a:moveTo>
                    <a:pt x="0" y="34794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6" name="tx86"/>
            <p:cNvSpPr/>
            <p:nvPr/>
          </p:nvSpPr>
          <p:spPr>
            <a:xfrm>
              <a:off x="622950" y="6439024"/>
              <a:ext cx="639946" cy="8452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142800000</a:t>
              </a:r>
            </a:p>
          </p:txBody>
        </p:sp>
        <p:sp>
          <p:nvSpPr>
            <p:cNvPr id="87" name="tx87"/>
            <p:cNvSpPr/>
            <p:nvPr/>
          </p:nvSpPr>
          <p:spPr>
            <a:xfrm>
              <a:off x="2816733" y="6439024"/>
              <a:ext cx="639946" cy="8452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143000000</a:t>
              </a:r>
            </a:p>
          </p:txBody>
        </p:sp>
        <p:sp>
          <p:nvSpPr>
            <p:cNvPr id="88" name="tx88"/>
            <p:cNvSpPr/>
            <p:nvPr/>
          </p:nvSpPr>
          <p:spPr>
            <a:xfrm>
              <a:off x="5010516" y="6439024"/>
              <a:ext cx="639946" cy="8452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143200000</a:t>
              </a:r>
            </a:p>
          </p:txBody>
        </p:sp>
        <p:sp>
          <p:nvSpPr>
            <p:cNvPr id="89" name="tx89"/>
            <p:cNvSpPr/>
            <p:nvPr/>
          </p:nvSpPr>
          <p:spPr>
            <a:xfrm>
              <a:off x="7204300" y="6439024"/>
              <a:ext cx="639946" cy="8452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143400000</a:t>
              </a:r>
            </a:p>
          </p:txBody>
        </p:sp>
        <p:sp>
          <p:nvSpPr>
            <p:cNvPr id="90" name="tx90"/>
            <p:cNvSpPr/>
            <p:nvPr/>
          </p:nvSpPr>
          <p:spPr>
            <a:xfrm>
              <a:off x="4680378" y="6607038"/>
              <a:ext cx="82674" cy="7639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x</a:t>
              </a:r>
            </a:p>
          </p:txBody>
        </p:sp>
        <p:sp>
          <p:nvSpPr>
            <p:cNvPr id="91" name="tx91"/>
            <p:cNvSpPr/>
            <p:nvPr/>
          </p:nvSpPr>
          <p:spPr>
            <a:xfrm rot="-5400000">
              <a:off x="19378" y="4753364"/>
              <a:ext cx="320737" cy="13519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pred</a:t>
              </a:r>
            </a:p>
          </p:txBody>
        </p:sp>
      </p:grpSp>
    </p:spTree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AMO_UNIQUEIDENTIFIER" val="Empty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Macintosh PowerPoint</Application>
  <PresentationFormat>Présentation à l'écran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Thème</vt:lpstr>
      </vt:variant>
      <vt:variant>
        <vt:i4>1</vt:i4>
      </vt:variant>
      <vt:variant>
        <vt:lpstr>Titres des diapositives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mitype="http://purl.org/dc/dcmitype/" xmlns:dcterms="http://purl.org/dc/terms/" xmlns:xsi="http://www.w3.org/2001/XMLSchema-instance">
  <dc:title/>
  <dc:subject/>
  <dc:creator/>
  <cp:keywords/>
  <dc:description/>
  <cp:lastModifiedBy>evghenic</cp:lastModifiedBy>
  <cp:revision>3</cp:revision>
  <dcterms:created xsi:type="dcterms:W3CDTF">2017-02-13T16:18:36Z</dcterms:created>
  <dcterms:modified xsi:type="dcterms:W3CDTF">2026-03-09T10:21:50Z</dcterms:modified>
  <cp:category/>
</cp:coreProperties>
</file>