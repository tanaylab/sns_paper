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20593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2128919"/>
              <a:ext cx="9004821" cy="23297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69589" y="4458665"/>
              <a:ext cx="9004821" cy="23297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622670" y="397479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22670" y="1907862"/>
              <a:ext cx="707689" cy="158426"/>
            </a:xfrm>
            <a:custGeom>
              <a:avLst/>
              <a:pathLst>
                <a:path w="707689" h="158426">
                  <a:moveTo>
                    <a:pt x="0" y="79169"/>
                  </a:moveTo>
                  <a:lnTo>
                    <a:pt x="15064" y="79169"/>
                  </a:lnTo>
                  <a:lnTo>
                    <a:pt x="40171" y="79169"/>
                  </a:lnTo>
                  <a:lnTo>
                    <a:pt x="65279" y="49481"/>
                  </a:lnTo>
                  <a:lnTo>
                    <a:pt x="90386" y="39584"/>
                  </a:lnTo>
                  <a:lnTo>
                    <a:pt x="115493" y="39584"/>
                  </a:lnTo>
                  <a:lnTo>
                    <a:pt x="140601" y="39584"/>
                  </a:lnTo>
                  <a:lnTo>
                    <a:pt x="165708" y="53439"/>
                  </a:lnTo>
                  <a:lnTo>
                    <a:pt x="190816" y="79169"/>
                  </a:lnTo>
                  <a:lnTo>
                    <a:pt x="215923" y="79169"/>
                  </a:lnTo>
                  <a:lnTo>
                    <a:pt x="241030" y="114796"/>
                  </a:lnTo>
                  <a:lnTo>
                    <a:pt x="266138" y="118754"/>
                  </a:lnTo>
                  <a:lnTo>
                    <a:pt x="291245" y="57398"/>
                  </a:lnTo>
                  <a:lnTo>
                    <a:pt x="316353" y="29688"/>
                  </a:lnTo>
                  <a:lnTo>
                    <a:pt x="341460" y="0"/>
                  </a:lnTo>
                  <a:lnTo>
                    <a:pt x="366567" y="0"/>
                  </a:lnTo>
                  <a:lnTo>
                    <a:pt x="391675" y="0"/>
                  </a:lnTo>
                  <a:lnTo>
                    <a:pt x="416782" y="0"/>
                  </a:lnTo>
                  <a:lnTo>
                    <a:pt x="441890" y="29688"/>
                  </a:lnTo>
                  <a:lnTo>
                    <a:pt x="466997" y="39584"/>
                  </a:lnTo>
                  <a:lnTo>
                    <a:pt x="492104" y="39584"/>
                  </a:lnTo>
                  <a:lnTo>
                    <a:pt x="517212" y="84626"/>
                  </a:lnTo>
                  <a:lnTo>
                    <a:pt x="542319" y="91504"/>
                  </a:lnTo>
                  <a:lnTo>
                    <a:pt x="567427" y="100427"/>
                  </a:lnTo>
                  <a:lnTo>
                    <a:pt x="592534" y="71063"/>
                  </a:lnTo>
                  <a:lnTo>
                    <a:pt x="617641" y="71063"/>
                  </a:lnTo>
                  <a:lnTo>
                    <a:pt x="642749" y="71063"/>
                  </a:lnTo>
                  <a:lnTo>
                    <a:pt x="667856" y="121404"/>
                  </a:lnTo>
                  <a:lnTo>
                    <a:pt x="692963" y="144139"/>
                  </a:lnTo>
                  <a:lnTo>
                    <a:pt x="707689" y="15842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392969" y="2043883"/>
              <a:ext cx="94658" cy="22406"/>
            </a:xfrm>
            <a:custGeom>
              <a:avLst/>
              <a:pathLst>
                <a:path w="94658" h="22406">
                  <a:moveTo>
                    <a:pt x="0" y="22406"/>
                  </a:moveTo>
                  <a:lnTo>
                    <a:pt x="23094" y="0"/>
                  </a:lnTo>
                  <a:lnTo>
                    <a:pt x="48202" y="0"/>
                  </a:lnTo>
                  <a:lnTo>
                    <a:pt x="73309" y="0"/>
                  </a:lnTo>
                  <a:lnTo>
                    <a:pt x="94658" y="2240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549031" y="2043883"/>
              <a:ext cx="34997" cy="22406"/>
            </a:xfrm>
            <a:custGeom>
              <a:avLst/>
              <a:pathLst>
                <a:path w="34997" h="22406">
                  <a:moveTo>
                    <a:pt x="0" y="22406"/>
                  </a:moveTo>
                  <a:lnTo>
                    <a:pt x="17676" y="0"/>
                  </a:lnTo>
                  <a:lnTo>
                    <a:pt x="34997" y="2240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604792" y="2043883"/>
              <a:ext cx="169645" cy="22406"/>
            </a:xfrm>
            <a:custGeom>
              <a:avLst/>
              <a:pathLst>
                <a:path w="169645" h="22406">
                  <a:moveTo>
                    <a:pt x="0" y="22406"/>
                  </a:moveTo>
                  <a:lnTo>
                    <a:pt x="12129" y="12991"/>
                  </a:lnTo>
                  <a:lnTo>
                    <a:pt x="37237" y="0"/>
                  </a:lnTo>
                  <a:lnTo>
                    <a:pt x="62344" y="0"/>
                  </a:lnTo>
                  <a:lnTo>
                    <a:pt x="87452" y="0"/>
                  </a:lnTo>
                  <a:lnTo>
                    <a:pt x="112559" y="0"/>
                  </a:lnTo>
                  <a:lnTo>
                    <a:pt x="137666" y="0"/>
                  </a:lnTo>
                  <a:lnTo>
                    <a:pt x="162774" y="8119"/>
                  </a:lnTo>
                  <a:lnTo>
                    <a:pt x="169645" y="2240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896862" y="2043883"/>
              <a:ext cx="102312" cy="22406"/>
            </a:xfrm>
            <a:custGeom>
              <a:avLst/>
              <a:pathLst>
                <a:path w="102312" h="22406">
                  <a:moveTo>
                    <a:pt x="0" y="22406"/>
                  </a:moveTo>
                  <a:lnTo>
                    <a:pt x="21348" y="0"/>
                  </a:lnTo>
                  <a:lnTo>
                    <a:pt x="46456" y="0"/>
                  </a:lnTo>
                  <a:lnTo>
                    <a:pt x="71563" y="0"/>
                  </a:lnTo>
                  <a:lnTo>
                    <a:pt x="96671" y="19487"/>
                  </a:lnTo>
                  <a:lnTo>
                    <a:pt x="102312" y="2240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194977" y="1694738"/>
              <a:ext cx="2670712" cy="371550"/>
            </a:xfrm>
            <a:custGeom>
              <a:avLst/>
              <a:pathLst>
                <a:path w="2670712" h="371550">
                  <a:moveTo>
                    <a:pt x="0" y="371550"/>
                  </a:moveTo>
                  <a:lnTo>
                    <a:pt x="24522" y="341775"/>
                  </a:lnTo>
                  <a:lnTo>
                    <a:pt x="49630" y="371463"/>
                  </a:lnTo>
                  <a:lnTo>
                    <a:pt x="74737" y="371463"/>
                  </a:lnTo>
                  <a:lnTo>
                    <a:pt x="99844" y="371463"/>
                  </a:lnTo>
                  <a:lnTo>
                    <a:pt x="124952" y="371463"/>
                  </a:lnTo>
                  <a:lnTo>
                    <a:pt x="150059" y="371463"/>
                  </a:lnTo>
                  <a:lnTo>
                    <a:pt x="175166" y="371463"/>
                  </a:lnTo>
                  <a:lnTo>
                    <a:pt x="200274" y="371463"/>
                  </a:lnTo>
                  <a:lnTo>
                    <a:pt x="225381" y="371463"/>
                  </a:lnTo>
                  <a:lnTo>
                    <a:pt x="250489" y="371463"/>
                  </a:lnTo>
                  <a:lnTo>
                    <a:pt x="275596" y="371463"/>
                  </a:lnTo>
                  <a:lnTo>
                    <a:pt x="300703" y="371463"/>
                  </a:lnTo>
                  <a:lnTo>
                    <a:pt x="325811" y="371463"/>
                  </a:lnTo>
                  <a:lnTo>
                    <a:pt x="350918" y="371463"/>
                  </a:lnTo>
                  <a:lnTo>
                    <a:pt x="376026" y="371463"/>
                  </a:lnTo>
                  <a:lnTo>
                    <a:pt x="401133" y="371463"/>
                  </a:lnTo>
                  <a:lnTo>
                    <a:pt x="426240" y="371463"/>
                  </a:lnTo>
                  <a:lnTo>
                    <a:pt x="451348" y="371463"/>
                  </a:lnTo>
                  <a:lnTo>
                    <a:pt x="476455" y="371463"/>
                  </a:lnTo>
                  <a:lnTo>
                    <a:pt x="501563" y="371463"/>
                  </a:lnTo>
                  <a:lnTo>
                    <a:pt x="526670" y="371463"/>
                  </a:lnTo>
                  <a:lnTo>
                    <a:pt x="551777" y="371463"/>
                  </a:lnTo>
                  <a:lnTo>
                    <a:pt x="576885" y="371463"/>
                  </a:lnTo>
                  <a:lnTo>
                    <a:pt x="601992" y="371463"/>
                  </a:lnTo>
                  <a:lnTo>
                    <a:pt x="627099" y="371463"/>
                  </a:lnTo>
                  <a:lnTo>
                    <a:pt x="652207" y="371463"/>
                  </a:lnTo>
                  <a:lnTo>
                    <a:pt x="677314" y="371463"/>
                  </a:lnTo>
                  <a:lnTo>
                    <a:pt x="702422" y="371463"/>
                  </a:lnTo>
                  <a:lnTo>
                    <a:pt x="727529" y="371463"/>
                  </a:lnTo>
                  <a:lnTo>
                    <a:pt x="752636" y="371463"/>
                  </a:lnTo>
                  <a:lnTo>
                    <a:pt x="777744" y="371463"/>
                  </a:lnTo>
                  <a:lnTo>
                    <a:pt x="802851" y="371463"/>
                  </a:lnTo>
                  <a:lnTo>
                    <a:pt x="827959" y="371463"/>
                  </a:lnTo>
                  <a:lnTo>
                    <a:pt x="853066" y="371463"/>
                  </a:lnTo>
                  <a:lnTo>
                    <a:pt x="878173" y="371463"/>
                  </a:lnTo>
                  <a:lnTo>
                    <a:pt x="903281" y="371463"/>
                  </a:lnTo>
                  <a:lnTo>
                    <a:pt x="928388" y="371463"/>
                  </a:lnTo>
                  <a:lnTo>
                    <a:pt x="953496" y="371463"/>
                  </a:lnTo>
                  <a:lnTo>
                    <a:pt x="978603" y="361567"/>
                  </a:lnTo>
                  <a:lnTo>
                    <a:pt x="1003710" y="331878"/>
                  </a:lnTo>
                  <a:lnTo>
                    <a:pt x="1028818" y="331878"/>
                  </a:lnTo>
                  <a:lnTo>
                    <a:pt x="1053925" y="292293"/>
                  </a:lnTo>
                  <a:lnTo>
                    <a:pt x="1079033" y="270522"/>
                  </a:lnTo>
                  <a:lnTo>
                    <a:pt x="1104140" y="226978"/>
                  </a:lnTo>
                  <a:lnTo>
                    <a:pt x="1129247" y="171560"/>
                  </a:lnTo>
                  <a:lnTo>
                    <a:pt x="1154355" y="148352"/>
                  </a:lnTo>
                  <a:lnTo>
                    <a:pt x="1179462" y="132166"/>
                  </a:lnTo>
                  <a:lnTo>
                    <a:pt x="1204569" y="64957"/>
                  </a:lnTo>
                  <a:lnTo>
                    <a:pt x="1229677" y="56837"/>
                  </a:lnTo>
                  <a:lnTo>
                    <a:pt x="1254784" y="56837"/>
                  </a:lnTo>
                  <a:lnTo>
                    <a:pt x="1279892" y="40598"/>
                  </a:lnTo>
                  <a:lnTo>
                    <a:pt x="1304999" y="24358"/>
                  </a:lnTo>
                  <a:lnTo>
                    <a:pt x="1330106" y="24358"/>
                  </a:lnTo>
                  <a:lnTo>
                    <a:pt x="1355214" y="32478"/>
                  </a:lnTo>
                  <a:lnTo>
                    <a:pt x="1380321" y="27606"/>
                  </a:lnTo>
                  <a:lnTo>
                    <a:pt x="1405429" y="0"/>
                  </a:lnTo>
                  <a:lnTo>
                    <a:pt x="1430536" y="24358"/>
                  </a:lnTo>
                  <a:lnTo>
                    <a:pt x="1455643" y="42222"/>
                  </a:lnTo>
                  <a:lnTo>
                    <a:pt x="1480751" y="77948"/>
                  </a:lnTo>
                  <a:lnTo>
                    <a:pt x="1505858" y="123418"/>
                  </a:lnTo>
                  <a:lnTo>
                    <a:pt x="1530966" y="195383"/>
                  </a:lnTo>
                  <a:lnTo>
                    <a:pt x="1556073" y="206562"/>
                  </a:lnTo>
                  <a:lnTo>
                    <a:pt x="1581180" y="242812"/>
                  </a:lnTo>
                  <a:lnTo>
                    <a:pt x="1606288" y="252709"/>
                  </a:lnTo>
                  <a:lnTo>
                    <a:pt x="1631395" y="252709"/>
                  </a:lnTo>
                  <a:lnTo>
                    <a:pt x="1656503" y="272501"/>
                  </a:lnTo>
                  <a:lnTo>
                    <a:pt x="1681610" y="338444"/>
                  </a:lnTo>
                  <a:lnTo>
                    <a:pt x="1706717" y="346376"/>
                  </a:lnTo>
                  <a:lnTo>
                    <a:pt x="1731825" y="344272"/>
                  </a:lnTo>
                  <a:lnTo>
                    <a:pt x="1756932" y="337777"/>
                  </a:lnTo>
                  <a:lnTo>
                    <a:pt x="1782039" y="341024"/>
                  </a:lnTo>
                  <a:lnTo>
                    <a:pt x="1807147" y="349144"/>
                  </a:lnTo>
                  <a:lnTo>
                    <a:pt x="1832254" y="329657"/>
                  </a:lnTo>
                  <a:lnTo>
                    <a:pt x="1857362" y="316665"/>
                  </a:lnTo>
                  <a:lnTo>
                    <a:pt x="1882469" y="316665"/>
                  </a:lnTo>
                  <a:lnTo>
                    <a:pt x="1907576" y="316665"/>
                  </a:lnTo>
                  <a:lnTo>
                    <a:pt x="1932684" y="316665"/>
                  </a:lnTo>
                  <a:lnTo>
                    <a:pt x="1957791" y="316665"/>
                  </a:lnTo>
                  <a:lnTo>
                    <a:pt x="1982899" y="316665"/>
                  </a:lnTo>
                  <a:lnTo>
                    <a:pt x="2008006" y="316665"/>
                  </a:lnTo>
                  <a:lnTo>
                    <a:pt x="2033113" y="316665"/>
                  </a:lnTo>
                  <a:lnTo>
                    <a:pt x="2058221" y="302937"/>
                  </a:lnTo>
                  <a:lnTo>
                    <a:pt x="2083328" y="265226"/>
                  </a:lnTo>
                  <a:lnTo>
                    <a:pt x="2108436" y="195311"/>
                  </a:lnTo>
                  <a:lnTo>
                    <a:pt x="2133543" y="223020"/>
                  </a:lnTo>
                  <a:lnTo>
                    <a:pt x="2158650" y="252709"/>
                  </a:lnTo>
                  <a:lnTo>
                    <a:pt x="2183758" y="252709"/>
                  </a:lnTo>
                  <a:lnTo>
                    <a:pt x="2208865" y="276459"/>
                  </a:lnTo>
                  <a:lnTo>
                    <a:pt x="2233972" y="292293"/>
                  </a:lnTo>
                  <a:lnTo>
                    <a:pt x="2259080" y="292293"/>
                  </a:lnTo>
                  <a:lnTo>
                    <a:pt x="2284187" y="278439"/>
                  </a:lnTo>
                  <a:lnTo>
                    <a:pt x="2309295" y="252709"/>
                  </a:lnTo>
                  <a:lnTo>
                    <a:pt x="2334402" y="242812"/>
                  </a:lnTo>
                  <a:lnTo>
                    <a:pt x="2359509" y="213124"/>
                  </a:lnTo>
                  <a:lnTo>
                    <a:pt x="2384617" y="213124"/>
                  </a:lnTo>
                  <a:lnTo>
                    <a:pt x="2409724" y="213124"/>
                  </a:lnTo>
                  <a:lnTo>
                    <a:pt x="2434832" y="215103"/>
                  </a:lnTo>
                  <a:lnTo>
                    <a:pt x="2459939" y="252709"/>
                  </a:lnTo>
                  <a:lnTo>
                    <a:pt x="2485046" y="276459"/>
                  </a:lnTo>
                  <a:lnTo>
                    <a:pt x="2510154" y="292293"/>
                  </a:lnTo>
                  <a:lnTo>
                    <a:pt x="2535261" y="292293"/>
                  </a:lnTo>
                  <a:lnTo>
                    <a:pt x="2560369" y="282397"/>
                  </a:lnTo>
                  <a:lnTo>
                    <a:pt x="2585476" y="299600"/>
                  </a:lnTo>
                  <a:lnTo>
                    <a:pt x="2610583" y="313552"/>
                  </a:lnTo>
                  <a:lnTo>
                    <a:pt x="2635691" y="346310"/>
                  </a:lnTo>
                  <a:lnTo>
                    <a:pt x="2660798" y="364290"/>
                  </a:lnTo>
                  <a:lnTo>
                    <a:pt x="2670712" y="37155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232333" y="2066202"/>
              <a:ext cx="251200" cy="86"/>
            </a:xfrm>
            <a:custGeom>
              <a:avLst/>
              <a:pathLst>
                <a:path w="251200" h="86">
                  <a:moveTo>
                    <a:pt x="0" y="86"/>
                  </a:moveTo>
                  <a:lnTo>
                    <a:pt x="53" y="0"/>
                  </a:lnTo>
                  <a:lnTo>
                    <a:pt x="25161" y="0"/>
                  </a:lnTo>
                  <a:lnTo>
                    <a:pt x="50268" y="0"/>
                  </a:lnTo>
                  <a:lnTo>
                    <a:pt x="75375" y="0"/>
                  </a:lnTo>
                  <a:lnTo>
                    <a:pt x="100483" y="0"/>
                  </a:lnTo>
                  <a:lnTo>
                    <a:pt x="125590" y="0"/>
                  </a:lnTo>
                  <a:lnTo>
                    <a:pt x="150698" y="0"/>
                  </a:lnTo>
                  <a:lnTo>
                    <a:pt x="175805" y="0"/>
                  </a:lnTo>
                  <a:lnTo>
                    <a:pt x="200912" y="0"/>
                  </a:lnTo>
                  <a:lnTo>
                    <a:pt x="226020" y="0"/>
                  </a:lnTo>
                  <a:lnTo>
                    <a:pt x="251127" y="0"/>
                  </a:lnTo>
                  <a:lnTo>
                    <a:pt x="251200" y="8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58013" y="1881490"/>
              <a:ext cx="2212437" cy="184798"/>
            </a:xfrm>
            <a:custGeom>
              <a:avLst/>
              <a:pathLst>
                <a:path w="2212437" h="184798">
                  <a:moveTo>
                    <a:pt x="0" y="184798"/>
                  </a:moveTo>
                  <a:lnTo>
                    <a:pt x="2917" y="180110"/>
                  </a:lnTo>
                  <a:lnTo>
                    <a:pt x="28024" y="166935"/>
                  </a:lnTo>
                  <a:lnTo>
                    <a:pt x="53132" y="147947"/>
                  </a:lnTo>
                  <a:lnTo>
                    <a:pt x="78239" y="130791"/>
                  </a:lnTo>
                  <a:lnTo>
                    <a:pt x="103346" y="107072"/>
                  </a:lnTo>
                  <a:lnTo>
                    <a:pt x="128454" y="121343"/>
                  </a:lnTo>
                  <a:lnTo>
                    <a:pt x="153561" y="116165"/>
                  </a:lnTo>
                  <a:lnTo>
                    <a:pt x="178669" y="91263"/>
                  </a:lnTo>
                  <a:lnTo>
                    <a:pt x="203776" y="82776"/>
                  </a:lnTo>
                  <a:lnTo>
                    <a:pt x="228883" y="62976"/>
                  </a:lnTo>
                  <a:lnTo>
                    <a:pt x="253991" y="0"/>
                  </a:lnTo>
                  <a:lnTo>
                    <a:pt x="279098" y="0"/>
                  </a:lnTo>
                  <a:lnTo>
                    <a:pt x="304206" y="0"/>
                  </a:lnTo>
                  <a:lnTo>
                    <a:pt x="329313" y="0"/>
                  </a:lnTo>
                  <a:lnTo>
                    <a:pt x="354420" y="0"/>
                  </a:lnTo>
                  <a:lnTo>
                    <a:pt x="379528" y="58461"/>
                  </a:lnTo>
                  <a:lnTo>
                    <a:pt x="404635" y="87442"/>
                  </a:lnTo>
                  <a:lnTo>
                    <a:pt x="429742" y="112849"/>
                  </a:lnTo>
                  <a:lnTo>
                    <a:pt x="454850" y="65957"/>
                  </a:lnTo>
                  <a:lnTo>
                    <a:pt x="479957" y="91687"/>
                  </a:lnTo>
                  <a:lnTo>
                    <a:pt x="505065" y="105542"/>
                  </a:lnTo>
                  <a:lnTo>
                    <a:pt x="530172" y="105542"/>
                  </a:lnTo>
                  <a:lnTo>
                    <a:pt x="555279" y="107521"/>
                  </a:lnTo>
                  <a:lnTo>
                    <a:pt x="580387" y="145127"/>
                  </a:lnTo>
                  <a:lnTo>
                    <a:pt x="605494" y="172836"/>
                  </a:lnTo>
                  <a:lnTo>
                    <a:pt x="630602" y="184712"/>
                  </a:lnTo>
                  <a:lnTo>
                    <a:pt x="655709" y="184712"/>
                  </a:lnTo>
                  <a:lnTo>
                    <a:pt x="680816" y="184712"/>
                  </a:lnTo>
                  <a:lnTo>
                    <a:pt x="705924" y="184712"/>
                  </a:lnTo>
                  <a:lnTo>
                    <a:pt x="731031" y="184712"/>
                  </a:lnTo>
                  <a:lnTo>
                    <a:pt x="756139" y="184712"/>
                  </a:lnTo>
                  <a:lnTo>
                    <a:pt x="781246" y="184712"/>
                  </a:lnTo>
                  <a:lnTo>
                    <a:pt x="806353" y="184712"/>
                  </a:lnTo>
                  <a:lnTo>
                    <a:pt x="831461" y="184712"/>
                  </a:lnTo>
                  <a:lnTo>
                    <a:pt x="856568" y="184712"/>
                  </a:lnTo>
                  <a:lnTo>
                    <a:pt x="881675" y="149085"/>
                  </a:lnTo>
                  <a:lnTo>
                    <a:pt x="906783" y="105542"/>
                  </a:lnTo>
                  <a:lnTo>
                    <a:pt x="931890" y="105542"/>
                  </a:lnTo>
                  <a:lnTo>
                    <a:pt x="956998" y="105542"/>
                  </a:lnTo>
                  <a:lnTo>
                    <a:pt x="982105" y="105542"/>
                  </a:lnTo>
                  <a:lnTo>
                    <a:pt x="1007212" y="105542"/>
                  </a:lnTo>
                  <a:lnTo>
                    <a:pt x="1032320" y="75853"/>
                  </a:lnTo>
                  <a:lnTo>
                    <a:pt x="1057427" y="65957"/>
                  </a:lnTo>
                  <a:lnTo>
                    <a:pt x="1082535" y="65957"/>
                  </a:lnTo>
                  <a:lnTo>
                    <a:pt x="1107642" y="50123"/>
                  </a:lnTo>
                  <a:lnTo>
                    <a:pt x="1132749" y="26372"/>
                  </a:lnTo>
                  <a:lnTo>
                    <a:pt x="1157857" y="26372"/>
                  </a:lnTo>
                  <a:lnTo>
                    <a:pt x="1182964" y="26372"/>
                  </a:lnTo>
                  <a:lnTo>
                    <a:pt x="1208072" y="26372"/>
                  </a:lnTo>
                  <a:lnTo>
                    <a:pt x="1233179" y="26372"/>
                  </a:lnTo>
                  <a:lnTo>
                    <a:pt x="1258286" y="61998"/>
                  </a:lnTo>
                  <a:lnTo>
                    <a:pt x="1283394" y="105542"/>
                  </a:lnTo>
                  <a:lnTo>
                    <a:pt x="1308501" y="105542"/>
                  </a:lnTo>
                  <a:lnTo>
                    <a:pt x="1333609" y="105542"/>
                  </a:lnTo>
                  <a:lnTo>
                    <a:pt x="1358716" y="105542"/>
                  </a:lnTo>
                  <a:lnTo>
                    <a:pt x="1383823" y="105542"/>
                  </a:lnTo>
                  <a:lnTo>
                    <a:pt x="1408931" y="135230"/>
                  </a:lnTo>
                  <a:lnTo>
                    <a:pt x="1434038" y="145127"/>
                  </a:lnTo>
                  <a:lnTo>
                    <a:pt x="1459145" y="145127"/>
                  </a:lnTo>
                  <a:lnTo>
                    <a:pt x="1484253" y="160961"/>
                  </a:lnTo>
                  <a:lnTo>
                    <a:pt x="1509360" y="184712"/>
                  </a:lnTo>
                  <a:lnTo>
                    <a:pt x="1534468" y="184712"/>
                  </a:lnTo>
                  <a:lnTo>
                    <a:pt x="1559575" y="184712"/>
                  </a:lnTo>
                  <a:lnTo>
                    <a:pt x="1584682" y="184712"/>
                  </a:lnTo>
                  <a:lnTo>
                    <a:pt x="1609790" y="184712"/>
                  </a:lnTo>
                  <a:lnTo>
                    <a:pt x="1634897" y="184712"/>
                  </a:lnTo>
                  <a:lnTo>
                    <a:pt x="1660005" y="184712"/>
                  </a:lnTo>
                  <a:lnTo>
                    <a:pt x="1685112" y="184712"/>
                  </a:lnTo>
                  <a:lnTo>
                    <a:pt x="1710219" y="184712"/>
                  </a:lnTo>
                  <a:lnTo>
                    <a:pt x="1735327" y="153044"/>
                  </a:lnTo>
                  <a:lnTo>
                    <a:pt x="1760434" y="137210"/>
                  </a:lnTo>
                  <a:lnTo>
                    <a:pt x="1785542" y="105542"/>
                  </a:lnTo>
                  <a:lnTo>
                    <a:pt x="1810649" y="105542"/>
                  </a:lnTo>
                  <a:lnTo>
                    <a:pt x="1835756" y="105542"/>
                  </a:lnTo>
                  <a:lnTo>
                    <a:pt x="1860864" y="105542"/>
                  </a:lnTo>
                  <a:lnTo>
                    <a:pt x="1885971" y="105542"/>
                  </a:lnTo>
                  <a:lnTo>
                    <a:pt x="1911078" y="105542"/>
                  </a:lnTo>
                  <a:lnTo>
                    <a:pt x="1936186" y="105542"/>
                  </a:lnTo>
                  <a:lnTo>
                    <a:pt x="1961293" y="105542"/>
                  </a:lnTo>
                  <a:lnTo>
                    <a:pt x="1986401" y="105542"/>
                  </a:lnTo>
                  <a:lnTo>
                    <a:pt x="2011508" y="105542"/>
                  </a:lnTo>
                  <a:lnTo>
                    <a:pt x="2036615" y="105542"/>
                  </a:lnTo>
                  <a:lnTo>
                    <a:pt x="2061723" y="105542"/>
                  </a:lnTo>
                  <a:lnTo>
                    <a:pt x="2086830" y="105542"/>
                  </a:lnTo>
                  <a:lnTo>
                    <a:pt x="2111938" y="137210"/>
                  </a:lnTo>
                  <a:lnTo>
                    <a:pt x="2137045" y="153044"/>
                  </a:lnTo>
                  <a:lnTo>
                    <a:pt x="2162152" y="184712"/>
                  </a:lnTo>
                  <a:lnTo>
                    <a:pt x="2187260" y="184712"/>
                  </a:lnTo>
                  <a:lnTo>
                    <a:pt x="2212367" y="184712"/>
                  </a:lnTo>
                  <a:lnTo>
                    <a:pt x="2212437" y="18479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526185" y="1987032"/>
              <a:ext cx="472310" cy="79256"/>
            </a:xfrm>
            <a:custGeom>
              <a:avLst/>
              <a:pathLst>
                <a:path w="472310" h="79256">
                  <a:moveTo>
                    <a:pt x="0" y="79256"/>
                  </a:moveTo>
                  <a:lnTo>
                    <a:pt x="20377" y="56850"/>
                  </a:lnTo>
                  <a:lnTo>
                    <a:pt x="45484" y="56850"/>
                  </a:lnTo>
                  <a:lnTo>
                    <a:pt x="70592" y="56850"/>
                  </a:lnTo>
                  <a:lnTo>
                    <a:pt x="95699" y="56850"/>
                  </a:lnTo>
                  <a:lnTo>
                    <a:pt x="120807" y="56850"/>
                  </a:lnTo>
                  <a:lnTo>
                    <a:pt x="145914" y="54082"/>
                  </a:lnTo>
                  <a:lnTo>
                    <a:pt x="171021" y="46150"/>
                  </a:lnTo>
                  <a:lnTo>
                    <a:pt x="196129" y="46150"/>
                  </a:lnTo>
                  <a:lnTo>
                    <a:pt x="221236" y="40037"/>
                  </a:lnTo>
                  <a:lnTo>
                    <a:pt x="246344" y="0"/>
                  </a:lnTo>
                  <a:lnTo>
                    <a:pt x="271451" y="0"/>
                  </a:lnTo>
                  <a:lnTo>
                    <a:pt x="296558" y="0"/>
                  </a:lnTo>
                  <a:lnTo>
                    <a:pt x="321666" y="0"/>
                  </a:lnTo>
                  <a:lnTo>
                    <a:pt x="346773" y="25730"/>
                  </a:lnTo>
                  <a:lnTo>
                    <a:pt x="371881" y="45522"/>
                  </a:lnTo>
                  <a:lnTo>
                    <a:pt x="396988" y="79169"/>
                  </a:lnTo>
                  <a:lnTo>
                    <a:pt x="422095" y="79169"/>
                  </a:lnTo>
                  <a:lnTo>
                    <a:pt x="447203" y="79169"/>
                  </a:lnTo>
                  <a:lnTo>
                    <a:pt x="472310" y="79169"/>
                  </a:lnTo>
                  <a:lnTo>
                    <a:pt x="472310" y="7916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622670" y="1694738"/>
              <a:ext cx="8375825" cy="371550"/>
            </a:xfrm>
            <a:custGeom>
              <a:avLst/>
              <a:pathLst>
                <a:path w="8375825" h="371550">
                  <a:moveTo>
                    <a:pt x="0" y="292293"/>
                  </a:moveTo>
                  <a:lnTo>
                    <a:pt x="15064" y="292293"/>
                  </a:lnTo>
                  <a:lnTo>
                    <a:pt x="40171" y="292293"/>
                  </a:lnTo>
                  <a:lnTo>
                    <a:pt x="65279" y="262605"/>
                  </a:lnTo>
                  <a:lnTo>
                    <a:pt x="90386" y="252709"/>
                  </a:lnTo>
                  <a:lnTo>
                    <a:pt x="115493" y="252709"/>
                  </a:lnTo>
                  <a:lnTo>
                    <a:pt x="140601" y="252709"/>
                  </a:lnTo>
                  <a:lnTo>
                    <a:pt x="165708" y="266563"/>
                  </a:lnTo>
                  <a:lnTo>
                    <a:pt x="190816" y="292293"/>
                  </a:lnTo>
                  <a:lnTo>
                    <a:pt x="215923" y="292293"/>
                  </a:lnTo>
                  <a:lnTo>
                    <a:pt x="241030" y="327920"/>
                  </a:lnTo>
                  <a:lnTo>
                    <a:pt x="266138" y="331878"/>
                  </a:lnTo>
                  <a:lnTo>
                    <a:pt x="291245" y="270522"/>
                  </a:lnTo>
                  <a:lnTo>
                    <a:pt x="316353" y="242812"/>
                  </a:lnTo>
                  <a:lnTo>
                    <a:pt x="341460" y="213124"/>
                  </a:lnTo>
                  <a:lnTo>
                    <a:pt x="366567" y="213124"/>
                  </a:lnTo>
                  <a:lnTo>
                    <a:pt x="391675" y="213124"/>
                  </a:lnTo>
                  <a:lnTo>
                    <a:pt x="416782" y="213124"/>
                  </a:lnTo>
                  <a:lnTo>
                    <a:pt x="441890" y="242812"/>
                  </a:lnTo>
                  <a:lnTo>
                    <a:pt x="466997" y="252709"/>
                  </a:lnTo>
                  <a:lnTo>
                    <a:pt x="492104" y="252709"/>
                  </a:lnTo>
                  <a:lnTo>
                    <a:pt x="517212" y="297750"/>
                  </a:lnTo>
                  <a:lnTo>
                    <a:pt x="542319" y="304628"/>
                  </a:lnTo>
                  <a:lnTo>
                    <a:pt x="567427" y="313552"/>
                  </a:lnTo>
                  <a:lnTo>
                    <a:pt x="592534" y="284187"/>
                  </a:lnTo>
                  <a:lnTo>
                    <a:pt x="617641" y="284187"/>
                  </a:lnTo>
                  <a:lnTo>
                    <a:pt x="642749" y="284187"/>
                  </a:lnTo>
                  <a:lnTo>
                    <a:pt x="667856" y="334529"/>
                  </a:lnTo>
                  <a:lnTo>
                    <a:pt x="692963" y="357264"/>
                  </a:lnTo>
                  <a:lnTo>
                    <a:pt x="718071" y="371550"/>
                  </a:lnTo>
                  <a:lnTo>
                    <a:pt x="743178" y="371550"/>
                  </a:lnTo>
                  <a:lnTo>
                    <a:pt x="768286" y="371550"/>
                  </a:lnTo>
                  <a:lnTo>
                    <a:pt x="793393" y="349144"/>
                  </a:lnTo>
                  <a:lnTo>
                    <a:pt x="818500" y="349144"/>
                  </a:lnTo>
                  <a:lnTo>
                    <a:pt x="843608" y="349144"/>
                  </a:lnTo>
                  <a:lnTo>
                    <a:pt x="868715" y="371550"/>
                  </a:lnTo>
                  <a:lnTo>
                    <a:pt x="893823" y="371550"/>
                  </a:lnTo>
                  <a:lnTo>
                    <a:pt x="918930" y="371550"/>
                  </a:lnTo>
                  <a:lnTo>
                    <a:pt x="944037" y="349144"/>
                  </a:lnTo>
                  <a:lnTo>
                    <a:pt x="969145" y="371550"/>
                  </a:lnTo>
                  <a:lnTo>
                    <a:pt x="994252" y="362135"/>
                  </a:lnTo>
                  <a:lnTo>
                    <a:pt x="1019360" y="349144"/>
                  </a:lnTo>
                  <a:lnTo>
                    <a:pt x="1044467" y="349144"/>
                  </a:lnTo>
                  <a:lnTo>
                    <a:pt x="1069574" y="349144"/>
                  </a:lnTo>
                  <a:lnTo>
                    <a:pt x="1094682" y="349144"/>
                  </a:lnTo>
                  <a:lnTo>
                    <a:pt x="1119789" y="349144"/>
                  </a:lnTo>
                  <a:lnTo>
                    <a:pt x="1144897" y="357264"/>
                  </a:lnTo>
                  <a:lnTo>
                    <a:pt x="1170004" y="371550"/>
                  </a:lnTo>
                  <a:lnTo>
                    <a:pt x="1195111" y="371550"/>
                  </a:lnTo>
                  <a:lnTo>
                    <a:pt x="1220219" y="371550"/>
                  </a:lnTo>
                  <a:lnTo>
                    <a:pt x="1245326" y="371550"/>
                  </a:lnTo>
                  <a:lnTo>
                    <a:pt x="1270433" y="371550"/>
                  </a:lnTo>
                  <a:lnTo>
                    <a:pt x="1295541" y="349144"/>
                  </a:lnTo>
                  <a:lnTo>
                    <a:pt x="1320648" y="349144"/>
                  </a:lnTo>
                  <a:lnTo>
                    <a:pt x="1345756" y="349144"/>
                  </a:lnTo>
                  <a:lnTo>
                    <a:pt x="1370863" y="368631"/>
                  </a:lnTo>
                  <a:lnTo>
                    <a:pt x="1395970" y="371550"/>
                  </a:lnTo>
                  <a:lnTo>
                    <a:pt x="1421078" y="371550"/>
                  </a:lnTo>
                  <a:lnTo>
                    <a:pt x="1446185" y="371550"/>
                  </a:lnTo>
                  <a:lnTo>
                    <a:pt x="1471293" y="371550"/>
                  </a:lnTo>
                  <a:lnTo>
                    <a:pt x="1496400" y="371550"/>
                  </a:lnTo>
                  <a:lnTo>
                    <a:pt x="1521507" y="371550"/>
                  </a:lnTo>
                  <a:lnTo>
                    <a:pt x="1546615" y="371550"/>
                  </a:lnTo>
                  <a:lnTo>
                    <a:pt x="1571722" y="371550"/>
                  </a:lnTo>
                  <a:lnTo>
                    <a:pt x="1596830" y="341775"/>
                  </a:lnTo>
                  <a:lnTo>
                    <a:pt x="1621937" y="371463"/>
                  </a:lnTo>
                  <a:lnTo>
                    <a:pt x="1647044" y="371463"/>
                  </a:lnTo>
                  <a:lnTo>
                    <a:pt x="1672152" y="371463"/>
                  </a:lnTo>
                  <a:lnTo>
                    <a:pt x="1697259" y="371463"/>
                  </a:lnTo>
                  <a:lnTo>
                    <a:pt x="1722366" y="371463"/>
                  </a:lnTo>
                  <a:lnTo>
                    <a:pt x="1747474" y="371463"/>
                  </a:lnTo>
                  <a:lnTo>
                    <a:pt x="1772581" y="371463"/>
                  </a:lnTo>
                  <a:lnTo>
                    <a:pt x="1797689" y="371463"/>
                  </a:lnTo>
                  <a:lnTo>
                    <a:pt x="1822796" y="371463"/>
                  </a:lnTo>
                  <a:lnTo>
                    <a:pt x="1847903" y="371463"/>
                  </a:lnTo>
                  <a:lnTo>
                    <a:pt x="1873011" y="371463"/>
                  </a:lnTo>
                  <a:lnTo>
                    <a:pt x="1898118" y="371463"/>
                  </a:lnTo>
                  <a:lnTo>
                    <a:pt x="1923226" y="371463"/>
                  </a:lnTo>
                  <a:lnTo>
                    <a:pt x="1948333" y="371463"/>
                  </a:lnTo>
                  <a:lnTo>
                    <a:pt x="1973440" y="371463"/>
                  </a:lnTo>
                  <a:lnTo>
                    <a:pt x="1998548" y="371463"/>
                  </a:lnTo>
                  <a:lnTo>
                    <a:pt x="2023655" y="371463"/>
                  </a:lnTo>
                  <a:lnTo>
                    <a:pt x="2048763" y="371463"/>
                  </a:lnTo>
                  <a:lnTo>
                    <a:pt x="2073870" y="371463"/>
                  </a:lnTo>
                  <a:lnTo>
                    <a:pt x="2098977" y="371463"/>
                  </a:lnTo>
                  <a:lnTo>
                    <a:pt x="2124085" y="371463"/>
                  </a:lnTo>
                  <a:lnTo>
                    <a:pt x="2149192" y="371463"/>
                  </a:lnTo>
                  <a:lnTo>
                    <a:pt x="2174300" y="371463"/>
                  </a:lnTo>
                  <a:lnTo>
                    <a:pt x="2199407" y="371463"/>
                  </a:lnTo>
                  <a:lnTo>
                    <a:pt x="2224514" y="371463"/>
                  </a:lnTo>
                  <a:lnTo>
                    <a:pt x="2249622" y="371463"/>
                  </a:lnTo>
                  <a:lnTo>
                    <a:pt x="2274729" y="371463"/>
                  </a:lnTo>
                  <a:lnTo>
                    <a:pt x="2299836" y="371463"/>
                  </a:lnTo>
                  <a:lnTo>
                    <a:pt x="2324944" y="371463"/>
                  </a:lnTo>
                  <a:lnTo>
                    <a:pt x="2350051" y="371463"/>
                  </a:lnTo>
                  <a:lnTo>
                    <a:pt x="2375159" y="371463"/>
                  </a:lnTo>
                  <a:lnTo>
                    <a:pt x="2400266" y="371463"/>
                  </a:lnTo>
                  <a:lnTo>
                    <a:pt x="2425373" y="371463"/>
                  </a:lnTo>
                  <a:lnTo>
                    <a:pt x="2450481" y="371463"/>
                  </a:lnTo>
                  <a:lnTo>
                    <a:pt x="2475588" y="371463"/>
                  </a:lnTo>
                  <a:lnTo>
                    <a:pt x="2500696" y="371463"/>
                  </a:lnTo>
                  <a:lnTo>
                    <a:pt x="2525803" y="371463"/>
                  </a:lnTo>
                  <a:lnTo>
                    <a:pt x="2550910" y="361567"/>
                  </a:lnTo>
                  <a:lnTo>
                    <a:pt x="2576018" y="331878"/>
                  </a:lnTo>
                  <a:lnTo>
                    <a:pt x="2601125" y="331878"/>
                  </a:lnTo>
                  <a:lnTo>
                    <a:pt x="2626233" y="292293"/>
                  </a:lnTo>
                  <a:lnTo>
                    <a:pt x="2651340" y="270522"/>
                  </a:lnTo>
                  <a:lnTo>
                    <a:pt x="2676447" y="226978"/>
                  </a:lnTo>
                  <a:lnTo>
                    <a:pt x="2701555" y="171560"/>
                  </a:lnTo>
                  <a:lnTo>
                    <a:pt x="2726662" y="148352"/>
                  </a:lnTo>
                  <a:lnTo>
                    <a:pt x="2751769" y="132166"/>
                  </a:lnTo>
                  <a:lnTo>
                    <a:pt x="2776877" y="64957"/>
                  </a:lnTo>
                  <a:lnTo>
                    <a:pt x="2801984" y="56837"/>
                  </a:lnTo>
                  <a:lnTo>
                    <a:pt x="2827092" y="56837"/>
                  </a:lnTo>
                  <a:lnTo>
                    <a:pt x="2852199" y="40598"/>
                  </a:lnTo>
                  <a:lnTo>
                    <a:pt x="2877306" y="24358"/>
                  </a:lnTo>
                  <a:lnTo>
                    <a:pt x="2902414" y="24358"/>
                  </a:lnTo>
                  <a:lnTo>
                    <a:pt x="2927521" y="32478"/>
                  </a:lnTo>
                  <a:lnTo>
                    <a:pt x="2952629" y="27606"/>
                  </a:lnTo>
                  <a:lnTo>
                    <a:pt x="2977736" y="0"/>
                  </a:lnTo>
                  <a:lnTo>
                    <a:pt x="3002843" y="24358"/>
                  </a:lnTo>
                  <a:lnTo>
                    <a:pt x="3027951" y="42222"/>
                  </a:lnTo>
                  <a:lnTo>
                    <a:pt x="3053058" y="77948"/>
                  </a:lnTo>
                  <a:lnTo>
                    <a:pt x="3078166" y="123418"/>
                  </a:lnTo>
                  <a:lnTo>
                    <a:pt x="3103273" y="195383"/>
                  </a:lnTo>
                  <a:lnTo>
                    <a:pt x="3128380" y="206562"/>
                  </a:lnTo>
                  <a:lnTo>
                    <a:pt x="3153488" y="242812"/>
                  </a:lnTo>
                  <a:lnTo>
                    <a:pt x="3178595" y="252709"/>
                  </a:lnTo>
                  <a:lnTo>
                    <a:pt x="3203703" y="252709"/>
                  </a:lnTo>
                  <a:lnTo>
                    <a:pt x="3228810" y="272501"/>
                  </a:lnTo>
                  <a:lnTo>
                    <a:pt x="3253917" y="338444"/>
                  </a:lnTo>
                  <a:lnTo>
                    <a:pt x="3279025" y="346376"/>
                  </a:lnTo>
                  <a:lnTo>
                    <a:pt x="3304132" y="344272"/>
                  </a:lnTo>
                  <a:lnTo>
                    <a:pt x="3329239" y="337777"/>
                  </a:lnTo>
                  <a:lnTo>
                    <a:pt x="3354347" y="341024"/>
                  </a:lnTo>
                  <a:lnTo>
                    <a:pt x="3379454" y="349144"/>
                  </a:lnTo>
                  <a:lnTo>
                    <a:pt x="3404562" y="329657"/>
                  </a:lnTo>
                  <a:lnTo>
                    <a:pt x="3429669" y="316665"/>
                  </a:lnTo>
                  <a:lnTo>
                    <a:pt x="3454776" y="316665"/>
                  </a:lnTo>
                  <a:lnTo>
                    <a:pt x="3479884" y="316665"/>
                  </a:lnTo>
                  <a:lnTo>
                    <a:pt x="3504991" y="316665"/>
                  </a:lnTo>
                  <a:lnTo>
                    <a:pt x="3530099" y="316665"/>
                  </a:lnTo>
                  <a:lnTo>
                    <a:pt x="3555206" y="316665"/>
                  </a:lnTo>
                  <a:lnTo>
                    <a:pt x="3580313" y="316665"/>
                  </a:lnTo>
                  <a:lnTo>
                    <a:pt x="3605421" y="316665"/>
                  </a:lnTo>
                  <a:lnTo>
                    <a:pt x="3630528" y="302937"/>
                  </a:lnTo>
                  <a:lnTo>
                    <a:pt x="3655636" y="265226"/>
                  </a:lnTo>
                  <a:lnTo>
                    <a:pt x="3680743" y="195311"/>
                  </a:lnTo>
                  <a:lnTo>
                    <a:pt x="3705850" y="223020"/>
                  </a:lnTo>
                  <a:lnTo>
                    <a:pt x="3730958" y="252709"/>
                  </a:lnTo>
                  <a:lnTo>
                    <a:pt x="3756065" y="252709"/>
                  </a:lnTo>
                  <a:lnTo>
                    <a:pt x="3781173" y="276459"/>
                  </a:lnTo>
                  <a:lnTo>
                    <a:pt x="3806280" y="292293"/>
                  </a:lnTo>
                  <a:lnTo>
                    <a:pt x="3831387" y="292293"/>
                  </a:lnTo>
                  <a:lnTo>
                    <a:pt x="3856495" y="278439"/>
                  </a:lnTo>
                  <a:lnTo>
                    <a:pt x="3881602" y="252709"/>
                  </a:lnTo>
                  <a:lnTo>
                    <a:pt x="3906709" y="242812"/>
                  </a:lnTo>
                  <a:lnTo>
                    <a:pt x="3931817" y="213124"/>
                  </a:lnTo>
                  <a:lnTo>
                    <a:pt x="3956924" y="213124"/>
                  </a:lnTo>
                  <a:lnTo>
                    <a:pt x="3982032" y="213124"/>
                  </a:lnTo>
                  <a:lnTo>
                    <a:pt x="4007139" y="215103"/>
                  </a:lnTo>
                  <a:lnTo>
                    <a:pt x="4032246" y="252709"/>
                  </a:lnTo>
                  <a:lnTo>
                    <a:pt x="4057354" y="276459"/>
                  </a:lnTo>
                  <a:lnTo>
                    <a:pt x="4082461" y="292293"/>
                  </a:lnTo>
                  <a:lnTo>
                    <a:pt x="4107569" y="292293"/>
                  </a:lnTo>
                  <a:lnTo>
                    <a:pt x="4132676" y="282397"/>
                  </a:lnTo>
                  <a:lnTo>
                    <a:pt x="4157783" y="299600"/>
                  </a:lnTo>
                  <a:lnTo>
                    <a:pt x="4182891" y="313552"/>
                  </a:lnTo>
                  <a:lnTo>
                    <a:pt x="4207998" y="346310"/>
                  </a:lnTo>
                  <a:lnTo>
                    <a:pt x="4233106" y="364290"/>
                  </a:lnTo>
                  <a:lnTo>
                    <a:pt x="4258213" y="371550"/>
                  </a:lnTo>
                  <a:lnTo>
                    <a:pt x="4283320" y="371550"/>
                  </a:lnTo>
                  <a:lnTo>
                    <a:pt x="4308428" y="371550"/>
                  </a:lnTo>
                  <a:lnTo>
                    <a:pt x="4333535" y="371550"/>
                  </a:lnTo>
                  <a:lnTo>
                    <a:pt x="4358642" y="371550"/>
                  </a:lnTo>
                  <a:lnTo>
                    <a:pt x="4383750" y="371550"/>
                  </a:lnTo>
                  <a:lnTo>
                    <a:pt x="4408857" y="371550"/>
                  </a:lnTo>
                  <a:lnTo>
                    <a:pt x="4433965" y="371550"/>
                  </a:lnTo>
                  <a:lnTo>
                    <a:pt x="4459072" y="371550"/>
                  </a:lnTo>
                  <a:lnTo>
                    <a:pt x="4484179" y="371550"/>
                  </a:lnTo>
                  <a:lnTo>
                    <a:pt x="4509287" y="371550"/>
                  </a:lnTo>
                  <a:lnTo>
                    <a:pt x="4534394" y="371550"/>
                  </a:lnTo>
                  <a:lnTo>
                    <a:pt x="4559502" y="371550"/>
                  </a:lnTo>
                  <a:lnTo>
                    <a:pt x="4584609" y="371550"/>
                  </a:lnTo>
                  <a:lnTo>
                    <a:pt x="4609716" y="371463"/>
                  </a:lnTo>
                  <a:lnTo>
                    <a:pt x="4634824" y="371463"/>
                  </a:lnTo>
                  <a:lnTo>
                    <a:pt x="4659931" y="371463"/>
                  </a:lnTo>
                  <a:lnTo>
                    <a:pt x="4685039" y="371463"/>
                  </a:lnTo>
                  <a:lnTo>
                    <a:pt x="4710146" y="371463"/>
                  </a:lnTo>
                  <a:lnTo>
                    <a:pt x="4735253" y="371463"/>
                  </a:lnTo>
                  <a:lnTo>
                    <a:pt x="4760361" y="371463"/>
                  </a:lnTo>
                  <a:lnTo>
                    <a:pt x="4785468" y="371463"/>
                  </a:lnTo>
                  <a:lnTo>
                    <a:pt x="4810576" y="371463"/>
                  </a:lnTo>
                  <a:lnTo>
                    <a:pt x="4835683" y="371463"/>
                  </a:lnTo>
                  <a:lnTo>
                    <a:pt x="4860790" y="371463"/>
                  </a:lnTo>
                  <a:lnTo>
                    <a:pt x="4885898" y="371550"/>
                  </a:lnTo>
                  <a:lnTo>
                    <a:pt x="4911005" y="371550"/>
                  </a:lnTo>
                  <a:lnTo>
                    <a:pt x="4936112" y="371550"/>
                  </a:lnTo>
                  <a:lnTo>
                    <a:pt x="4961220" y="371550"/>
                  </a:lnTo>
                  <a:lnTo>
                    <a:pt x="4986327" y="371550"/>
                  </a:lnTo>
                  <a:lnTo>
                    <a:pt x="5011435" y="371550"/>
                  </a:lnTo>
                  <a:lnTo>
                    <a:pt x="5036542" y="371550"/>
                  </a:lnTo>
                  <a:lnTo>
                    <a:pt x="5061649" y="371550"/>
                  </a:lnTo>
                  <a:lnTo>
                    <a:pt x="5086757" y="371550"/>
                  </a:lnTo>
                  <a:lnTo>
                    <a:pt x="5111864" y="371550"/>
                  </a:lnTo>
                  <a:lnTo>
                    <a:pt x="5136972" y="371550"/>
                  </a:lnTo>
                  <a:lnTo>
                    <a:pt x="5162079" y="371550"/>
                  </a:lnTo>
                  <a:lnTo>
                    <a:pt x="5187186" y="371550"/>
                  </a:lnTo>
                  <a:lnTo>
                    <a:pt x="5212294" y="371550"/>
                  </a:lnTo>
                  <a:lnTo>
                    <a:pt x="5237401" y="371550"/>
                  </a:lnTo>
                  <a:lnTo>
                    <a:pt x="5262509" y="371550"/>
                  </a:lnTo>
                  <a:lnTo>
                    <a:pt x="5287616" y="371550"/>
                  </a:lnTo>
                  <a:lnTo>
                    <a:pt x="5312723" y="371550"/>
                  </a:lnTo>
                  <a:lnTo>
                    <a:pt x="5337831" y="371550"/>
                  </a:lnTo>
                  <a:lnTo>
                    <a:pt x="5362938" y="371550"/>
                  </a:lnTo>
                  <a:lnTo>
                    <a:pt x="5388045" y="371550"/>
                  </a:lnTo>
                  <a:lnTo>
                    <a:pt x="5413153" y="371550"/>
                  </a:lnTo>
                  <a:lnTo>
                    <a:pt x="5438260" y="366861"/>
                  </a:lnTo>
                  <a:lnTo>
                    <a:pt x="5463368" y="353687"/>
                  </a:lnTo>
                  <a:lnTo>
                    <a:pt x="5488475" y="334699"/>
                  </a:lnTo>
                  <a:lnTo>
                    <a:pt x="5513582" y="317543"/>
                  </a:lnTo>
                  <a:lnTo>
                    <a:pt x="5538690" y="293824"/>
                  </a:lnTo>
                  <a:lnTo>
                    <a:pt x="5563797" y="308095"/>
                  </a:lnTo>
                  <a:lnTo>
                    <a:pt x="5588905" y="302916"/>
                  </a:lnTo>
                  <a:lnTo>
                    <a:pt x="5614012" y="278014"/>
                  </a:lnTo>
                  <a:lnTo>
                    <a:pt x="5639119" y="269528"/>
                  </a:lnTo>
                  <a:lnTo>
                    <a:pt x="5664227" y="249727"/>
                  </a:lnTo>
                  <a:lnTo>
                    <a:pt x="5689334" y="186751"/>
                  </a:lnTo>
                  <a:lnTo>
                    <a:pt x="5714442" y="186751"/>
                  </a:lnTo>
                  <a:lnTo>
                    <a:pt x="5739549" y="186751"/>
                  </a:lnTo>
                  <a:lnTo>
                    <a:pt x="5764656" y="186751"/>
                  </a:lnTo>
                  <a:lnTo>
                    <a:pt x="5789764" y="186751"/>
                  </a:lnTo>
                  <a:lnTo>
                    <a:pt x="5814871" y="245213"/>
                  </a:lnTo>
                  <a:lnTo>
                    <a:pt x="5839979" y="274194"/>
                  </a:lnTo>
                  <a:lnTo>
                    <a:pt x="5865086" y="299600"/>
                  </a:lnTo>
                  <a:lnTo>
                    <a:pt x="5890193" y="252709"/>
                  </a:lnTo>
                  <a:lnTo>
                    <a:pt x="5915301" y="278439"/>
                  </a:lnTo>
                  <a:lnTo>
                    <a:pt x="5940408" y="292293"/>
                  </a:lnTo>
                  <a:lnTo>
                    <a:pt x="5965515" y="292293"/>
                  </a:lnTo>
                  <a:lnTo>
                    <a:pt x="5990623" y="294273"/>
                  </a:lnTo>
                  <a:lnTo>
                    <a:pt x="6015730" y="331878"/>
                  </a:lnTo>
                  <a:lnTo>
                    <a:pt x="6040838" y="359588"/>
                  </a:lnTo>
                  <a:lnTo>
                    <a:pt x="6065945" y="371463"/>
                  </a:lnTo>
                  <a:lnTo>
                    <a:pt x="6091052" y="371463"/>
                  </a:lnTo>
                  <a:lnTo>
                    <a:pt x="6116160" y="371463"/>
                  </a:lnTo>
                  <a:lnTo>
                    <a:pt x="6141267" y="371463"/>
                  </a:lnTo>
                  <a:lnTo>
                    <a:pt x="6166375" y="371463"/>
                  </a:lnTo>
                  <a:lnTo>
                    <a:pt x="6191482" y="371463"/>
                  </a:lnTo>
                  <a:lnTo>
                    <a:pt x="6216589" y="371463"/>
                  </a:lnTo>
                  <a:lnTo>
                    <a:pt x="6241697" y="371463"/>
                  </a:lnTo>
                  <a:lnTo>
                    <a:pt x="6266804" y="371463"/>
                  </a:lnTo>
                  <a:lnTo>
                    <a:pt x="6291912" y="371463"/>
                  </a:lnTo>
                  <a:lnTo>
                    <a:pt x="6317019" y="335837"/>
                  </a:lnTo>
                  <a:lnTo>
                    <a:pt x="6342126" y="292293"/>
                  </a:lnTo>
                  <a:lnTo>
                    <a:pt x="6367234" y="292293"/>
                  </a:lnTo>
                  <a:lnTo>
                    <a:pt x="6392341" y="292293"/>
                  </a:lnTo>
                  <a:lnTo>
                    <a:pt x="6417449" y="292293"/>
                  </a:lnTo>
                  <a:lnTo>
                    <a:pt x="6442556" y="292293"/>
                  </a:lnTo>
                  <a:lnTo>
                    <a:pt x="6467663" y="262605"/>
                  </a:lnTo>
                  <a:lnTo>
                    <a:pt x="6492771" y="252709"/>
                  </a:lnTo>
                  <a:lnTo>
                    <a:pt x="6517878" y="252709"/>
                  </a:lnTo>
                  <a:lnTo>
                    <a:pt x="6542985" y="236875"/>
                  </a:lnTo>
                  <a:lnTo>
                    <a:pt x="6568093" y="213124"/>
                  </a:lnTo>
                  <a:lnTo>
                    <a:pt x="6593200" y="213124"/>
                  </a:lnTo>
                  <a:lnTo>
                    <a:pt x="6618308" y="213124"/>
                  </a:lnTo>
                  <a:lnTo>
                    <a:pt x="6643415" y="213124"/>
                  </a:lnTo>
                  <a:lnTo>
                    <a:pt x="6668522" y="213124"/>
                  </a:lnTo>
                  <a:lnTo>
                    <a:pt x="6693630" y="248750"/>
                  </a:lnTo>
                  <a:lnTo>
                    <a:pt x="6718737" y="292293"/>
                  </a:lnTo>
                  <a:lnTo>
                    <a:pt x="6743845" y="292293"/>
                  </a:lnTo>
                  <a:lnTo>
                    <a:pt x="6768952" y="292293"/>
                  </a:lnTo>
                  <a:lnTo>
                    <a:pt x="6794059" y="292293"/>
                  </a:lnTo>
                  <a:lnTo>
                    <a:pt x="6819167" y="292293"/>
                  </a:lnTo>
                  <a:lnTo>
                    <a:pt x="6844274" y="321982"/>
                  </a:lnTo>
                  <a:lnTo>
                    <a:pt x="6869382" y="331878"/>
                  </a:lnTo>
                  <a:lnTo>
                    <a:pt x="6894489" y="331878"/>
                  </a:lnTo>
                  <a:lnTo>
                    <a:pt x="6919596" y="347712"/>
                  </a:lnTo>
                  <a:lnTo>
                    <a:pt x="6944704" y="371463"/>
                  </a:lnTo>
                  <a:lnTo>
                    <a:pt x="6969811" y="371463"/>
                  </a:lnTo>
                  <a:lnTo>
                    <a:pt x="6994918" y="371463"/>
                  </a:lnTo>
                  <a:lnTo>
                    <a:pt x="7020026" y="371463"/>
                  </a:lnTo>
                  <a:lnTo>
                    <a:pt x="7045133" y="371463"/>
                  </a:lnTo>
                  <a:lnTo>
                    <a:pt x="7070241" y="371463"/>
                  </a:lnTo>
                  <a:lnTo>
                    <a:pt x="7095348" y="371463"/>
                  </a:lnTo>
                  <a:lnTo>
                    <a:pt x="7120455" y="371463"/>
                  </a:lnTo>
                  <a:lnTo>
                    <a:pt x="7145563" y="371463"/>
                  </a:lnTo>
                  <a:lnTo>
                    <a:pt x="7170670" y="339795"/>
                  </a:lnTo>
                  <a:lnTo>
                    <a:pt x="7195778" y="323961"/>
                  </a:lnTo>
                  <a:lnTo>
                    <a:pt x="7220885" y="292293"/>
                  </a:lnTo>
                  <a:lnTo>
                    <a:pt x="7245992" y="292293"/>
                  </a:lnTo>
                  <a:lnTo>
                    <a:pt x="7271100" y="292293"/>
                  </a:lnTo>
                  <a:lnTo>
                    <a:pt x="7296207" y="292293"/>
                  </a:lnTo>
                  <a:lnTo>
                    <a:pt x="7321315" y="292293"/>
                  </a:lnTo>
                  <a:lnTo>
                    <a:pt x="7346422" y="292293"/>
                  </a:lnTo>
                  <a:lnTo>
                    <a:pt x="7371529" y="292293"/>
                  </a:lnTo>
                  <a:lnTo>
                    <a:pt x="7396637" y="292293"/>
                  </a:lnTo>
                  <a:lnTo>
                    <a:pt x="7421744" y="292293"/>
                  </a:lnTo>
                  <a:lnTo>
                    <a:pt x="7446852" y="292293"/>
                  </a:lnTo>
                  <a:lnTo>
                    <a:pt x="7471959" y="292293"/>
                  </a:lnTo>
                  <a:lnTo>
                    <a:pt x="7497066" y="292293"/>
                  </a:lnTo>
                  <a:lnTo>
                    <a:pt x="7522174" y="292293"/>
                  </a:lnTo>
                  <a:lnTo>
                    <a:pt x="7547281" y="323961"/>
                  </a:lnTo>
                  <a:lnTo>
                    <a:pt x="7572388" y="339795"/>
                  </a:lnTo>
                  <a:lnTo>
                    <a:pt x="7597496" y="371463"/>
                  </a:lnTo>
                  <a:lnTo>
                    <a:pt x="7622603" y="371463"/>
                  </a:lnTo>
                  <a:lnTo>
                    <a:pt x="7647711" y="371463"/>
                  </a:lnTo>
                  <a:lnTo>
                    <a:pt x="7672818" y="371550"/>
                  </a:lnTo>
                  <a:lnTo>
                    <a:pt x="7697925" y="371550"/>
                  </a:lnTo>
                  <a:lnTo>
                    <a:pt x="7723033" y="371550"/>
                  </a:lnTo>
                  <a:lnTo>
                    <a:pt x="7748140" y="371550"/>
                  </a:lnTo>
                  <a:lnTo>
                    <a:pt x="7773248" y="371550"/>
                  </a:lnTo>
                  <a:lnTo>
                    <a:pt x="7798355" y="371550"/>
                  </a:lnTo>
                  <a:lnTo>
                    <a:pt x="7823462" y="371550"/>
                  </a:lnTo>
                  <a:lnTo>
                    <a:pt x="7848570" y="371550"/>
                  </a:lnTo>
                  <a:lnTo>
                    <a:pt x="7873677" y="371550"/>
                  </a:lnTo>
                  <a:lnTo>
                    <a:pt x="7898785" y="371550"/>
                  </a:lnTo>
                  <a:lnTo>
                    <a:pt x="7923892" y="349144"/>
                  </a:lnTo>
                  <a:lnTo>
                    <a:pt x="7948999" y="349144"/>
                  </a:lnTo>
                  <a:lnTo>
                    <a:pt x="7974107" y="349144"/>
                  </a:lnTo>
                  <a:lnTo>
                    <a:pt x="7999214" y="349144"/>
                  </a:lnTo>
                  <a:lnTo>
                    <a:pt x="8024321" y="349144"/>
                  </a:lnTo>
                  <a:lnTo>
                    <a:pt x="8049429" y="346376"/>
                  </a:lnTo>
                  <a:lnTo>
                    <a:pt x="8074536" y="338444"/>
                  </a:lnTo>
                  <a:lnTo>
                    <a:pt x="8099644" y="338444"/>
                  </a:lnTo>
                  <a:lnTo>
                    <a:pt x="8124751" y="332330"/>
                  </a:lnTo>
                  <a:lnTo>
                    <a:pt x="8149858" y="292293"/>
                  </a:lnTo>
                  <a:lnTo>
                    <a:pt x="8174966" y="292293"/>
                  </a:lnTo>
                  <a:lnTo>
                    <a:pt x="8200073" y="292293"/>
                  </a:lnTo>
                  <a:lnTo>
                    <a:pt x="8225181" y="292293"/>
                  </a:lnTo>
                  <a:lnTo>
                    <a:pt x="8250288" y="318024"/>
                  </a:lnTo>
                  <a:lnTo>
                    <a:pt x="8275395" y="337816"/>
                  </a:lnTo>
                  <a:lnTo>
                    <a:pt x="8300503" y="371463"/>
                  </a:lnTo>
                  <a:lnTo>
                    <a:pt x="8325610" y="371463"/>
                  </a:lnTo>
                  <a:lnTo>
                    <a:pt x="8350718" y="371463"/>
                  </a:lnTo>
                  <a:lnTo>
                    <a:pt x="8375825" y="371550"/>
                  </a:lnTo>
                  <a:lnTo>
                    <a:pt x="8350718" y="371550"/>
                  </a:lnTo>
                  <a:lnTo>
                    <a:pt x="8325610" y="371550"/>
                  </a:lnTo>
                  <a:lnTo>
                    <a:pt x="8300503" y="371550"/>
                  </a:lnTo>
                  <a:lnTo>
                    <a:pt x="8275395" y="371550"/>
                  </a:lnTo>
                  <a:lnTo>
                    <a:pt x="8250288" y="371550"/>
                  </a:lnTo>
                  <a:lnTo>
                    <a:pt x="8225181" y="371550"/>
                  </a:lnTo>
                  <a:lnTo>
                    <a:pt x="8200073" y="371550"/>
                  </a:lnTo>
                  <a:lnTo>
                    <a:pt x="8174966" y="371550"/>
                  </a:lnTo>
                  <a:lnTo>
                    <a:pt x="8149858" y="371550"/>
                  </a:lnTo>
                  <a:lnTo>
                    <a:pt x="8124751" y="371550"/>
                  </a:lnTo>
                  <a:lnTo>
                    <a:pt x="8099644" y="371550"/>
                  </a:lnTo>
                  <a:lnTo>
                    <a:pt x="8074536" y="371550"/>
                  </a:lnTo>
                  <a:lnTo>
                    <a:pt x="8049429" y="371550"/>
                  </a:lnTo>
                  <a:lnTo>
                    <a:pt x="8024321" y="371550"/>
                  </a:lnTo>
                  <a:lnTo>
                    <a:pt x="7999214" y="371550"/>
                  </a:lnTo>
                  <a:lnTo>
                    <a:pt x="7974107" y="371550"/>
                  </a:lnTo>
                  <a:lnTo>
                    <a:pt x="7948999" y="371550"/>
                  </a:lnTo>
                  <a:lnTo>
                    <a:pt x="7923892" y="371550"/>
                  </a:lnTo>
                  <a:lnTo>
                    <a:pt x="7898785" y="371550"/>
                  </a:lnTo>
                  <a:lnTo>
                    <a:pt x="7873677" y="371550"/>
                  </a:lnTo>
                  <a:lnTo>
                    <a:pt x="7848570" y="371550"/>
                  </a:lnTo>
                  <a:lnTo>
                    <a:pt x="7823462" y="371550"/>
                  </a:lnTo>
                  <a:lnTo>
                    <a:pt x="7798355" y="371550"/>
                  </a:lnTo>
                  <a:lnTo>
                    <a:pt x="7773248" y="371550"/>
                  </a:lnTo>
                  <a:lnTo>
                    <a:pt x="7748140" y="371550"/>
                  </a:lnTo>
                  <a:lnTo>
                    <a:pt x="7723033" y="371550"/>
                  </a:lnTo>
                  <a:lnTo>
                    <a:pt x="7697925" y="371550"/>
                  </a:lnTo>
                  <a:lnTo>
                    <a:pt x="7672818" y="371550"/>
                  </a:lnTo>
                  <a:lnTo>
                    <a:pt x="7647711" y="371550"/>
                  </a:lnTo>
                  <a:lnTo>
                    <a:pt x="7622603" y="371550"/>
                  </a:lnTo>
                  <a:lnTo>
                    <a:pt x="7597496" y="371550"/>
                  </a:lnTo>
                  <a:lnTo>
                    <a:pt x="7572388" y="371550"/>
                  </a:lnTo>
                  <a:lnTo>
                    <a:pt x="7547281" y="371550"/>
                  </a:lnTo>
                  <a:lnTo>
                    <a:pt x="7522174" y="371550"/>
                  </a:lnTo>
                  <a:lnTo>
                    <a:pt x="7497066" y="371550"/>
                  </a:lnTo>
                  <a:lnTo>
                    <a:pt x="7471959" y="371550"/>
                  </a:lnTo>
                  <a:lnTo>
                    <a:pt x="7446852" y="371550"/>
                  </a:lnTo>
                  <a:lnTo>
                    <a:pt x="7421744" y="371550"/>
                  </a:lnTo>
                  <a:lnTo>
                    <a:pt x="7396637" y="371550"/>
                  </a:lnTo>
                  <a:lnTo>
                    <a:pt x="7371529" y="371550"/>
                  </a:lnTo>
                  <a:lnTo>
                    <a:pt x="7346422" y="371550"/>
                  </a:lnTo>
                  <a:lnTo>
                    <a:pt x="7321315" y="371550"/>
                  </a:lnTo>
                  <a:lnTo>
                    <a:pt x="7296207" y="371550"/>
                  </a:lnTo>
                  <a:lnTo>
                    <a:pt x="7271100" y="371550"/>
                  </a:lnTo>
                  <a:lnTo>
                    <a:pt x="7245992" y="371550"/>
                  </a:lnTo>
                  <a:lnTo>
                    <a:pt x="7220885" y="371550"/>
                  </a:lnTo>
                  <a:lnTo>
                    <a:pt x="7195778" y="371550"/>
                  </a:lnTo>
                  <a:lnTo>
                    <a:pt x="7170670" y="371550"/>
                  </a:lnTo>
                  <a:lnTo>
                    <a:pt x="7145563" y="371550"/>
                  </a:lnTo>
                  <a:lnTo>
                    <a:pt x="7120455" y="371550"/>
                  </a:lnTo>
                  <a:lnTo>
                    <a:pt x="7095348" y="371550"/>
                  </a:lnTo>
                  <a:lnTo>
                    <a:pt x="7070241" y="371550"/>
                  </a:lnTo>
                  <a:lnTo>
                    <a:pt x="7045133" y="371550"/>
                  </a:lnTo>
                  <a:lnTo>
                    <a:pt x="7020026" y="371550"/>
                  </a:lnTo>
                  <a:lnTo>
                    <a:pt x="6994918" y="371550"/>
                  </a:lnTo>
                  <a:lnTo>
                    <a:pt x="6969811" y="371550"/>
                  </a:lnTo>
                  <a:lnTo>
                    <a:pt x="6944704" y="371550"/>
                  </a:lnTo>
                  <a:lnTo>
                    <a:pt x="6919596" y="371550"/>
                  </a:lnTo>
                  <a:lnTo>
                    <a:pt x="6894489" y="371550"/>
                  </a:lnTo>
                  <a:lnTo>
                    <a:pt x="6869382" y="371550"/>
                  </a:lnTo>
                  <a:lnTo>
                    <a:pt x="6844274" y="371550"/>
                  </a:lnTo>
                  <a:lnTo>
                    <a:pt x="6819167" y="371550"/>
                  </a:lnTo>
                  <a:lnTo>
                    <a:pt x="6794059" y="371550"/>
                  </a:lnTo>
                  <a:lnTo>
                    <a:pt x="6768952" y="371550"/>
                  </a:lnTo>
                  <a:lnTo>
                    <a:pt x="6743845" y="371550"/>
                  </a:lnTo>
                  <a:lnTo>
                    <a:pt x="6718737" y="371550"/>
                  </a:lnTo>
                  <a:lnTo>
                    <a:pt x="6693630" y="371550"/>
                  </a:lnTo>
                  <a:lnTo>
                    <a:pt x="6668522" y="371550"/>
                  </a:lnTo>
                  <a:lnTo>
                    <a:pt x="6643415" y="371550"/>
                  </a:lnTo>
                  <a:lnTo>
                    <a:pt x="6618308" y="371550"/>
                  </a:lnTo>
                  <a:lnTo>
                    <a:pt x="6593200" y="371550"/>
                  </a:lnTo>
                  <a:lnTo>
                    <a:pt x="6568093" y="371550"/>
                  </a:lnTo>
                  <a:lnTo>
                    <a:pt x="6542985" y="371550"/>
                  </a:lnTo>
                  <a:lnTo>
                    <a:pt x="6517878" y="371550"/>
                  </a:lnTo>
                  <a:lnTo>
                    <a:pt x="6492771" y="371550"/>
                  </a:lnTo>
                  <a:lnTo>
                    <a:pt x="6467663" y="371550"/>
                  </a:lnTo>
                  <a:lnTo>
                    <a:pt x="6442556" y="371550"/>
                  </a:lnTo>
                  <a:lnTo>
                    <a:pt x="6417449" y="371550"/>
                  </a:lnTo>
                  <a:lnTo>
                    <a:pt x="6392341" y="371550"/>
                  </a:lnTo>
                  <a:lnTo>
                    <a:pt x="6367234" y="371550"/>
                  </a:lnTo>
                  <a:lnTo>
                    <a:pt x="6342126" y="371550"/>
                  </a:lnTo>
                  <a:lnTo>
                    <a:pt x="6317019" y="371550"/>
                  </a:lnTo>
                  <a:lnTo>
                    <a:pt x="6291912" y="371550"/>
                  </a:lnTo>
                  <a:lnTo>
                    <a:pt x="6266804" y="371550"/>
                  </a:lnTo>
                  <a:lnTo>
                    <a:pt x="6241697" y="371550"/>
                  </a:lnTo>
                  <a:lnTo>
                    <a:pt x="6216589" y="371550"/>
                  </a:lnTo>
                  <a:lnTo>
                    <a:pt x="6191482" y="371550"/>
                  </a:lnTo>
                  <a:lnTo>
                    <a:pt x="6166375" y="371550"/>
                  </a:lnTo>
                  <a:lnTo>
                    <a:pt x="6141267" y="371550"/>
                  </a:lnTo>
                  <a:lnTo>
                    <a:pt x="6116160" y="371550"/>
                  </a:lnTo>
                  <a:lnTo>
                    <a:pt x="6091052" y="371550"/>
                  </a:lnTo>
                  <a:lnTo>
                    <a:pt x="6065945" y="371550"/>
                  </a:lnTo>
                  <a:lnTo>
                    <a:pt x="6040838" y="371550"/>
                  </a:lnTo>
                  <a:lnTo>
                    <a:pt x="6015730" y="371550"/>
                  </a:lnTo>
                  <a:lnTo>
                    <a:pt x="5990623" y="371550"/>
                  </a:lnTo>
                  <a:lnTo>
                    <a:pt x="5965515" y="371550"/>
                  </a:lnTo>
                  <a:lnTo>
                    <a:pt x="5940408" y="371550"/>
                  </a:lnTo>
                  <a:lnTo>
                    <a:pt x="5915301" y="371550"/>
                  </a:lnTo>
                  <a:lnTo>
                    <a:pt x="5890193" y="371550"/>
                  </a:lnTo>
                  <a:lnTo>
                    <a:pt x="5865086" y="371550"/>
                  </a:lnTo>
                  <a:lnTo>
                    <a:pt x="5839979" y="371550"/>
                  </a:lnTo>
                  <a:lnTo>
                    <a:pt x="5814871" y="371550"/>
                  </a:lnTo>
                  <a:lnTo>
                    <a:pt x="5789764" y="371550"/>
                  </a:lnTo>
                  <a:lnTo>
                    <a:pt x="5764656" y="371550"/>
                  </a:lnTo>
                  <a:lnTo>
                    <a:pt x="5739549" y="371550"/>
                  </a:lnTo>
                  <a:lnTo>
                    <a:pt x="5714442" y="371550"/>
                  </a:lnTo>
                  <a:lnTo>
                    <a:pt x="5689334" y="371550"/>
                  </a:lnTo>
                  <a:lnTo>
                    <a:pt x="5664227" y="371550"/>
                  </a:lnTo>
                  <a:lnTo>
                    <a:pt x="5639119" y="371550"/>
                  </a:lnTo>
                  <a:lnTo>
                    <a:pt x="5614012" y="371550"/>
                  </a:lnTo>
                  <a:lnTo>
                    <a:pt x="5588905" y="371550"/>
                  </a:lnTo>
                  <a:lnTo>
                    <a:pt x="5563797" y="371550"/>
                  </a:lnTo>
                  <a:lnTo>
                    <a:pt x="5538690" y="371550"/>
                  </a:lnTo>
                  <a:lnTo>
                    <a:pt x="5513582" y="371550"/>
                  </a:lnTo>
                  <a:lnTo>
                    <a:pt x="5488475" y="371550"/>
                  </a:lnTo>
                  <a:lnTo>
                    <a:pt x="5463368" y="371550"/>
                  </a:lnTo>
                  <a:lnTo>
                    <a:pt x="5438260" y="371550"/>
                  </a:lnTo>
                  <a:lnTo>
                    <a:pt x="5413153" y="371550"/>
                  </a:lnTo>
                  <a:lnTo>
                    <a:pt x="5388045" y="371550"/>
                  </a:lnTo>
                  <a:lnTo>
                    <a:pt x="5362938" y="371550"/>
                  </a:lnTo>
                  <a:lnTo>
                    <a:pt x="5337831" y="371550"/>
                  </a:lnTo>
                  <a:lnTo>
                    <a:pt x="5312723" y="371550"/>
                  </a:lnTo>
                  <a:lnTo>
                    <a:pt x="5287616" y="371550"/>
                  </a:lnTo>
                  <a:lnTo>
                    <a:pt x="5262509" y="371550"/>
                  </a:lnTo>
                  <a:lnTo>
                    <a:pt x="5237401" y="371550"/>
                  </a:lnTo>
                  <a:lnTo>
                    <a:pt x="5212294" y="371550"/>
                  </a:lnTo>
                  <a:lnTo>
                    <a:pt x="5187186" y="371550"/>
                  </a:lnTo>
                  <a:lnTo>
                    <a:pt x="5162079" y="371550"/>
                  </a:lnTo>
                  <a:lnTo>
                    <a:pt x="5136972" y="371550"/>
                  </a:lnTo>
                  <a:lnTo>
                    <a:pt x="5111864" y="371550"/>
                  </a:lnTo>
                  <a:lnTo>
                    <a:pt x="5086757" y="371550"/>
                  </a:lnTo>
                  <a:lnTo>
                    <a:pt x="5061649" y="371550"/>
                  </a:lnTo>
                  <a:lnTo>
                    <a:pt x="5036542" y="371550"/>
                  </a:lnTo>
                  <a:lnTo>
                    <a:pt x="5011435" y="371550"/>
                  </a:lnTo>
                  <a:lnTo>
                    <a:pt x="4986327" y="371550"/>
                  </a:lnTo>
                  <a:lnTo>
                    <a:pt x="4961220" y="371550"/>
                  </a:lnTo>
                  <a:lnTo>
                    <a:pt x="4936112" y="371550"/>
                  </a:lnTo>
                  <a:lnTo>
                    <a:pt x="4911005" y="371550"/>
                  </a:lnTo>
                  <a:lnTo>
                    <a:pt x="4885898" y="371550"/>
                  </a:lnTo>
                  <a:lnTo>
                    <a:pt x="4860790" y="371550"/>
                  </a:lnTo>
                  <a:lnTo>
                    <a:pt x="4835683" y="371550"/>
                  </a:lnTo>
                  <a:lnTo>
                    <a:pt x="4810576" y="371550"/>
                  </a:lnTo>
                  <a:lnTo>
                    <a:pt x="4785468" y="371550"/>
                  </a:lnTo>
                  <a:lnTo>
                    <a:pt x="4760361" y="371550"/>
                  </a:lnTo>
                  <a:lnTo>
                    <a:pt x="4735253" y="371550"/>
                  </a:lnTo>
                  <a:lnTo>
                    <a:pt x="4710146" y="371550"/>
                  </a:lnTo>
                  <a:lnTo>
                    <a:pt x="4685039" y="371550"/>
                  </a:lnTo>
                  <a:lnTo>
                    <a:pt x="4659931" y="371550"/>
                  </a:lnTo>
                  <a:lnTo>
                    <a:pt x="4634824" y="371550"/>
                  </a:lnTo>
                  <a:lnTo>
                    <a:pt x="4609716" y="371550"/>
                  </a:lnTo>
                  <a:lnTo>
                    <a:pt x="4584609" y="371550"/>
                  </a:lnTo>
                  <a:lnTo>
                    <a:pt x="4559502" y="371550"/>
                  </a:lnTo>
                  <a:lnTo>
                    <a:pt x="4534394" y="371550"/>
                  </a:lnTo>
                  <a:lnTo>
                    <a:pt x="4509287" y="371550"/>
                  </a:lnTo>
                  <a:lnTo>
                    <a:pt x="4484179" y="371550"/>
                  </a:lnTo>
                  <a:lnTo>
                    <a:pt x="4459072" y="371550"/>
                  </a:lnTo>
                  <a:lnTo>
                    <a:pt x="4433965" y="371550"/>
                  </a:lnTo>
                  <a:lnTo>
                    <a:pt x="4408857" y="371550"/>
                  </a:lnTo>
                  <a:lnTo>
                    <a:pt x="4383750" y="371550"/>
                  </a:lnTo>
                  <a:lnTo>
                    <a:pt x="4358642" y="371550"/>
                  </a:lnTo>
                  <a:lnTo>
                    <a:pt x="4333535" y="371550"/>
                  </a:lnTo>
                  <a:lnTo>
                    <a:pt x="4308428" y="371550"/>
                  </a:lnTo>
                  <a:lnTo>
                    <a:pt x="4283320" y="371550"/>
                  </a:lnTo>
                  <a:lnTo>
                    <a:pt x="4258213" y="371550"/>
                  </a:lnTo>
                  <a:lnTo>
                    <a:pt x="4233106" y="371550"/>
                  </a:lnTo>
                  <a:lnTo>
                    <a:pt x="4207998" y="371550"/>
                  </a:lnTo>
                  <a:lnTo>
                    <a:pt x="4182891" y="371550"/>
                  </a:lnTo>
                  <a:lnTo>
                    <a:pt x="4157783" y="371550"/>
                  </a:lnTo>
                  <a:lnTo>
                    <a:pt x="4132676" y="371550"/>
                  </a:lnTo>
                  <a:lnTo>
                    <a:pt x="4107569" y="371550"/>
                  </a:lnTo>
                  <a:lnTo>
                    <a:pt x="4082461" y="371550"/>
                  </a:lnTo>
                  <a:lnTo>
                    <a:pt x="4057354" y="371550"/>
                  </a:lnTo>
                  <a:lnTo>
                    <a:pt x="4032246" y="371550"/>
                  </a:lnTo>
                  <a:lnTo>
                    <a:pt x="4007139" y="371550"/>
                  </a:lnTo>
                  <a:lnTo>
                    <a:pt x="3982032" y="371550"/>
                  </a:lnTo>
                  <a:lnTo>
                    <a:pt x="3956924" y="371550"/>
                  </a:lnTo>
                  <a:lnTo>
                    <a:pt x="3931817" y="371550"/>
                  </a:lnTo>
                  <a:lnTo>
                    <a:pt x="3906709" y="371550"/>
                  </a:lnTo>
                  <a:lnTo>
                    <a:pt x="3881602" y="371550"/>
                  </a:lnTo>
                  <a:lnTo>
                    <a:pt x="3856495" y="371550"/>
                  </a:lnTo>
                  <a:lnTo>
                    <a:pt x="3831387" y="371550"/>
                  </a:lnTo>
                  <a:lnTo>
                    <a:pt x="3806280" y="371550"/>
                  </a:lnTo>
                  <a:lnTo>
                    <a:pt x="3781173" y="371550"/>
                  </a:lnTo>
                  <a:lnTo>
                    <a:pt x="3756065" y="371550"/>
                  </a:lnTo>
                  <a:lnTo>
                    <a:pt x="3730958" y="371550"/>
                  </a:lnTo>
                  <a:lnTo>
                    <a:pt x="3705850" y="371550"/>
                  </a:lnTo>
                  <a:lnTo>
                    <a:pt x="3680743" y="371550"/>
                  </a:lnTo>
                  <a:lnTo>
                    <a:pt x="3655636" y="371550"/>
                  </a:lnTo>
                  <a:lnTo>
                    <a:pt x="3630528" y="371550"/>
                  </a:lnTo>
                  <a:lnTo>
                    <a:pt x="3605421" y="371550"/>
                  </a:lnTo>
                  <a:lnTo>
                    <a:pt x="3580313" y="371550"/>
                  </a:lnTo>
                  <a:lnTo>
                    <a:pt x="3555206" y="371550"/>
                  </a:lnTo>
                  <a:lnTo>
                    <a:pt x="3530099" y="371550"/>
                  </a:lnTo>
                  <a:lnTo>
                    <a:pt x="3504991" y="371550"/>
                  </a:lnTo>
                  <a:lnTo>
                    <a:pt x="3479884" y="371550"/>
                  </a:lnTo>
                  <a:lnTo>
                    <a:pt x="3454776" y="371550"/>
                  </a:lnTo>
                  <a:lnTo>
                    <a:pt x="3429669" y="371550"/>
                  </a:lnTo>
                  <a:lnTo>
                    <a:pt x="3404562" y="371550"/>
                  </a:lnTo>
                  <a:lnTo>
                    <a:pt x="3379454" y="371550"/>
                  </a:lnTo>
                  <a:lnTo>
                    <a:pt x="3354347" y="371550"/>
                  </a:lnTo>
                  <a:lnTo>
                    <a:pt x="3329239" y="371550"/>
                  </a:lnTo>
                  <a:lnTo>
                    <a:pt x="3304132" y="371550"/>
                  </a:lnTo>
                  <a:lnTo>
                    <a:pt x="3279025" y="371550"/>
                  </a:lnTo>
                  <a:lnTo>
                    <a:pt x="3253917" y="371550"/>
                  </a:lnTo>
                  <a:lnTo>
                    <a:pt x="3228810" y="371550"/>
                  </a:lnTo>
                  <a:lnTo>
                    <a:pt x="3203703" y="371550"/>
                  </a:lnTo>
                  <a:lnTo>
                    <a:pt x="3178595" y="371550"/>
                  </a:lnTo>
                  <a:lnTo>
                    <a:pt x="3153488" y="371550"/>
                  </a:lnTo>
                  <a:lnTo>
                    <a:pt x="3128380" y="371550"/>
                  </a:lnTo>
                  <a:lnTo>
                    <a:pt x="3103273" y="371550"/>
                  </a:lnTo>
                  <a:lnTo>
                    <a:pt x="3078166" y="371550"/>
                  </a:lnTo>
                  <a:lnTo>
                    <a:pt x="3053058" y="371550"/>
                  </a:lnTo>
                  <a:lnTo>
                    <a:pt x="3027951" y="371550"/>
                  </a:lnTo>
                  <a:lnTo>
                    <a:pt x="3002843" y="371550"/>
                  </a:lnTo>
                  <a:lnTo>
                    <a:pt x="2977736" y="371550"/>
                  </a:lnTo>
                  <a:lnTo>
                    <a:pt x="2952629" y="371550"/>
                  </a:lnTo>
                  <a:lnTo>
                    <a:pt x="2927521" y="371550"/>
                  </a:lnTo>
                  <a:lnTo>
                    <a:pt x="2902414" y="371550"/>
                  </a:lnTo>
                  <a:lnTo>
                    <a:pt x="2877306" y="371550"/>
                  </a:lnTo>
                  <a:lnTo>
                    <a:pt x="2852199" y="371550"/>
                  </a:lnTo>
                  <a:lnTo>
                    <a:pt x="2827092" y="371550"/>
                  </a:lnTo>
                  <a:lnTo>
                    <a:pt x="2801984" y="371550"/>
                  </a:lnTo>
                  <a:lnTo>
                    <a:pt x="2776877" y="371550"/>
                  </a:lnTo>
                  <a:lnTo>
                    <a:pt x="2751769" y="371550"/>
                  </a:lnTo>
                  <a:lnTo>
                    <a:pt x="2726662" y="371550"/>
                  </a:lnTo>
                  <a:lnTo>
                    <a:pt x="2701555" y="371550"/>
                  </a:lnTo>
                  <a:lnTo>
                    <a:pt x="2676447" y="371550"/>
                  </a:lnTo>
                  <a:lnTo>
                    <a:pt x="2651340" y="371550"/>
                  </a:lnTo>
                  <a:lnTo>
                    <a:pt x="2626233" y="371550"/>
                  </a:lnTo>
                  <a:lnTo>
                    <a:pt x="2601125" y="371550"/>
                  </a:lnTo>
                  <a:lnTo>
                    <a:pt x="2576018" y="371550"/>
                  </a:lnTo>
                  <a:lnTo>
                    <a:pt x="2550910" y="371550"/>
                  </a:lnTo>
                  <a:lnTo>
                    <a:pt x="2525803" y="371550"/>
                  </a:lnTo>
                  <a:lnTo>
                    <a:pt x="2500696" y="371550"/>
                  </a:lnTo>
                  <a:lnTo>
                    <a:pt x="2475588" y="371550"/>
                  </a:lnTo>
                  <a:lnTo>
                    <a:pt x="2450481" y="371550"/>
                  </a:lnTo>
                  <a:lnTo>
                    <a:pt x="2425373" y="371550"/>
                  </a:lnTo>
                  <a:lnTo>
                    <a:pt x="2400266" y="371550"/>
                  </a:lnTo>
                  <a:lnTo>
                    <a:pt x="2375159" y="371550"/>
                  </a:lnTo>
                  <a:lnTo>
                    <a:pt x="2350051" y="371550"/>
                  </a:lnTo>
                  <a:lnTo>
                    <a:pt x="2324944" y="371550"/>
                  </a:lnTo>
                  <a:lnTo>
                    <a:pt x="2299836" y="371550"/>
                  </a:lnTo>
                  <a:lnTo>
                    <a:pt x="2274729" y="371550"/>
                  </a:lnTo>
                  <a:lnTo>
                    <a:pt x="2249622" y="371550"/>
                  </a:lnTo>
                  <a:lnTo>
                    <a:pt x="2224514" y="371550"/>
                  </a:lnTo>
                  <a:lnTo>
                    <a:pt x="2199407" y="371550"/>
                  </a:lnTo>
                  <a:lnTo>
                    <a:pt x="2174300" y="371550"/>
                  </a:lnTo>
                  <a:lnTo>
                    <a:pt x="2149192" y="371550"/>
                  </a:lnTo>
                  <a:lnTo>
                    <a:pt x="2124085" y="371550"/>
                  </a:lnTo>
                  <a:lnTo>
                    <a:pt x="2098977" y="371550"/>
                  </a:lnTo>
                  <a:lnTo>
                    <a:pt x="2073870" y="371550"/>
                  </a:lnTo>
                  <a:lnTo>
                    <a:pt x="2048763" y="371550"/>
                  </a:lnTo>
                  <a:lnTo>
                    <a:pt x="2023655" y="371550"/>
                  </a:lnTo>
                  <a:lnTo>
                    <a:pt x="1998548" y="371550"/>
                  </a:lnTo>
                  <a:lnTo>
                    <a:pt x="1973440" y="371550"/>
                  </a:lnTo>
                  <a:lnTo>
                    <a:pt x="1948333" y="371550"/>
                  </a:lnTo>
                  <a:lnTo>
                    <a:pt x="1923226" y="371550"/>
                  </a:lnTo>
                  <a:lnTo>
                    <a:pt x="1898118" y="371550"/>
                  </a:lnTo>
                  <a:lnTo>
                    <a:pt x="1873011" y="371550"/>
                  </a:lnTo>
                  <a:lnTo>
                    <a:pt x="1847903" y="371550"/>
                  </a:lnTo>
                  <a:lnTo>
                    <a:pt x="1822796" y="371550"/>
                  </a:lnTo>
                  <a:lnTo>
                    <a:pt x="1797689" y="371550"/>
                  </a:lnTo>
                  <a:lnTo>
                    <a:pt x="1772581" y="371550"/>
                  </a:lnTo>
                  <a:lnTo>
                    <a:pt x="1747474" y="371550"/>
                  </a:lnTo>
                  <a:lnTo>
                    <a:pt x="1722366" y="371550"/>
                  </a:lnTo>
                  <a:lnTo>
                    <a:pt x="1697259" y="371550"/>
                  </a:lnTo>
                  <a:lnTo>
                    <a:pt x="1672152" y="371550"/>
                  </a:lnTo>
                  <a:lnTo>
                    <a:pt x="1647044" y="371550"/>
                  </a:lnTo>
                  <a:lnTo>
                    <a:pt x="1621937" y="371550"/>
                  </a:lnTo>
                  <a:lnTo>
                    <a:pt x="1596830" y="371550"/>
                  </a:lnTo>
                  <a:lnTo>
                    <a:pt x="1571722" y="371550"/>
                  </a:lnTo>
                  <a:lnTo>
                    <a:pt x="1546615" y="371550"/>
                  </a:lnTo>
                  <a:lnTo>
                    <a:pt x="1521507" y="371550"/>
                  </a:lnTo>
                  <a:lnTo>
                    <a:pt x="1496400" y="371550"/>
                  </a:lnTo>
                  <a:lnTo>
                    <a:pt x="1471293" y="371550"/>
                  </a:lnTo>
                  <a:lnTo>
                    <a:pt x="1446185" y="371550"/>
                  </a:lnTo>
                  <a:lnTo>
                    <a:pt x="1421078" y="371550"/>
                  </a:lnTo>
                  <a:lnTo>
                    <a:pt x="1395970" y="371550"/>
                  </a:lnTo>
                  <a:lnTo>
                    <a:pt x="1370863" y="371550"/>
                  </a:lnTo>
                  <a:lnTo>
                    <a:pt x="1345756" y="371550"/>
                  </a:lnTo>
                  <a:lnTo>
                    <a:pt x="1320648" y="371550"/>
                  </a:lnTo>
                  <a:lnTo>
                    <a:pt x="1295541" y="371550"/>
                  </a:lnTo>
                  <a:lnTo>
                    <a:pt x="1270433" y="371550"/>
                  </a:lnTo>
                  <a:lnTo>
                    <a:pt x="1245326" y="371550"/>
                  </a:lnTo>
                  <a:lnTo>
                    <a:pt x="1220219" y="371550"/>
                  </a:lnTo>
                  <a:lnTo>
                    <a:pt x="1195111" y="371550"/>
                  </a:lnTo>
                  <a:lnTo>
                    <a:pt x="1170004" y="371550"/>
                  </a:lnTo>
                  <a:lnTo>
                    <a:pt x="1144897" y="371550"/>
                  </a:lnTo>
                  <a:lnTo>
                    <a:pt x="1119789" y="371550"/>
                  </a:lnTo>
                  <a:lnTo>
                    <a:pt x="1094682" y="371550"/>
                  </a:lnTo>
                  <a:lnTo>
                    <a:pt x="1069574" y="371550"/>
                  </a:lnTo>
                  <a:lnTo>
                    <a:pt x="1044467" y="371550"/>
                  </a:lnTo>
                  <a:lnTo>
                    <a:pt x="1019360" y="371550"/>
                  </a:lnTo>
                  <a:lnTo>
                    <a:pt x="994252" y="371550"/>
                  </a:lnTo>
                  <a:lnTo>
                    <a:pt x="969145" y="371550"/>
                  </a:lnTo>
                  <a:lnTo>
                    <a:pt x="944037" y="371550"/>
                  </a:lnTo>
                  <a:lnTo>
                    <a:pt x="918930" y="371550"/>
                  </a:lnTo>
                  <a:lnTo>
                    <a:pt x="893823" y="371550"/>
                  </a:lnTo>
                  <a:lnTo>
                    <a:pt x="868715" y="371550"/>
                  </a:lnTo>
                  <a:lnTo>
                    <a:pt x="843608" y="371550"/>
                  </a:lnTo>
                  <a:lnTo>
                    <a:pt x="818500" y="371550"/>
                  </a:lnTo>
                  <a:lnTo>
                    <a:pt x="793393" y="371550"/>
                  </a:lnTo>
                  <a:lnTo>
                    <a:pt x="768286" y="371550"/>
                  </a:lnTo>
                  <a:lnTo>
                    <a:pt x="743178" y="371550"/>
                  </a:lnTo>
                  <a:lnTo>
                    <a:pt x="718071" y="371550"/>
                  </a:lnTo>
                  <a:lnTo>
                    <a:pt x="692963" y="371550"/>
                  </a:lnTo>
                  <a:lnTo>
                    <a:pt x="667856" y="371550"/>
                  </a:lnTo>
                  <a:lnTo>
                    <a:pt x="642749" y="371550"/>
                  </a:lnTo>
                  <a:lnTo>
                    <a:pt x="617641" y="371550"/>
                  </a:lnTo>
                  <a:lnTo>
                    <a:pt x="592534" y="371550"/>
                  </a:lnTo>
                  <a:lnTo>
                    <a:pt x="567427" y="371550"/>
                  </a:lnTo>
                  <a:lnTo>
                    <a:pt x="542319" y="371550"/>
                  </a:lnTo>
                  <a:lnTo>
                    <a:pt x="517212" y="371550"/>
                  </a:lnTo>
                  <a:lnTo>
                    <a:pt x="492104" y="371550"/>
                  </a:lnTo>
                  <a:lnTo>
                    <a:pt x="466997" y="371550"/>
                  </a:lnTo>
                  <a:lnTo>
                    <a:pt x="441890" y="371550"/>
                  </a:lnTo>
                  <a:lnTo>
                    <a:pt x="416782" y="371550"/>
                  </a:lnTo>
                  <a:lnTo>
                    <a:pt x="391675" y="371550"/>
                  </a:lnTo>
                  <a:lnTo>
                    <a:pt x="366567" y="371550"/>
                  </a:lnTo>
                  <a:lnTo>
                    <a:pt x="341460" y="371550"/>
                  </a:lnTo>
                  <a:lnTo>
                    <a:pt x="316353" y="371550"/>
                  </a:lnTo>
                  <a:lnTo>
                    <a:pt x="291245" y="371550"/>
                  </a:lnTo>
                  <a:lnTo>
                    <a:pt x="266138" y="371550"/>
                  </a:lnTo>
                  <a:lnTo>
                    <a:pt x="241030" y="371550"/>
                  </a:lnTo>
                  <a:lnTo>
                    <a:pt x="215923" y="371550"/>
                  </a:lnTo>
                  <a:lnTo>
                    <a:pt x="190816" y="371550"/>
                  </a:lnTo>
                  <a:lnTo>
                    <a:pt x="165708" y="371550"/>
                  </a:lnTo>
                  <a:lnTo>
                    <a:pt x="140601" y="371550"/>
                  </a:lnTo>
                  <a:lnTo>
                    <a:pt x="115493" y="371550"/>
                  </a:lnTo>
                  <a:lnTo>
                    <a:pt x="90386" y="371550"/>
                  </a:lnTo>
                  <a:lnTo>
                    <a:pt x="65279" y="371550"/>
                  </a:lnTo>
                  <a:lnTo>
                    <a:pt x="40171" y="371550"/>
                  </a:lnTo>
                  <a:lnTo>
                    <a:pt x="15064" y="371550"/>
                  </a:lnTo>
                  <a:lnTo>
                    <a:pt x="0" y="371550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44148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05331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22670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tx22"/>
            <p:cNvSpPr/>
            <p:nvPr/>
          </p:nvSpPr>
          <p:spPr>
            <a:xfrm>
              <a:off x="417829" y="1827770"/>
              <a:ext cx="14221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346724" y="1395622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346724" y="963473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150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346724" y="531325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200</a:t>
              </a:r>
            </a:p>
          </p:txBody>
        </p:sp>
        <p:sp>
          <p:nvSpPr>
            <p:cNvPr id="26" name="pl26"/>
            <p:cNvSpPr/>
            <p:nvPr/>
          </p:nvSpPr>
          <p:spPr>
            <a:xfrm>
              <a:off x="587875" y="187156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87875" y="143941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87875" y="100726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87875" y="57511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22670" y="2066289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918211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428950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6939689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 rot="-5400000">
              <a:off x="96391" y="1180963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622670" y="126116"/>
              <a:ext cx="597053" cy="166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wt_k27</a:t>
              </a:r>
            </a:p>
          </p:txBody>
        </p:sp>
        <p:sp>
          <p:nvSpPr>
            <p:cNvPr id="36" name="rc36"/>
            <p:cNvSpPr/>
            <p:nvPr/>
          </p:nvSpPr>
          <p:spPr>
            <a:xfrm>
              <a:off x="622670" y="2355589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622670" y="2355589"/>
              <a:ext cx="8375825" cy="1640153"/>
            </a:xfrm>
            <a:custGeom>
              <a:avLst/>
              <a:pathLst>
                <a:path w="8375825" h="1640153">
                  <a:moveTo>
                    <a:pt x="0" y="1557109"/>
                  </a:moveTo>
                  <a:lnTo>
                    <a:pt x="15064" y="1557109"/>
                  </a:lnTo>
                  <a:lnTo>
                    <a:pt x="40171" y="1531219"/>
                  </a:lnTo>
                  <a:lnTo>
                    <a:pt x="65279" y="1455398"/>
                  </a:lnTo>
                  <a:lnTo>
                    <a:pt x="90386" y="1411015"/>
                  </a:lnTo>
                  <a:lnTo>
                    <a:pt x="115493" y="1313002"/>
                  </a:lnTo>
                  <a:lnTo>
                    <a:pt x="140601" y="1261221"/>
                  </a:lnTo>
                  <a:lnTo>
                    <a:pt x="165708" y="1261221"/>
                  </a:lnTo>
                  <a:lnTo>
                    <a:pt x="190816" y="1261221"/>
                  </a:lnTo>
                  <a:lnTo>
                    <a:pt x="215923" y="1261221"/>
                  </a:lnTo>
                  <a:lnTo>
                    <a:pt x="241030" y="1261221"/>
                  </a:lnTo>
                  <a:lnTo>
                    <a:pt x="266138" y="1281564"/>
                  </a:lnTo>
                  <a:lnTo>
                    <a:pt x="291245" y="1242728"/>
                  </a:lnTo>
                  <a:lnTo>
                    <a:pt x="316353" y="1165058"/>
                  </a:lnTo>
                  <a:lnTo>
                    <a:pt x="341460" y="1163209"/>
                  </a:lnTo>
                  <a:lnTo>
                    <a:pt x="366567" y="1187249"/>
                  </a:lnTo>
                  <a:lnTo>
                    <a:pt x="391675" y="1187249"/>
                  </a:lnTo>
                  <a:lnTo>
                    <a:pt x="416782" y="1187250"/>
                  </a:lnTo>
                  <a:lnTo>
                    <a:pt x="441890" y="1251975"/>
                  </a:lnTo>
                  <a:lnTo>
                    <a:pt x="466997" y="1266769"/>
                  </a:lnTo>
                  <a:lnTo>
                    <a:pt x="492104" y="1357385"/>
                  </a:lnTo>
                  <a:lnTo>
                    <a:pt x="517212" y="1409165"/>
                  </a:lnTo>
                  <a:lnTo>
                    <a:pt x="542319" y="1409165"/>
                  </a:lnTo>
                  <a:lnTo>
                    <a:pt x="567427" y="1468417"/>
                  </a:lnTo>
                  <a:lnTo>
                    <a:pt x="592534" y="1465272"/>
                  </a:lnTo>
                  <a:lnTo>
                    <a:pt x="617641" y="1445690"/>
                  </a:lnTo>
                  <a:lnTo>
                    <a:pt x="642749" y="1458893"/>
                  </a:lnTo>
                  <a:lnTo>
                    <a:pt x="667856" y="1499308"/>
                  </a:lnTo>
                  <a:lnTo>
                    <a:pt x="692963" y="1555888"/>
                  </a:lnTo>
                  <a:lnTo>
                    <a:pt x="718071" y="1566666"/>
                  </a:lnTo>
                  <a:lnTo>
                    <a:pt x="743178" y="1566666"/>
                  </a:lnTo>
                  <a:lnTo>
                    <a:pt x="768286" y="1566666"/>
                  </a:lnTo>
                  <a:lnTo>
                    <a:pt x="793393" y="1585526"/>
                  </a:lnTo>
                  <a:lnTo>
                    <a:pt x="818500" y="1593609"/>
                  </a:lnTo>
                  <a:lnTo>
                    <a:pt x="843608" y="1615163"/>
                  </a:lnTo>
                  <a:lnTo>
                    <a:pt x="868715" y="1620552"/>
                  </a:lnTo>
                  <a:lnTo>
                    <a:pt x="893823" y="1594956"/>
                  </a:lnTo>
                  <a:lnTo>
                    <a:pt x="918930" y="1586873"/>
                  </a:lnTo>
                  <a:lnTo>
                    <a:pt x="944037" y="1606842"/>
                  </a:lnTo>
                  <a:lnTo>
                    <a:pt x="969145" y="1604066"/>
                  </a:lnTo>
                  <a:lnTo>
                    <a:pt x="994252" y="1599501"/>
                  </a:lnTo>
                  <a:lnTo>
                    <a:pt x="1019360" y="1460946"/>
                  </a:lnTo>
                  <a:lnTo>
                    <a:pt x="1044467" y="1440603"/>
                  </a:lnTo>
                  <a:lnTo>
                    <a:pt x="1069574" y="1405467"/>
                  </a:lnTo>
                  <a:lnTo>
                    <a:pt x="1094682" y="1372179"/>
                  </a:lnTo>
                  <a:lnTo>
                    <a:pt x="1119789" y="1348139"/>
                  </a:lnTo>
                  <a:lnTo>
                    <a:pt x="1144897" y="1298207"/>
                  </a:lnTo>
                  <a:lnTo>
                    <a:pt x="1170004" y="1388458"/>
                  </a:lnTo>
                  <a:lnTo>
                    <a:pt x="1195111" y="1325089"/>
                  </a:lnTo>
                  <a:lnTo>
                    <a:pt x="1220219" y="1232097"/>
                  </a:lnTo>
                  <a:lnTo>
                    <a:pt x="1245326" y="1161172"/>
                  </a:lnTo>
                  <a:lnTo>
                    <a:pt x="1270433" y="1130187"/>
                  </a:lnTo>
                  <a:lnTo>
                    <a:pt x="1295541" y="1088425"/>
                  </a:lnTo>
                  <a:lnTo>
                    <a:pt x="1320648" y="1080342"/>
                  </a:lnTo>
                  <a:lnTo>
                    <a:pt x="1345756" y="1058788"/>
                  </a:lnTo>
                  <a:lnTo>
                    <a:pt x="1370863" y="1077648"/>
                  </a:lnTo>
                  <a:lnTo>
                    <a:pt x="1395970" y="1109980"/>
                  </a:lnTo>
                  <a:lnTo>
                    <a:pt x="1421078" y="1091120"/>
                  </a:lnTo>
                  <a:lnTo>
                    <a:pt x="1446185" y="1111327"/>
                  </a:lnTo>
                  <a:lnTo>
                    <a:pt x="1471293" y="1135576"/>
                  </a:lnTo>
                  <a:lnTo>
                    <a:pt x="1496400" y="1153089"/>
                  </a:lnTo>
                  <a:lnTo>
                    <a:pt x="1521507" y="1134229"/>
                  </a:lnTo>
                  <a:lnTo>
                    <a:pt x="1546615" y="1117889"/>
                  </a:lnTo>
                  <a:lnTo>
                    <a:pt x="1571722" y="1166863"/>
                  </a:lnTo>
                  <a:lnTo>
                    <a:pt x="1596830" y="1207787"/>
                  </a:lnTo>
                  <a:lnTo>
                    <a:pt x="1621937" y="1115127"/>
                  </a:lnTo>
                  <a:lnTo>
                    <a:pt x="1647044" y="1192797"/>
                  </a:lnTo>
                  <a:lnTo>
                    <a:pt x="1672152" y="1261221"/>
                  </a:lnTo>
                  <a:lnTo>
                    <a:pt x="1697259" y="1300057"/>
                  </a:lnTo>
                  <a:lnTo>
                    <a:pt x="1722366" y="1351837"/>
                  </a:lnTo>
                  <a:lnTo>
                    <a:pt x="1747474" y="1372179"/>
                  </a:lnTo>
                  <a:lnTo>
                    <a:pt x="1772581" y="1392522"/>
                  </a:lnTo>
                  <a:lnTo>
                    <a:pt x="1797689" y="1438754"/>
                  </a:lnTo>
                  <a:lnTo>
                    <a:pt x="1822796" y="1429508"/>
                  </a:lnTo>
                  <a:lnTo>
                    <a:pt x="1847903" y="1409165"/>
                  </a:lnTo>
                  <a:lnTo>
                    <a:pt x="1873011" y="1409165"/>
                  </a:lnTo>
                  <a:lnTo>
                    <a:pt x="1898118" y="1459096"/>
                  </a:lnTo>
                  <a:lnTo>
                    <a:pt x="1923226" y="1510877"/>
                  </a:lnTo>
                  <a:lnTo>
                    <a:pt x="1948333" y="1497932"/>
                  </a:lnTo>
                  <a:lnTo>
                    <a:pt x="1973440" y="1514575"/>
                  </a:lnTo>
                  <a:lnTo>
                    <a:pt x="1998548" y="1520123"/>
                  </a:lnTo>
                  <a:lnTo>
                    <a:pt x="2023655" y="1481288"/>
                  </a:lnTo>
                  <a:lnTo>
                    <a:pt x="2048763" y="1446151"/>
                  </a:lnTo>
                  <a:lnTo>
                    <a:pt x="2073870" y="1427658"/>
                  </a:lnTo>
                  <a:lnTo>
                    <a:pt x="2098977" y="1377727"/>
                  </a:lnTo>
                  <a:lnTo>
                    <a:pt x="2124085" y="1335193"/>
                  </a:lnTo>
                  <a:lnTo>
                    <a:pt x="2149192" y="1335193"/>
                  </a:lnTo>
                  <a:lnTo>
                    <a:pt x="2174300" y="1335193"/>
                  </a:lnTo>
                  <a:lnTo>
                    <a:pt x="2199407" y="1338892"/>
                  </a:lnTo>
                  <a:lnTo>
                    <a:pt x="2224514" y="1335193"/>
                  </a:lnTo>
                  <a:lnTo>
                    <a:pt x="2249622" y="1335193"/>
                  </a:lnTo>
                  <a:lnTo>
                    <a:pt x="2274729" y="1353686"/>
                  </a:lnTo>
                  <a:lnTo>
                    <a:pt x="2299836" y="1268619"/>
                  </a:lnTo>
                  <a:lnTo>
                    <a:pt x="2324944" y="1261221"/>
                  </a:lnTo>
                  <a:lnTo>
                    <a:pt x="2350051" y="1290810"/>
                  </a:lnTo>
                  <a:lnTo>
                    <a:pt x="2375159" y="1276016"/>
                  </a:lnTo>
                  <a:lnTo>
                    <a:pt x="2400266" y="1300057"/>
                  </a:lnTo>
                  <a:lnTo>
                    <a:pt x="2425373" y="1335193"/>
                  </a:lnTo>
                  <a:lnTo>
                    <a:pt x="2450481" y="1353686"/>
                  </a:lnTo>
                  <a:lnTo>
                    <a:pt x="2475588" y="1403617"/>
                  </a:lnTo>
                  <a:lnTo>
                    <a:pt x="2500696" y="1418412"/>
                  </a:lnTo>
                  <a:lnTo>
                    <a:pt x="2525803" y="1409165"/>
                  </a:lnTo>
                  <a:lnTo>
                    <a:pt x="2550910" y="1409165"/>
                  </a:lnTo>
                  <a:lnTo>
                    <a:pt x="2576018" y="1422110"/>
                  </a:lnTo>
                  <a:lnTo>
                    <a:pt x="2601125" y="1425809"/>
                  </a:lnTo>
                  <a:lnTo>
                    <a:pt x="2626233" y="1372179"/>
                  </a:lnTo>
                  <a:lnTo>
                    <a:pt x="2651340" y="1379577"/>
                  </a:lnTo>
                  <a:lnTo>
                    <a:pt x="2676447" y="1438754"/>
                  </a:lnTo>
                  <a:lnTo>
                    <a:pt x="2701555" y="1346289"/>
                  </a:lnTo>
                  <a:lnTo>
                    <a:pt x="2726662" y="1240879"/>
                  </a:lnTo>
                  <a:lnTo>
                    <a:pt x="2751769" y="1196496"/>
                  </a:lnTo>
                  <a:lnTo>
                    <a:pt x="2776877" y="1052251"/>
                  </a:lnTo>
                  <a:lnTo>
                    <a:pt x="2801984" y="837732"/>
                  </a:lnTo>
                  <a:lnTo>
                    <a:pt x="2827092" y="654651"/>
                  </a:lnTo>
                  <a:lnTo>
                    <a:pt x="2852199" y="894867"/>
                  </a:lnTo>
                  <a:lnTo>
                    <a:pt x="2877306" y="932301"/>
                  </a:lnTo>
                  <a:lnTo>
                    <a:pt x="2902414" y="878171"/>
                  </a:lnTo>
                  <a:lnTo>
                    <a:pt x="2927521" y="798216"/>
                  </a:lnTo>
                  <a:lnTo>
                    <a:pt x="2952629" y="880412"/>
                  </a:lnTo>
                  <a:lnTo>
                    <a:pt x="2977736" y="856205"/>
                  </a:lnTo>
                  <a:lnTo>
                    <a:pt x="3002843" y="796428"/>
                  </a:lnTo>
                  <a:lnTo>
                    <a:pt x="3027951" y="714947"/>
                  </a:lnTo>
                  <a:lnTo>
                    <a:pt x="3053058" y="664558"/>
                  </a:lnTo>
                  <a:lnTo>
                    <a:pt x="3078166" y="683856"/>
                  </a:lnTo>
                  <a:lnTo>
                    <a:pt x="3103273" y="667775"/>
                  </a:lnTo>
                  <a:lnTo>
                    <a:pt x="3128380" y="660270"/>
                  </a:lnTo>
                  <a:lnTo>
                    <a:pt x="3153488" y="683856"/>
                  </a:lnTo>
                  <a:lnTo>
                    <a:pt x="3178595" y="806077"/>
                  </a:lnTo>
                  <a:lnTo>
                    <a:pt x="3203703" y="855394"/>
                  </a:lnTo>
                  <a:lnTo>
                    <a:pt x="3228810" y="776058"/>
                  </a:lnTo>
                  <a:lnTo>
                    <a:pt x="3253917" y="751399"/>
                  </a:lnTo>
                  <a:lnTo>
                    <a:pt x="3279025" y="957018"/>
                  </a:lnTo>
                  <a:lnTo>
                    <a:pt x="3304132" y="802861"/>
                  </a:lnTo>
                  <a:lnTo>
                    <a:pt x="3329239" y="873170"/>
                  </a:lnTo>
                  <a:lnTo>
                    <a:pt x="3354347" y="880412"/>
                  </a:lnTo>
                  <a:lnTo>
                    <a:pt x="3379454" y="719305"/>
                  </a:lnTo>
                  <a:lnTo>
                    <a:pt x="3404562" y="735470"/>
                  </a:lnTo>
                  <a:lnTo>
                    <a:pt x="3429669" y="769149"/>
                  </a:lnTo>
                  <a:lnTo>
                    <a:pt x="3454776" y="827077"/>
                  </a:lnTo>
                  <a:lnTo>
                    <a:pt x="3479884" y="813606"/>
                  </a:lnTo>
                  <a:lnTo>
                    <a:pt x="3504991" y="801481"/>
                  </a:lnTo>
                  <a:lnTo>
                    <a:pt x="3530099" y="863450"/>
                  </a:lnTo>
                  <a:lnTo>
                    <a:pt x="3555206" y="835160"/>
                  </a:lnTo>
                  <a:lnTo>
                    <a:pt x="3580313" y="863450"/>
                  </a:lnTo>
                  <a:lnTo>
                    <a:pt x="3605421" y="951015"/>
                  </a:lnTo>
                  <a:lnTo>
                    <a:pt x="3630528" y="878171"/>
                  </a:lnTo>
                  <a:lnTo>
                    <a:pt x="3655636" y="425339"/>
                  </a:lnTo>
                  <a:lnTo>
                    <a:pt x="3680743" y="438284"/>
                  </a:lnTo>
                  <a:lnTo>
                    <a:pt x="3705850" y="453078"/>
                  </a:lnTo>
                  <a:lnTo>
                    <a:pt x="3730958" y="453078"/>
                  </a:lnTo>
                  <a:lnTo>
                    <a:pt x="3756065" y="429037"/>
                  </a:lnTo>
                  <a:lnTo>
                    <a:pt x="3781173" y="508557"/>
                  </a:lnTo>
                  <a:lnTo>
                    <a:pt x="3806280" y="562187"/>
                  </a:lnTo>
                  <a:lnTo>
                    <a:pt x="3831387" y="573282"/>
                  </a:lnTo>
                  <a:lnTo>
                    <a:pt x="3856495" y="687939"/>
                  </a:lnTo>
                  <a:lnTo>
                    <a:pt x="3881602" y="734171"/>
                  </a:lnTo>
                  <a:lnTo>
                    <a:pt x="3906709" y="636158"/>
                  </a:lnTo>
                  <a:lnTo>
                    <a:pt x="3931817" y="504858"/>
                  </a:lnTo>
                  <a:lnTo>
                    <a:pt x="3956924" y="462324"/>
                  </a:lnTo>
                  <a:lnTo>
                    <a:pt x="3982032" y="456776"/>
                  </a:lnTo>
                  <a:lnTo>
                    <a:pt x="4007139" y="453078"/>
                  </a:lnTo>
                  <a:lnTo>
                    <a:pt x="4032246" y="519653"/>
                  </a:lnTo>
                  <a:lnTo>
                    <a:pt x="4057354" y="567735"/>
                  </a:lnTo>
                  <a:lnTo>
                    <a:pt x="4082461" y="647254"/>
                  </a:lnTo>
                  <a:lnTo>
                    <a:pt x="4107569" y="669446"/>
                  </a:lnTo>
                  <a:lnTo>
                    <a:pt x="4132676" y="704582"/>
                  </a:lnTo>
                  <a:lnTo>
                    <a:pt x="4157783" y="652802"/>
                  </a:lnTo>
                  <a:lnTo>
                    <a:pt x="4182891" y="641706"/>
                  </a:lnTo>
                  <a:lnTo>
                    <a:pt x="4207998" y="556638"/>
                  </a:lnTo>
                  <a:lnTo>
                    <a:pt x="4233106" y="480817"/>
                  </a:lnTo>
                  <a:lnTo>
                    <a:pt x="4258213" y="497461"/>
                  </a:lnTo>
                  <a:lnTo>
                    <a:pt x="4283320" y="628761"/>
                  </a:lnTo>
                  <a:lnTo>
                    <a:pt x="4308428" y="802595"/>
                  </a:lnTo>
                  <a:lnTo>
                    <a:pt x="4333535" y="896910"/>
                  </a:lnTo>
                  <a:lnTo>
                    <a:pt x="4358642" y="898759"/>
                  </a:lnTo>
                  <a:lnTo>
                    <a:pt x="4383750" y="991224"/>
                  </a:lnTo>
                  <a:lnTo>
                    <a:pt x="4408857" y="956087"/>
                  </a:lnTo>
                  <a:lnTo>
                    <a:pt x="4433965" y="928348"/>
                  </a:lnTo>
                  <a:lnTo>
                    <a:pt x="4459072" y="937594"/>
                  </a:lnTo>
                  <a:lnTo>
                    <a:pt x="4484179" y="965334"/>
                  </a:lnTo>
                  <a:lnTo>
                    <a:pt x="4509287" y="1002320"/>
                  </a:lnTo>
                  <a:lnTo>
                    <a:pt x="4534394" y="1076292"/>
                  </a:lnTo>
                  <a:lnTo>
                    <a:pt x="4559502" y="1100333"/>
                  </a:lnTo>
                  <a:lnTo>
                    <a:pt x="4584609" y="1152113"/>
                  </a:lnTo>
                  <a:lnTo>
                    <a:pt x="4609716" y="1222386"/>
                  </a:lnTo>
                  <a:lnTo>
                    <a:pt x="4634824" y="1211290"/>
                  </a:lnTo>
                  <a:lnTo>
                    <a:pt x="4659931" y="1187250"/>
                  </a:lnTo>
                  <a:lnTo>
                    <a:pt x="4685039" y="1187250"/>
                  </a:lnTo>
                  <a:lnTo>
                    <a:pt x="4710146" y="1194647"/>
                  </a:lnTo>
                  <a:lnTo>
                    <a:pt x="4735253" y="1259372"/>
                  </a:lnTo>
                  <a:lnTo>
                    <a:pt x="4760361" y="1296358"/>
                  </a:lnTo>
                  <a:lnTo>
                    <a:pt x="4785468" y="1405467"/>
                  </a:lnTo>
                  <a:lnTo>
                    <a:pt x="4810576" y="1483137"/>
                  </a:lnTo>
                  <a:lnTo>
                    <a:pt x="4835683" y="1483137"/>
                  </a:lnTo>
                  <a:lnTo>
                    <a:pt x="4860790" y="1483137"/>
                  </a:lnTo>
                  <a:lnTo>
                    <a:pt x="4885898" y="1547732"/>
                  </a:lnTo>
                  <a:lnTo>
                    <a:pt x="4911005" y="1477763"/>
                  </a:lnTo>
                  <a:lnTo>
                    <a:pt x="4936112" y="1394230"/>
                  </a:lnTo>
                  <a:lnTo>
                    <a:pt x="4961220" y="1387494"/>
                  </a:lnTo>
                  <a:lnTo>
                    <a:pt x="4986327" y="1326872"/>
                  </a:lnTo>
                  <a:lnTo>
                    <a:pt x="5011435" y="1305317"/>
                  </a:lnTo>
                  <a:lnTo>
                    <a:pt x="5036542" y="1243348"/>
                  </a:lnTo>
                  <a:lnTo>
                    <a:pt x="5061649" y="1381046"/>
                  </a:lnTo>
                  <a:lnTo>
                    <a:pt x="5086757" y="1336514"/>
                  </a:lnTo>
                  <a:lnTo>
                    <a:pt x="5111864" y="1193376"/>
                  </a:lnTo>
                  <a:lnTo>
                    <a:pt x="5136972" y="1023730"/>
                  </a:lnTo>
                  <a:lnTo>
                    <a:pt x="5162079" y="982976"/>
                  </a:lnTo>
                  <a:lnTo>
                    <a:pt x="5187186" y="842529"/>
                  </a:lnTo>
                  <a:lnTo>
                    <a:pt x="5212294" y="924441"/>
                  </a:lnTo>
                  <a:lnTo>
                    <a:pt x="5237401" y="836401"/>
                  </a:lnTo>
                  <a:lnTo>
                    <a:pt x="5262509" y="838243"/>
                  </a:lnTo>
                  <a:lnTo>
                    <a:pt x="5287616" y="895484"/>
                  </a:lnTo>
                  <a:lnTo>
                    <a:pt x="5312723" y="886133"/>
                  </a:lnTo>
                  <a:lnTo>
                    <a:pt x="5337831" y="889817"/>
                  </a:lnTo>
                  <a:lnTo>
                    <a:pt x="5362938" y="849294"/>
                  </a:lnTo>
                  <a:lnTo>
                    <a:pt x="5388045" y="821666"/>
                  </a:lnTo>
                  <a:lnTo>
                    <a:pt x="5413153" y="839380"/>
                  </a:lnTo>
                  <a:lnTo>
                    <a:pt x="5438260" y="739839"/>
                  </a:lnTo>
                  <a:lnTo>
                    <a:pt x="5463368" y="707262"/>
                  </a:lnTo>
                  <a:lnTo>
                    <a:pt x="5488475" y="779655"/>
                  </a:lnTo>
                  <a:lnTo>
                    <a:pt x="5513582" y="900914"/>
                  </a:lnTo>
                  <a:lnTo>
                    <a:pt x="5538690" y="717092"/>
                  </a:lnTo>
                  <a:lnTo>
                    <a:pt x="5563797" y="844673"/>
                  </a:lnTo>
                  <a:lnTo>
                    <a:pt x="5588905" y="641169"/>
                  </a:lnTo>
                  <a:lnTo>
                    <a:pt x="5614012" y="643864"/>
                  </a:lnTo>
                  <a:lnTo>
                    <a:pt x="5639119" y="571117"/>
                  </a:lnTo>
                  <a:lnTo>
                    <a:pt x="5664227" y="446033"/>
                  </a:lnTo>
                  <a:lnTo>
                    <a:pt x="5689334" y="0"/>
                  </a:lnTo>
                  <a:lnTo>
                    <a:pt x="5689334" y="0"/>
                  </a:lnTo>
                  <a:lnTo>
                    <a:pt x="5714442" y="38835"/>
                  </a:lnTo>
                  <a:lnTo>
                    <a:pt x="5739549" y="192326"/>
                  </a:lnTo>
                  <a:lnTo>
                    <a:pt x="5764656" y="257052"/>
                  </a:lnTo>
                  <a:lnTo>
                    <a:pt x="5789764" y="319929"/>
                  </a:lnTo>
                  <a:lnTo>
                    <a:pt x="5814871" y="504858"/>
                  </a:lnTo>
                  <a:lnTo>
                    <a:pt x="5839979" y="649104"/>
                  </a:lnTo>
                  <a:lnTo>
                    <a:pt x="5865086" y="750815"/>
                  </a:lnTo>
                  <a:lnTo>
                    <a:pt x="5890193" y="1005595"/>
                  </a:lnTo>
                  <a:lnTo>
                    <a:pt x="5915301" y="1050276"/>
                  </a:lnTo>
                  <a:lnTo>
                    <a:pt x="5940408" y="1047453"/>
                  </a:lnTo>
                  <a:lnTo>
                    <a:pt x="5965515" y="1078995"/>
                  </a:lnTo>
                  <a:lnTo>
                    <a:pt x="5990623" y="1107285"/>
                  </a:lnTo>
                  <a:lnTo>
                    <a:pt x="6015730" y="1161172"/>
                  </a:lnTo>
                  <a:lnTo>
                    <a:pt x="6040838" y="1312053"/>
                  </a:lnTo>
                  <a:lnTo>
                    <a:pt x="6065945" y="1351121"/>
                  </a:lnTo>
                  <a:lnTo>
                    <a:pt x="6091052" y="1351121"/>
                  </a:lnTo>
                  <a:lnTo>
                    <a:pt x="6116160" y="1390188"/>
                  </a:lnTo>
                  <a:lnTo>
                    <a:pt x="6141267" y="1437339"/>
                  </a:lnTo>
                  <a:lnTo>
                    <a:pt x="6166375" y="1472365"/>
                  </a:lnTo>
                  <a:lnTo>
                    <a:pt x="6191482" y="1485836"/>
                  </a:lnTo>
                  <a:lnTo>
                    <a:pt x="6216589" y="1485836"/>
                  </a:lnTo>
                  <a:lnTo>
                    <a:pt x="6241697" y="1458893"/>
                  </a:lnTo>
                  <a:lnTo>
                    <a:pt x="6266804" y="1490391"/>
                  </a:lnTo>
                  <a:lnTo>
                    <a:pt x="6291912" y="1477763"/>
                  </a:lnTo>
                  <a:lnTo>
                    <a:pt x="6317019" y="1454260"/>
                  </a:lnTo>
                  <a:lnTo>
                    <a:pt x="6342126" y="1364782"/>
                  </a:lnTo>
                  <a:lnTo>
                    <a:pt x="6367234" y="1464644"/>
                  </a:lnTo>
                  <a:lnTo>
                    <a:pt x="6392341" y="1520123"/>
                  </a:lnTo>
                  <a:lnTo>
                    <a:pt x="6417449" y="1520123"/>
                  </a:lnTo>
                  <a:lnTo>
                    <a:pt x="6442556" y="1520123"/>
                  </a:lnTo>
                  <a:lnTo>
                    <a:pt x="6467663" y="1520123"/>
                  </a:lnTo>
                  <a:lnTo>
                    <a:pt x="6492771" y="1520123"/>
                  </a:lnTo>
                  <a:lnTo>
                    <a:pt x="6517878" y="1484987"/>
                  </a:lnTo>
                  <a:lnTo>
                    <a:pt x="6542985" y="1483137"/>
                  </a:lnTo>
                  <a:lnTo>
                    <a:pt x="6568093" y="1440603"/>
                  </a:lnTo>
                  <a:lnTo>
                    <a:pt x="6593200" y="1409165"/>
                  </a:lnTo>
                  <a:lnTo>
                    <a:pt x="6618308" y="1446151"/>
                  </a:lnTo>
                  <a:lnTo>
                    <a:pt x="6643415" y="1446151"/>
                  </a:lnTo>
                  <a:lnTo>
                    <a:pt x="6668522" y="1486836"/>
                  </a:lnTo>
                  <a:lnTo>
                    <a:pt x="6693630" y="1551561"/>
                  </a:lnTo>
                  <a:lnTo>
                    <a:pt x="6718737" y="1542315"/>
                  </a:lnTo>
                  <a:lnTo>
                    <a:pt x="6743845" y="1520123"/>
                  </a:lnTo>
                  <a:lnTo>
                    <a:pt x="6768952" y="1518274"/>
                  </a:lnTo>
                  <a:lnTo>
                    <a:pt x="6794059" y="1483137"/>
                  </a:lnTo>
                  <a:lnTo>
                    <a:pt x="6819167" y="1483137"/>
                  </a:lnTo>
                  <a:lnTo>
                    <a:pt x="6844274" y="1418412"/>
                  </a:lnTo>
                  <a:lnTo>
                    <a:pt x="6869382" y="1409165"/>
                  </a:lnTo>
                  <a:lnTo>
                    <a:pt x="6894489" y="1423960"/>
                  </a:lnTo>
                  <a:lnTo>
                    <a:pt x="6919596" y="1409165"/>
                  </a:lnTo>
                  <a:lnTo>
                    <a:pt x="6944704" y="1451699"/>
                  </a:lnTo>
                  <a:lnTo>
                    <a:pt x="6969811" y="1455398"/>
                  </a:lnTo>
                  <a:lnTo>
                    <a:pt x="6994918" y="1405467"/>
                  </a:lnTo>
                  <a:lnTo>
                    <a:pt x="7020026" y="1372179"/>
                  </a:lnTo>
                  <a:lnTo>
                    <a:pt x="7045133" y="1372179"/>
                  </a:lnTo>
                  <a:lnTo>
                    <a:pt x="7070241" y="1372179"/>
                  </a:lnTo>
                  <a:lnTo>
                    <a:pt x="7095348" y="1386974"/>
                  </a:lnTo>
                  <a:lnTo>
                    <a:pt x="7120455" y="1409165"/>
                  </a:lnTo>
                  <a:lnTo>
                    <a:pt x="7145563" y="1411015"/>
                  </a:lnTo>
                  <a:lnTo>
                    <a:pt x="7170670" y="1398070"/>
                  </a:lnTo>
                  <a:lnTo>
                    <a:pt x="7195778" y="1372179"/>
                  </a:lnTo>
                  <a:lnTo>
                    <a:pt x="7220885" y="1423960"/>
                  </a:lnTo>
                  <a:lnTo>
                    <a:pt x="7245992" y="1409165"/>
                  </a:lnTo>
                  <a:lnTo>
                    <a:pt x="7271100" y="1429508"/>
                  </a:lnTo>
                  <a:lnTo>
                    <a:pt x="7296207" y="1446151"/>
                  </a:lnTo>
                  <a:lnTo>
                    <a:pt x="7321315" y="1446151"/>
                  </a:lnTo>
                  <a:lnTo>
                    <a:pt x="7346422" y="1473891"/>
                  </a:lnTo>
                  <a:lnTo>
                    <a:pt x="7371529" y="1523822"/>
                  </a:lnTo>
                  <a:lnTo>
                    <a:pt x="7396637" y="1518274"/>
                  </a:lnTo>
                  <a:lnTo>
                    <a:pt x="7421744" y="1472041"/>
                  </a:lnTo>
                  <a:lnTo>
                    <a:pt x="7446852" y="1446151"/>
                  </a:lnTo>
                  <a:lnTo>
                    <a:pt x="7471959" y="1446151"/>
                  </a:lnTo>
                  <a:lnTo>
                    <a:pt x="7497066" y="1446151"/>
                  </a:lnTo>
                  <a:lnTo>
                    <a:pt x="7522174" y="1446151"/>
                  </a:lnTo>
                  <a:lnTo>
                    <a:pt x="7547281" y="1494233"/>
                  </a:lnTo>
                  <a:lnTo>
                    <a:pt x="7572388" y="1503480"/>
                  </a:lnTo>
                  <a:lnTo>
                    <a:pt x="7597496" y="1496082"/>
                  </a:lnTo>
                  <a:lnTo>
                    <a:pt x="7622603" y="1499781"/>
                  </a:lnTo>
                  <a:lnTo>
                    <a:pt x="7647711" y="1470192"/>
                  </a:lnTo>
                  <a:lnTo>
                    <a:pt x="7672818" y="1416563"/>
                  </a:lnTo>
                  <a:lnTo>
                    <a:pt x="7697925" y="1399919"/>
                  </a:lnTo>
                  <a:lnTo>
                    <a:pt x="7723033" y="1335193"/>
                  </a:lnTo>
                  <a:lnTo>
                    <a:pt x="7748140" y="1335193"/>
                  </a:lnTo>
                  <a:lnTo>
                    <a:pt x="7773248" y="1349988"/>
                  </a:lnTo>
                  <a:lnTo>
                    <a:pt x="7798355" y="1383275"/>
                  </a:lnTo>
                  <a:lnTo>
                    <a:pt x="7823462" y="1409165"/>
                  </a:lnTo>
                  <a:lnTo>
                    <a:pt x="7848570" y="1398070"/>
                  </a:lnTo>
                  <a:lnTo>
                    <a:pt x="7873677" y="1335193"/>
                  </a:lnTo>
                  <a:lnTo>
                    <a:pt x="7898785" y="1314851"/>
                  </a:lnTo>
                  <a:lnTo>
                    <a:pt x="7923892" y="1264920"/>
                  </a:lnTo>
                  <a:lnTo>
                    <a:pt x="7948999" y="1224235"/>
                  </a:lnTo>
                  <a:lnTo>
                    <a:pt x="7974107" y="1348783"/>
                  </a:lnTo>
                  <a:lnTo>
                    <a:pt x="7999214" y="1377831"/>
                  </a:lnTo>
                  <a:lnTo>
                    <a:pt x="8024321" y="1394230"/>
                  </a:lnTo>
                  <a:lnTo>
                    <a:pt x="8049429" y="1426561"/>
                  </a:lnTo>
                  <a:lnTo>
                    <a:pt x="8074536" y="1438686"/>
                  </a:lnTo>
                  <a:lnTo>
                    <a:pt x="8099644" y="1485836"/>
                  </a:lnTo>
                  <a:lnTo>
                    <a:pt x="8124751" y="1485836"/>
                  </a:lnTo>
                  <a:lnTo>
                    <a:pt x="8149858" y="1503349"/>
                  </a:lnTo>
                  <a:lnTo>
                    <a:pt x="8174966" y="1493919"/>
                  </a:lnTo>
                  <a:lnTo>
                    <a:pt x="8200073" y="1477753"/>
                  </a:lnTo>
                  <a:lnTo>
                    <a:pt x="8225181" y="1466976"/>
                  </a:lnTo>
                  <a:lnTo>
                    <a:pt x="8250288" y="1512779"/>
                  </a:lnTo>
                  <a:lnTo>
                    <a:pt x="8275395" y="1527598"/>
                  </a:lnTo>
                  <a:lnTo>
                    <a:pt x="8300503" y="1563971"/>
                  </a:lnTo>
                  <a:lnTo>
                    <a:pt x="8325610" y="1605733"/>
                  </a:lnTo>
                  <a:lnTo>
                    <a:pt x="8350718" y="1640153"/>
                  </a:lnTo>
                  <a:lnTo>
                    <a:pt x="8375825" y="1633625"/>
                  </a:lnTo>
                  <a:lnTo>
                    <a:pt x="8375825" y="1633625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22670" y="2355589"/>
              <a:ext cx="8375825" cy="1668810"/>
            </a:xfrm>
            <a:custGeom>
              <a:avLst/>
              <a:pathLst>
                <a:path w="8375825" h="1668810">
                  <a:moveTo>
                    <a:pt x="0" y="1557109"/>
                  </a:moveTo>
                  <a:lnTo>
                    <a:pt x="15064" y="1557109"/>
                  </a:lnTo>
                  <a:lnTo>
                    <a:pt x="40171" y="1531219"/>
                  </a:lnTo>
                  <a:lnTo>
                    <a:pt x="65279" y="1455398"/>
                  </a:lnTo>
                  <a:lnTo>
                    <a:pt x="90386" y="1411015"/>
                  </a:lnTo>
                  <a:lnTo>
                    <a:pt x="115493" y="1313002"/>
                  </a:lnTo>
                  <a:lnTo>
                    <a:pt x="140601" y="1261221"/>
                  </a:lnTo>
                  <a:lnTo>
                    <a:pt x="165708" y="1261221"/>
                  </a:lnTo>
                  <a:lnTo>
                    <a:pt x="190816" y="1261221"/>
                  </a:lnTo>
                  <a:lnTo>
                    <a:pt x="215923" y="1261221"/>
                  </a:lnTo>
                  <a:lnTo>
                    <a:pt x="241030" y="1261221"/>
                  </a:lnTo>
                  <a:lnTo>
                    <a:pt x="266138" y="1281564"/>
                  </a:lnTo>
                  <a:lnTo>
                    <a:pt x="291245" y="1242728"/>
                  </a:lnTo>
                  <a:lnTo>
                    <a:pt x="316353" y="1165058"/>
                  </a:lnTo>
                  <a:lnTo>
                    <a:pt x="341460" y="1163209"/>
                  </a:lnTo>
                  <a:lnTo>
                    <a:pt x="366567" y="1187249"/>
                  </a:lnTo>
                  <a:lnTo>
                    <a:pt x="391675" y="1187249"/>
                  </a:lnTo>
                  <a:lnTo>
                    <a:pt x="416782" y="1187250"/>
                  </a:lnTo>
                  <a:lnTo>
                    <a:pt x="441890" y="1251975"/>
                  </a:lnTo>
                  <a:lnTo>
                    <a:pt x="466997" y="1266769"/>
                  </a:lnTo>
                  <a:lnTo>
                    <a:pt x="492104" y="1357385"/>
                  </a:lnTo>
                  <a:lnTo>
                    <a:pt x="517212" y="1409165"/>
                  </a:lnTo>
                  <a:lnTo>
                    <a:pt x="542319" y="1409165"/>
                  </a:lnTo>
                  <a:lnTo>
                    <a:pt x="567427" y="1468417"/>
                  </a:lnTo>
                  <a:lnTo>
                    <a:pt x="592534" y="1465272"/>
                  </a:lnTo>
                  <a:lnTo>
                    <a:pt x="617641" y="1445690"/>
                  </a:lnTo>
                  <a:lnTo>
                    <a:pt x="642749" y="1458893"/>
                  </a:lnTo>
                  <a:lnTo>
                    <a:pt x="667856" y="1499308"/>
                  </a:lnTo>
                  <a:lnTo>
                    <a:pt x="692963" y="1555888"/>
                  </a:lnTo>
                  <a:lnTo>
                    <a:pt x="718071" y="1566666"/>
                  </a:lnTo>
                  <a:lnTo>
                    <a:pt x="743178" y="1566666"/>
                  </a:lnTo>
                  <a:lnTo>
                    <a:pt x="768286" y="1566666"/>
                  </a:lnTo>
                  <a:lnTo>
                    <a:pt x="793393" y="1585526"/>
                  </a:lnTo>
                  <a:lnTo>
                    <a:pt x="818500" y="1593609"/>
                  </a:lnTo>
                  <a:lnTo>
                    <a:pt x="843608" y="1615163"/>
                  </a:lnTo>
                  <a:lnTo>
                    <a:pt x="868715" y="1620552"/>
                  </a:lnTo>
                  <a:lnTo>
                    <a:pt x="893823" y="1594956"/>
                  </a:lnTo>
                  <a:lnTo>
                    <a:pt x="918930" y="1586873"/>
                  </a:lnTo>
                  <a:lnTo>
                    <a:pt x="944037" y="1606842"/>
                  </a:lnTo>
                  <a:lnTo>
                    <a:pt x="969145" y="1604066"/>
                  </a:lnTo>
                  <a:lnTo>
                    <a:pt x="994252" y="1599501"/>
                  </a:lnTo>
                  <a:lnTo>
                    <a:pt x="1019360" y="1460946"/>
                  </a:lnTo>
                  <a:lnTo>
                    <a:pt x="1044467" y="1440603"/>
                  </a:lnTo>
                  <a:lnTo>
                    <a:pt x="1069574" y="1405467"/>
                  </a:lnTo>
                  <a:lnTo>
                    <a:pt x="1094682" y="1372179"/>
                  </a:lnTo>
                  <a:lnTo>
                    <a:pt x="1119789" y="1348139"/>
                  </a:lnTo>
                  <a:lnTo>
                    <a:pt x="1144897" y="1298207"/>
                  </a:lnTo>
                  <a:lnTo>
                    <a:pt x="1170004" y="1388458"/>
                  </a:lnTo>
                  <a:lnTo>
                    <a:pt x="1195111" y="1325089"/>
                  </a:lnTo>
                  <a:lnTo>
                    <a:pt x="1220219" y="1232097"/>
                  </a:lnTo>
                  <a:lnTo>
                    <a:pt x="1245326" y="1161172"/>
                  </a:lnTo>
                  <a:lnTo>
                    <a:pt x="1270433" y="1130187"/>
                  </a:lnTo>
                  <a:lnTo>
                    <a:pt x="1295541" y="1088425"/>
                  </a:lnTo>
                  <a:lnTo>
                    <a:pt x="1320648" y="1080342"/>
                  </a:lnTo>
                  <a:lnTo>
                    <a:pt x="1345756" y="1058788"/>
                  </a:lnTo>
                  <a:lnTo>
                    <a:pt x="1370863" y="1077648"/>
                  </a:lnTo>
                  <a:lnTo>
                    <a:pt x="1395970" y="1109980"/>
                  </a:lnTo>
                  <a:lnTo>
                    <a:pt x="1421078" y="1091120"/>
                  </a:lnTo>
                  <a:lnTo>
                    <a:pt x="1446185" y="1111327"/>
                  </a:lnTo>
                  <a:lnTo>
                    <a:pt x="1471293" y="1135576"/>
                  </a:lnTo>
                  <a:lnTo>
                    <a:pt x="1496400" y="1153089"/>
                  </a:lnTo>
                  <a:lnTo>
                    <a:pt x="1521507" y="1134229"/>
                  </a:lnTo>
                  <a:lnTo>
                    <a:pt x="1546615" y="1117889"/>
                  </a:lnTo>
                  <a:lnTo>
                    <a:pt x="1571722" y="1166863"/>
                  </a:lnTo>
                  <a:lnTo>
                    <a:pt x="1596830" y="1207787"/>
                  </a:lnTo>
                  <a:lnTo>
                    <a:pt x="1621937" y="1115127"/>
                  </a:lnTo>
                  <a:lnTo>
                    <a:pt x="1647044" y="1192797"/>
                  </a:lnTo>
                  <a:lnTo>
                    <a:pt x="1672152" y="1261221"/>
                  </a:lnTo>
                  <a:lnTo>
                    <a:pt x="1697259" y="1300057"/>
                  </a:lnTo>
                  <a:lnTo>
                    <a:pt x="1722366" y="1351837"/>
                  </a:lnTo>
                  <a:lnTo>
                    <a:pt x="1747474" y="1372179"/>
                  </a:lnTo>
                  <a:lnTo>
                    <a:pt x="1772581" y="1392522"/>
                  </a:lnTo>
                  <a:lnTo>
                    <a:pt x="1797689" y="1438754"/>
                  </a:lnTo>
                  <a:lnTo>
                    <a:pt x="1822796" y="1429508"/>
                  </a:lnTo>
                  <a:lnTo>
                    <a:pt x="1847903" y="1409165"/>
                  </a:lnTo>
                  <a:lnTo>
                    <a:pt x="1873011" y="1409165"/>
                  </a:lnTo>
                  <a:lnTo>
                    <a:pt x="1898118" y="1459096"/>
                  </a:lnTo>
                  <a:lnTo>
                    <a:pt x="1923226" y="1510877"/>
                  </a:lnTo>
                  <a:lnTo>
                    <a:pt x="1948333" y="1497932"/>
                  </a:lnTo>
                  <a:lnTo>
                    <a:pt x="1973440" y="1514575"/>
                  </a:lnTo>
                  <a:lnTo>
                    <a:pt x="1998548" y="1520123"/>
                  </a:lnTo>
                  <a:lnTo>
                    <a:pt x="2023655" y="1481288"/>
                  </a:lnTo>
                  <a:lnTo>
                    <a:pt x="2048763" y="1446151"/>
                  </a:lnTo>
                  <a:lnTo>
                    <a:pt x="2073870" y="1427658"/>
                  </a:lnTo>
                  <a:lnTo>
                    <a:pt x="2098977" y="1377727"/>
                  </a:lnTo>
                  <a:lnTo>
                    <a:pt x="2124085" y="1335193"/>
                  </a:lnTo>
                  <a:lnTo>
                    <a:pt x="2149192" y="1335193"/>
                  </a:lnTo>
                  <a:lnTo>
                    <a:pt x="2174300" y="1335193"/>
                  </a:lnTo>
                  <a:lnTo>
                    <a:pt x="2199407" y="1338892"/>
                  </a:lnTo>
                  <a:lnTo>
                    <a:pt x="2224514" y="1335193"/>
                  </a:lnTo>
                  <a:lnTo>
                    <a:pt x="2249622" y="1335193"/>
                  </a:lnTo>
                  <a:lnTo>
                    <a:pt x="2274729" y="1353686"/>
                  </a:lnTo>
                  <a:lnTo>
                    <a:pt x="2299836" y="1268619"/>
                  </a:lnTo>
                  <a:lnTo>
                    <a:pt x="2324944" y="1261221"/>
                  </a:lnTo>
                  <a:lnTo>
                    <a:pt x="2350051" y="1290810"/>
                  </a:lnTo>
                  <a:lnTo>
                    <a:pt x="2375159" y="1276016"/>
                  </a:lnTo>
                  <a:lnTo>
                    <a:pt x="2400266" y="1300057"/>
                  </a:lnTo>
                  <a:lnTo>
                    <a:pt x="2425373" y="1335193"/>
                  </a:lnTo>
                  <a:lnTo>
                    <a:pt x="2450481" y="1353686"/>
                  </a:lnTo>
                  <a:lnTo>
                    <a:pt x="2475588" y="1403617"/>
                  </a:lnTo>
                  <a:lnTo>
                    <a:pt x="2500696" y="1418412"/>
                  </a:lnTo>
                  <a:lnTo>
                    <a:pt x="2525803" y="1409165"/>
                  </a:lnTo>
                  <a:lnTo>
                    <a:pt x="2550910" y="1409165"/>
                  </a:lnTo>
                  <a:lnTo>
                    <a:pt x="2576018" y="1422110"/>
                  </a:lnTo>
                  <a:lnTo>
                    <a:pt x="2601125" y="1425809"/>
                  </a:lnTo>
                  <a:lnTo>
                    <a:pt x="2626233" y="1372179"/>
                  </a:lnTo>
                  <a:lnTo>
                    <a:pt x="2651340" y="1379577"/>
                  </a:lnTo>
                  <a:lnTo>
                    <a:pt x="2676447" y="1438754"/>
                  </a:lnTo>
                  <a:lnTo>
                    <a:pt x="2701555" y="1346289"/>
                  </a:lnTo>
                  <a:lnTo>
                    <a:pt x="2726662" y="1240879"/>
                  </a:lnTo>
                  <a:lnTo>
                    <a:pt x="2751769" y="1196496"/>
                  </a:lnTo>
                  <a:lnTo>
                    <a:pt x="2776877" y="1052251"/>
                  </a:lnTo>
                  <a:lnTo>
                    <a:pt x="2801984" y="837732"/>
                  </a:lnTo>
                  <a:lnTo>
                    <a:pt x="2827092" y="654651"/>
                  </a:lnTo>
                  <a:lnTo>
                    <a:pt x="2852199" y="894867"/>
                  </a:lnTo>
                  <a:lnTo>
                    <a:pt x="2877306" y="932301"/>
                  </a:lnTo>
                  <a:lnTo>
                    <a:pt x="2902414" y="878171"/>
                  </a:lnTo>
                  <a:lnTo>
                    <a:pt x="2927521" y="798216"/>
                  </a:lnTo>
                  <a:lnTo>
                    <a:pt x="2952629" y="880412"/>
                  </a:lnTo>
                  <a:lnTo>
                    <a:pt x="2977736" y="856205"/>
                  </a:lnTo>
                  <a:lnTo>
                    <a:pt x="3002843" y="796428"/>
                  </a:lnTo>
                  <a:lnTo>
                    <a:pt x="3027951" y="714947"/>
                  </a:lnTo>
                  <a:lnTo>
                    <a:pt x="3053058" y="664558"/>
                  </a:lnTo>
                  <a:lnTo>
                    <a:pt x="3078166" y="683856"/>
                  </a:lnTo>
                  <a:lnTo>
                    <a:pt x="3103273" y="667775"/>
                  </a:lnTo>
                  <a:lnTo>
                    <a:pt x="3128380" y="660270"/>
                  </a:lnTo>
                  <a:lnTo>
                    <a:pt x="3153488" y="683856"/>
                  </a:lnTo>
                  <a:lnTo>
                    <a:pt x="3178595" y="806077"/>
                  </a:lnTo>
                  <a:lnTo>
                    <a:pt x="3203703" y="855394"/>
                  </a:lnTo>
                  <a:lnTo>
                    <a:pt x="3228810" y="776058"/>
                  </a:lnTo>
                  <a:lnTo>
                    <a:pt x="3253917" y="751399"/>
                  </a:lnTo>
                  <a:lnTo>
                    <a:pt x="3279025" y="957018"/>
                  </a:lnTo>
                  <a:lnTo>
                    <a:pt x="3304132" y="802861"/>
                  </a:lnTo>
                  <a:lnTo>
                    <a:pt x="3329239" y="873170"/>
                  </a:lnTo>
                  <a:lnTo>
                    <a:pt x="3354347" y="880412"/>
                  </a:lnTo>
                  <a:lnTo>
                    <a:pt x="3379454" y="719305"/>
                  </a:lnTo>
                  <a:lnTo>
                    <a:pt x="3404562" y="735470"/>
                  </a:lnTo>
                  <a:lnTo>
                    <a:pt x="3429669" y="769149"/>
                  </a:lnTo>
                  <a:lnTo>
                    <a:pt x="3454776" y="827077"/>
                  </a:lnTo>
                  <a:lnTo>
                    <a:pt x="3479884" y="813606"/>
                  </a:lnTo>
                  <a:lnTo>
                    <a:pt x="3504991" y="801481"/>
                  </a:lnTo>
                  <a:lnTo>
                    <a:pt x="3530099" y="863450"/>
                  </a:lnTo>
                  <a:lnTo>
                    <a:pt x="3555206" y="835160"/>
                  </a:lnTo>
                  <a:lnTo>
                    <a:pt x="3580313" y="863450"/>
                  </a:lnTo>
                  <a:lnTo>
                    <a:pt x="3605421" y="951015"/>
                  </a:lnTo>
                  <a:lnTo>
                    <a:pt x="3630528" y="878171"/>
                  </a:lnTo>
                  <a:lnTo>
                    <a:pt x="3655636" y="425339"/>
                  </a:lnTo>
                  <a:lnTo>
                    <a:pt x="3680743" y="438284"/>
                  </a:lnTo>
                  <a:lnTo>
                    <a:pt x="3705850" y="453078"/>
                  </a:lnTo>
                  <a:lnTo>
                    <a:pt x="3730958" y="453078"/>
                  </a:lnTo>
                  <a:lnTo>
                    <a:pt x="3756065" y="429037"/>
                  </a:lnTo>
                  <a:lnTo>
                    <a:pt x="3781173" y="508557"/>
                  </a:lnTo>
                  <a:lnTo>
                    <a:pt x="3806280" y="562187"/>
                  </a:lnTo>
                  <a:lnTo>
                    <a:pt x="3831387" y="573282"/>
                  </a:lnTo>
                  <a:lnTo>
                    <a:pt x="3856495" y="687939"/>
                  </a:lnTo>
                  <a:lnTo>
                    <a:pt x="3881602" y="734171"/>
                  </a:lnTo>
                  <a:lnTo>
                    <a:pt x="3906709" y="636158"/>
                  </a:lnTo>
                  <a:lnTo>
                    <a:pt x="3931817" y="504858"/>
                  </a:lnTo>
                  <a:lnTo>
                    <a:pt x="3956924" y="462324"/>
                  </a:lnTo>
                  <a:lnTo>
                    <a:pt x="3982032" y="456776"/>
                  </a:lnTo>
                  <a:lnTo>
                    <a:pt x="4007139" y="453078"/>
                  </a:lnTo>
                  <a:lnTo>
                    <a:pt x="4032246" y="519653"/>
                  </a:lnTo>
                  <a:lnTo>
                    <a:pt x="4057354" y="567735"/>
                  </a:lnTo>
                  <a:lnTo>
                    <a:pt x="4082461" y="647254"/>
                  </a:lnTo>
                  <a:lnTo>
                    <a:pt x="4107569" y="669446"/>
                  </a:lnTo>
                  <a:lnTo>
                    <a:pt x="4132676" y="704582"/>
                  </a:lnTo>
                  <a:lnTo>
                    <a:pt x="4157783" y="652802"/>
                  </a:lnTo>
                  <a:lnTo>
                    <a:pt x="4182891" y="641706"/>
                  </a:lnTo>
                  <a:lnTo>
                    <a:pt x="4207998" y="556638"/>
                  </a:lnTo>
                  <a:lnTo>
                    <a:pt x="4233106" y="480817"/>
                  </a:lnTo>
                  <a:lnTo>
                    <a:pt x="4258213" y="497461"/>
                  </a:lnTo>
                  <a:lnTo>
                    <a:pt x="4283320" y="628761"/>
                  </a:lnTo>
                  <a:lnTo>
                    <a:pt x="4308428" y="802595"/>
                  </a:lnTo>
                  <a:lnTo>
                    <a:pt x="4333535" y="896910"/>
                  </a:lnTo>
                  <a:lnTo>
                    <a:pt x="4358642" y="898759"/>
                  </a:lnTo>
                  <a:lnTo>
                    <a:pt x="4383750" y="991224"/>
                  </a:lnTo>
                  <a:lnTo>
                    <a:pt x="4408857" y="956087"/>
                  </a:lnTo>
                  <a:lnTo>
                    <a:pt x="4433965" y="928348"/>
                  </a:lnTo>
                  <a:lnTo>
                    <a:pt x="4459072" y="937594"/>
                  </a:lnTo>
                  <a:lnTo>
                    <a:pt x="4484179" y="965334"/>
                  </a:lnTo>
                  <a:lnTo>
                    <a:pt x="4509287" y="1002320"/>
                  </a:lnTo>
                  <a:lnTo>
                    <a:pt x="4534394" y="1076292"/>
                  </a:lnTo>
                  <a:lnTo>
                    <a:pt x="4559502" y="1100333"/>
                  </a:lnTo>
                  <a:lnTo>
                    <a:pt x="4584609" y="1152113"/>
                  </a:lnTo>
                  <a:lnTo>
                    <a:pt x="4609716" y="1222386"/>
                  </a:lnTo>
                  <a:lnTo>
                    <a:pt x="4634824" y="1211290"/>
                  </a:lnTo>
                  <a:lnTo>
                    <a:pt x="4659931" y="1187250"/>
                  </a:lnTo>
                  <a:lnTo>
                    <a:pt x="4685039" y="1187250"/>
                  </a:lnTo>
                  <a:lnTo>
                    <a:pt x="4710146" y="1194647"/>
                  </a:lnTo>
                  <a:lnTo>
                    <a:pt x="4735253" y="1259372"/>
                  </a:lnTo>
                  <a:lnTo>
                    <a:pt x="4760361" y="1296358"/>
                  </a:lnTo>
                  <a:lnTo>
                    <a:pt x="4785468" y="1405467"/>
                  </a:lnTo>
                  <a:lnTo>
                    <a:pt x="4810576" y="1483137"/>
                  </a:lnTo>
                  <a:lnTo>
                    <a:pt x="4835683" y="1483137"/>
                  </a:lnTo>
                  <a:lnTo>
                    <a:pt x="4860790" y="1483137"/>
                  </a:lnTo>
                  <a:lnTo>
                    <a:pt x="4885898" y="1547732"/>
                  </a:lnTo>
                  <a:lnTo>
                    <a:pt x="4911005" y="1477763"/>
                  </a:lnTo>
                  <a:lnTo>
                    <a:pt x="4936112" y="1394230"/>
                  </a:lnTo>
                  <a:lnTo>
                    <a:pt x="4961220" y="1387494"/>
                  </a:lnTo>
                  <a:lnTo>
                    <a:pt x="4986327" y="1326872"/>
                  </a:lnTo>
                  <a:lnTo>
                    <a:pt x="5011435" y="1305317"/>
                  </a:lnTo>
                  <a:lnTo>
                    <a:pt x="5036542" y="1243348"/>
                  </a:lnTo>
                  <a:lnTo>
                    <a:pt x="5061649" y="1381046"/>
                  </a:lnTo>
                  <a:lnTo>
                    <a:pt x="5086757" y="1336514"/>
                  </a:lnTo>
                  <a:lnTo>
                    <a:pt x="5111864" y="1193376"/>
                  </a:lnTo>
                  <a:lnTo>
                    <a:pt x="5136972" y="1023730"/>
                  </a:lnTo>
                  <a:lnTo>
                    <a:pt x="5162079" y="982976"/>
                  </a:lnTo>
                  <a:lnTo>
                    <a:pt x="5187186" y="842529"/>
                  </a:lnTo>
                  <a:lnTo>
                    <a:pt x="5212294" y="924441"/>
                  </a:lnTo>
                  <a:lnTo>
                    <a:pt x="5237401" y="836401"/>
                  </a:lnTo>
                  <a:lnTo>
                    <a:pt x="5262509" y="838243"/>
                  </a:lnTo>
                  <a:lnTo>
                    <a:pt x="5287616" y="895484"/>
                  </a:lnTo>
                  <a:lnTo>
                    <a:pt x="5312723" y="886133"/>
                  </a:lnTo>
                  <a:lnTo>
                    <a:pt x="5337831" y="889817"/>
                  </a:lnTo>
                  <a:lnTo>
                    <a:pt x="5362938" y="849294"/>
                  </a:lnTo>
                  <a:lnTo>
                    <a:pt x="5388045" y="821666"/>
                  </a:lnTo>
                  <a:lnTo>
                    <a:pt x="5413153" y="839380"/>
                  </a:lnTo>
                  <a:lnTo>
                    <a:pt x="5438260" y="739839"/>
                  </a:lnTo>
                  <a:lnTo>
                    <a:pt x="5463368" y="707262"/>
                  </a:lnTo>
                  <a:lnTo>
                    <a:pt x="5488475" y="779655"/>
                  </a:lnTo>
                  <a:lnTo>
                    <a:pt x="5513582" y="900914"/>
                  </a:lnTo>
                  <a:lnTo>
                    <a:pt x="5538690" y="717092"/>
                  </a:lnTo>
                  <a:lnTo>
                    <a:pt x="5563797" y="844673"/>
                  </a:lnTo>
                  <a:lnTo>
                    <a:pt x="5588905" y="641169"/>
                  </a:lnTo>
                  <a:lnTo>
                    <a:pt x="5614012" y="643864"/>
                  </a:lnTo>
                  <a:lnTo>
                    <a:pt x="5639119" y="571117"/>
                  </a:lnTo>
                  <a:lnTo>
                    <a:pt x="5664227" y="446033"/>
                  </a:lnTo>
                  <a:lnTo>
                    <a:pt x="5689334" y="0"/>
                  </a:lnTo>
                  <a:lnTo>
                    <a:pt x="5714442" y="38835"/>
                  </a:lnTo>
                  <a:lnTo>
                    <a:pt x="5739549" y="192326"/>
                  </a:lnTo>
                  <a:lnTo>
                    <a:pt x="5764656" y="257052"/>
                  </a:lnTo>
                  <a:lnTo>
                    <a:pt x="5789764" y="319929"/>
                  </a:lnTo>
                  <a:lnTo>
                    <a:pt x="5814871" y="504858"/>
                  </a:lnTo>
                  <a:lnTo>
                    <a:pt x="5839979" y="649104"/>
                  </a:lnTo>
                  <a:lnTo>
                    <a:pt x="5865086" y="750815"/>
                  </a:lnTo>
                  <a:lnTo>
                    <a:pt x="5890193" y="1005595"/>
                  </a:lnTo>
                  <a:lnTo>
                    <a:pt x="5915301" y="1050276"/>
                  </a:lnTo>
                  <a:lnTo>
                    <a:pt x="5940408" y="1047453"/>
                  </a:lnTo>
                  <a:lnTo>
                    <a:pt x="5965515" y="1078995"/>
                  </a:lnTo>
                  <a:lnTo>
                    <a:pt x="5990623" y="1107285"/>
                  </a:lnTo>
                  <a:lnTo>
                    <a:pt x="6015730" y="1161172"/>
                  </a:lnTo>
                  <a:lnTo>
                    <a:pt x="6040838" y="1312053"/>
                  </a:lnTo>
                  <a:lnTo>
                    <a:pt x="6065945" y="1351121"/>
                  </a:lnTo>
                  <a:lnTo>
                    <a:pt x="6091052" y="1351121"/>
                  </a:lnTo>
                  <a:lnTo>
                    <a:pt x="6116160" y="1390188"/>
                  </a:lnTo>
                  <a:lnTo>
                    <a:pt x="6141267" y="1437339"/>
                  </a:lnTo>
                  <a:lnTo>
                    <a:pt x="6166375" y="1472365"/>
                  </a:lnTo>
                  <a:lnTo>
                    <a:pt x="6191482" y="1485836"/>
                  </a:lnTo>
                  <a:lnTo>
                    <a:pt x="6216589" y="1485836"/>
                  </a:lnTo>
                  <a:lnTo>
                    <a:pt x="6241697" y="1458893"/>
                  </a:lnTo>
                  <a:lnTo>
                    <a:pt x="6266804" y="1490391"/>
                  </a:lnTo>
                  <a:lnTo>
                    <a:pt x="6291912" y="1477763"/>
                  </a:lnTo>
                  <a:lnTo>
                    <a:pt x="6317019" y="1454260"/>
                  </a:lnTo>
                  <a:lnTo>
                    <a:pt x="6342126" y="1364782"/>
                  </a:lnTo>
                  <a:lnTo>
                    <a:pt x="6367234" y="1464644"/>
                  </a:lnTo>
                  <a:lnTo>
                    <a:pt x="6392341" y="1520123"/>
                  </a:lnTo>
                  <a:lnTo>
                    <a:pt x="6417449" y="1520123"/>
                  </a:lnTo>
                  <a:lnTo>
                    <a:pt x="6442556" y="1520123"/>
                  </a:lnTo>
                  <a:lnTo>
                    <a:pt x="6467663" y="1520123"/>
                  </a:lnTo>
                  <a:lnTo>
                    <a:pt x="6492771" y="1520123"/>
                  </a:lnTo>
                  <a:lnTo>
                    <a:pt x="6517878" y="1484987"/>
                  </a:lnTo>
                  <a:lnTo>
                    <a:pt x="6542985" y="1483137"/>
                  </a:lnTo>
                  <a:lnTo>
                    <a:pt x="6568093" y="1440603"/>
                  </a:lnTo>
                  <a:lnTo>
                    <a:pt x="6593200" y="1409165"/>
                  </a:lnTo>
                  <a:lnTo>
                    <a:pt x="6618308" y="1446151"/>
                  </a:lnTo>
                  <a:lnTo>
                    <a:pt x="6643415" y="1446151"/>
                  </a:lnTo>
                  <a:lnTo>
                    <a:pt x="6668522" y="1486836"/>
                  </a:lnTo>
                  <a:lnTo>
                    <a:pt x="6693630" y="1551561"/>
                  </a:lnTo>
                  <a:lnTo>
                    <a:pt x="6718737" y="1542315"/>
                  </a:lnTo>
                  <a:lnTo>
                    <a:pt x="6743845" y="1520123"/>
                  </a:lnTo>
                  <a:lnTo>
                    <a:pt x="6768952" y="1518274"/>
                  </a:lnTo>
                  <a:lnTo>
                    <a:pt x="6794059" y="1483137"/>
                  </a:lnTo>
                  <a:lnTo>
                    <a:pt x="6819167" y="1483137"/>
                  </a:lnTo>
                  <a:lnTo>
                    <a:pt x="6844274" y="1418412"/>
                  </a:lnTo>
                  <a:lnTo>
                    <a:pt x="6869382" y="1409165"/>
                  </a:lnTo>
                  <a:lnTo>
                    <a:pt x="6894489" y="1423960"/>
                  </a:lnTo>
                  <a:lnTo>
                    <a:pt x="6919596" y="1409165"/>
                  </a:lnTo>
                  <a:lnTo>
                    <a:pt x="6944704" y="1451699"/>
                  </a:lnTo>
                  <a:lnTo>
                    <a:pt x="6969811" y="1455398"/>
                  </a:lnTo>
                  <a:lnTo>
                    <a:pt x="6994918" y="1405467"/>
                  </a:lnTo>
                  <a:lnTo>
                    <a:pt x="7020026" y="1372179"/>
                  </a:lnTo>
                  <a:lnTo>
                    <a:pt x="7045133" y="1372179"/>
                  </a:lnTo>
                  <a:lnTo>
                    <a:pt x="7070241" y="1372179"/>
                  </a:lnTo>
                  <a:lnTo>
                    <a:pt x="7095348" y="1386974"/>
                  </a:lnTo>
                  <a:lnTo>
                    <a:pt x="7120455" y="1409165"/>
                  </a:lnTo>
                  <a:lnTo>
                    <a:pt x="7145563" y="1411015"/>
                  </a:lnTo>
                  <a:lnTo>
                    <a:pt x="7170670" y="1398070"/>
                  </a:lnTo>
                  <a:lnTo>
                    <a:pt x="7195778" y="1372179"/>
                  </a:lnTo>
                  <a:lnTo>
                    <a:pt x="7220885" y="1423960"/>
                  </a:lnTo>
                  <a:lnTo>
                    <a:pt x="7245992" y="1409165"/>
                  </a:lnTo>
                  <a:lnTo>
                    <a:pt x="7271100" y="1429508"/>
                  </a:lnTo>
                  <a:lnTo>
                    <a:pt x="7296207" y="1446151"/>
                  </a:lnTo>
                  <a:lnTo>
                    <a:pt x="7321315" y="1446151"/>
                  </a:lnTo>
                  <a:lnTo>
                    <a:pt x="7346422" y="1473891"/>
                  </a:lnTo>
                  <a:lnTo>
                    <a:pt x="7371529" y="1523822"/>
                  </a:lnTo>
                  <a:lnTo>
                    <a:pt x="7396637" y="1518274"/>
                  </a:lnTo>
                  <a:lnTo>
                    <a:pt x="7421744" y="1472041"/>
                  </a:lnTo>
                  <a:lnTo>
                    <a:pt x="7446852" y="1446151"/>
                  </a:lnTo>
                  <a:lnTo>
                    <a:pt x="7471959" y="1446151"/>
                  </a:lnTo>
                  <a:lnTo>
                    <a:pt x="7497066" y="1446151"/>
                  </a:lnTo>
                  <a:lnTo>
                    <a:pt x="7522174" y="1446151"/>
                  </a:lnTo>
                  <a:lnTo>
                    <a:pt x="7547281" y="1494233"/>
                  </a:lnTo>
                  <a:lnTo>
                    <a:pt x="7572388" y="1503480"/>
                  </a:lnTo>
                  <a:lnTo>
                    <a:pt x="7597496" y="1496082"/>
                  </a:lnTo>
                  <a:lnTo>
                    <a:pt x="7622603" y="1499781"/>
                  </a:lnTo>
                  <a:lnTo>
                    <a:pt x="7647711" y="1470192"/>
                  </a:lnTo>
                  <a:lnTo>
                    <a:pt x="7672818" y="1416563"/>
                  </a:lnTo>
                  <a:lnTo>
                    <a:pt x="7697925" y="1399919"/>
                  </a:lnTo>
                  <a:lnTo>
                    <a:pt x="7723033" y="1335193"/>
                  </a:lnTo>
                  <a:lnTo>
                    <a:pt x="7748140" y="1335193"/>
                  </a:lnTo>
                  <a:lnTo>
                    <a:pt x="7773248" y="1349988"/>
                  </a:lnTo>
                  <a:lnTo>
                    <a:pt x="7798355" y="1383275"/>
                  </a:lnTo>
                  <a:lnTo>
                    <a:pt x="7823462" y="1409165"/>
                  </a:lnTo>
                  <a:lnTo>
                    <a:pt x="7848570" y="1398070"/>
                  </a:lnTo>
                  <a:lnTo>
                    <a:pt x="7873677" y="1335193"/>
                  </a:lnTo>
                  <a:lnTo>
                    <a:pt x="7898785" y="1314851"/>
                  </a:lnTo>
                  <a:lnTo>
                    <a:pt x="7923892" y="1264920"/>
                  </a:lnTo>
                  <a:lnTo>
                    <a:pt x="7948999" y="1224235"/>
                  </a:lnTo>
                  <a:lnTo>
                    <a:pt x="7974107" y="1348783"/>
                  </a:lnTo>
                  <a:lnTo>
                    <a:pt x="7999214" y="1377831"/>
                  </a:lnTo>
                  <a:lnTo>
                    <a:pt x="8024321" y="1394230"/>
                  </a:lnTo>
                  <a:lnTo>
                    <a:pt x="8049429" y="1426561"/>
                  </a:lnTo>
                  <a:lnTo>
                    <a:pt x="8074536" y="1438686"/>
                  </a:lnTo>
                  <a:lnTo>
                    <a:pt x="8099644" y="1485836"/>
                  </a:lnTo>
                  <a:lnTo>
                    <a:pt x="8124751" y="1485836"/>
                  </a:lnTo>
                  <a:lnTo>
                    <a:pt x="8149858" y="1503349"/>
                  </a:lnTo>
                  <a:lnTo>
                    <a:pt x="8174966" y="1493919"/>
                  </a:lnTo>
                  <a:lnTo>
                    <a:pt x="8200073" y="1477753"/>
                  </a:lnTo>
                  <a:lnTo>
                    <a:pt x="8225181" y="1466976"/>
                  </a:lnTo>
                  <a:lnTo>
                    <a:pt x="8250288" y="1512779"/>
                  </a:lnTo>
                  <a:lnTo>
                    <a:pt x="8275395" y="1527598"/>
                  </a:lnTo>
                  <a:lnTo>
                    <a:pt x="8300503" y="1563971"/>
                  </a:lnTo>
                  <a:lnTo>
                    <a:pt x="8325610" y="1605733"/>
                  </a:lnTo>
                  <a:lnTo>
                    <a:pt x="8350718" y="1640153"/>
                  </a:lnTo>
                  <a:lnTo>
                    <a:pt x="8375825" y="1633625"/>
                  </a:lnTo>
                  <a:lnTo>
                    <a:pt x="8375825" y="1668810"/>
                  </a:lnTo>
                  <a:lnTo>
                    <a:pt x="8350718" y="1668810"/>
                  </a:lnTo>
                  <a:lnTo>
                    <a:pt x="8325610" y="1668810"/>
                  </a:lnTo>
                  <a:lnTo>
                    <a:pt x="8300503" y="1668810"/>
                  </a:lnTo>
                  <a:lnTo>
                    <a:pt x="8275395" y="1668810"/>
                  </a:lnTo>
                  <a:lnTo>
                    <a:pt x="8250288" y="1668810"/>
                  </a:lnTo>
                  <a:lnTo>
                    <a:pt x="8225181" y="1668810"/>
                  </a:lnTo>
                  <a:lnTo>
                    <a:pt x="8200073" y="1668810"/>
                  </a:lnTo>
                  <a:lnTo>
                    <a:pt x="8174966" y="1668810"/>
                  </a:lnTo>
                  <a:lnTo>
                    <a:pt x="8149858" y="1668810"/>
                  </a:lnTo>
                  <a:lnTo>
                    <a:pt x="8124751" y="1668810"/>
                  </a:lnTo>
                  <a:lnTo>
                    <a:pt x="8099644" y="1668810"/>
                  </a:lnTo>
                  <a:lnTo>
                    <a:pt x="8074536" y="1668810"/>
                  </a:lnTo>
                  <a:lnTo>
                    <a:pt x="8049429" y="1668810"/>
                  </a:lnTo>
                  <a:lnTo>
                    <a:pt x="8024321" y="1668810"/>
                  </a:lnTo>
                  <a:lnTo>
                    <a:pt x="7999214" y="1668810"/>
                  </a:lnTo>
                  <a:lnTo>
                    <a:pt x="7974107" y="1668810"/>
                  </a:lnTo>
                  <a:lnTo>
                    <a:pt x="7948999" y="1668810"/>
                  </a:lnTo>
                  <a:lnTo>
                    <a:pt x="7923892" y="1668810"/>
                  </a:lnTo>
                  <a:lnTo>
                    <a:pt x="7898785" y="1668810"/>
                  </a:lnTo>
                  <a:lnTo>
                    <a:pt x="7873677" y="1668810"/>
                  </a:lnTo>
                  <a:lnTo>
                    <a:pt x="7848570" y="1668810"/>
                  </a:lnTo>
                  <a:lnTo>
                    <a:pt x="7823462" y="1668810"/>
                  </a:lnTo>
                  <a:lnTo>
                    <a:pt x="7798355" y="1668810"/>
                  </a:lnTo>
                  <a:lnTo>
                    <a:pt x="7773248" y="1668810"/>
                  </a:lnTo>
                  <a:lnTo>
                    <a:pt x="7748140" y="1668810"/>
                  </a:lnTo>
                  <a:lnTo>
                    <a:pt x="7723033" y="1668810"/>
                  </a:lnTo>
                  <a:lnTo>
                    <a:pt x="7697925" y="1668810"/>
                  </a:lnTo>
                  <a:lnTo>
                    <a:pt x="7672818" y="1668810"/>
                  </a:lnTo>
                  <a:lnTo>
                    <a:pt x="7647711" y="1668810"/>
                  </a:lnTo>
                  <a:lnTo>
                    <a:pt x="7622603" y="1668810"/>
                  </a:lnTo>
                  <a:lnTo>
                    <a:pt x="7597496" y="1668810"/>
                  </a:lnTo>
                  <a:lnTo>
                    <a:pt x="7572388" y="1668810"/>
                  </a:lnTo>
                  <a:lnTo>
                    <a:pt x="7547281" y="1668810"/>
                  </a:lnTo>
                  <a:lnTo>
                    <a:pt x="7522174" y="1668810"/>
                  </a:lnTo>
                  <a:lnTo>
                    <a:pt x="7497066" y="1668810"/>
                  </a:lnTo>
                  <a:lnTo>
                    <a:pt x="7471959" y="1668810"/>
                  </a:lnTo>
                  <a:lnTo>
                    <a:pt x="7446852" y="1668810"/>
                  </a:lnTo>
                  <a:lnTo>
                    <a:pt x="7421744" y="1668810"/>
                  </a:lnTo>
                  <a:lnTo>
                    <a:pt x="7396637" y="1668810"/>
                  </a:lnTo>
                  <a:lnTo>
                    <a:pt x="7371529" y="1668810"/>
                  </a:lnTo>
                  <a:lnTo>
                    <a:pt x="7346422" y="1668810"/>
                  </a:lnTo>
                  <a:lnTo>
                    <a:pt x="7321315" y="1668810"/>
                  </a:lnTo>
                  <a:lnTo>
                    <a:pt x="7296207" y="1668810"/>
                  </a:lnTo>
                  <a:lnTo>
                    <a:pt x="7271100" y="1668810"/>
                  </a:lnTo>
                  <a:lnTo>
                    <a:pt x="7245992" y="1668810"/>
                  </a:lnTo>
                  <a:lnTo>
                    <a:pt x="7220885" y="1668810"/>
                  </a:lnTo>
                  <a:lnTo>
                    <a:pt x="7195778" y="1668810"/>
                  </a:lnTo>
                  <a:lnTo>
                    <a:pt x="7170670" y="1668810"/>
                  </a:lnTo>
                  <a:lnTo>
                    <a:pt x="7145563" y="1668810"/>
                  </a:lnTo>
                  <a:lnTo>
                    <a:pt x="7120455" y="1668810"/>
                  </a:lnTo>
                  <a:lnTo>
                    <a:pt x="7095348" y="1668810"/>
                  </a:lnTo>
                  <a:lnTo>
                    <a:pt x="7070241" y="1668810"/>
                  </a:lnTo>
                  <a:lnTo>
                    <a:pt x="7045133" y="1668810"/>
                  </a:lnTo>
                  <a:lnTo>
                    <a:pt x="7020026" y="1668810"/>
                  </a:lnTo>
                  <a:lnTo>
                    <a:pt x="6994918" y="1668810"/>
                  </a:lnTo>
                  <a:lnTo>
                    <a:pt x="6969811" y="1668810"/>
                  </a:lnTo>
                  <a:lnTo>
                    <a:pt x="6944704" y="1668810"/>
                  </a:lnTo>
                  <a:lnTo>
                    <a:pt x="6919596" y="1668810"/>
                  </a:lnTo>
                  <a:lnTo>
                    <a:pt x="6894489" y="1668810"/>
                  </a:lnTo>
                  <a:lnTo>
                    <a:pt x="6869382" y="1668810"/>
                  </a:lnTo>
                  <a:lnTo>
                    <a:pt x="6844274" y="1668810"/>
                  </a:lnTo>
                  <a:lnTo>
                    <a:pt x="6819167" y="1668810"/>
                  </a:lnTo>
                  <a:lnTo>
                    <a:pt x="6794059" y="1668810"/>
                  </a:lnTo>
                  <a:lnTo>
                    <a:pt x="6768952" y="1668810"/>
                  </a:lnTo>
                  <a:lnTo>
                    <a:pt x="6743845" y="1668810"/>
                  </a:lnTo>
                  <a:lnTo>
                    <a:pt x="6718737" y="1668810"/>
                  </a:lnTo>
                  <a:lnTo>
                    <a:pt x="6693630" y="1668810"/>
                  </a:lnTo>
                  <a:lnTo>
                    <a:pt x="6668522" y="1668810"/>
                  </a:lnTo>
                  <a:lnTo>
                    <a:pt x="6643415" y="1668810"/>
                  </a:lnTo>
                  <a:lnTo>
                    <a:pt x="6618308" y="1668810"/>
                  </a:lnTo>
                  <a:lnTo>
                    <a:pt x="6593200" y="1668810"/>
                  </a:lnTo>
                  <a:lnTo>
                    <a:pt x="6568093" y="1668810"/>
                  </a:lnTo>
                  <a:lnTo>
                    <a:pt x="6542985" y="1668810"/>
                  </a:lnTo>
                  <a:lnTo>
                    <a:pt x="6517878" y="1668810"/>
                  </a:lnTo>
                  <a:lnTo>
                    <a:pt x="6492771" y="1668810"/>
                  </a:lnTo>
                  <a:lnTo>
                    <a:pt x="6467663" y="1668810"/>
                  </a:lnTo>
                  <a:lnTo>
                    <a:pt x="6442556" y="1668810"/>
                  </a:lnTo>
                  <a:lnTo>
                    <a:pt x="6417449" y="1668810"/>
                  </a:lnTo>
                  <a:lnTo>
                    <a:pt x="6392341" y="1668810"/>
                  </a:lnTo>
                  <a:lnTo>
                    <a:pt x="6367234" y="1668810"/>
                  </a:lnTo>
                  <a:lnTo>
                    <a:pt x="6342126" y="1668810"/>
                  </a:lnTo>
                  <a:lnTo>
                    <a:pt x="6317019" y="1668810"/>
                  </a:lnTo>
                  <a:lnTo>
                    <a:pt x="6291912" y="1668810"/>
                  </a:lnTo>
                  <a:lnTo>
                    <a:pt x="6266804" y="1668810"/>
                  </a:lnTo>
                  <a:lnTo>
                    <a:pt x="6241697" y="1668810"/>
                  </a:lnTo>
                  <a:lnTo>
                    <a:pt x="6216589" y="1668810"/>
                  </a:lnTo>
                  <a:lnTo>
                    <a:pt x="6191482" y="1668810"/>
                  </a:lnTo>
                  <a:lnTo>
                    <a:pt x="6166375" y="1668810"/>
                  </a:lnTo>
                  <a:lnTo>
                    <a:pt x="6141267" y="1668810"/>
                  </a:lnTo>
                  <a:lnTo>
                    <a:pt x="6116160" y="1668810"/>
                  </a:lnTo>
                  <a:lnTo>
                    <a:pt x="6091052" y="1668810"/>
                  </a:lnTo>
                  <a:lnTo>
                    <a:pt x="6065945" y="1668810"/>
                  </a:lnTo>
                  <a:lnTo>
                    <a:pt x="6040838" y="1668810"/>
                  </a:lnTo>
                  <a:lnTo>
                    <a:pt x="6015730" y="1668810"/>
                  </a:lnTo>
                  <a:lnTo>
                    <a:pt x="5990623" y="1668810"/>
                  </a:lnTo>
                  <a:lnTo>
                    <a:pt x="5965515" y="1668810"/>
                  </a:lnTo>
                  <a:lnTo>
                    <a:pt x="5940408" y="1668810"/>
                  </a:lnTo>
                  <a:lnTo>
                    <a:pt x="5915301" y="1668810"/>
                  </a:lnTo>
                  <a:lnTo>
                    <a:pt x="5890193" y="1668810"/>
                  </a:lnTo>
                  <a:lnTo>
                    <a:pt x="5865086" y="1668810"/>
                  </a:lnTo>
                  <a:lnTo>
                    <a:pt x="5839979" y="1668810"/>
                  </a:lnTo>
                  <a:lnTo>
                    <a:pt x="5814871" y="1668810"/>
                  </a:lnTo>
                  <a:lnTo>
                    <a:pt x="5789764" y="1668810"/>
                  </a:lnTo>
                  <a:lnTo>
                    <a:pt x="5764656" y="1668810"/>
                  </a:lnTo>
                  <a:lnTo>
                    <a:pt x="5739549" y="1668810"/>
                  </a:lnTo>
                  <a:lnTo>
                    <a:pt x="5714442" y="1668810"/>
                  </a:lnTo>
                  <a:lnTo>
                    <a:pt x="5689334" y="1668810"/>
                  </a:lnTo>
                  <a:lnTo>
                    <a:pt x="5664227" y="1668810"/>
                  </a:lnTo>
                  <a:lnTo>
                    <a:pt x="5639119" y="1668810"/>
                  </a:lnTo>
                  <a:lnTo>
                    <a:pt x="5614012" y="1668810"/>
                  </a:lnTo>
                  <a:lnTo>
                    <a:pt x="5588905" y="1668810"/>
                  </a:lnTo>
                  <a:lnTo>
                    <a:pt x="5563797" y="1668810"/>
                  </a:lnTo>
                  <a:lnTo>
                    <a:pt x="5538690" y="1668810"/>
                  </a:lnTo>
                  <a:lnTo>
                    <a:pt x="5513582" y="1668810"/>
                  </a:lnTo>
                  <a:lnTo>
                    <a:pt x="5488475" y="1668810"/>
                  </a:lnTo>
                  <a:lnTo>
                    <a:pt x="5463368" y="1668810"/>
                  </a:lnTo>
                  <a:lnTo>
                    <a:pt x="5438260" y="1668810"/>
                  </a:lnTo>
                  <a:lnTo>
                    <a:pt x="5413153" y="1668810"/>
                  </a:lnTo>
                  <a:lnTo>
                    <a:pt x="5388045" y="1668810"/>
                  </a:lnTo>
                  <a:lnTo>
                    <a:pt x="5362938" y="1668810"/>
                  </a:lnTo>
                  <a:lnTo>
                    <a:pt x="5337831" y="1668810"/>
                  </a:lnTo>
                  <a:lnTo>
                    <a:pt x="5312723" y="1668810"/>
                  </a:lnTo>
                  <a:lnTo>
                    <a:pt x="5287616" y="1668810"/>
                  </a:lnTo>
                  <a:lnTo>
                    <a:pt x="5262509" y="1668810"/>
                  </a:lnTo>
                  <a:lnTo>
                    <a:pt x="5237401" y="1668810"/>
                  </a:lnTo>
                  <a:lnTo>
                    <a:pt x="5212294" y="1668810"/>
                  </a:lnTo>
                  <a:lnTo>
                    <a:pt x="5187186" y="1668810"/>
                  </a:lnTo>
                  <a:lnTo>
                    <a:pt x="5162079" y="1668810"/>
                  </a:lnTo>
                  <a:lnTo>
                    <a:pt x="5136972" y="1668810"/>
                  </a:lnTo>
                  <a:lnTo>
                    <a:pt x="5111864" y="1668810"/>
                  </a:lnTo>
                  <a:lnTo>
                    <a:pt x="5086757" y="1668810"/>
                  </a:lnTo>
                  <a:lnTo>
                    <a:pt x="5061649" y="1668810"/>
                  </a:lnTo>
                  <a:lnTo>
                    <a:pt x="5036542" y="1668810"/>
                  </a:lnTo>
                  <a:lnTo>
                    <a:pt x="5011435" y="1668810"/>
                  </a:lnTo>
                  <a:lnTo>
                    <a:pt x="4986327" y="1668810"/>
                  </a:lnTo>
                  <a:lnTo>
                    <a:pt x="4961220" y="1668810"/>
                  </a:lnTo>
                  <a:lnTo>
                    <a:pt x="4936112" y="1668810"/>
                  </a:lnTo>
                  <a:lnTo>
                    <a:pt x="4911005" y="1668810"/>
                  </a:lnTo>
                  <a:lnTo>
                    <a:pt x="4885898" y="1668810"/>
                  </a:lnTo>
                  <a:lnTo>
                    <a:pt x="4860790" y="1668810"/>
                  </a:lnTo>
                  <a:lnTo>
                    <a:pt x="4835683" y="1668810"/>
                  </a:lnTo>
                  <a:lnTo>
                    <a:pt x="4810576" y="1668810"/>
                  </a:lnTo>
                  <a:lnTo>
                    <a:pt x="4785468" y="1668810"/>
                  </a:lnTo>
                  <a:lnTo>
                    <a:pt x="4760361" y="1668810"/>
                  </a:lnTo>
                  <a:lnTo>
                    <a:pt x="4735253" y="1668810"/>
                  </a:lnTo>
                  <a:lnTo>
                    <a:pt x="4710146" y="1668810"/>
                  </a:lnTo>
                  <a:lnTo>
                    <a:pt x="4685039" y="1668810"/>
                  </a:lnTo>
                  <a:lnTo>
                    <a:pt x="4659931" y="1668810"/>
                  </a:lnTo>
                  <a:lnTo>
                    <a:pt x="4634824" y="1668810"/>
                  </a:lnTo>
                  <a:lnTo>
                    <a:pt x="4609716" y="1668810"/>
                  </a:lnTo>
                  <a:lnTo>
                    <a:pt x="4584609" y="1668810"/>
                  </a:lnTo>
                  <a:lnTo>
                    <a:pt x="4559502" y="1668810"/>
                  </a:lnTo>
                  <a:lnTo>
                    <a:pt x="4534394" y="1668810"/>
                  </a:lnTo>
                  <a:lnTo>
                    <a:pt x="4509287" y="1668810"/>
                  </a:lnTo>
                  <a:lnTo>
                    <a:pt x="4484179" y="1668810"/>
                  </a:lnTo>
                  <a:lnTo>
                    <a:pt x="4459072" y="1668810"/>
                  </a:lnTo>
                  <a:lnTo>
                    <a:pt x="4433965" y="1668810"/>
                  </a:lnTo>
                  <a:lnTo>
                    <a:pt x="4408857" y="1668810"/>
                  </a:lnTo>
                  <a:lnTo>
                    <a:pt x="4383750" y="1668810"/>
                  </a:lnTo>
                  <a:lnTo>
                    <a:pt x="4358642" y="1668810"/>
                  </a:lnTo>
                  <a:lnTo>
                    <a:pt x="4333535" y="1668810"/>
                  </a:lnTo>
                  <a:lnTo>
                    <a:pt x="4308428" y="1668810"/>
                  </a:lnTo>
                  <a:lnTo>
                    <a:pt x="4283320" y="1668810"/>
                  </a:lnTo>
                  <a:lnTo>
                    <a:pt x="4258213" y="1668810"/>
                  </a:lnTo>
                  <a:lnTo>
                    <a:pt x="4233106" y="1668810"/>
                  </a:lnTo>
                  <a:lnTo>
                    <a:pt x="4207998" y="1668810"/>
                  </a:lnTo>
                  <a:lnTo>
                    <a:pt x="4182891" y="1668810"/>
                  </a:lnTo>
                  <a:lnTo>
                    <a:pt x="4157783" y="1668810"/>
                  </a:lnTo>
                  <a:lnTo>
                    <a:pt x="4132676" y="1668810"/>
                  </a:lnTo>
                  <a:lnTo>
                    <a:pt x="4107569" y="1668810"/>
                  </a:lnTo>
                  <a:lnTo>
                    <a:pt x="4082461" y="1668810"/>
                  </a:lnTo>
                  <a:lnTo>
                    <a:pt x="4057354" y="1668810"/>
                  </a:lnTo>
                  <a:lnTo>
                    <a:pt x="4032246" y="1668810"/>
                  </a:lnTo>
                  <a:lnTo>
                    <a:pt x="4007139" y="1668810"/>
                  </a:lnTo>
                  <a:lnTo>
                    <a:pt x="3982032" y="1668810"/>
                  </a:lnTo>
                  <a:lnTo>
                    <a:pt x="3956924" y="1668810"/>
                  </a:lnTo>
                  <a:lnTo>
                    <a:pt x="3931817" y="1668810"/>
                  </a:lnTo>
                  <a:lnTo>
                    <a:pt x="3906709" y="1668810"/>
                  </a:lnTo>
                  <a:lnTo>
                    <a:pt x="3881602" y="1668810"/>
                  </a:lnTo>
                  <a:lnTo>
                    <a:pt x="3856495" y="1668810"/>
                  </a:lnTo>
                  <a:lnTo>
                    <a:pt x="3831387" y="1668810"/>
                  </a:lnTo>
                  <a:lnTo>
                    <a:pt x="3806280" y="1668810"/>
                  </a:lnTo>
                  <a:lnTo>
                    <a:pt x="3781173" y="1668810"/>
                  </a:lnTo>
                  <a:lnTo>
                    <a:pt x="3756065" y="1668810"/>
                  </a:lnTo>
                  <a:lnTo>
                    <a:pt x="3730958" y="1668810"/>
                  </a:lnTo>
                  <a:lnTo>
                    <a:pt x="3705850" y="1668810"/>
                  </a:lnTo>
                  <a:lnTo>
                    <a:pt x="3680743" y="1668810"/>
                  </a:lnTo>
                  <a:lnTo>
                    <a:pt x="3655636" y="1668810"/>
                  </a:lnTo>
                  <a:lnTo>
                    <a:pt x="3630528" y="1668810"/>
                  </a:lnTo>
                  <a:lnTo>
                    <a:pt x="3605421" y="1668810"/>
                  </a:lnTo>
                  <a:lnTo>
                    <a:pt x="3580313" y="1668810"/>
                  </a:lnTo>
                  <a:lnTo>
                    <a:pt x="3555206" y="1668810"/>
                  </a:lnTo>
                  <a:lnTo>
                    <a:pt x="3530099" y="1668810"/>
                  </a:lnTo>
                  <a:lnTo>
                    <a:pt x="3504991" y="1668810"/>
                  </a:lnTo>
                  <a:lnTo>
                    <a:pt x="3479884" y="1668810"/>
                  </a:lnTo>
                  <a:lnTo>
                    <a:pt x="3454776" y="1668810"/>
                  </a:lnTo>
                  <a:lnTo>
                    <a:pt x="3429669" y="1668810"/>
                  </a:lnTo>
                  <a:lnTo>
                    <a:pt x="3404562" y="1668810"/>
                  </a:lnTo>
                  <a:lnTo>
                    <a:pt x="3379454" y="1668810"/>
                  </a:lnTo>
                  <a:lnTo>
                    <a:pt x="3354347" y="1668810"/>
                  </a:lnTo>
                  <a:lnTo>
                    <a:pt x="3329239" y="1668810"/>
                  </a:lnTo>
                  <a:lnTo>
                    <a:pt x="3304132" y="1668810"/>
                  </a:lnTo>
                  <a:lnTo>
                    <a:pt x="3279025" y="1668810"/>
                  </a:lnTo>
                  <a:lnTo>
                    <a:pt x="3253917" y="1668810"/>
                  </a:lnTo>
                  <a:lnTo>
                    <a:pt x="3228810" y="1668810"/>
                  </a:lnTo>
                  <a:lnTo>
                    <a:pt x="3203703" y="1668810"/>
                  </a:lnTo>
                  <a:lnTo>
                    <a:pt x="3178595" y="1668810"/>
                  </a:lnTo>
                  <a:lnTo>
                    <a:pt x="3153488" y="1668810"/>
                  </a:lnTo>
                  <a:lnTo>
                    <a:pt x="3128380" y="1668810"/>
                  </a:lnTo>
                  <a:lnTo>
                    <a:pt x="3103273" y="1668810"/>
                  </a:lnTo>
                  <a:lnTo>
                    <a:pt x="3078166" y="1668810"/>
                  </a:lnTo>
                  <a:lnTo>
                    <a:pt x="3053058" y="1668810"/>
                  </a:lnTo>
                  <a:lnTo>
                    <a:pt x="3027951" y="1668810"/>
                  </a:lnTo>
                  <a:lnTo>
                    <a:pt x="3002843" y="1668810"/>
                  </a:lnTo>
                  <a:lnTo>
                    <a:pt x="2977736" y="1668810"/>
                  </a:lnTo>
                  <a:lnTo>
                    <a:pt x="2952629" y="1668810"/>
                  </a:lnTo>
                  <a:lnTo>
                    <a:pt x="2927521" y="1668810"/>
                  </a:lnTo>
                  <a:lnTo>
                    <a:pt x="2902414" y="1668810"/>
                  </a:lnTo>
                  <a:lnTo>
                    <a:pt x="2877306" y="1668810"/>
                  </a:lnTo>
                  <a:lnTo>
                    <a:pt x="2852199" y="1668810"/>
                  </a:lnTo>
                  <a:lnTo>
                    <a:pt x="2827092" y="1668810"/>
                  </a:lnTo>
                  <a:lnTo>
                    <a:pt x="2801984" y="1668810"/>
                  </a:lnTo>
                  <a:lnTo>
                    <a:pt x="2776877" y="1668810"/>
                  </a:lnTo>
                  <a:lnTo>
                    <a:pt x="2751769" y="1668810"/>
                  </a:lnTo>
                  <a:lnTo>
                    <a:pt x="2726662" y="1668810"/>
                  </a:lnTo>
                  <a:lnTo>
                    <a:pt x="2701555" y="1668810"/>
                  </a:lnTo>
                  <a:lnTo>
                    <a:pt x="2676447" y="1668810"/>
                  </a:lnTo>
                  <a:lnTo>
                    <a:pt x="2651340" y="1668810"/>
                  </a:lnTo>
                  <a:lnTo>
                    <a:pt x="2626233" y="1668810"/>
                  </a:lnTo>
                  <a:lnTo>
                    <a:pt x="2601125" y="1668810"/>
                  </a:lnTo>
                  <a:lnTo>
                    <a:pt x="2576018" y="1668810"/>
                  </a:lnTo>
                  <a:lnTo>
                    <a:pt x="2550910" y="1668810"/>
                  </a:lnTo>
                  <a:lnTo>
                    <a:pt x="2525803" y="1668810"/>
                  </a:lnTo>
                  <a:lnTo>
                    <a:pt x="2500696" y="1668810"/>
                  </a:lnTo>
                  <a:lnTo>
                    <a:pt x="2475588" y="1668810"/>
                  </a:lnTo>
                  <a:lnTo>
                    <a:pt x="2450481" y="1668810"/>
                  </a:lnTo>
                  <a:lnTo>
                    <a:pt x="2425373" y="1668810"/>
                  </a:lnTo>
                  <a:lnTo>
                    <a:pt x="2400266" y="1668810"/>
                  </a:lnTo>
                  <a:lnTo>
                    <a:pt x="2375159" y="1668810"/>
                  </a:lnTo>
                  <a:lnTo>
                    <a:pt x="2350051" y="1668810"/>
                  </a:lnTo>
                  <a:lnTo>
                    <a:pt x="2324944" y="1668810"/>
                  </a:lnTo>
                  <a:lnTo>
                    <a:pt x="2299836" y="1668810"/>
                  </a:lnTo>
                  <a:lnTo>
                    <a:pt x="2274729" y="1668810"/>
                  </a:lnTo>
                  <a:lnTo>
                    <a:pt x="2249622" y="1668810"/>
                  </a:lnTo>
                  <a:lnTo>
                    <a:pt x="2224514" y="1668810"/>
                  </a:lnTo>
                  <a:lnTo>
                    <a:pt x="2199407" y="1668810"/>
                  </a:lnTo>
                  <a:lnTo>
                    <a:pt x="2174300" y="1668810"/>
                  </a:lnTo>
                  <a:lnTo>
                    <a:pt x="2149192" y="1668810"/>
                  </a:lnTo>
                  <a:lnTo>
                    <a:pt x="2124085" y="1668810"/>
                  </a:lnTo>
                  <a:lnTo>
                    <a:pt x="2098977" y="1668810"/>
                  </a:lnTo>
                  <a:lnTo>
                    <a:pt x="2073870" y="1668810"/>
                  </a:lnTo>
                  <a:lnTo>
                    <a:pt x="2048763" y="1668810"/>
                  </a:lnTo>
                  <a:lnTo>
                    <a:pt x="2023655" y="1668810"/>
                  </a:lnTo>
                  <a:lnTo>
                    <a:pt x="1998548" y="1668810"/>
                  </a:lnTo>
                  <a:lnTo>
                    <a:pt x="1973440" y="1668810"/>
                  </a:lnTo>
                  <a:lnTo>
                    <a:pt x="1948333" y="1668810"/>
                  </a:lnTo>
                  <a:lnTo>
                    <a:pt x="1923226" y="1668810"/>
                  </a:lnTo>
                  <a:lnTo>
                    <a:pt x="1898118" y="1668810"/>
                  </a:lnTo>
                  <a:lnTo>
                    <a:pt x="1873011" y="1668810"/>
                  </a:lnTo>
                  <a:lnTo>
                    <a:pt x="1847903" y="1668810"/>
                  </a:lnTo>
                  <a:lnTo>
                    <a:pt x="1822796" y="1668810"/>
                  </a:lnTo>
                  <a:lnTo>
                    <a:pt x="1797689" y="1668810"/>
                  </a:lnTo>
                  <a:lnTo>
                    <a:pt x="1772581" y="1668810"/>
                  </a:lnTo>
                  <a:lnTo>
                    <a:pt x="1747474" y="1668810"/>
                  </a:lnTo>
                  <a:lnTo>
                    <a:pt x="1722366" y="1668810"/>
                  </a:lnTo>
                  <a:lnTo>
                    <a:pt x="1697259" y="1668810"/>
                  </a:lnTo>
                  <a:lnTo>
                    <a:pt x="1672152" y="1668810"/>
                  </a:lnTo>
                  <a:lnTo>
                    <a:pt x="1647044" y="1668810"/>
                  </a:lnTo>
                  <a:lnTo>
                    <a:pt x="1621937" y="1668810"/>
                  </a:lnTo>
                  <a:lnTo>
                    <a:pt x="1596830" y="1668810"/>
                  </a:lnTo>
                  <a:lnTo>
                    <a:pt x="1571722" y="1668810"/>
                  </a:lnTo>
                  <a:lnTo>
                    <a:pt x="1546615" y="1668810"/>
                  </a:lnTo>
                  <a:lnTo>
                    <a:pt x="1521507" y="1668810"/>
                  </a:lnTo>
                  <a:lnTo>
                    <a:pt x="1496400" y="1668810"/>
                  </a:lnTo>
                  <a:lnTo>
                    <a:pt x="1471293" y="1668810"/>
                  </a:lnTo>
                  <a:lnTo>
                    <a:pt x="1446185" y="1668810"/>
                  </a:lnTo>
                  <a:lnTo>
                    <a:pt x="1421078" y="1668810"/>
                  </a:lnTo>
                  <a:lnTo>
                    <a:pt x="1395970" y="1668810"/>
                  </a:lnTo>
                  <a:lnTo>
                    <a:pt x="1370863" y="1668810"/>
                  </a:lnTo>
                  <a:lnTo>
                    <a:pt x="1345756" y="1668810"/>
                  </a:lnTo>
                  <a:lnTo>
                    <a:pt x="1320648" y="1668810"/>
                  </a:lnTo>
                  <a:lnTo>
                    <a:pt x="1295541" y="1668810"/>
                  </a:lnTo>
                  <a:lnTo>
                    <a:pt x="1270433" y="1668810"/>
                  </a:lnTo>
                  <a:lnTo>
                    <a:pt x="1245326" y="1668810"/>
                  </a:lnTo>
                  <a:lnTo>
                    <a:pt x="1220219" y="1668810"/>
                  </a:lnTo>
                  <a:lnTo>
                    <a:pt x="1195111" y="1668810"/>
                  </a:lnTo>
                  <a:lnTo>
                    <a:pt x="1170004" y="1668810"/>
                  </a:lnTo>
                  <a:lnTo>
                    <a:pt x="1144897" y="1668810"/>
                  </a:lnTo>
                  <a:lnTo>
                    <a:pt x="1119789" y="1668810"/>
                  </a:lnTo>
                  <a:lnTo>
                    <a:pt x="1094682" y="1668810"/>
                  </a:lnTo>
                  <a:lnTo>
                    <a:pt x="1069574" y="1668810"/>
                  </a:lnTo>
                  <a:lnTo>
                    <a:pt x="1044467" y="1668810"/>
                  </a:lnTo>
                  <a:lnTo>
                    <a:pt x="1019360" y="1668810"/>
                  </a:lnTo>
                  <a:lnTo>
                    <a:pt x="994252" y="1668810"/>
                  </a:lnTo>
                  <a:lnTo>
                    <a:pt x="969145" y="1668810"/>
                  </a:lnTo>
                  <a:lnTo>
                    <a:pt x="944037" y="1668810"/>
                  </a:lnTo>
                  <a:lnTo>
                    <a:pt x="918930" y="1668810"/>
                  </a:lnTo>
                  <a:lnTo>
                    <a:pt x="893823" y="1668810"/>
                  </a:lnTo>
                  <a:lnTo>
                    <a:pt x="868715" y="1668810"/>
                  </a:lnTo>
                  <a:lnTo>
                    <a:pt x="843608" y="1668810"/>
                  </a:lnTo>
                  <a:lnTo>
                    <a:pt x="818500" y="1668810"/>
                  </a:lnTo>
                  <a:lnTo>
                    <a:pt x="793393" y="1668810"/>
                  </a:lnTo>
                  <a:lnTo>
                    <a:pt x="768286" y="1668810"/>
                  </a:lnTo>
                  <a:lnTo>
                    <a:pt x="743178" y="1668810"/>
                  </a:lnTo>
                  <a:lnTo>
                    <a:pt x="718071" y="1668810"/>
                  </a:lnTo>
                  <a:lnTo>
                    <a:pt x="692963" y="1668810"/>
                  </a:lnTo>
                  <a:lnTo>
                    <a:pt x="667856" y="1668810"/>
                  </a:lnTo>
                  <a:lnTo>
                    <a:pt x="642749" y="1668810"/>
                  </a:lnTo>
                  <a:lnTo>
                    <a:pt x="617641" y="1668810"/>
                  </a:lnTo>
                  <a:lnTo>
                    <a:pt x="592534" y="1668810"/>
                  </a:lnTo>
                  <a:lnTo>
                    <a:pt x="567427" y="1668810"/>
                  </a:lnTo>
                  <a:lnTo>
                    <a:pt x="542319" y="1668810"/>
                  </a:lnTo>
                  <a:lnTo>
                    <a:pt x="517212" y="1668810"/>
                  </a:lnTo>
                  <a:lnTo>
                    <a:pt x="492104" y="1668810"/>
                  </a:lnTo>
                  <a:lnTo>
                    <a:pt x="466997" y="1668810"/>
                  </a:lnTo>
                  <a:lnTo>
                    <a:pt x="441890" y="1668810"/>
                  </a:lnTo>
                  <a:lnTo>
                    <a:pt x="416782" y="1668810"/>
                  </a:lnTo>
                  <a:lnTo>
                    <a:pt x="391675" y="1668810"/>
                  </a:lnTo>
                  <a:lnTo>
                    <a:pt x="366567" y="1668810"/>
                  </a:lnTo>
                  <a:lnTo>
                    <a:pt x="341460" y="1668810"/>
                  </a:lnTo>
                  <a:lnTo>
                    <a:pt x="316353" y="1668810"/>
                  </a:lnTo>
                  <a:lnTo>
                    <a:pt x="291245" y="1668810"/>
                  </a:lnTo>
                  <a:lnTo>
                    <a:pt x="266138" y="1668810"/>
                  </a:lnTo>
                  <a:lnTo>
                    <a:pt x="241030" y="1668810"/>
                  </a:lnTo>
                  <a:lnTo>
                    <a:pt x="215923" y="1668810"/>
                  </a:lnTo>
                  <a:lnTo>
                    <a:pt x="190816" y="1668810"/>
                  </a:lnTo>
                  <a:lnTo>
                    <a:pt x="165708" y="1668810"/>
                  </a:lnTo>
                  <a:lnTo>
                    <a:pt x="140601" y="1668810"/>
                  </a:lnTo>
                  <a:lnTo>
                    <a:pt x="115493" y="1668810"/>
                  </a:lnTo>
                  <a:lnTo>
                    <a:pt x="90386" y="1668810"/>
                  </a:lnTo>
                  <a:lnTo>
                    <a:pt x="65279" y="1668810"/>
                  </a:lnTo>
                  <a:lnTo>
                    <a:pt x="40171" y="1668810"/>
                  </a:lnTo>
                  <a:lnTo>
                    <a:pt x="15064" y="1668810"/>
                  </a:lnTo>
                  <a:lnTo>
                    <a:pt x="0" y="1668810"/>
                  </a:lnTo>
                  <a:close/>
                </a:path>
              </a:pathLst>
            </a:custGeom>
            <a:solidFill>
              <a:srgbClr val="40E0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644148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6505331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622670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417829" y="3773315"/>
              <a:ext cx="14221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46724" y="3344850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346724" y="2916385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150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46724" y="2487921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200</a:t>
              </a:r>
            </a:p>
          </p:txBody>
        </p:sp>
        <p:sp>
          <p:nvSpPr>
            <p:cNvPr id="46" name="pl46"/>
            <p:cNvSpPr/>
            <p:nvPr/>
          </p:nvSpPr>
          <p:spPr>
            <a:xfrm>
              <a:off x="587875" y="381710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87875" y="338864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87875" y="296017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587875" y="253171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622670" y="4024399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918211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4428950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6939689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1669343" y="4083973"/>
              <a:ext cx="49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8942000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4180082" y="4083973"/>
              <a:ext cx="49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8944000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6690821" y="4083973"/>
              <a:ext cx="49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8946000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4533911" y="4193188"/>
              <a:ext cx="553342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position</a:t>
              </a:r>
            </a:p>
          </p:txBody>
        </p:sp>
        <p:sp>
          <p:nvSpPr>
            <p:cNvPr id="58" name="tx58"/>
            <p:cNvSpPr/>
            <p:nvPr/>
          </p:nvSpPr>
          <p:spPr>
            <a:xfrm rot="-5400000">
              <a:off x="96391" y="3139073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622670" y="2084226"/>
              <a:ext cx="700273" cy="166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dko_k27</a:t>
              </a:r>
            </a:p>
          </p:txBody>
        </p:sp>
        <p:sp>
          <p:nvSpPr>
            <p:cNvPr id="60" name="rc60"/>
            <p:cNvSpPr/>
            <p:nvPr/>
          </p:nvSpPr>
          <p:spPr>
            <a:xfrm>
              <a:off x="622670" y="4685334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622670" y="5352858"/>
              <a:ext cx="8375825" cy="945659"/>
            </a:xfrm>
            <a:custGeom>
              <a:avLst/>
              <a:pathLst>
                <a:path w="8375825" h="945659">
                  <a:moveTo>
                    <a:pt x="0" y="792684"/>
                  </a:moveTo>
                  <a:lnTo>
                    <a:pt x="15064" y="778778"/>
                  </a:lnTo>
                  <a:lnTo>
                    <a:pt x="40171" y="762090"/>
                  </a:lnTo>
                  <a:lnTo>
                    <a:pt x="65279" y="723151"/>
                  </a:lnTo>
                  <a:lnTo>
                    <a:pt x="90386" y="723151"/>
                  </a:lnTo>
                  <a:lnTo>
                    <a:pt x="115493" y="723151"/>
                  </a:lnTo>
                  <a:lnTo>
                    <a:pt x="140601" y="723151"/>
                  </a:lnTo>
                  <a:lnTo>
                    <a:pt x="165708" y="723151"/>
                  </a:lnTo>
                  <a:lnTo>
                    <a:pt x="190816" y="723151"/>
                  </a:lnTo>
                  <a:lnTo>
                    <a:pt x="215923" y="678649"/>
                  </a:lnTo>
                  <a:lnTo>
                    <a:pt x="241030" y="667524"/>
                  </a:lnTo>
                  <a:lnTo>
                    <a:pt x="266138" y="667524"/>
                  </a:lnTo>
                  <a:lnTo>
                    <a:pt x="291245" y="667524"/>
                  </a:lnTo>
                  <a:lnTo>
                    <a:pt x="316353" y="667524"/>
                  </a:lnTo>
                  <a:lnTo>
                    <a:pt x="341460" y="667524"/>
                  </a:lnTo>
                  <a:lnTo>
                    <a:pt x="366567" y="667524"/>
                  </a:lnTo>
                  <a:lnTo>
                    <a:pt x="391675" y="631366"/>
                  </a:lnTo>
                  <a:lnTo>
                    <a:pt x="416782" y="673086"/>
                  </a:lnTo>
                  <a:lnTo>
                    <a:pt x="441890" y="723151"/>
                  </a:lnTo>
                  <a:lnTo>
                    <a:pt x="466997" y="667524"/>
                  </a:lnTo>
                  <a:lnTo>
                    <a:pt x="492104" y="667524"/>
                  </a:lnTo>
                  <a:lnTo>
                    <a:pt x="517212" y="670305"/>
                  </a:lnTo>
                  <a:lnTo>
                    <a:pt x="542319" y="723151"/>
                  </a:lnTo>
                  <a:lnTo>
                    <a:pt x="567427" y="723151"/>
                  </a:lnTo>
                  <a:lnTo>
                    <a:pt x="592534" y="723151"/>
                  </a:lnTo>
                  <a:lnTo>
                    <a:pt x="617641" y="745402"/>
                  </a:lnTo>
                  <a:lnTo>
                    <a:pt x="642749" y="778778"/>
                  </a:lnTo>
                  <a:lnTo>
                    <a:pt x="667856" y="792684"/>
                  </a:lnTo>
                  <a:lnTo>
                    <a:pt x="692963" y="834405"/>
                  </a:lnTo>
                  <a:lnTo>
                    <a:pt x="718071" y="834405"/>
                  </a:lnTo>
                  <a:lnTo>
                    <a:pt x="743178" y="834405"/>
                  </a:lnTo>
                  <a:lnTo>
                    <a:pt x="768286" y="773215"/>
                  </a:lnTo>
                  <a:lnTo>
                    <a:pt x="793393" y="723151"/>
                  </a:lnTo>
                  <a:lnTo>
                    <a:pt x="818500" y="723151"/>
                  </a:lnTo>
                  <a:lnTo>
                    <a:pt x="843608" y="737057"/>
                  </a:lnTo>
                  <a:lnTo>
                    <a:pt x="868715" y="723151"/>
                  </a:lnTo>
                  <a:lnTo>
                    <a:pt x="893823" y="684212"/>
                  </a:lnTo>
                  <a:lnTo>
                    <a:pt x="918930" y="600771"/>
                  </a:lnTo>
                  <a:lnTo>
                    <a:pt x="944037" y="497861"/>
                  </a:lnTo>
                  <a:lnTo>
                    <a:pt x="969145" y="445016"/>
                  </a:lnTo>
                  <a:lnTo>
                    <a:pt x="994252" y="445016"/>
                  </a:lnTo>
                  <a:lnTo>
                    <a:pt x="1019360" y="497861"/>
                  </a:lnTo>
                  <a:lnTo>
                    <a:pt x="1044467" y="492299"/>
                  </a:lnTo>
                  <a:lnTo>
                    <a:pt x="1069574" y="403295"/>
                  </a:lnTo>
                  <a:lnTo>
                    <a:pt x="1094682" y="422765"/>
                  </a:lnTo>
                  <a:lnTo>
                    <a:pt x="1119789" y="389389"/>
                  </a:lnTo>
                  <a:lnTo>
                    <a:pt x="1144897" y="347669"/>
                  </a:lnTo>
                  <a:lnTo>
                    <a:pt x="1170004" y="289260"/>
                  </a:lnTo>
                  <a:lnTo>
                    <a:pt x="1195111" y="278135"/>
                  </a:lnTo>
                  <a:lnTo>
                    <a:pt x="1220219" y="278135"/>
                  </a:lnTo>
                  <a:lnTo>
                    <a:pt x="1245326" y="278135"/>
                  </a:lnTo>
                  <a:lnTo>
                    <a:pt x="1270433" y="278135"/>
                  </a:lnTo>
                  <a:lnTo>
                    <a:pt x="1295541" y="278135"/>
                  </a:lnTo>
                  <a:lnTo>
                    <a:pt x="1320648" y="278135"/>
                  </a:lnTo>
                  <a:lnTo>
                    <a:pt x="1345756" y="278135"/>
                  </a:lnTo>
                  <a:lnTo>
                    <a:pt x="1370863" y="278135"/>
                  </a:lnTo>
                  <a:lnTo>
                    <a:pt x="1395970" y="333762"/>
                  </a:lnTo>
                  <a:lnTo>
                    <a:pt x="1421078" y="389389"/>
                  </a:lnTo>
                  <a:lnTo>
                    <a:pt x="1446185" y="389389"/>
                  </a:lnTo>
                  <a:lnTo>
                    <a:pt x="1471293" y="372700"/>
                  </a:lnTo>
                  <a:lnTo>
                    <a:pt x="1496400" y="389389"/>
                  </a:lnTo>
                  <a:lnTo>
                    <a:pt x="1521507" y="425546"/>
                  </a:lnTo>
                  <a:lnTo>
                    <a:pt x="1546615" y="506205"/>
                  </a:lnTo>
                  <a:lnTo>
                    <a:pt x="1571722" y="609115"/>
                  </a:lnTo>
                  <a:lnTo>
                    <a:pt x="1596830" y="667524"/>
                  </a:lnTo>
                  <a:lnTo>
                    <a:pt x="1621937" y="667524"/>
                  </a:lnTo>
                  <a:lnTo>
                    <a:pt x="1647044" y="667524"/>
                  </a:lnTo>
                  <a:lnTo>
                    <a:pt x="1672152" y="673086"/>
                  </a:lnTo>
                  <a:lnTo>
                    <a:pt x="1697259" y="762090"/>
                  </a:lnTo>
                  <a:lnTo>
                    <a:pt x="1722366" y="795466"/>
                  </a:lnTo>
                  <a:lnTo>
                    <a:pt x="1747474" y="834405"/>
                  </a:lnTo>
                  <a:lnTo>
                    <a:pt x="1772581" y="873344"/>
                  </a:lnTo>
                  <a:lnTo>
                    <a:pt x="1797689" y="931752"/>
                  </a:lnTo>
                  <a:lnTo>
                    <a:pt x="1822796" y="945659"/>
                  </a:lnTo>
                  <a:lnTo>
                    <a:pt x="1847903" y="945659"/>
                  </a:lnTo>
                  <a:lnTo>
                    <a:pt x="1873011" y="945659"/>
                  </a:lnTo>
                  <a:lnTo>
                    <a:pt x="1898118" y="945659"/>
                  </a:lnTo>
                  <a:lnTo>
                    <a:pt x="1923226" y="945659"/>
                  </a:lnTo>
                  <a:lnTo>
                    <a:pt x="1948333" y="945659"/>
                  </a:lnTo>
                  <a:lnTo>
                    <a:pt x="1973440" y="945659"/>
                  </a:lnTo>
                  <a:lnTo>
                    <a:pt x="1998548" y="945659"/>
                  </a:lnTo>
                  <a:lnTo>
                    <a:pt x="2023655" y="945659"/>
                  </a:lnTo>
                  <a:lnTo>
                    <a:pt x="2048763" y="945659"/>
                  </a:lnTo>
                  <a:lnTo>
                    <a:pt x="2073870" y="909501"/>
                  </a:lnTo>
                  <a:lnTo>
                    <a:pt x="2098977" y="928971"/>
                  </a:lnTo>
                  <a:lnTo>
                    <a:pt x="2124085" y="945659"/>
                  </a:lnTo>
                  <a:lnTo>
                    <a:pt x="2149192" y="945659"/>
                  </a:lnTo>
                  <a:lnTo>
                    <a:pt x="2174300" y="945659"/>
                  </a:lnTo>
                  <a:lnTo>
                    <a:pt x="2199407" y="945659"/>
                  </a:lnTo>
                  <a:lnTo>
                    <a:pt x="2224514" y="945659"/>
                  </a:lnTo>
                  <a:lnTo>
                    <a:pt x="2249622" y="945659"/>
                  </a:lnTo>
                  <a:lnTo>
                    <a:pt x="2274729" y="945659"/>
                  </a:lnTo>
                  <a:lnTo>
                    <a:pt x="2299836" y="945659"/>
                  </a:lnTo>
                  <a:lnTo>
                    <a:pt x="2324944" y="945659"/>
                  </a:lnTo>
                  <a:lnTo>
                    <a:pt x="2350051" y="945659"/>
                  </a:lnTo>
                  <a:lnTo>
                    <a:pt x="2375159" y="917845"/>
                  </a:lnTo>
                  <a:lnTo>
                    <a:pt x="2400266" y="890032"/>
                  </a:lnTo>
                  <a:lnTo>
                    <a:pt x="2425373" y="890032"/>
                  </a:lnTo>
                  <a:lnTo>
                    <a:pt x="2450481" y="890032"/>
                  </a:lnTo>
                  <a:lnTo>
                    <a:pt x="2475588" y="845530"/>
                  </a:lnTo>
                  <a:lnTo>
                    <a:pt x="2500696" y="834405"/>
                  </a:lnTo>
                  <a:lnTo>
                    <a:pt x="2525803" y="834405"/>
                  </a:lnTo>
                  <a:lnTo>
                    <a:pt x="2550910" y="834405"/>
                  </a:lnTo>
                  <a:lnTo>
                    <a:pt x="2576018" y="814935"/>
                  </a:lnTo>
                  <a:lnTo>
                    <a:pt x="2601125" y="778778"/>
                  </a:lnTo>
                  <a:lnTo>
                    <a:pt x="2626233" y="778778"/>
                  </a:lnTo>
                  <a:lnTo>
                    <a:pt x="2651340" y="778778"/>
                  </a:lnTo>
                  <a:lnTo>
                    <a:pt x="2676447" y="728713"/>
                  </a:lnTo>
                  <a:lnTo>
                    <a:pt x="2701555" y="742620"/>
                  </a:lnTo>
                  <a:lnTo>
                    <a:pt x="2726662" y="723151"/>
                  </a:lnTo>
                  <a:lnTo>
                    <a:pt x="2751769" y="720369"/>
                  </a:lnTo>
                  <a:lnTo>
                    <a:pt x="2776877" y="667524"/>
                  </a:lnTo>
                  <a:lnTo>
                    <a:pt x="2801984" y="667524"/>
                  </a:lnTo>
                  <a:lnTo>
                    <a:pt x="2827092" y="667524"/>
                  </a:lnTo>
                  <a:lnTo>
                    <a:pt x="2852199" y="667524"/>
                  </a:lnTo>
                  <a:lnTo>
                    <a:pt x="2877306" y="667524"/>
                  </a:lnTo>
                  <a:lnTo>
                    <a:pt x="2902414" y="623022"/>
                  </a:lnTo>
                  <a:lnTo>
                    <a:pt x="2927521" y="567395"/>
                  </a:lnTo>
                  <a:lnTo>
                    <a:pt x="2952629" y="556270"/>
                  </a:lnTo>
                  <a:lnTo>
                    <a:pt x="2977736" y="556270"/>
                  </a:lnTo>
                  <a:lnTo>
                    <a:pt x="3002843" y="581302"/>
                  </a:lnTo>
                  <a:lnTo>
                    <a:pt x="3027951" y="611897"/>
                  </a:lnTo>
                  <a:lnTo>
                    <a:pt x="3053058" y="611897"/>
                  </a:lnTo>
                  <a:lnTo>
                    <a:pt x="3078166" y="561832"/>
                  </a:lnTo>
                  <a:lnTo>
                    <a:pt x="3103273" y="531237"/>
                  </a:lnTo>
                  <a:lnTo>
                    <a:pt x="3128380" y="500643"/>
                  </a:lnTo>
                  <a:lnTo>
                    <a:pt x="3153488" y="467266"/>
                  </a:lnTo>
                  <a:lnTo>
                    <a:pt x="3178595" y="445016"/>
                  </a:lnTo>
                  <a:lnTo>
                    <a:pt x="3203703" y="461704"/>
                  </a:lnTo>
                  <a:lnTo>
                    <a:pt x="3228810" y="472829"/>
                  </a:lnTo>
                  <a:lnTo>
                    <a:pt x="3253917" y="445016"/>
                  </a:lnTo>
                  <a:lnTo>
                    <a:pt x="3279025" y="445016"/>
                  </a:lnTo>
                  <a:lnTo>
                    <a:pt x="3304132" y="492299"/>
                  </a:lnTo>
                  <a:lnTo>
                    <a:pt x="3329239" y="472829"/>
                  </a:lnTo>
                  <a:lnTo>
                    <a:pt x="3354347" y="500643"/>
                  </a:lnTo>
                  <a:lnTo>
                    <a:pt x="3379454" y="500643"/>
                  </a:lnTo>
                  <a:lnTo>
                    <a:pt x="3404562" y="556270"/>
                  </a:lnTo>
                  <a:lnTo>
                    <a:pt x="3429669" y="556270"/>
                  </a:lnTo>
                  <a:lnTo>
                    <a:pt x="3454776" y="525675"/>
                  </a:lnTo>
                  <a:lnTo>
                    <a:pt x="3479884" y="500643"/>
                  </a:lnTo>
                  <a:lnTo>
                    <a:pt x="3504991" y="456141"/>
                  </a:lnTo>
                  <a:lnTo>
                    <a:pt x="3530099" y="486736"/>
                  </a:lnTo>
                  <a:lnTo>
                    <a:pt x="3555206" y="542363"/>
                  </a:lnTo>
                  <a:lnTo>
                    <a:pt x="3580313" y="556270"/>
                  </a:lnTo>
                  <a:lnTo>
                    <a:pt x="3605421" y="556270"/>
                  </a:lnTo>
                  <a:lnTo>
                    <a:pt x="3630528" y="556270"/>
                  </a:lnTo>
                  <a:lnTo>
                    <a:pt x="3655636" y="556270"/>
                  </a:lnTo>
                  <a:lnTo>
                    <a:pt x="3680743" y="556270"/>
                  </a:lnTo>
                  <a:lnTo>
                    <a:pt x="3705850" y="603553"/>
                  </a:lnTo>
                  <a:lnTo>
                    <a:pt x="3730958" y="673086"/>
                  </a:lnTo>
                  <a:lnTo>
                    <a:pt x="3756065" y="723151"/>
                  </a:lnTo>
                  <a:lnTo>
                    <a:pt x="3781173" y="753746"/>
                  </a:lnTo>
                  <a:lnTo>
                    <a:pt x="3806280" y="670305"/>
                  </a:lnTo>
                  <a:lnTo>
                    <a:pt x="3831387" y="611897"/>
                  </a:lnTo>
                  <a:lnTo>
                    <a:pt x="3856495" y="636929"/>
                  </a:lnTo>
                  <a:lnTo>
                    <a:pt x="3881602" y="667524"/>
                  </a:lnTo>
                  <a:lnTo>
                    <a:pt x="3906709" y="667524"/>
                  </a:lnTo>
                  <a:lnTo>
                    <a:pt x="3931817" y="667524"/>
                  </a:lnTo>
                  <a:lnTo>
                    <a:pt x="3956924" y="659180"/>
                  </a:lnTo>
                  <a:lnTo>
                    <a:pt x="3982032" y="620241"/>
                  </a:lnTo>
                  <a:lnTo>
                    <a:pt x="4007139" y="556270"/>
                  </a:lnTo>
                  <a:lnTo>
                    <a:pt x="4032246" y="556270"/>
                  </a:lnTo>
                  <a:lnTo>
                    <a:pt x="4057354" y="556270"/>
                  </a:lnTo>
                  <a:lnTo>
                    <a:pt x="4082461" y="520112"/>
                  </a:lnTo>
                  <a:lnTo>
                    <a:pt x="4107569" y="500643"/>
                  </a:lnTo>
                  <a:lnTo>
                    <a:pt x="4132676" y="542363"/>
                  </a:lnTo>
                  <a:lnTo>
                    <a:pt x="4157783" y="556270"/>
                  </a:lnTo>
                  <a:lnTo>
                    <a:pt x="4182891" y="556270"/>
                  </a:lnTo>
                  <a:lnTo>
                    <a:pt x="4207998" y="556270"/>
                  </a:lnTo>
                  <a:lnTo>
                    <a:pt x="4233106" y="556270"/>
                  </a:lnTo>
                  <a:lnTo>
                    <a:pt x="4258213" y="556270"/>
                  </a:lnTo>
                  <a:lnTo>
                    <a:pt x="4283320" y="556270"/>
                  </a:lnTo>
                  <a:lnTo>
                    <a:pt x="4308428" y="511768"/>
                  </a:lnTo>
                  <a:lnTo>
                    <a:pt x="4333535" y="500643"/>
                  </a:lnTo>
                  <a:lnTo>
                    <a:pt x="4358642" y="500643"/>
                  </a:lnTo>
                  <a:lnTo>
                    <a:pt x="4383750" y="497861"/>
                  </a:lnTo>
                  <a:lnTo>
                    <a:pt x="4408857" y="445016"/>
                  </a:lnTo>
                  <a:lnTo>
                    <a:pt x="4433965" y="545144"/>
                  </a:lnTo>
                  <a:lnTo>
                    <a:pt x="4459072" y="611897"/>
                  </a:lnTo>
                  <a:lnTo>
                    <a:pt x="4484179" y="611897"/>
                  </a:lnTo>
                  <a:lnTo>
                    <a:pt x="4509287" y="611897"/>
                  </a:lnTo>
                  <a:lnTo>
                    <a:pt x="4534394" y="611897"/>
                  </a:lnTo>
                  <a:lnTo>
                    <a:pt x="4559502" y="578520"/>
                  </a:lnTo>
                  <a:lnTo>
                    <a:pt x="4584609" y="561832"/>
                  </a:lnTo>
                  <a:lnTo>
                    <a:pt x="4609716" y="597990"/>
                  </a:lnTo>
                  <a:lnTo>
                    <a:pt x="4634824" y="667524"/>
                  </a:lnTo>
                  <a:lnTo>
                    <a:pt x="4659931" y="667524"/>
                  </a:lnTo>
                  <a:lnTo>
                    <a:pt x="4685039" y="667524"/>
                  </a:lnTo>
                  <a:lnTo>
                    <a:pt x="4710146" y="681430"/>
                  </a:lnTo>
                  <a:lnTo>
                    <a:pt x="4735253" y="667524"/>
                  </a:lnTo>
                  <a:lnTo>
                    <a:pt x="4760361" y="606334"/>
                  </a:lnTo>
                  <a:lnTo>
                    <a:pt x="4785468" y="508987"/>
                  </a:lnTo>
                  <a:lnTo>
                    <a:pt x="4810576" y="500643"/>
                  </a:lnTo>
                  <a:lnTo>
                    <a:pt x="4835683" y="481173"/>
                  </a:lnTo>
                  <a:lnTo>
                    <a:pt x="4860790" y="445016"/>
                  </a:lnTo>
                  <a:lnTo>
                    <a:pt x="4885898" y="445016"/>
                  </a:lnTo>
                  <a:lnTo>
                    <a:pt x="4911005" y="445016"/>
                  </a:lnTo>
                  <a:lnTo>
                    <a:pt x="4936112" y="486736"/>
                  </a:lnTo>
                  <a:lnTo>
                    <a:pt x="4961220" y="458922"/>
                  </a:lnTo>
                  <a:lnTo>
                    <a:pt x="4986327" y="389389"/>
                  </a:lnTo>
                  <a:lnTo>
                    <a:pt x="5011435" y="350450"/>
                  </a:lnTo>
                  <a:lnTo>
                    <a:pt x="5036542" y="297604"/>
                  </a:lnTo>
                  <a:lnTo>
                    <a:pt x="5061649" y="278135"/>
                  </a:lnTo>
                  <a:lnTo>
                    <a:pt x="5086757" y="225289"/>
                  </a:lnTo>
                  <a:lnTo>
                    <a:pt x="5111864" y="222508"/>
                  </a:lnTo>
                  <a:lnTo>
                    <a:pt x="5136972" y="222508"/>
                  </a:lnTo>
                  <a:lnTo>
                    <a:pt x="5162079" y="222508"/>
                  </a:lnTo>
                  <a:lnTo>
                    <a:pt x="5187186" y="253103"/>
                  </a:lnTo>
                  <a:lnTo>
                    <a:pt x="5212294" y="286479"/>
                  </a:lnTo>
                  <a:lnTo>
                    <a:pt x="5237401" y="258665"/>
                  </a:lnTo>
                  <a:lnTo>
                    <a:pt x="5262509" y="200257"/>
                  </a:lnTo>
                  <a:lnTo>
                    <a:pt x="5287616" y="111254"/>
                  </a:lnTo>
                  <a:lnTo>
                    <a:pt x="5312723" y="111254"/>
                  </a:lnTo>
                  <a:lnTo>
                    <a:pt x="5337831" y="152974"/>
                  </a:lnTo>
                  <a:lnTo>
                    <a:pt x="5362938" y="211382"/>
                  </a:lnTo>
                  <a:lnTo>
                    <a:pt x="5388045" y="225289"/>
                  </a:lnTo>
                  <a:lnTo>
                    <a:pt x="5413153" y="305948"/>
                  </a:lnTo>
                  <a:lnTo>
                    <a:pt x="5438260" y="244759"/>
                  </a:lnTo>
                  <a:lnTo>
                    <a:pt x="5463368" y="216945"/>
                  </a:lnTo>
                  <a:lnTo>
                    <a:pt x="5488475" y="141849"/>
                  </a:lnTo>
                  <a:lnTo>
                    <a:pt x="5513582" y="55627"/>
                  </a:lnTo>
                  <a:lnTo>
                    <a:pt x="5538690" y="38938"/>
                  </a:lnTo>
                  <a:lnTo>
                    <a:pt x="5563797" y="0"/>
                  </a:lnTo>
                  <a:lnTo>
                    <a:pt x="5588905" y="36157"/>
                  </a:lnTo>
                  <a:lnTo>
                    <a:pt x="5614012" y="111254"/>
                  </a:lnTo>
                  <a:lnTo>
                    <a:pt x="5639119" y="100128"/>
                  </a:lnTo>
                  <a:lnTo>
                    <a:pt x="5664227" y="200257"/>
                  </a:lnTo>
                  <a:lnTo>
                    <a:pt x="5689334" y="222508"/>
                  </a:lnTo>
                  <a:lnTo>
                    <a:pt x="5714442" y="272572"/>
                  </a:lnTo>
                  <a:lnTo>
                    <a:pt x="5739549" y="278135"/>
                  </a:lnTo>
                  <a:lnTo>
                    <a:pt x="5764656" y="278135"/>
                  </a:lnTo>
                  <a:lnTo>
                    <a:pt x="5789764" y="278135"/>
                  </a:lnTo>
                  <a:lnTo>
                    <a:pt x="5814871" y="278135"/>
                  </a:lnTo>
                  <a:lnTo>
                    <a:pt x="5839979" y="300386"/>
                  </a:lnTo>
                  <a:lnTo>
                    <a:pt x="5865086" y="350450"/>
                  </a:lnTo>
                  <a:lnTo>
                    <a:pt x="5890193" y="406077"/>
                  </a:lnTo>
                  <a:lnTo>
                    <a:pt x="5915301" y="500643"/>
                  </a:lnTo>
                  <a:lnTo>
                    <a:pt x="5940408" y="500643"/>
                  </a:lnTo>
                  <a:lnTo>
                    <a:pt x="5965515" y="500643"/>
                  </a:lnTo>
                  <a:lnTo>
                    <a:pt x="5990623" y="503424"/>
                  </a:lnTo>
                  <a:lnTo>
                    <a:pt x="6015730" y="556270"/>
                  </a:lnTo>
                  <a:lnTo>
                    <a:pt x="6040838" y="570176"/>
                  </a:lnTo>
                  <a:lnTo>
                    <a:pt x="6065945" y="625803"/>
                  </a:lnTo>
                  <a:lnTo>
                    <a:pt x="6091052" y="628585"/>
                  </a:lnTo>
                  <a:lnTo>
                    <a:pt x="6116160" y="742620"/>
                  </a:lnTo>
                  <a:lnTo>
                    <a:pt x="6141267" y="831623"/>
                  </a:lnTo>
                  <a:lnTo>
                    <a:pt x="6166375" y="792684"/>
                  </a:lnTo>
                  <a:lnTo>
                    <a:pt x="6191482" y="834405"/>
                  </a:lnTo>
                  <a:lnTo>
                    <a:pt x="6216589" y="834405"/>
                  </a:lnTo>
                  <a:lnTo>
                    <a:pt x="6241697" y="739839"/>
                  </a:lnTo>
                  <a:lnTo>
                    <a:pt x="6266804" y="764871"/>
                  </a:lnTo>
                  <a:lnTo>
                    <a:pt x="6291912" y="778778"/>
                  </a:lnTo>
                  <a:lnTo>
                    <a:pt x="6317019" y="778778"/>
                  </a:lnTo>
                  <a:lnTo>
                    <a:pt x="6342126" y="778778"/>
                  </a:lnTo>
                  <a:lnTo>
                    <a:pt x="6367234" y="778778"/>
                  </a:lnTo>
                  <a:lnTo>
                    <a:pt x="6392341" y="762090"/>
                  </a:lnTo>
                  <a:lnTo>
                    <a:pt x="6417449" y="723151"/>
                  </a:lnTo>
                  <a:lnTo>
                    <a:pt x="6442556" y="712025"/>
                  </a:lnTo>
                  <a:lnTo>
                    <a:pt x="6467663" y="667524"/>
                  </a:lnTo>
                  <a:lnTo>
                    <a:pt x="6492771" y="667524"/>
                  </a:lnTo>
                  <a:lnTo>
                    <a:pt x="6517878" y="667524"/>
                  </a:lnTo>
                  <a:lnTo>
                    <a:pt x="6542985" y="667524"/>
                  </a:lnTo>
                  <a:lnTo>
                    <a:pt x="6568093" y="667524"/>
                  </a:lnTo>
                  <a:lnTo>
                    <a:pt x="6593200" y="667524"/>
                  </a:lnTo>
                  <a:lnTo>
                    <a:pt x="6618308" y="645273"/>
                  </a:lnTo>
                  <a:lnTo>
                    <a:pt x="6643415" y="611897"/>
                  </a:lnTo>
                  <a:lnTo>
                    <a:pt x="6668522" y="611897"/>
                  </a:lnTo>
                  <a:lnTo>
                    <a:pt x="6693630" y="625803"/>
                  </a:lnTo>
                  <a:lnTo>
                    <a:pt x="6718737" y="667524"/>
                  </a:lnTo>
                  <a:lnTo>
                    <a:pt x="6743845" y="667524"/>
                  </a:lnTo>
                  <a:lnTo>
                    <a:pt x="6768952" y="667524"/>
                  </a:lnTo>
                  <a:lnTo>
                    <a:pt x="6794059" y="723151"/>
                  </a:lnTo>
                  <a:lnTo>
                    <a:pt x="6819167" y="723151"/>
                  </a:lnTo>
                  <a:lnTo>
                    <a:pt x="6844274" y="723151"/>
                  </a:lnTo>
                  <a:lnTo>
                    <a:pt x="6869382" y="787122"/>
                  </a:lnTo>
                  <a:lnTo>
                    <a:pt x="6894489" y="778778"/>
                  </a:lnTo>
                  <a:lnTo>
                    <a:pt x="6919596" y="778778"/>
                  </a:lnTo>
                  <a:lnTo>
                    <a:pt x="6944704" y="778778"/>
                  </a:lnTo>
                  <a:lnTo>
                    <a:pt x="6969811" y="745401"/>
                  </a:lnTo>
                  <a:lnTo>
                    <a:pt x="6994918" y="723151"/>
                  </a:lnTo>
                  <a:lnTo>
                    <a:pt x="7020026" y="737057"/>
                  </a:lnTo>
                  <a:lnTo>
                    <a:pt x="7045133" y="778778"/>
                  </a:lnTo>
                  <a:lnTo>
                    <a:pt x="7070241" y="773215"/>
                  </a:lnTo>
                  <a:lnTo>
                    <a:pt x="7095348" y="778778"/>
                  </a:lnTo>
                  <a:lnTo>
                    <a:pt x="7120455" y="778778"/>
                  </a:lnTo>
                  <a:lnTo>
                    <a:pt x="7145563" y="778778"/>
                  </a:lnTo>
                  <a:lnTo>
                    <a:pt x="7170670" y="778778"/>
                  </a:lnTo>
                  <a:lnTo>
                    <a:pt x="7195778" y="778778"/>
                  </a:lnTo>
                  <a:lnTo>
                    <a:pt x="7220885" y="778778"/>
                  </a:lnTo>
                  <a:lnTo>
                    <a:pt x="7245992" y="798247"/>
                  </a:lnTo>
                  <a:lnTo>
                    <a:pt x="7271100" y="834405"/>
                  </a:lnTo>
                  <a:lnTo>
                    <a:pt x="7296207" y="834405"/>
                  </a:lnTo>
                  <a:lnTo>
                    <a:pt x="7321315" y="801028"/>
                  </a:lnTo>
                  <a:lnTo>
                    <a:pt x="7346422" y="778778"/>
                  </a:lnTo>
                  <a:lnTo>
                    <a:pt x="7371529" y="778778"/>
                  </a:lnTo>
                  <a:lnTo>
                    <a:pt x="7396637" y="778778"/>
                  </a:lnTo>
                  <a:lnTo>
                    <a:pt x="7421744" y="778778"/>
                  </a:lnTo>
                  <a:lnTo>
                    <a:pt x="7446852" y="778778"/>
                  </a:lnTo>
                  <a:lnTo>
                    <a:pt x="7471959" y="778778"/>
                  </a:lnTo>
                  <a:lnTo>
                    <a:pt x="7497066" y="801029"/>
                  </a:lnTo>
                  <a:lnTo>
                    <a:pt x="7522174" y="834405"/>
                  </a:lnTo>
                  <a:lnTo>
                    <a:pt x="7547281" y="834405"/>
                  </a:lnTo>
                  <a:lnTo>
                    <a:pt x="7572388" y="834405"/>
                  </a:lnTo>
                  <a:lnTo>
                    <a:pt x="7597496" y="865000"/>
                  </a:lnTo>
                  <a:lnTo>
                    <a:pt x="7622603" y="890032"/>
                  </a:lnTo>
                  <a:lnTo>
                    <a:pt x="7647711" y="890032"/>
                  </a:lnTo>
                  <a:lnTo>
                    <a:pt x="7672818" y="890032"/>
                  </a:lnTo>
                  <a:lnTo>
                    <a:pt x="7697925" y="901157"/>
                  </a:lnTo>
                  <a:lnTo>
                    <a:pt x="7723033" y="945659"/>
                  </a:lnTo>
                  <a:lnTo>
                    <a:pt x="7748140" y="945659"/>
                  </a:lnTo>
                  <a:lnTo>
                    <a:pt x="7773248" y="945659"/>
                  </a:lnTo>
                  <a:lnTo>
                    <a:pt x="7798355" y="945659"/>
                  </a:lnTo>
                  <a:lnTo>
                    <a:pt x="7823462" y="876125"/>
                  </a:lnTo>
                  <a:lnTo>
                    <a:pt x="7848570" y="834405"/>
                  </a:lnTo>
                  <a:lnTo>
                    <a:pt x="7873677" y="834405"/>
                  </a:lnTo>
                  <a:lnTo>
                    <a:pt x="7898785" y="834405"/>
                  </a:lnTo>
                  <a:lnTo>
                    <a:pt x="7923892" y="834405"/>
                  </a:lnTo>
                  <a:lnTo>
                    <a:pt x="7948999" y="865000"/>
                  </a:lnTo>
                  <a:lnTo>
                    <a:pt x="7974107" y="890032"/>
                  </a:lnTo>
                  <a:lnTo>
                    <a:pt x="7999214" y="890032"/>
                  </a:lnTo>
                  <a:lnTo>
                    <a:pt x="8024321" y="853874"/>
                  </a:lnTo>
                  <a:lnTo>
                    <a:pt x="8049429" y="828842"/>
                  </a:lnTo>
                  <a:lnTo>
                    <a:pt x="8074536" y="778778"/>
                  </a:lnTo>
                  <a:lnTo>
                    <a:pt x="8099644" y="778778"/>
                  </a:lnTo>
                  <a:lnTo>
                    <a:pt x="8124751" y="778778"/>
                  </a:lnTo>
                  <a:lnTo>
                    <a:pt x="8149858" y="778778"/>
                  </a:lnTo>
                  <a:lnTo>
                    <a:pt x="8174966" y="778778"/>
                  </a:lnTo>
                  <a:lnTo>
                    <a:pt x="8200073" y="737057"/>
                  </a:lnTo>
                  <a:lnTo>
                    <a:pt x="8225181" y="723151"/>
                  </a:lnTo>
                  <a:lnTo>
                    <a:pt x="8250288" y="723151"/>
                  </a:lnTo>
                  <a:lnTo>
                    <a:pt x="8275395" y="723151"/>
                  </a:lnTo>
                  <a:lnTo>
                    <a:pt x="8300503" y="723151"/>
                  </a:lnTo>
                  <a:lnTo>
                    <a:pt x="8325610" y="723151"/>
                  </a:lnTo>
                  <a:lnTo>
                    <a:pt x="8350718" y="723151"/>
                  </a:lnTo>
                  <a:lnTo>
                    <a:pt x="8375825" y="723151"/>
                  </a:lnTo>
                  <a:lnTo>
                    <a:pt x="8375825" y="723151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644148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6505331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622670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tx65"/>
            <p:cNvSpPr/>
            <p:nvPr/>
          </p:nvSpPr>
          <p:spPr>
            <a:xfrm>
              <a:off x="311199" y="631035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311199" y="603221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0.01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311199" y="575408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0.02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311199" y="547594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0.03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11199" y="519781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0.04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311199" y="491967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0.05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311199" y="464154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0.06</a:t>
              </a:r>
            </a:p>
          </p:txBody>
        </p:sp>
        <p:sp>
          <p:nvSpPr>
            <p:cNvPr id="72" name="pl72"/>
            <p:cNvSpPr/>
            <p:nvPr/>
          </p:nvSpPr>
          <p:spPr>
            <a:xfrm>
              <a:off x="587875" y="635414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87875" y="60760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87875" y="579787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87875" y="55197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87875" y="52416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87875" y="496346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87875" y="468533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622670" y="6354144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1918211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4428950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6939689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tx83"/>
            <p:cNvSpPr/>
            <p:nvPr/>
          </p:nvSpPr>
          <p:spPr>
            <a:xfrm>
              <a:off x="1669343" y="6413719"/>
              <a:ext cx="49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8942000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180082" y="6413719"/>
              <a:ext cx="49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8944000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6690821" y="6413719"/>
              <a:ext cx="49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8946000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533911" y="6522933"/>
              <a:ext cx="553342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position</a:t>
              </a:r>
            </a:p>
          </p:txBody>
        </p:sp>
        <p:sp>
          <p:nvSpPr>
            <p:cNvPr id="87" name="tx87"/>
            <p:cNvSpPr/>
            <p:nvPr/>
          </p:nvSpPr>
          <p:spPr>
            <a:xfrm rot="-5400000">
              <a:off x="96391" y="5468818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622670" y="4416918"/>
              <a:ext cx="1990479" cy="1639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seq.CG_500_mean_new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2026-03-10T15:34:43Z</dcterms:modified>
  <cp:category/>
</cp:coreProperties>
</file>