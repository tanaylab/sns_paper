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192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62477"/>
              <a:ext cx="9004821" cy="35259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44934" y="145504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44934" y="3078920"/>
              <a:ext cx="10802" cy="183556"/>
            </a:xfrm>
            <a:custGeom>
              <a:avLst/>
              <a:pathLst>
                <a:path w="10802" h="183556">
                  <a:moveTo>
                    <a:pt x="0" y="35934"/>
                  </a:moveTo>
                  <a:lnTo>
                    <a:pt x="1711" y="10485"/>
                  </a:lnTo>
                  <a:lnTo>
                    <a:pt x="3422" y="0"/>
                  </a:lnTo>
                  <a:lnTo>
                    <a:pt x="5134" y="83160"/>
                  </a:lnTo>
                  <a:lnTo>
                    <a:pt x="6845" y="162453"/>
                  </a:lnTo>
                  <a:lnTo>
                    <a:pt x="8556" y="164973"/>
                  </a:lnTo>
                  <a:lnTo>
                    <a:pt x="10268" y="175617"/>
                  </a:lnTo>
                  <a:lnTo>
                    <a:pt x="10802" y="18355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60411" y="2808600"/>
              <a:ext cx="231517" cy="453876"/>
            </a:xfrm>
            <a:custGeom>
              <a:avLst/>
              <a:pathLst>
                <a:path w="231517" h="453876">
                  <a:moveTo>
                    <a:pt x="0" y="453876"/>
                  </a:moveTo>
                  <a:lnTo>
                    <a:pt x="1636" y="403757"/>
                  </a:lnTo>
                  <a:lnTo>
                    <a:pt x="3348" y="401237"/>
                  </a:lnTo>
                  <a:lnTo>
                    <a:pt x="5059" y="389108"/>
                  </a:lnTo>
                  <a:lnTo>
                    <a:pt x="6770" y="334992"/>
                  </a:lnTo>
                  <a:lnTo>
                    <a:pt x="8482" y="318527"/>
                  </a:lnTo>
                  <a:lnTo>
                    <a:pt x="10193" y="318527"/>
                  </a:lnTo>
                  <a:lnTo>
                    <a:pt x="11905" y="315072"/>
                  </a:lnTo>
                  <a:lnTo>
                    <a:pt x="13616" y="278955"/>
                  </a:lnTo>
                  <a:lnTo>
                    <a:pt x="15327" y="198673"/>
                  </a:lnTo>
                  <a:lnTo>
                    <a:pt x="17039" y="189093"/>
                  </a:lnTo>
                  <a:lnTo>
                    <a:pt x="18750" y="217397"/>
                  </a:lnTo>
                  <a:lnTo>
                    <a:pt x="20462" y="178729"/>
                  </a:lnTo>
                  <a:lnTo>
                    <a:pt x="22173" y="70653"/>
                  </a:lnTo>
                  <a:lnTo>
                    <a:pt x="23884" y="29229"/>
                  </a:lnTo>
                  <a:lnTo>
                    <a:pt x="25596" y="117346"/>
                  </a:lnTo>
                  <a:lnTo>
                    <a:pt x="27307" y="125193"/>
                  </a:lnTo>
                  <a:lnTo>
                    <a:pt x="29019" y="51640"/>
                  </a:lnTo>
                  <a:lnTo>
                    <a:pt x="30730" y="97605"/>
                  </a:lnTo>
                  <a:lnTo>
                    <a:pt x="32441" y="181410"/>
                  </a:lnTo>
                  <a:lnTo>
                    <a:pt x="34153" y="248979"/>
                  </a:lnTo>
                  <a:lnTo>
                    <a:pt x="35864" y="253272"/>
                  </a:lnTo>
                  <a:lnTo>
                    <a:pt x="37575" y="308785"/>
                  </a:lnTo>
                  <a:lnTo>
                    <a:pt x="39287" y="355906"/>
                  </a:lnTo>
                  <a:lnTo>
                    <a:pt x="40998" y="330897"/>
                  </a:lnTo>
                  <a:lnTo>
                    <a:pt x="42710" y="331498"/>
                  </a:lnTo>
                  <a:lnTo>
                    <a:pt x="44421" y="228513"/>
                  </a:lnTo>
                  <a:lnTo>
                    <a:pt x="46132" y="118789"/>
                  </a:lnTo>
                  <a:lnTo>
                    <a:pt x="47844" y="20494"/>
                  </a:lnTo>
                  <a:lnTo>
                    <a:pt x="49555" y="453"/>
                  </a:lnTo>
                  <a:lnTo>
                    <a:pt x="51267" y="0"/>
                  </a:lnTo>
                  <a:lnTo>
                    <a:pt x="52978" y="23268"/>
                  </a:lnTo>
                  <a:lnTo>
                    <a:pt x="54689" y="131590"/>
                  </a:lnTo>
                  <a:lnTo>
                    <a:pt x="56401" y="219814"/>
                  </a:lnTo>
                  <a:lnTo>
                    <a:pt x="58112" y="286443"/>
                  </a:lnTo>
                  <a:lnTo>
                    <a:pt x="59824" y="290320"/>
                  </a:lnTo>
                  <a:lnTo>
                    <a:pt x="61535" y="313505"/>
                  </a:lnTo>
                  <a:lnTo>
                    <a:pt x="63246" y="329505"/>
                  </a:lnTo>
                  <a:lnTo>
                    <a:pt x="64958" y="274655"/>
                  </a:lnTo>
                  <a:lnTo>
                    <a:pt x="66669" y="218637"/>
                  </a:lnTo>
                  <a:lnTo>
                    <a:pt x="68381" y="175249"/>
                  </a:lnTo>
                  <a:lnTo>
                    <a:pt x="70092" y="129623"/>
                  </a:lnTo>
                  <a:lnTo>
                    <a:pt x="71803" y="109277"/>
                  </a:lnTo>
                  <a:lnTo>
                    <a:pt x="73515" y="123479"/>
                  </a:lnTo>
                  <a:lnTo>
                    <a:pt x="75226" y="213111"/>
                  </a:lnTo>
                  <a:lnTo>
                    <a:pt x="76938" y="225614"/>
                  </a:lnTo>
                  <a:lnTo>
                    <a:pt x="78649" y="224157"/>
                  </a:lnTo>
                  <a:lnTo>
                    <a:pt x="80360" y="239734"/>
                  </a:lnTo>
                  <a:lnTo>
                    <a:pt x="82072" y="253268"/>
                  </a:lnTo>
                  <a:lnTo>
                    <a:pt x="83783" y="221532"/>
                  </a:lnTo>
                  <a:lnTo>
                    <a:pt x="85495" y="141667"/>
                  </a:lnTo>
                  <a:lnTo>
                    <a:pt x="87206" y="178498"/>
                  </a:lnTo>
                  <a:lnTo>
                    <a:pt x="88917" y="281832"/>
                  </a:lnTo>
                  <a:lnTo>
                    <a:pt x="90629" y="350148"/>
                  </a:lnTo>
                  <a:lnTo>
                    <a:pt x="92340" y="304792"/>
                  </a:lnTo>
                  <a:lnTo>
                    <a:pt x="94052" y="304230"/>
                  </a:lnTo>
                  <a:lnTo>
                    <a:pt x="95763" y="353950"/>
                  </a:lnTo>
                  <a:lnTo>
                    <a:pt x="97474" y="382135"/>
                  </a:lnTo>
                  <a:lnTo>
                    <a:pt x="99186" y="319672"/>
                  </a:lnTo>
                  <a:lnTo>
                    <a:pt x="100897" y="225763"/>
                  </a:lnTo>
                  <a:lnTo>
                    <a:pt x="102609" y="234171"/>
                  </a:lnTo>
                  <a:lnTo>
                    <a:pt x="104320" y="251325"/>
                  </a:lnTo>
                  <a:lnTo>
                    <a:pt x="106031" y="205606"/>
                  </a:lnTo>
                  <a:lnTo>
                    <a:pt x="107743" y="132991"/>
                  </a:lnTo>
                  <a:lnTo>
                    <a:pt x="109454" y="88314"/>
                  </a:lnTo>
                  <a:lnTo>
                    <a:pt x="111166" y="118649"/>
                  </a:lnTo>
                  <a:lnTo>
                    <a:pt x="112877" y="131497"/>
                  </a:lnTo>
                  <a:lnTo>
                    <a:pt x="114588" y="86984"/>
                  </a:lnTo>
                  <a:lnTo>
                    <a:pt x="116300" y="142591"/>
                  </a:lnTo>
                  <a:lnTo>
                    <a:pt x="118011" y="161903"/>
                  </a:lnTo>
                  <a:lnTo>
                    <a:pt x="119723" y="171799"/>
                  </a:lnTo>
                  <a:lnTo>
                    <a:pt x="121434" y="185552"/>
                  </a:lnTo>
                  <a:lnTo>
                    <a:pt x="123145" y="162927"/>
                  </a:lnTo>
                  <a:lnTo>
                    <a:pt x="124857" y="120104"/>
                  </a:lnTo>
                  <a:lnTo>
                    <a:pt x="126568" y="5634"/>
                  </a:lnTo>
                  <a:lnTo>
                    <a:pt x="128280" y="9541"/>
                  </a:lnTo>
                  <a:lnTo>
                    <a:pt x="129991" y="80298"/>
                  </a:lnTo>
                  <a:lnTo>
                    <a:pt x="131702" y="95585"/>
                  </a:lnTo>
                  <a:lnTo>
                    <a:pt x="133414" y="68301"/>
                  </a:lnTo>
                  <a:lnTo>
                    <a:pt x="135125" y="43450"/>
                  </a:lnTo>
                  <a:lnTo>
                    <a:pt x="136836" y="92750"/>
                  </a:lnTo>
                  <a:lnTo>
                    <a:pt x="138548" y="107784"/>
                  </a:lnTo>
                  <a:lnTo>
                    <a:pt x="140259" y="82708"/>
                  </a:lnTo>
                  <a:lnTo>
                    <a:pt x="141971" y="94769"/>
                  </a:lnTo>
                  <a:lnTo>
                    <a:pt x="143682" y="178085"/>
                  </a:lnTo>
                  <a:lnTo>
                    <a:pt x="145393" y="245857"/>
                  </a:lnTo>
                  <a:lnTo>
                    <a:pt x="147105" y="198735"/>
                  </a:lnTo>
                  <a:lnTo>
                    <a:pt x="148816" y="157618"/>
                  </a:lnTo>
                  <a:lnTo>
                    <a:pt x="150528" y="203020"/>
                  </a:lnTo>
                  <a:lnTo>
                    <a:pt x="152239" y="227083"/>
                  </a:lnTo>
                  <a:lnTo>
                    <a:pt x="153950" y="184538"/>
                  </a:lnTo>
                  <a:lnTo>
                    <a:pt x="155662" y="133112"/>
                  </a:lnTo>
                  <a:lnTo>
                    <a:pt x="157373" y="150860"/>
                  </a:lnTo>
                  <a:lnTo>
                    <a:pt x="159085" y="209864"/>
                  </a:lnTo>
                  <a:lnTo>
                    <a:pt x="160796" y="189538"/>
                  </a:lnTo>
                  <a:lnTo>
                    <a:pt x="162507" y="171113"/>
                  </a:lnTo>
                  <a:lnTo>
                    <a:pt x="164219" y="152507"/>
                  </a:lnTo>
                  <a:lnTo>
                    <a:pt x="165930" y="190130"/>
                  </a:lnTo>
                  <a:lnTo>
                    <a:pt x="167642" y="255093"/>
                  </a:lnTo>
                  <a:lnTo>
                    <a:pt x="169353" y="311516"/>
                  </a:lnTo>
                  <a:lnTo>
                    <a:pt x="171064" y="315357"/>
                  </a:lnTo>
                  <a:lnTo>
                    <a:pt x="172776" y="227982"/>
                  </a:lnTo>
                  <a:lnTo>
                    <a:pt x="174487" y="211458"/>
                  </a:lnTo>
                  <a:lnTo>
                    <a:pt x="176199" y="224493"/>
                  </a:lnTo>
                  <a:lnTo>
                    <a:pt x="177910" y="201837"/>
                  </a:lnTo>
                  <a:lnTo>
                    <a:pt x="179621" y="142106"/>
                  </a:lnTo>
                  <a:lnTo>
                    <a:pt x="181333" y="106058"/>
                  </a:lnTo>
                  <a:lnTo>
                    <a:pt x="183044" y="212457"/>
                  </a:lnTo>
                  <a:lnTo>
                    <a:pt x="184756" y="259039"/>
                  </a:lnTo>
                  <a:lnTo>
                    <a:pt x="186467" y="234719"/>
                  </a:lnTo>
                  <a:lnTo>
                    <a:pt x="188178" y="244132"/>
                  </a:lnTo>
                  <a:lnTo>
                    <a:pt x="189890" y="186601"/>
                  </a:lnTo>
                  <a:lnTo>
                    <a:pt x="191601" y="159512"/>
                  </a:lnTo>
                  <a:lnTo>
                    <a:pt x="193313" y="184128"/>
                  </a:lnTo>
                  <a:lnTo>
                    <a:pt x="195024" y="280019"/>
                  </a:lnTo>
                  <a:lnTo>
                    <a:pt x="196735" y="326974"/>
                  </a:lnTo>
                  <a:lnTo>
                    <a:pt x="198447" y="306391"/>
                  </a:lnTo>
                  <a:lnTo>
                    <a:pt x="200158" y="310693"/>
                  </a:lnTo>
                  <a:lnTo>
                    <a:pt x="201870" y="302336"/>
                  </a:lnTo>
                  <a:lnTo>
                    <a:pt x="203581" y="248700"/>
                  </a:lnTo>
                  <a:lnTo>
                    <a:pt x="205292" y="165451"/>
                  </a:lnTo>
                  <a:lnTo>
                    <a:pt x="207004" y="155777"/>
                  </a:lnTo>
                  <a:lnTo>
                    <a:pt x="208715" y="209298"/>
                  </a:lnTo>
                  <a:lnTo>
                    <a:pt x="210427" y="282313"/>
                  </a:lnTo>
                  <a:lnTo>
                    <a:pt x="212138" y="349964"/>
                  </a:lnTo>
                  <a:lnTo>
                    <a:pt x="213849" y="369273"/>
                  </a:lnTo>
                  <a:lnTo>
                    <a:pt x="215561" y="380214"/>
                  </a:lnTo>
                  <a:lnTo>
                    <a:pt x="217272" y="401237"/>
                  </a:lnTo>
                  <a:lnTo>
                    <a:pt x="218984" y="401237"/>
                  </a:lnTo>
                  <a:lnTo>
                    <a:pt x="220695" y="371357"/>
                  </a:lnTo>
                  <a:lnTo>
                    <a:pt x="222406" y="328503"/>
                  </a:lnTo>
                  <a:lnTo>
                    <a:pt x="224118" y="346875"/>
                  </a:lnTo>
                  <a:lnTo>
                    <a:pt x="225829" y="401635"/>
                  </a:lnTo>
                  <a:lnTo>
                    <a:pt x="227541" y="410130"/>
                  </a:lnTo>
                  <a:lnTo>
                    <a:pt x="229252" y="410131"/>
                  </a:lnTo>
                  <a:lnTo>
                    <a:pt x="230963" y="440009"/>
                  </a:lnTo>
                  <a:lnTo>
                    <a:pt x="231517" y="45387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95208" y="3228732"/>
              <a:ext cx="4047" cy="33745"/>
            </a:xfrm>
            <a:custGeom>
              <a:avLst/>
              <a:pathLst>
                <a:path w="4047" h="33745">
                  <a:moveTo>
                    <a:pt x="0" y="33745"/>
                  </a:moveTo>
                  <a:lnTo>
                    <a:pt x="1301" y="0"/>
                  </a:lnTo>
                  <a:lnTo>
                    <a:pt x="3013" y="23574"/>
                  </a:lnTo>
                  <a:lnTo>
                    <a:pt x="4047" y="3374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0330" y="2922932"/>
              <a:ext cx="108491" cy="339544"/>
            </a:xfrm>
            <a:custGeom>
              <a:avLst/>
              <a:pathLst>
                <a:path w="108491" h="339544">
                  <a:moveTo>
                    <a:pt x="0" y="339544"/>
                  </a:moveTo>
                  <a:lnTo>
                    <a:pt x="1313" y="317551"/>
                  </a:lnTo>
                  <a:lnTo>
                    <a:pt x="3025" y="231126"/>
                  </a:lnTo>
                  <a:lnTo>
                    <a:pt x="4736" y="192280"/>
                  </a:lnTo>
                  <a:lnTo>
                    <a:pt x="6447" y="154928"/>
                  </a:lnTo>
                  <a:lnTo>
                    <a:pt x="8159" y="77367"/>
                  </a:lnTo>
                  <a:lnTo>
                    <a:pt x="9870" y="80158"/>
                  </a:lnTo>
                  <a:lnTo>
                    <a:pt x="11582" y="87629"/>
                  </a:lnTo>
                  <a:lnTo>
                    <a:pt x="13293" y="134662"/>
                  </a:lnTo>
                  <a:lnTo>
                    <a:pt x="15004" y="132735"/>
                  </a:lnTo>
                  <a:lnTo>
                    <a:pt x="16716" y="59910"/>
                  </a:lnTo>
                  <a:lnTo>
                    <a:pt x="18427" y="63342"/>
                  </a:lnTo>
                  <a:lnTo>
                    <a:pt x="20139" y="3236"/>
                  </a:lnTo>
                  <a:lnTo>
                    <a:pt x="21850" y="0"/>
                  </a:lnTo>
                  <a:lnTo>
                    <a:pt x="23561" y="39395"/>
                  </a:lnTo>
                  <a:lnTo>
                    <a:pt x="25273" y="80170"/>
                  </a:lnTo>
                  <a:lnTo>
                    <a:pt x="26984" y="153436"/>
                  </a:lnTo>
                  <a:lnTo>
                    <a:pt x="28696" y="144008"/>
                  </a:lnTo>
                  <a:lnTo>
                    <a:pt x="30407" y="180236"/>
                  </a:lnTo>
                  <a:lnTo>
                    <a:pt x="32118" y="168409"/>
                  </a:lnTo>
                  <a:lnTo>
                    <a:pt x="33830" y="79414"/>
                  </a:lnTo>
                  <a:lnTo>
                    <a:pt x="35541" y="92426"/>
                  </a:lnTo>
                  <a:lnTo>
                    <a:pt x="37253" y="134226"/>
                  </a:lnTo>
                  <a:lnTo>
                    <a:pt x="38964" y="185711"/>
                  </a:lnTo>
                  <a:lnTo>
                    <a:pt x="40675" y="189973"/>
                  </a:lnTo>
                  <a:lnTo>
                    <a:pt x="42387" y="226211"/>
                  </a:lnTo>
                  <a:lnTo>
                    <a:pt x="44098" y="315205"/>
                  </a:lnTo>
                  <a:lnTo>
                    <a:pt x="45810" y="302193"/>
                  </a:lnTo>
                  <a:lnTo>
                    <a:pt x="47521" y="255057"/>
                  </a:lnTo>
                  <a:lnTo>
                    <a:pt x="49232" y="205087"/>
                  </a:lnTo>
                  <a:lnTo>
                    <a:pt x="50944" y="193762"/>
                  </a:lnTo>
                  <a:lnTo>
                    <a:pt x="52655" y="146132"/>
                  </a:lnTo>
                  <a:lnTo>
                    <a:pt x="54367" y="140176"/>
                  </a:lnTo>
                  <a:lnTo>
                    <a:pt x="56078" y="140177"/>
                  </a:lnTo>
                  <a:lnTo>
                    <a:pt x="57789" y="172027"/>
                  </a:lnTo>
                  <a:lnTo>
                    <a:pt x="59501" y="221997"/>
                  </a:lnTo>
                  <a:lnTo>
                    <a:pt x="61212" y="233322"/>
                  </a:lnTo>
                  <a:lnTo>
                    <a:pt x="62924" y="280950"/>
                  </a:lnTo>
                  <a:lnTo>
                    <a:pt x="64635" y="286905"/>
                  </a:lnTo>
                  <a:lnTo>
                    <a:pt x="66346" y="286905"/>
                  </a:lnTo>
                  <a:lnTo>
                    <a:pt x="68058" y="286905"/>
                  </a:lnTo>
                  <a:lnTo>
                    <a:pt x="69769" y="286905"/>
                  </a:lnTo>
                  <a:lnTo>
                    <a:pt x="71481" y="286905"/>
                  </a:lnTo>
                  <a:lnTo>
                    <a:pt x="73192" y="286905"/>
                  </a:lnTo>
                  <a:lnTo>
                    <a:pt x="74903" y="286905"/>
                  </a:lnTo>
                  <a:lnTo>
                    <a:pt x="76615" y="286905"/>
                  </a:lnTo>
                  <a:lnTo>
                    <a:pt x="78326" y="286905"/>
                  </a:lnTo>
                  <a:lnTo>
                    <a:pt x="80038" y="286905"/>
                  </a:lnTo>
                  <a:lnTo>
                    <a:pt x="81749" y="286905"/>
                  </a:lnTo>
                  <a:lnTo>
                    <a:pt x="83460" y="286905"/>
                  </a:lnTo>
                  <a:lnTo>
                    <a:pt x="85172" y="286905"/>
                  </a:lnTo>
                  <a:lnTo>
                    <a:pt x="86883" y="286905"/>
                  </a:lnTo>
                  <a:lnTo>
                    <a:pt x="88595" y="286905"/>
                  </a:lnTo>
                  <a:lnTo>
                    <a:pt x="90306" y="286905"/>
                  </a:lnTo>
                  <a:lnTo>
                    <a:pt x="92017" y="286905"/>
                  </a:lnTo>
                  <a:lnTo>
                    <a:pt x="93729" y="286905"/>
                  </a:lnTo>
                  <a:lnTo>
                    <a:pt x="95440" y="286905"/>
                  </a:lnTo>
                  <a:lnTo>
                    <a:pt x="97152" y="286905"/>
                  </a:lnTo>
                  <a:lnTo>
                    <a:pt x="98863" y="286905"/>
                  </a:lnTo>
                  <a:lnTo>
                    <a:pt x="100574" y="286905"/>
                  </a:lnTo>
                  <a:lnTo>
                    <a:pt x="102286" y="286905"/>
                  </a:lnTo>
                  <a:lnTo>
                    <a:pt x="103997" y="286905"/>
                  </a:lnTo>
                  <a:lnTo>
                    <a:pt x="105709" y="297663"/>
                  </a:lnTo>
                  <a:lnTo>
                    <a:pt x="107420" y="309264"/>
                  </a:lnTo>
                  <a:lnTo>
                    <a:pt x="108491" y="33954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27445" y="2903904"/>
              <a:ext cx="87924" cy="358572"/>
            </a:xfrm>
            <a:custGeom>
              <a:avLst/>
              <a:pathLst>
                <a:path w="87924" h="358572">
                  <a:moveTo>
                    <a:pt x="0" y="358572"/>
                  </a:moveTo>
                  <a:lnTo>
                    <a:pt x="841" y="314225"/>
                  </a:lnTo>
                  <a:lnTo>
                    <a:pt x="2553" y="239744"/>
                  </a:lnTo>
                  <a:lnTo>
                    <a:pt x="4264" y="142067"/>
                  </a:lnTo>
                  <a:lnTo>
                    <a:pt x="5975" y="36859"/>
                  </a:lnTo>
                  <a:lnTo>
                    <a:pt x="7687" y="8694"/>
                  </a:lnTo>
                  <a:lnTo>
                    <a:pt x="9398" y="26166"/>
                  </a:lnTo>
                  <a:lnTo>
                    <a:pt x="11110" y="35029"/>
                  </a:lnTo>
                  <a:lnTo>
                    <a:pt x="12821" y="50003"/>
                  </a:lnTo>
                  <a:lnTo>
                    <a:pt x="14532" y="9986"/>
                  </a:lnTo>
                  <a:lnTo>
                    <a:pt x="16244" y="53769"/>
                  </a:lnTo>
                  <a:lnTo>
                    <a:pt x="17955" y="107600"/>
                  </a:lnTo>
                  <a:lnTo>
                    <a:pt x="19667" y="112565"/>
                  </a:lnTo>
                  <a:lnTo>
                    <a:pt x="21378" y="125663"/>
                  </a:lnTo>
                  <a:lnTo>
                    <a:pt x="23089" y="108992"/>
                  </a:lnTo>
                  <a:lnTo>
                    <a:pt x="24801" y="175848"/>
                  </a:lnTo>
                  <a:lnTo>
                    <a:pt x="26512" y="204713"/>
                  </a:lnTo>
                  <a:lnTo>
                    <a:pt x="28224" y="200703"/>
                  </a:lnTo>
                  <a:lnTo>
                    <a:pt x="29935" y="221277"/>
                  </a:lnTo>
                  <a:lnTo>
                    <a:pt x="31646" y="204354"/>
                  </a:lnTo>
                  <a:lnTo>
                    <a:pt x="33358" y="219110"/>
                  </a:lnTo>
                  <a:lnTo>
                    <a:pt x="35069" y="224225"/>
                  </a:lnTo>
                  <a:lnTo>
                    <a:pt x="36781" y="224226"/>
                  </a:lnTo>
                  <a:lnTo>
                    <a:pt x="38492" y="199376"/>
                  </a:lnTo>
                  <a:lnTo>
                    <a:pt x="40203" y="150092"/>
                  </a:lnTo>
                  <a:lnTo>
                    <a:pt x="41915" y="116423"/>
                  </a:lnTo>
                  <a:lnTo>
                    <a:pt x="43626" y="108168"/>
                  </a:lnTo>
                  <a:lnTo>
                    <a:pt x="45338" y="108170"/>
                  </a:lnTo>
                  <a:lnTo>
                    <a:pt x="47049" y="108171"/>
                  </a:lnTo>
                  <a:lnTo>
                    <a:pt x="48760" y="86077"/>
                  </a:lnTo>
                  <a:lnTo>
                    <a:pt x="50472" y="41330"/>
                  </a:lnTo>
                  <a:lnTo>
                    <a:pt x="52183" y="72715"/>
                  </a:lnTo>
                  <a:lnTo>
                    <a:pt x="53895" y="79297"/>
                  </a:lnTo>
                  <a:lnTo>
                    <a:pt x="55606" y="52132"/>
                  </a:lnTo>
                  <a:lnTo>
                    <a:pt x="57317" y="0"/>
                  </a:lnTo>
                  <a:lnTo>
                    <a:pt x="59029" y="44311"/>
                  </a:lnTo>
                  <a:lnTo>
                    <a:pt x="60740" y="167094"/>
                  </a:lnTo>
                  <a:lnTo>
                    <a:pt x="62452" y="254248"/>
                  </a:lnTo>
                  <a:lnTo>
                    <a:pt x="64163" y="276480"/>
                  </a:lnTo>
                  <a:lnTo>
                    <a:pt x="65874" y="303647"/>
                  </a:lnTo>
                  <a:lnTo>
                    <a:pt x="67586" y="355783"/>
                  </a:lnTo>
                  <a:lnTo>
                    <a:pt x="69297" y="358413"/>
                  </a:lnTo>
                  <a:lnTo>
                    <a:pt x="71009" y="336691"/>
                  </a:lnTo>
                  <a:lnTo>
                    <a:pt x="72720" y="305934"/>
                  </a:lnTo>
                  <a:lnTo>
                    <a:pt x="74431" y="305934"/>
                  </a:lnTo>
                  <a:lnTo>
                    <a:pt x="76143" y="321491"/>
                  </a:lnTo>
                  <a:lnTo>
                    <a:pt x="77854" y="353661"/>
                  </a:lnTo>
                  <a:lnTo>
                    <a:pt x="79566" y="356179"/>
                  </a:lnTo>
                  <a:lnTo>
                    <a:pt x="81277" y="356180"/>
                  </a:lnTo>
                  <a:lnTo>
                    <a:pt x="82988" y="356181"/>
                  </a:lnTo>
                  <a:lnTo>
                    <a:pt x="84700" y="356182"/>
                  </a:lnTo>
                  <a:lnTo>
                    <a:pt x="86411" y="343051"/>
                  </a:lnTo>
                  <a:lnTo>
                    <a:pt x="87924" y="3585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18641" y="3239054"/>
              <a:ext cx="3331" cy="23423"/>
            </a:xfrm>
            <a:custGeom>
              <a:avLst/>
              <a:pathLst>
                <a:path w="3331" h="23423">
                  <a:moveTo>
                    <a:pt x="0" y="23423"/>
                  </a:moveTo>
                  <a:lnTo>
                    <a:pt x="349" y="14876"/>
                  </a:lnTo>
                  <a:lnTo>
                    <a:pt x="2061" y="0"/>
                  </a:lnTo>
                  <a:lnTo>
                    <a:pt x="3331" y="2342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24494" y="2435239"/>
              <a:ext cx="106476" cy="827237"/>
            </a:xfrm>
            <a:custGeom>
              <a:avLst/>
              <a:pathLst>
                <a:path w="106476" h="827237">
                  <a:moveTo>
                    <a:pt x="0" y="827237"/>
                  </a:moveTo>
                  <a:lnTo>
                    <a:pt x="1342" y="778437"/>
                  </a:lnTo>
                  <a:lnTo>
                    <a:pt x="3054" y="679693"/>
                  </a:lnTo>
                  <a:lnTo>
                    <a:pt x="4765" y="639170"/>
                  </a:lnTo>
                  <a:lnTo>
                    <a:pt x="6476" y="600244"/>
                  </a:lnTo>
                  <a:lnTo>
                    <a:pt x="8188" y="509028"/>
                  </a:lnTo>
                  <a:lnTo>
                    <a:pt x="9899" y="399436"/>
                  </a:lnTo>
                  <a:lnTo>
                    <a:pt x="11611" y="368661"/>
                  </a:lnTo>
                  <a:lnTo>
                    <a:pt x="13322" y="418378"/>
                  </a:lnTo>
                  <a:lnTo>
                    <a:pt x="15033" y="452348"/>
                  </a:lnTo>
                  <a:lnTo>
                    <a:pt x="16745" y="485694"/>
                  </a:lnTo>
                  <a:lnTo>
                    <a:pt x="18456" y="527874"/>
                  </a:lnTo>
                  <a:lnTo>
                    <a:pt x="20168" y="577367"/>
                  </a:lnTo>
                  <a:lnTo>
                    <a:pt x="21879" y="607080"/>
                  </a:lnTo>
                  <a:lnTo>
                    <a:pt x="23590" y="622348"/>
                  </a:lnTo>
                  <a:lnTo>
                    <a:pt x="25302" y="670725"/>
                  </a:lnTo>
                  <a:lnTo>
                    <a:pt x="27013" y="691179"/>
                  </a:lnTo>
                  <a:lnTo>
                    <a:pt x="28725" y="708672"/>
                  </a:lnTo>
                  <a:lnTo>
                    <a:pt x="30436" y="761065"/>
                  </a:lnTo>
                  <a:lnTo>
                    <a:pt x="32147" y="774599"/>
                  </a:lnTo>
                  <a:lnTo>
                    <a:pt x="33859" y="725848"/>
                  </a:lnTo>
                  <a:lnTo>
                    <a:pt x="35570" y="646497"/>
                  </a:lnTo>
                  <a:lnTo>
                    <a:pt x="37281" y="618750"/>
                  </a:lnTo>
                  <a:lnTo>
                    <a:pt x="38993" y="618751"/>
                  </a:lnTo>
                  <a:lnTo>
                    <a:pt x="40704" y="589856"/>
                  </a:lnTo>
                  <a:lnTo>
                    <a:pt x="42416" y="475245"/>
                  </a:lnTo>
                  <a:lnTo>
                    <a:pt x="44127" y="379282"/>
                  </a:lnTo>
                  <a:lnTo>
                    <a:pt x="45838" y="350192"/>
                  </a:lnTo>
                  <a:lnTo>
                    <a:pt x="47550" y="319085"/>
                  </a:lnTo>
                  <a:lnTo>
                    <a:pt x="49261" y="258586"/>
                  </a:lnTo>
                  <a:lnTo>
                    <a:pt x="50973" y="254191"/>
                  </a:lnTo>
                  <a:lnTo>
                    <a:pt x="52684" y="362823"/>
                  </a:lnTo>
                  <a:lnTo>
                    <a:pt x="54395" y="466272"/>
                  </a:lnTo>
                  <a:lnTo>
                    <a:pt x="56107" y="470221"/>
                  </a:lnTo>
                  <a:lnTo>
                    <a:pt x="57818" y="462498"/>
                  </a:lnTo>
                  <a:lnTo>
                    <a:pt x="59530" y="531015"/>
                  </a:lnTo>
                  <a:lnTo>
                    <a:pt x="61241" y="595951"/>
                  </a:lnTo>
                  <a:lnTo>
                    <a:pt x="62952" y="594661"/>
                  </a:lnTo>
                  <a:lnTo>
                    <a:pt x="64664" y="547044"/>
                  </a:lnTo>
                  <a:lnTo>
                    <a:pt x="66375" y="519981"/>
                  </a:lnTo>
                  <a:lnTo>
                    <a:pt x="68087" y="437625"/>
                  </a:lnTo>
                  <a:lnTo>
                    <a:pt x="69798" y="346830"/>
                  </a:lnTo>
                  <a:lnTo>
                    <a:pt x="71509" y="176794"/>
                  </a:lnTo>
                  <a:lnTo>
                    <a:pt x="73221" y="40161"/>
                  </a:lnTo>
                  <a:lnTo>
                    <a:pt x="74932" y="0"/>
                  </a:lnTo>
                  <a:lnTo>
                    <a:pt x="76644" y="37505"/>
                  </a:lnTo>
                  <a:lnTo>
                    <a:pt x="78355" y="183267"/>
                  </a:lnTo>
                  <a:lnTo>
                    <a:pt x="80066" y="266045"/>
                  </a:lnTo>
                  <a:lnTo>
                    <a:pt x="81778" y="404438"/>
                  </a:lnTo>
                  <a:lnTo>
                    <a:pt x="83489" y="548340"/>
                  </a:lnTo>
                  <a:lnTo>
                    <a:pt x="85201" y="673247"/>
                  </a:lnTo>
                  <a:lnTo>
                    <a:pt x="86912" y="697360"/>
                  </a:lnTo>
                  <a:lnTo>
                    <a:pt x="88623" y="613715"/>
                  </a:lnTo>
                  <a:lnTo>
                    <a:pt x="90335" y="596398"/>
                  </a:lnTo>
                  <a:lnTo>
                    <a:pt x="92046" y="536595"/>
                  </a:lnTo>
                  <a:lnTo>
                    <a:pt x="93758" y="454394"/>
                  </a:lnTo>
                  <a:lnTo>
                    <a:pt x="95469" y="421996"/>
                  </a:lnTo>
                  <a:lnTo>
                    <a:pt x="97180" y="483642"/>
                  </a:lnTo>
                  <a:lnTo>
                    <a:pt x="98892" y="591655"/>
                  </a:lnTo>
                  <a:lnTo>
                    <a:pt x="100603" y="627496"/>
                  </a:lnTo>
                  <a:lnTo>
                    <a:pt x="102315" y="672757"/>
                  </a:lnTo>
                  <a:lnTo>
                    <a:pt x="104026" y="747660"/>
                  </a:lnTo>
                  <a:lnTo>
                    <a:pt x="105737" y="810916"/>
                  </a:lnTo>
                  <a:lnTo>
                    <a:pt x="106476" y="82723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34924" y="3257694"/>
              <a:ext cx="1004" cy="4782"/>
            </a:xfrm>
            <a:custGeom>
              <a:avLst/>
              <a:pathLst>
                <a:path w="1004" h="4782">
                  <a:moveTo>
                    <a:pt x="0" y="4782"/>
                  </a:moveTo>
                  <a:lnTo>
                    <a:pt x="441" y="0"/>
                  </a:lnTo>
                  <a:lnTo>
                    <a:pt x="1004" y="478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039070" y="2794776"/>
              <a:ext cx="115650" cy="467700"/>
            </a:xfrm>
            <a:custGeom>
              <a:avLst/>
              <a:pathLst>
                <a:path w="115650" h="467700">
                  <a:moveTo>
                    <a:pt x="0" y="467700"/>
                  </a:moveTo>
                  <a:lnTo>
                    <a:pt x="1430" y="402531"/>
                  </a:lnTo>
                  <a:lnTo>
                    <a:pt x="3141" y="346021"/>
                  </a:lnTo>
                  <a:lnTo>
                    <a:pt x="4853" y="291736"/>
                  </a:lnTo>
                  <a:lnTo>
                    <a:pt x="6564" y="250297"/>
                  </a:lnTo>
                  <a:lnTo>
                    <a:pt x="8275" y="210066"/>
                  </a:lnTo>
                  <a:lnTo>
                    <a:pt x="9987" y="136656"/>
                  </a:lnTo>
                  <a:lnTo>
                    <a:pt x="11698" y="84506"/>
                  </a:lnTo>
                  <a:lnTo>
                    <a:pt x="13410" y="34724"/>
                  </a:lnTo>
                  <a:lnTo>
                    <a:pt x="15121" y="14249"/>
                  </a:lnTo>
                  <a:lnTo>
                    <a:pt x="16832" y="5895"/>
                  </a:lnTo>
                  <a:lnTo>
                    <a:pt x="18544" y="55104"/>
                  </a:lnTo>
                  <a:lnTo>
                    <a:pt x="20255" y="132622"/>
                  </a:lnTo>
                  <a:lnTo>
                    <a:pt x="21967" y="234461"/>
                  </a:lnTo>
                  <a:lnTo>
                    <a:pt x="23678" y="298689"/>
                  </a:lnTo>
                  <a:lnTo>
                    <a:pt x="25389" y="355065"/>
                  </a:lnTo>
                  <a:lnTo>
                    <a:pt x="27101" y="437026"/>
                  </a:lnTo>
                  <a:lnTo>
                    <a:pt x="28812" y="439399"/>
                  </a:lnTo>
                  <a:lnTo>
                    <a:pt x="30524" y="439557"/>
                  </a:lnTo>
                  <a:lnTo>
                    <a:pt x="32235" y="450947"/>
                  </a:lnTo>
                  <a:lnTo>
                    <a:pt x="33946" y="461866"/>
                  </a:lnTo>
                  <a:lnTo>
                    <a:pt x="35658" y="439581"/>
                  </a:lnTo>
                  <a:lnTo>
                    <a:pt x="37369" y="429944"/>
                  </a:lnTo>
                  <a:lnTo>
                    <a:pt x="39081" y="439262"/>
                  </a:lnTo>
                  <a:lnTo>
                    <a:pt x="40792" y="428487"/>
                  </a:lnTo>
                  <a:lnTo>
                    <a:pt x="42503" y="368392"/>
                  </a:lnTo>
                  <a:lnTo>
                    <a:pt x="44215" y="347656"/>
                  </a:lnTo>
                  <a:lnTo>
                    <a:pt x="45926" y="374878"/>
                  </a:lnTo>
                  <a:lnTo>
                    <a:pt x="47638" y="366278"/>
                  </a:lnTo>
                  <a:lnTo>
                    <a:pt x="49349" y="397233"/>
                  </a:lnTo>
                  <a:lnTo>
                    <a:pt x="51060" y="407661"/>
                  </a:lnTo>
                  <a:lnTo>
                    <a:pt x="52772" y="416835"/>
                  </a:lnTo>
                  <a:lnTo>
                    <a:pt x="54483" y="376906"/>
                  </a:lnTo>
                  <a:lnTo>
                    <a:pt x="56195" y="321562"/>
                  </a:lnTo>
                  <a:lnTo>
                    <a:pt x="57906" y="197693"/>
                  </a:lnTo>
                  <a:lnTo>
                    <a:pt x="59617" y="33198"/>
                  </a:lnTo>
                  <a:lnTo>
                    <a:pt x="61329" y="0"/>
                  </a:lnTo>
                  <a:lnTo>
                    <a:pt x="63040" y="41091"/>
                  </a:lnTo>
                  <a:lnTo>
                    <a:pt x="64752" y="98393"/>
                  </a:lnTo>
                  <a:lnTo>
                    <a:pt x="66463" y="103223"/>
                  </a:lnTo>
                  <a:lnTo>
                    <a:pt x="68174" y="186076"/>
                  </a:lnTo>
                  <a:lnTo>
                    <a:pt x="69886" y="249659"/>
                  </a:lnTo>
                  <a:lnTo>
                    <a:pt x="71597" y="250695"/>
                  </a:lnTo>
                  <a:lnTo>
                    <a:pt x="73309" y="250695"/>
                  </a:lnTo>
                  <a:lnTo>
                    <a:pt x="75020" y="231767"/>
                  </a:lnTo>
                  <a:lnTo>
                    <a:pt x="76731" y="168009"/>
                  </a:lnTo>
                  <a:lnTo>
                    <a:pt x="78443" y="120345"/>
                  </a:lnTo>
                  <a:lnTo>
                    <a:pt x="80154" y="178114"/>
                  </a:lnTo>
                  <a:lnTo>
                    <a:pt x="81866" y="218861"/>
                  </a:lnTo>
                  <a:lnTo>
                    <a:pt x="83577" y="270784"/>
                  </a:lnTo>
                  <a:lnTo>
                    <a:pt x="85288" y="292848"/>
                  </a:lnTo>
                  <a:lnTo>
                    <a:pt x="87000" y="351187"/>
                  </a:lnTo>
                  <a:lnTo>
                    <a:pt x="88711" y="371598"/>
                  </a:lnTo>
                  <a:lnTo>
                    <a:pt x="90423" y="342813"/>
                  </a:lnTo>
                  <a:lnTo>
                    <a:pt x="92134" y="334576"/>
                  </a:lnTo>
                  <a:lnTo>
                    <a:pt x="93845" y="282654"/>
                  </a:lnTo>
                  <a:lnTo>
                    <a:pt x="95557" y="284493"/>
                  </a:lnTo>
                  <a:lnTo>
                    <a:pt x="97268" y="340428"/>
                  </a:lnTo>
                  <a:lnTo>
                    <a:pt x="98980" y="394764"/>
                  </a:lnTo>
                  <a:lnTo>
                    <a:pt x="100691" y="415062"/>
                  </a:lnTo>
                  <a:lnTo>
                    <a:pt x="102402" y="434775"/>
                  </a:lnTo>
                  <a:lnTo>
                    <a:pt x="104114" y="436891"/>
                  </a:lnTo>
                  <a:lnTo>
                    <a:pt x="105825" y="409435"/>
                  </a:lnTo>
                  <a:lnTo>
                    <a:pt x="107537" y="382873"/>
                  </a:lnTo>
                  <a:lnTo>
                    <a:pt x="109248" y="382875"/>
                  </a:lnTo>
                  <a:lnTo>
                    <a:pt x="110959" y="382875"/>
                  </a:lnTo>
                  <a:lnTo>
                    <a:pt x="112671" y="363162"/>
                  </a:lnTo>
                  <a:lnTo>
                    <a:pt x="114382" y="393925"/>
                  </a:lnTo>
                  <a:lnTo>
                    <a:pt x="115650" y="46770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161089" y="2260450"/>
              <a:ext cx="270901" cy="1002026"/>
            </a:xfrm>
            <a:custGeom>
              <a:avLst/>
              <a:pathLst>
                <a:path w="270901" h="1002026">
                  <a:moveTo>
                    <a:pt x="0" y="1002026"/>
                  </a:moveTo>
                  <a:lnTo>
                    <a:pt x="920" y="971963"/>
                  </a:lnTo>
                  <a:lnTo>
                    <a:pt x="2631" y="934587"/>
                  </a:lnTo>
                  <a:lnTo>
                    <a:pt x="4343" y="862473"/>
                  </a:lnTo>
                  <a:lnTo>
                    <a:pt x="6054" y="834498"/>
                  </a:lnTo>
                  <a:lnTo>
                    <a:pt x="7766" y="783014"/>
                  </a:lnTo>
                  <a:lnTo>
                    <a:pt x="9477" y="805457"/>
                  </a:lnTo>
                  <a:lnTo>
                    <a:pt x="11188" y="798603"/>
                  </a:lnTo>
                  <a:lnTo>
                    <a:pt x="12900" y="749933"/>
                  </a:lnTo>
                  <a:lnTo>
                    <a:pt x="14611" y="681321"/>
                  </a:lnTo>
                  <a:lnTo>
                    <a:pt x="16323" y="554467"/>
                  </a:lnTo>
                  <a:lnTo>
                    <a:pt x="18034" y="544791"/>
                  </a:lnTo>
                  <a:lnTo>
                    <a:pt x="19745" y="509834"/>
                  </a:lnTo>
                  <a:lnTo>
                    <a:pt x="21457" y="487221"/>
                  </a:lnTo>
                  <a:lnTo>
                    <a:pt x="23168" y="502063"/>
                  </a:lnTo>
                  <a:lnTo>
                    <a:pt x="24879" y="486662"/>
                  </a:lnTo>
                  <a:lnTo>
                    <a:pt x="26591" y="533649"/>
                  </a:lnTo>
                  <a:lnTo>
                    <a:pt x="28302" y="524583"/>
                  </a:lnTo>
                  <a:lnTo>
                    <a:pt x="30014" y="537309"/>
                  </a:lnTo>
                  <a:lnTo>
                    <a:pt x="31725" y="613872"/>
                  </a:lnTo>
                  <a:lnTo>
                    <a:pt x="33436" y="652192"/>
                  </a:lnTo>
                  <a:lnTo>
                    <a:pt x="35148" y="736206"/>
                  </a:lnTo>
                  <a:lnTo>
                    <a:pt x="36859" y="825505"/>
                  </a:lnTo>
                  <a:lnTo>
                    <a:pt x="38571" y="836269"/>
                  </a:lnTo>
                  <a:lnTo>
                    <a:pt x="40282" y="803434"/>
                  </a:lnTo>
                  <a:lnTo>
                    <a:pt x="41993" y="702283"/>
                  </a:lnTo>
                  <a:lnTo>
                    <a:pt x="43705" y="631415"/>
                  </a:lnTo>
                  <a:lnTo>
                    <a:pt x="45416" y="610211"/>
                  </a:lnTo>
                  <a:lnTo>
                    <a:pt x="47128" y="614158"/>
                  </a:lnTo>
                  <a:lnTo>
                    <a:pt x="48839" y="571344"/>
                  </a:lnTo>
                  <a:lnTo>
                    <a:pt x="50550" y="539583"/>
                  </a:lnTo>
                  <a:lnTo>
                    <a:pt x="52262" y="586140"/>
                  </a:lnTo>
                  <a:lnTo>
                    <a:pt x="53973" y="648712"/>
                  </a:lnTo>
                  <a:lnTo>
                    <a:pt x="55685" y="620838"/>
                  </a:lnTo>
                  <a:lnTo>
                    <a:pt x="57396" y="530181"/>
                  </a:lnTo>
                  <a:lnTo>
                    <a:pt x="59107" y="557892"/>
                  </a:lnTo>
                  <a:lnTo>
                    <a:pt x="60819" y="591479"/>
                  </a:lnTo>
                  <a:lnTo>
                    <a:pt x="62530" y="586654"/>
                  </a:lnTo>
                  <a:lnTo>
                    <a:pt x="64242" y="571619"/>
                  </a:lnTo>
                  <a:lnTo>
                    <a:pt x="65953" y="573484"/>
                  </a:lnTo>
                  <a:lnTo>
                    <a:pt x="67664" y="604962"/>
                  </a:lnTo>
                  <a:lnTo>
                    <a:pt x="69376" y="617675"/>
                  </a:lnTo>
                  <a:lnTo>
                    <a:pt x="71087" y="658826"/>
                  </a:lnTo>
                  <a:lnTo>
                    <a:pt x="72799" y="647149"/>
                  </a:lnTo>
                  <a:lnTo>
                    <a:pt x="74510" y="563331"/>
                  </a:lnTo>
                  <a:lnTo>
                    <a:pt x="76221" y="513916"/>
                  </a:lnTo>
                  <a:lnTo>
                    <a:pt x="77933" y="507180"/>
                  </a:lnTo>
                  <a:lnTo>
                    <a:pt x="79644" y="527930"/>
                  </a:lnTo>
                  <a:lnTo>
                    <a:pt x="81356" y="486626"/>
                  </a:lnTo>
                  <a:lnTo>
                    <a:pt x="83067" y="473554"/>
                  </a:lnTo>
                  <a:lnTo>
                    <a:pt x="84778" y="398908"/>
                  </a:lnTo>
                  <a:lnTo>
                    <a:pt x="86490" y="312827"/>
                  </a:lnTo>
                  <a:lnTo>
                    <a:pt x="88201" y="298399"/>
                  </a:lnTo>
                  <a:lnTo>
                    <a:pt x="89913" y="207360"/>
                  </a:lnTo>
                  <a:lnTo>
                    <a:pt x="91624" y="96835"/>
                  </a:lnTo>
                  <a:lnTo>
                    <a:pt x="93335" y="0"/>
                  </a:lnTo>
                  <a:lnTo>
                    <a:pt x="95047" y="70003"/>
                  </a:lnTo>
                  <a:lnTo>
                    <a:pt x="96758" y="144623"/>
                  </a:lnTo>
                  <a:lnTo>
                    <a:pt x="98470" y="128220"/>
                  </a:lnTo>
                  <a:lnTo>
                    <a:pt x="100181" y="235596"/>
                  </a:lnTo>
                  <a:lnTo>
                    <a:pt x="101892" y="387170"/>
                  </a:lnTo>
                  <a:lnTo>
                    <a:pt x="103604" y="502944"/>
                  </a:lnTo>
                  <a:lnTo>
                    <a:pt x="105315" y="522225"/>
                  </a:lnTo>
                  <a:lnTo>
                    <a:pt x="107027" y="484368"/>
                  </a:lnTo>
                  <a:lnTo>
                    <a:pt x="108738" y="443195"/>
                  </a:lnTo>
                  <a:lnTo>
                    <a:pt x="110449" y="371673"/>
                  </a:lnTo>
                  <a:lnTo>
                    <a:pt x="112161" y="287544"/>
                  </a:lnTo>
                  <a:lnTo>
                    <a:pt x="113872" y="276606"/>
                  </a:lnTo>
                  <a:lnTo>
                    <a:pt x="115584" y="251929"/>
                  </a:lnTo>
                  <a:lnTo>
                    <a:pt x="117295" y="251309"/>
                  </a:lnTo>
                  <a:lnTo>
                    <a:pt x="119006" y="303396"/>
                  </a:lnTo>
                  <a:lnTo>
                    <a:pt x="120718" y="304024"/>
                  </a:lnTo>
                  <a:lnTo>
                    <a:pt x="122429" y="214718"/>
                  </a:lnTo>
                  <a:lnTo>
                    <a:pt x="124141" y="118596"/>
                  </a:lnTo>
                  <a:lnTo>
                    <a:pt x="125852" y="74186"/>
                  </a:lnTo>
                  <a:lnTo>
                    <a:pt x="127563" y="95591"/>
                  </a:lnTo>
                  <a:lnTo>
                    <a:pt x="129275" y="127912"/>
                  </a:lnTo>
                  <a:lnTo>
                    <a:pt x="130986" y="153679"/>
                  </a:lnTo>
                  <a:lnTo>
                    <a:pt x="132697" y="324476"/>
                  </a:lnTo>
                  <a:lnTo>
                    <a:pt x="134409" y="484237"/>
                  </a:lnTo>
                  <a:lnTo>
                    <a:pt x="136120" y="554420"/>
                  </a:lnTo>
                  <a:lnTo>
                    <a:pt x="137832" y="615008"/>
                  </a:lnTo>
                  <a:lnTo>
                    <a:pt x="139543" y="597640"/>
                  </a:lnTo>
                  <a:lnTo>
                    <a:pt x="141254" y="556215"/>
                  </a:lnTo>
                  <a:lnTo>
                    <a:pt x="142966" y="455478"/>
                  </a:lnTo>
                  <a:lnTo>
                    <a:pt x="144677" y="399863"/>
                  </a:lnTo>
                  <a:lnTo>
                    <a:pt x="146389" y="402772"/>
                  </a:lnTo>
                  <a:lnTo>
                    <a:pt x="148100" y="385856"/>
                  </a:lnTo>
                  <a:lnTo>
                    <a:pt x="149811" y="406080"/>
                  </a:lnTo>
                  <a:lnTo>
                    <a:pt x="151523" y="451398"/>
                  </a:lnTo>
                  <a:lnTo>
                    <a:pt x="153234" y="486086"/>
                  </a:lnTo>
                  <a:lnTo>
                    <a:pt x="154946" y="502320"/>
                  </a:lnTo>
                  <a:lnTo>
                    <a:pt x="156657" y="522075"/>
                  </a:lnTo>
                  <a:lnTo>
                    <a:pt x="158368" y="532273"/>
                  </a:lnTo>
                  <a:lnTo>
                    <a:pt x="160080" y="517799"/>
                  </a:lnTo>
                  <a:lnTo>
                    <a:pt x="161791" y="516334"/>
                  </a:lnTo>
                  <a:lnTo>
                    <a:pt x="163503" y="511858"/>
                  </a:lnTo>
                  <a:lnTo>
                    <a:pt x="165214" y="449268"/>
                  </a:lnTo>
                  <a:lnTo>
                    <a:pt x="166925" y="411456"/>
                  </a:lnTo>
                  <a:lnTo>
                    <a:pt x="168637" y="413612"/>
                  </a:lnTo>
                  <a:lnTo>
                    <a:pt x="170348" y="362711"/>
                  </a:lnTo>
                  <a:lnTo>
                    <a:pt x="172060" y="383711"/>
                  </a:lnTo>
                  <a:lnTo>
                    <a:pt x="173771" y="441430"/>
                  </a:lnTo>
                  <a:lnTo>
                    <a:pt x="175482" y="479495"/>
                  </a:lnTo>
                  <a:lnTo>
                    <a:pt x="177194" y="553697"/>
                  </a:lnTo>
                  <a:lnTo>
                    <a:pt x="178905" y="625763"/>
                  </a:lnTo>
                  <a:lnTo>
                    <a:pt x="180617" y="734557"/>
                  </a:lnTo>
                  <a:lnTo>
                    <a:pt x="182328" y="716112"/>
                  </a:lnTo>
                  <a:lnTo>
                    <a:pt x="184039" y="731116"/>
                  </a:lnTo>
                  <a:lnTo>
                    <a:pt x="185751" y="816355"/>
                  </a:lnTo>
                  <a:lnTo>
                    <a:pt x="187462" y="835362"/>
                  </a:lnTo>
                  <a:lnTo>
                    <a:pt x="189174" y="756818"/>
                  </a:lnTo>
                  <a:lnTo>
                    <a:pt x="190885" y="681690"/>
                  </a:lnTo>
                  <a:lnTo>
                    <a:pt x="192596" y="646845"/>
                  </a:lnTo>
                  <a:lnTo>
                    <a:pt x="194308" y="602936"/>
                  </a:lnTo>
                  <a:lnTo>
                    <a:pt x="196019" y="566097"/>
                  </a:lnTo>
                  <a:lnTo>
                    <a:pt x="197731" y="489765"/>
                  </a:lnTo>
                  <a:lnTo>
                    <a:pt x="199442" y="518204"/>
                  </a:lnTo>
                  <a:lnTo>
                    <a:pt x="201153" y="588903"/>
                  </a:lnTo>
                  <a:lnTo>
                    <a:pt x="202865" y="680674"/>
                  </a:lnTo>
                  <a:lnTo>
                    <a:pt x="204576" y="707493"/>
                  </a:lnTo>
                  <a:lnTo>
                    <a:pt x="206288" y="669898"/>
                  </a:lnTo>
                  <a:lnTo>
                    <a:pt x="207999" y="697532"/>
                  </a:lnTo>
                  <a:lnTo>
                    <a:pt x="209710" y="722715"/>
                  </a:lnTo>
                  <a:lnTo>
                    <a:pt x="211422" y="747208"/>
                  </a:lnTo>
                  <a:lnTo>
                    <a:pt x="213133" y="757504"/>
                  </a:lnTo>
                  <a:lnTo>
                    <a:pt x="214845" y="678257"/>
                  </a:lnTo>
                  <a:lnTo>
                    <a:pt x="216556" y="560561"/>
                  </a:lnTo>
                  <a:lnTo>
                    <a:pt x="218267" y="507905"/>
                  </a:lnTo>
                  <a:lnTo>
                    <a:pt x="219979" y="450428"/>
                  </a:lnTo>
                  <a:lnTo>
                    <a:pt x="221690" y="350381"/>
                  </a:lnTo>
                  <a:lnTo>
                    <a:pt x="223402" y="277808"/>
                  </a:lnTo>
                  <a:lnTo>
                    <a:pt x="225113" y="415801"/>
                  </a:lnTo>
                  <a:lnTo>
                    <a:pt x="226824" y="490405"/>
                  </a:lnTo>
                  <a:lnTo>
                    <a:pt x="228536" y="453472"/>
                  </a:lnTo>
                  <a:lnTo>
                    <a:pt x="230247" y="425718"/>
                  </a:lnTo>
                  <a:lnTo>
                    <a:pt x="231959" y="495056"/>
                  </a:lnTo>
                  <a:lnTo>
                    <a:pt x="233670" y="536317"/>
                  </a:lnTo>
                  <a:lnTo>
                    <a:pt x="235381" y="484869"/>
                  </a:lnTo>
                  <a:lnTo>
                    <a:pt x="237093" y="566050"/>
                  </a:lnTo>
                  <a:lnTo>
                    <a:pt x="238804" y="717681"/>
                  </a:lnTo>
                  <a:lnTo>
                    <a:pt x="240515" y="824907"/>
                  </a:lnTo>
                  <a:lnTo>
                    <a:pt x="242227" y="844069"/>
                  </a:lnTo>
                  <a:lnTo>
                    <a:pt x="243938" y="864366"/>
                  </a:lnTo>
                  <a:lnTo>
                    <a:pt x="245650" y="832530"/>
                  </a:lnTo>
                  <a:lnTo>
                    <a:pt x="247361" y="806517"/>
                  </a:lnTo>
                  <a:lnTo>
                    <a:pt x="249072" y="790386"/>
                  </a:lnTo>
                  <a:lnTo>
                    <a:pt x="250784" y="711974"/>
                  </a:lnTo>
                  <a:lnTo>
                    <a:pt x="252495" y="582999"/>
                  </a:lnTo>
                  <a:lnTo>
                    <a:pt x="254207" y="536446"/>
                  </a:lnTo>
                  <a:lnTo>
                    <a:pt x="255918" y="570698"/>
                  </a:lnTo>
                  <a:lnTo>
                    <a:pt x="257629" y="499186"/>
                  </a:lnTo>
                  <a:lnTo>
                    <a:pt x="259341" y="373071"/>
                  </a:lnTo>
                  <a:lnTo>
                    <a:pt x="261052" y="411863"/>
                  </a:lnTo>
                  <a:lnTo>
                    <a:pt x="262764" y="556127"/>
                  </a:lnTo>
                  <a:lnTo>
                    <a:pt x="264475" y="643551"/>
                  </a:lnTo>
                  <a:lnTo>
                    <a:pt x="266186" y="686225"/>
                  </a:lnTo>
                  <a:lnTo>
                    <a:pt x="267898" y="820094"/>
                  </a:lnTo>
                  <a:lnTo>
                    <a:pt x="269609" y="974363"/>
                  </a:lnTo>
                  <a:lnTo>
                    <a:pt x="270901" y="100202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432599" y="2483707"/>
              <a:ext cx="371111" cy="778769"/>
            </a:xfrm>
            <a:custGeom>
              <a:avLst/>
              <a:pathLst>
                <a:path w="371111" h="778769">
                  <a:moveTo>
                    <a:pt x="0" y="778769"/>
                  </a:moveTo>
                  <a:lnTo>
                    <a:pt x="1522" y="706492"/>
                  </a:lnTo>
                  <a:lnTo>
                    <a:pt x="3233" y="624662"/>
                  </a:lnTo>
                  <a:lnTo>
                    <a:pt x="4945" y="609782"/>
                  </a:lnTo>
                  <a:lnTo>
                    <a:pt x="6656" y="609783"/>
                  </a:lnTo>
                  <a:lnTo>
                    <a:pt x="8367" y="597295"/>
                  </a:lnTo>
                  <a:lnTo>
                    <a:pt x="10079" y="558067"/>
                  </a:lnTo>
                  <a:lnTo>
                    <a:pt x="11790" y="589006"/>
                  </a:lnTo>
                  <a:lnTo>
                    <a:pt x="13502" y="609973"/>
                  </a:lnTo>
                  <a:lnTo>
                    <a:pt x="15213" y="581753"/>
                  </a:lnTo>
                  <a:lnTo>
                    <a:pt x="16924" y="540297"/>
                  </a:lnTo>
                  <a:lnTo>
                    <a:pt x="18636" y="459468"/>
                  </a:lnTo>
                  <a:lnTo>
                    <a:pt x="20347" y="360376"/>
                  </a:lnTo>
                  <a:lnTo>
                    <a:pt x="22059" y="230457"/>
                  </a:lnTo>
                  <a:lnTo>
                    <a:pt x="23770" y="126821"/>
                  </a:lnTo>
                  <a:lnTo>
                    <a:pt x="25481" y="99842"/>
                  </a:lnTo>
                  <a:lnTo>
                    <a:pt x="27193" y="24813"/>
                  </a:lnTo>
                  <a:lnTo>
                    <a:pt x="28904" y="40259"/>
                  </a:lnTo>
                  <a:lnTo>
                    <a:pt x="30616" y="177132"/>
                  </a:lnTo>
                  <a:lnTo>
                    <a:pt x="32327" y="321315"/>
                  </a:lnTo>
                  <a:lnTo>
                    <a:pt x="34038" y="411653"/>
                  </a:lnTo>
                  <a:lnTo>
                    <a:pt x="35750" y="454243"/>
                  </a:lnTo>
                  <a:lnTo>
                    <a:pt x="37461" y="570731"/>
                  </a:lnTo>
                  <a:lnTo>
                    <a:pt x="39173" y="651439"/>
                  </a:lnTo>
                  <a:lnTo>
                    <a:pt x="40884" y="688034"/>
                  </a:lnTo>
                  <a:lnTo>
                    <a:pt x="42595" y="714004"/>
                  </a:lnTo>
                  <a:lnTo>
                    <a:pt x="44307" y="755994"/>
                  </a:lnTo>
                  <a:lnTo>
                    <a:pt x="46018" y="752670"/>
                  </a:lnTo>
                  <a:lnTo>
                    <a:pt x="47729" y="667764"/>
                  </a:lnTo>
                  <a:lnTo>
                    <a:pt x="49441" y="541192"/>
                  </a:lnTo>
                  <a:lnTo>
                    <a:pt x="51152" y="492418"/>
                  </a:lnTo>
                  <a:lnTo>
                    <a:pt x="52864" y="473103"/>
                  </a:lnTo>
                  <a:lnTo>
                    <a:pt x="54575" y="443147"/>
                  </a:lnTo>
                  <a:lnTo>
                    <a:pt x="56286" y="429360"/>
                  </a:lnTo>
                  <a:lnTo>
                    <a:pt x="57998" y="498672"/>
                  </a:lnTo>
                  <a:lnTo>
                    <a:pt x="59709" y="640667"/>
                  </a:lnTo>
                  <a:lnTo>
                    <a:pt x="61421" y="686602"/>
                  </a:lnTo>
                  <a:lnTo>
                    <a:pt x="63132" y="656071"/>
                  </a:lnTo>
                  <a:lnTo>
                    <a:pt x="64843" y="656110"/>
                  </a:lnTo>
                  <a:lnTo>
                    <a:pt x="66555" y="683398"/>
                  </a:lnTo>
                  <a:lnTo>
                    <a:pt x="68266" y="687018"/>
                  </a:lnTo>
                  <a:lnTo>
                    <a:pt x="69978" y="595887"/>
                  </a:lnTo>
                  <a:lnTo>
                    <a:pt x="71689" y="460837"/>
                  </a:lnTo>
                  <a:lnTo>
                    <a:pt x="73400" y="374065"/>
                  </a:lnTo>
                  <a:lnTo>
                    <a:pt x="75112" y="357200"/>
                  </a:lnTo>
                  <a:lnTo>
                    <a:pt x="76823" y="372090"/>
                  </a:lnTo>
                  <a:lnTo>
                    <a:pt x="78535" y="385881"/>
                  </a:lnTo>
                  <a:lnTo>
                    <a:pt x="80246" y="363939"/>
                  </a:lnTo>
                  <a:lnTo>
                    <a:pt x="81957" y="353443"/>
                  </a:lnTo>
                  <a:lnTo>
                    <a:pt x="83669" y="380257"/>
                  </a:lnTo>
                  <a:lnTo>
                    <a:pt x="85380" y="390725"/>
                  </a:lnTo>
                  <a:lnTo>
                    <a:pt x="87092" y="388036"/>
                  </a:lnTo>
                  <a:lnTo>
                    <a:pt x="88803" y="410535"/>
                  </a:lnTo>
                  <a:lnTo>
                    <a:pt x="90514" y="523983"/>
                  </a:lnTo>
                  <a:lnTo>
                    <a:pt x="92226" y="615219"/>
                  </a:lnTo>
                  <a:lnTo>
                    <a:pt x="93937" y="675505"/>
                  </a:lnTo>
                  <a:lnTo>
                    <a:pt x="95649" y="692718"/>
                  </a:lnTo>
                  <a:lnTo>
                    <a:pt x="97360" y="656419"/>
                  </a:lnTo>
                  <a:lnTo>
                    <a:pt x="99071" y="556782"/>
                  </a:lnTo>
                  <a:lnTo>
                    <a:pt x="100783" y="436504"/>
                  </a:lnTo>
                  <a:lnTo>
                    <a:pt x="102494" y="379022"/>
                  </a:lnTo>
                  <a:lnTo>
                    <a:pt x="104206" y="284754"/>
                  </a:lnTo>
                  <a:lnTo>
                    <a:pt x="105917" y="239456"/>
                  </a:lnTo>
                  <a:lnTo>
                    <a:pt x="107628" y="181288"/>
                  </a:lnTo>
                  <a:lnTo>
                    <a:pt x="109340" y="122113"/>
                  </a:lnTo>
                  <a:lnTo>
                    <a:pt x="111051" y="146698"/>
                  </a:lnTo>
                  <a:lnTo>
                    <a:pt x="112763" y="153454"/>
                  </a:lnTo>
                  <a:lnTo>
                    <a:pt x="114474" y="173855"/>
                  </a:lnTo>
                  <a:lnTo>
                    <a:pt x="116185" y="223929"/>
                  </a:lnTo>
                  <a:lnTo>
                    <a:pt x="117897" y="318397"/>
                  </a:lnTo>
                  <a:lnTo>
                    <a:pt x="119608" y="446870"/>
                  </a:lnTo>
                  <a:lnTo>
                    <a:pt x="121320" y="497364"/>
                  </a:lnTo>
                  <a:lnTo>
                    <a:pt x="123031" y="563993"/>
                  </a:lnTo>
                  <a:lnTo>
                    <a:pt x="124742" y="682169"/>
                  </a:lnTo>
                  <a:lnTo>
                    <a:pt x="126454" y="702980"/>
                  </a:lnTo>
                  <a:lnTo>
                    <a:pt x="128165" y="692967"/>
                  </a:lnTo>
                  <a:lnTo>
                    <a:pt x="129877" y="656286"/>
                  </a:lnTo>
                  <a:lnTo>
                    <a:pt x="131588" y="618545"/>
                  </a:lnTo>
                  <a:lnTo>
                    <a:pt x="133299" y="522854"/>
                  </a:lnTo>
                  <a:lnTo>
                    <a:pt x="135011" y="387819"/>
                  </a:lnTo>
                  <a:lnTo>
                    <a:pt x="136722" y="253793"/>
                  </a:lnTo>
                  <a:lnTo>
                    <a:pt x="138434" y="195853"/>
                  </a:lnTo>
                  <a:lnTo>
                    <a:pt x="140145" y="229086"/>
                  </a:lnTo>
                  <a:lnTo>
                    <a:pt x="141856" y="281370"/>
                  </a:lnTo>
                  <a:lnTo>
                    <a:pt x="143568" y="377843"/>
                  </a:lnTo>
                  <a:lnTo>
                    <a:pt x="145279" y="467480"/>
                  </a:lnTo>
                  <a:lnTo>
                    <a:pt x="146991" y="542873"/>
                  </a:lnTo>
                  <a:lnTo>
                    <a:pt x="148702" y="489669"/>
                  </a:lnTo>
                  <a:lnTo>
                    <a:pt x="150413" y="374051"/>
                  </a:lnTo>
                  <a:lnTo>
                    <a:pt x="152125" y="322135"/>
                  </a:lnTo>
                  <a:lnTo>
                    <a:pt x="153836" y="283175"/>
                  </a:lnTo>
                  <a:lnTo>
                    <a:pt x="155547" y="215749"/>
                  </a:lnTo>
                  <a:lnTo>
                    <a:pt x="157259" y="66261"/>
                  </a:lnTo>
                  <a:lnTo>
                    <a:pt x="158970" y="30367"/>
                  </a:lnTo>
                  <a:lnTo>
                    <a:pt x="160682" y="51312"/>
                  </a:lnTo>
                  <a:lnTo>
                    <a:pt x="162393" y="66355"/>
                  </a:lnTo>
                  <a:lnTo>
                    <a:pt x="164104" y="105731"/>
                  </a:lnTo>
                  <a:lnTo>
                    <a:pt x="165816" y="189558"/>
                  </a:lnTo>
                  <a:lnTo>
                    <a:pt x="167527" y="388946"/>
                  </a:lnTo>
                  <a:lnTo>
                    <a:pt x="169239" y="561294"/>
                  </a:lnTo>
                  <a:lnTo>
                    <a:pt x="170950" y="653895"/>
                  </a:lnTo>
                  <a:lnTo>
                    <a:pt x="172661" y="660238"/>
                  </a:lnTo>
                  <a:lnTo>
                    <a:pt x="174373" y="659974"/>
                  </a:lnTo>
                  <a:lnTo>
                    <a:pt x="176084" y="626204"/>
                  </a:lnTo>
                  <a:lnTo>
                    <a:pt x="177796" y="558643"/>
                  </a:lnTo>
                  <a:lnTo>
                    <a:pt x="179507" y="468088"/>
                  </a:lnTo>
                  <a:lnTo>
                    <a:pt x="181218" y="425211"/>
                  </a:lnTo>
                  <a:lnTo>
                    <a:pt x="182930" y="403535"/>
                  </a:lnTo>
                  <a:lnTo>
                    <a:pt x="184641" y="433396"/>
                  </a:lnTo>
                  <a:lnTo>
                    <a:pt x="186353" y="507159"/>
                  </a:lnTo>
                  <a:lnTo>
                    <a:pt x="188064" y="528739"/>
                  </a:lnTo>
                  <a:lnTo>
                    <a:pt x="189775" y="474586"/>
                  </a:lnTo>
                  <a:lnTo>
                    <a:pt x="191487" y="401114"/>
                  </a:lnTo>
                  <a:lnTo>
                    <a:pt x="193198" y="369711"/>
                  </a:lnTo>
                  <a:lnTo>
                    <a:pt x="194910" y="207662"/>
                  </a:lnTo>
                  <a:lnTo>
                    <a:pt x="196621" y="62620"/>
                  </a:lnTo>
                  <a:lnTo>
                    <a:pt x="198332" y="0"/>
                  </a:lnTo>
                  <a:lnTo>
                    <a:pt x="200044" y="69127"/>
                  </a:lnTo>
                  <a:lnTo>
                    <a:pt x="201755" y="136128"/>
                  </a:lnTo>
                  <a:lnTo>
                    <a:pt x="203467" y="165464"/>
                  </a:lnTo>
                  <a:lnTo>
                    <a:pt x="205178" y="226052"/>
                  </a:lnTo>
                  <a:lnTo>
                    <a:pt x="206889" y="321293"/>
                  </a:lnTo>
                  <a:lnTo>
                    <a:pt x="208601" y="413627"/>
                  </a:lnTo>
                  <a:lnTo>
                    <a:pt x="210312" y="414667"/>
                  </a:lnTo>
                  <a:lnTo>
                    <a:pt x="212024" y="429289"/>
                  </a:lnTo>
                  <a:lnTo>
                    <a:pt x="213735" y="426209"/>
                  </a:lnTo>
                  <a:lnTo>
                    <a:pt x="215446" y="433677"/>
                  </a:lnTo>
                  <a:lnTo>
                    <a:pt x="217158" y="435713"/>
                  </a:lnTo>
                  <a:lnTo>
                    <a:pt x="218869" y="492645"/>
                  </a:lnTo>
                  <a:lnTo>
                    <a:pt x="220581" y="572711"/>
                  </a:lnTo>
                  <a:lnTo>
                    <a:pt x="222292" y="581368"/>
                  </a:lnTo>
                  <a:lnTo>
                    <a:pt x="224003" y="482351"/>
                  </a:lnTo>
                  <a:lnTo>
                    <a:pt x="225715" y="390571"/>
                  </a:lnTo>
                  <a:lnTo>
                    <a:pt x="227426" y="374205"/>
                  </a:lnTo>
                  <a:lnTo>
                    <a:pt x="229138" y="214698"/>
                  </a:lnTo>
                  <a:lnTo>
                    <a:pt x="230849" y="54373"/>
                  </a:lnTo>
                  <a:lnTo>
                    <a:pt x="232560" y="22929"/>
                  </a:lnTo>
                  <a:lnTo>
                    <a:pt x="234272" y="116746"/>
                  </a:lnTo>
                  <a:lnTo>
                    <a:pt x="235983" y="246570"/>
                  </a:lnTo>
                  <a:lnTo>
                    <a:pt x="237695" y="307926"/>
                  </a:lnTo>
                  <a:lnTo>
                    <a:pt x="239406" y="435191"/>
                  </a:lnTo>
                  <a:lnTo>
                    <a:pt x="241117" y="503267"/>
                  </a:lnTo>
                  <a:lnTo>
                    <a:pt x="242829" y="479045"/>
                  </a:lnTo>
                  <a:lnTo>
                    <a:pt x="244540" y="451838"/>
                  </a:lnTo>
                  <a:lnTo>
                    <a:pt x="246252" y="372610"/>
                  </a:lnTo>
                  <a:lnTo>
                    <a:pt x="247963" y="262807"/>
                  </a:lnTo>
                  <a:lnTo>
                    <a:pt x="249674" y="166829"/>
                  </a:lnTo>
                  <a:lnTo>
                    <a:pt x="251386" y="128410"/>
                  </a:lnTo>
                  <a:lnTo>
                    <a:pt x="253097" y="133479"/>
                  </a:lnTo>
                  <a:lnTo>
                    <a:pt x="254808" y="221736"/>
                  </a:lnTo>
                  <a:lnTo>
                    <a:pt x="256520" y="333830"/>
                  </a:lnTo>
                  <a:lnTo>
                    <a:pt x="258231" y="406415"/>
                  </a:lnTo>
                  <a:lnTo>
                    <a:pt x="259943" y="460111"/>
                  </a:lnTo>
                  <a:lnTo>
                    <a:pt x="261654" y="600556"/>
                  </a:lnTo>
                  <a:lnTo>
                    <a:pt x="263365" y="736295"/>
                  </a:lnTo>
                  <a:lnTo>
                    <a:pt x="265077" y="662030"/>
                  </a:lnTo>
                  <a:lnTo>
                    <a:pt x="266788" y="567050"/>
                  </a:lnTo>
                  <a:lnTo>
                    <a:pt x="268500" y="527933"/>
                  </a:lnTo>
                  <a:lnTo>
                    <a:pt x="270211" y="524783"/>
                  </a:lnTo>
                  <a:lnTo>
                    <a:pt x="271922" y="465842"/>
                  </a:lnTo>
                  <a:lnTo>
                    <a:pt x="273634" y="334111"/>
                  </a:lnTo>
                  <a:lnTo>
                    <a:pt x="275345" y="367039"/>
                  </a:lnTo>
                  <a:lnTo>
                    <a:pt x="277057" y="460481"/>
                  </a:lnTo>
                  <a:lnTo>
                    <a:pt x="278768" y="528598"/>
                  </a:lnTo>
                  <a:lnTo>
                    <a:pt x="280479" y="515527"/>
                  </a:lnTo>
                  <a:lnTo>
                    <a:pt x="282191" y="436792"/>
                  </a:lnTo>
                  <a:lnTo>
                    <a:pt x="283902" y="431454"/>
                  </a:lnTo>
                  <a:lnTo>
                    <a:pt x="285614" y="378852"/>
                  </a:lnTo>
                  <a:lnTo>
                    <a:pt x="287325" y="369249"/>
                  </a:lnTo>
                  <a:lnTo>
                    <a:pt x="289036" y="403274"/>
                  </a:lnTo>
                  <a:lnTo>
                    <a:pt x="290748" y="467672"/>
                  </a:lnTo>
                  <a:lnTo>
                    <a:pt x="292459" y="572809"/>
                  </a:lnTo>
                  <a:lnTo>
                    <a:pt x="294171" y="611337"/>
                  </a:lnTo>
                  <a:lnTo>
                    <a:pt x="295882" y="685078"/>
                  </a:lnTo>
                  <a:lnTo>
                    <a:pt x="297593" y="710786"/>
                  </a:lnTo>
                  <a:lnTo>
                    <a:pt x="299305" y="682116"/>
                  </a:lnTo>
                  <a:lnTo>
                    <a:pt x="301016" y="686865"/>
                  </a:lnTo>
                  <a:lnTo>
                    <a:pt x="302728" y="714990"/>
                  </a:lnTo>
                  <a:lnTo>
                    <a:pt x="304439" y="768689"/>
                  </a:lnTo>
                  <a:lnTo>
                    <a:pt x="306150" y="730897"/>
                  </a:lnTo>
                  <a:lnTo>
                    <a:pt x="307862" y="616622"/>
                  </a:lnTo>
                  <a:lnTo>
                    <a:pt x="309573" y="600536"/>
                  </a:lnTo>
                  <a:lnTo>
                    <a:pt x="311285" y="582804"/>
                  </a:lnTo>
                  <a:lnTo>
                    <a:pt x="312996" y="475738"/>
                  </a:lnTo>
                  <a:lnTo>
                    <a:pt x="314707" y="415303"/>
                  </a:lnTo>
                  <a:lnTo>
                    <a:pt x="316419" y="352351"/>
                  </a:lnTo>
                  <a:lnTo>
                    <a:pt x="318130" y="366527"/>
                  </a:lnTo>
                  <a:lnTo>
                    <a:pt x="319842" y="254781"/>
                  </a:lnTo>
                  <a:lnTo>
                    <a:pt x="321553" y="192283"/>
                  </a:lnTo>
                  <a:lnTo>
                    <a:pt x="323264" y="236006"/>
                  </a:lnTo>
                  <a:lnTo>
                    <a:pt x="324976" y="217223"/>
                  </a:lnTo>
                  <a:lnTo>
                    <a:pt x="326687" y="281110"/>
                  </a:lnTo>
                  <a:lnTo>
                    <a:pt x="328399" y="359222"/>
                  </a:lnTo>
                  <a:lnTo>
                    <a:pt x="330110" y="453281"/>
                  </a:lnTo>
                  <a:lnTo>
                    <a:pt x="331821" y="431950"/>
                  </a:lnTo>
                  <a:lnTo>
                    <a:pt x="333533" y="428190"/>
                  </a:lnTo>
                  <a:lnTo>
                    <a:pt x="335244" y="504717"/>
                  </a:lnTo>
                  <a:lnTo>
                    <a:pt x="336956" y="563274"/>
                  </a:lnTo>
                  <a:lnTo>
                    <a:pt x="338667" y="559838"/>
                  </a:lnTo>
                  <a:lnTo>
                    <a:pt x="340378" y="539164"/>
                  </a:lnTo>
                  <a:lnTo>
                    <a:pt x="342090" y="601572"/>
                  </a:lnTo>
                  <a:lnTo>
                    <a:pt x="343801" y="642488"/>
                  </a:lnTo>
                  <a:lnTo>
                    <a:pt x="345513" y="642489"/>
                  </a:lnTo>
                  <a:lnTo>
                    <a:pt x="347224" y="603332"/>
                  </a:lnTo>
                  <a:lnTo>
                    <a:pt x="348935" y="572056"/>
                  </a:lnTo>
                  <a:lnTo>
                    <a:pt x="350647" y="621148"/>
                  </a:lnTo>
                  <a:lnTo>
                    <a:pt x="352358" y="643482"/>
                  </a:lnTo>
                  <a:lnTo>
                    <a:pt x="354070" y="613482"/>
                  </a:lnTo>
                  <a:lnTo>
                    <a:pt x="355781" y="522502"/>
                  </a:lnTo>
                  <a:lnTo>
                    <a:pt x="357492" y="531369"/>
                  </a:lnTo>
                  <a:lnTo>
                    <a:pt x="359204" y="502094"/>
                  </a:lnTo>
                  <a:lnTo>
                    <a:pt x="360915" y="464550"/>
                  </a:lnTo>
                  <a:lnTo>
                    <a:pt x="362626" y="490922"/>
                  </a:lnTo>
                  <a:lnTo>
                    <a:pt x="364338" y="554679"/>
                  </a:lnTo>
                  <a:lnTo>
                    <a:pt x="366049" y="643864"/>
                  </a:lnTo>
                  <a:lnTo>
                    <a:pt x="367761" y="670040"/>
                  </a:lnTo>
                  <a:lnTo>
                    <a:pt x="369472" y="742807"/>
                  </a:lnTo>
                  <a:lnTo>
                    <a:pt x="371111" y="77876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803886" y="2366313"/>
              <a:ext cx="192115" cy="896163"/>
            </a:xfrm>
            <a:custGeom>
              <a:avLst/>
              <a:pathLst>
                <a:path w="192115" h="896163">
                  <a:moveTo>
                    <a:pt x="0" y="896163"/>
                  </a:moveTo>
                  <a:lnTo>
                    <a:pt x="1608" y="871372"/>
                  </a:lnTo>
                  <a:lnTo>
                    <a:pt x="3320" y="837614"/>
                  </a:lnTo>
                  <a:lnTo>
                    <a:pt x="5031" y="816365"/>
                  </a:lnTo>
                  <a:lnTo>
                    <a:pt x="6742" y="729895"/>
                  </a:lnTo>
                  <a:lnTo>
                    <a:pt x="8454" y="665454"/>
                  </a:lnTo>
                  <a:lnTo>
                    <a:pt x="10165" y="597660"/>
                  </a:lnTo>
                  <a:lnTo>
                    <a:pt x="11877" y="535447"/>
                  </a:lnTo>
                  <a:lnTo>
                    <a:pt x="13588" y="441171"/>
                  </a:lnTo>
                  <a:lnTo>
                    <a:pt x="15299" y="331427"/>
                  </a:lnTo>
                  <a:lnTo>
                    <a:pt x="17011" y="284510"/>
                  </a:lnTo>
                  <a:lnTo>
                    <a:pt x="18722" y="294015"/>
                  </a:lnTo>
                  <a:lnTo>
                    <a:pt x="20434" y="339886"/>
                  </a:lnTo>
                  <a:lnTo>
                    <a:pt x="22145" y="315247"/>
                  </a:lnTo>
                  <a:lnTo>
                    <a:pt x="23856" y="373400"/>
                  </a:lnTo>
                  <a:lnTo>
                    <a:pt x="25568" y="421411"/>
                  </a:lnTo>
                  <a:lnTo>
                    <a:pt x="27279" y="498000"/>
                  </a:lnTo>
                  <a:lnTo>
                    <a:pt x="28991" y="553660"/>
                  </a:lnTo>
                  <a:lnTo>
                    <a:pt x="30702" y="575584"/>
                  </a:lnTo>
                  <a:lnTo>
                    <a:pt x="32413" y="662437"/>
                  </a:lnTo>
                  <a:lnTo>
                    <a:pt x="34125" y="698560"/>
                  </a:lnTo>
                  <a:lnTo>
                    <a:pt x="35836" y="783339"/>
                  </a:lnTo>
                  <a:lnTo>
                    <a:pt x="37547" y="844250"/>
                  </a:lnTo>
                  <a:lnTo>
                    <a:pt x="39259" y="843524"/>
                  </a:lnTo>
                  <a:lnTo>
                    <a:pt x="40970" y="843524"/>
                  </a:lnTo>
                  <a:lnTo>
                    <a:pt x="42682" y="843524"/>
                  </a:lnTo>
                  <a:lnTo>
                    <a:pt x="44393" y="843524"/>
                  </a:lnTo>
                  <a:lnTo>
                    <a:pt x="46104" y="843524"/>
                  </a:lnTo>
                  <a:lnTo>
                    <a:pt x="47816" y="843524"/>
                  </a:lnTo>
                  <a:lnTo>
                    <a:pt x="49527" y="843524"/>
                  </a:lnTo>
                  <a:lnTo>
                    <a:pt x="51239" y="843524"/>
                  </a:lnTo>
                  <a:lnTo>
                    <a:pt x="52950" y="843524"/>
                  </a:lnTo>
                  <a:lnTo>
                    <a:pt x="54661" y="843524"/>
                  </a:lnTo>
                  <a:lnTo>
                    <a:pt x="56373" y="843524"/>
                  </a:lnTo>
                  <a:lnTo>
                    <a:pt x="58084" y="843524"/>
                  </a:lnTo>
                  <a:lnTo>
                    <a:pt x="59796" y="822607"/>
                  </a:lnTo>
                  <a:lnTo>
                    <a:pt x="61507" y="782004"/>
                  </a:lnTo>
                  <a:lnTo>
                    <a:pt x="63218" y="758188"/>
                  </a:lnTo>
                  <a:lnTo>
                    <a:pt x="64930" y="758189"/>
                  </a:lnTo>
                  <a:lnTo>
                    <a:pt x="66641" y="758191"/>
                  </a:lnTo>
                  <a:lnTo>
                    <a:pt x="68353" y="755460"/>
                  </a:lnTo>
                  <a:lnTo>
                    <a:pt x="70064" y="719056"/>
                  </a:lnTo>
                  <a:lnTo>
                    <a:pt x="71775" y="676308"/>
                  </a:lnTo>
                  <a:lnTo>
                    <a:pt x="73487" y="625427"/>
                  </a:lnTo>
                  <a:lnTo>
                    <a:pt x="75198" y="618892"/>
                  </a:lnTo>
                  <a:lnTo>
                    <a:pt x="76910" y="560605"/>
                  </a:lnTo>
                  <a:lnTo>
                    <a:pt x="78621" y="467128"/>
                  </a:lnTo>
                  <a:lnTo>
                    <a:pt x="80332" y="465276"/>
                  </a:lnTo>
                  <a:lnTo>
                    <a:pt x="82044" y="415226"/>
                  </a:lnTo>
                  <a:lnTo>
                    <a:pt x="83755" y="370604"/>
                  </a:lnTo>
                  <a:lnTo>
                    <a:pt x="85467" y="283856"/>
                  </a:lnTo>
                  <a:lnTo>
                    <a:pt x="87178" y="253278"/>
                  </a:lnTo>
                  <a:lnTo>
                    <a:pt x="88889" y="291927"/>
                  </a:lnTo>
                  <a:lnTo>
                    <a:pt x="90601" y="253941"/>
                  </a:lnTo>
                  <a:lnTo>
                    <a:pt x="92312" y="255222"/>
                  </a:lnTo>
                  <a:lnTo>
                    <a:pt x="94024" y="283023"/>
                  </a:lnTo>
                  <a:lnTo>
                    <a:pt x="95735" y="191582"/>
                  </a:lnTo>
                  <a:lnTo>
                    <a:pt x="97446" y="73311"/>
                  </a:lnTo>
                  <a:lnTo>
                    <a:pt x="99158" y="0"/>
                  </a:lnTo>
                  <a:lnTo>
                    <a:pt x="100869" y="56163"/>
                  </a:lnTo>
                  <a:lnTo>
                    <a:pt x="102581" y="186783"/>
                  </a:lnTo>
                  <a:lnTo>
                    <a:pt x="104292" y="247916"/>
                  </a:lnTo>
                  <a:lnTo>
                    <a:pt x="106003" y="380771"/>
                  </a:lnTo>
                  <a:lnTo>
                    <a:pt x="107715" y="577336"/>
                  </a:lnTo>
                  <a:lnTo>
                    <a:pt x="109426" y="568816"/>
                  </a:lnTo>
                  <a:lnTo>
                    <a:pt x="111138" y="471638"/>
                  </a:lnTo>
                  <a:lnTo>
                    <a:pt x="112849" y="403927"/>
                  </a:lnTo>
                  <a:lnTo>
                    <a:pt x="114560" y="340045"/>
                  </a:lnTo>
                  <a:lnTo>
                    <a:pt x="116272" y="248694"/>
                  </a:lnTo>
                  <a:lnTo>
                    <a:pt x="117983" y="131005"/>
                  </a:lnTo>
                  <a:lnTo>
                    <a:pt x="119695" y="171669"/>
                  </a:lnTo>
                  <a:lnTo>
                    <a:pt x="121406" y="208678"/>
                  </a:lnTo>
                  <a:lnTo>
                    <a:pt x="123117" y="224818"/>
                  </a:lnTo>
                  <a:lnTo>
                    <a:pt x="124829" y="319087"/>
                  </a:lnTo>
                  <a:lnTo>
                    <a:pt x="126540" y="424447"/>
                  </a:lnTo>
                  <a:lnTo>
                    <a:pt x="128252" y="458119"/>
                  </a:lnTo>
                  <a:lnTo>
                    <a:pt x="129963" y="437691"/>
                  </a:lnTo>
                  <a:lnTo>
                    <a:pt x="131674" y="511711"/>
                  </a:lnTo>
                  <a:lnTo>
                    <a:pt x="133386" y="625930"/>
                  </a:lnTo>
                  <a:lnTo>
                    <a:pt x="135097" y="622501"/>
                  </a:lnTo>
                  <a:lnTo>
                    <a:pt x="136808" y="622742"/>
                  </a:lnTo>
                  <a:lnTo>
                    <a:pt x="138520" y="628415"/>
                  </a:lnTo>
                  <a:lnTo>
                    <a:pt x="140231" y="696028"/>
                  </a:lnTo>
                  <a:lnTo>
                    <a:pt x="141943" y="739362"/>
                  </a:lnTo>
                  <a:lnTo>
                    <a:pt x="143654" y="643957"/>
                  </a:lnTo>
                  <a:lnTo>
                    <a:pt x="145365" y="615741"/>
                  </a:lnTo>
                  <a:lnTo>
                    <a:pt x="147077" y="625594"/>
                  </a:lnTo>
                  <a:lnTo>
                    <a:pt x="148788" y="671203"/>
                  </a:lnTo>
                  <a:lnTo>
                    <a:pt x="150500" y="674333"/>
                  </a:lnTo>
                  <a:lnTo>
                    <a:pt x="152211" y="604021"/>
                  </a:lnTo>
                  <a:lnTo>
                    <a:pt x="153922" y="632413"/>
                  </a:lnTo>
                  <a:lnTo>
                    <a:pt x="155634" y="664056"/>
                  </a:lnTo>
                  <a:lnTo>
                    <a:pt x="157345" y="659227"/>
                  </a:lnTo>
                  <a:lnTo>
                    <a:pt x="159057" y="632317"/>
                  </a:lnTo>
                  <a:lnTo>
                    <a:pt x="160768" y="641098"/>
                  </a:lnTo>
                  <a:lnTo>
                    <a:pt x="162479" y="668635"/>
                  </a:lnTo>
                  <a:lnTo>
                    <a:pt x="164191" y="628038"/>
                  </a:lnTo>
                  <a:lnTo>
                    <a:pt x="165902" y="615373"/>
                  </a:lnTo>
                  <a:lnTo>
                    <a:pt x="167614" y="647971"/>
                  </a:lnTo>
                  <a:lnTo>
                    <a:pt x="169325" y="718193"/>
                  </a:lnTo>
                  <a:lnTo>
                    <a:pt x="171036" y="757819"/>
                  </a:lnTo>
                  <a:lnTo>
                    <a:pt x="172748" y="707242"/>
                  </a:lnTo>
                  <a:lnTo>
                    <a:pt x="174459" y="670321"/>
                  </a:lnTo>
                  <a:lnTo>
                    <a:pt x="176171" y="685106"/>
                  </a:lnTo>
                  <a:lnTo>
                    <a:pt x="177882" y="638683"/>
                  </a:lnTo>
                  <a:lnTo>
                    <a:pt x="179593" y="515738"/>
                  </a:lnTo>
                  <a:lnTo>
                    <a:pt x="181305" y="397729"/>
                  </a:lnTo>
                  <a:lnTo>
                    <a:pt x="183016" y="435972"/>
                  </a:lnTo>
                  <a:lnTo>
                    <a:pt x="184728" y="519357"/>
                  </a:lnTo>
                  <a:lnTo>
                    <a:pt x="186439" y="539741"/>
                  </a:lnTo>
                  <a:lnTo>
                    <a:pt x="188150" y="593841"/>
                  </a:lnTo>
                  <a:lnTo>
                    <a:pt x="189862" y="737409"/>
                  </a:lnTo>
                  <a:lnTo>
                    <a:pt x="191573" y="883051"/>
                  </a:lnTo>
                  <a:lnTo>
                    <a:pt x="192115" y="89616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002198" y="2649831"/>
              <a:ext cx="87198" cy="612645"/>
            </a:xfrm>
            <a:custGeom>
              <a:avLst/>
              <a:pathLst>
                <a:path w="87198" h="612645">
                  <a:moveTo>
                    <a:pt x="0" y="612645"/>
                  </a:moveTo>
                  <a:lnTo>
                    <a:pt x="106" y="609055"/>
                  </a:lnTo>
                  <a:lnTo>
                    <a:pt x="1818" y="518388"/>
                  </a:lnTo>
                  <a:lnTo>
                    <a:pt x="3529" y="454219"/>
                  </a:lnTo>
                  <a:lnTo>
                    <a:pt x="5241" y="448882"/>
                  </a:lnTo>
                  <a:lnTo>
                    <a:pt x="6952" y="369362"/>
                  </a:lnTo>
                  <a:lnTo>
                    <a:pt x="8663" y="299529"/>
                  </a:lnTo>
                  <a:lnTo>
                    <a:pt x="10375" y="256519"/>
                  </a:lnTo>
                  <a:lnTo>
                    <a:pt x="12086" y="262892"/>
                  </a:lnTo>
                  <a:lnTo>
                    <a:pt x="13798" y="230753"/>
                  </a:lnTo>
                  <a:lnTo>
                    <a:pt x="15509" y="175614"/>
                  </a:lnTo>
                  <a:lnTo>
                    <a:pt x="17220" y="206226"/>
                  </a:lnTo>
                  <a:lnTo>
                    <a:pt x="18932" y="183293"/>
                  </a:lnTo>
                  <a:lnTo>
                    <a:pt x="20643" y="213368"/>
                  </a:lnTo>
                  <a:lnTo>
                    <a:pt x="22355" y="236555"/>
                  </a:lnTo>
                  <a:lnTo>
                    <a:pt x="24066" y="237128"/>
                  </a:lnTo>
                  <a:lnTo>
                    <a:pt x="25777" y="189226"/>
                  </a:lnTo>
                  <a:lnTo>
                    <a:pt x="27489" y="72483"/>
                  </a:lnTo>
                  <a:lnTo>
                    <a:pt x="29200" y="22377"/>
                  </a:lnTo>
                  <a:lnTo>
                    <a:pt x="30912" y="0"/>
                  </a:lnTo>
                  <a:lnTo>
                    <a:pt x="32623" y="36822"/>
                  </a:lnTo>
                  <a:lnTo>
                    <a:pt x="34334" y="83015"/>
                  </a:lnTo>
                  <a:lnTo>
                    <a:pt x="36046" y="106346"/>
                  </a:lnTo>
                  <a:lnTo>
                    <a:pt x="37757" y="160591"/>
                  </a:lnTo>
                  <a:lnTo>
                    <a:pt x="39469" y="155554"/>
                  </a:lnTo>
                  <a:lnTo>
                    <a:pt x="41180" y="102917"/>
                  </a:lnTo>
                  <a:lnTo>
                    <a:pt x="42891" y="27945"/>
                  </a:lnTo>
                  <a:lnTo>
                    <a:pt x="44603" y="670"/>
                  </a:lnTo>
                  <a:lnTo>
                    <a:pt x="46314" y="60970"/>
                  </a:lnTo>
                  <a:lnTo>
                    <a:pt x="48026" y="53998"/>
                  </a:lnTo>
                  <a:lnTo>
                    <a:pt x="49737" y="98694"/>
                  </a:lnTo>
                  <a:lnTo>
                    <a:pt x="51448" y="174143"/>
                  </a:lnTo>
                  <a:lnTo>
                    <a:pt x="53160" y="225285"/>
                  </a:lnTo>
                  <a:lnTo>
                    <a:pt x="54871" y="229353"/>
                  </a:lnTo>
                  <a:lnTo>
                    <a:pt x="56582" y="220776"/>
                  </a:lnTo>
                  <a:lnTo>
                    <a:pt x="58294" y="307513"/>
                  </a:lnTo>
                  <a:lnTo>
                    <a:pt x="60005" y="394301"/>
                  </a:lnTo>
                  <a:lnTo>
                    <a:pt x="61717" y="453700"/>
                  </a:lnTo>
                  <a:lnTo>
                    <a:pt x="63428" y="428413"/>
                  </a:lnTo>
                  <a:lnTo>
                    <a:pt x="65139" y="447330"/>
                  </a:lnTo>
                  <a:lnTo>
                    <a:pt x="66851" y="489676"/>
                  </a:lnTo>
                  <a:lnTo>
                    <a:pt x="68562" y="482919"/>
                  </a:lnTo>
                  <a:lnTo>
                    <a:pt x="70274" y="389188"/>
                  </a:lnTo>
                  <a:lnTo>
                    <a:pt x="71985" y="296559"/>
                  </a:lnTo>
                  <a:lnTo>
                    <a:pt x="73696" y="312062"/>
                  </a:lnTo>
                  <a:lnTo>
                    <a:pt x="75408" y="198804"/>
                  </a:lnTo>
                  <a:lnTo>
                    <a:pt x="77119" y="89679"/>
                  </a:lnTo>
                  <a:lnTo>
                    <a:pt x="78831" y="96438"/>
                  </a:lnTo>
                  <a:lnTo>
                    <a:pt x="80542" y="190169"/>
                  </a:lnTo>
                  <a:lnTo>
                    <a:pt x="82253" y="291204"/>
                  </a:lnTo>
                  <a:lnTo>
                    <a:pt x="83965" y="408683"/>
                  </a:lnTo>
                  <a:lnTo>
                    <a:pt x="85676" y="553412"/>
                  </a:lnTo>
                  <a:lnTo>
                    <a:pt x="87198" y="61264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089891" y="2213963"/>
              <a:ext cx="112520" cy="1048513"/>
            </a:xfrm>
            <a:custGeom>
              <a:avLst/>
              <a:pathLst>
                <a:path w="112520" h="1048513">
                  <a:moveTo>
                    <a:pt x="0" y="1048513"/>
                  </a:moveTo>
                  <a:lnTo>
                    <a:pt x="1406" y="1014522"/>
                  </a:lnTo>
                  <a:lnTo>
                    <a:pt x="3118" y="951964"/>
                  </a:lnTo>
                  <a:lnTo>
                    <a:pt x="4829" y="840903"/>
                  </a:lnTo>
                  <a:lnTo>
                    <a:pt x="6540" y="710499"/>
                  </a:lnTo>
                  <a:lnTo>
                    <a:pt x="8252" y="705221"/>
                  </a:lnTo>
                  <a:lnTo>
                    <a:pt x="9963" y="736205"/>
                  </a:lnTo>
                  <a:lnTo>
                    <a:pt x="11675" y="774662"/>
                  </a:lnTo>
                  <a:lnTo>
                    <a:pt x="13386" y="799022"/>
                  </a:lnTo>
                  <a:lnTo>
                    <a:pt x="15097" y="907368"/>
                  </a:lnTo>
                  <a:lnTo>
                    <a:pt x="16809" y="979547"/>
                  </a:lnTo>
                  <a:lnTo>
                    <a:pt x="18520" y="975595"/>
                  </a:lnTo>
                  <a:lnTo>
                    <a:pt x="20232" y="945518"/>
                  </a:lnTo>
                  <a:lnTo>
                    <a:pt x="21943" y="940828"/>
                  </a:lnTo>
                  <a:lnTo>
                    <a:pt x="23654" y="979026"/>
                  </a:lnTo>
                  <a:lnTo>
                    <a:pt x="25366" y="927488"/>
                  </a:lnTo>
                  <a:lnTo>
                    <a:pt x="27077" y="794124"/>
                  </a:lnTo>
                  <a:lnTo>
                    <a:pt x="28789" y="603524"/>
                  </a:lnTo>
                  <a:lnTo>
                    <a:pt x="30500" y="416148"/>
                  </a:lnTo>
                  <a:lnTo>
                    <a:pt x="32211" y="241530"/>
                  </a:lnTo>
                  <a:lnTo>
                    <a:pt x="33923" y="78968"/>
                  </a:lnTo>
                  <a:lnTo>
                    <a:pt x="35634" y="0"/>
                  </a:lnTo>
                  <a:lnTo>
                    <a:pt x="37346" y="88466"/>
                  </a:lnTo>
                  <a:lnTo>
                    <a:pt x="39057" y="215315"/>
                  </a:lnTo>
                  <a:lnTo>
                    <a:pt x="40768" y="365625"/>
                  </a:lnTo>
                  <a:lnTo>
                    <a:pt x="42480" y="496952"/>
                  </a:lnTo>
                  <a:lnTo>
                    <a:pt x="44191" y="671483"/>
                  </a:lnTo>
                  <a:lnTo>
                    <a:pt x="45903" y="820183"/>
                  </a:lnTo>
                  <a:lnTo>
                    <a:pt x="47614" y="814099"/>
                  </a:lnTo>
                  <a:lnTo>
                    <a:pt x="49325" y="844713"/>
                  </a:lnTo>
                  <a:lnTo>
                    <a:pt x="51037" y="892383"/>
                  </a:lnTo>
                  <a:lnTo>
                    <a:pt x="52748" y="867230"/>
                  </a:lnTo>
                  <a:lnTo>
                    <a:pt x="54459" y="723297"/>
                  </a:lnTo>
                  <a:lnTo>
                    <a:pt x="56171" y="615677"/>
                  </a:lnTo>
                  <a:lnTo>
                    <a:pt x="57882" y="627820"/>
                  </a:lnTo>
                  <a:lnTo>
                    <a:pt x="59594" y="664908"/>
                  </a:lnTo>
                  <a:lnTo>
                    <a:pt x="61305" y="684383"/>
                  </a:lnTo>
                  <a:lnTo>
                    <a:pt x="63016" y="760423"/>
                  </a:lnTo>
                  <a:lnTo>
                    <a:pt x="64728" y="892386"/>
                  </a:lnTo>
                  <a:lnTo>
                    <a:pt x="66439" y="943675"/>
                  </a:lnTo>
                  <a:lnTo>
                    <a:pt x="68151" y="880140"/>
                  </a:lnTo>
                  <a:lnTo>
                    <a:pt x="69862" y="822541"/>
                  </a:lnTo>
                  <a:lnTo>
                    <a:pt x="71573" y="799342"/>
                  </a:lnTo>
                  <a:lnTo>
                    <a:pt x="73285" y="799343"/>
                  </a:lnTo>
                  <a:lnTo>
                    <a:pt x="74996" y="841491"/>
                  </a:lnTo>
                  <a:lnTo>
                    <a:pt x="76708" y="903365"/>
                  </a:lnTo>
                  <a:lnTo>
                    <a:pt x="78419" y="919097"/>
                  </a:lnTo>
                  <a:lnTo>
                    <a:pt x="80130" y="866445"/>
                  </a:lnTo>
                  <a:lnTo>
                    <a:pt x="81842" y="794559"/>
                  </a:lnTo>
                  <a:lnTo>
                    <a:pt x="83553" y="745268"/>
                  </a:lnTo>
                  <a:lnTo>
                    <a:pt x="85265" y="622712"/>
                  </a:lnTo>
                  <a:lnTo>
                    <a:pt x="86976" y="552656"/>
                  </a:lnTo>
                  <a:lnTo>
                    <a:pt x="88687" y="575759"/>
                  </a:lnTo>
                  <a:lnTo>
                    <a:pt x="90399" y="611145"/>
                  </a:lnTo>
                  <a:lnTo>
                    <a:pt x="92110" y="688479"/>
                  </a:lnTo>
                  <a:lnTo>
                    <a:pt x="93822" y="737771"/>
                  </a:lnTo>
                  <a:lnTo>
                    <a:pt x="95533" y="832273"/>
                  </a:lnTo>
                  <a:lnTo>
                    <a:pt x="97244" y="892684"/>
                  </a:lnTo>
                  <a:lnTo>
                    <a:pt x="98956" y="901955"/>
                  </a:lnTo>
                  <a:lnTo>
                    <a:pt x="100667" y="920855"/>
                  </a:lnTo>
                  <a:lnTo>
                    <a:pt x="102379" y="936248"/>
                  </a:lnTo>
                  <a:lnTo>
                    <a:pt x="104090" y="941792"/>
                  </a:lnTo>
                  <a:lnTo>
                    <a:pt x="105801" y="959872"/>
                  </a:lnTo>
                  <a:lnTo>
                    <a:pt x="107513" y="958087"/>
                  </a:lnTo>
                  <a:lnTo>
                    <a:pt x="109224" y="990369"/>
                  </a:lnTo>
                  <a:lnTo>
                    <a:pt x="110936" y="1046332"/>
                  </a:lnTo>
                  <a:lnTo>
                    <a:pt x="112520" y="104851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212910" y="3064877"/>
              <a:ext cx="27128" cy="197599"/>
            </a:xfrm>
            <a:custGeom>
              <a:avLst/>
              <a:pathLst>
                <a:path w="27128" h="197599">
                  <a:moveTo>
                    <a:pt x="0" y="197599"/>
                  </a:moveTo>
                  <a:lnTo>
                    <a:pt x="1607" y="170197"/>
                  </a:lnTo>
                  <a:lnTo>
                    <a:pt x="3319" y="75584"/>
                  </a:lnTo>
                  <a:lnTo>
                    <a:pt x="5030" y="26171"/>
                  </a:lnTo>
                  <a:lnTo>
                    <a:pt x="6742" y="10229"/>
                  </a:lnTo>
                  <a:lnTo>
                    <a:pt x="8453" y="0"/>
                  </a:lnTo>
                  <a:lnTo>
                    <a:pt x="10164" y="5583"/>
                  </a:lnTo>
                  <a:lnTo>
                    <a:pt x="11876" y="11294"/>
                  </a:lnTo>
                  <a:lnTo>
                    <a:pt x="13587" y="74791"/>
                  </a:lnTo>
                  <a:lnTo>
                    <a:pt x="15299" y="121682"/>
                  </a:lnTo>
                  <a:lnTo>
                    <a:pt x="17010" y="137625"/>
                  </a:lnTo>
                  <a:lnTo>
                    <a:pt x="18721" y="147855"/>
                  </a:lnTo>
                  <a:lnTo>
                    <a:pt x="20433" y="142271"/>
                  </a:lnTo>
                  <a:lnTo>
                    <a:pt x="22144" y="144960"/>
                  </a:lnTo>
                  <a:lnTo>
                    <a:pt x="23856" y="144960"/>
                  </a:lnTo>
                  <a:lnTo>
                    <a:pt x="25567" y="175805"/>
                  </a:lnTo>
                  <a:lnTo>
                    <a:pt x="27128" y="19759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43719" y="2931210"/>
              <a:ext cx="47226" cy="331266"/>
            </a:xfrm>
            <a:custGeom>
              <a:avLst/>
              <a:pathLst>
                <a:path w="47226" h="331266">
                  <a:moveTo>
                    <a:pt x="0" y="331266"/>
                  </a:moveTo>
                  <a:lnTo>
                    <a:pt x="1604" y="299849"/>
                  </a:lnTo>
                  <a:lnTo>
                    <a:pt x="3315" y="233062"/>
                  </a:lnTo>
                  <a:lnTo>
                    <a:pt x="5027" y="138826"/>
                  </a:lnTo>
                  <a:lnTo>
                    <a:pt x="6738" y="96341"/>
                  </a:lnTo>
                  <a:lnTo>
                    <a:pt x="8449" y="96342"/>
                  </a:lnTo>
                  <a:lnTo>
                    <a:pt x="10161" y="47946"/>
                  </a:lnTo>
                  <a:lnTo>
                    <a:pt x="11872" y="0"/>
                  </a:lnTo>
                  <a:lnTo>
                    <a:pt x="13584" y="38368"/>
                  </a:lnTo>
                  <a:lnTo>
                    <a:pt x="15295" y="101759"/>
                  </a:lnTo>
                  <a:lnTo>
                    <a:pt x="17006" y="145293"/>
                  </a:lnTo>
                  <a:lnTo>
                    <a:pt x="18718" y="176307"/>
                  </a:lnTo>
                  <a:lnTo>
                    <a:pt x="20429" y="223132"/>
                  </a:lnTo>
                  <a:lnTo>
                    <a:pt x="22141" y="203858"/>
                  </a:lnTo>
                  <a:lnTo>
                    <a:pt x="23852" y="138327"/>
                  </a:lnTo>
                  <a:lnTo>
                    <a:pt x="25563" y="67550"/>
                  </a:lnTo>
                  <a:lnTo>
                    <a:pt x="27275" y="34162"/>
                  </a:lnTo>
                  <a:lnTo>
                    <a:pt x="28986" y="37774"/>
                  </a:lnTo>
                  <a:lnTo>
                    <a:pt x="30698" y="42869"/>
                  </a:lnTo>
                  <a:lnTo>
                    <a:pt x="32409" y="91322"/>
                  </a:lnTo>
                  <a:lnTo>
                    <a:pt x="34120" y="125461"/>
                  </a:lnTo>
                  <a:lnTo>
                    <a:pt x="35832" y="145827"/>
                  </a:lnTo>
                  <a:lnTo>
                    <a:pt x="37543" y="133993"/>
                  </a:lnTo>
                  <a:lnTo>
                    <a:pt x="39255" y="99368"/>
                  </a:lnTo>
                  <a:lnTo>
                    <a:pt x="40966" y="95842"/>
                  </a:lnTo>
                  <a:lnTo>
                    <a:pt x="42677" y="162891"/>
                  </a:lnTo>
                  <a:lnTo>
                    <a:pt x="44389" y="254870"/>
                  </a:lnTo>
                  <a:lnTo>
                    <a:pt x="46100" y="311086"/>
                  </a:lnTo>
                  <a:lnTo>
                    <a:pt x="47226" y="33126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304179" y="3143630"/>
              <a:ext cx="33553" cy="118847"/>
            </a:xfrm>
            <a:custGeom>
              <a:avLst/>
              <a:pathLst>
                <a:path w="33553" h="118847">
                  <a:moveTo>
                    <a:pt x="0" y="118847"/>
                  </a:moveTo>
                  <a:lnTo>
                    <a:pt x="1043" y="79374"/>
                  </a:lnTo>
                  <a:lnTo>
                    <a:pt x="2754" y="47005"/>
                  </a:lnTo>
                  <a:lnTo>
                    <a:pt x="4466" y="37689"/>
                  </a:lnTo>
                  <a:lnTo>
                    <a:pt x="6177" y="37689"/>
                  </a:lnTo>
                  <a:lnTo>
                    <a:pt x="7888" y="37690"/>
                  </a:lnTo>
                  <a:lnTo>
                    <a:pt x="9600" y="37690"/>
                  </a:lnTo>
                  <a:lnTo>
                    <a:pt x="11311" y="65994"/>
                  </a:lnTo>
                  <a:lnTo>
                    <a:pt x="13023" y="109130"/>
                  </a:lnTo>
                  <a:lnTo>
                    <a:pt x="14734" y="116090"/>
                  </a:lnTo>
                  <a:lnTo>
                    <a:pt x="16445" y="99174"/>
                  </a:lnTo>
                  <a:lnTo>
                    <a:pt x="18157" y="82839"/>
                  </a:lnTo>
                  <a:lnTo>
                    <a:pt x="19868" y="73186"/>
                  </a:lnTo>
                  <a:lnTo>
                    <a:pt x="21580" y="27410"/>
                  </a:lnTo>
                  <a:lnTo>
                    <a:pt x="23291" y="0"/>
                  </a:lnTo>
                  <a:lnTo>
                    <a:pt x="25002" y="2354"/>
                  </a:lnTo>
                  <a:lnTo>
                    <a:pt x="26714" y="19272"/>
                  </a:lnTo>
                  <a:lnTo>
                    <a:pt x="28425" y="35609"/>
                  </a:lnTo>
                  <a:lnTo>
                    <a:pt x="30137" y="45261"/>
                  </a:lnTo>
                  <a:lnTo>
                    <a:pt x="31848" y="90944"/>
                  </a:lnTo>
                  <a:lnTo>
                    <a:pt x="33553" y="11884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337780" y="2721108"/>
              <a:ext cx="157239" cy="541369"/>
            </a:xfrm>
            <a:custGeom>
              <a:avLst/>
              <a:pathLst>
                <a:path w="157239" h="541369">
                  <a:moveTo>
                    <a:pt x="0" y="541369"/>
                  </a:moveTo>
                  <a:lnTo>
                    <a:pt x="1669" y="537210"/>
                  </a:lnTo>
                  <a:lnTo>
                    <a:pt x="3381" y="498033"/>
                  </a:lnTo>
                  <a:lnTo>
                    <a:pt x="5092" y="460078"/>
                  </a:lnTo>
                  <a:lnTo>
                    <a:pt x="6804" y="454821"/>
                  </a:lnTo>
                  <a:lnTo>
                    <a:pt x="8515" y="373668"/>
                  </a:lnTo>
                  <a:lnTo>
                    <a:pt x="10226" y="322846"/>
                  </a:lnTo>
                  <a:lnTo>
                    <a:pt x="11938" y="350998"/>
                  </a:lnTo>
                  <a:lnTo>
                    <a:pt x="13649" y="378701"/>
                  </a:lnTo>
                  <a:lnTo>
                    <a:pt x="15361" y="376237"/>
                  </a:lnTo>
                  <a:lnTo>
                    <a:pt x="17072" y="381496"/>
                  </a:lnTo>
                  <a:lnTo>
                    <a:pt x="18783" y="449875"/>
                  </a:lnTo>
                  <a:lnTo>
                    <a:pt x="20495" y="507758"/>
                  </a:lnTo>
                  <a:lnTo>
                    <a:pt x="22206" y="489075"/>
                  </a:lnTo>
                  <a:lnTo>
                    <a:pt x="23918" y="500548"/>
                  </a:lnTo>
                  <a:lnTo>
                    <a:pt x="25629" y="540969"/>
                  </a:lnTo>
                  <a:lnTo>
                    <a:pt x="27340" y="540970"/>
                  </a:lnTo>
                  <a:lnTo>
                    <a:pt x="29052" y="526110"/>
                  </a:lnTo>
                  <a:lnTo>
                    <a:pt x="30763" y="493939"/>
                  </a:lnTo>
                  <a:lnTo>
                    <a:pt x="32475" y="474089"/>
                  </a:lnTo>
                  <a:lnTo>
                    <a:pt x="34186" y="474037"/>
                  </a:lnTo>
                  <a:lnTo>
                    <a:pt x="35897" y="442643"/>
                  </a:lnTo>
                  <a:lnTo>
                    <a:pt x="37609" y="404235"/>
                  </a:lnTo>
                  <a:lnTo>
                    <a:pt x="39320" y="393821"/>
                  </a:lnTo>
                  <a:lnTo>
                    <a:pt x="41032" y="383435"/>
                  </a:lnTo>
                  <a:lnTo>
                    <a:pt x="42743" y="345942"/>
                  </a:lnTo>
                  <a:lnTo>
                    <a:pt x="44454" y="327594"/>
                  </a:lnTo>
                  <a:lnTo>
                    <a:pt x="46166" y="306486"/>
                  </a:lnTo>
                  <a:lnTo>
                    <a:pt x="47877" y="234366"/>
                  </a:lnTo>
                  <a:lnTo>
                    <a:pt x="49589" y="219073"/>
                  </a:lnTo>
                  <a:lnTo>
                    <a:pt x="51300" y="226140"/>
                  </a:lnTo>
                  <a:lnTo>
                    <a:pt x="53011" y="244221"/>
                  </a:lnTo>
                  <a:lnTo>
                    <a:pt x="54723" y="246627"/>
                  </a:lnTo>
                  <a:lnTo>
                    <a:pt x="56434" y="299128"/>
                  </a:lnTo>
                  <a:lnTo>
                    <a:pt x="58146" y="421207"/>
                  </a:lnTo>
                  <a:lnTo>
                    <a:pt x="59857" y="490452"/>
                  </a:lnTo>
                  <a:lnTo>
                    <a:pt x="61568" y="506250"/>
                  </a:lnTo>
                  <a:lnTo>
                    <a:pt x="63280" y="465056"/>
                  </a:lnTo>
                  <a:lnTo>
                    <a:pt x="64991" y="380723"/>
                  </a:lnTo>
                  <a:lnTo>
                    <a:pt x="66703" y="269441"/>
                  </a:lnTo>
                  <a:lnTo>
                    <a:pt x="68414" y="170634"/>
                  </a:lnTo>
                  <a:lnTo>
                    <a:pt x="70125" y="64395"/>
                  </a:lnTo>
                  <a:lnTo>
                    <a:pt x="71837" y="25767"/>
                  </a:lnTo>
                  <a:lnTo>
                    <a:pt x="73548" y="2381"/>
                  </a:lnTo>
                  <a:lnTo>
                    <a:pt x="75260" y="44426"/>
                  </a:lnTo>
                  <a:lnTo>
                    <a:pt x="76971" y="73864"/>
                  </a:lnTo>
                  <a:lnTo>
                    <a:pt x="78682" y="88738"/>
                  </a:lnTo>
                  <a:lnTo>
                    <a:pt x="80394" y="93494"/>
                  </a:lnTo>
                  <a:lnTo>
                    <a:pt x="82105" y="8855"/>
                  </a:lnTo>
                  <a:lnTo>
                    <a:pt x="83817" y="16170"/>
                  </a:lnTo>
                  <a:lnTo>
                    <a:pt x="85528" y="44880"/>
                  </a:lnTo>
                  <a:lnTo>
                    <a:pt x="87239" y="92283"/>
                  </a:lnTo>
                  <a:lnTo>
                    <a:pt x="88951" y="33721"/>
                  </a:lnTo>
                  <a:lnTo>
                    <a:pt x="90662" y="0"/>
                  </a:lnTo>
                  <a:lnTo>
                    <a:pt x="92374" y="109837"/>
                  </a:lnTo>
                  <a:lnTo>
                    <a:pt x="94085" y="151322"/>
                  </a:lnTo>
                  <a:lnTo>
                    <a:pt x="95796" y="68701"/>
                  </a:lnTo>
                  <a:lnTo>
                    <a:pt x="97508" y="39214"/>
                  </a:lnTo>
                  <a:lnTo>
                    <a:pt x="99219" y="91080"/>
                  </a:lnTo>
                  <a:lnTo>
                    <a:pt x="100930" y="79337"/>
                  </a:lnTo>
                  <a:lnTo>
                    <a:pt x="102642" y="23882"/>
                  </a:lnTo>
                  <a:lnTo>
                    <a:pt x="104353" y="84016"/>
                  </a:lnTo>
                  <a:lnTo>
                    <a:pt x="106065" y="191058"/>
                  </a:lnTo>
                  <a:lnTo>
                    <a:pt x="107776" y="228958"/>
                  </a:lnTo>
                  <a:lnTo>
                    <a:pt x="109487" y="303063"/>
                  </a:lnTo>
                  <a:lnTo>
                    <a:pt x="111199" y="406470"/>
                  </a:lnTo>
                  <a:lnTo>
                    <a:pt x="112910" y="429976"/>
                  </a:lnTo>
                  <a:lnTo>
                    <a:pt x="114622" y="374293"/>
                  </a:lnTo>
                  <a:lnTo>
                    <a:pt x="116333" y="301128"/>
                  </a:lnTo>
                  <a:lnTo>
                    <a:pt x="118044" y="187451"/>
                  </a:lnTo>
                  <a:lnTo>
                    <a:pt x="119756" y="100977"/>
                  </a:lnTo>
                  <a:lnTo>
                    <a:pt x="121467" y="63021"/>
                  </a:lnTo>
                  <a:lnTo>
                    <a:pt x="123179" y="89961"/>
                  </a:lnTo>
                  <a:lnTo>
                    <a:pt x="124890" y="157239"/>
                  </a:lnTo>
                  <a:lnTo>
                    <a:pt x="126601" y="235366"/>
                  </a:lnTo>
                  <a:lnTo>
                    <a:pt x="128313" y="325938"/>
                  </a:lnTo>
                  <a:lnTo>
                    <a:pt x="130024" y="336601"/>
                  </a:lnTo>
                  <a:lnTo>
                    <a:pt x="131736" y="312107"/>
                  </a:lnTo>
                  <a:lnTo>
                    <a:pt x="133447" y="350234"/>
                  </a:lnTo>
                  <a:lnTo>
                    <a:pt x="135158" y="342912"/>
                  </a:lnTo>
                  <a:lnTo>
                    <a:pt x="136870" y="343099"/>
                  </a:lnTo>
                  <a:lnTo>
                    <a:pt x="138581" y="392235"/>
                  </a:lnTo>
                  <a:lnTo>
                    <a:pt x="140293" y="473022"/>
                  </a:lnTo>
                  <a:lnTo>
                    <a:pt x="142004" y="513400"/>
                  </a:lnTo>
                  <a:lnTo>
                    <a:pt x="143715" y="409671"/>
                  </a:lnTo>
                  <a:lnTo>
                    <a:pt x="145427" y="338126"/>
                  </a:lnTo>
                  <a:lnTo>
                    <a:pt x="147138" y="329834"/>
                  </a:lnTo>
                  <a:lnTo>
                    <a:pt x="148850" y="329835"/>
                  </a:lnTo>
                  <a:lnTo>
                    <a:pt x="150561" y="329837"/>
                  </a:lnTo>
                  <a:lnTo>
                    <a:pt x="152272" y="351908"/>
                  </a:lnTo>
                  <a:lnTo>
                    <a:pt x="153984" y="431603"/>
                  </a:lnTo>
                  <a:lnTo>
                    <a:pt x="155695" y="520745"/>
                  </a:lnTo>
                  <a:lnTo>
                    <a:pt x="157239" y="54136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495884" y="3259219"/>
              <a:ext cx="2734" cy="3257"/>
            </a:xfrm>
            <a:custGeom>
              <a:avLst/>
              <a:pathLst>
                <a:path w="2734" h="3257">
                  <a:moveTo>
                    <a:pt x="0" y="3257"/>
                  </a:moveTo>
                  <a:lnTo>
                    <a:pt x="1014" y="0"/>
                  </a:lnTo>
                  <a:lnTo>
                    <a:pt x="2725" y="3212"/>
                  </a:lnTo>
                  <a:lnTo>
                    <a:pt x="2734" y="325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02301" y="3220779"/>
              <a:ext cx="5780" cy="41697"/>
            </a:xfrm>
            <a:custGeom>
              <a:avLst/>
              <a:pathLst>
                <a:path w="5780" h="41697">
                  <a:moveTo>
                    <a:pt x="0" y="41697"/>
                  </a:moveTo>
                  <a:lnTo>
                    <a:pt x="1443" y="14570"/>
                  </a:lnTo>
                  <a:lnTo>
                    <a:pt x="3154" y="0"/>
                  </a:lnTo>
                  <a:lnTo>
                    <a:pt x="4865" y="26697"/>
                  </a:lnTo>
                  <a:lnTo>
                    <a:pt x="5780" y="4169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12236" y="3262317"/>
              <a:ext cx="182" cy="159"/>
            </a:xfrm>
            <a:custGeom>
              <a:avLst/>
              <a:pathLst>
                <a:path w="182" h="159">
                  <a:moveTo>
                    <a:pt x="0" y="159"/>
                  </a:moveTo>
                  <a:lnTo>
                    <a:pt x="65" y="0"/>
                  </a:lnTo>
                  <a:lnTo>
                    <a:pt x="182" y="15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19021" y="3146562"/>
              <a:ext cx="12743" cy="115914"/>
            </a:xfrm>
            <a:custGeom>
              <a:avLst/>
              <a:pathLst>
                <a:path w="12743" h="115914">
                  <a:moveTo>
                    <a:pt x="0" y="115914"/>
                  </a:moveTo>
                  <a:lnTo>
                    <a:pt x="126" y="113247"/>
                  </a:lnTo>
                  <a:lnTo>
                    <a:pt x="1837" y="75797"/>
                  </a:lnTo>
                  <a:lnTo>
                    <a:pt x="3549" y="38347"/>
                  </a:lnTo>
                  <a:lnTo>
                    <a:pt x="5260" y="31184"/>
                  </a:lnTo>
                  <a:lnTo>
                    <a:pt x="6971" y="69"/>
                  </a:lnTo>
                  <a:lnTo>
                    <a:pt x="8683" y="0"/>
                  </a:lnTo>
                  <a:lnTo>
                    <a:pt x="10394" y="35779"/>
                  </a:lnTo>
                  <a:lnTo>
                    <a:pt x="12106" y="81560"/>
                  </a:lnTo>
                  <a:lnTo>
                    <a:pt x="12743" y="11591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37278" y="3067779"/>
              <a:ext cx="27133" cy="194697"/>
            </a:xfrm>
            <a:custGeom>
              <a:avLst/>
              <a:pathLst>
                <a:path w="27133" h="194697">
                  <a:moveTo>
                    <a:pt x="0" y="194697"/>
                  </a:moveTo>
                  <a:lnTo>
                    <a:pt x="694" y="160892"/>
                  </a:lnTo>
                  <a:lnTo>
                    <a:pt x="2406" y="76107"/>
                  </a:lnTo>
                  <a:lnTo>
                    <a:pt x="4117" y="67774"/>
                  </a:lnTo>
                  <a:lnTo>
                    <a:pt x="5829" y="13016"/>
                  </a:lnTo>
                  <a:lnTo>
                    <a:pt x="7540" y="0"/>
                  </a:lnTo>
                  <a:lnTo>
                    <a:pt x="9251" y="26253"/>
                  </a:lnTo>
                  <a:lnTo>
                    <a:pt x="10963" y="81207"/>
                  </a:lnTo>
                  <a:lnTo>
                    <a:pt x="12674" y="100363"/>
                  </a:lnTo>
                  <a:lnTo>
                    <a:pt x="14386" y="77528"/>
                  </a:lnTo>
                  <a:lnTo>
                    <a:pt x="16097" y="62921"/>
                  </a:lnTo>
                  <a:lnTo>
                    <a:pt x="17808" y="29560"/>
                  </a:lnTo>
                  <a:lnTo>
                    <a:pt x="19520" y="26932"/>
                  </a:lnTo>
                  <a:lnTo>
                    <a:pt x="21231" y="33946"/>
                  </a:lnTo>
                  <a:lnTo>
                    <a:pt x="22943" y="68628"/>
                  </a:lnTo>
                  <a:lnTo>
                    <a:pt x="24654" y="96579"/>
                  </a:lnTo>
                  <a:lnTo>
                    <a:pt x="26365" y="163693"/>
                  </a:lnTo>
                  <a:lnTo>
                    <a:pt x="27133" y="19469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73361" y="2641904"/>
              <a:ext cx="118321" cy="620572"/>
            </a:xfrm>
            <a:custGeom>
              <a:avLst/>
              <a:pathLst>
                <a:path w="118321" h="620572">
                  <a:moveTo>
                    <a:pt x="0" y="620572"/>
                  </a:moveTo>
                  <a:lnTo>
                    <a:pt x="550" y="603683"/>
                  </a:lnTo>
                  <a:lnTo>
                    <a:pt x="2261" y="567933"/>
                  </a:lnTo>
                  <a:lnTo>
                    <a:pt x="3973" y="567933"/>
                  </a:lnTo>
                  <a:lnTo>
                    <a:pt x="5684" y="560483"/>
                  </a:lnTo>
                  <a:lnTo>
                    <a:pt x="7396" y="501600"/>
                  </a:lnTo>
                  <a:lnTo>
                    <a:pt x="9107" y="450712"/>
                  </a:lnTo>
                  <a:lnTo>
                    <a:pt x="10818" y="447067"/>
                  </a:lnTo>
                  <a:lnTo>
                    <a:pt x="12530" y="414616"/>
                  </a:lnTo>
                  <a:lnTo>
                    <a:pt x="14241" y="367672"/>
                  </a:lnTo>
                  <a:lnTo>
                    <a:pt x="15953" y="314465"/>
                  </a:lnTo>
                  <a:lnTo>
                    <a:pt x="17664" y="272824"/>
                  </a:lnTo>
                  <a:lnTo>
                    <a:pt x="19375" y="232367"/>
                  </a:lnTo>
                  <a:lnTo>
                    <a:pt x="21087" y="174819"/>
                  </a:lnTo>
                  <a:lnTo>
                    <a:pt x="22798" y="111598"/>
                  </a:lnTo>
                  <a:lnTo>
                    <a:pt x="24510" y="117503"/>
                  </a:lnTo>
                  <a:lnTo>
                    <a:pt x="26221" y="185294"/>
                  </a:lnTo>
                  <a:lnTo>
                    <a:pt x="27932" y="244766"/>
                  </a:lnTo>
                  <a:lnTo>
                    <a:pt x="29644" y="289808"/>
                  </a:lnTo>
                  <a:lnTo>
                    <a:pt x="31355" y="260981"/>
                  </a:lnTo>
                  <a:lnTo>
                    <a:pt x="33066" y="200838"/>
                  </a:lnTo>
                  <a:lnTo>
                    <a:pt x="34778" y="107623"/>
                  </a:lnTo>
                  <a:lnTo>
                    <a:pt x="36489" y="56684"/>
                  </a:lnTo>
                  <a:lnTo>
                    <a:pt x="38201" y="73190"/>
                  </a:lnTo>
                  <a:lnTo>
                    <a:pt x="39912" y="73851"/>
                  </a:lnTo>
                  <a:lnTo>
                    <a:pt x="41623" y="59257"/>
                  </a:lnTo>
                  <a:lnTo>
                    <a:pt x="43335" y="74914"/>
                  </a:lnTo>
                  <a:lnTo>
                    <a:pt x="45046" y="87150"/>
                  </a:lnTo>
                  <a:lnTo>
                    <a:pt x="46758" y="158438"/>
                  </a:lnTo>
                  <a:lnTo>
                    <a:pt x="48469" y="211325"/>
                  </a:lnTo>
                  <a:lnTo>
                    <a:pt x="50180" y="217728"/>
                  </a:lnTo>
                  <a:lnTo>
                    <a:pt x="51892" y="277481"/>
                  </a:lnTo>
                  <a:lnTo>
                    <a:pt x="53603" y="417485"/>
                  </a:lnTo>
                  <a:lnTo>
                    <a:pt x="55315" y="522880"/>
                  </a:lnTo>
                  <a:lnTo>
                    <a:pt x="57026" y="426960"/>
                  </a:lnTo>
                  <a:lnTo>
                    <a:pt x="58737" y="340737"/>
                  </a:lnTo>
                  <a:lnTo>
                    <a:pt x="60449" y="342747"/>
                  </a:lnTo>
                  <a:lnTo>
                    <a:pt x="62160" y="334128"/>
                  </a:lnTo>
                  <a:lnTo>
                    <a:pt x="63872" y="253388"/>
                  </a:lnTo>
                  <a:lnTo>
                    <a:pt x="65583" y="168404"/>
                  </a:lnTo>
                  <a:lnTo>
                    <a:pt x="67294" y="148695"/>
                  </a:lnTo>
                  <a:lnTo>
                    <a:pt x="69006" y="169040"/>
                  </a:lnTo>
                  <a:lnTo>
                    <a:pt x="70717" y="188254"/>
                  </a:lnTo>
                  <a:lnTo>
                    <a:pt x="72429" y="197350"/>
                  </a:lnTo>
                  <a:lnTo>
                    <a:pt x="74140" y="243171"/>
                  </a:lnTo>
                  <a:lnTo>
                    <a:pt x="75851" y="227668"/>
                  </a:lnTo>
                  <a:lnTo>
                    <a:pt x="77563" y="157046"/>
                  </a:lnTo>
                  <a:lnTo>
                    <a:pt x="79274" y="101118"/>
                  </a:lnTo>
                  <a:lnTo>
                    <a:pt x="80986" y="98370"/>
                  </a:lnTo>
                  <a:lnTo>
                    <a:pt x="82697" y="131233"/>
                  </a:lnTo>
                  <a:lnTo>
                    <a:pt x="84408" y="47270"/>
                  </a:lnTo>
                  <a:lnTo>
                    <a:pt x="86120" y="0"/>
                  </a:lnTo>
                  <a:lnTo>
                    <a:pt x="87831" y="121266"/>
                  </a:lnTo>
                  <a:lnTo>
                    <a:pt x="89543" y="145465"/>
                  </a:lnTo>
                  <a:lnTo>
                    <a:pt x="91254" y="109186"/>
                  </a:lnTo>
                  <a:lnTo>
                    <a:pt x="92965" y="54315"/>
                  </a:lnTo>
                  <a:lnTo>
                    <a:pt x="94677" y="75289"/>
                  </a:lnTo>
                  <a:lnTo>
                    <a:pt x="96388" y="156536"/>
                  </a:lnTo>
                  <a:lnTo>
                    <a:pt x="98100" y="152173"/>
                  </a:lnTo>
                  <a:lnTo>
                    <a:pt x="99811" y="165655"/>
                  </a:lnTo>
                  <a:lnTo>
                    <a:pt x="101522" y="135579"/>
                  </a:lnTo>
                  <a:lnTo>
                    <a:pt x="103234" y="157864"/>
                  </a:lnTo>
                  <a:lnTo>
                    <a:pt x="104945" y="213149"/>
                  </a:lnTo>
                  <a:lnTo>
                    <a:pt x="106657" y="260634"/>
                  </a:lnTo>
                  <a:lnTo>
                    <a:pt x="108368" y="253885"/>
                  </a:lnTo>
                  <a:lnTo>
                    <a:pt x="110079" y="295440"/>
                  </a:lnTo>
                  <a:lnTo>
                    <a:pt x="111791" y="425022"/>
                  </a:lnTo>
                  <a:lnTo>
                    <a:pt x="113502" y="500952"/>
                  </a:lnTo>
                  <a:lnTo>
                    <a:pt x="115214" y="517066"/>
                  </a:lnTo>
                  <a:lnTo>
                    <a:pt x="116925" y="551136"/>
                  </a:lnTo>
                  <a:lnTo>
                    <a:pt x="118321" y="6205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02897" y="2916218"/>
              <a:ext cx="50559" cy="346258"/>
            </a:xfrm>
            <a:custGeom>
              <a:avLst/>
              <a:pathLst>
                <a:path w="50559" h="346258">
                  <a:moveTo>
                    <a:pt x="0" y="346258"/>
                  </a:moveTo>
                  <a:lnTo>
                    <a:pt x="1081" y="304861"/>
                  </a:lnTo>
                  <a:lnTo>
                    <a:pt x="2792" y="219202"/>
                  </a:lnTo>
                  <a:lnTo>
                    <a:pt x="4504" y="211895"/>
                  </a:lnTo>
                  <a:lnTo>
                    <a:pt x="6215" y="204020"/>
                  </a:lnTo>
                  <a:lnTo>
                    <a:pt x="7926" y="156307"/>
                  </a:lnTo>
                  <a:lnTo>
                    <a:pt x="9638" y="88703"/>
                  </a:lnTo>
                  <a:lnTo>
                    <a:pt x="11349" y="49569"/>
                  </a:lnTo>
                  <a:lnTo>
                    <a:pt x="13061" y="95110"/>
                  </a:lnTo>
                  <a:lnTo>
                    <a:pt x="14772" y="81479"/>
                  </a:lnTo>
                  <a:lnTo>
                    <a:pt x="16483" y="39092"/>
                  </a:lnTo>
                  <a:lnTo>
                    <a:pt x="18195" y="80238"/>
                  </a:lnTo>
                  <a:lnTo>
                    <a:pt x="19906" y="147843"/>
                  </a:lnTo>
                  <a:lnTo>
                    <a:pt x="21618" y="207277"/>
                  </a:lnTo>
                  <a:lnTo>
                    <a:pt x="23329" y="187166"/>
                  </a:lnTo>
                  <a:lnTo>
                    <a:pt x="25040" y="54271"/>
                  </a:lnTo>
                  <a:lnTo>
                    <a:pt x="26752" y="14756"/>
                  </a:lnTo>
                  <a:lnTo>
                    <a:pt x="28463" y="35939"/>
                  </a:lnTo>
                  <a:lnTo>
                    <a:pt x="30175" y="50180"/>
                  </a:lnTo>
                  <a:lnTo>
                    <a:pt x="31886" y="21704"/>
                  </a:lnTo>
                  <a:lnTo>
                    <a:pt x="33597" y="0"/>
                  </a:lnTo>
                  <a:lnTo>
                    <a:pt x="35309" y="150315"/>
                  </a:lnTo>
                  <a:lnTo>
                    <a:pt x="37020" y="240093"/>
                  </a:lnTo>
                  <a:lnTo>
                    <a:pt x="38732" y="225477"/>
                  </a:lnTo>
                  <a:lnTo>
                    <a:pt x="40443" y="211238"/>
                  </a:lnTo>
                  <a:lnTo>
                    <a:pt x="42154" y="239713"/>
                  </a:lnTo>
                  <a:lnTo>
                    <a:pt x="43866" y="290103"/>
                  </a:lnTo>
                  <a:lnTo>
                    <a:pt x="45577" y="293619"/>
                  </a:lnTo>
                  <a:lnTo>
                    <a:pt x="47289" y="296308"/>
                  </a:lnTo>
                  <a:lnTo>
                    <a:pt x="49000" y="327423"/>
                  </a:lnTo>
                  <a:lnTo>
                    <a:pt x="50559" y="34625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61682" y="3246322"/>
              <a:ext cx="1377" cy="16154"/>
            </a:xfrm>
            <a:custGeom>
              <a:avLst/>
              <a:pathLst>
                <a:path w="1377" h="16154">
                  <a:moveTo>
                    <a:pt x="0" y="16154"/>
                  </a:moveTo>
                  <a:lnTo>
                    <a:pt x="483" y="0"/>
                  </a:lnTo>
                  <a:lnTo>
                    <a:pt x="1377" y="1615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768714" y="3255586"/>
              <a:ext cx="1261" cy="6890"/>
            </a:xfrm>
            <a:custGeom>
              <a:avLst/>
              <a:pathLst>
                <a:path w="1261" h="6890">
                  <a:moveTo>
                    <a:pt x="0" y="6890"/>
                  </a:moveTo>
                  <a:lnTo>
                    <a:pt x="296" y="0"/>
                  </a:lnTo>
                  <a:lnTo>
                    <a:pt x="1261" y="689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771244" y="2324119"/>
              <a:ext cx="285180" cy="938357"/>
            </a:xfrm>
            <a:custGeom>
              <a:avLst/>
              <a:pathLst>
                <a:path w="285180" h="938357">
                  <a:moveTo>
                    <a:pt x="0" y="938357"/>
                  </a:moveTo>
                  <a:lnTo>
                    <a:pt x="1189" y="926220"/>
                  </a:lnTo>
                  <a:lnTo>
                    <a:pt x="2900" y="834045"/>
                  </a:lnTo>
                  <a:lnTo>
                    <a:pt x="4612" y="722958"/>
                  </a:lnTo>
                  <a:lnTo>
                    <a:pt x="6323" y="599616"/>
                  </a:lnTo>
                  <a:lnTo>
                    <a:pt x="8035" y="544841"/>
                  </a:lnTo>
                  <a:lnTo>
                    <a:pt x="9746" y="529268"/>
                  </a:lnTo>
                  <a:lnTo>
                    <a:pt x="11457" y="493333"/>
                  </a:lnTo>
                  <a:lnTo>
                    <a:pt x="13169" y="488837"/>
                  </a:lnTo>
                  <a:lnTo>
                    <a:pt x="14880" y="543871"/>
                  </a:lnTo>
                  <a:lnTo>
                    <a:pt x="16592" y="686318"/>
                  </a:lnTo>
                  <a:lnTo>
                    <a:pt x="18303" y="770051"/>
                  </a:lnTo>
                  <a:lnTo>
                    <a:pt x="20014" y="755440"/>
                  </a:lnTo>
                  <a:lnTo>
                    <a:pt x="21726" y="797858"/>
                  </a:lnTo>
                  <a:lnTo>
                    <a:pt x="23437" y="776215"/>
                  </a:lnTo>
                  <a:lnTo>
                    <a:pt x="25149" y="712964"/>
                  </a:lnTo>
                  <a:lnTo>
                    <a:pt x="26860" y="537209"/>
                  </a:lnTo>
                  <a:lnTo>
                    <a:pt x="28571" y="397480"/>
                  </a:lnTo>
                  <a:lnTo>
                    <a:pt x="30283" y="386158"/>
                  </a:lnTo>
                  <a:lnTo>
                    <a:pt x="31994" y="419857"/>
                  </a:lnTo>
                  <a:lnTo>
                    <a:pt x="33706" y="486594"/>
                  </a:lnTo>
                  <a:lnTo>
                    <a:pt x="35417" y="548632"/>
                  </a:lnTo>
                  <a:lnTo>
                    <a:pt x="37128" y="641600"/>
                  </a:lnTo>
                  <a:lnTo>
                    <a:pt x="38840" y="694450"/>
                  </a:lnTo>
                  <a:lnTo>
                    <a:pt x="40551" y="683529"/>
                  </a:lnTo>
                  <a:lnTo>
                    <a:pt x="42263" y="648989"/>
                  </a:lnTo>
                  <a:lnTo>
                    <a:pt x="43974" y="560983"/>
                  </a:lnTo>
                  <a:lnTo>
                    <a:pt x="45685" y="449536"/>
                  </a:lnTo>
                  <a:lnTo>
                    <a:pt x="47397" y="443195"/>
                  </a:lnTo>
                  <a:lnTo>
                    <a:pt x="49108" y="461859"/>
                  </a:lnTo>
                  <a:lnTo>
                    <a:pt x="50820" y="438865"/>
                  </a:lnTo>
                  <a:lnTo>
                    <a:pt x="52531" y="358221"/>
                  </a:lnTo>
                  <a:lnTo>
                    <a:pt x="54242" y="314551"/>
                  </a:lnTo>
                  <a:lnTo>
                    <a:pt x="55954" y="359920"/>
                  </a:lnTo>
                  <a:lnTo>
                    <a:pt x="57665" y="345092"/>
                  </a:lnTo>
                  <a:lnTo>
                    <a:pt x="59377" y="257151"/>
                  </a:lnTo>
                  <a:lnTo>
                    <a:pt x="61088" y="201659"/>
                  </a:lnTo>
                  <a:lnTo>
                    <a:pt x="62799" y="257993"/>
                  </a:lnTo>
                  <a:lnTo>
                    <a:pt x="64511" y="401487"/>
                  </a:lnTo>
                  <a:lnTo>
                    <a:pt x="66222" y="438719"/>
                  </a:lnTo>
                  <a:lnTo>
                    <a:pt x="67934" y="521666"/>
                  </a:lnTo>
                  <a:lnTo>
                    <a:pt x="69645" y="699133"/>
                  </a:lnTo>
                  <a:lnTo>
                    <a:pt x="71356" y="773272"/>
                  </a:lnTo>
                  <a:lnTo>
                    <a:pt x="73068" y="681342"/>
                  </a:lnTo>
                  <a:lnTo>
                    <a:pt x="74779" y="569769"/>
                  </a:lnTo>
                  <a:lnTo>
                    <a:pt x="76491" y="553922"/>
                  </a:lnTo>
                  <a:lnTo>
                    <a:pt x="78202" y="484619"/>
                  </a:lnTo>
                  <a:lnTo>
                    <a:pt x="79913" y="329581"/>
                  </a:lnTo>
                  <a:lnTo>
                    <a:pt x="81625" y="354070"/>
                  </a:lnTo>
                  <a:lnTo>
                    <a:pt x="83336" y="497320"/>
                  </a:lnTo>
                  <a:lnTo>
                    <a:pt x="85047" y="486628"/>
                  </a:lnTo>
                  <a:lnTo>
                    <a:pt x="86759" y="427582"/>
                  </a:lnTo>
                  <a:lnTo>
                    <a:pt x="88470" y="441538"/>
                  </a:lnTo>
                  <a:lnTo>
                    <a:pt x="90182" y="568859"/>
                  </a:lnTo>
                  <a:lnTo>
                    <a:pt x="91893" y="628125"/>
                  </a:lnTo>
                  <a:lnTo>
                    <a:pt x="93604" y="624647"/>
                  </a:lnTo>
                  <a:lnTo>
                    <a:pt x="95316" y="727534"/>
                  </a:lnTo>
                  <a:lnTo>
                    <a:pt x="97027" y="817161"/>
                  </a:lnTo>
                  <a:lnTo>
                    <a:pt x="98739" y="844396"/>
                  </a:lnTo>
                  <a:lnTo>
                    <a:pt x="100450" y="748912"/>
                  </a:lnTo>
                  <a:lnTo>
                    <a:pt x="102161" y="644046"/>
                  </a:lnTo>
                  <a:lnTo>
                    <a:pt x="103873" y="600489"/>
                  </a:lnTo>
                  <a:lnTo>
                    <a:pt x="105584" y="581029"/>
                  </a:lnTo>
                  <a:lnTo>
                    <a:pt x="107296" y="596357"/>
                  </a:lnTo>
                  <a:lnTo>
                    <a:pt x="109007" y="621258"/>
                  </a:lnTo>
                  <a:lnTo>
                    <a:pt x="110718" y="704299"/>
                  </a:lnTo>
                  <a:lnTo>
                    <a:pt x="112430" y="762926"/>
                  </a:lnTo>
                  <a:lnTo>
                    <a:pt x="114141" y="781813"/>
                  </a:lnTo>
                  <a:lnTo>
                    <a:pt x="115853" y="780356"/>
                  </a:lnTo>
                  <a:lnTo>
                    <a:pt x="117564" y="667736"/>
                  </a:lnTo>
                  <a:lnTo>
                    <a:pt x="119275" y="527010"/>
                  </a:lnTo>
                  <a:lnTo>
                    <a:pt x="120987" y="409351"/>
                  </a:lnTo>
                  <a:lnTo>
                    <a:pt x="122698" y="346297"/>
                  </a:lnTo>
                  <a:lnTo>
                    <a:pt x="124410" y="307621"/>
                  </a:lnTo>
                  <a:lnTo>
                    <a:pt x="126121" y="308476"/>
                  </a:lnTo>
                  <a:lnTo>
                    <a:pt x="127832" y="373728"/>
                  </a:lnTo>
                  <a:lnTo>
                    <a:pt x="129544" y="527713"/>
                  </a:lnTo>
                  <a:lnTo>
                    <a:pt x="131255" y="656781"/>
                  </a:lnTo>
                  <a:lnTo>
                    <a:pt x="132967" y="735151"/>
                  </a:lnTo>
                  <a:lnTo>
                    <a:pt x="134678" y="803958"/>
                  </a:lnTo>
                  <a:lnTo>
                    <a:pt x="136389" y="794893"/>
                  </a:lnTo>
                  <a:lnTo>
                    <a:pt x="138101" y="772332"/>
                  </a:lnTo>
                  <a:lnTo>
                    <a:pt x="139812" y="647561"/>
                  </a:lnTo>
                  <a:lnTo>
                    <a:pt x="141524" y="542901"/>
                  </a:lnTo>
                  <a:lnTo>
                    <a:pt x="143235" y="477616"/>
                  </a:lnTo>
                  <a:lnTo>
                    <a:pt x="144946" y="435075"/>
                  </a:lnTo>
                  <a:lnTo>
                    <a:pt x="146658" y="459331"/>
                  </a:lnTo>
                  <a:lnTo>
                    <a:pt x="148369" y="576078"/>
                  </a:lnTo>
                  <a:lnTo>
                    <a:pt x="150081" y="689020"/>
                  </a:lnTo>
                  <a:lnTo>
                    <a:pt x="151792" y="676023"/>
                  </a:lnTo>
                  <a:lnTo>
                    <a:pt x="153503" y="605366"/>
                  </a:lnTo>
                  <a:lnTo>
                    <a:pt x="155215" y="568955"/>
                  </a:lnTo>
                  <a:lnTo>
                    <a:pt x="156926" y="558616"/>
                  </a:lnTo>
                  <a:lnTo>
                    <a:pt x="158638" y="424173"/>
                  </a:lnTo>
                  <a:lnTo>
                    <a:pt x="160349" y="343281"/>
                  </a:lnTo>
                  <a:lnTo>
                    <a:pt x="162060" y="361519"/>
                  </a:lnTo>
                  <a:lnTo>
                    <a:pt x="163772" y="442284"/>
                  </a:lnTo>
                  <a:lnTo>
                    <a:pt x="165483" y="442388"/>
                  </a:lnTo>
                  <a:lnTo>
                    <a:pt x="167195" y="442045"/>
                  </a:lnTo>
                  <a:lnTo>
                    <a:pt x="168906" y="559208"/>
                  </a:lnTo>
                  <a:lnTo>
                    <a:pt x="170617" y="642586"/>
                  </a:lnTo>
                  <a:lnTo>
                    <a:pt x="172329" y="679049"/>
                  </a:lnTo>
                  <a:lnTo>
                    <a:pt x="174040" y="710387"/>
                  </a:lnTo>
                  <a:lnTo>
                    <a:pt x="175752" y="792284"/>
                  </a:lnTo>
                  <a:lnTo>
                    <a:pt x="177463" y="812929"/>
                  </a:lnTo>
                  <a:lnTo>
                    <a:pt x="179174" y="799423"/>
                  </a:lnTo>
                  <a:lnTo>
                    <a:pt x="180886" y="795505"/>
                  </a:lnTo>
                  <a:lnTo>
                    <a:pt x="182597" y="810008"/>
                  </a:lnTo>
                  <a:lnTo>
                    <a:pt x="184309" y="765376"/>
                  </a:lnTo>
                  <a:lnTo>
                    <a:pt x="186020" y="714388"/>
                  </a:lnTo>
                  <a:lnTo>
                    <a:pt x="187731" y="697731"/>
                  </a:lnTo>
                  <a:lnTo>
                    <a:pt x="189443" y="697483"/>
                  </a:lnTo>
                  <a:lnTo>
                    <a:pt x="191154" y="710666"/>
                  </a:lnTo>
                  <a:lnTo>
                    <a:pt x="192865" y="781626"/>
                  </a:lnTo>
                  <a:lnTo>
                    <a:pt x="194577" y="885343"/>
                  </a:lnTo>
                  <a:lnTo>
                    <a:pt x="196288" y="910579"/>
                  </a:lnTo>
                  <a:lnTo>
                    <a:pt x="198000" y="856357"/>
                  </a:lnTo>
                  <a:lnTo>
                    <a:pt x="199711" y="799718"/>
                  </a:lnTo>
                  <a:lnTo>
                    <a:pt x="201422" y="727616"/>
                  </a:lnTo>
                  <a:lnTo>
                    <a:pt x="203134" y="635690"/>
                  </a:lnTo>
                  <a:lnTo>
                    <a:pt x="204845" y="576150"/>
                  </a:lnTo>
                  <a:lnTo>
                    <a:pt x="206557" y="597234"/>
                  </a:lnTo>
                  <a:lnTo>
                    <a:pt x="208268" y="659356"/>
                  </a:lnTo>
                  <a:lnTo>
                    <a:pt x="209979" y="649117"/>
                  </a:lnTo>
                  <a:lnTo>
                    <a:pt x="211691" y="641727"/>
                  </a:lnTo>
                  <a:lnTo>
                    <a:pt x="213402" y="594180"/>
                  </a:lnTo>
                  <a:lnTo>
                    <a:pt x="215114" y="552155"/>
                  </a:lnTo>
                  <a:lnTo>
                    <a:pt x="216825" y="372450"/>
                  </a:lnTo>
                  <a:lnTo>
                    <a:pt x="218536" y="223425"/>
                  </a:lnTo>
                  <a:lnTo>
                    <a:pt x="220248" y="157296"/>
                  </a:lnTo>
                  <a:lnTo>
                    <a:pt x="221959" y="43006"/>
                  </a:lnTo>
                  <a:lnTo>
                    <a:pt x="223671" y="0"/>
                  </a:lnTo>
                  <a:lnTo>
                    <a:pt x="225382" y="80168"/>
                  </a:lnTo>
                  <a:lnTo>
                    <a:pt x="227093" y="243727"/>
                  </a:lnTo>
                  <a:lnTo>
                    <a:pt x="228805" y="334075"/>
                  </a:lnTo>
                  <a:lnTo>
                    <a:pt x="230516" y="395828"/>
                  </a:lnTo>
                  <a:lnTo>
                    <a:pt x="232228" y="502669"/>
                  </a:lnTo>
                  <a:lnTo>
                    <a:pt x="233939" y="584260"/>
                  </a:lnTo>
                  <a:lnTo>
                    <a:pt x="235650" y="534932"/>
                  </a:lnTo>
                  <a:lnTo>
                    <a:pt x="237362" y="540691"/>
                  </a:lnTo>
                  <a:lnTo>
                    <a:pt x="239073" y="610597"/>
                  </a:lnTo>
                  <a:lnTo>
                    <a:pt x="240785" y="660410"/>
                  </a:lnTo>
                  <a:lnTo>
                    <a:pt x="242496" y="688952"/>
                  </a:lnTo>
                  <a:lnTo>
                    <a:pt x="244207" y="666151"/>
                  </a:lnTo>
                  <a:lnTo>
                    <a:pt x="245919" y="623383"/>
                  </a:lnTo>
                  <a:lnTo>
                    <a:pt x="247630" y="600205"/>
                  </a:lnTo>
                  <a:lnTo>
                    <a:pt x="249342" y="630631"/>
                  </a:lnTo>
                  <a:lnTo>
                    <a:pt x="251053" y="679607"/>
                  </a:lnTo>
                  <a:lnTo>
                    <a:pt x="252764" y="713866"/>
                  </a:lnTo>
                  <a:lnTo>
                    <a:pt x="254476" y="747259"/>
                  </a:lnTo>
                  <a:lnTo>
                    <a:pt x="256187" y="825507"/>
                  </a:lnTo>
                  <a:lnTo>
                    <a:pt x="257899" y="855100"/>
                  </a:lnTo>
                  <a:lnTo>
                    <a:pt x="259610" y="779061"/>
                  </a:lnTo>
                  <a:lnTo>
                    <a:pt x="261321" y="711337"/>
                  </a:lnTo>
                  <a:lnTo>
                    <a:pt x="263033" y="714845"/>
                  </a:lnTo>
                  <a:lnTo>
                    <a:pt x="264744" y="729531"/>
                  </a:lnTo>
                  <a:lnTo>
                    <a:pt x="266456" y="735380"/>
                  </a:lnTo>
                  <a:lnTo>
                    <a:pt x="268167" y="761921"/>
                  </a:lnTo>
                  <a:lnTo>
                    <a:pt x="269878" y="718909"/>
                  </a:lnTo>
                  <a:lnTo>
                    <a:pt x="271590" y="645010"/>
                  </a:lnTo>
                  <a:lnTo>
                    <a:pt x="273301" y="626517"/>
                  </a:lnTo>
                  <a:lnTo>
                    <a:pt x="275013" y="628841"/>
                  </a:lnTo>
                  <a:lnTo>
                    <a:pt x="276724" y="686473"/>
                  </a:lnTo>
                  <a:lnTo>
                    <a:pt x="278435" y="714416"/>
                  </a:lnTo>
                  <a:lnTo>
                    <a:pt x="280147" y="842202"/>
                  </a:lnTo>
                  <a:lnTo>
                    <a:pt x="281858" y="901214"/>
                  </a:lnTo>
                  <a:lnTo>
                    <a:pt x="283570" y="898893"/>
                  </a:lnTo>
                  <a:lnTo>
                    <a:pt x="285180" y="93835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56596" y="2886421"/>
              <a:ext cx="45722" cy="376055"/>
            </a:xfrm>
            <a:custGeom>
              <a:avLst/>
              <a:pathLst>
                <a:path w="45722" h="376055">
                  <a:moveTo>
                    <a:pt x="0" y="376055"/>
                  </a:moveTo>
                  <a:lnTo>
                    <a:pt x="1640" y="318804"/>
                  </a:lnTo>
                  <a:lnTo>
                    <a:pt x="3352" y="253627"/>
                  </a:lnTo>
                  <a:lnTo>
                    <a:pt x="5063" y="119081"/>
                  </a:lnTo>
                  <a:lnTo>
                    <a:pt x="6774" y="114339"/>
                  </a:lnTo>
                  <a:lnTo>
                    <a:pt x="8486" y="97583"/>
                  </a:lnTo>
                  <a:lnTo>
                    <a:pt x="10197" y="34725"/>
                  </a:lnTo>
                  <a:lnTo>
                    <a:pt x="11909" y="4073"/>
                  </a:lnTo>
                  <a:lnTo>
                    <a:pt x="13620" y="29459"/>
                  </a:lnTo>
                  <a:lnTo>
                    <a:pt x="15331" y="104272"/>
                  </a:lnTo>
                  <a:lnTo>
                    <a:pt x="17043" y="167401"/>
                  </a:lnTo>
                  <a:lnTo>
                    <a:pt x="18754" y="245988"/>
                  </a:lnTo>
                  <a:lnTo>
                    <a:pt x="20466" y="300265"/>
                  </a:lnTo>
                  <a:lnTo>
                    <a:pt x="22177" y="330089"/>
                  </a:lnTo>
                  <a:lnTo>
                    <a:pt x="23888" y="234235"/>
                  </a:lnTo>
                  <a:lnTo>
                    <a:pt x="25600" y="119948"/>
                  </a:lnTo>
                  <a:lnTo>
                    <a:pt x="27311" y="22475"/>
                  </a:lnTo>
                  <a:lnTo>
                    <a:pt x="29023" y="0"/>
                  </a:lnTo>
                  <a:lnTo>
                    <a:pt x="30734" y="8930"/>
                  </a:lnTo>
                  <a:lnTo>
                    <a:pt x="32445" y="25606"/>
                  </a:lnTo>
                  <a:lnTo>
                    <a:pt x="34157" y="75185"/>
                  </a:lnTo>
                  <a:lnTo>
                    <a:pt x="35868" y="93262"/>
                  </a:lnTo>
                  <a:lnTo>
                    <a:pt x="37580" y="151957"/>
                  </a:lnTo>
                  <a:lnTo>
                    <a:pt x="39291" y="156738"/>
                  </a:lnTo>
                  <a:lnTo>
                    <a:pt x="41002" y="173262"/>
                  </a:lnTo>
                  <a:lnTo>
                    <a:pt x="42714" y="176282"/>
                  </a:lnTo>
                  <a:lnTo>
                    <a:pt x="44425" y="246493"/>
                  </a:lnTo>
                  <a:lnTo>
                    <a:pt x="45722" y="37605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107593" y="2882289"/>
              <a:ext cx="56199" cy="380187"/>
            </a:xfrm>
            <a:custGeom>
              <a:avLst/>
              <a:pathLst>
                <a:path w="56199" h="380187">
                  <a:moveTo>
                    <a:pt x="0" y="380187"/>
                  </a:moveTo>
                  <a:lnTo>
                    <a:pt x="274" y="378558"/>
                  </a:lnTo>
                  <a:lnTo>
                    <a:pt x="1986" y="375540"/>
                  </a:lnTo>
                  <a:lnTo>
                    <a:pt x="3697" y="351411"/>
                  </a:lnTo>
                  <a:lnTo>
                    <a:pt x="5408" y="287890"/>
                  </a:lnTo>
                  <a:lnTo>
                    <a:pt x="7120" y="230881"/>
                  </a:lnTo>
                  <a:lnTo>
                    <a:pt x="8831" y="202309"/>
                  </a:lnTo>
                  <a:lnTo>
                    <a:pt x="10543" y="151533"/>
                  </a:lnTo>
                  <a:lnTo>
                    <a:pt x="12254" y="122806"/>
                  </a:lnTo>
                  <a:lnTo>
                    <a:pt x="13965" y="84005"/>
                  </a:lnTo>
                  <a:lnTo>
                    <a:pt x="15677" y="42429"/>
                  </a:lnTo>
                  <a:lnTo>
                    <a:pt x="17388" y="58935"/>
                  </a:lnTo>
                  <a:lnTo>
                    <a:pt x="19100" y="109044"/>
                  </a:lnTo>
                  <a:lnTo>
                    <a:pt x="20811" y="153447"/>
                  </a:lnTo>
                  <a:lnTo>
                    <a:pt x="22522" y="162071"/>
                  </a:lnTo>
                  <a:lnTo>
                    <a:pt x="24234" y="162014"/>
                  </a:lnTo>
                  <a:lnTo>
                    <a:pt x="25945" y="168277"/>
                  </a:lnTo>
                  <a:lnTo>
                    <a:pt x="27657" y="169741"/>
                  </a:lnTo>
                  <a:lnTo>
                    <a:pt x="29368" y="123841"/>
                  </a:lnTo>
                  <a:lnTo>
                    <a:pt x="31079" y="59848"/>
                  </a:lnTo>
                  <a:lnTo>
                    <a:pt x="32791" y="0"/>
                  </a:lnTo>
                  <a:lnTo>
                    <a:pt x="34502" y="35171"/>
                  </a:lnTo>
                  <a:lnTo>
                    <a:pt x="36214" y="34044"/>
                  </a:lnTo>
                  <a:lnTo>
                    <a:pt x="37925" y="5635"/>
                  </a:lnTo>
                  <a:lnTo>
                    <a:pt x="39636" y="5807"/>
                  </a:lnTo>
                  <a:lnTo>
                    <a:pt x="41348" y="22894"/>
                  </a:lnTo>
                  <a:lnTo>
                    <a:pt x="43059" y="66990"/>
                  </a:lnTo>
                  <a:lnTo>
                    <a:pt x="44770" y="17983"/>
                  </a:lnTo>
                  <a:lnTo>
                    <a:pt x="46482" y="10508"/>
                  </a:lnTo>
                  <a:lnTo>
                    <a:pt x="48193" y="96899"/>
                  </a:lnTo>
                  <a:lnTo>
                    <a:pt x="49905" y="138814"/>
                  </a:lnTo>
                  <a:lnTo>
                    <a:pt x="51616" y="185722"/>
                  </a:lnTo>
                  <a:lnTo>
                    <a:pt x="53327" y="241415"/>
                  </a:lnTo>
                  <a:lnTo>
                    <a:pt x="55039" y="322706"/>
                  </a:lnTo>
                  <a:lnTo>
                    <a:pt x="56199" y="38018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67271" y="2727397"/>
              <a:ext cx="59530" cy="535079"/>
            </a:xfrm>
            <a:custGeom>
              <a:avLst/>
              <a:pathLst>
                <a:path w="59530" h="535079">
                  <a:moveTo>
                    <a:pt x="0" y="535079"/>
                  </a:moveTo>
                  <a:lnTo>
                    <a:pt x="495" y="521698"/>
                  </a:lnTo>
                  <a:lnTo>
                    <a:pt x="2206" y="437499"/>
                  </a:lnTo>
                  <a:lnTo>
                    <a:pt x="3917" y="401878"/>
                  </a:lnTo>
                  <a:lnTo>
                    <a:pt x="5629" y="373285"/>
                  </a:lnTo>
                  <a:lnTo>
                    <a:pt x="7340" y="341743"/>
                  </a:lnTo>
                  <a:lnTo>
                    <a:pt x="9052" y="341004"/>
                  </a:lnTo>
                  <a:lnTo>
                    <a:pt x="10763" y="404042"/>
                  </a:lnTo>
                  <a:lnTo>
                    <a:pt x="12474" y="463885"/>
                  </a:lnTo>
                  <a:lnTo>
                    <a:pt x="14186" y="458285"/>
                  </a:lnTo>
                  <a:lnTo>
                    <a:pt x="15897" y="404244"/>
                  </a:lnTo>
                  <a:lnTo>
                    <a:pt x="17609" y="323189"/>
                  </a:lnTo>
                  <a:lnTo>
                    <a:pt x="19320" y="255251"/>
                  </a:lnTo>
                  <a:lnTo>
                    <a:pt x="21031" y="230116"/>
                  </a:lnTo>
                  <a:lnTo>
                    <a:pt x="22743" y="215942"/>
                  </a:lnTo>
                  <a:lnTo>
                    <a:pt x="24454" y="159667"/>
                  </a:lnTo>
                  <a:lnTo>
                    <a:pt x="26165" y="152186"/>
                  </a:lnTo>
                  <a:lnTo>
                    <a:pt x="27877" y="218661"/>
                  </a:lnTo>
                  <a:lnTo>
                    <a:pt x="29588" y="243147"/>
                  </a:lnTo>
                  <a:lnTo>
                    <a:pt x="31300" y="129761"/>
                  </a:lnTo>
                  <a:lnTo>
                    <a:pt x="33011" y="32945"/>
                  </a:lnTo>
                  <a:lnTo>
                    <a:pt x="34722" y="22689"/>
                  </a:lnTo>
                  <a:lnTo>
                    <a:pt x="36434" y="0"/>
                  </a:lnTo>
                  <a:lnTo>
                    <a:pt x="38145" y="35926"/>
                  </a:lnTo>
                  <a:lnTo>
                    <a:pt x="39857" y="121291"/>
                  </a:lnTo>
                  <a:lnTo>
                    <a:pt x="41568" y="229519"/>
                  </a:lnTo>
                  <a:lnTo>
                    <a:pt x="43279" y="351664"/>
                  </a:lnTo>
                  <a:lnTo>
                    <a:pt x="44991" y="413636"/>
                  </a:lnTo>
                  <a:lnTo>
                    <a:pt x="46702" y="451623"/>
                  </a:lnTo>
                  <a:lnTo>
                    <a:pt x="48414" y="429585"/>
                  </a:lnTo>
                  <a:lnTo>
                    <a:pt x="50125" y="310249"/>
                  </a:lnTo>
                  <a:lnTo>
                    <a:pt x="51836" y="284120"/>
                  </a:lnTo>
                  <a:lnTo>
                    <a:pt x="53548" y="342202"/>
                  </a:lnTo>
                  <a:lnTo>
                    <a:pt x="55259" y="439672"/>
                  </a:lnTo>
                  <a:lnTo>
                    <a:pt x="56971" y="503116"/>
                  </a:lnTo>
                  <a:lnTo>
                    <a:pt x="58682" y="517444"/>
                  </a:lnTo>
                  <a:lnTo>
                    <a:pt x="59530" y="53507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228257" y="1644521"/>
              <a:ext cx="730805" cy="1617955"/>
            </a:xfrm>
            <a:custGeom>
              <a:avLst/>
              <a:pathLst>
                <a:path w="730805" h="1617955">
                  <a:moveTo>
                    <a:pt x="0" y="1617955"/>
                  </a:moveTo>
                  <a:lnTo>
                    <a:pt x="1119" y="1583995"/>
                  </a:lnTo>
                  <a:lnTo>
                    <a:pt x="2830" y="1434111"/>
                  </a:lnTo>
                  <a:lnTo>
                    <a:pt x="4542" y="1223306"/>
                  </a:lnTo>
                  <a:lnTo>
                    <a:pt x="6253" y="1025591"/>
                  </a:lnTo>
                  <a:lnTo>
                    <a:pt x="7964" y="919188"/>
                  </a:lnTo>
                  <a:lnTo>
                    <a:pt x="9676" y="865745"/>
                  </a:lnTo>
                  <a:lnTo>
                    <a:pt x="11387" y="779807"/>
                  </a:lnTo>
                  <a:lnTo>
                    <a:pt x="13099" y="699075"/>
                  </a:lnTo>
                  <a:lnTo>
                    <a:pt x="14810" y="737829"/>
                  </a:lnTo>
                  <a:lnTo>
                    <a:pt x="16521" y="847730"/>
                  </a:lnTo>
                  <a:lnTo>
                    <a:pt x="18233" y="876695"/>
                  </a:lnTo>
                  <a:lnTo>
                    <a:pt x="19944" y="950581"/>
                  </a:lnTo>
                  <a:lnTo>
                    <a:pt x="21656" y="1008293"/>
                  </a:lnTo>
                  <a:lnTo>
                    <a:pt x="23367" y="1115122"/>
                  </a:lnTo>
                  <a:lnTo>
                    <a:pt x="25078" y="1142184"/>
                  </a:lnTo>
                  <a:lnTo>
                    <a:pt x="26790" y="1086150"/>
                  </a:lnTo>
                  <a:lnTo>
                    <a:pt x="28501" y="956319"/>
                  </a:lnTo>
                  <a:lnTo>
                    <a:pt x="30213" y="795557"/>
                  </a:lnTo>
                  <a:lnTo>
                    <a:pt x="31924" y="815025"/>
                  </a:lnTo>
                  <a:lnTo>
                    <a:pt x="33635" y="780670"/>
                  </a:lnTo>
                  <a:lnTo>
                    <a:pt x="35347" y="713294"/>
                  </a:lnTo>
                  <a:lnTo>
                    <a:pt x="37058" y="780483"/>
                  </a:lnTo>
                  <a:lnTo>
                    <a:pt x="38770" y="910342"/>
                  </a:lnTo>
                  <a:lnTo>
                    <a:pt x="40481" y="975307"/>
                  </a:lnTo>
                  <a:lnTo>
                    <a:pt x="42192" y="1031392"/>
                  </a:lnTo>
                  <a:lnTo>
                    <a:pt x="43904" y="1144651"/>
                  </a:lnTo>
                  <a:lnTo>
                    <a:pt x="45615" y="1250276"/>
                  </a:lnTo>
                  <a:lnTo>
                    <a:pt x="47327" y="1262614"/>
                  </a:lnTo>
                  <a:lnTo>
                    <a:pt x="49038" y="1289909"/>
                  </a:lnTo>
                  <a:lnTo>
                    <a:pt x="50749" y="1296484"/>
                  </a:lnTo>
                  <a:lnTo>
                    <a:pt x="52461" y="1183911"/>
                  </a:lnTo>
                  <a:lnTo>
                    <a:pt x="54172" y="1081877"/>
                  </a:lnTo>
                  <a:lnTo>
                    <a:pt x="55884" y="1015329"/>
                  </a:lnTo>
                  <a:lnTo>
                    <a:pt x="57595" y="985844"/>
                  </a:lnTo>
                  <a:lnTo>
                    <a:pt x="59306" y="955300"/>
                  </a:lnTo>
                  <a:lnTo>
                    <a:pt x="61018" y="1035965"/>
                  </a:lnTo>
                  <a:lnTo>
                    <a:pt x="62729" y="1139249"/>
                  </a:lnTo>
                  <a:lnTo>
                    <a:pt x="64440" y="1176897"/>
                  </a:lnTo>
                  <a:lnTo>
                    <a:pt x="66152" y="1230760"/>
                  </a:lnTo>
                  <a:lnTo>
                    <a:pt x="67863" y="1362500"/>
                  </a:lnTo>
                  <a:lnTo>
                    <a:pt x="69575" y="1387652"/>
                  </a:lnTo>
                  <a:lnTo>
                    <a:pt x="71286" y="1243709"/>
                  </a:lnTo>
                  <a:lnTo>
                    <a:pt x="72997" y="1085576"/>
                  </a:lnTo>
                  <a:lnTo>
                    <a:pt x="74709" y="881335"/>
                  </a:lnTo>
                  <a:lnTo>
                    <a:pt x="76420" y="723840"/>
                  </a:lnTo>
                  <a:lnTo>
                    <a:pt x="78132" y="477318"/>
                  </a:lnTo>
                  <a:lnTo>
                    <a:pt x="79843" y="290561"/>
                  </a:lnTo>
                  <a:lnTo>
                    <a:pt x="81554" y="217638"/>
                  </a:lnTo>
                  <a:lnTo>
                    <a:pt x="83266" y="237476"/>
                  </a:lnTo>
                  <a:lnTo>
                    <a:pt x="84977" y="403426"/>
                  </a:lnTo>
                  <a:lnTo>
                    <a:pt x="86689" y="487699"/>
                  </a:lnTo>
                  <a:lnTo>
                    <a:pt x="88400" y="512679"/>
                  </a:lnTo>
                  <a:lnTo>
                    <a:pt x="90111" y="568972"/>
                  </a:lnTo>
                  <a:lnTo>
                    <a:pt x="91823" y="645608"/>
                  </a:lnTo>
                  <a:lnTo>
                    <a:pt x="93534" y="664388"/>
                  </a:lnTo>
                  <a:lnTo>
                    <a:pt x="95246" y="619446"/>
                  </a:lnTo>
                  <a:lnTo>
                    <a:pt x="96957" y="578069"/>
                  </a:lnTo>
                  <a:lnTo>
                    <a:pt x="98668" y="555153"/>
                  </a:lnTo>
                  <a:lnTo>
                    <a:pt x="100380" y="430778"/>
                  </a:lnTo>
                  <a:lnTo>
                    <a:pt x="102091" y="344074"/>
                  </a:lnTo>
                  <a:lnTo>
                    <a:pt x="103803" y="392134"/>
                  </a:lnTo>
                  <a:lnTo>
                    <a:pt x="105514" y="379212"/>
                  </a:lnTo>
                  <a:lnTo>
                    <a:pt x="107225" y="364041"/>
                  </a:lnTo>
                  <a:lnTo>
                    <a:pt x="108937" y="408955"/>
                  </a:lnTo>
                  <a:lnTo>
                    <a:pt x="110648" y="548141"/>
                  </a:lnTo>
                  <a:lnTo>
                    <a:pt x="112360" y="610861"/>
                  </a:lnTo>
                  <a:lnTo>
                    <a:pt x="114071" y="529525"/>
                  </a:lnTo>
                  <a:lnTo>
                    <a:pt x="115782" y="545839"/>
                  </a:lnTo>
                  <a:lnTo>
                    <a:pt x="117494" y="639964"/>
                  </a:lnTo>
                  <a:lnTo>
                    <a:pt x="119205" y="675481"/>
                  </a:lnTo>
                  <a:lnTo>
                    <a:pt x="120917" y="708758"/>
                  </a:lnTo>
                  <a:lnTo>
                    <a:pt x="122628" y="737805"/>
                  </a:lnTo>
                  <a:lnTo>
                    <a:pt x="124339" y="769383"/>
                  </a:lnTo>
                  <a:lnTo>
                    <a:pt x="126051" y="777014"/>
                  </a:lnTo>
                  <a:lnTo>
                    <a:pt x="127762" y="710865"/>
                  </a:lnTo>
                  <a:lnTo>
                    <a:pt x="129474" y="693668"/>
                  </a:lnTo>
                  <a:lnTo>
                    <a:pt x="131185" y="778355"/>
                  </a:lnTo>
                  <a:lnTo>
                    <a:pt x="132896" y="798219"/>
                  </a:lnTo>
                  <a:lnTo>
                    <a:pt x="134608" y="859408"/>
                  </a:lnTo>
                  <a:lnTo>
                    <a:pt x="136319" y="977509"/>
                  </a:lnTo>
                  <a:lnTo>
                    <a:pt x="138031" y="1086729"/>
                  </a:lnTo>
                  <a:lnTo>
                    <a:pt x="139742" y="1150844"/>
                  </a:lnTo>
                  <a:lnTo>
                    <a:pt x="141453" y="1052143"/>
                  </a:lnTo>
                  <a:lnTo>
                    <a:pt x="143165" y="995472"/>
                  </a:lnTo>
                  <a:lnTo>
                    <a:pt x="144876" y="857393"/>
                  </a:lnTo>
                  <a:lnTo>
                    <a:pt x="146588" y="568927"/>
                  </a:lnTo>
                  <a:lnTo>
                    <a:pt x="148299" y="357694"/>
                  </a:lnTo>
                  <a:lnTo>
                    <a:pt x="150010" y="258670"/>
                  </a:lnTo>
                  <a:lnTo>
                    <a:pt x="151722" y="231145"/>
                  </a:lnTo>
                  <a:lnTo>
                    <a:pt x="153433" y="222260"/>
                  </a:lnTo>
                  <a:lnTo>
                    <a:pt x="155145" y="294250"/>
                  </a:lnTo>
                  <a:lnTo>
                    <a:pt x="156856" y="409833"/>
                  </a:lnTo>
                  <a:lnTo>
                    <a:pt x="158567" y="384105"/>
                  </a:lnTo>
                  <a:lnTo>
                    <a:pt x="160279" y="289628"/>
                  </a:lnTo>
                  <a:lnTo>
                    <a:pt x="161990" y="245228"/>
                  </a:lnTo>
                  <a:lnTo>
                    <a:pt x="163702" y="210325"/>
                  </a:lnTo>
                  <a:lnTo>
                    <a:pt x="165413" y="213144"/>
                  </a:lnTo>
                  <a:lnTo>
                    <a:pt x="167124" y="244788"/>
                  </a:lnTo>
                  <a:lnTo>
                    <a:pt x="168836" y="382434"/>
                  </a:lnTo>
                  <a:lnTo>
                    <a:pt x="170547" y="441785"/>
                  </a:lnTo>
                  <a:lnTo>
                    <a:pt x="172258" y="376874"/>
                  </a:lnTo>
                  <a:lnTo>
                    <a:pt x="173970" y="507400"/>
                  </a:lnTo>
                  <a:lnTo>
                    <a:pt x="175681" y="659246"/>
                  </a:lnTo>
                  <a:lnTo>
                    <a:pt x="177393" y="730342"/>
                  </a:lnTo>
                  <a:lnTo>
                    <a:pt x="179104" y="674976"/>
                  </a:lnTo>
                  <a:lnTo>
                    <a:pt x="180815" y="662346"/>
                  </a:lnTo>
                  <a:lnTo>
                    <a:pt x="182527" y="707724"/>
                  </a:lnTo>
                  <a:lnTo>
                    <a:pt x="184238" y="620903"/>
                  </a:lnTo>
                  <a:lnTo>
                    <a:pt x="185950" y="446638"/>
                  </a:lnTo>
                  <a:lnTo>
                    <a:pt x="187661" y="373078"/>
                  </a:lnTo>
                  <a:lnTo>
                    <a:pt x="189372" y="312217"/>
                  </a:lnTo>
                  <a:lnTo>
                    <a:pt x="191084" y="205440"/>
                  </a:lnTo>
                  <a:lnTo>
                    <a:pt x="192795" y="150390"/>
                  </a:lnTo>
                  <a:lnTo>
                    <a:pt x="194507" y="75747"/>
                  </a:lnTo>
                  <a:lnTo>
                    <a:pt x="196218" y="32408"/>
                  </a:lnTo>
                  <a:lnTo>
                    <a:pt x="197929" y="0"/>
                  </a:lnTo>
                  <a:lnTo>
                    <a:pt x="199641" y="83864"/>
                  </a:lnTo>
                  <a:lnTo>
                    <a:pt x="201352" y="215799"/>
                  </a:lnTo>
                  <a:lnTo>
                    <a:pt x="203064" y="289206"/>
                  </a:lnTo>
                  <a:lnTo>
                    <a:pt x="204775" y="342658"/>
                  </a:lnTo>
                  <a:lnTo>
                    <a:pt x="206486" y="343457"/>
                  </a:lnTo>
                  <a:lnTo>
                    <a:pt x="208198" y="347857"/>
                  </a:lnTo>
                  <a:lnTo>
                    <a:pt x="209909" y="316490"/>
                  </a:lnTo>
                  <a:lnTo>
                    <a:pt x="211621" y="258310"/>
                  </a:lnTo>
                  <a:lnTo>
                    <a:pt x="213332" y="240569"/>
                  </a:lnTo>
                  <a:lnTo>
                    <a:pt x="215043" y="305303"/>
                  </a:lnTo>
                  <a:lnTo>
                    <a:pt x="216755" y="513995"/>
                  </a:lnTo>
                  <a:lnTo>
                    <a:pt x="218466" y="655829"/>
                  </a:lnTo>
                  <a:lnTo>
                    <a:pt x="220178" y="819556"/>
                  </a:lnTo>
                  <a:lnTo>
                    <a:pt x="221889" y="1030634"/>
                  </a:lnTo>
                  <a:lnTo>
                    <a:pt x="223600" y="1194729"/>
                  </a:lnTo>
                  <a:lnTo>
                    <a:pt x="225312" y="1274685"/>
                  </a:lnTo>
                  <a:lnTo>
                    <a:pt x="227023" y="1274633"/>
                  </a:lnTo>
                  <a:lnTo>
                    <a:pt x="228735" y="1232839"/>
                  </a:lnTo>
                  <a:lnTo>
                    <a:pt x="230446" y="1153454"/>
                  </a:lnTo>
                  <a:lnTo>
                    <a:pt x="232157" y="1128020"/>
                  </a:lnTo>
                  <a:lnTo>
                    <a:pt x="233869" y="1186131"/>
                  </a:lnTo>
                  <a:lnTo>
                    <a:pt x="235580" y="1268353"/>
                  </a:lnTo>
                  <a:lnTo>
                    <a:pt x="237292" y="1204462"/>
                  </a:lnTo>
                  <a:lnTo>
                    <a:pt x="239003" y="1078599"/>
                  </a:lnTo>
                  <a:lnTo>
                    <a:pt x="240714" y="983269"/>
                  </a:lnTo>
                  <a:lnTo>
                    <a:pt x="242426" y="866800"/>
                  </a:lnTo>
                  <a:lnTo>
                    <a:pt x="244137" y="753640"/>
                  </a:lnTo>
                  <a:lnTo>
                    <a:pt x="245849" y="615665"/>
                  </a:lnTo>
                  <a:lnTo>
                    <a:pt x="247560" y="559525"/>
                  </a:lnTo>
                  <a:lnTo>
                    <a:pt x="249271" y="649136"/>
                  </a:lnTo>
                  <a:lnTo>
                    <a:pt x="250983" y="700872"/>
                  </a:lnTo>
                  <a:lnTo>
                    <a:pt x="252694" y="740576"/>
                  </a:lnTo>
                  <a:lnTo>
                    <a:pt x="254406" y="719208"/>
                  </a:lnTo>
                  <a:lnTo>
                    <a:pt x="256117" y="749953"/>
                  </a:lnTo>
                  <a:lnTo>
                    <a:pt x="257828" y="796103"/>
                  </a:lnTo>
                  <a:lnTo>
                    <a:pt x="259540" y="821748"/>
                  </a:lnTo>
                  <a:lnTo>
                    <a:pt x="261251" y="884766"/>
                  </a:lnTo>
                  <a:lnTo>
                    <a:pt x="262963" y="914740"/>
                  </a:lnTo>
                  <a:lnTo>
                    <a:pt x="264674" y="944209"/>
                  </a:lnTo>
                  <a:lnTo>
                    <a:pt x="266385" y="843276"/>
                  </a:lnTo>
                  <a:lnTo>
                    <a:pt x="268097" y="755738"/>
                  </a:lnTo>
                  <a:lnTo>
                    <a:pt x="269808" y="678634"/>
                  </a:lnTo>
                  <a:lnTo>
                    <a:pt x="271519" y="622285"/>
                  </a:lnTo>
                  <a:lnTo>
                    <a:pt x="273231" y="641162"/>
                  </a:lnTo>
                  <a:lnTo>
                    <a:pt x="274942" y="729502"/>
                  </a:lnTo>
                  <a:lnTo>
                    <a:pt x="276654" y="877828"/>
                  </a:lnTo>
                  <a:lnTo>
                    <a:pt x="278365" y="919865"/>
                  </a:lnTo>
                  <a:lnTo>
                    <a:pt x="280076" y="936496"/>
                  </a:lnTo>
                  <a:lnTo>
                    <a:pt x="281788" y="1039409"/>
                  </a:lnTo>
                  <a:lnTo>
                    <a:pt x="283499" y="1059949"/>
                  </a:lnTo>
                  <a:lnTo>
                    <a:pt x="285211" y="927309"/>
                  </a:lnTo>
                  <a:lnTo>
                    <a:pt x="286922" y="883818"/>
                  </a:lnTo>
                  <a:lnTo>
                    <a:pt x="288633" y="988416"/>
                  </a:lnTo>
                  <a:lnTo>
                    <a:pt x="290345" y="1115762"/>
                  </a:lnTo>
                  <a:lnTo>
                    <a:pt x="292056" y="1070132"/>
                  </a:lnTo>
                  <a:lnTo>
                    <a:pt x="293768" y="850196"/>
                  </a:lnTo>
                  <a:lnTo>
                    <a:pt x="295479" y="753010"/>
                  </a:lnTo>
                  <a:lnTo>
                    <a:pt x="297190" y="654432"/>
                  </a:lnTo>
                  <a:lnTo>
                    <a:pt x="298902" y="503281"/>
                  </a:lnTo>
                  <a:lnTo>
                    <a:pt x="300613" y="357348"/>
                  </a:lnTo>
                  <a:lnTo>
                    <a:pt x="302325" y="334923"/>
                  </a:lnTo>
                  <a:lnTo>
                    <a:pt x="304036" y="491763"/>
                  </a:lnTo>
                  <a:lnTo>
                    <a:pt x="305747" y="575994"/>
                  </a:lnTo>
                  <a:lnTo>
                    <a:pt x="307459" y="585644"/>
                  </a:lnTo>
                  <a:lnTo>
                    <a:pt x="309170" y="611126"/>
                  </a:lnTo>
                  <a:lnTo>
                    <a:pt x="310882" y="662202"/>
                  </a:lnTo>
                  <a:lnTo>
                    <a:pt x="312593" y="647039"/>
                  </a:lnTo>
                  <a:lnTo>
                    <a:pt x="314304" y="576121"/>
                  </a:lnTo>
                  <a:lnTo>
                    <a:pt x="316016" y="576225"/>
                  </a:lnTo>
                  <a:lnTo>
                    <a:pt x="317727" y="675077"/>
                  </a:lnTo>
                  <a:lnTo>
                    <a:pt x="319439" y="752651"/>
                  </a:lnTo>
                  <a:lnTo>
                    <a:pt x="321150" y="804179"/>
                  </a:lnTo>
                  <a:lnTo>
                    <a:pt x="322861" y="908279"/>
                  </a:lnTo>
                  <a:lnTo>
                    <a:pt x="324573" y="1057657"/>
                  </a:lnTo>
                  <a:lnTo>
                    <a:pt x="326284" y="1136517"/>
                  </a:lnTo>
                  <a:lnTo>
                    <a:pt x="327996" y="1029054"/>
                  </a:lnTo>
                  <a:lnTo>
                    <a:pt x="329707" y="957485"/>
                  </a:lnTo>
                  <a:lnTo>
                    <a:pt x="331418" y="979958"/>
                  </a:lnTo>
                  <a:lnTo>
                    <a:pt x="333130" y="933349"/>
                  </a:lnTo>
                  <a:lnTo>
                    <a:pt x="334841" y="842535"/>
                  </a:lnTo>
                  <a:lnTo>
                    <a:pt x="336553" y="717390"/>
                  </a:lnTo>
                  <a:lnTo>
                    <a:pt x="338264" y="693644"/>
                  </a:lnTo>
                  <a:lnTo>
                    <a:pt x="339975" y="638512"/>
                  </a:lnTo>
                  <a:lnTo>
                    <a:pt x="341687" y="502424"/>
                  </a:lnTo>
                  <a:lnTo>
                    <a:pt x="343398" y="440359"/>
                  </a:lnTo>
                  <a:lnTo>
                    <a:pt x="345110" y="455113"/>
                  </a:lnTo>
                  <a:lnTo>
                    <a:pt x="346821" y="607590"/>
                  </a:lnTo>
                  <a:lnTo>
                    <a:pt x="348532" y="706723"/>
                  </a:lnTo>
                  <a:lnTo>
                    <a:pt x="350244" y="792865"/>
                  </a:lnTo>
                  <a:lnTo>
                    <a:pt x="351955" y="830611"/>
                  </a:lnTo>
                  <a:lnTo>
                    <a:pt x="353667" y="783505"/>
                  </a:lnTo>
                  <a:lnTo>
                    <a:pt x="355378" y="725256"/>
                  </a:lnTo>
                  <a:lnTo>
                    <a:pt x="357089" y="627430"/>
                  </a:lnTo>
                  <a:lnTo>
                    <a:pt x="358801" y="637174"/>
                  </a:lnTo>
                  <a:lnTo>
                    <a:pt x="360512" y="713460"/>
                  </a:lnTo>
                  <a:lnTo>
                    <a:pt x="362224" y="767347"/>
                  </a:lnTo>
                  <a:lnTo>
                    <a:pt x="363935" y="824520"/>
                  </a:lnTo>
                  <a:lnTo>
                    <a:pt x="365646" y="943297"/>
                  </a:lnTo>
                  <a:lnTo>
                    <a:pt x="367358" y="1064264"/>
                  </a:lnTo>
                  <a:lnTo>
                    <a:pt x="369069" y="1119322"/>
                  </a:lnTo>
                  <a:lnTo>
                    <a:pt x="370781" y="1095988"/>
                  </a:lnTo>
                  <a:lnTo>
                    <a:pt x="372492" y="1048365"/>
                  </a:lnTo>
                  <a:lnTo>
                    <a:pt x="374203" y="1113347"/>
                  </a:lnTo>
                  <a:lnTo>
                    <a:pt x="375915" y="1054890"/>
                  </a:lnTo>
                  <a:lnTo>
                    <a:pt x="377626" y="885912"/>
                  </a:lnTo>
                  <a:lnTo>
                    <a:pt x="379337" y="726873"/>
                  </a:lnTo>
                  <a:lnTo>
                    <a:pt x="381049" y="609715"/>
                  </a:lnTo>
                  <a:lnTo>
                    <a:pt x="382760" y="649288"/>
                  </a:lnTo>
                  <a:lnTo>
                    <a:pt x="384472" y="669615"/>
                  </a:lnTo>
                  <a:lnTo>
                    <a:pt x="386183" y="701832"/>
                  </a:lnTo>
                  <a:lnTo>
                    <a:pt x="387894" y="781604"/>
                  </a:lnTo>
                  <a:lnTo>
                    <a:pt x="389606" y="823344"/>
                  </a:lnTo>
                  <a:lnTo>
                    <a:pt x="391317" y="948206"/>
                  </a:lnTo>
                  <a:lnTo>
                    <a:pt x="393029" y="1016662"/>
                  </a:lnTo>
                  <a:lnTo>
                    <a:pt x="394740" y="962020"/>
                  </a:lnTo>
                  <a:lnTo>
                    <a:pt x="396451" y="927007"/>
                  </a:lnTo>
                  <a:lnTo>
                    <a:pt x="398163" y="960623"/>
                  </a:lnTo>
                  <a:lnTo>
                    <a:pt x="399874" y="933854"/>
                  </a:lnTo>
                  <a:lnTo>
                    <a:pt x="401586" y="811646"/>
                  </a:lnTo>
                  <a:lnTo>
                    <a:pt x="403297" y="796686"/>
                  </a:lnTo>
                  <a:lnTo>
                    <a:pt x="405008" y="855328"/>
                  </a:lnTo>
                  <a:lnTo>
                    <a:pt x="406720" y="896740"/>
                  </a:lnTo>
                  <a:lnTo>
                    <a:pt x="408431" y="884065"/>
                  </a:lnTo>
                  <a:lnTo>
                    <a:pt x="410143" y="952553"/>
                  </a:lnTo>
                  <a:lnTo>
                    <a:pt x="411854" y="1067556"/>
                  </a:lnTo>
                  <a:lnTo>
                    <a:pt x="413565" y="1121325"/>
                  </a:lnTo>
                  <a:lnTo>
                    <a:pt x="415277" y="1162924"/>
                  </a:lnTo>
                  <a:lnTo>
                    <a:pt x="416988" y="1243799"/>
                  </a:lnTo>
                  <a:lnTo>
                    <a:pt x="418700" y="1257809"/>
                  </a:lnTo>
                  <a:lnTo>
                    <a:pt x="420411" y="1251686"/>
                  </a:lnTo>
                  <a:lnTo>
                    <a:pt x="422122" y="1233040"/>
                  </a:lnTo>
                  <a:lnTo>
                    <a:pt x="423834" y="1155547"/>
                  </a:lnTo>
                  <a:lnTo>
                    <a:pt x="425545" y="1110853"/>
                  </a:lnTo>
                  <a:lnTo>
                    <a:pt x="427257" y="1009467"/>
                  </a:lnTo>
                  <a:lnTo>
                    <a:pt x="428968" y="896881"/>
                  </a:lnTo>
                  <a:lnTo>
                    <a:pt x="430679" y="798307"/>
                  </a:lnTo>
                  <a:lnTo>
                    <a:pt x="432391" y="698881"/>
                  </a:lnTo>
                  <a:lnTo>
                    <a:pt x="434102" y="644291"/>
                  </a:lnTo>
                  <a:lnTo>
                    <a:pt x="435814" y="622874"/>
                  </a:lnTo>
                  <a:lnTo>
                    <a:pt x="437525" y="687034"/>
                  </a:lnTo>
                  <a:lnTo>
                    <a:pt x="439236" y="822873"/>
                  </a:lnTo>
                  <a:lnTo>
                    <a:pt x="440948" y="905978"/>
                  </a:lnTo>
                  <a:lnTo>
                    <a:pt x="442659" y="988101"/>
                  </a:lnTo>
                  <a:lnTo>
                    <a:pt x="444371" y="966363"/>
                  </a:lnTo>
                  <a:lnTo>
                    <a:pt x="446082" y="867853"/>
                  </a:lnTo>
                  <a:lnTo>
                    <a:pt x="447793" y="751323"/>
                  </a:lnTo>
                  <a:lnTo>
                    <a:pt x="449505" y="665143"/>
                  </a:lnTo>
                  <a:lnTo>
                    <a:pt x="451216" y="675937"/>
                  </a:lnTo>
                  <a:lnTo>
                    <a:pt x="452928" y="593723"/>
                  </a:lnTo>
                  <a:lnTo>
                    <a:pt x="454639" y="538328"/>
                  </a:lnTo>
                  <a:lnTo>
                    <a:pt x="456350" y="620983"/>
                  </a:lnTo>
                  <a:lnTo>
                    <a:pt x="458062" y="768556"/>
                  </a:lnTo>
                  <a:lnTo>
                    <a:pt x="459773" y="863440"/>
                  </a:lnTo>
                  <a:lnTo>
                    <a:pt x="461485" y="902129"/>
                  </a:lnTo>
                  <a:lnTo>
                    <a:pt x="463196" y="1082532"/>
                  </a:lnTo>
                  <a:lnTo>
                    <a:pt x="464907" y="1291748"/>
                  </a:lnTo>
                  <a:lnTo>
                    <a:pt x="466619" y="1330661"/>
                  </a:lnTo>
                  <a:lnTo>
                    <a:pt x="468330" y="1284598"/>
                  </a:lnTo>
                  <a:lnTo>
                    <a:pt x="470042" y="1289002"/>
                  </a:lnTo>
                  <a:lnTo>
                    <a:pt x="471753" y="1313949"/>
                  </a:lnTo>
                  <a:lnTo>
                    <a:pt x="473464" y="1262914"/>
                  </a:lnTo>
                  <a:lnTo>
                    <a:pt x="475176" y="1237976"/>
                  </a:lnTo>
                  <a:lnTo>
                    <a:pt x="476887" y="1263133"/>
                  </a:lnTo>
                  <a:lnTo>
                    <a:pt x="478599" y="1301291"/>
                  </a:lnTo>
                  <a:lnTo>
                    <a:pt x="480310" y="1280746"/>
                  </a:lnTo>
                  <a:lnTo>
                    <a:pt x="482021" y="1224524"/>
                  </a:lnTo>
                  <a:lnTo>
                    <a:pt x="483733" y="1154736"/>
                  </a:lnTo>
                  <a:lnTo>
                    <a:pt x="485444" y="1099863"/>
                  </a:lnTo>
                  <a:lnTo>
                    <a:pt x="487155" y="1175311"/>
                  </a:lnTo>
                  <a:lnTo>
                    <a:pt x="488867" y="1206723"/>
                  </a:lnTo>
                  <a:lnTo>
                    <a:pt x="490578" y="1196841"/>
                  </a:lnTo>
                  <a:lnTo>
                    <a:pt x="492290" y="1279375"/>
                  </a:lnTo>
                  <a:lnTo>
                    <a:pt x="494001" y="1360166"/>
                  </a:lnTo>
                  <a:lnTo>
                    <a:pt x="495712" y="1343288"/>
                  </a:lnTo>
                  <a:lnTo>
                    <a:pt x="497424" y="1145986"/>
                  </a:lnTo>
                  <a:lnTo>
                    <a:pt x="499135" y="1075340"/>
                  </a:lnTo>
                  <a:lnTo>
                    <a:pt x="500847" y="1153384"/>
                  </a:lnTo>
                  <a:lnTo>
                    <a:pt x="502558" y="1120855"/>
                  </a:lnTo>
                  <a:lnTo>
                    <a:pt x="504269" y="1049255"/>
                  </a:lnTo>
                  <a:lnTo>
                    <a:pt x="505981" y="1042154"/>
                  </a:lnTo>
                  <a:lnTo>
                    <a:pt x="507692" y="1099619"/>
                  </a:lnTo>
                  <a:lnTo>
                    <a:pt x="509404" y="1090810"/>
                  </a:lnTo>
                  <a:lnTo>
                    <a:pt x="511115" y="1088939"/>
                  </a:lnTo>
                  <a:lnTo>
                    <a:pt x="512826" y="1093254"/>
                  </a:lnTo>
                  <a:lnTo>
                    <a:pt x="514538" y="1126075"/>
                  </a:lnTo>
                  <a:lnTo>
                    <a:pt x="516249" y="1154733"/>
                  </a:lnTo>
                  <a:lnTo>
                    <a:pt x="517961" y="1065042"/>
                  </a:lnTo>
                  <a:lnTo>
                    <a:pt x="519672" y="922522"/>
                  </a:lnTo>
                  <a:lnTo>
                    <a:pt x="521383" y="795123"/>
                  </a:lnTo>
                  <a:lnTo>
                    <a:pt x="523095" y="803741"/>
                  </a:lnTo>
                  <a:lnTo>
                    <a:pt x="524806" y="843851"/>
                  </a:lnTo>
                  <a:lnTo>
                    <a:pt x="526518" y="840535"/>
                  </a:lnTo>
                  <a:lnTo>
                    <a:pt x="528229" y="926898"/>
                  </a:lnTo>
                  <a:lnTo>
                    <a:pt x="529940" y="1045620"/>
                  </a:lnTo>
                  <a:lnTo>
                    <a:pt x="531652" y="1096486"/>
                  </a:lnTo>
                  <a:lnTo>
                    <a:pt x="533363" y="1091512"/>
                  </a:lnTo>
                  <a:lnTo>
                    <a:pt x="535075" y="1028817"/>
                  </a:lnTo>
                  <a:lnTo>
                    <a:pt x="536786" y="943641"/>
                  </a:lnTo>
                  <a:lnTo>
                    <a:pt x="538497" y="856752"/>
                  </a:lnTo>
                  <a:lnTo>
                    <a:pt x="540209" y="817170"/>
                  </a:lnTo>
                  <a:lnTo>
                    <a:pt x="541920" y="760537"/>
                  </a:lnTo>
                  <a:lnTo>
                    <a:pt x="543632" y="713478"/>
                  </a:lnTo>
                  <a:lnTo>
                    <a:pt x="545343" y="724780"/>
                  </a:lnTo>
                  <a:lnTo>
                    <a:pt x="547054" y="753723"/>
                  </a:lnTo>
                  <a:lnTo>
                    <a:pt x="548766" y="776603"/>
                  </a:lnTo>
                  <a:lnTo>
                    <a:pt x="550477" y="802352"/>
                  </a:lnTo>
                  <a:lnTo>
                    <a:pt x="552189" y="809397"/>
                  </a:lnTo>
                  <a:lnTo>
                    <a:pt x="553900" y="851353"/>
                  </a:lnTo>
                  <a:lnTo>
                    <a:pt x="555611" y="948378"/>
                  </a:lnTo>
                  <a:lnTo>
                    <a:pt x="557323" y="1027762"/>
                  </a:lnTo>
                  <a:lnTo>
                    <a:pt x="559034" y="1109453"/>
                  </a:lnTo>
                  <a:lnTo>
                    <a:pt x="560746" y="1154994"/>
                  </a:lnTo>
                  <a:lnTo>
                    <a:pt x="562457" y="1257756"/>
                  </a:lnTo>
                  <a:lnTo>
                    <a:pt x="564168" y="1274245"/>
                  </a:lnTo>
                  <a:lnTo>
                    <a:pt x="565880" y="1175488"/>
                  </a:lnTo>
                  <a:lnTo>
                    <a:pt x="567591" y="1121316"/>
                  </a:lnTo>
                  <a:lnTo>
                    <a:pt x="569303" y="1075457"/>
                  </a:lnTo>
                  <a:lnTo>
                    <a:pt x="571014" y="1008822"/>
                  </a:lnTo>
                  <a:lnTo>
                    <a:pt x="572725" y="955332"/>
                  </a:lnTo>
                  <a:lnTo>
                    <a:pt x="574437" y="908276"/>
                  </a:lnTo>
                  <a:lnTo>
                    <a:pt x="576148" y="862080"/>
                  </a:lnTo>
                  <a:lnTo>
                    <a:pt x="577860" y="878575"/>
                  </a:lnTo>
                  <a:lnTo>
                    <a:pt x="579571" y="942151"/>
                  </a:lnTo>
                  <a:lnTo>
                    <a:pt x="581282" y="874633"/>
                  </a:lnTo>
                  <a:lnTo>
                    <a:pt x="582994" y="826875"/>
                  </a:lnTo>
                  <a:lnTo>
                    <a:pt x="584705" y="857222"/>
                  </a:lnTo>
                  <a:lnTo>
                    <a:pt x="586416" y="877203"/>
                  </a:lnTo>
                  <a:lnTo>
                    <a:pt x="588128" y="766883"/>
                  </a:lnTo>
                  <a:lnTo>
                    <a:pt x="589839" y="556541"/>
                  </a:lnTo>
                  <a:lnTo>
                    <a:pt x="591551" y="480695"/>
                  </a:lnTo>
                  <a:lnTo>
                    <a:pt x="593262" y="410487"/>
                  </a:lnTo>
                  <a:lnTo>
                    <a:pt x="594973" y="297221"/>
                  </a:lnTo>
                  <a:lnTo>
                    <a:pt x="596685" y="250112"/>
                  </a:lnTo>
                  <a:lnTo>
                    <a:pt x="598396" y="293445"/>
                  </a:lnTo>
                  <a:lnTo>
                    <a:pt x="600108" y="451452"/>
                  </a:lnTo>
                  <a:lnTo>
                    <a:pt x="601819" y="680716"/>
                  </a:lnTo>
                  <a:lnTo>
                    <a:pt x="603530" y="918219"/>
                  </a:lnTo>
                  <a:lnTo>
                    <a:pt x="605242" y="1131672"/>
                  </a:lnTo>
                  <a:lnTo>
                    <a:pt x="606953" y="1304269"/>
                  </a:lnTo>
                  <a:lnTo>
                    <a:pt x="608665" y="1376959"/>
                  </a:lnTo>
                  <a:lnTo>
                    <a:pt x="610376" y="1365374"/>
                  </a:lnTo>
                  <a:lnTo>
                    <a:pt x="612087" y="1328618"/>
                  </a:lnTo>
                  <a:lnTo>
                    <a:pt x="613799" y="1224066"/>
                  </a:lnTo>
                  <a:lnTo>
                    <a:pt x="615510" y="1137921"/>
                  </a:lnTo>
                  <a:lnTo>
                    <a:pt x="617222" y="1011704"/>
                  </a:lnTo>
                  <a:lnTo>
                    <a:pt x="618933" y="908618"/>
                  </a:lnTo>
                  <a:lnTo>
                    <a:pt x="620644" y="929854"/>
                  </a:lnTo>
                  <a:lnTo>
                    <a:pt x="622356" y="975285"/>
                  </a:lnTo>
                  <a:lnTo>
                    <a:pt x="624067" y="1030183"/>
                  </a:lnTo>
                  <a:lnTo>
                    <a:pt x="625779" y="1020657"/>
                  </a:lnTo>
                  <a:lnTo>
                    <a:pt x="627490" y="1057845"/>
                  </a:lnTo>
                  <a:lnTo>
                    <a:pt x="629201" y="1119232"/>
                  </a:lnTo>
                  <a:lnTo>
                    <a:pt x="630913" y="1068012"/>
                  </a:lnTo>
                  <a:lnTo>
                    <a:pt x="632624" y="1004323"/>
                  </a:lnTo>
                  <a:lnTo>
                    <a:pt x="634336" y="1011752"/>
                  </a:lnTo>
                  <a:lnTo>
                    <a:pt x="636047" y="1031588"/>
                  </a:lnTo>
                  <a:lnTo>
                    <a:pt x="637758" y="1102428"/>
                  </a:lnTo>
                  <a:lnTo>
                    <a:pt x="639470" y="1128931"/>
                  </a:lnTo>
                  <a:lnTo>
                    <a:pt x="641181" y="1197505"/>
                  </a:lnTo>
                  <a:lnTo>
                    <a:pt x="642893" y="1171250"/>
                  </a:lnTo>
                  <a:lnTo>
                    <a:pt x="644604" y="1088989"/>
                  </a:lnTo>
                  <a:lnTo>
                    <a:pt x="646315" y="1169827"/>
                  </a:lnTo>
                  <a:lnTo>
                    <a:pt x="648027" y="1164144"/>
                  </a:lnTo>
                  <a:lnTo>
                    <a:pt x="649738" y="1156023"/>
                  </a:lnTo>
                  <a:lnTo>
                    <a:pt x="651450" y="1133679"/>
                  </a:lnTo>
                  <a:lnTo>
                    <a:pt x="653161" y="1236752"/>
                  </a:lnTo>
                  <a:lnTo>
                    <a:pt x="654872" y="1340834"/>
                  </a:lnTo>
                  <a:lnTo>
                    <a:pt x="656584" y="1232426"/>
                  </a:lnTo>
                  <a:lnTo>
                    <a:pt x="658295" y="1167475"/>
                  </a:lnTo>
                  <a:lnTo>
                    <a:pt x="660007" y="1276329"/>
                  </a:lnTo>
                  <a:lnTo>
                    <a:pt x="661718" y="1376133"/>
                  </a:lnTo>
                  <a:lnTo>
                    <a:pt x="663429" y="1413006"/>
                  </a:lnTo>
                  <a:lnTo>
                    <a:pt x="665141" y="1396490"/>
                  </a:lnTo>
                  <a:lnTo>
                    <a:pt x="666852" y="1395310"/>
                  </a:lnTo>
                  <a:lnTo>
                    <a:pt x="668564" y="1329397"/>
                  </a:lnTo>
                  <a:lnTo>
                    <a:pt x="670275" y="1152785"/>
                  </a:lnTo>
                  <a:lnTo>
                    <a:pt x="671986" y="1061707"/>
                  </a:lnTo>
                  <a:lnTo>
                    <a:pt x="673698" y="1036767"/>
                  </a:lnTo>
                  <a:lnTo>
                    <a:pt x="675409" y="1030460"/>
                  </a:lnTo>
                  <a:lnTo>
                    <a:pt x="677121" y="965088"/>
                  </a:lnTo>
                  <a:lnTo>
                    <a:pt x="678832" y="902756"/>
                  </a:lnTo>
                  <a:lnTo>
                    <a:pt x="680543" y="973656"/>
                  </a:lnTo>
                  <a:lnTo>
                    <a:pt x="682255" y="1041727"/>
                  </a:lnTo>
                  <a:lnTo>
                    <a:pt x="683966" y="999205"/>
                  </a:lnTo>
                  <a:lnTo>
                    <a:pt x="685678" y="954519"/>
                  </a:lnTo>
                  <a:lnTo>
                    <a:pt x="687389" y="1019009"/>
                  </a:lnTo>
                  <a:lnTo>
                    <a:pt x="689100" y="1170466"/>
                  </a:lnTo>
                  <a:lnTo>
                    <a:pt x="690812" y="1223619"/>
                  </a:lnTo>
                  <a:lnTo>
                    <a:pt x="692523" y="1217399"/>
                  </a:lnTo>
                  <a:lnTo>
                    <a:pt x="694234" y="1261827"/>
                  </a:lnTo>
                  <a:lnTo>
                    <a:pt x="695946" y="1284656"/>
                  </a:lnTo>
                  <a:lnTo>
                    <a:pt x="697657" y="1315528"/>
                  </a:lnTo>
                  <a:lnTo>
                    <a:pt x="699369" y="1294665"/>
                  </a:lnTo>
                  <a:lnTo>
                    <a:pt x="701080" y="1268167"/>
                  </a:lnTo>
                  <a:lnTo>
                    <a:pt x="702791" y="1290523"/>
                  </a:lnTo>
                  <a:lnTo>
                    <a:pt x="704503" y="1241523"/>
                  </a:lnTo>
                  <a:lnTo>
                    <a:pt x="706214" y="1245275"/>
                  </a:lnTo>
                  <a:lnTo>
                    <a:pt x="707926" y="1298154"/>
                  </a:lnTo>
                  <a:lnTo>
                    <a:pt x="709637" y="1392372"/>
                  </a:lnTo>
                  <a:lnTo>
                    <a:pt x="711348" y="1422169"/>
                  </a:lnTo>
                  <a:lnTo>
                    <a:pt x="713060" y="1385005"/>
                  </a:lnTo>
                  <a:lnTo>
                    <a:pt x="714771" y="1435941"/>
                  </a:lnTo>
                  <a:lnTo>
                    <a:pt x="716483" y="1466516"/>
                  </a:lnTo>
                  <a:lnTo>
                    <a:pt x="718194" y="1460987"/>
                  </a:lnTo>
                  <a:lnTo>
                    <a:pt x="719905" y="1425226"/>
                  </a:lnTo>
                  <a:lnTo>
                    <a:pt x="721617" y="1433606"/>
                  </a:lnTo>
                  <a:lnTo>
                    <a:pt x="723328" y="1500650"/>
                  </a:lnTo>
                  <a:lnTo>
                    <a:pt x="725040" y="1536858"/>
                  </a:lnTo>
                  <a:lnTo>
                    <a:pt x="726751" y="1534093"/>
                  </a:lnTo>
                  <a:lnTo>
                    <a:pt x="728462" y="1544648"/>
                  </a:lnTo>
                  <a:lnTo>
                    <a:pt x="730174" y="1602236"/>
                  </a:lnTo>
                  <a:lnTo>
                    <a:pt x="730805" y="161795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961947" y="3228236"/>
              <a:ext cx="6055" cy="34240"/>
            </a:xfrm>
            <a:custGeom>
              <a:avLst/>
              <a:pathLst>
                <a:path w="6055" h="34240">
                  <a:moveTo>
                    <a:pt x="0" y="34240"/>
                  </a:moveTo>
                  <a:lnTo>
                    <a:pt x="1618" y="0"/>
                  </a:lnTo>
                  <a:lnTo>
                    <a:pt x="3329" y="2764"/>
                  </a:lnTo>
                  <a:lnTo>
                    <a:pt x="5041" y="28054"/>
                  </a:lnTo>
                  <a:lnTo>
                    <a:pt x="6055" y="3424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968967" y="1187150"/>
              <a:ext cx="873799" cy="2075326"/>
            </a:xfrm>
            <a:custGeom>
              <a:avLst/>
              <a:pathLst>
                <a:path w="873799" h="2075326">
                  <a:moveTo>
                    <a:pt x="0" y="2075326"/>
                  </a:moveTo>
                  <a:lnTo>
                    <a:pt x="1444" y="2052268"/>
                  </a:lnTo>
                  <a:lnTo>
                    <a:pt x="3156" y="1983948"/>
                  </a:lnTo>
                  <a:lnTo>
                    <a:pt x="4867" y="1924186"/>
                  </a:lnTo>
                  <a:lnTo>
                    <a:pt x="6578" y="1932103"/>
                  </a:lnTo>
                  <a:lnTo>
                    <a:pt x="8290" y="1933956"/>
                  </a:lnTo>
                  <a:lnTo>
                    <a:pt x="10001" y="1916136"/>
                  </a:lnTo>
                  <a:lnTo>
                    <a:pt x="11713" y="1943448"/>
                  </a:lnTo>
                  <a:lnTo>
                    <a:pt x="13424" y="2004037"/>
                  </a:lnTo>
                  <a:lnTo>
                    <a:pt x="15135" y="2021197"/>
                  </a:lnTo>
                  <a:lnTo>
                    <a:pt x="16847" y="1979448"/>
                  </a:lnTo>
                  <a:lnTo>
                    <a:pt x="18558" y="1947278"/>
                  </a:lnTo>
                  <a:lnTo>
                    <a:pt x="20270" y="1938519"/>
                  </a:lnTo>
                  <a:lnTo>
                    <a:pt x="21981" y="1938519"/>
                  </a:lnTo>
                  <a:lnTo>
                    <a:pt x="23692" y="1944748"/>
                  </a:lnTo>
                  <a:lnTo>
                    <a:pt x="25404" y="1958350"/>
                  </a:lnTo>
                  <a:lnTo>
                    <a:pt x="27115" y="1953297"/>
                  </a:lnTo>
                  <a:lnTo>
                    <a:pt x="28827" y="1877773"/>
                  </a:lnTo>
                  <a:lnTo>
                    <a:pt x="30538" y="1794144"/>
                  </a:lnTo>
                  <a:lnTo>
                    <a:pt x="32249" y="1727946"/>
                  </a:lnTo>
                  <a:lnTo>
                    <a:pt x="33961" y="1680391"/>
                  </a:lnTo>
                  <a:lnTo>
                    <a:pt x="35672" y="1656986"/>
                  </a:lnTo>
                  <a:lnTo>
                    <a:pt x="37384" y="1646990"/>
                  </a:lnTo>
                  <a:lnTo>
                    <a:pt x="39095" y="1690643"/>
                  </a:lnTo>
                  <a:lnTo>
                    <a:pt x="40806" y="1774272"/>
                  </a:lnTo>
                  <a:lnTo>
                    <a:pt x="42518" y="1840469"/>
                  </a:lnTo>
                  <a:lnTo>
                    <a:pt x="44229" y="1889529"/>
                  </a:lnTo>
                  <a:lnTo>
                    <a:pt x="45941" y="1941933"/>
                  </a:lnTo>
                  <a:lnTo>
                    <a:pt x="47652" y="1990815"/>
                  </a:lnTo>
                  <a:lnTo>
                    <a:pt x="49363" y="2022687"/>
                  </a:lnTo>
                  <a:lnTo>
                    <a:pt x="51075" y="2022687"/>
                  </a:lnTo>
                  <a:lnTo>
                    <a:pt x="52786" y="1996815"/>
                  </a:lnTo>
                  <a:lnTo>
                    <a:pt x="54498" y="1942436"/>
                  </a:lnTo>
                  <a:lnTo>
                    <a:pt x="56209" y="1883441"/>
                  </a:lnTo>
                  <a:lnTo>
                    <a:pt x="57920" y="1850015"/>
                  </a:lnTo>
                  <a:lnTo>
                    <a:pt x="59632" y="1841978"/>
                  </a:lnTo>
                  <a:lnTo>
                    <a:pt x="61343" y="1773604"/>
                  </a:lnTo>
                  <a:lnTo>
                    <a:pt x="63055" y="1704160"/>
                  </a:lnTo>
                  <a:lnTo>
                    <a:pt x="64766" y="1659843"/>
                  </a:lnTo>
                  <a:lnTo>
                    <a:pt x="66477" y="1642362"/>
                  </a:lnTo>
                  <a:lnTo>
                    <a:pt x="68189" y="1643036"/>
                  </a:lnTo>
                  <a:lnTo>
                    <a:pt x="69900" y="1633373"/>
                  </a:lnTo>
                  <a:lnTo>
                    <a:pt x="71612" y="1636545"/>
                  </a:lnTo>
                  <a:lnTo>
                    <a:pt x="73323" y="1653545"/>
                  </a:lnTo>
                  <a:lnTo>
                    <a:pt x="75034" y="1758906"/>
                  </a:lnTo>
                  <a:lnTo>
                    <a:pt x="76746" y="1848042"/>
                  </a:lnTo>
                  <a:lnTo>
                    <a:pt x="78457" y="1845972"/>
                  </a:lnTo>
                  <a:lnTo>
                    <a:pt x="80168" y="1792883"/>
                  </a:lnTo>
                  <a:lnTo>
                    <a:pt x="81880" y="1755852"/>
                  </a:lnTo>
                  <a:lnTo>
                    <a:pt x="83591" y="1706320"/>
                  </a:lnTo>
                  <a:lnTo>
                    <a:pt x="85303" y="1566535"/>
                  </a:lnTo>
                  <a:lnTo>
                    <a:pt x="87014" y="1501275"/>
                  </a:lnTo>
                  <a:lnTo>
                    <a:pt x="88725" y="1531338"/>
                  </a:lnTo>
                  <a:lnTo>
                    <a:pt x="90437" y="1555098"/>
                  </a:lnTo>
                  <a:lnTo>
                    <a:pt x="92148" y="1635967"/>
                  </a:lnTo>
                  <a:lnTo>
                    <a:pt x="93860" y="1746606"/>
                  </a:lnTo>
                  <a:lnTo>
                    <a:pt x="95571" y="1829428"/>
                  </a:lnTo>
                  <a:lnTo>
                    <a:pt x="97282" y="1817116"/>
                  </a:lnTo>
                  <a:lnTo>
                    <a:pt x="98994" y="1776480"/>
                  </a:lnTo>
                  <a:lnTo>
                    <a:pt x="100705" y="1774689"/>
                  </a:lnTo>
                  <a:lnTo>
                    <a:pt x="102417" y="1798312"/>
                  </a:lnTo>
                  <a:lnTo>
                    <a:pt x="104128" y="1835509"/>
                  </a:lnTo>
                  <a:lnTo>
                    <a:pt x="105839" y="1917881"/>
                  </a:lnTo>
                  <a:lnTo>
                    <a:pt x="107551" y="1990780"/>
                  </a:lnTo>
                  <a:lnTo>
                    <a:pt x="109262" y="2003236"/>
                  </a:lnTo>
                  <a:lnTo>
                    <a:pt x="110974" y="2012885"/>
                  </a:lnTo>
                  <a:lnTo>
                    <a:pt x="112685" y="2000569"/>
                  </a:lnTo>
                  <a:lnTo>
                    <a:pt x="114396" y="1910408"/>
                  </a:lnTo>
                  <a:lnTo>
                    <a:pt x="116108" y="1755676"/>
                  </a:lnTo>
                  <a:lnTo>
                    <a:pt x="117819" y="1656348"/>
                  </a:lnTo>
                  <a:lnTo>
                    <a:pt x="119531" y="1585248"/>
                  </a:lnTo>
                  <a:lnTo>
                    <a:pt x="121242" y="1529195"/>
                  </a:lnTo>
                  <a:lnTo>
                    <a:pt x="122953" y="1478819"/>
                  </a:lnTo>
                  <a:lnTo>
                    <a:pt x="124665" y="1489388"/>
                  </a:lnTo>
                  <a:lnTo>
                    <a:pt x="126376" y="1494924"/>
                  </a:lnTo>
                  <a:lnTo>
                    <a:pt x="128088" y="1497258"/>
                  </a:lnTo>
                  <a:lnTo>
                    <a:pt x="129799" y="1522292"/>
                  </a:lnTo>
                  <a:lnTo>
                    <a:pt x="131510" y="1504852"/>
                  </a:lnTo>
                  <a:lnTo>
                    <a:pt x="133222" y="1519166"/>
                  </a:lnTo>
                  <a:lnTo>
                    <a:pt x="134933" y="1524953"/>
                  </a:lnTo>
                  <a:lnTo>
                    <a:pt x="136645" y="1569523"/>
                  </a:lnTo>
                  <a:lnTo>
                    <a:pt x="138356" y="1591950"/>
                  </a:lnTo>
                  <a:lnTo>
                    <a:pt x="140067" y="1578425"/>
                  </a:lnTo>
                  <a:lnTo>
                    <a:pt x="141779" y="1641792"/>
                  </a:lnTo>
                  <a:lnTo>
                    <a:pt x="143490" y="1574677"/>
                  </a:lnTo>
                  <a:lnTo>
                    <a:pt x="145202" y="1481104"/>
                  </a:lnTo>
                  <a:lnTo>
                    <a:pt x="146913" y="1381150"/>
                  </a:lnTo>
                  <a:lnTo>
                    <a:pt x="148624" y="1334219"/>
                  </a:lnTo>
                  <a:lnTo>
                    <a:pt x="150336" y="1377184"/>
                  </a:lnTo>
                  <a:lnTo>
                    <a:pt x="152047" y="1364253"/>
                  </a:lnTo>
                  <a:lnTo>
                    <a:pt x="153759" y="1362336"/>
                  </a:lnTo>
                  <a:lnTo>
                    <a:pt x="155470" y="1434110"/>
                  </a:lnTo>
                  <a:lnTo>
                    <a:pt x="157181" y="1589997"/>
                  </a:lnTo>
                  <a:lnTo>
                    <a:pt x="158893" y="1707002"/>
                  </a:lnTo>
                  <a:lnTo>
                    <a:pt x="160604" y="1752520"/>
                  </a:lnTo>
                  <a:lnTo>
                    <a:pt x="162316" y="1755905"/>
                  </a:lnTo>
                  <a:lnTo>
                    <a:pt x="164027" y="1813525"/>
                  </a:lnTo>
                  <a:lnTo>
                    <a:pt x="165738" y="1827764"/>
                  </a:lnTo>
                  <a:lnTo>
                    <a:pt x="167450" y="1796534"/>
                  </a:lnTo>
                  <a:lnTo>
                    <a:pt x="169161" y="1661259"/>
                  </a:lnTo>
                  <a:lnTo>
                    <a:pt x="170873" y="1524484"/>
                  </a:lnTo>
                  <a:lnTo>
                    <a:pt x="172584" y="1453209"/>
                  </a:lnTo>
                  <a:lnTo>
                    <a:pt x="174295" y="1298022"/>
                  </a:lnTo>
                  <a:lnTo>
                    <a:pt x="176007" y="1180843"/>
                  </a:lnTo>
                  <a:lnTo>
                    <a:pt x="177718" y="1114377"/>
                  </a:lnTo>
                  <a:lnTo>
                    <a:pt x="179429" y="1116046"/>
                  </a:lnTo>
                  <a:lnTo>
                    <a:pt x="181141" y="1150563"/>
                  </a:lnTo>
                  <a:lnTo>
                    <a:pt x="182852" y="1180027"/>
                  </a:lnTo>
                  <a:lnTo>
                    <a:pt x="184564" y="1191173"/>
                  </a:lnTo>
                  <a:lnTo>
                    <a:pt x="186275" y="1102206"/>
                  </a:lnTo>
                  <a:lnTo>
                    <a:pt x="187986" y="989420"/>
                  </a:lnTo>
                  <a:lnTo>
                    <a:pt x="189698" y="908587"/>
                  </a:lnTo>
                  <a:lnTo>
                    <a:pt x="191409" y="864583"/>
                  </a:lnTo>
                  <a:lnTo>
                    <a:pt x="193121" y="910180"/>
                  </a:lnTo>
                  <a:lnTo>
                    <a:pt x="194832" y="1056389"/>
                  </a:lnTo>
                  <a:lnTo>
                    <a:pt x="196543" y="1199572"/>
                  </a:lnTo>
                  <a:lnTo>
                    <a:pt x="198255" y="1287063"/>
                  </a:lnTo>
                  <a:lnTo>
                    <a:pt x="199966" y="1315885"/>
                  </a:lnTo>
                  <a:lnTo>
                    <a:pt x="201678" y="1373631"/>
                  </a:lnTo>
                  <a:lnTo>
                    <a:pt x="203389" y="1354533"/>
                  </a:lnTo>
                  <a:lnTo>
                    <a:pt x="205100" y="1342625"/>
                  </a:lnTo>
                  <a:lnTo>
                    <a:pt x="206812" y="1414043"/>
                  </a:lnTo>
                  <a:lnTo>
                    <a:pt x="208523" y="1392322"/>
                  </a:lnTo>
                  <a:lnTo>
                    <a:pt x="210235" y="1323951"/>
                  </a:lnTo>
                  <a:lnTo>
                    <a:pt x="211946" y="1105888"/>
                  </a:lnTo>
                  <a:lnTo>
                    <a:pt x="213657" y="876339"/>
                  </a:lnTo>
                  <a:lnTo>
                    <a:pt x="215369" y="604406"/>
                  </a:lnTo>
                  <a:lnTo>
                    <a:pt x="217080" y="276685"/>
                  </a:lnTo>
                  <a:lnTo>
                    <a:pt x="218792" y="101891"/>
                  </a:lnTo>
                  <a:lnTo>
                    <a:pt x="220503" y="69021"/>
                  </a:lnTo>
                  <a:lnTo>
                    <a:pt x="222214" y="212011"/>
                  </a:lnTo>
                  <a:lnTo>
                    <a:pt x="223926" y="374737"/>
                  </a:lnTo>
                  <a:lnTo>
                    <a:pt x="225637" y="524844"/>
                  </a:lnTo>
                  <a:lnTo>
                    <a:pt x="227349" y="583950"/>
                  </a:lnTo>
                  <a:lnTo>
                    <a:pt x="229060" y="550713"/>
                  </a:lnTo>
                  <a:lnTo>
                    <a:pt x="230771" y="552140"/>
                  </a:lnTo>
                  <a:lnTo>
                    <a:pt x="232483" y="458076"/>
                  </a:lnTo>
                  <a:lnTo>
                    <a:pt x="234194" y="266267"/>
                  </a:lnTo>
                  <a:lnTo>
                    <a:pt x="235906" y="204721"/>
                  </a:lnTo>
                  <a:lnTo>
                    <a:pt x="237617" y="383462"/>
                  </a:lnTo>
                  <a:lnTo>
                    <a:pt x="239328" y="591513"/>
                  </a:lnTo>
                  <a:lnTo>
                    <a:pt x="241040" y="651620"/>
                  </a:lnTo>
                  <a:lnTo>
                    <a:pt x="242751" y="769644"/>
                  </a:lnTo>
                  <a:lnTo>
                    <a:pt x="244463" y="1007227"/>
                  </a:lnTo>
                  <a:lnTo>
                    <a:pt x="246174" y="1070314"/>
                  </a:lnTo>
                  <a:lnTo>
                    <a:pt x="247885" y="1052580"/>
                  </a:lnTo>
                  <a:lnTo>
                    <a:pt x="249597" y="1069727"/>
                  </a:lnTo>
                  <a:lnTo>
                    <a:pt x="251308" y="1120119"/>
                  </a:lnTo>
                  <a:lnTo>
                    <a:pt x="253020" y="1141021"/>
                  </a:lnTo>
                  <a:lnTo>
                    <a:pt x="254731" y="1137200"/>
                  </a:lnTo>
                  <a:lnTo>
                    <a:pt x="256442" y="1274925"/>
                  </a:lnTo>
                  <a:lnTo>
                    <a:pt x="258154" y="1358486"/>
                  </a:lnTo>
                  <a:lnTo>
                    <a:pt x="259865" y="1424121"/>
                  </a:lnTo>
                  <a:lnTo>
                    <a:pt x="261577" y="1489291"/>
                  </a:lnTo>
                  <a:lnTo>
                    <a:pt x="263288" y="1485801"/>
                  </a:lnTo>
                  <a:lnTo>
                    <a:pt x="264999" y="1450244"/>
                  </a:lnTo>
                  <a:lnTo>
                    <a:pt x="266711" y="1458007"/>
                  </a:lnTo>
                  <a:lnTo>
                    <a:pt x="268422" y="1534978"/>
                  </a:lnTo>
                  <a:lnTo>
                    <a:pt x="270134" y="1613512"/>
                  </a:lnTo>
                  <a:lnTo>
                    <a:pt x="271845" y="1709280"/>
                  </a:lnTo>
                  <a:lnTo>
                    <a:pt x="273556" y="1758026"/>
                  </a:lnTo>
                  <a:lnTo>
                    <a:pt x="275268" y="1748853"/>
                  </a:lnTo>
                  <a:lnTo>
                    <a:pt x="276979" y="1676040"/>
                  </a:lnTo>
                  <a:lnTo>
                    <a:pt x="278691" y="1583438"/>
                  </a:lnTo>
                  <a:lnTo>
                    <a:pt x="280402" y="1505853"/>
                  </a:lnTo>
                  <a:lnTo>
                    <a:pt x="282113" y="1413256"/>
                  </a:lnTo>
                  <a:lnTo>
                    <a:pt x="283825" y="1391467"/>
                  </a:lnTo>
                  <a:lnTo>
                    <a:pt x="285536" y="1436767"/>
                  </a:lnTo>
                  <a:lnTo>
                    <a:pt x="287247" y="1462326"/>
                  </a:lnTo>
                  <a:lnTo>
                    <a:pt x="288959" y="1443307"/>
                  </a:lnTo>
                  <a:lnTo>
                    <a:pt x="290670" y="1478931"/>
                  </a:lnTo>
                  <a:lnTo>
                    <a:pt x="292382" y="1640682"/>
                  </a:lnTo>
                  <a:lnTo>
                    <a:pt x="294093" y="1717268"/>
                  </a:lnTo>
                  <a:lnTo>
                    <a:pt x="295804" y="1714760"/>
                  </a:lnTo>
                  <a:lnTo>
                    <a:pt x="297516" y="1779931"/>
                  </a:lnTo>
                  <a:lnTo>
                    <a:pt x="299227" y="1836772"/>
                  </a:lnTo>
                  <a:lnTo>
                    <a:pt x="300939" y="1781339"/>
                  </a:lnTo>
                  <a:lnTo>
                    <a:pt x="302650" y="1620852"/>
                  </a:lnTo>
                  <a:lnTo>
                    <a:pt x="304361" y="1582068"/>
                  </a:lnTo>
                  <a:lnTo>
                    <a:pt x="306073" y="1629888"/>
                  </a:lnTo>
                  <a:lnTo>
                    <a:pt x="307784" y="1648514"/>
                  </a:lnTo>
                  <a:lnTo>
                    <a:pt x="309496" y="1703295"/>
                  </a:lnTo>
                  <a:lnTo>
                    <a:pt x="311207" y="1800690"/>
                  </a:lnTo>
                  <a:lnTo>
                    <a:pt x="312918" y="1876259"/>
                  </a:lnTo>
                  <a:lnTo>
                    <a:pt x="314630" y="1895637"/>
                  </a:lnTo>
                  <a:lnTo>
                    <a:pt x="316341" y="1810488"/>
                  </a:lnTo>
                  <a:lnTo>
                    <a:pt x="318053" y="1692106"/>
                  </a:lnTo>
                  <a:lnTo>
                    <a:pt x="319764" y="1642996"/>
                  </a:lnTo>
                  <a:lnTo>
                    <a:pt x="321475" y="1619601"/>
                  </a:lnTo>
                  <a:lnTo>
                    <a:pt x="323187" y="1643107"/>
                  </a:lnTo>
                  <a:lnTo>
                    <a:pt x="324898" y="1711757"/>
                  </a:lnTo>
                  <a:lnTo>
                    <a:pt x="326610" y="1867175"/>
                  </a:lnTo>
                  <a:lnTo>
                    <a:pt x="328321" y="1958122"/>
                  </a:lnTo>
                  <a:lnTo>
                    <a:pt x="330032" y="1949783"/>
                  </a:lnTo>
                  <a:lnTo>
                    <a:pt x="331744" y="1847885"/>
                  </a:lnTo>
                  <a:lnTo>
                    <a:pt x="333455" y="1700581"/>
                  </a:lnTo>
                  <a:lnTo>
                    <a:pt x="335167" y="1596468"/>
                  </a:lnTo>
                  <a:lnTo>
                    <a:pt x="336878" y="1530118"/>
                  </a:lnTo>
                  <a:lnTo>
                    <a:pt x="338589" y="1445686"/>
                  </a:lnTo>
                  <a:lnTo>
                    <a:pt x="340301" y="1383391"/>
                  </a:lnTo>
                  <a:lnTo>
                    <a:pt x="342012" y="1406475"/>
                  </a:lnTo>
                  <a:lnTo>
                    <a:pt x="343724" y="1479847"/>
                  </a:lnTo>
                  <a:lnTo>
                    <a:pt x="345435" y="1509559"/>
                  </a:lnTo>
                  <a:lnTo>
                    <a:pt x="347146" y="1545398"/>
                  </a:lnTo>
                  <a:lnTo>
                    <a:pt x="348858" y="1581192"/>
                  </a:lnTo>
                  <a:lnTo>
                    <a:pt x="350569" y="1558052"/>
                  </a:lnTo>
                  <a:lnTo>
                    <a:pt x="352281" y="1619526"/>
                  </a:lnTo>
                  <a:lnTo>
                    <a:pt x="353992" y="1696208"/>
                  </a:lnTo>
                  <a:lnTo>
                    <a:pt x="355703" y="1732164"/>
                  </a:lnTo>
                  <a:lnTo>
                    <a:pt x="357415" y="1707978"/>
                  </a:lnTo>
                  <a:lnTo>
                    <a:pt x="359126" y="1758304"/>
                  </a:lnTo>
                  <a:lnTo>
                    <a:pt x="360838" y="1896497"/>
                  </a:lnTo>
                  <a:lnTo>
                    <a:pt x="362549" y="1937234"/>
                  </a:lnTo>
                  <a:lnTo>
                    <a:pt x="364260" y="1937234"/>
                  </a:lnTo>
                  <a:lnTo>
                    <a:pt x="365972" y="1970080"/>
                  </a:lnTo>
                  <a:lnTo>
                    <a:pt x="367683" y="2038771"/>
                  </a:lnTo>
                  <a:lnTo>
                    <a:pt x="369395" y="2062070"/>
                  </a:lnTo>
                  <a:lnTo>
                    <a:pt x="371106" y="1990906"/>
                  </a:lnTo>
                  <a:lnTo>
                    <a:pt x="372817" y="1842787"/>
                  </a:lnTo>
                  <a:lnTo>
                    <a:pt x="374529" y="1688343"/>
                  </a:lnTo>
                  <a:lnTo>
                    <a:pt x="376240" y="1589294"/>
                  </a:lnTo>
                  <a:lnTo>
                    <a:pt x="377952" y="1558179"/>
                  </a:lnTo>
                  <a:lnTo>
                    <a:pt x="379663" y="1482703"/>
                  </a:lnTo>
                  <a:lnTo>
                    <a:pt x="381374" y="1384797"/>
                  </a:lnTo>
                  <a:lnTo>
                    <a:pt x="383086" y="1345087"/>
                  </a:lnTo>
                  <a:lnTo>
                    <a:pt x="384797" y="1330467"/>
                  </a:lnTo>
                  <a:lnTo>
                    <a:pt x="386509" y="1198692"/>
                  </a:lnTo>
                  <a:lnTo>
                    <a:pt x="388220" y="947460"/>
                  </a:lnTo>
                  <a:lnTo>
                    <a:pt x="389931" y="824918"/>
                  </a:lnTo>
                  <a:lnTo>
                    <a:pt x="391643" y="832828"/>
                  </a:lnTo>
                  <a:lnTo>
                    <a:pt x="393354" y="882208"/>
                  </a:lnTo>
                  <a:lnTo>
                    <a:pt x="395065" y="943973"/>
                  </a:lnTo>
                  <a:lnTo>
                    <a:pt x="396777" y="1030947"/>
                  </a:lnTo>
                  <a:lnTo>
                    <a:pt x="398488" y="1124103"/>
                  </a:lnTo>
                  <a:lnTo>
                    <a:pt x="400200" y="1155804"/>
                  </a:lnTo>
                  <a:lnTo>
                    <a:pt x="401911" y="1114364"/>
                  </a:lnTo>
                  <a:lnTo>
                    <a:pt x="403622" y="1042019"/>
                  </a:lnTo>
                  <a:lnTo>
                    <a:pt x="405334" y="1009624"/>
                  </a:lnTo>
                  <a:lnTo>
                    <a:pt x="407045" y="957018"/>
                  </a:lnTo>
                  <a:lnTo>
                    <a:pt x="408757" y="924528"/>
                  </a:lnTo>
                  <a:lnTo>
                    <a:pt x="410468" y="945782"/>
                  </a:lnTo>
                  <a:lnTo>
                    <a:pt x="412179" y="992238"/>
                  </a:lnTo>
                  <a:lnTo>
                    <a:pt x="413891" y="1004895"/>
                  </a:lnTo>
                  <a:lnTo>
                    <a:pt x="415602" y="1040702"/>
                  </a:lnTo>
                  <a:lnTo>
                    <a:pt x="417314" y="1186786"/>
                  </a:lnTo>
                  <a:lnTo>
                    <a:pt x="419025" y="1361001"/>
                  </a:lnTo>
                  <a:lnTo>
                    <a:pt x="420736" y="1433666"/>
                  </a:lnTo>
                  <a:lnTo>
                    <a:pt x="422448" y="1469658"/>
                  </a:lnTo>
                  <a:lnTo>
                    <a:pt x="424159" y="1495167"/>
                  </a:lnTo>
                  <a:lnTo>
                    <a:pt x="425871" y="1429852"/>
                  </a:lnTo>
                  <a:lnTo>
                    <a:pt x="427582" y="1284887"/>
                  </a:lnTo>
                  <a:lnTo>
                    <a:pt x="429293" y="1163064"/>
                  </a:lnTo>
                  <a:lnTo>
                    <a:pt x="431005" y="1177762"/>
                  </a:lnTo>
                  <a:lnTo>
                    <a:pt x="432716" y="1206473"/>
                  </a:lnTo>
                  <a:lnTo>
                    <a:pt x="434428" y="1211480"/>
                  </a:lnTo>
                  <a:lnTo>
                    <a:pt x="436139" y="1262166"/>
                  </a:lnTo>
                  <a:lnTo>
                    <a:pt x="437850" y="1362188"/>
                  </a:lnTo>
                  <a:lnTo>
                    <a:pt x="439562" y="1404815"/>
                  </a:lnTo>
                  <a:lnTo>
                    <a:pt x="441273" y="1426471"/>
                  </a:lnTo>
                  <a:lnTo>
                    <a:pt x="442985" y="1383037"/>
                  </a:lnTo>
                  <a:lnTo>
                    <a:pt x="444696" y="1360838"/>
                  </a:lnTo>
                  <a:lnTo>
                    <a:pt x="446407" y="1294940"/>
                  </a:lnTo>
                  <a:lnTo>
                    <a:pt x="448119" y="1210252"/>
                  </a:lnTo>
                  <a:lnTo>
                    <a:pt x="449830" y="1206102"/>
                  </a:lnTo>
                  <a:lnTo>
                    <a:pt x="451542" y="1146621"/>
                  </a:lnTo>
                  <a:lnTo>
                    <a:pt x="453253" y="1155460"/>
                  </a:lnTo>
                  <a:lnTo>
                    <a:pt x="454964" y="1256432"/>
                  </a:lnTo>
                  <a:lnTo>
                    <a:pt x="456676" y="1366519"/>
                  </a:lnTo>
                  <a:lnTo>
                    <a:pt x="458387" y="1395821"/>
                  </a:lnTo>
                  <a:lnTo>
                    <a:pt x="460099" y="1288908"/>
                  </a:lnTo>
                  <a:lnTo>
                    <a:pt x="461810" y="1250564"/>
                  </a:lnTo>
                  <a:lnTo>
                    <a:pt x="463521" y="1282707"/>
                  </a:lnTo>
                  <a:lnTo>
                    <a:pt x="465233" y="1291149"/>
                  </a:lnTo>
                  <a:lnTo>
                    <a:pt x="466944" y="1314040"/>
                  </a:lnTo>
                  <a:lnTo>
                    <a:pt x="468656" y="1236462"/>
                  </a:lnTo>
                  <a:lnTo>
                    <a:pt x="470367" y="1248886"/>
                  </a:lnTo>
                  <a:lnTo>
                    <a:pt x="472078" y="1325362"/>
                  </a:lnTo>
                  <a:lnTo>
                    <a:pt x="473790" y="1318298"/>
                  </a:lnTo>
                  <a:lnTo>
                    <a:pt x="475501" y="1300299"/>
                  </a:lnTo>
                  <a:lnTo>
                    <a:pt x="477213" y="1242729"/>
                  </a:lnTo>
                  <a:lnTo>
                    <a:pt x="478924" y="1387020"/>
                  </a:lnTo>
                  <a:lnTo>
                    <a:pt x="480635" y="1473598"/>
                  </a:lnTo>
                  <a:lnTo>
                    <a:pt x="482347" y="1456127"/>
                  </a:lnTo>
                  <a:lnTo>
                    <a:pt x="484058" y="1580919"/>
                  </a:lnTo>
                  <a:lnTo>
                    <a:pt x="485770" y="1674934"/>
                  </a:lnTo>
                  <a:lnTo>
                    <a:pt x="487481" y="1689897"/>
                  </a:lnTo>
                  <a:lnTo>
                    <a:pt x="489192" y="1689228"/>
                  </a:lnTo>
                  <a:lnTo>
                    <a:pt x="490904" y="1761467"/>
                  </a:lnTo>
                  <a:lnTo>
                    <a:pt x="492615" y="1755132"/>
                  </a:lnTo>
                  <a:lnTo>
                    <a:pt x="494326" y="1556459"/>
                  </a:lnTo>
                  <a:lnTo>
                    <a:pt x="496038" y="1335438"/>
                  </a:lnTo>
                  <a:lnTo>
                    <a:pt x="497749" y="1201565"/>
                  </a:lnTo>
                  <a:lnTo>
                    <a:pt x="499461" y="1024433"/>
                  </a:lnTo>
                  <a:lnTo>
                    <a:pt x="501172" y="867515"/>
                  </a:lnTo>
                  <a:lnTo>
                    <a:pt x="502883" y="848865"/>
                  </a:lnTo>
                  <a:lnTo>
                    <a:pt x="504595" y="935148"/>
                  </a:lnTo>
                  <a:lnTo>
                    <a:pt x="506306" y="1071450"/>
                  </a:lnTo>
                  <a:lnTo>
                    <a:pt x="508018" y="1215241"/>
                  </a:lnTo>
                  <a:lnTo>
                    <a:pt x="509729" y="1431559"/>
                  </a:lnTo>
                  <a:lnTo>
                    <a:pt x="511440" y="1581265"/>
                  </a:lnTo>
                  <a:lnTo>
                    <a:pt x="513152" y="1594999"/>
                  </a:lnTo>
                  <a:lnTo>
                    <a:pt x="514863" y="1508025"/>
                  </a:lnTo>
                  <a:lnTo>
                    <a:pt x="516575" y="1461591"/>
                  </a:lnTo>
                  <a:lnTo>
                    <a:pt x="518286" y="1468272"/>
                  </a:lnTo>
                  <a:lnTo>
                    <a:pt x="519997" y="1338082"/>
                  </a:lnTo>
                  <a:lnTo>
                    <a:pt x="521709" y="1236905"/>
                  </a:lnTo>
                  <a:lnTo>
                    <a:pt x="523420" y="1189686"/>
                  </a:lnTo>
                  <a:lnTo>
                    <a:pt x="525132" y="1172789"/>
                  </a:lnTo>
                  <a:lnTo>
                    <a:pt x="526843" y="1039413"/>
                  </a:lnTo>
                  <a:lnTo>
                    <a:pt x="528554" y="905873"/>
                  </a:lnTo>
                  <a:lnTo>
                    <a:pt x="530266" y="926575"/>
                  </a:lnTo>
                  <a:lnTo>
                    <a:pt x="531977" y="969085"/>
                  </a:lnTo>
                  <a:lnTo>
                    <a:pt x="533689" y="1039511"/>
                  </a:lnTo>
                  <a:lnTo>
                    <a:pt x="535400" y="1152164"/>
                  </a:lnTo>
                  <a:lnTo>
                    <a:pt x="537111" y="1316295"/>
                  </a:lnTo>
                  <a:lnTo>
                    <a:pt x="538823" y="1492200"/>
                  </a:lnTo>
                  <a:lnTo>
                    <a:pt x="540534" y="1598162"/>
                  </a:lnTo>
                  <a:lnTo>
                    <a:pt x="542246" y="1573981"/>
                  </a:lnTo>
                  <a:lnTo>
                    <a:pt x="543957" y="1486875"/>
                  </a:lnTo>
                  <a:lnTo>
                    <a:pt x="545668" y="1435520"/>
                  </a:lnTo>
                  <a:lnTo>
                    <a:pt x="547380" y="1376732"/>
                  </a:lnTo>
                  <a:lnTo>
                    <a:pt x="549091" y="1248510"/>
                  </a:lnTo>
                  <a:lnTo>
                    <a:pt x="550803" y="1173875"/>
                  </a:lnTo>
                  <a:lnTo>
                    <a:pt x="552514" y="1142732"/>
                  </a:lnTo>
                  <a:lnTo>
                    <a:pt x="554225" y="1201120"/>
                  </a:lnTo>
                  <a:lnTo>
                    <a:pt x="555937" y="1266835"/>
                  </a:lnTo>
                  <a:lnTo>
                    <a:pt x="557648" y="1410940"/>
                  </a:lnTo>
                  <a:lnTo>
                    <a:pt x="559360" y="1570553"/>
                  </a:lnTo>
                  <a:lnTo>
                    <a:pt x="561071" y="1557920"/>
                  </a:lnTo>
                  <a:lnTo>
                    <a:pt x="562782" y="1546898"/>
                  </a:lnTo>
                  <a:lnTo>
                    <a:pt x="564494" y="1462555"/>
                  </a:lnTo>
                  <a:lnTo>
                    <a:pt x="566205" y="1367535"/>
                  </a:lnTo>
                  <a:lnTo>
                    <a:pt x="567917" y="1280525"/>
                  </a:lnTo>
                  <a:lnTo>
                    <a:pt x="569628" y="1127871"/>
                  </a:lnTo>
                  <a:lnTo>
                    <a:pt x="571339" y="971819"/>
                  </a:lnTo>
                  <a:lnTo>
                    <a:pt x="573051" y="841664"/>
                  </a:lnTo>
                  <a:lnTo>
                    <a:pt x="574762" y="650762"/>
                  </a:lnTo>
                  <a:lnTo>
                    <a:pt x="576474" y="468691"/>
                  </a:lnTo>
                  <a:lnTo>
                    <a:pt x="578185" y="245819"/>
                  </a:lnTo>
                  <a:lnTo>
                    <a:pt x="579896" y="67297"/>
                  </a:lnTo>
                  <a:lnTo>
                    <a:pt x="581608" y="3547"/>
                  </a:lnTo>
                  <a:lnTo>
                    <a:pt x="583319" y="0"/>
                  </a:lnTo>
                  <a:lnTo>
                    <a:pt x="585031" y="204385"/>
                  </a:lnTo>
                  <a:lnTo>
                    <a:pt x="586742" y="476851"/>
                  </a:lnTo>
                  <a:lnTo>
                    <a:pt x="588453" y="721290"/>
                  </a:lnTo>
                  <a:lnTo>
                    <a:pt x="590165" y="1014865"/>
                  </a:lnTo>
                  <a:lnTo>
                    <a:pt x="591876" y="1320026"/>
                  </a:lnTo>
                  <a:lnTo>
                    <a:pt x="593588" y="1532707"/>
                  </a:lnTo>
                  <a:lnTo>
                    <a:pt x="595299" y="1594285"/>
                  </a:lnTo>
                  <a:lnTo>
                    <a:pt x="597010" y="1502583"/>
                  </a:lnTo>
                  <a:lnTo>
                    <a:pt x="598722" y="1436787"/>
                  </a:lnTo>
                  <a:lnTo>
                    <a:pt x="600433" y="1368405"/>
                  </a:lnTo>
                  <a:lnTo>
                    <a:pt x="602144" y="1321612"/>
                  </a:lnTo>
                  <a:lnTo>
                    <a:pt x="603856" y="1230125"/>
                  </a:lnTo>
                  <a:lnTo>
                    <a:pt x="605567" y="1179145"/>
                  </a:lnTo>
                  <a:lnTo>
                    <a:pt x="607279" y="1268411"/>
                  </a:lnTo>
                  <a:lnTo>
                    <a:pt x="608990" y="1275874"/>
                  </a:lnTo>
                  <a:lnTo>
                    <a:pt x="610701" y="1197928"/>
                  </a:lnTo>
                  <a:lnTo>
                    <a:pt x="612413" y="1102966"/>
                  </a:lnTo>
                  <a:lnTo>
                    <a:pt x="614124" y="1082423"/>
                  </a:lnTo>
                  <a:lnTo>
                    <a:pt x="615836" y="1108140"/>
                  </a:lnTo>
                  <a:lnTo>
                    <a:pt x="617547" y="1164261"/>
                  </a:lnTo>
                  <a:lnTo>
                    <a:pt x="619258" y="1229490"/>
                  </a:lnTo>
                  <a:lnTo>
                    <a:pt x="620970" y="1251804"/>
                  </a:lnTo>
                  <a:lnTo>
                    <a:pt x="622681" y="1180446"/>
                  </a:lnTo>
                  <a:lnTo>
                    <a:pt x="624393" y="1128354"/>
                  </a:lnTo>
                  <a:lnTo>
                    <a:pt x="626104" y="1099026"/>
                  </a:lnTo>
                  <a:lnTo>
                    <a:pt x="627815" y="1031499"/>
                  </a:lnTo>
                  <a:lnTo>
                    <a:pt x="629527" y="1089755"/>
                  </a:lnTo>
                  <a:lnTo>
                    <a:pt x="631238" y="1232262"/>
                  </a:lnTo>
                  <a:lnTo>
                    <a:pt x="632950" y="1427541"/>
                  </a:lnTo>
                  <a:lnTo>
                    <a:pt x="634661" y="1620274"/>
                  </a:lnTo>
                  <a:lnTo>
                    <a:pt x="636372" y="1673467"/>
                  </a:lnTo>
                  <a:lnTo>
                    <a:pt x="638084" y="1551396"/>
                  </a:lnTo>
                  <a:lnTo>
                    <a:pt x="639795" y="1370394"/>
                  </a:lnTo>
                  <a:lnTo>
                    <a:pt x="641507" y="1203716"/>
                  </a:lnTo>
                  <a:lnTo>
                    <a:pt x="643218" y="1117520"/>
                  </a:lnTo>
                  <a:lnTo>
                    <a:pt x="644929" y="998108"/>
                  </a:lnTo>
                  <a:lnTo>
                    <a:pt x="646641" y="884528"/>
                  </a:lnTo>
                  <a:lnTo>
                    <a:pt x="648352" y="917045"/>
                  </a:lnTo>
                  <a:lnTo>
                    <a:pt x="650064" y="890562"/>
                  </a:lnTo>
                  <a:lnTo>
                    <a:pt x="651775" y="869116"/>
                  </a:lnTo>
                  <a:lnTo>
                    <a:pt x="653486" y="798597"/>
                  </a:lnTo>
                  <a:lnTo>
                    <a:pt x="655198" y="694688"/>
                  </a:lnTo>
                  <a:lnTo>
                    <a:pt x="656909" y="584299"/>
                  </a:lnTo>
                  <a:lnTo>
                    <a:pt x="658621" y="400411"/>
                  </a:lnTo>
                  <a:lnTo>
                    <a:pt x="660332" y="302915"/>
                  </a:lnTo>
                  <a:lnTo>
                    <a:pt x="662043" y="338965"/>
                  </a:lnTo>
                  <a:lnTo>
                    <a:pt x="663755" y="385197"/>
                  </a:lnTo>
                  <a:lnTo>
                    <a:pt x="665466" y="569991"/>
                  </a:lnTo>
                  <a:lnTo>
                    <a:pt x="667178" y="812949"/>
                  </a:lnTo>
                  <a:lnTo>
                    <a:pt x="668889" y="972186"/>
                  </a:lnTo>
                  <a:lnTo>
                    <a:pt x="670600" y="1099004"/>
                  </a:lnTo>
                  <a:lnTo>
                    <a:pt x="672312" y="1059310"/>
                  </a:lnTo>
                  <a:lnTo>
                    <a:pt x="674023" y="988219"/>
                  </a:lnTo>
                  <a:lnTo>
                    <a:pt x="675735" y="851231"/>
                  </a:lnTo>
                  <a:lnTo>
                    <a:pt x="677446" y="788574"/>
                  </a:lnTo>
                  <a:lnTo>
                    <a:pt x="679157" y="795206"/>
                  </a:lnTo>
                  <a:lnTo>
                    <a:pt x="680869" y="761105"/>
                  </a:lnTo>
                  <a:lnTo>
                    <a:pt x="682580" y="740468"/>
                  </a:lnTo>
                  <a:lnTo>
                    <a:pt x="684292" y="792469"/>
                  </a:lnTo>
                  <a:lnTo>
                    <a:pt x="686003" y="939379"/>
                  </a:lnTo>
                  <a:lnTo>
                    <a:pt x="687714" y="1051048"/>
                  </a:lnTo>
                  <a:lnTo>
                    <a:pt x="689426" y="1189511"/>
                  </a:lnTo>
                  <a:lnTo>
                    <a:pt x="691137" y="1288073"/>
                  </a:lnTo>
                  <a:lnTo>
                    <a:pt x="692849" y="1260440"/>
                  </a:lnTo>
                  <a:lnTo>
                    <a:pt x="694560" y="1257659"/>
                  </a:lnTo>
                  <a:lnTo>
                    <a:pt x="696271" y="1318632"/>
                  </a:lnTo>
                  <a:lnTo>
                    <a:pt x="697983" y="1360901"/>
                  </a:lnTo>
                  <a:lnTo>
                    <a:pt x="699694" y="1418593"/>
                  </a:lnTo>
                  <a:lnTo>
                    <a:pt x="701406" y="1540224"/>
                  </a:lnTo>
                  <a:lnTo>
                    <a:pt x="703117" y="1706274"/>
                  </a:lnTo>
                  <a:lnTo>
                    <a:pt x="704828" y="1725253"/>
                  </a:lnTo>
                  <a:lnTo>
                    <a:pt x="706540" y="1643356"/>
                  </a:lnTo>
                  <a:lnTo>
                    <a:pt x="708251" y="1542591"/>
                  </a:lnTo>
                  <a:lnTo>
                    <a:pt x="709962" y="1375449"/>
                  </a:lnTo>
                  <a:lnTo>
                    <a:pt x="711674" y="1229414"/>
                  </a:lnTo>
                  <a:lnTo>
                    <a:pt x="713385" y="1180711"/>
                  </a:lnTo>
                  <a:lnTo>
                    <a:pt x="715097" y="1214625"/>
                  </a:lnTo>
                  <a:lnTo>
                    <a:pt x="716808" y="1301088"/>
                  </a:lnTo>
                  <a:lnTo>
                    <a:pt x="718519" y="1347042"/>
                  </a:lnTo>
                  <a:lnTo>
                    <a:pt x="720231" y="1437564"/>
                  </a:lnTo>
                  <a:lnTo>
                    <a:pt x="721942" y="1501444"/>
                  </a:lnTo>
                  <a:lnTo>
                    <a:pt x="723654" y="1573788"/>
                  </a:lnTo>
                  <a:lnTo>
                    <a:pt x="725365" y="1595081"/>
                  </a:lnTo>
                  <a:lnTo>
                    <a:pt x="727076" y="1472093"/>
                  </a:lnTo>
                  <a:lnTo>
                    <a:pt x="728788" y="1444736"/>
                  </a:lnTo>
                  <a:lnTo>
                    <a:pt x="730499" y="1432701"/>
                  </a:lnTo>
                  <a:lnTo>
                    <a:pt x="732211" y="1357991"/>
                  </a:lnTo>
                  <a:lnTo>
                    <a:pt x="733922" y="1273440"/>
                  </a:lnTo>
                  <a:lnTo>
                    <a:pt x="735633" y="1342762"/>
                  </a:lnTo>
                  <a:lnTo>
                    <a:pt x="737345" y="1358598"/>
                  </a:lnTo>
                  <a:lnTo>
                    <a:pt x="739056" y="1316452"/>
                  </a:lnTo>
                  <a:lnTo>
                    <a:pt x="740768" y="1320757"/>
                  </a:lnTo>
                  <a:lnTo>
                    <a:pt x="742479" y="1466321"/>
                  </a:lnTo>
                  <a:lnTo>
                    <a:pt x="744190" y="1602158"/>
                  </a:lnTo>
                  <a:lnTo>
                    <a:pt x="745902" y="1642834"/>
                  </a:lnTo>
                  <a:lnTo>
                    <a:pt x="747613" y="1808140"/>
                  </a:lnTo>
                  <a:lnTo>
                    <a:pt x="749325" y="1938988"/>
                  </a:lnTo>
                  <a:lnTo>
                    <a:pt x="751036" y="2023341"/>
                  </a:lnTo>
                  <a:lnTo>
                    <a:pt x="752747" y="2046474"/>
                  </a:lnTo>
                  <a:lnTo>
                    <a:pt x="754459" y="2037373"/>
                  </a:lnTo>
                  <a:lnTo>
                    <a:pt x="756170" y="1977594"/>
                  </a:lnTo>
                  <a:lnTo>
                    <a:pt x="757882" y="1927886"/>
                  </a:lnTo>
                  <a:lnTo>
                    <a:pt x="759593" y="1943748"/>
                  </a:lnTo>
                  <a:lnTo>
                    <a:pt x="761304" y="1937364"/>
                  </a:lnTo>
                  <a:lnTo>
                    <a:pt x="763016" y="1932091"/>
                  </a:lnTo>
                  <a:lnTo>
                    <a:pt x="764727" y="1895579"/>
                  </a:lnTo>
                  <a:lnTo>
                    <a:pt x="766439" y="1849754"/>
                  </a:lnTo>
                  <a:lnTo>
                    <a:pt x="768150" y="1823697"/>
                  </a:lnTo>
                  <a:lnTo>
                    <a:pt x="769861" y="1791022"/>
                  </a:lnTo>
                  <a:lnTo>
                    <a:pt x="771573" y="1710153"/>
                  </a:lnTo>
                  <a:lnTo>
                    <a:pt x="773284" y="1647213"/>
                  </a:lnTo>
                  <a:lnTo>
                    <a:pt x="774996" y="1692386"/>
                  </a:lnTo>
                  <a:lnTo>
                    <a:pt x="776707" y="1793961"/>
                  </a:lnTo>
                  <a:lnTo>
                    <a:pt x="778418" y="1812700"/>
                  </a:lnTo>
                  <a:lnTo>
                    <a:pt x="780130" y="1747825"/>
                  </a:lnTo>
                  <a:lnTo>
                    <a:pt x="781841" y="1751914"/>
                  </a:lnTo>
                  <a:lnTo>
                    <a:pt x="783553" y="1714569"/>
                  </a:lnTo>
                  <a:lnTo>
                    <a:pt x="785264" y="1672487"/>
                  </a:lnTo>
                  <a:lnTo>
                    <a:pt x="786975" y="1627734"/>
                  </a:lnTo>
                  <a:lnTo>
                    <a:pt x="788687" y="1540661"/>
                  </a:lnTo>
                  <a:lnTo>
                    <a:pt x="790398" y="1505753"/>
                  </a:lnTo>
                  <a:lnTo>
                    <a:pt x="792110" y="1497507"/>
                  </a:lnTo>
                  <a:lnTo>
                    <a:pt x="793821" y="1565794"/>
                  </a:lnTo>
                  <a:lnTo>
                    <a:pt x="795532" y="1616480"/>
                  </a:lnTo>
                  <a:lnTo>
                    <a:pt x="797244" y="1581890"/>
                  </a:lnTo>
                  <a:lnTo>
                    <a:pt x="798955" y="1600094"/>
                  </a:lnTo>
                  <a:lnTo>
                    <a:pt x="800667" y="1610957"/>
                  </a:lnTo>
                  <a:lnTo>
                    <a:pt x="802378" y="1571470"/>
                  </a:lnTo>
                  <a:lnTo>
                    <a:pt x="804089" y="1533060"/>
                  </a:lnTo>
                  <a:lnTo>
                    <a:pt x="805801" y="1442940"/>
                  </a:lnTo>
                  <a:lnTo>
                    <a:pt x="807512" y="1444545"/>
                  </a:lnTo>
                  <a:lnTo>
                    <a:pt x="809224" y="1378206"/>
                  </a:lnTo>
                  <a:lnTo>
                    <a:pt x="810935" y="1273481"/>
                  </a:lnTo>
                  <a:lnTo>
                    <a:pt x="812646" y="1180721"/>
                  </a:lnTo>
                  <a:lnTo>
                    <a:pt x="814358" y="1092839"/>
                  </a:lnTo>
                  <a:lnTo>
                    <a:pt x="816069" y="1060431"/>
                  </a:lnTo>
                  <a:lnTo>
                    <a:pt x="817780" y="1002636"/>
                  </a:lnTo>
                  <a:lnTo>
                    <a:pt x="819492" y="1090877"/>
                  </a:lnTo>
                  <a:lnTo>
                    <a:pt x="821203" y="1215778"/>
                  </a:lnTo>
                  <a:lnTo>
                    <a:pt x="822915" y="1309916"/>
                  </a:lnTo>
                  <a:lnTo>
                    <a:pt x="824626" y="1290083"/>
                  </a:lnTo>
                  <a:lnTo>
                    <a:pt x="826337" y="1288085"/>
                  </a:lnTo>
                  <a:lnTo>
                    <a:pt x="828049" y="1274996"/>
                  </a:lnTo>
                  <a:lnTo>
                    <a:pt x="829760" y="1159819"/>
                  </a:lnTo>
                  <a:lnTo>
                    <a:pt x="831472" y="1060657"/>
                  </a:lnTo>
                  <a:lnTo>
                    <a:pt x="833183" y="1030359"/>
                  </a:lnTo>
                  <a:lnTo>
                    <a:pt x="834894" y="1020650"/>
                  </a:lnTo>
                  <a:lnTo>
                    <a:pt x="836606" y="979856"/>
                  </a:lnTo>
                  <a:lnTo>
                    <a:pt x="838317" y="1100904"/>
                  </a:lnTo>
                  <a:lnTo>
                    <a:pt x="840029" y="1286979"/>
                  </a:lnTo>
                  <a:lnTo>
                    <a:pt x="841740" y="1361644"/>
                  </a:lnTo>
                  <a:lnTo>
                    <a:pt x="843451" y="1347867"/>
                  </a:lnTo>
                  <a:lnTo>
                    <a:pt x="845163" y="1445100"/>
                  </a:lnTo>
                  <a:lnTo>
                    <a:pt x="846874" y="1560476"/>
                  </a:lnTo>
                  <a:lnTo>
                    <a:pt x="848586" y="1562471"/>
                  </a:lnTo>
                  <a:lnTo>
                    <a:pt x="850297" y="1446772"/>
                  </a:lnTo>
                  <a:lnTo>
                    <a:pt x="852008" y="1458573"/>
                  </a:lnTo>
                  <a:lnTo>
                    <a:pt x="853720" y="1546786"/>
                  </a:lnTo>
                  <a:lnTo>
                    <a:pt x="855431" y="1535427"/>
                  </a:lnTo>
                  <a:lnTo>
                    <a:pt x="857143" y="1501402"/>
                  </a:lnTo>
                  <a:lnTo>
                    <a:pt x="858854" y="1444463"/>
                  </a:lnTo>
                  <a:lnTo>
                    <a:pt x="860565" y="1491057"/>
                  </a:lnTo>
                  <a:lnTo>
                    <a:pt x="862277" y="1482658"/>
                  </a:lnTo>
                  <a:lnTo>
                    <a:pt x="863988" y="1531055"/>
                  </a:lnTo>
                  <a:lnTo>
                    <a:pt x="865700" y="1636313"/>
                  </a:lnTo>
                  <a:lnTo>
                    <a:pt x="867411" y="1713640"/>
                  </a:lnTo>
                  <a:lnTo>
                    <a:pt x="869122" y="1790555"/>
                  </a:lnTo>
                  <a:lnTo>
                    <a:pt x="870834" y="1837223"/>
                  </a:lnTo>
                  <a:lnTo>
                    <a:pt x="872545" y="1993832"/>
                  </a:lnTo>
                  <a:lnTo>
                    <a:pt x="873799" y="207532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851162" y="2753362"/>
              <a:ext cx="56393" cy="509114"/>
            </a:xfrm>
            <a:custGeom>
              <a:avLst/>
              <a:pathLst>
                <a:path w="56393" h="509114">
                  <a:moveTo>
                    <a:pt x="0" y="509114"/>
                  </a:moveTo>
                  <a:lnTo>
                    <a:pt x="619" y="488681"/>
                  </a:lnTo>
                  <a:lnTo>
                    <a:pt x="2330" y="414449"/>
                  </a:lnTo>
                  <a:lnTo>
                    <a:pt x="4041" y="431293"/>
                  </a:lnTo>
                  <a:lnTo>
                    <a:pt x="5753" y="456476"/>
                  </a:lnTo>
                  <a:lnTo>
                    <a:pt x="7464" y="448047"/>
                  </a:lnTo>
                  <a:lnTo>
                    <a:pt x="9176" y="454173"/>
                  </a:lnTo>
                  <a:lnTo>
                    <a:pt x="10887" y="401361"/>
                  </a:lnTo>
                  <a:lnTo>
                    <a:pt x="12598" y="279855"/>
                  </a:lnTo>
                  <a:lnTo>
                    <a:pt x="14310" y="158112"/>
                  </a:lnTo>
                  <a:lnTo>
                    <a:pt x="16021" y="86097"/>
                  </a:lnTo>
                  <a:lnTo>
                    <a:pt x="17733" y="98085"/>
                  </a:lnTo>
                  <a:lnTo>
                    <a:pt x="19444" y="27862"/>
                  </a:lnTo>
                  <a:lnTo>
                    <a:pt x="21155" y="0"/>
                  </a:lnTo>
                  <a:lnTo>
                    <a:pt x="22867" y="116389"/>
                  </a:lnTo>
                  <a:lnTo>
                    <a:pt x="24578" y="226048"/>
                  </a:lnTo>
                  <a:lnTo>
                    <a:pt x="26290" y="213811"/>
                  </a:lnTo>
                  <a:lnTo>
                    <a:pt x="28001" y="120501"/>
                  </a:lnTo>
                  <a:lnTo>
                    <a:pt x="29712" y="136098"/>
                  </a:lnTo>
                  <a:lnTo>
                    <a:pt x="31424" y="195627"/>
                  </a:lnTo>
                  <a:lnTo>
                    <a:pt x="33135" y="156375"/>
                  </a:lnTo>
                  <a:lnTo>
                    <a:pt x="34847" y="84638"/>
                  </a:lnTo>
                  <a:lnTo>
                    <a:pt x="36558" y="128308"/>
                  </a:lnTo>
                  <a:lnTo>
                    <a:pt x="38269" y="140357"/>
                  </a:lnTo>
                  <a:lnTo>
                    <a:pt x="39981" y="137016"/>
                  </a:lnTo>
                  <a:lnTo>
                    <a:pt x="41692" y="91830"/>
                  </a:lnTo>
                  <a:lnTo>
                    <a:pt x="43403" y="63350"/>
                  </a:lnTo>
                  <a:lnTo>
                    <a:pt x="45115" y="58607"/>
                  </a:lnTo>
                  <a:lnTo>
                    <a:pt x="46826" y="44545"/>
                  </a:lnTo>
                  <a:lnTo>
                    <a:pt x="48538" y="110976"/>
                  </a:lnTo>
                  <a:lnTo>
                    <a:pt x="50249" y="194986"/>
                  </a:lnTo>
                  <a:lnTo>
                    <a:pt x="51960" y="276777"/>
                  </a:lnTo>
                  <a:lnTo>
                    <a:pt x="53672" y="349625"/>
                  </a:lnTo>
                  <a:lnTo>
                    <a:pt x="55383" y="462413"/>
                  </a:lnTo>
                  <a:lnTo>
                    <a:pt x="56393" y="50911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4910104" y="352122"/>
              <a:ext cx="1127465" cy="2910354"/>
            </a:xfrm>
            <a:custGeom>
              <a:avLst/>
              <a:pathLst>
                <a:path w="1127465" h="2910354">
                  <a:moveTo>
                    <a:pt x="0" y="2910354"/>
                  </a:moveTo>
                  <a:lnTo>
                    <a:pt x="1576" y="2841364"/>
                  </a:lnTo>
                  <a:lnTo>
                    <a:pt x="3287" y="2737551"/>
                  </a:lnTo>
                  <a:lnTo>
                    <a:pt x="4998" y="2610170"/>
                  </a:lnTo>
                  <a:lnTo>
                    <a:pt x="6710" y="2539816"/>
                  </a:lnTo>
                  <a:lnTo>
                    <a:pt x="8421" y="2478772"/>
                  </a:lnTo>
                  <a:lnTo>
                    <a:pt x="10133" y="2446276"/>
                  </a:lnTo>
                  <a:lnTo>
                    <a:pt x="11844" y="2465932"/>
                  </a:lnTo>
                  <a:lnTo>
                    <a:pt x="13555" y="2441752"/>
                  </a:lnTo>
                  <a:lnTo>
                    <a:pt x="15267" y="2497241"/>
                  </a:lnTo>
                  <a:lnTo>
                    <a:pt x="16978" y="2523220"/>
                  </a:lnTo>
                  <a:lnTo>
                    <a:pt x="18690" y="2577487"/>
                  </a:lnTo>
                  <a:lnTo>
                    <a:pt x="20401" y="2594714"/>
                  </a:lnTo>
                  <a:lnTo>
                    <a:pt x="22112" y="2586762"/>
                  </a:lnTo>
                  <a:lnTo>
                    <a:pt x="23824" y="2698345"/>
                  </a:lnTo>
                  <a:lnTo>
                    <a:pt x="25535" y="2673985"/>
                  </a:lnTo>
                  <a:lnTo>
                    <a:pt x="27247" y="2577487"/>
                  </a:lnTo>
                  <a:lnTo>
                    <a:pt x="28958" y="2434680"/>
                  </a:lnTo>
                  <a:lnTo>
                    <a:pt x="30669" y="2350664"/>
                  </a:lnTo>
                  <a:lnTo>
                    <a:pt x="32381" y="2299631"/>
                  </a:lnTo>
                  <a:lnTo>
                    <a:pt x="34092" y="2293381"/>
                  </a:lnTo>
                  <a:lnTo>
                    <a:pt x="35803" y="2377877"/>
                  </a:lnTo>
                  <a:lnTo>
                    <a:pt x="37515" y="2449682"/>
                  </a:lnTo>
                  <a:lnTo>
                    <a:pt x="39226" y="2496633"/>
                  </a:lnTo>
                  <a:lnTo>
                    <a:pt x="40938" y="2603313"/>
                  </a:lnTo>
                  <a:lnTo>
                    <a:pt x="42649" y="2685390"/>
                  </a:lnTo>
                  <a:lnTo>
                    <a:pt x="44360" y="2690350"/>
                  </a:lnTo>
                  <a:lnTo>
                    <a:pt x="46072" y="2717894"/>
                  </a:lnTo>
                  <a:lnTo>
                    <a:pt x="47783" y="2711813"/>
                  </a:lnTo>
                  <a:lnTo>
                    <a:pt x="49495" y="2726738"/>
                  </a:lnTo>
                  <a:lnTo>
                    <a:pt x="51206" y="2658043"/>
                  </a:lnTo>
                  <a:lnTo>
                    <a:pt x="52917" y="2529914"/>
                  </a:lnTo>
                  <a:lnTo>
                    <a:pt x="54629" y="2383659"/>
                  </a:lnTo>
                  <a:lnTo>
                    <a:pt x="56340" y="2158983"/>
                  </a:lnTo>
                  <a:lnTo>
                    <a:pt x="58052" y="1962919"/>
                  </a:lnTo>
                  <a:lnTo>
                    <a:pt x="59763" y="1761106"/>
                  </a:lnTo>
                  <a:lnTo>
                    <a:pt x="61474" y="1670319"/>
                  </a:lnTo>
                  <a:lnTo>
                    <a:pt x="63186" y="1669090"/>
                  </a:lnTo>
                  <a:lnTo>
                    <a:pt x="64897" y="1675916"/>
                  </a:lnTo>
                  <a:lnTo>
                    <a:pt x="66609" y="1724775"/>
                  </a:lnTo>
                  <a:lnTo>
                    <a:pt x="68320" y="1876412"/>
                  </a:lnTo>
                  <a:lnTo>
                    <a:pt x="70031" y="2043258"/>
                  </a:lnTo>
                  <a:lnTo>
                    <a:pt x="71743" y="2130473"/>
                  </a:lnTo>
                  <a:lnTo>
                    <a:pt x="73454" y="2169189"/>
                  </a:lnTo>
                  <a:lnTo>
                    <a:pt x="75166" y="2249004"/>
                  </a:lnTo>
                  <a:lnTo>
                    <a:pt x="76877" y="2389692"/>
                  </a:lnTo>
                  <a:lnTo>
                    <a:pt x="78588" y="2427621"/>
                  </a:lnTo>
                  <a:lnTo>
                    <a:pt x="80300" y="2498781"/>
                  </a:lnTo>
                  <a:lnTo>
                    <a:pt x="82011" y="2606689"/>
                  </a:lnTo>
                  <a:lnTo>
                    <a:pt x="83723" y="2699452"/>
                  </a:lnTo>
                  <a:lnTo>
                    <a:pt x="85434" y="2760979"/>
                  </a:lnTo>
                  <a:lnTo>
                    <a:pt x="87145" y="2759953"/>
                  </a:lnTo>
                  <a:lnTo>
                    <a:pt x="88857" y="2811265"/>
                  </a:lnTo>
                  <a:lnTo>
                    <a:pt x="90568" y="2838235"/>
                  </a:lnTo>
                  <a:lnTo>
                    <a:pt x="92280" y="2821948"/>
                  </a:lnTo>
                  <a:lnTo>
                    <a:pt x="93991" y="2772163"/>
                  </a:lnTo>
                  <a:lnTo>
                    <a:pt x="95702" y="2619135"/>
                  </a:lnTo>
                  <a:lnTo>
                    <a:pt x="97414" y="2420985"/>
                  </a:lnTo>
                  <a:lnTo>
                    <a:pt x="99125" y="2262837"/>
                  </a:lnTo>
                  <a:lnTo>
                    <a:pt x="100837" y="2086321"/>
                  </a:lnTo>
                  <a:lnTo>
                    <a:pt x="102548" y="1931533"/>
                  </a:lnTo>
                  <a:lnTo>
                    <a:pt x="104259" y="1887996"/>
                  </a:lnTo>
                  <a:lnTo>
                    <a:pt x="105971" y="1828037"/>
                  </a:lnTo>
                  <a:lnTo>
                    <a:pt x="107682" y="1888731"/>
                  </a:lnTo>
                  <a:lnTo>
                    <a:pt x="109394" y="1977468"/>
                  </a:lnTo>
                  <a:lnTo>
                    <a:pt x="111105" y="2110204"/>
                  </a:lnTo>
                  <a:lnTo>
                    <a:pt x="112816" y="2178620"/>
                  </a:lnTo>
                  <a:lnTo>
                    <a:pt x="114528" y="2197622"/>
                  </a:lnTo>
                  <a:lnTo>
                    <a:pt x="116239" y="2344799"/>
                  </a:lnTo>
                  <a:lnTo>
                    <a:pt x="117951" y="2396551"/>
                  </a:lnTo>
                  <a:lnTo>
                    <a:pt x="119662" y="2373563"/>
                  </a:lnTo>
                  <a:lnTo>
                    <a:pt x="121373" y="2361246"/>
                  </a:lnTo>
                  <a:lnTo>
                    <a:pt x="123085" y="2303148"/>
                  </a:lnTo>
                  <a:lnTo>
                    <a:pt x="124796" y="2260567"/>
                  </a:lnTo>
                  <a:lnTo>
                    <a:pt x="126508" y="2243652"/>
                  </a:lnTo>
                  <a:lnTo>
                    <a:pt x="128219" y="2307057"/>
                  </a:lnTo>
                  <a:lnTo>
                    <a:pt x="129930" y="2363721"/>
                  </a:lnTo>
                  <a:lnTo>
                    <a:pt x="131642" y="2335104"/>
                  </a:lnTo>
                  <a:lnTo>
                    <a:pt x="133353" y="2465494"/>
                  </a:lnTo>
                  <a:lnTo>
                    <a:pt x="135065" y="2574008"/>
                  </a:lnTo>
                  <a:lnTo>
                    <a:pt x="136776" y="2576770"/>
                  </a:lnTo>
                  <a:lnTo>
                    <a:pt x="138487" y="2497730"/>
                  </a:lnTo>
                  <a:lnTo>
                    <a:pt x="140199" y="2500209"/>
                  </a:lnTo>
                  <a:lnTo>
                    <a:pt x="141910" y="2587978"/>
                  </a:lnTo>
                  <a:lnTo>
                    <a:pt x="143621" y="2595855"/>
                  </a:lnTo>
                  <a:lnTo>
                    <a:pt x="145333" y="2505020"/>
                  </a:lnTo>
                  <a:lnTo>
                    <a:pt x="147044" y="2409466"/>
                  </a:lnTo>
                  <a:lnTo>
                    <a:pt x="148756" y="2373728"/>
                  </a:lnTo>
                  <a:lnTo>
                    <a:pt x="150467" y="2209260"/>
                  </a:lnTo>
                  <a:lnTo>
                    <a:pt x="152178" y="1956166"/>
                  </a:lnTo>
                  <a:lnTo>
                    <a:pt x="153890" y="1774169"/>
                  </a:lnTo>
                  <a:lnTo>
                    <a:pt x="155601" y="1726690"/>
                  </a:lnTo>
                  <a:lnTo>
                    <a:pt x="157313" y="1720364"/>
                  </a:lnTo>
                  <a:lnTo>
                    <a:pt x="159024" y="1663146"/>
                  </a:lnTo>
                  <a:lnTo>
                    <a:pt x="160735" y="1753950"/>
                  </a:lnTo>
                  <a:lnTo>
                    <a:pt x="162447" y="1985339"/>
                  </a:lnTo>
                  <a:lnTo>
                    <a:pt x="164158" y="2184621"/>
                  </a:lnTo>
                  <a:lnTo>
                    <a:pt x="165870" y="2329201"/>
                  </a:lnTo>
                  <a:lnTo>
                    <a:pt x="167581" y="2456674"/>
                  </a:lnTo>
                  <a:lnTo>
                    <a:pt x="169292" y="2595239"/>
                  </a:lnTo>
                  <a:lnTo>
                    <a:pt x="171004" y="2548091"/>
                  </a:lnTo>
                  <a:lnTo>
                    <a:pt x="172715" y="2307901"/>
                  </a:lnTo>
                  <a:lnTo>
                    <a:pt x="174427" y="2091969"/>
                  </a:lnTo>
                  <a:lnTo>
                    <a:pt x="176138" y="1840765"/>
                  </a:lnTo>
                  <a:lnTo>
                    <a:pt x="177849" y="1629319"/>
                  </a:lnTo>
                  <a:lnTo>
                    <a:pt x="179561" y="1510246"/>
                  </a:lnTo>
                  <a:lnTo>
                    <a:pt x="181272" y="1549048"/>
                  </a:lnTo>
                  <a:lnTo>
                    <a:pt x="182984" y="1681711"/>
                  </a:lnTo>
                  <a:lnTo>
                    <a:pt x="184695" y="1721943"/>
                  </a:lnTo>
                  <a:lnTo>
                    <a:pt x="186406" y="1820105"/>
                  </a:lnTo>
                  <a:lnTo>
                    <a:pt x="188118" y="1931717"/>
                  </a:lnTo>
                  <a:lnTo>
                    <a:pt x="189829" y="1968656"/>
                  </a:lnTo>
                  <a:lnTo>
                    <a:pt x="191541" y="1985510"/>
                  </a:lnTo>
                  <a:lnTo>
                    <a:pt x="193252" y="1982945"/>
                  </a:lnTo>
                  <a:lnTo>
                    <a:pt x="194963" y="2028504"/>
                  </a:lnTo>
                  <a:lnTo>
                    <a:pt x="196675" y="1967961"/>
                  </a:lnTo>
                  <a:lnTo>
                    <a:pt x="198386" y="1919841"/>
                  </a:lnTo>
                  <a:lnTo>
                    <a:pt x="200098" y="1996395"/>
                  </a:lnTo>
                  <a:lnTo>
                    <a:pt x="201809" y="1985978"/>
                  </a:lnTo>
                  <a:lnTo>
                    <a:pt x="203520" y="1948531"/>
                  </a:lnTo>
                  <a:lnTo>
                    <a:pt x="205232" y="1980601"/>
                  </a:lnTo>
                  <a:lnTo>
                    <a:pt x="206943" y="2129946"/>
                  </a:lnTo>
                  <a:lnTo>
                    <a:pt x="208655" y="2229905"/>
                  </a:lnTo>
                  <a:lnTo>
                    <a:pt x="210366" y="2248699"/>
                  </a:lnTo>
                  <a:lnTo>
                    <a:pt x="212077" y="2319700"/>
                  </a:lnTo>
                  <a:lnTo>
                    <a:pt x="213789" y="2418429"/>
                  </a:lnTo>
                  <a:lnTo>
                    <a:pt x="215500" y="2404251"/>
                  </a:lnTo>
                  <a:lnTo>
                    <a:pt x="217212" y="2309370"/>
                  </a:lnTo>
                  <a:lnTo>
                    <a:pt x="218923" y="2230309"/>
                  </a:lnTo>
                  <a:lnTo>
                    <a:pt x="220634" y="2080330"/>
                  </a:lnTo>
                  <a:lnTo>
                    <a:pt x="222346" y="1924105"/>
                  </a:lnTo>
                  <a:lnTo>
                    <a:pt x="224057" y="1793158"/>
                  </a:lnTo>
                  <a:lnTo>
                    <a:pt x="225769" y="1792623"/>
                  </a:lnTo>
                  <a:lnTo>
                    <a:pt x="227480" y="1846966"/>
                  </a:lnTo>
                  <a:lnTo>
                    <a:pt x="229191" y="1872157"/>
                  </a:lnTo>
                  <a:lnTo>
                    <a:pt x="230903" y="1910854"/>
                  </a:lnTo>
                  <a:lnTo>
                    <a:pt x="232614" y="1897227"/>
                  </a:lnTo>
                  <a:lnTo>
                    <a:pt x="234326" y="1885202"/>
                  </a:lnTo>
                  <a:lnTo>
                    <a:pt x="236037" y="1840256"/>
                  </a:lnTo>
                  <a:lnTo>
                    <a:pt x="237748" y="1776864"/>
                  </a:lnTo>
                  <a:lnTo>
                    <a:pt x="239460" y="1717955"/>
                  </a:lnTo>
                  <a:lnTo>
                    <a:pt x="241171" y="1706620"/>
                  </a:lnTo>
                  <a:lnTo>
                    <a:pt x="242883" y="1754397"/>
                  </a:lnTo>
                  <a:lnTo>
                    <a:pt x="244594" y="1800400"/>
                  </a:lnTo>
                  <a:lnTo>
                    <a:pt x="246305" y="1763852"/>
                  </a:lnTo>
                  <a:lnTo>
                    <a:pt x="248017" y="1692743"/>
                  </a:lnTo>
                  <a:lnTo>
                    <a:pt x="249728" y="1647011"/>
                  </a:lnTo>
                  <a:lnTo>
                    <a:pt x="251439" y="1593469"/>
                  </a:lnTo>
                  <a:lnTo>
                    <a:pt x="253151" y="1503052"/>
                  </a:lnTo>
                  <a:lnTo>
                    <a:pt x="254862" y="1428221"/>
                  </a:lnTo>
                  <a:lnTo>
                    <a:pt x="256574" y="1363346"/>
                  </a:lnTo>
                  <a:lnTo>
                    <a:pt x="258285" y="1422907"/>
                  </a:lnTo>
                  <a:lnTo>
                    <a:pt x="259996" y="1525432"/>
                  </a:lnTo>
                  <a:lnTo>
                    <a:pt x="261708" y="1556826"/>
                  </a:lnTo>
                  <a:lnTo>
                    <a:pt x="263419" y="1650137"/>
                  </a:lnTo>
                  <a:lnTo>
                    <a:pt x="265131" y="1816598"/>
                  </a:lnTo>
                  <a:lnTo>
                    <a:pt x="266842" y="1962787"/>
                  </a:lnTo>
                  <a:lnTo>
                    <a:pt x="268553" y="2031665"/>
                  </a:lnTo>
                  <a:lnTo>
                    <a:pt x="270265" y="2118614"/>
                  </a:lnTo>
                  <a:lnTo>
                    <a:pt x="271976" y="2253735"/>
                  </a:lnTo>
                  <a:lnTo>
                    <a:pt x="273688" y="2349421"/>
                  </a:lnTo>
                  <a:lnTo>
                    <a:pt x="275399" y="2229618"/>
                  </a:lnTo>
                  <a:lnTo>
                    <a:pt x="277110" y="2141234"/>
                  </a:lnTo>
                  <a:lnTo>
                    <a:pt x="278822" y="2098028"/>
                  </a:lnTo>
                  <a:lnTo>
                    <a:pt x="280533" y="2042577"/>
                  </a:lnTo>
                  <a:lnTo>
                    <a:pt x="282245" y="1998943"/>
                  </a:lnTo>
                  <a:lnTo>
                    <a:pt x="283956" y="1979071"/>
                  </a:lnTo>
                  <a:lnTo>
                    <a:pt x="285667" y="2056199"/>
                  </a:lnTo>
                  <a:lnTo>
                    <a:pt x="287379" y="2099962"/>
                  </a:lnTo>
                  <a:lnTo>
                    <a:pt x="289090" y="2112933"/>
                  </a:lnTo>
                  <a:lnTo>
                    <a:pt x="290802" y="2098471"/>
                  </a:lnTo>
                  <a:lnTo>
                    <a:pt x="292513" y="2075037"/>
                  </a:lnTo>
                  <a:lnTo>
                    <a:pt x="294224" y="2018688"/>
                  </a:lnTo>
                  <a:lnTo>
                    <a:pt x="295936" y="2008485"/>
                  </a:lnTo>
                  <a:lnTo>
                    <a:pt x="297647" y="2115092"/>
                  </a:lnTo>
                  <a:lnTo>
                    <a:pt x="299359" y="2223982"/>
                  </a:lnTo>
                  <a:lnTo>
                    <a:pt x="301070" y="2176210"/>
                  </a:lnTo>
                  <a:lnTo>
                    <a:pt x="302781" y="2129934"/>
                  </a:lnTo>
                  <a:lnTo>
                    <a:pt x="304493" y="2150738"/>
                  </a:lnTo>
                  <a:lnTo>
                    <a:pt x="306204" y="2093633"/>
                  </a:lnTo>
                  <a:lnTo>
                    <a:pt x="307916" y="1917252"/>
                  </a:lnTo>
                  <a:lnTo>
                    <a:pt x="309627" y="1661003"/>
                  </a:lnTo>
                  <a:lnTo>
                    <a:pt x="311338" y="1581042"/>
                  </a:lnTo>
                  <a:lnTo>
                    <a:pt x="313050" y="1507546"/>
                  </a:lnTo>
                  <a:lnTo>
                    <a:pt x="314761" y="1462448"/>
                  </a:lnTo>
                  <a:lnTo>
                    <a:pt x="316473" y="1466644"/>
                  </a:lnTo>
                  <a:lnTo>
                    <a:pt x="318184" y="1465172"/>
                  </a:lnTo>
                  <a:lnTo>
                    <a:pt x="319895" y="1540598"/>
                  </a:lnTo>
                  <a:lnTo>
                    <a:pt x="321607" y="1701221"/>
                  </a:lnTo>
                  <a:lnTo>
                    <a:pt x="323318" y="1907529"/>
                  </a:lnTo>
                  <a:lnTo>
                    <a:pt x="325030" y="1998079"/>
                  </a:lnTo>
                  <a:lnTo>
                    <a:pt x="326741" y="2000468"/>
                  </a:lnTo>
                  <a:lnTo>
                    <a:pt x="328452" y="1988477"/>
                  </a:lnTo>
                  <a:lnTo>
                    <a:pt x="330164" y="1984405"/>
                  </a:lnTo>
                  <a:lnTo>
                    <a:pt x="331875" y="1953313"/>
                  </a:lnTo>
                  <a:lnTo>
                    <a:pt x="333587" y="1912941"/>
                  </a:lnTo>
                  <a:lnTo>
                    <a:pt x="335298" y="1856832"/>
                  </a:lnTo>
                  <a:lnTo>
                    <a:pt x="337009" y="1822995"/>
                  </a:lnTo>
                  <a:lnTo>
                    <a:pt x="338721" y="1837148"/>
                  </a:lnTo>
                  <a:lnTo>
                    <a:pt x="340432" y="1855745"/>
                  </a:lnTo>
                  <a:lnTo>
                    <a:pt x="342144" y="1826221"/>
                  </a:lnTo>
                  <a:lnTo>
                    <a:pt x="343855" y="1800233"/>
                  </a:lnTo>
                  <a:lnTo>
                    <a:pt x="345566" y="1853609"/>
                  </a:lnTo>
                  <a:lnTo>
                    <a:pt x="347278" y="2088328"/>
                  </a:lnTo>
                  <a:lnTo>
                    <a:pt x="348989" y="2327506"/>
                  </a:lnTo>
                  <a:lnTo>
                    <a:pt x="350700" y="2512055"/>
                  </a:lnTo>
                  <a:lnTo>
                    <a:pt x="352412" y="2710183"/>
                  </a:lnTo>
                  <a:lnTo>
                    <a:pt x="354123" y="2803373"/>
                  </a:lnTo>
                  <a:lnTo>
                    <a:pt x="355835" y="2849148"/>
                  </a:lnTo>
                  <a:lnTo>
                    <a:pt x="357546" y="2860860"/>
                  </a:lnTo>
                  <a:lnTo>
                    <a:pt x="359257" y="2872574"/>
                  </a:lnTo>
                  <a:lnTo>
                    <a:pt x="360969" y="2847101"/>
                  </a:lnTo>
                  <a:lnTo>
                    <a:pt x="362680" y="2728777"/>
                  </a:lnTo>
                  <a:lnTo>
                    <a:pt x="364392" y="2731635"/>
                  </a:lnTo>
                  <a:lnTo>
                    <a:pt x="366103" y="2765990"/>
                  </a:lnTo>
                  <a:lnTo>
                    <a:pt x="367814" y="2729586"/>
                  </a:lnTo>
                  <a:lnTo>
                    <a:pt x="369526" y="2651739"/>
                  </a:lnTo>
                  <a:lnTo>
                    <a:pt x="371237" y="2509272"/>
                  </a:lnTo>
                  <a:lnTo>
                    <a:pt x="372949" y="2400688"/>
                  </a:lnTo>
                  <a:lnTo>
                    <a:pt x="374660" y="2279318"/>
                  </a:lnTo>
                  <a:lnTo>
                    <a:pt x="376371" y="2167793"/>
                  </a:lnTo>
                  <a:lnTo>
                    <a:pt x="378083" y="2021018"/>
                  </a:lnTo>
                  <a:lnTo>
                    <a:pt x="379794" y="1975783"/>
                  </a:lnTo>
                  <a:lnTo>
                    <a:pt x="381506" y="2017246"/>
                  </a:lnTo>
                  <a:lnTo>
                    <a:pt x="383217" y="1981783"/>
                  </a:lnTo>
                  <a:lnTo>
                    <a:pt x="384928" y="1858834"/>
                  </a:lnTo>
                  <a:lnTo>
                    <a:pt x="386640" y="1678121"/>
                  </a:lnTo>
                  <a:lnTo>
                    <a:pt x="388351" y="1588668"/>
                  </a:lnTo>
                  <a:lnTo>
                    <a:pt x="390063" y="1406361"/>
                  </a:lnTo>
                  <a:lnTo>
                    <a:pt x="391774" y="1260253"/>
                  </a:lnTo>
                  <a:lnTo>
                    <a:pt x="393485" y="1173978"/>
                  </a:lnTo>
                  <a:lnTo>
                    <a:pt x="395197" y="1155990"/>
                  </a:lnTo>
                  <a:lnTo>
                    <a:pt x="396908" y="1292313"/>
                  </a:lnTo>
                  <a:lnTo>
                    <a:pt x="398620" y="1353890"/>
                  </a:lnTo>
                  <a:lnTo>
                    <a:pt x="400331" y="1420577"/>
                  </a:lnTo>
                  <a:lnTo>
                    <a:pt x="402042" y="1421860"/>
                  </a:lnTo>
                  <a:lnTo>
                    <a:pt x="403754" y="1447541"/>
                  </a:lnTo>
                  <a:lnTo>
                    <a:pt x="405465" y="1544476"/>
                  </a:lnTo>
                  <a:lnTo>
                    <a:pt x="407177" y="1641948"/>
                  </a:lnTo>
                  <a:lnTo>
                    <a:pt x="408888" y="1762484"/>
                  </a:lnTo>
                  <a:lnTo>
                    <a:pt x="410599" y="1956252"/>
                  </a:lnTo>
                  <a:lnTo>
                    <a:pt x="412311" y="2241499"/>
                  </a:lnTo>
                  <a:lnTo>
                    <a:pt x="414022" y="2499584"/>
                  </a:lnTo>
                  <a:lnTo>
                    <a:pt x="415734" y="2560001"/>
                  </a:lnTo>
                  <a:lnTo>
                    <a:pt x="417445" y="2449066"/>
                  </a:lnTo>
                  <a:lnTo>
                    <a:pt x="419156" y="2343408"/>
                  </a:lnTo>
                  <a:lnTo>
                    <a:pt x="420868" y="2239636"/>
                  </a:lnTo>
                  <a:lnTo>
                    <a:pt x="422579" y="2092610"/>
                  </a:lnTo>
                  <a:lnTo>
                    <a:pt x="424291" y="1943129"/>
                  </a:lnTo>
                  <a:lnTo>
                    <a:pt x="426002" y="1969108"/>
                  </a:lnTo>
                  <a:lnTo>
                    <a:pt x="427713" y="2142746"/>
                  </a:lnTo>
                  <a:lnTo>
                    <a:pt x="429425" y="2297971"/>
                  </a:lnTo>
                  <a:lnTo>
                    <a:pt x="431136" y="2316963"/>
                  </a:lnTo>
                  <a:lnTo>
                    <a:pt x="432848" y="2309796"/>
                  </a:lnTo>
                  <a:lnTo>
                    <a:pt x="434559" y="2303095"/>
                  </a:lnTo>
                  <a:lnTo>
                    <a:pt x="436270" y="2175424"/>
                  </a:lnTo>
                  <a:lnTo>
                    <a:pt x="437982" y="1957751"/>
                  </a:lnTo>
                  <a:lnTo>
                    <a:pt x="439693" y="1742335"/>
                  </a:lnTo>
                  <a:lnTo>
                    <a:pt x="441405" y="1695334"/>
                  </a:lnTo>
                  <a:lnTo>
                    <a:pt x="443116" y="1753778"/>
                  </a:lnTo>
                  <a:lnTo>
                    <a:pt x="444827" y="1857368"/>
                  </a:lnTo>
                  <a:lnTo>
                    <a:pt x="446539" y="1909918"/>
                  </a:lnTo>
                  <a:lnTo>
                    <a:pt x="448250" y="2041193"/>
                  </a:lnTo>
                  <a:lnTo>
                    <a:pt x="449962" y="2249557"/>
                  </a:lnTo>
                  <a:lnTo>
                    <a:pt x="451673" y="2402053"/>
                  </a:lnTo>
                  <a:lnTo>
                    <a:pt x="453384" y="2497805"/>
                  </a:lnTo>
                  <a:lnTo>
                    <a:pt x="455096" y="2586513"/>
                  </a:lnTo>
                  <a:lnTo>
                    <a:pt x="456807" y="2727460"/>
                  </a:lnTo>
                  <a:lnTo>
                    <a:pt x="458518" y="2782815"/>
                  </a:lnTo>
                  <a:lnTo>
                    <a:pt x="460230" y="2796617"/>
                  </a:lnTo>
                  <a:lnTo>
                    <a:pt x="461941" y="2778362"/>
                  </a:lnTo>
                  <a:lnTo>
                    <a:pt x="463653" y="2694795"/>
                  </a:lnTo>
                  <a:lnTo>
                    <a:pt x="465364" y="2571661"/>
                  </a:lnTo>
                  <a:lnTo>
                    <a:pt x="467075" y="2542031"/>
                  </a:lnTo>
                  <a:lnTo>
                    <a:pt x="468787" y="2401068"/>
                  </a:lnTo>
                  <a:lnTo>
                    <a:pt x="470498" y="2154667"/>
                  </a:lnTo>
                  <a:lnTo>
                    <a:pt x="472210" y="1941373"/>
                  </a:lnTo>
                  <a:lnTo>
                    <a:pt x="473921" y="1778221"/>
                  </a:lnTo>
                  <a:lnTo>
                    <a:pt x="475632" y="1705345"/>
                  </a:lnTo>
                  <a:lnTo>
                    <a:pt x="477344" y="1653399"/>
                  </a:lnTo>
                  <a:lnTo>
                    <a:pt x="479055" y="1666503"/>
                  </a:lnTo>
                  <a:lnTo>
                    <a:pt x="480767" y="1782630"/>
                  </a:lnTo>
                  <a:lnTo>
                    <a:pt x="482478" y="1849467"/>
                  </a:lnTo>
                  <a:lnTo>
                    <a:pt x="484189" y="1937261"/>
                  </a:lnTo>
                  <a:lnTo>
                    <a:pt x="485901" y="2020385"/>
                  </a:lnTo>
                  <a:lnTo>
                    <a:pt x="487612" y="2002614"/>
                  </a:lnTo>
                  <a:lnTo>
                    <a:pt x="489324" y="2019700"/>
                  </a:lnTo>
                  <a:lnTo>
                    <a:pt x="491035" y="2037142"/>
                  </a:lnTo>
                  <a:lnTo>
                    <a:pt x="492746" y="2155218"/>
                  </a:lnTo>
                  <a:lnTo>
                    <a:pt x="494458" y="2214860"/>
                  </a:lnTo>
                  <a:lnTo>
                    <a:pt x="496169" y="2187126"/>
                  </a:lnTo>
                  <a:lnTo>
                    <a:pt x="497881" y="2193332"/>
                  </a:lnTo>
                  <a:lnTo>
                    <a:pt x="499592" y="2194711"/>
                  </a:lnTo>
                  <a:lnTo>
                    <a:pt x="501303" y="2116109"/>
                  </a:lnTo>
                  <a:lnTo>
                    <a:pt x="503015" y="2004393"/>
                  </a:lnTo>
                  <a:lnTo>
                    <a:pt x="504726" y="2019792"/>
                  </a:lnTo>
                  <a:lnTo>
                    <a:pt x="506438" y="2025657"/>
                  </a:lnTo>
                  <a:lnTo>
                    <a:pt x="508149" y="1904652"/>
                  </a:lnTo>
                  <a:lnTo>
                    <a:pt x="509860" y="1798966"/>
                  </a:lnTo>
                  <a:lnTo>
                    <a:pt x="511572" y="1753365"/>
                  </a:lnTo>
                  <a:lnTo>
                    <a:pt x="513283" y="1658525"/>
                  </a:lnTo>
                  <a:lnTo>
                    <a:pt x="514995" y="1518518"/>
                  </a:lnTo>
                  <a:lnTo>
                    <a:pt x="516706" y="1440198"/>
                  </a:lnTo>
                  <a:lnTo>
                    <a:pt x="518417" y="1518769"/>
                  </a:lnTo>
                  <a:lnTo>
                    <a:pt x="520129" y="1580322"/>
                  </a:lnTo>
                  <a:lnTo>
                    <a:pt x="521840" y="1749532"/>
                  </a:lnTo>
                  <a:lnTo>
                    <a:pt x="523552" y="1928779"/>
                  </a:lnTo>
                  <a:lnTo>
                    <a:pt x="525263" y="2034937"/>
                  </a:lnTo>
                  <a:lnTo>
                    <a:pt x="526974" y="2091889"/>
                  </a:lnTo>
                  <a:lnTo>
                    <a:pt x="528686" y="2038181"/>
                  </a:lnTo>
                  <a:lnTo>
                    <a:pt x="530397" y="1989794"/>
                  </a:lnTo>
                  <a:lnTo>
                    <a:pt x="532109" y="1884218"/>
                  </a:lnTo>
                  <a:lnTo>
                    <a:pt x="533820" y="1868489"/>
                  </a:lnTo>
                  <a:lnTo>
                    <a:pt x="535531" y="1798955"/>
                  </a:lnTo>
                  <a:lnTo>
                    <a:pt x="537243" y="1678264"/>
                  </a:lnTo>
                  <a:lnTo>
                    <a:pt x="538954" y="1680160"/>
                  </a:lnTo>
                  <a:lnTo>
                    <a:pt x="540666" y="1737711"/>
                  </a:lnTo>
                  <a:lnTo>
                    <a:pt x="542377" y="1810679"/>
                  </a:lnTo>
                  <a:lnTo>
                    <a:pt x="544088" y="1815955"/>
                  </a:lnTo>
                  <a:lnTo>
                    <a:pt x="545800" y="1745809"/>
                  </a:lnTo>
                  <a:lnTo>
                    <a:pt x="547511" y="1766645"/>
                  </a:lnTo>
                  <a:lnTo>
                    <a:pt x="549223" y="1725217"/>
                  </a:lnTo>
                  <a:lnTo>
                    <a:pt x="550934" y="1618371"/>
                  </a:lnTo>
                  <a:lnTo>
                    <a:pt x="552645" y="1457781"/>
                  </a:lnTo>
                  <a:lnTo>
                    <a:pt x="554357" y="1244283"/>
                  </a:lnTo>
                  <a:lnTo>
                    <a:pt x="556068" y="1322759"/>
                  </a:lnTo>
                  <a:lnTo>
                    <a:pt x="557780" y="1525353"/>
                  </a:lnTo>
                  <a:lnTo>
                    <a:pt x="559491" y="1710924"/>
                  </a:lnTo>
                  <a:lnTo>
                    <a:pt x="561202" y="1942544"/>
                  </a:lnTo>
                  <a:lnTo>
                    <a:pt x="562914" y="2087305"/>
                  </a:lnTo>
                  <a:lnTo>
                    <a:pt x="564625" y="2252923"/>
                  </a:lnTo>
                  <a:lnTo>
                    <a:pt x="566336" y="2377556"/>
                  </a:lnTo>
                  <a:lnTo>
                    <a:pt x="568048" y="2407274"/>
                  </a:lnTo>
                  <a:lnTo>
                    <a:pt x="569759" y="2452641"/>
                  </a:lnTo>
                  <a:lnTo>
                    <a:pt x="571471" y="2417850"/>
                  </a:lnTo>
                  <a:lnTo>
                    <a:pt x="573182" y="2437062"/>
                  </a:lnTo>
                  <a:lnTo>
                    <a:pt x="574893" y="2447374"/>
                  </a:lnTo>
                  <a:lnTo>
                    <a:pt x="576605" y="2419306"/>
                  </a:lnTo>
                  <a:lnTo>
                    <a:pt x="578316" y="2310948"/>
                  </a:lnTo>
                  <a:lnTo>
                    <a:pt x="580028" y="2163820"/>
                  </a:lnTo>
                  <a:lnTo>
                    <a:pt x="581739" y="2212388"/>
                  </a:lnTo>
                  <a:lnTo>
                    <a:pt x="583450" y="2280944"/>
                  </a:lnTo>
                  <a:lnTo>
                    <a:pt x="585162" y="2317324"/>
                  </a:lnTo>
                  <a:lnTo>
                    <a:pt x="586873" y="2268127"/>
                  </a:lnTo>
                  <a:lnTo>
                    <a:pt x="588585" y="2222064"/>
                  </a:lnTo>
                  <a:lnTo>
                    <a:pt x="590296" y="2190213"/>
                  </a:lnTo>
                  <a:lnTo>
                    <a:pt x="592007" y="2011756"/>
                  </a:lnTo>
                  <a:lnTo>
                    <a:pt x="593719" y="1808340"/>
                  </a:lnTo>
                  <a:lnTo>
                    <a:pt x="595430" y="1670700"/>
                  </a:lnTo>
                  <a:lnTo>
                    <a:pt x="597142" y="1625867"/>
                  </a:lnTo>
                  <a:lnTo>
                    <a:pt x="598853" y="1765462"/>
                  </a:lnTo>
                  <a:lnTo>
                    <a:pt x="600564" y="1938196"/>
                  </a:lnTo>
                  <a:lnTo>
                    <a:pt x="602276" y="2073700"/>
                  </a:lnTo>
                  <a:lnTo>
                    <a:pt x="603987" y="2235979"/>
                  </a:lnTo>
                  <a:lnTo>
                    <a:pt x="605699" y="2315648"/>
                  </a:lnTo>
                  <a:lnTo>
                    <a:pt x="607410" y="2344364"/>
                  </a:lnTo>
                  <a:lnTo>
                    <a:pt x="609121" y="2266413"/>
                  </a:lnTo>
                  <a:lnTo>
                    <a:pt x="610833" y="2241013"/>
                  </a:lnTo>
                  <a:lnTo>
                    <a:pt x="612544" y="2283245"/>
                  </a:lnTo>
                  <a:lnTo>
                    <a:pt x="614256" y="2202345"/>
                  </a:lnTo>
                  <a:lnTo>
                    <a:pt x="615967" y="2159996"/>
                  </a:lnTo>
                  <a:lnTo>
                    <a:pt x="617678" y="2150464"/>
                  </a:lnTo>
                  <a:lnTo>
                    <a:pt x="619390" y="2144036"/>
                  </a:lnTo>
                  <a:lnTo>
                    <a:pt x="621101" y="2078338"/>
                  </a:lnTo>
                  <a:lnTo>
                    <a:pt x="622813" y="1987576"/>
                  </a:lnTo>
                  <a:lnTo>
                    <a:pt x="624524" y="1962662"/>
                  </a:lnTo>
                  <a:lnTo>
                    <a:pt x="626235" y="2011275"/>
                  </a:lnTo>
                  <a:lnTo>
                    <a:pt x="627947" y="2157455"/>
                  </a:lnTo>
                  <a:lnTo>
                    <a:pt x="629658" y="2280323"/>
                  </a:lnTo>
                  <a:lnTo>
                    <a:pt x="631370" y="2396501"/>
                  </a:lnTo>
                  <a:lnTo>
                    <a:pt x="633081" y="2443024"/>
                  </a:lnTo>
                  <a:lnTo>
                    <a:pt x="634792" y="2557582"/>
                  </a:lnTo>
                  <a:lnTo>
                    <a:pt x="636504" y="2705597"/>
                  </a:lnTo>
                  <a:lnTo>
                    <a:pt x="638215" y="2662098"/>
                  </a:lnTo>
                  <a:lnTo>
                    <a:pt x="639927" y="2502709"/>
                  </a:lnTo>
                  <a:lnTo>
                    <a:pt x="641638" y="2229207"/>
                  </a:lnTo>
                  <a:lnTo>
                    <a:pt x="643349" y="1939089"/>
                  </a:lnTo>
                  <a:lnTo>
                    <a:pt x="645061" y="1639044"/>
                  </a:lnTo>
                  <a:lnTo>
                    <a:pt x="646772" y="1303242"/>
                  </a:lnTo>
                  <a:lnTo>
                    <a:pt x="648484" y="1106724"/>
                  </a:lnTo>
                  <a:lnTo>
                    <a:pt x="650195" y="1139670"/>
                  </a:lnTo>
                  <a:lnTo>
                    <a:pt x="651906" y="1158285"/>
                  </a:lnTo>
                  <a:lnTo>
                    <a:pt x="653618" y="1150428"/>
                  </a:lnTo>
                  <a:lnTo>
                    <a:pt x="655329" y="1125500"/>
                  </a:lnTo>
                  <a:lnTo>
                    <a:pt x="657041" y="1185876"/>
                  </a:lnTo>
                  <a:lnTo>
                    <a:pt x="658752" y="1209181"/>
                  </a:lnTo>
                  <a:lnTo>
                    <a:pt x="660463" y="1065570"/>
                  </a:lnTo>
                  <a:lnTo>
                    <a:pt x="662175" y="1157804"/>
                  </a:lnTo>
                  <a:lnTo>
                    <a:pt x="663886" y="1281207"/>
                  </a:lnTo>
                  <a:lnTo>
                    <a:pt x="665598" y="1488307"/>
                  </a:lnTo>
                  <a:lnTo>
                    <a:pt x="667309" y="1732466"/>
                  </a:lnTo>
                  <a:lnTo>
                    <a:pt x="669020" y="1960208"/>
                  </a:lnTo>
                  <a:lnTo>
                    <a:pt x="670732" y="2205057"/>
                  </a:lnTo>
                  <a:lnTo>
                    <a:pt x="672443" y="2199957"/>
                  </a:lnTo>
                  <a:lnTo>
                    <a:pt x="674154" y="2246420"/>
                  </a:lnTo>
                  <a:lnTo>
                    <a:pt x="675866" y="2298955"/>
                  </a:lnTo>
                  <a:lnTo>
                    <a:pt x="677577" y="2248031"/>
                  </a:lnTo>
                  <a:lnTo>
                    <a:pt x="679289" y="2251375"/>
                  </a:lnTo>
                  <a:lnTo>
                    <a:pt x="681000" y="2291871"/>
                  </a:lnTo>
                  <a:lnTo>
                    <a:pt x="682711" y="2426301"/>
                  </a:lnTo>
                  <a:lnTo>
                    <a:pt x="684423" y="2593609"/>
                  </a:lnTo>
                  <a:lnTo>
                    <a:pt x="686134" y="2647721"/>
                  </a:lnTo>
                  <a:lnTo>
                    <a:pt x="687846" y="2531112"/>
                  </a:lnTo>
                  <a:lnTo>
                    <a:pt x="689557" y="2303900"/>
                  </a:lnTo>
                  <a:lnTo>
                    <a:pt x="691268" y="2092208"/>
                  </a:lnTo>
                  <a:lnTo>
                    <a:pt x="692980" y="1891685"/>
                  </a:lnTo>
                  <a:lnTo>
                    <a:pt x="694691" y="1671053"/>
                  </a:lnTo>
                  <a:lnTo>
                    <a:pt x="696403" y="1567426"/>
                  </a:lnTo>
                  <a:lnTo>
                    <a:pt x="698114" y="1636066"/>
                  </a:lnTo>
                  <a:lnTo>
                    <a:pt x="699825" y="1763270"/>
                  </a:lnTo>
                  <a:lnTo>
                    <a:pt x="701537" y="1773922"/>
                  </a:lnTo>
                  <a:lnTo>
                    <a:pt x="703248" y="1829095"/>
                  </a:lnTo>
                  <a:lnTo>
                    <a:pt x="704960" y="1944882"/>
                  </a:lnTo>
                  <a:lnTo>
                    <a:pt x="706671" y="2047352"/>
                  </a:lnTo>
                  <a:lnTo>
                    <a:pt x="708382" y="2027034"/>
                  </a:lnTo>
                  <a:lnTo>
                    <a:pt x="710094" y="1908198"/>
                  </a:lnTo>
                  <a:lnTo>
                    <a:pt x="711805" y="1919637"/>
                  </a:lnTo>
                  <a:lnTo>
                    <a:pt x="713517" y="1959866"/>
                  </a:lnTo>
                  <a:lnTo>
                    <a:pt x="715228" y="1963692"/>
                  </a:lnTo>
                  <a:lnTo>
                    <a:pt x="716939" y="1961210"/>
                  </a:lnTo>
                  <a:lnTo>
                    <a:pt x="718651" y="1879099"/>
                  </a:lnTo>
                  <a:lnTo>
                    <a:pt x="720362" y="1911672"/>
                  </a:lnTo>
                  <a:lnTo>
                    <a:pt x="722074" y="1995856"/>
                  </a:lnTo>
                  <a:lnTo>
                    <a:pt x="723785" y="2000508"/>
                  </a:lnTo>
                  <a:lnTo>
                    <a:pt x="725496" y="1967225"/>
                  </a:lnTo>
                  <a:lnTo>
                    <a:pt x="727208" y="1902038"/>
                  </a:lnTo>
                  <a:lnTo>
                    <a:pt x="728919" y="1927233"/>
                  </a:lnTo>
                  <a:lnTo>
                    <a:pt x="730631" y="1839501"/>
                  </a:lnTo>
                  <a:lnTo>
                    <a:pt x="732342" y="1629760"/>
                  </a:lnTo>
                  <a:lnTo>
                    <a:pt x="734053" y="1475441"/>
                  </a:lnTo>
                  <a:lnTo>
                    <a:pt x="735765" y="1354132"/>
                  </a:lnTo>
                  <a:lnTo>
                    <a:pt x="737476" y="1296023"/>
                  </a:lnTo>
                  <a:lnTo>
                    <a:pt x="739188" y="1337679"/>
                  </a:lnTo>
                  <a:lnTo>
                    <a:pt x="740899" y="1405935"/>
                  </a:lnTo>
                  <a:lnTo>
                    <a:pt x="742610" y="1460203"/>
                  </a:lnTo>
                  <a:lnTo>
                    <a:pt x="744322" y="1489319"/>
                  </a:lnTo>
                  <a:lnTo>
                    <a:pt x="746033" y="1474148"/>
                  </a:lnTo>
                  <a:lnTo>
                    <a:pt x="747745" y="1347927"/>
                  </a:lnTo>
                  <a:lnTo>
                    <a:pt x="749456" y="1147564"/>
                  </a:lnTo>
                  <a:lnTo>
                    <a:pt x="751167" y="1014275"/>
                  </a:lnTo>
                  <a:lnTo>
                    <a:pt x="752879" y="942860"/>
                  </a:lnTo>
                  <a:lnTo>
                    <a:pt x="754590" y="919759"/>
                  </a:lnTo>
                  <a:lnTo>
                    <a:pt x="756302" y="910256"/>
                  </a:lnTo>
                  <a:lnTo>
                    <a:pt x="758013" y="914900"/>
                  </a:lnTo>
                  <a:lnTo>
                    <a:pt x="759724" y="994371"/>
                  </a:lnTo>
                  <a:lnTo>
                    <a:pt x="761436" y="1134815"/>
                  </a:lnTo>
                  <a:lnTo>
                    <a:pt x="763147" y="1237448"/>
                  </a:lnTo>
                  <a:lnTo>
                    <a:pt x="764859" y="1325237"/>
                  </a:lnTo>
                  <a:lnTo>
                    <a:pt x="766570" y="1514856"/>
                  </a:lnTo>
                  <a:lnTo>
                    <a:pt x="768281" y="1741770"/>
                  </a:lnTo>
                  <a:lnTo>
                    <a:pt x="769993" y="1891038"/>
                  </a:lnTo>
                  <a:lnTo>
                    <a:pt x="771704" y="1921938"/>
                  </a:lnTo>
                  <a:lnTo>
                    <a:pt x="773415" y="2060927"/>
                  </a:lnTo>
                  <a:lnTo>
                    <a:pt x="775127" y="2264235"/>
                  </a:lnTo>
                  <a:lnTo>
                    <a:pt x="776838" y="2393253"/>
                  </a:lnTo>
                  <a:lnTo>
                    <a:pt x="778550" y="2476314"/>
                  </a:lnTo>
                  <a:lnTo>
                    <a:pt x="780261" y="2484854"/>
                  </a:lnTo>
                  <a:lnTo>
                    <a:pt x="781972" y="2378095"/>
                  </a:lnTo>
                  <a:lnTo>
                    <a:pt x="783684" y="2132852"/>
                  </a:lnTo>
                  <a:lnTo>
                    <a:pt x="785395" y="1832056"/>
                  </a:lnTo>
                  <a:lnTo>
                    <a:pt x="787107" y="1546059"/>
                  </a:lnTo>
                  <a:lnTo>
                    <a:pt x="788818" y="1250138"/>
                  </a:lnTo>
                  <a:lnTo>
                    <a:pt x="790529" y="1133550"/>
                  </a:lnTo>
                  <a:lnTo>
                    <a:pt x="792241" y="1306011"/>
                  </a:lnTo>
                  <a:lnTo>
                    <a:pt x="793952" y="1468289"/>
                  </a:lnTo>
                  <a:lnTo>
                    <a:pt x="795664" y="1541055"/>
                  </a:lnTo>
                  <a:lnTo>
                    <a:pt x="797375" y="1555200"/>
                  </a:lnTo>
                  <a:lnTo>
                    <a:pt x="799086" y="1570955"/>
                  </a:lnTo>
                  <a:lnTo>
                    <a:pt x="800798" y="1563332"/>
                  </a:lnTo>
                  <a:lnTo>
                    <a:pt x="802509" y="1383290"/>
                  </a:lnTo>
                  <a:lnTo>
                    <a:pt x="804221" y="1222741"/>
                  </a:lnTo>
                  <a:lnTo>
                    <a:pt x="805932" y="1235482"/>
                  </a:lnTo>
                  <a:lnTo>
                    <a:pt x="807643" y="1321172"/>
                  </a:lnTo>
                  <a:lnTo>
                    <a:pt x="809355" y="1393109"/>
                  </a:lnTo>
                  <a:lnTo>
                    <a:pt x="811066" y="1412167"/>
                  </a:lnTo>
                  <a:lnTo>
                    <a:pt x="812778" y="1444256"/>
                  </a:lnTo>
                  <a:lnTo>
                    <a:pt x="814489" y="1554343"/>
                  </a:lnTo>
                  <a:lnTo>
                    <a:pt x="816200" y="1496940"/>
                  </a:lnTo>
                  <a:lnTo>
                    <a:pt x="817912" y="1376489"/>
                  </a:lnTo>
                  <a:lnTo>
                    <a:pt x="819623" y="1327621"/>
                  </a:lnTo>
                  <a:lnTo>
                    <a:pt x="821335" y="1338939"/>
                  </a:lnTo>
                  <a:lnTo>
                    <a:pt x="823046" y="1424831"/>
                  </a:lnTo>
                  <a:lnTo>
                    <a:pt x="824757" y="1448128"/>
                  </a:lnTo>
                  <a:lnTo>
                    <a:pt x="826469" y="1465743"/>
                  </a:lnTo>
                  <a:lnTo>
                    <a:pt x="828180" y="1534584"/>
                  </a:lnTo>
                  <a:lnTo>
                    <a:pt x="829892" y="1511526"/>
                  </a:lnTo>
                  <a:lnTo>
                    <a:pt x="831603" y="1333224"/>
                  </a:lnTo>
                  <a:lnTo>
                    <a:pt x="833314" y="1083589"/>
                  </a:lnTo>
                  <a:lnTo>
                    <a:pt x="835026" y="891674"/>
                  </a:lnTo>
                  <a:lnTo>
                    <a:pt x="836737" y="809625"/>
                  </a:lnTo>
                  <a:lnTo>
                    <a:pt x="838449" y="748410"/>
                  </a:lnTo>
                  <a:lnTo>
                    <a:pt x="840160" y="818068"/>
                  </a:lnTo>
                  <a:lnTo>
                    <a:pt x="841871" y="966501"/>
                  </a:lnTo>
                  <a:lnTo>
                    <a:pt x="843583" y="1148145"/>
                  </a:lnTo>
                  <a:lnTo>
                    <a:pt x="845294" y="1421002"/>
                  </a:lnTo>
                  <a:lnTo>
                    <a:pt x="847006" y="1504930"/>
                  </a:lnTo>
                  <a:lnTo>
                    <a:pt x="848717" y="1455116"/>
                  </a:lnTo>
                  <a:lnTo>
                    <a:pt x="850428" y="1304654"/>
                  </a:lnTo>
                  <a:lnTo>
                    <a:pt x="852140" y="1133684"/>
                  </a:lnTo>
                  <a:lnTo>
                    <a:pt x="853851" y="915811"/>
                  </a:lnTo>
                  <a:lnTo>
                    <a:pt x="855563" y="545714"/>
                  </a:lnTo>
                  <a:lnTo>
                    <a:pt x="857274" y="391278"/>
                  </a:lnTo>
                  <a:lnTo>
                    <a:pt x="858985" y="339564"/>
                  </a:lnTo>
                  <a:lnTo>
                    <a:pt x="860697" y="240877"/>
                  </a:lnTo>
                  <a:lnTo>
                    <a:pt x="862408" y="149107"/>
                  </a:lnTo>
                  <a:lnTo>
                    <a:pt x="864120" y="77094"/>
                  </a:lnTo>
                  <a:lnTo>
                    <a:pt x="865831" y="32729"/>
                  </a:lnTo>
                  <a:lnTo>
                    <a:pt x="867542" y="0"/>
                  </a:lnTo>
                  <a:lnTo>
                    <a:pt x="869254" y="62616"/>
                  </a:lnTo>
                  <a:lnTo>
                    <a:pt x="870965" y="213680"/>
                  </a:lnTo>
                  <a:lnTo>
                    <a:pt x="872677" y="327818"/>
                  </a:lnTo>
                  <a:lnTo>
                    <a:pt x="874388" y="547278"/>
                  </a:lnTo>
                  <a:lnTo>
                    <a:pt x="876099" y="866262"/>
                  </a:lnTo>
                  <a:lnTo>
                    <a:pt x="877811" y="1098432"/>
                  </a:lnTo>
                  <a:lnTo>
                    <a:pt x="879522" y="1345484"/>
                  </a:lnTo>
                  <a:lnTo>
                    <a:pt x="881233" y="1587928"/>
                  </a:lnTo>
                  <a:lnTo>
                    <a:pt x="882945" y="1852958"/>
                  </a:lnTo>
                  <a:lnTo>
                    <a:pt x="884656" y="2043486"/>
                  </a:lnTo>
                  <a:lnTo>
                    <a:pt x="886368" y="2149288"/>
                  </a:lnTo>
                  <a:lnTo>
                    <a:pt x="888079" y="2209924"/>
                  </a:lnTo>
                  <a:lnTo>
                    <a:pt x="889790" y="2167545"/>
                  </a:lnTo>
                  <a:lnTo>
                    <a:pt x="891502" y="2178176"/>
                  </a:lnTo>
                  <a:lnTo>
                    <a:pt x="893213" y="2145847"/>
                  </a:lnTo>
                  <a:lnTo>
                    <a:pt x="894925" y="1963195"/>
                  </a:lnTo>
                  <a:lnTo>
                    <a:pt x="896636" y="1751016"/>
                  </a:lnTo>
                  <a:lnTo>
                    <a:pt x="898347" y="1628304"/>
                  </a:lnTo>
                  <a:lnTo>
                    <a:pt x="900059" y="1616144"/>
                  </a:lnTo>
                  <a:lnTo>
                    <a:pt x="901770" y="1535313"/>
                  </a:lnTo>
                  <a:lnTo>
                    <a:pt x="903482" y="1512184"/>
                  </a:lnTo>
                  <a:lnTo>
                    <a:pt x="905193" y="1652560"/>
                  </a:lnTo>
                  <a:lnTo>
                    <a:pt x="906904" y="1900535"/>
                  </a:lnTo>
                  <a:lnTo>
                    <a:pt x="908616" y="2141653"/>
                  </a:lnTo>
                  <a:lnTo>
                    <a:pt x="910327" y="2307268"/>
                  </a:lnTo>
                  <a:lnTo>
                    <a:pt x="912039" y="2353446"/>
                  </a:lnTo>
                  <a:lnTo>
                    <a:pt x="913750" y="2335514"/>
                  </a:lnTo>
                  <a:lnTo>
                    <a:pt x="915461" y="2304658"/>
                  </a:lnTo>
                  <a:lnTo>
                    <a:pt x="917173" y="2244174"/>
                  </a:lnTo>
                  <a:lnTo>
                    <a:pt x="918884" y="2151501"/>
                  </a:lnTo>
                  <a:lnTo>
                    <a:pt x="920596" y="1969562"/>
                  </a:lnTo>
                  <a:lnTo>
                    <a:pt x="922307" y="1927159"/>
                  </a:lnTo>
                  <a:lnTo>
                    <a:pt x="924018" y="1867454"/>
                  </a:lnTo>
                  <a:lnTo>
                    <a:pt x="925730" y="1736357"/>
                  </a:lnTo>
                  <a:lnTo>
                    <a:pt x="927441" y="1565561"/>
                  </a:lnTo>
                  <a:lnTo>
                    <a:pt x="929153" y="1402960"/>
                  </a:lnTo>
                  <a:lnTo>
                    <a:pt x="930864" y="1315206"/>
                  </a:lnTo>
                  <a:lnTo>
                    <a:pt x="932575" y="1318815"/>
                  </a:lnTo>
                  <a:lnTo>
                    <a:pt x="934287" y="1484827"/>
                  </a:lnTo>
                  <a:lnTo>
                    <a:pt x="935998" y="1729442"/>
                  </a:lnTo>
                  <a:lnTo>
                    <a:pt x="937710" y="1898876"/>
                  </a:lnTo>
                  <a:lnTo>
                    <a:pt x="939421" y="2047039"/>
                  </a:lnTo>
                  <a:lnTo>
                    <a:pt x="941132" y="2233655"/>
                  </a:lnTo>
                  <a:lnTo>
                    <a:pt x="942844" y="2319808"/>
                  </a:lnTo>
                  <a:lnTo>
                    <a:pt x="944555" y="2404380"/>
                  </a:lnTo>
                  <a:lnTo>
                    <a:pt x="946267" y="2394042"/>
                  </a:lnTo>
                  <a:lnTo>
                    <a:pt x="947978" y="2390312"/>
                  </a:lnTo>
                  <a:lnTo>
                    <a:pt x="949689" y="2366807"/>
                  </a:lnTo>
                  <a:lnTo>
                    <a:pt x="951401" y="2374259"/>
                  </a:lnTo>
                  <a:lnTo>
                    <a:pt x="953112" y="2343729"/>
                  </a:lnTo>
                  <a:lnTo>
                    <a:pt x="954824" y="2228698"/>
                  </a:lnTo>
                  <a:lnTo>
                    <a:pt x="956535" y="2170682"/>
                  </a:lnTo>
                  <a:lnTo>
                    <a:pt x="958246" y="2208354"/>
                  </a:lnTo>
                  <a:lnTo>
                    <a:pt x="959958" y="2336063"/>
                  </a:lnTo>
                  <a:lnTo>
                    <a:pt x="961669" y="2319888"/>
                  </a:lnTo>
                  <a:lnTo>
                    <a:pt x="963381" y="2256797"/>
                  </a:lnTo>
                  <a:lnTo>
                    <a:pt x="965092" y="2177365"/>
                  </a:lnTo>
                  <a:lnTo>
                    <a:pt x="966803" y="2161492"/>
                  </a:lnTo>
                  <a:lnTo>
                    <a:pt x="968515" y="2191490"/>
                  </a:lnTo>
                  <a:lnTo>
                    <a:pt x="970226" y="2152778"/>
                  </a:lnTo>
                  <a:lnTo>
                    <a:pt x="971938" y="2104325"/>
                  </a:lnTo>
                  <a:lnTo>
                    <a:pt x="973649" y="2149433"/>
                  </a:lnTo>
                  <a:lnTo>
                    <a:pt x="975360" y="2268285"/>
                  </a:lnTo>
                  <a:lnTo>
                    <a:pt x="977072" y="2369958"/>
                  </a:lnTo>
                  <a:lnTo>
                    <a:pt x="978783" y="2428549"/>
                  </a:lnTo>
                  <a:lnTo>
                    <a:pt x="980495" y="2517951"/>
                  </a:lnTo>
                  <a:lnTo>
                    <a:pt x="982206" y="2584592"/>
                  </a:lnTo>
                  <a:lnTo>
                    <a:pt x="983917" y="2501869"/>
                  </a:lnTo>
                  <a:lnTo>
                    <a:pt x="985629" y="2415845"/>
                  </a:lnTo>
                  <a:lnTo>
                    <a:pt x="987340" y="2383121"/>
                  </a:lnTo>
                  <a:lnTo>
                    <a:pt x="989051" y="2379980"/>
                  </a:lnTo>
                  <a:lnTo>
                    <a:pt x="990763" y="2253915"/>
                  </a:lnTo>
                  <a:lnTo>
                    <a:pt x="992474" y="2137448"/>
                  </a:lnTo>
                  <a:lnTo>
                    <a:pt x="994186" y="2219314"/>
                  </a:lnTo>
                  <a:lnTo>
                    <a:pt x="995897" y="2266045"/>
                  </a:lnTo>
                  <a:lnTo>
                    <a:pt x="997608" y="2158079"/>
                  </a:lnTo>
                  <a:lnTo>
                    <a:pt x="999320" y="2061545"/>
                  </a:lnTo>
                  <a:lnTo>
                    <a:pt x="1001031" y="2175543"/>
                  </a:lnTo>
                  <a:lnTo>
                    <a:pt x="1002743" y="2290110"/>
                  </a:lnTo>
                  <a:lnTo>
                    <a:pt x="1004454" y="2295815"/>
                  </a:lnTo>
                  <a:lnTo>
                    <a:pt x="1006165" y="2335428"/>
                  </a:lnTo>
                  <a:lnTo>
                    <a:pt x="1007877" y="2460898"/>
                  </a:lnTo>
                  <a:lnTo>
                    <a:pt x="1009588" y="2474423"/>
                  </a:lnTo>
                  <a:lnTo>
                    <a:pt x="1011300" y="2376037"/>
                  </a:lnTo>
                  <a:lnTo>
                    <a:pt x="1013011" y="2233310"/>
                  </a:lnTo>
                  <a:lnTo>
                    <a:pt x="1014722" y="2109929"/>
                  </a:lnTo>
                  <a:lnTo>
                    <a:pt x="1016434" y="2000177"/>
                  </a:lnTo>
                  <a:lnTo>
                    <a:pt x="1018145" y="1934003"/>
                  </a:lnTo>
                  <a:lnTo>
                    <a:pt x="1019857" y="1911325"/>
                  </a:lnTo>
                  <a:lnTo>
                    <a:pt x="1021568" y="2000535"/>
                  </a:lnTo>
                  <a:lnTo>
                    <a:pt x="1023279" y="2159976"/>
                  </a:lnTo>
                  <a:lnTo>
                    <a:pt x="1024991" y="2302249"/>
                  </a:lnTo>
                  <a:lnTo>
                    <a:pt x="1026702" y="2387195"/>
                  </a:lnTo>
                  <a:lnTo>
                    <a:pt x="1028414" y="2321985"/>
                  </a:lnTo>
                  <a:lnTo>
                    <a:pt x="1030125" y="2297005"/>
                  </a:lnTo>
                  <a:lnTo>
                    <a:pt x="1031836" y="2169321"/>
                  </a:lnTo>
                  <a:lnTo>
                    <a:pt x="1033548" y="2035772"/>
                  </a:lnTo>
                  <a:lnTo>
                    <a:pt x="1035259" y="2002932"/>
                  </a:lnTo>
                  <a:lnTo>
                    <a:pt x="1036971" y="2058129"/>
                  </a:lnTo>
                  <a:lnTo>
                    <a:pt x="1038682" y="2216923"/>
                  </a:lnTo>
                  <a:lnTo>
                    <a:pt x="1040393" y="2335840"/>
                  </a:lnTo>
                  <a:lnTo>
                    <a:pt x="1042105" y="2472702"/>
                  </a:lnTo>
                  <a:lnTo>
                    <a:pt x="1043816" y="2630642"/>
                  </a:lnTo>
                  <a:lnTo>
                    <a:pt x="1045528" y="2656765"/>
                  </a:lnTo>
                  <a:lnTo>
                    <a:pt x="1047239" y="2608105"/>
                  </a:lnTo>
                  <a:lnTo>
                    <a:pt x="1048950" y="2539630"/>
                  </a:lnTo>
                  <a:lnTo>
                    <a:pt x="1050662" y="2481525"/>
                  </a:lnTo>
                  <a:lnTo>
                    <a:pt x="1052373" y="2475877"/>
                  </a:lnTo>
                  <a:lnTo>
                    <a:pt x="1054085" y="2490060"/>
                  </a:lnTo>
                  <a:lnTo>
                    <a:pt x="1055796" y="2572797"/>
                  </a:lnTo>
                  <a:lnTo>
                    <a:pt x="1057507" y="2639754"/>
                  </a:lnTo>
                  <a:lnTo>
                    <a:pt x="1059219" y="2673277"/>
                  </a:lnTo>
                  <a:lnTo>
                    <a:pt x="1060930" y="2679350"/>
                  </a:lnTo>
                  <a:lnTo>
                    <a:pt x="1062642" y="2649678"/>
                  </a:lnTo>
                  <a:lnTo>
                    <a:pt x="1064353" y="2531889"/>
                  </a:lnTo>
                  <a:lnTo>
                    <a:pt x="1066064" y="2446999"/>
                  </a:lnTo>
                  <a:lnTo>
                    <a:pt x="1067776" y="2452206"/>
                  </a:lnTo>
                  <a:lnTo>
                    <a:pt x="1069487" y="2498553"/>
                  </a:lnTo>
                  <a:lnTo>
                    <a:pt x="1071199" y="2468019"/>
                  </a:lnTo>
                  <a:lnTo>
                    <a:pt x="1072910" y="2400716"/>
                  </a:lnTo>
                  <a:lnTo>
                    <a:pt x="1074621" y="2460498"/>
                  </a:lnTo>
                  <a:lnTo>
                    <a:pt x="1076333" y="2501803"/>
                  </a:lnTo>
                  <a:lnTo>
                    <a:pt x="1078044" y="2463111"/>
                  </a:lnTo>
                  <a:lnTo>
                    <a:pt x="1079756" y="2342726"/>
                  </a:lnTo>
                  <a:lnTo>
                    <a:pt x="1081467" y="2412685"/>
                  </a:lnTo>
                  <a:lnTo>
                    <a:pt x="1083178" y="2513213"/>
                  </a:lnTo>
                  <a:lnTo>
                    <a:pt x="1084890" y="2500560"/>
                  </a:lnTo>
                  <a:lnTo>
                    <a:pt x="1086601" y="2377363"/>
                  </a:lnTo>
                  <a:lnTo>
                    <a:pt x="1088312" y="2333143"/>
                  </a:lnTo>
                  <a:lnTo>
                    <a:pt x="1090024" y="2460090"/>
                  </a:lnTo>
                  <a:lnTo>
                    <a:pt x="1091735" y="2427949"/>
                  </a:lnTo>
                  <a:lnTo>
                    <a:pt x="1093447" y="2386065"/>
                  </a:lnTo>
                  <a:lnTo>
                    <a:pt x="1095158" y="2440484"/>
                  </a:lnTo>
                  <a:lnTo>
                    <a:pt x="1096869" y="2535158"/>
                  </a:lnTo>
                  <a:lnTo>
                    <a:pt x="1098581" y="2591188"/>
                  </a:lnTo>
                  <a:lnTo>
                    <a:pt x="1100292" y="2600332"/>
                  </a:lnTo>
                  <a:lnTo>
                    <a:pt x="1102004" y="2657747"/>
                  </a:lnTo>
                  <a:lnTo>
                    <a:pt x="1103715" y="2701724"/>
                  </a:lnTo>
                  <a:lnTo>
                    <a:pt x="1105426" y="2717964"/>
                  </a:lnTo>
                  <a:lnTo>
                    <a:pt x="1107138" y="2790075"/>
                  </a:lnTo>
                  <a:lnTo>
                    <a:pt x="1108849" y="2794102"/>
                  </a:lnTo>
                  <a:lnTo>
                    <a:pt x="1110561" y="2727928"/>
                  </a:lnTo>
                  <a:lnTo>
                    <a:pt x="1112272" y="2652428"/>
                  </a:lnTo>
                  <a:lnTo>
                    <a:pt x="1113983" y="2629681"/>
                  </a:lnTo>
                  <a:lnTo>
                    <a:pt x="1115695" y="2618506"/>
                  </a:lnTo>
                  <a:lnTo>
                    <a:pt x="1117406" y="2578487"/>
                  </a:lnTo>
                  <a:lnTo>
                    <a:pt x="1119118" y="2629419"/>
                  </a:lnTo>
                  <a:lnTo>
                    <a:pt x="1120829" y="2739807"/>
                  </a:lnTo>
                  <a:lnTo>
                    <a:pt x="1122540" y="2840923"/>
                  </a:lnTo>
                  <a:lnTo>
                    <a:pt x="1124252" y="2864054"/>
                  </a:lnTo>
                  <a:lnTo>
                    <a:pt x="1125963" y="2875230"/>
                  </a:lnTo>
                  <a:lnTo>
                    <a:pt x="1127465" y="291035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6038048" y="2017794"/>
              <a:ext cx="390799" cy="1244682"/>
            </a:xfrm>
            <a:custGeom>
              <a:avLst/>
              <a:pathLst>
                <a:path w="390799" h="1244682">
                  <a:moveTo>
                    <a:pt x="0" y="1244682"/>
                  </a:moveTo>
                  <a:lnTo>
                    <a:pt x="1442" y="1218451"/>
                  </a:lnTo>
                  <a:lnTo>
                    <a:pt x="3153" y="1104145"/>
                  </a:lnTo>
                  <a:lnTo>
                    <a:pt x="4864" y="1035886"/>
                  </a:lnTo>
                  <a:lnTo>
                    <a:pt x="6576" y="1035505"/>
                  </a:lnTo>
                  <a:lnTo>
                    <a:pt x="8287" y="1017641"/>
                  </a:lnTo>
                  <a:lnTo>
                    <a:pt x="9999" y="964375"/>
                  </a:lnTo>
                  <a:lnTo>
                    <a:pt x="11710" y="930551"/>
                  </a:lnTo>
                  <a:lnTo>
                    <a:pt x="13421" y="969882"/>
                  </a:lnTo>
                  <a:lnTo>
                    <a:pt x="15133" y="959662"/>
                  </a:lnTo>
                  <a:lnTo>
                    <a:pt x="16844" y="903027"/>
                  </a:lnTo>
                  <a:lnTo>
                    <a:pt x="18556" y="871251"/>
                  </a:lnTo>
                  <a:lnTo>
                    <a:pt x="20267" y="900305"/>
                  </a:lnTo>
                  <a:lnTo>
                    <a:pt x="21978" y="929138"/>
                  </a:lnTo>
                  <a:lnTo>
                    <a:pt x="23690" y="829877"/>
                  </a:lnTo>
                  <a:lnTo>
                    <a:pt x="25401" y="750036"/>
                  </a:lnTo>
                  <a:lnTo>
                    <a:pt x="27113" y="764401"/>
                  </a:lnTo>
                  <a:lnTo>
                    <a:pt x="28824" y="758259"/>
                  </a:lnTo>
                  <a:lnTo>
                    <a:pt x="30535" y="751682"/>
                  </a:lnTo>
                  <a:lnTo>
                    <a:pt x="32247" y="750941"/>
                  </a:lnTo>
                  <a:lnTo>
                    <a:pt x="33958" y="830489"/>
                  </a:lnTo>
                  <a:lnTo>
                    <a:pt x="35669" y="826915"/>
                  </a:lnTo>
                  <a:lnTo>
                    <a:pt x="37381" y="737574"/>
                  </a:lnTo>
                  <a:lnTo>
                    <a:pt x="39092" y="680973"/>
                  </a:lnTo>
                  <a:lnTo>
                    <a:pt x="40804" y="645850"/>
                  </a:lnTo>
                  <a:lnTo>
                    <a:pt x="42515" y="683930"/>
                  </a:lnTo>
                  <a:lnTo>
                    <a:pt x="44226" y="745866"/>
                  </a:lnTo>
                  <a:lnTo>
                    <a:pt x="45938" y="882138"/>
                  </a:lnTo>
                  <a:lnTo>
                    <a:pt x="47649" y="1013749"/>
                  </a:lnTo>
                  <a:lnTo>
                    <a:pt x="49361" y="1122016"/>
                  </a:lnTo>
                  <a:lnTo>
                    <a:pt x="51072" y="1176711"/>
                  </a:lnTo>
                  <a:lnTo>
                    <a:pt x="52783" y="1138896"/>
                  </a:lnTo>
                  <a:lnTo>
                    <a:pt x="54495" y="1094574"/>
                  </a:lnTo>
                  <a:lnTo>
                    <a:pt x="56206" y="1084422"/>
                  </a:lnTo>
                  <a:lnTo>
                    <a:pt x="57918" y="1001947"/>
                  </a:lnTo>
                  <a:lnTo>
                    <a:pt x="59629" y="874486"/>
                  </a:lnTo>
                  <a:lnTo>
                    <a:pt x="61340" y="721828"/>
                  </a:lnTo>
                  <a:lnTo>
                    <a:pt x="63052" y="550408"/>
                  </a:lnTo>
                  <a:lnTo>
                    <a:pt x="64763" y="399154"/>
                  </a:lnTo>
                  <a:lnTo>
                    <a:pt x="66475" y="267004"/>
                  </a:lnTo>
                  <a:lnTo>
                    <a:pt x="68186" y="213453"/>
                  </a:lnTo>
                  <a:lnTo>
                    <a:pt x="69897" y="161277"/>
                  </a:lnTo>
                  <a:lnTo>
                    <a:pt x="71609" y="205020"/>
                  </a:lnTo>
                  <a:lnTo>
                    <a:pt x="73320" y="347360"/>
                  </a:lnTo>
                  <a:lnTo>
                    <a:pt x="75032" y="459230"/>
                  </a:lnTo>
                  <a:lnTo>
                    <a:pt x="76743" y="568377"/>
                  </a:lnTo>
                  <a:lnTo>
                    <a:pt x="78454" y="652301"/>
                  </a:lnTo>
                  <a:lnTo>
                    <a:pt x="80166" y="782764"/>
                  </a:lnTo>
                  <a:lnTo>
                    <a:pt x="81877" y="863097"/>
                  </a:lnTo>
                  <a:lnTo>
                    <a:pt x="83589" y="946001"/>
                  </a:lnTo>
                  <a:lnTo>
                    <a:pt x="85300" y="992587"/>
                  </a:lnTo>
                  <a:lnTo>
                    <a:pt x="87011" y="919164"/>
                  </a:lnTo>
                  <a:lnTo>
                    <a:pt x="88723" y="901904"/>
                  </a:lnTo>
                  <a:lnTo>
                    <a:pt x="90434" y="833674"/>
                  </a:lnTo>
                  <a:lnTo>
                    <a:pt x="92146" y="687584"/>
                  </a:lnTo>
                  <a:lnTo>
                    <a:pt x="93857" y="546716"/>
                  </a:lnTo>
                  <a:lnTo>
                    <a:pt x="95568" y="554834"/>
                  </a:lnTo>
                  <a:lnTo>
                    <a:pt x="97280" y="660952"/>
                  </a:lnTo>
                  <a:lnTo>
                    <a:pt x="98991" y="730315"/>
                  </a:lnTo>
                  <a:lnTo>
                    <a:pt x="100703" y="838596"/>
                  </a:lnTo>
                  <a:lnTo>
                    <a:pt x="102414" y="939690"/>
                  </a:lnTo>
                  <a:lnTo>
                    <a:pt x="104125" y="993998"/>
                  </a:lnTo>
                  <a:lnTo>
                    <a:pt x="105837" y="1028062"/>
                  </a:lnTo>
                  <a:lnTo>
                    <a:pt x="107548" y="1029053"/>
                  </a:lnTo>
                  <a:lnTo>
                    <a:pt x="109260" y="983669"/>
                  </a:lnTo>
                  <a:lnTo>
                    <a:pt x="110971" y="987398"/>
                  </a:lnTo>
                  <a:lnTo>
                    <a:pt x="112682" y="1028175"/>
                  </a:lnTo>
                  <a:lnTo>
                    <a:pt x="114394" y="986099"/>
                  </a:lnTo>
                  <a:lnTo>
                    <a:pt x="116105" y="914730"/>
                  </a:lnTo>
                  <a:lnTo>
                    <a:pt x="117817" y="858462"/>
                  </a:lnTo>
                  <a:lnTo>
                    <a:pt x="119528" y="786905"/>
                  </a:lnTo>
                  <a:lnTo>
                    <a:pt x="121239" y="756256"/>
                  </a:lnTo>
                  <a:lnTo>
                    <a:pt x="122951" y="839877"/>
                  </a:lnTo>
                  <a:lnTo>
                    <a:pt x="124662" y="868269"/>
                  </a:lnTo>
                  <a:lnTo>
                    <a:pt x="126374" y="755532"/>
                  </a:lnTo>
                  <a:lnTo>
                    <a:pt x="128085" y="600779"/>
                  </a:lnTo>
                  <a:lnTo>
                    <a:pt x="129796" y="510038"/>
                  </a:lnTo>
                  <a:lnTo>
                    <a:pt x="131508" y="340295"/>
                  </a:lnTo>
                  <a:lnTo>
                    <a:pt x="133219" y="143258"/>
                  </a:lnTo>
                  <a:lnTo>
                    <a:pt x="134931" y="21859"/>
                  </a:lnTo>
                  <a:lnTo>
                    <a:pt x="136642" y="0"/>
                  </a:lnTo>
                  <a:lnTo>
                    <a:pt x="138353" y="136477"/>
                  </a:lnTo>
                  <a:lnTo>
                    <a:pt x="140065" y="342511"/>
                  </a:lnTo>
                  <a:lnTo>
                    <a:pt x="141776" y="510216"/>
                  </a:lnTo>
                  <a:lnTo>
                    <a:pt x="143487" y="623211"/>
                  </a:lnTo>
                  <a:lnTo>
                    <a:pt x="145199" y="791057"/>
                  </a:lnTo>
                  <a:lnTo>
                    <a:pt x="146910" y="913932"/>
                  </a:lnTo>
                  <a:lnTo>
                    <a:pt x="148622" y="935573"/>
                  </a:lnTo>
                  <a:lnTo>
                    <a:pt x="150333" y="964560"/>
                  </a:lnTo>
                  <a:lnTo>
                    <a:pt x="152044" y="1013810"/>
                  </a:lnTo>
                  <a:lnTo>
                    <a:pt x="153756" y="1018867"/>
                  </a:lnTo>
                  <a:lnTo>
                    <a:pt x="155467" y="965170"/>
                  </a:lnTo>
                  <a:lnTo>
                    <a:pt x="157179" y="869135"/>
                  </a:lnTo>
                  <a:lnTo>
                    <a:pt x="158890" y="760476"/>
                  </a:lnTo>
                  <a:lnTo>
                    <a:pt x="160601" y="619663"/>
                  </a:lnTo>
                  <a:lnTo>
                    <a:pt x="162313" y="549102"/>
                  </a:lnTo>
                  <a:lnTo>
                    <a:pt x="164024" y="541919"/>
                  </a:lnTo>
                  <a:lnTo>
                    <a:pt x="165736" y="558355"/>
                  </a:lnTo>
                  <a:lnTo>
                    <a:pt x="167447" y="650563"/>
                  </a:lnTo>
                  <a:lnTo>
                    <a:pt x="169158" y="710960"/>
                  </a:lnTo>
                  <a:lnTo>
                    <a:pt x="170870" y="777417"/>
                  </a:lnTo>
                  <a:lnTo>
                    <a:pt x="172581" y="749162"/>
                  </a:lnTo>
                  <a:lnTo>
                    <a:pt x="174293" y="608784"/>
                  </a:lnTo>
                  <a:lnTo>
                    <a:pt x="176004" y="548446"/>
                  </a:lnTo>
                  <a:lnTo>
                    <a:pt x="177715" y="504851"/>
                  </a:lnTo>
                  <a:lnTo>
                    <a:pt x="179427" y="499881"/>
                  </a:lnTo>
                  <a:lnTo>
                    <a:pt x="181138" y="414394"/>
                  </a:lnTo>
                  <a:lnTo>
                    <a:pt x="182850" y="406416"/>
                  </a:lnTo>
                  <a:lnTo>
                    <a:pt x="184561" y="530042"/>
                  </a:lnTo>
                  <a:lnTo>
                    <a:pt x="186272" y="581785"/>
                  </a:lnTo>
                  <a:lnTo>
                    <a:pt x="187984" y="654374"/>
                  </a:lnTo>
                  <a:lnTo>
                    <a:pt x="189695" y="720748"/>
                  </a:lnTo>
                  <a:lnTo>
                    <a:pt x="191407" y="847973"/>
                  </a:lnTo>
                  <a:lnTo>
                    <a:pt x="193118" y="917817"/>
                  </a:lnTo>
                  <a:lnTo>
                    <a:pt x="194829" y="918583"/>
                  </a:lnTo>
                  <a:lnTo>
                    <a:pt x="196541" y="965296"/>
                  </a:lnTo>
                  <a:lnTo>
                    <a:pt x="198252" y="995086"/>
                  </a:lnTo>
                  <a:lnTo>
                    <a:pt x="199964" y="1021132"/>
                  </a:lnTo>
                  <a:lnTo>
                    <a:pt x="201675" y="957974"/>
                  </a:lnTo>
                  <a:lnTo>
                    <a:pt x="203386" y="929588"/>
                  </a:lnTo>
                  <a:lnTo>
                    <a:pt x="205098" y="953687"/>
                  </a:lnTo>
                  <a:lnTo>
                    <a:pt x="206809" y="917270"/>
                  </a:lnTo>
                  <a:lnTo>
                    <a:pt x="208521" y="816029"/>
                  </a:lnTo>
                  <a:lnTo>
                    <a:pt x="210232" y="763162"/>
                  </a:lnTo>
                  <a:lnTo>
                    <a:pt x="211943" y="786623"/>
                  </a:lnTo>
                  <a:lnTo>
                    <a:pt x="213655" y="791027"/>
                  </a:lnTo>
                  <a:lnTo>
                    <a:pt x="215366" y="752086"/>
                  </a:lnTo>
                  <a:lnTo>
                    <a:pt x="217078" y="726140"/>
                  </a:lnTo>
                  <a:lnTo>
                    <a:pt x="218789" y="816589"/>
                  </a:lnTo>
                  <a:lnTo>
                    <a:pt x="220500" y="882648"/>
                  </a:lnTo>
                  <a:lnTo>
                    <a:pt x="222212" y="927628"/>
                  </a:lnTo>
                  <a:lnTo>
                    <a:pt x="223923" y="981503"/>
                  </a:lnTo>
                  <a:lnTo>
                    <a:pt x="225635" y="1058892"/>
                  </a:lnTo>
                  <a:lnTo>
                    <a:pt x="227346" y="1158190"/>
                  </a:lnTo>
                  <a:lnTo>
                    <a:pt x="229057" y="1192044"/>
                  </a:lnTo>
                  <a:lnTo>
                    <a:pt x="230769" y="1188832"/>
                  </a:lnTo>
                  <a:lnTo>
                    <a:pt x="232480" y="1164854"/>
                  </a:lnTo>
                  <a:lnTo>
                    <a:pt x="234192" y="1084783"/>
                  </a:lnTo>
                  <a:lnTo>
                    <a:pt x="235903" y="947438"/>
                  </a:lnTo>
                  <a:lnTo>
                    <a:pt x="237614" y="902341"/>
                  </a:lnTo>
                  <a:lnTo>
                    <a:pt x="239326" y="837229"/>
                  </a:lnTo>
                  <a:lnTo>
                    <a:pt x="241037" y="774267"/>
                  </a:lnTo>
                  <a:lnTo>
                    <a:pt x="242749" y="757094"/>
                  </a:lnTo>
                  <a:lnTo>
                    <a:pt x="244460" y="790273"/>
                  </a:lnTo>
                  <a:lnTo>
                    <a:pt x="246171" y="868497"/>
                  </a:lnTo>
                  <a:lnTo>
                    <a:pt x="247883" y="890027"/>
                  </a:lnTo>
                  <a:lnTo>
                    <a:pt x="249594" y="955140"/>
                  </a:lnTo>
                  <a:lnTo>
                    <a:pt x="251305" y="1021314"/>
                  </a:lnTo>
                  <a:lnTo>
                    <a:pt x="253017" y="1062463"/>
                  </a:lnTo>
                  <a:lnTo>
                    <a:pt x="254728" y="1059204"/>
                  </a:lnTo>
                  <a:lnTo>
                    <a:pt x="256440" y="962246"/>
                  </a:lnTo>
                  <a:lnTo>
                    <a:pt x="258151" y="784377"/>
                  </a:lnTo>
                  <a:lnTo>
                    <a:pt x="259862" y="624634"/>
                  </a:lnTo>
                  <a:lnTo>
                    <a:pt x="261574" y="477787"/>
                  </a:lnTo>
                  <a:lnTo>
                    <a:pt x="263285" y="297845"/>
                  </a:lnTo>
                  <a:lnTo>
                    <a:pt x="264997" y="215521"/>
                  </a:lnTo>
                  <a:lnTo>
                    <a:pt x="266708" y="312883"/>
                  </a:lnTo>
                  <a:lnTo>
                    <a:pt x="268419" y="412488"/>
                  </a:lnTo>
                  <a:lnTo>
                    <a:pt x="270131" y="456803"/>
                  </a:lnTo>
                  <a:lnTo>
                    <a:pt x="271842" y="500937"/>
                  </a:lnTo>
                  <a:lnTo>
                    <a:pt x="273554" y="570577"/>
                  </a:lnTo>
                  <a:lnTo>
                    <a:pt x="275265" y="642236"/>
                  </a:lnTo>
                  <a:lnTo>
                    <a:pt x="276976" y="643894"/>
                  </a:lnTo>
                  <a:lnTo>
                    <a:pt x="278688" y="643092"/>
                  </a:lnTo>
                  <a:lnTo>
                    <a:pt x="280399" y="699961"/>
                  </a:lnTo>
                  <a:lnTo>
                    <a:pt x="282111" y="761093"/>
                  </a:lnTo>
                  <a:lnTo>
                    <a:pt x="283822" y="810955"/>
                  </a:lnTo>
                  <a:lnTo>
                    <a:pt x="285533" y="810606"/>
                  </a:lnTo>
                  <a:lnTo>
                    <a:pt x="287245" y="857022"/>
                  </a:lnTo>
                  <a:lnTo>
                    <a:pt x="288956" y="902209"/>
                  </a:lnTo>
                  <a:lnTo>
                    <a:pt x="290668" y="872275"/>
                  </a:lnTo>
                  <a:lnTo>
                    <a:pt x="292379" y="898753"/>
                  </a:lnTo>
                  <a:lnTo>
                    <a:pt x="294090" y="944599"/>
                  </a:lnTo>
                  <a:lnTo>
                    <a:pt x="295802" y="930090"/>
                  </a:lnTo>
                  <a:lnTo>
                    <a:pt x="297513" y="809094"/>
                  </a:lnTo>
                  <a:lnTo>
                    <a:pt x="299225" y="763949"/>
                  </a:lnTo>
                  <a:lnTo>
                    <a:pt x="300936" y="793996"/>
                  </a:lnTo>
                  <a:lnTo>
                    <a:pt x="302647" y="759454"/>
                  </a:lnTo>
                  <a:lnTo>
                    <a:pt x="304359" y="677517"/>
                  </a:lnTo>
                  <a:lnTo>
                    <a:pt x="306070" y="650854"/>
                  </a:lnTo>
                  <a:lnTo>
                    <a:pt x="307782" y="772652"/>
                  </a:lnTo>
                  <a:lnTo>
                    <a:pt x="309493" y="884374"/>
                  </a:lnTo>
                  <a:lnTo>
                    <a:pt x="311204" y="908320"/>
                  </a:lnTo>
                  <a:lnTo>
                    <a:pt x="312916" y="895737"/>
                  </a:lnTo>
                  <a:lnTo>
                    <a:pt x="314627" y="975770"/>
                  </a:lnTo>
                  <a:lnTo>
                    <a:pt x="316339" y="1039250"/>
                  </a:lnTo>
                  <a:lnTo>
                    <a:pt x="318050" y="989312"/>
                  </a:lnTo>
                  <a:lnTo>
                    <a:pt x="319761" y="917105"/>
                  </a:lnTo>
                  <a:lnTo>
                    <a:pt x="321473" y="897454"/>
                  </a:lnTo>
                  <a:lnTo>
                    <a:pt x="323184" y="864873"/>
                  </a:lnTo>
                  <a:lnTo>
                    <a:pt x="324896" y="733867"/>
                  </a:lnTo>
                  <a:lnTo>
                    <a:pt x="326607" y="662647"/>
                  </a:lnTo>
                  <a:lnTo>
                    <a:pt x="328318" y="570565"/>
                  </a:lnTo>
                  <a:lnTo>
                    <a:pt x="330030" y="437755"/>
                  </a:lnTo>
                  <a:lnTo>
                    <a:pt x="331741" y="344153"/>
                  </a:lnTo>
                  <a:lnTo>
                    <a:pt x="333453" y="429018"/>
                  </a:lnTo>
                  <a:lnTo>
                    <a:pt x="335164" y="576523"/>
                  </a:lnTo>
                  <a:lnTo>
                    <a:pt x="336875" y="686598"/>
                  </a:lnTo>
                  <a:lnTo>
                    <a:pt x="338587" y="855284"/>
                  </a:lnTo>
                  <a:lnTo>
                    <a:pt x="340298" y="1044311"/>
                  </a:lnTo>
                  <a:lnTo>
                    <a:pt x="342010" y="1144298"/>
                  </a:lnTo>
                  <a:lnTo>
                    <a:pt x="343721" y="1125650"/>
                  </a:lnTo>
                  <a:lnTo>
                    <a:pt x="345432" y="1102215"/>
                  </a:lnTo>
                  <a:lnTo>
                    <a:pt x="347144" y="1052889"/>
                  </a:lnTo>
                  <a:lnTo>
                    <a:pt x="348855" y="901281"/>
                  </a:lnTo>
                  <a:lnTo>
                    <a:pt x="350566" y="782144"/>
                  </a:lnTo>
                  <a:lnTo>
                    <a:pt x="352278" y="667688"/>
                  </a:lnTo>
                  <a:lnTo>
                    <a:pt x="353989" y="601375"/>
                  </a:lnTo>
                  <a:lnTo>
                    <a:pt x="355701" y="588425"/>
                  </a:lnTo>
                  <a:lnTo>
                    <a:pt x="357412" y="555566"/>
                  </a:lnTo>
                  <a:lnTo>
                    <a:pt x="359123" y="563981"/>
                  </a:lnTo>
                  <a:lnTo>
                    <a:pt x="360835" y="542338"/>
                  </a:lnTo>
                  <a:lnTo>
                    <a:pt x="362546" y="572012"/>
                  </a:lnTo>
                  <a:lnTo>
                    <a:pt x="364258" y="527589"/>
                  </a:lnTo>
                  <a:lnTo>
                    <a:pt x="365969" y="469902"/>
                  </a:lnTo>
                  <a:lnTo>
                    <a:pt x="367680" y="469126"/>
                  </a:lnTo>
                  <a:lnTo>
                    <a:pt x="369392" y="439560"/>
                  </a:lnTo>
                  <a:lnTo>
                    <a:pt x="371103" y="473162"/>
                  </a:lnTo>
                  <a:lnTo>
                    <a:pt x="372815" y="496914"/>
                  </a:lnTo>
                  <a:lnTo>
                    <a:pt x="374526" y="502492"/>
                  </a:lnTo>
                  <a:lnTo>
                    <a:pt x="376237" y="417665"/>
                  </a:lnTo>
                  <a:lnTo>
                    <a:pt x="377949" y="389429"/>
                  </a:lnTo>
                  <a:lnTo>
                    <a:pt x="379660" y="448667"/>
                  </a:lnTo>
                  <a:lnTo>
                    <a:pt x="381372" y="486638"/>
                  </a:lnTo>
                  <a:lnTo>
                    <a:pt x="383083" y="575234"/>
                  </a:lnTo>
                  <a:lnTo>
                    <a:pt x="384794" y="646212"/>
                  </a:lnTo>
                  <a:lnTo>
                    <a:pt x="386506" y="782313"/>
                  </a:lnTo>
                  <a:lnTo>
                    <a:pt x="388217" y="937716"/>
                  </a:lnTo>
                  <a:lnTo>
                    <a:pt x="389929" y="1114503"/>
                  </a:lnTo>
                  <a:lnTo>
                    <a:pt x="390799" y="124468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6440918" y="145504"/>
              <a:ext cx="1216181" cy="3116972"/>
            </a:xfrm>
            <a:custGeom>
              <a:avLst/>
              <a:pathLst>
                <a:path w="1216181" h="3116972">
                  <a:moveTo>
                    <a:pt x="0" y="3116972"/>
                  </a:moveTo>
                  <a:lnTo>
                    <a:pt x="750" y="3061841"/>
                  </a:lnTo>
                  <a:lnTo>
                    <a:pt x="2461" y="2993923"/>
                  </a:lnTo>
                  <a:lnTo>
                    <a:pt x="4173" y="2896835"/>
                  </a:lnTo>
                  <a:lnTo>
                    <a:pt x="5884" y="2882062"/>
                  </a:lnTo>
                  <a:lnTo>
                    <a:pt x="7595" y="2866097"/>
                  </a:lnTo>
                  <a:lnTo>
                    <a:pt x="9307" y="2700768"/>
                  </a:lnTo>
                  <a:lnTo>
                    <a:pt x="11018" y="2545138"/>
                  </a:lnTo>
                  <a:lnTo>
                    <a:pt x="12730" y="2497545"/>
                  </a:lnTo>
                  <a:lnTo>
                    <a:pt x="14441" y="2467740"/>
                  </a:lnTo>
                  <a:lnTo>
                    <a:pt x="16152" y="2384973"/>
                  </a:lnTo>
                  <a:lnTo>
                    <a:pt x="17864" y="2316355"/>
                  </a:lnTo>
                  <a:lnTo>
                    <a:pt x="19575" y="2359179"/>
                  </a:lnTo>
                  <a:lnTo>
                    <a:pt x="21286" y="2406375"/>
                  </a:lnTo>
                  <a:lnTo>
                    <a:pt x="22998" y="2440232"/>
                  </a:lnTo>
                  <a:lnTo>
                    <a:pt x="24709" y="2426740"/>
                  </a:lnTo>
                  <a:lnTo>
                    <a:pt x="26421" y="2342146"/>
                  </a:lnTo>
                  <a:lnTo>
                    <a:pt x="28132" y="2299969"/>
                  </a:lnTo>
                  <a:lnTo>
                    <a:pt x="29843" y="2336194"/>
                  </a:lnTo>
                  <a:lnTo>
                    <a:pt x="31555" y="2337388"/>
                  </a:lnTo>
                  <a:lnTo>
                    <a:pt x="33266" y="2384173"/>
                  </a:lnTo>
                  <a:lnTo>
                    <a:pt x="34978" y="2500103"/>
                  </a:lnTo>
                  <a:lnTo>
                    <a:pt x="36689" y="2638881"/>
                  </a:lnTo>
                  <a:lnTo>
                    <a:pt x="38400" y="2689071"/>
                  </a:lnTo>
                  <a:lnTo>
                    <a:pt x="40112" y="2570114"/>
                  </a:lnTo>
                  <a:lnTo>
                    <a:pt x="41823" y="2446999"/>
                  </a:lnTo>
                  <a:lnTo>
                    <a:pt x="43535" y="2365491"/>
                  </a:lnTo>
                  <a:lnTo>
                    <a:pt x="45246" y="2262581"/>
                  </a:lnTo>
                  <a:lnTo>
                    <a:pt x="46957" y="2117725"/>
                  </a:lnTo>
                  <a:lnTo>
                    <a:pt x="48669" y="1961071"/>
                  </a:lnTo>
                  <a:lnTo>
                    <a:pt x="50380" y="2004712"/>
                  </a:lnTo>
                  <a:lnTo>
                    <a:pt x="52092" y="2218194"/>
                  </a:lnTo>
                  <a:lnTo>
                    <a:pt x="53803" y="2266303"/>
                  </a:lnTo>
                  <a:lnTo>
                    <a:pt x="55514" y="2268804"/>
                  </a:lnTo>
                  <a:lnTo>
                    <a:pt x="57226" y="2336190"/>
                  </a:lnTo>
                  <a:lnTo>
                    <a:pt x="58937" y="2430619"/>
                  </a:lnTo>
                  <a:lnTo>
                    <a:pt x="60649" y="2433935"/>
                  </a:lnTo>
                  <a:lnTo>
                    <a:pt x="62360" y="2339869"/>
                  </a:lnTo>
                  <a:lnTo>
                    <a:pt x="64071" y="2262821"/>
                  </a:lnTo>
                  <a:lnTo>
                    <a:pt x="65783" y="2265075"/>
                  </a:lnTo>
                  <a:lnTo>
                    <a:pt x="67494" y="2306917"/>
                  </a:lnTo>
                  <a:lnTo>
                    <a:pt x="69206" y="2414620"/>
                  </a:lnTo>
                  <a:lnTo>
                    <a:pt x="70917" y="2546547"/>
                  </a:lnTo>
                  <a:lnTo>
                    <a:pt x="72628" y="2649675"/>
                  </a:lnTo>
                  <a:lnTo>
                    <a:pt x="74340" y="2800278"/>
                  </a:lnTo>
                  <a:lnTo>
                    <a:pt x="76051" y="2900821"/>
                  </a:lnTo>
                  <a:lnTo>
                    <a:pt x="77763" y="2930442"/>
                  </a:lnTo>
                  <a:lnTo>
                    <a:pt x="79474" y="2934762"/>
                  </a:lnTo>
                  <a:lnTo>
                    <a:pt x="81185" y="2853517"/>
                  </a:lnTo>
                  <a:lnTo>
                    <a:pt x="82897" y="2752800"/>
                  </a:lnTo>
                  <a:lnTo>
                    <a:pt x="84608" y="2716324"/>
                  </a:lnTo>
                  <a:lnTo>
                    <a:pt x="86320" y="2735984"/>
                  </a:lnTo>
                  <a:lnTo>
                    <a:pt x="88031" y="2780646"/>
                  </a:lnTo>
                  <a:lnTo>
                    <a:pt x="89742" y="2791976"/>
                  </a:lnTo>
                  <a:lnTo>
                    <a:pt x="91454" y="2826804"/>
                  </a:lnTo>
                  <a:lnTo>
                    <a:pt x="93165" y="2866515"/>
                  </a:lnTo>
                  <a:lnTo>
                    <a:pt x="94877" y="2860885"/>
                  </a:lnTo>
                  <a:lnTo>
                    <a:pt x="96588" y="2809174"/>
                  </a:lnTo>
                  <a:lnTo>
                    <a:pt x="98299" y="2801613"/>
                  </a:lnTo>
                  <a:lnTo>
                    <a:pt x="100011" y="2817058"/>
                  </a:lnTo>
                  <a:lnTo>
                    <a:pt x="101722" y="2853009"/>
                  </a:lnTo>
                  <a:lnTo>
                    <a:pt x="103434" y="2878582"/>
                  </a:lnTo>
                  <a:lnTo>
                    <a:pt x="105145" y="2915399"/>
                  </a:lnTo>
                  <a:lnTo>
                    <a:pt x="106856" y="2922476"/>
                  </a:lnTo>
                  <a:lnTo>
                    <a:pt x="108568" y="2820540"/>
                  </a:lnTo>
                  <a:lnTo>
                    <a:pt x="110279" y="2731630"/>
                  </a:lnTo>
                  <a:lnTo>
                    <a:pt x="111991" y="2717694"/>
                  </a:lnTo>
                  <a:lnTo>
                    <a:pt x="113702" y="2657256"/>
                  </a:lnTo>
                  <a:lnTo>
                    <a:pt x="115413" y="2522675"/>
                  </a:lnTo>
                  <a:lnTo>
                    <a:pt x="117125" y="2470429"/>
                  </a:lnTo>
                  <a:lnTo>
                    <a:pt x="118836" y="2522035"/>
                  </a:lnTo>
                  <a:lnTo>
                    <a:pt x="120548" y="2573515"/>
                  </a:lnTo>
                  <a:lnTo>
                    <a:pt x="122259" y="2611023"/>
                  </a:lnTo>
                  <a:lnTo>
                    <a:pt x="123970" y="2687598"/>
                  </a:lnTo>
                  <a:lnTo>
                    <a:pt x="125682" y="2688794"/>
                  </a:lnTo>
                  <a:lnTo>
                    <a:pt x="127393" y="2648457"/>
                  </a:lnTo>
                  <a:lnTo>
                    <a:pt x="129104" y="2669748"/>
                  </a:lnTo>
                  <a:lnTo>
                    <a:pt x="130816" y="2594943"/>
                  </a:lnTo>
                  <a:lnTo>
                    <a:pt x="132527" y="2460867"/>
                  </a:lnTo>
                  <a:lnTo>
                    <a:pt x="134239" y="2368962"/>
                  </a:lnTo>
                  <a:lnTo>
                    <a:pt x="135950" y="2426929"/>
                  </a:lnTo>
                  <a:lnTo>
                    <a:pt x="137661" y="2432558"/>
                  </a:lnTo>
                  <a:lnTo>
                    <a:pt x="139373" y="2332799"/>
                  </a:lnTo>
                  <a:lnTo>
                    <a:pt x="141084" y="2286209"/>
                  </a:lnTo>
                  <a:lnTo>
                    <a:pt x="142796" y="2256664"/>
                  </a:lnTo>
                  <a:lnTo>
                    <a:pt x="144507" y="2197520"/>
                  </a:lnTo>
                  <a:lnTo>
                    <a:pt x="146218" y="2047745"/>
                  </a:lnTo>
                  <a:lnTo>
                    <a:pt x="147930" y="1949883"/>
                  </a:lnTo>
                  <a:lnTo>
                    <a:pt x="149641" y="1921548"/>
                  </a:lnTo>
                  <a:lnTo>
                    <a:pt x="151353" y="1833965"/>
                  </a:lnTo>
                  <a:lnTo>
                    <a:pt x="153064" y="1765840"/>
                  </a:lnTo>
                  <a:lnTo>
                    <a:pt x="154775" y="1787303"/>
                  </a:lnTo>
                  <a:lnTo>
                    <a:pt x="156487" y="1877629"/>
                  </a:lnTo>
                  <a:lnTo>
                    <a:pt x="158198" y="1944032"/>
                  </a:lnTo>
                  <a:lnTo>
                    <a:pt x="159910" y="1912052"/>
                  </a:lnTo>
                  <a:lnTo>
                    <a:pt x="161621" y="1956965"/>
                  </a:lnTo>
                  <a:lnTo>
                    <a:pt x="163332" y="2017430"/>
                  </a:lnTo>
                  <a:lnTo>
                    <a:pt x="165044" y="2049770"/>
                  </a:lnTo>
                  <a:lnTo>
                    <a:pt x="166755" y="2108795"/>
                  </a:lnTo>
                  <a:lnTo>
                    <a:pt x="168467" y="2204148"/>
                  </a:lnTo>
                  <a:lnTo>
                    <a:pt x="170178" y="2319980"/>
                  </a:lnTo>
                  <a:lnTo>
                    <a:pt x="171889" y="2371403"/>
                  </a:lnTo>
                  <a:lnTo>
                    <a:pt x="173601" y="2377500"/>
                  </a:lnTo>
                  <a:lnTo>
                    <a:pt x="175312" y="2280068"/>
                  </a:lnTo>
                  <a:lnTo>
                    <a:pt x="177024" y="2102982"/>
                  </a:lnTo>
                  <a:lnTo>
                    <a:pt x="178735" y="2011169"/>
                  </a:lnTo>
                  <a:lnTo>
                    <a:pt x="180446" y="1979992"/>
                  </a:lnTo>
                  <a:lnTo>
                    <a:pt x="182158" y="1956674"/>
                  </a:lnTo>
                  <a:lnTo>
                    <a:pt x="183869" y="1965529"/>
                  </a:lnTo>
                  <a:lnTo>
                    <a:pt x="185581" y="2116373"/>
                  </a:lnTo>
                  <a:lnTo>
                    <a:pt x="187292" y="2347486"/>
                  </a:lnTo>
                  <a:lnTo>
                    <a:pt x="189003" y="2462009"/>
                  </a:lnTo>
                  <a:lnTo>
                    <a:pt x="190715" y="2558111"/>
                  </a:lnTo>
                  <a:lnTo>
                    <a:pt x="192426" y="2731502"/>
                  </a:lnTo>
                  <a:lnTo>
                    <a:pt x="194138" y="2901080"/>
                  </a:lnTo>
                  <a:lnTo>
                    <a:pt x="195849" y="2974521"/>
                  </a:lnTo>
                  <a:lnTo>
                    <a:pt x="197560" y="2996336"/>
                  </a:lnTo>
                  <a:lnTo>
                    <a:pt x="199272" y="3035849"/>
                  </a:lnTo>
                  <a:lnTo>
                    <a:pt x="200983" y="2978504"/>
                  </a:lnTo>
                  <a:lnTo>
                    <a:pt x="202695" y="2808741"/>
                  </a:lnTo>
                  <a:lnTo>
                    <a:pt x="204406" y="2648428"/>
                  </a:lnTo>
                  <a:lnTo>
                    <a:pt x="206117" y="2500646"/>
                  </a:lnTo>
                  <a:lnTo>
                    <a:pt x="207829" y="2415423"/>
                  </a:lnTo>
                  <a:lnTo>
                    <a:pt x="209540" y="2349241"/>
                  </a:lnTo>
                  <a:lnTo>
                    <a:pt x="211252" y="2416004"/>
                  </a:lnTo>
                  <a:lnTo>
                    <a:pt x="212963" y="2577918"/>
                  </a:lnTo>
                  <a:lnTo>
                    <a:pt x="214674" y="2675668"/>
                  </a:lnTo>
                  <a:lnTo>
                    <a:pt x="216386" y="2746967"/>
                  </a:lnTo>
                  <a:lnTo>
                    <a:pt x="218097" y="2761864"/>
                  </a:lnTo>
                  <a:lnTo>
                    <a:pt x="219809" y="2768984"/>
                  </a:lnTo>
                  <a:lnTo>
                    <a:pt x="221520" y="2739995"/>
                  </a:lnTo>
                  <a:lnTo>
                    <a:pt x="223231" y="2648707"/>
                  </a:lnTo>
                  <a:lnTo>
                    <a:pt x="224943" y="2509127"/>
                  </a:lnTo>
                  <a:lnTo>
                    <a:pt x="226654" y="2380358"/>
                  </a:lnTo>
                  <a:lnTo>
                    <a:pt x="228365" y="2308896"/>
                  </a:lnTo>
                  <a:lnTo>
                    <a:pt x="230077" y="2280774"/>
                  </a:lnTo>
                  <a:lnTo>
                    <a:pt x="231788" y="2187998"/>
                  </a:lnTo>
                  <a:lnTo>
                    <a:pt x="233500" y="2151128"/>
                  </a:lnTo>
                  <a:lnTo>
                    <a:pt x="235211" y="2242010"/>
                  </a:lnTo>
                  <a:lnTo>
                    <a:pt x="236922" y="2364547"/>
                  </a:lnTo>
                  <a:lnTo>
                    <a:pt x="238634" y="2439684"/>
                  </a:lnTo>
                  <a:lnTo>
                    <a:pt x="240345" y="2382582"/>
                  </a:lnTo>
                  <a:lnTo>
                    <a:pt x="242057" y="2277659"/>
                  </a:lnTo>
                  <a:lnTo>
                    <a:pt x="243768" y="2218842"/>
                  </a:lnTo>
                  <a:lnTo>
                    <a:pt x="245479" y="2162474"/>
                  </a:lnTo>
                  <a:lnTo>
                    <a:pt x="247191" y="2128202"/>
                  </a:lnTo>
                  <a:lnTo>
                    <a:pt x="248902" y="2169916"/>
                  </a:lnTo>
                  <a:lnTo>
                    <a:pt x="250614" y="2321280"/>
                  </a:lnTo>
                  <a:lnTo>
                    <a:pt x="252325" y="2505765"/>
                  </a:lnTo>
                  <a:lnTo>
                    <a:pt x="254036" y="2679058"/>
                  </a:lnTo>
                  <a:lnTo>
                    <a:pt x="255748" y="2798551"/>
                  </a:lnTo>
                  <a:lnTo>
                    <a:pt x="257459" y="2856013"/>
                  </a:lnTo>
                  <a:lnTo>
                    <a:pt x="259171" y="2810031"/>
                  </a:lnTo>
                  <a:lnTo>
                    <a:pt x="260882" y="2693082"/>
                  </a:lnTo>
                  <a:lnTo>
                    <a:pt x="262593" y="2670198"/>
                  </a:lnTo>
                  <a:lnTo>
                    <a:pt x="264305" y="2611707"/>
                  </a:lnTo>
                  <a:lnTo>
                    <a:pt x="266016" y="2519511"/>
                  </a:lnTo>
                  <a:lnTo>
                    <a:pt x="267728" y="2445448"/>
                  </a:lnTo>
                  <a:lnTo>
                    <a:pt x="269439" y="2403746"/>
                  </a:lnTo>
                  <a:lnTo>
                    <a:pt x="271150" y="2392492"/>
                  </a:lnTo>
                  <a:lnTo>
                    <a:pt x="272862" y="2336647"/>
                  </a:lnTo>
                  <a:lnTo>
                    <a:pt x="274573" y="2363103"/>
                  </a:lnTo>
                  <a:lnTo>
                    <a:pt x="276285" y="2444397"/>
                  </a:lnTo>
                  <a:lnTo>
                    <a:pt x="277996" y="2450135"/>
                  </a:lnTo>
                  <a:lnTo>
                    <a:pt x="279707" y="2409376"/>
                  </a:lnTo>
                  <a:lnTo>
                    <a:pt x="281419" y="2431421"/>
                  </a:lnTo>
                  <a:lnTo>
                    <a:pt x="283130" y="2563083"/>
                  </a:lnTo>
                  <a:lnTo>
                    <a:pt x="284842" y="2615877"/>
                  </a:lnTo>
                  <a:lnTo>
                    <a:pt x="286553" y="2622652"/>
                  </a:lnTo>
                  <a:lnTo>
                    <a:pt x="288264" y="2690398"/>
                  </a:lnTo>
                  <a:lnTo>
                    <a:pt x="289976" y="2696088"/>
                  </a:lnTo>
                  <a:lnTo>
                    <a:pt x="291687" y="2617131"/>
                  </a:lnTo>
                  <a:lnTo>
                    <a:pt x="293399" y="2474310"/>
                  </a:lnTo>
                  <a:lnTo>
                    <a:pt x="295110" y="2346174"/>
                  </a:lnTo>
                  <a:lnTo>
                    <a:pt x="296821" y="2192634"/>
                  </a:lnTo>
                  <a:lnTo>
                    <a:pt x="298533" y="2100109"/>
                  </a:lnTo>
                  <a:lnTo>
                    <a:pt x="300244" y="2262209"/>
                  </a:lnTo>
                  <a:lnTo>
                    <a:pt x="301956" y="2493898"/>
                  </a:lnTo>
                  <a:lnTo>
                    <a:pt x="303667" y="2592361"/>
                  </a:lnTo>
                  <a:lnTo>
                    <a:pt x="305378" y="2580354"/>
                  </a:lnTo>
                  <a:lnTo>
                    <a:pt x="307090" y="2680628"/>
                  </a:lnTo>
                  <a:lnTo>
                    <a:pt x="308801" y="2791364"/>
                  </a:lnTo>
                  <a:lnTo>
                    <a:pt x="310513" y="2700659"/>
                  </a:lnTo>
                  <a:lnTo>
                    <a:pt x="312224" y="2493155"/>
                  </a:lnTo>
                  <a:lnTo>
                    <a:pt x="313935" y="2379059"/>
                  </a:lnTo>
                  <a:lnTo>
                    <a:pt x="315647" y="2390320"/>
                  </a:lnTo>
                  <a:lnTo>
                    <a:pt x="317358" y="2430159"/>
                  </a:lnTo>
                  <a:lnTo>
                    <a:pt x="319070" y="2358299"/>
                  </a:lnTo>
                  <a:lnTo>
                    <a:pt x="320781" y="2211671"/>
                  </a:lnTo>
                  <a:lnTo>
                    <a:pt x="322492" y="2171361"/>
                  </a:lnTo>
                  <a:lnTo>
                    <a:pt x="324204" y="2196151"/>
                  </a:lnTo>
                  <a:lnTo>
                    <a:pt x="325915" y="2124121"/>
                  </a:lnTo>
                  <a:lnTo>
                    <a:pt x="327627" y="2067641"/>
                  </a:lnTo>
                  <a:lnTo>
                    <a:pt x="329338" y="2062801"/>
                  </a:lnTo>
                  <a:lnTo>
                    <a:pt x="331049" y="2167258"/>
                  </a:lnTo>
                  <a:lnTo>
                    <a:pt x="332761" y="2313366"/>
                  </a:lnTo>
                  <a:lnTo>
                    <a:pt x="334472" y="2347202"/>
                  </a:lnTo>
                  <a:lnTo>
                    <a:pt x="336183" y="2370813"/>
                  </a:lnTo>
                  <a:lnTo>
                    <a:pt x="337895" y="2338235"/>
                  </a:lnTo>
                  <a:lnTo>
                    <a:pt x="339606" y="2324592"/>
                  </a:lnTo>
                  <a:lnTo>
                    <a:pt x="341318" y="2253127"/>
                  </a:lnTo>
                  <a:lnTo>
                    <a:pt x="343029" y="2096233"/>
                  </a:lnTo>
                  <a:lnTo>
                    <a:pt x="344740" y="2005402"/>
                  </a:lnTo>
                  <a:lnTo>
                    <a:pt x="346452" y="2010357"/>
                  </a:lnTo>
                  <a:lnTo>
                    <a:pt x="348163" y="2075462"/>
                  </a:lnTo>
                  <a:lnTo>
                    <a:pt x="349875" y="2136789"/>
                  </a:lnTo>
                  <a:lnTo>
                    <a:pt x="351586" y="2191789"/>
                  </a:lnTo>
                  <a:lnTo>
                    <a:pt x="353297" y="2321602"/>
                  </a:lnTo>
                  <a:lnTo>
                    <a:pt x="355009" y="2397855"/>
                  </a:lnTo>
                  <a:lnTo>
                    <a:pt x="356720" y="2446540"/>
                  </a:lnTo>
                  <a:lnTo>
                    <a:pt x="358432" y="2462202"/>
                  </a:lnTo>
                  <a:lnTo>
                    <a:pt x="360143" y="2529369"/>
                  </a:lnTo>
                  <a:lnTo>
                    <a:pt x="361854" y="2662228"/>
                  </a:lnTo>
                  <a:lnTo>
                    <a:pt x="363566" y="2739417"/>
                  </a:lnTo>
                  <a:lnTo>
                    <a:pt x="365277" y="2825156"/>
                  </a:lnTo>
                  <a:lnTo>
                    <a:pt x="366989" y="2910173"/>
                  </a:lnTo>
                  <a:lnTo>
                    <a:pt x="368700" y="2838984"/>
                  </a:lnTo>
                  <a:lnTo>
                    <a:pt x="370411" y="2684872"/>
                  </a:lnTo>
                  <a:lnTo>
                    <a:pt x="372123" y="2625991"/>
                  </a:lnTo>
                  <a:lnTo>
                    <a:pt x="373834" y="2589065"/>
                  </a:lnTo>
                  <a:lnTo>
                    <a:pt x="375546" y="2549380"/>
                  </a:lnTo>
                  <a:lnTo>
                    <a:pt x="377257" y="2527027"/>
                  </a:lnTo>
                  <a:lnTo>
                    <a:pt x="378968" y="2672200"/>
                  </a:lnTo>
                  <a:lnTo>
                    <a:pt x="380680" y="2830054"/>
                  </a:lnTo>
                  <a:lnTo>
                    <a:pt x="382391" y="2869290"/>
                  </a:lnTo>
                  <a:lnTo>
                    <a:pt x="384103" y="2791501"/>
                  </a:lnTo>
                  <a:lnTo>
                    <a:pt x="385814" y="2667450"/>
                  </a:lnTo>
                  <a:lnTo>
                    <a:pt x="387525" y="2622568"/>
                  </a:lnTo>
                  <a:lnTo>
                    <a:pt x="389237" y="2496257"/>
                  </a:lnTo>
                  <a:lnTo>
                    <a:pt x="390948" y="2356915"/>
                  </a:lnTo>
                  <a:lnTo>
                    <a:pt x="392660" y="2312338"/>
                  </a:lnTo>
                  <a:lnTo>
                    <a:pt x="394371" y="2305469"/>
                  </a:lnTo>
                  <a:lnTo>
                    <a:pt x="396082" y="2357466"/>
                  </a:lnTo>
                  <a:lnTo>
                    <a:pt x="397794" y="2345843"/>
                  </a:lnTo>
                  <a:lnTo>
                    <a:pt x="399505" y="2367877"/>
                  </a:lnTo>
                  <a:lnTo>
                    <a:pt x="401217" y="2371597"/>
                  </a:lnTo>
                  <a:lnTo>
                    <a:pt x="402928" y="2219054"/>
                  </a:lnTo>
                  <a:lnTo>
                    <a:pt x="404639" y="2078942"/>
                  </a:lnTo>
                  <a:lnTo>
                    <a:pt x="406351" y="1976219"/>
                  </a:lnTo>
                  <a:lnTo>
                    <a:pt x="408062" y="1902097"/>
                  </a:lnTo>
                  <a:lnTo>
                    <a:pt x="409774" y="1814698"/>
                  </a:lnTo>
                  <a:lnTo>
                    <a:pt x="411485" y="1725322"/>
                  </a:lnTo>
                  <a:lnTo>
                    <a:pt x="413196" y="1724877"/>
                  </a:lnTo>
                  <a:lnTo>
                    <a:pt x="414908" y="1747241"/>
                  </a:lnTo>
                  <a:lnTo>
                    <a:pt x="416619" y="1784284"/>
                  </a:lnTo>
                  <a:lnTo>
                    <a:pt x="418331" y="1857326"/>
                  </a:lnTo>
                  <a:lnTo>
                    <a:pt x="420042" y="1980838"/>
                  </a:lnTo>
                  <a:lnTo>
                    <a:pt x="421753" y="2134114"/>
                  </a:lnTo>
                  <a:lnTo>
                    <a:pt x="423465" y="2200755"/>
                  </a:lnTo>
                  <a:lnTo>
                    <a:pt x="425176" y="2262635"/>
                  </a:lnTo>
                  <a:lnTo>
                    <a:pt x="426888" y="2320777"/>
                  </a:lnTo>
                  <a:lnTo>
                    <a:pt x="428599" y="2326745"/>
                  </a:lnTo>
                  <a:lnTo>
                    <a:pt x="430310" y="2300758"/>
                  </a:lnTo>
                  <a:lnTo>
                    <a:pt x="432022" y="2247042"/>
                  </a:lnTo>
                  <a:lnTo>
                    <a:pt x="433733" y="2355778"/>
                  </a:lnTo>
                  <a:lnTo>
                    <a:pt x="435445" y="2462675"/>
                  </a:lnTo>
                  <a:lnTo>
                    <a:pt x="437156" y="2471991"/>
                  </a:lnTo>
                  <a:lnTo>
                    <a:pt x="438867" y="2502435"/>
                  </a:lnTo>
                  <a:lnTo>
                    <a:pt x="440579" y="2552372"/>
                  </a:lnTo>
                  <a:lnTo>
                    <a:pt x="442290" y="2612568"/>
                  </a:lnTo>
                  <a:lnTo>
                    <a:pt x="444001" y="2568931"/>
                  </a:lnTo>
                  <a:lnTo>
                    <a:pt x="445713" y="2582850"/>
                  </a:lnTo>
                  <a:lnTo>
                    <a:pt x="447424" y="2674307"/>
                  </a:lnTo>
                  <a:lnTo>
                    <a:pt x="449136" y="2745676"/>
                  </a:lnTo>
                  <a:lnTo>
                    <a:pt x="450847" y="2822063"/>
                  </a:lnTo>
                  <a:lnTo>
                    <a:pt x="452558" y="2886028"/>
                  </a:lnTo>
                  <a:lnTo>
                    <a:pt x="454270" y="2848428"/>
                  </a:lnTo>
                  <a:lnTo>
                    <a:pt x="455981" y="2671270"/>
                  </a:lnTo>
                  <a:lnTo>
                    <a:pt x="457693" y="2543349"/>
                  </a:lnTo>
                  <a:lnTo>
                    <a:pt x="459404" y="2492969"/>
                  </a:lnTo>
                  <a:lnTo>
                    <a:pt x="461115" y="2410815"/>
                  </a:lnTo>
                  <a:lnTo>
                    <a:pt x="462827" y="2360436"/>
                  </a:lnTo>
                  <a:lnTo>
                    <a:pt x="464538" y="2487788"/>
                  </a:lnTo>
                  <a:lnTo>
                    <a:pt x="466250" y="2732534"/>
                  </a:lnTo>
                  <a:lnTo>
                    <a:pt x="467961" y="2854877"/>
                  </a:lnTo>
                  <a:lnTo>
                    <a:pt x="469672" y="2821951"/>
                  </a:lnTo>
                  <a:lnTo>
                    <a:pt x="471384" y="2832345"/>
                  </a:lnTo>
                  <a:lnTo>
                    <a:pt x="473095" y="2877320"/>
                  </a:lnTo>
                  <a:lnTo>
                    <a:pt x="474807" y="2793887"/>
                  </a:lnTo>
                  <a:lnTo>
                    <a:pt x="476518" y="2552882"/>
                  </a:lnTo>
                  <a:lnTo>
                    <a:pt x="478229" y="2342552"/>
                  </a:lnTo>
                  <a:lnTo>
                    <a:pt x="479941" y="2210222"/>
                  </a:lnTo>
                  <a:lnTo>
                    <a:pt x="481652" y="2108425"/>
                  </a:lnTo>
                  <a:lnTo>
                    <a:pt x="483364" y="1916592"/>
                  </a:lnTo>
                  <a:lnTo>
                    <a:pt x="485075" y="1765616"/>
                  </a:lnTo>
                  <a:lnTo>
                    <a:pt x="486786" y="1725504"/>
                  </a:lnTo>
                  <a:lnTo>
                    <a:pt x="488498" y="1679492"/>
                  </a:lnTo>
                  <a:lnTo>
                    <a:pt x="490209" y="1597791"/>
                  </a:lnTo>
                  <a:lnTo>
                    <a:pt x="491921" y="1402663"/>
                  </a:lnTo>
                  <a:lnTo>
                    <a:pt x="493632" y="1248431"/>
                  </a:lnTo>
                  <a:lnTo>
                    <a:pt x="495343" y="1256560"/>
                  </a:lnTo>
                  <a:lnTo>
                    <a:pt x="497055" y="1340068"/>
                  </a:lnTo>
                  <a:lnTo>
                    <a:pt x="498766" y="1425718"/>
                  </a:lnTo>
                  <a:lnTo>
                    <a:pt x="500478" y="1600123"/>
                  </a:lnTo>
                  <a:lnTo>
                    <a:pt x="502189" y="1794787"/>
                  </a:lnTo>
                  <a:lnTo>
                    <a:pt x="503900" y="2024708"/>
                  </a:lnTo>
                  <a:lnTo>
                    <a:pt x="505612" y="2042814"/>
                  </a:lnTo>
                  <a:lnTo>
                    <a:pt x="507323" y="1950229"/>
                  </a:lnTo>
                  <a:lnTo>
                    <a:pt x="509035" y="1897089"/>
                  </a:lnTo>
                  <a:lnTo>
                    <a:pt x="510746" y="1795708"/>
                  </a:lnTo>
                  <a:lnTo>
                    <a:pt x="512457" y="1786088"/>
                  </a:lnTo>
                  <a:lnTo>
                    <a:pt x="514169" y="1799131"/>
                  </a:lnTo>
                  <a:lnTo>
                    <a:pt x="515880" y="1827653"/>
                  </a:lnTo>
                  <a:lnTo>
                    <a:pt x="517592" y="1969589"/>
                  </a:lnTo>
                  <a:lnTo>
                    <a:pt x="519303" y="2083732"/>
                  </a:lnTo>
                  <a:lnTo>
                    <a:pt x="521014" y="2130128"/>
                  </a:lnTo>
                  <a:lnTo>
                    <a:pt x="522726" y="2206359"/>
                  </a:lnTo>
                  <a:lnTo>
                    <a:pt x="524437" y="2122602"/>
                  </a:lnTo>
                  <a:lnTo>
                    <a:pt x="526149" y="2030550"/>
                  </a:lnTo>
                  <a:lnTo>
                    <a:pt x="527860" y="1849365"/>
                  </a:lnTo>
                  <a:lnTo>
                    <a:pt x="529571" y="1814981"/>
                  </a:lnTo>
                  <a:lnTo>
                    <a:pt x="531283" y="1830189"/>
                  </a:lnTo>
                  <a:lnTo>
                    <a:pt x="532994" y="1618718"/>
                  </a:lnTo>
                  <a:lnTo>
                    <a:pt x="534706" y="1528830"/>
                  </a:lnTo>
                  <a:lnTo>
                    <a:pt x="536417" y="1555178"/>
                  </a:lnTo>
                  <a:lnTo>
                    <a:pt x="538128" y="1679647"/>
                  </a:lnTo>
                  <a:lnTo>
                    <a:pt x="539840" y="1607419"/>
                  </a:lnTo>
                  <a:lnTo>
                    <a:pt x="541551" y="1500002"/>
                  </a:lnTo>
                  <a:lnTo>
                    <a:pt x="543262" y="1444484"/>
                  </a:lnTo>
                  <a:lnTo>
                    <a:pt x="544974" y="1379450"/>
                  </a:lnTo>
                  <a:lnTo>
                    <a:pt x="546685" y="1277548"/>
                  </a:lnTo>
                  <a:lnTo>
                    <a:pt x="548397" y="1083530"/>
                  </a:lnTo>
                  <a:lnTo>
                    <a:pt x="550108" y="957933"/>
                  </a:lnTo>
                  <a:lnTo>
                    <a:pt x="551819" y="810691"/>
                  </a:lnTo>
                  <a:lnTo>
                    <a:pt x="553531" y="720752"/>
                  </a:lnTo>
                  <a:lnTo>
                    <a:pt x="555242" y="696037"/>
                  </a:lnTo>
                  <a:lnTo>
                    <a:pt x="556954" y="675908"/>
                  </a:lnTo>
                  <a:lnTo>
                    <a:pt x="558665" y="699477"/>
                  </a:lnTo>
                  <a:lnTo>
                    <a:pt x="560376" y="766783"/>
                  </a:lnTo>
                  <a:lnTo>
                    <a:pt x="562088" y="955024"/>
                  </a:lnTo>
                  <a:lnTo>
                    <a:pt x="563799" y="995461"/>
                  </a:lnTo>
                  <a:lnTo>
                    <a:pt x="565511" y="878832"/>
                  </a:lnTo>
                  <a:lnTo>
                    <a:pt x="567222" y="771765"/>
                  </a:lnTo>
                  <a:lnTo>
                    <a:pt x="568933" y="738948"/>
                  </a:lnTo>
                  <a:lnTo>
                    <a:pt x="570645" y="561223"/>
                  </a:lnTo>
                  <a:lnTo>
                    <a:pt x="572356" y="233392"/>
                  </a:lnTo>
                  <a:lnTo>
                    <a:pt x="574068" y="65006"/>
                  </a:lnTo>
                  <a:lnTo>
                    <a:pt x="575779" y="56069"/>
                  </a:lnTo>
                  <a:lnTo>
                    <a:pt x="577490" y="46789"/>
                  </a:lnTo>
                  <a:lnTo>
                    <a:pt x="579202" y="0"/>
                  </a:lnTo>
                  <a:lnTo>
                    <a:pt x="579202" y="0"/>
                  </a:lnTo>
                  <a:lnTo>
                    <a:pt x="580913" y="118343"/>
                  </a:lnTo>
                  <a:lnTo>
                    <a:pt x="582625" y="330189"/>
                  </a:lnTo>
                  <a:lnTo>
                    <a:pt x="584336" y="475297"/>
                  </a:lnTo>
                  <a:lnTo>
                    <a:pt x="586047" y="489539"/>
                  </a:lnTo>
                  <a:lnTo>
                    <a:pt x="587759" y="552357"/>
                  </a:lnTo>
                  <a:lnTo>
                    <a:pt x="589470" y="665121"/>
                  </a:lnTo>
                  <a:lnTo>
                    <a:pt x="591182" y="753722"/>
                  </a:lnTo>
                  <a:lnTo>
                    <a:pt x="592893" y="789898"/>
                  </a:lnTo>
                  <a:lnTo>
                    <a:pt x="594604" y="850329"/>
                  </a:lnTo>
                  <a:lnTo>
                    <a:pt x="596316" y="1028360"/>
                  </a:lnTo>
                  <a:lnTo>
                    <a:pt x="598027" y="1143031"/>
                  </a:lnTo>
                  <a:lnTo>
                    <a:pt x="599739" y="1144435"/>
                  </a:lnTo>
                  <a:lnTo>
                    <a:pt x="601450" y="1073174"/>
                  </a:lnTo>
                  <a:lnTo>
                    <a:pt x="603161" y="1024739"/>
                  </a:lnTo>
                  <a:lnTo>
                    <a:pt x="604873" y="1065063"/>
                  </a:lnTo>
                  <a:lnTo>
                    <a:pt x="606584" y="1002427"/>
                  </a:lnTo>
                  <a:lnTo>
                    <a:pt x="608296" y="818795"/>
                  </a:lnTo>
                  <a:lnTo>
                    <a:pt x="610007" y="723723"/>
                  </a:lnTo>
                  <a:lnTo>
                    <a:pt x="611718" y="667678"/>
                  </a:lnTo>
                  <a:lnTo>
                    <a:pt x="613430" y="542883"/>
                  </a:lnTo>
                  <a:lnTo>
                    <a:pt x="615141" y="400081"/>
                  </a:lnTo>
                  <a:lnTo>
                    <a:pt x="616853" y="354833"/>
                  </a:lnTo>
                  <a:lnTo>
                    <a:pt x="618564" y="519206"/>
                  </a:lnTo>
                  <a:lnTo>
                    <a:pt x="620275" y="648038"/>
                  </a:lnTo>
                  <a:lnTo>
                    <a:pt x="621987" y="654078"/>
                  </a:lnTo>
                  <a:lnTo>
                    <a:pt x="623698" y="652382"/>
                  </a:lnTo>
                  <a:lnTo>
                    <a:pt x="625410" y="576696"/>
                  </a:lnTo>
                  <a:lnTo>
                    <a:pt x="627121" y="489770"/>
                  </a:lnTo>
                  <a:lnTo>
                    <a:pt x="628832" y="406244"/>
                  </a:lnTo>
                  <a:lnTo>
                    <a:pt x="630544" y="282167"/>
                  </a:lnTo>
                  <a:lnTo>
                    <a:pt x="632255" y="260413"/>
                  </a:lnTo>
                  <a:lnTo>
                    <a:pt x="633967" y="415341"/>
                  </a:lnTo>
                  <a:lnTo>
                    <a:pt x="635678" y="622337"/>
                  </a:lnTo>
                  <a:lnTo>
                    <a:pt x="637389" y="802010"/>
                  </a:lnTo>
                  <a:lnTo>
                    <a:pt x="639101" y="966469"/>
                  </a:lnTo>
                  <a:lnTo>
                    <a:pt x="640812" y="1096877"/>
                  </a:lnTo>
                  <a:lnTo>
                    <a:pt x="642524" y="1182567"/>
                  </a:lnTo>
                  <a:lnTo>
                    <a:pt x="644235" y="1175695"/>
                  </a:lnTo>
                  <a:lnTo>
                    <a:pt x="645946" y="1112616"/>
                  </a:lnTo>
                  <a:lnTo>
                    <a:pt x="647658" y="1048338"/>
                  </a:lnTo>
                  <a:lnTo>
                    <a:pt x="649369" y="1023632"/>
                  </a:lnTo>
                  <a:lnTo>
                    <a:pt x="651080" y="1079773"/>
                  </a:lnTo>
                  <a:lnTo>
                    <a:pt x="652792" y="1114137"/>
                  </a:lnTo>
                  <a:lnTo>
                    <a:pt x="654503" y="1074007"/>
                  </a:lnTo>
                  <a:lnTo>
                    <a:pt x="656215" y="1099532"/>
                  </a:lnTo>
                  <a:lnTo>
                    <a:pt x="657926" y="1200519"/>
                  </a:lnTo>
                  <a:lnTo>
                    <a:pt x="659637" y="1170166"/>
                  </a:lnTo>
                  <a:lnTo>
                    <a:pt x="661349" y="1083366"/>
                  </a:lnTo>
                  <a:lnTo>
                    <a:pt x="663060" y="1068405"/>
                  </a:lnTo>
                  <a:lnTo>
                    <a:pt x="664772" y="1188457"/>
                  </a:lnTo>
                  <a:lnTo>
                    <a:pt x="666483" y="1426304"/>
                  </a:lnTo>
                  <a:lnTo>
                    <a:pt x="668194" y="1436587"/>
                  </a:lnTo>
                  <a:lnTo>
                    <a:pt x="669906" y="1415265"/>
                  </a:lnTo>
                  <a:lnTo>
                    <a:pt x="671617" y="1469202"/>
                  </a:lnTo>
                  <a:lnTo>
                    <a:pt x="673329" y="1658937"/>
                  </a:lnTo>
                  <a:lnTo>
                    <a:pt x="675040" y="1898905"/>
                  </a:lnTo>
                  <a:lnTo>
                    <a:pt x="676751" y="1970420"/>
                  </a:lnTo>
                  <a:lnTo>
                    <a:pt x="678463" y="2139779"/>
                  </a:lnTo>
                  <a:lnTo>
                    <a:pt x="680174" y="2408183"/>
                  </a:lnTo>
                  <a:lnTo>
                    <a:pt x="681886" y="2603796"/>
                  </a:lnTo>
                  <a:lnTo>
                    <a:pt x="683597" y="2619001"/>
                  </a:lnTo>
                  <a:lnTo>
                    <a:pt x="685308" y="2484586"/>
                  </a:lnTo>
                  <a:lnTo>
                    <a:pt x="687020" y="2413256"/>
                  </a:lnTo>
                  <a:lnTo>
                    <a:pt x="688731" y="2406350"/>
                  </a:lnTo>
                  <a:lnTo>
                    <a:pt x="690443" y="2312197"/>
                  </a:lnTo>
                  <a:lnTo>
                    <a:pt x="692154" y="2327568"/>
                  </a:lnTo>
                  <a:lnTo>
                    <a:pt x="693865" y="2291396"/>
                  </a:lnTo>
                  <a:lnTo>
                    <a:pt x="695577" y="2354136"/>
                  </a:lnTo>
                  <a:lnTo>
                    <a:pt x="697288" y="2475434"/>
                  </a:lnTo>
                  <a:lnTo>
                    <a:pt x="699000" y="2565231"/>
                  </a:lnTo>
                  <a:lnTo>
                    <a:pt x="700711" y="2615855"/>
                  </a:lnTo>
                  <a:lnTo>
                    <a:pt x="702422" y="2579309"/>
                  </a:lnTo>
                  <a:lnTo>
                    <a:pt x="704134" y="2684804"/>
                  </a:lnTo>
                  <a:lnTo>
                    <a:pt x="705845" y="2741210"/>
                  </a:lnTo>
                  <a:lnTo>
                    <a:pt x="707557" y="2700319"/>
                  </a:lnTo>
                  <a:lnTo>
                    <a:pt x="709268" y="2676934"/>
                  </a:lnTo>
                  <a:lnTo>
                    <a:pt x="710979" y="2685196"/>
                  </a:lnTo>
                  <a:lnTo>
                    <a:pt x="712691" y="2744394"/>
                  </a:lnTo>
                  <a:lnTo>
                    <a:pt x="714402" y="2780588"/>
                  </a:lnTo>
                  <a:lnTo>
                    <a:pt x="716114" y="2779823"/>
                  </a:lnTo>
                  <a:lnTo>
                    <a:pt x="717825" y="2808388"/>
                  </a:lnTo>
                  <a:lnTo>
                    <a:pt x="719536" y="2831606"/>
                  </a:lnTo>
                  <a:lnTo>
                    <a:pt x="721248" y="2820129"/>
                  </a:lnTo>
                  <a:lnTo>
                    <a:pt x="722959" y="2733896"/>
                  </a:lnTo>
                  <a:lnTo>
                    <a:pt x="724671" y="2673720"/>
                  </a:lnTo>
                  <a:lnTo>
                    <a:pt x="726382" y="2557943"/>
                  </a:lnTo>
                  <a:lnTo>
                    <a:pt x="728093" y="2407600"/>
                  </a:lnTo>
                  <a:lnTo>
                    <a:pt x="729805" y="2213661"/>
                  </a:lnTo>
                  <a:lnTo>
                    <a:pt x="731516" y="2054381"/>
                  </a:lnTo>
                  <a:lnTo>
                    <a:pt x="733228" y="1918773"/>
                  </a:lnTo>
                  <a:lnTo>
                    <a:pt x="734939" y="1761468"/>
                  </a:lnTo>
                  <a:lnTo>
                    <a:pt x="736650" y="1691762"/>
                  </a:lnTo>
                  <a:lnTo>
                    <a:pt x="738362" y="1587183"/>
                  </a:lnTo>
                  <a:lnTo>
                    <a:pt x="740073" y="1601842"/>
                  </a:lnTo>
                  <a:lnTo>
                    <a:pt x="741785" y="1693188"/>
                  </a:lnTo>
                  <a:lnTo>
                    <a:pt x="743496" y="1725355"/>
                  </a:lnTo>
                  <a:lnTo>
                    <a:pt x="745207" y="1699900"/>
                  </a:lnTo>
                  <a:lnTo>
                    <a:pt x="746919" y="1665149"/>
                  </a:lnTo>
                  <a:lnTo>
                    <a:pt x="748630" y="1750766"/>
                  </a:lnTo>
                  <a:lnTo>
                    <a:pt x="750342" y="1732279"/>
                  </a:lnTo>
                  <a:lnTo>
                    <a:pt x="752053" y="1714687"/>
                  </a:lnTo>
                  <a:lnTo>
                    <a:pt x="753764" y="1766594"/>
                  </a:lnTo>
                  <a:lnTo>
                    <a:pt x="755476" y="1922477"/>
                  </a:lnTo>
                  <a:lnTo>
                    <a:pt x="757187" y="2050785"/>
                  </a:lnTo>
                  <a:lnTo>
                    <a:pt x="758898" y="2041545"/>
                  </a:lnTo>
                  <a:lnTo>
                    <a:pt x="760610" y="2066344"/>
                  </a:lnTo>
                  <a:lnTo>
                    <a:pt x="762321" y="2107461"/>
                  </a:lnTo>
                  <a:lnTo>
                    <a:pt x="764033" y="2115031"/>
                  </a:lnTo>
                  <a:lnTo>
                    <a:pt x="765744" y="2044011"/>
                  </a:lnTo>
                  <a:lnTo>
                    <a:pt x="767455" y="2077073"/>
                  </a:lnTo>
                  <a:lnTo>
                    <a:pt x="769167" y="2212975"/>
                  </a:lnTo>
                  <a:lnTo>
                    <a:pt x="770878" y="2381441"/>
                  </a:lnTo>
                  <a:lnTo>
                    <a:pt x="772590" y="2431497"/>
                  </a:lnTo>
                  <a:lnTo>
                    <a:pt x="774301" y="2487333"/>
                  </a:lnTo>
                  <a:lnTo>
                    <a:pt x="776012" y="2531531"/>
                  </a:lnTo>
                  <a:lnTo>
                    <a:pt x="777724" y="2447687"/>
                  </a:lnTo>
                  <a:lnTo>
                    <a:pt x="779435" y="2372911"/>
                  </a:lnTo>
                  <a:lnTo>
                    <a:pt x="781147" y="2355601"/>
                  </a:lnTo>
                  <a:lnTo>
                    <a:pt x="782858" y="2388520"/>
                  </a:lnTo>
                  <a:lnTo>
                    <a:pt x="784569" y="2454868"/>
                  </a:lnTo>
                  <a:lnTo>
                    <a:pt x="786281" y="2516724"/>
                  </a:lnTo>
                  <a:lnTo>
                    <a:pt x="787992" y="2537577"/>
                  </a:lnTo>
                  <a:lnTo>
                    <a:pt x="789704" y="2519035"/>
                  </a:lnTo>
                  <a:lnTo>
                    <a:pt x="791415" y="2456424"/>
                  </a:lnTo>
                  <a:lnTo>
                    <a:pt x="793126" y="2435546"/>
                  </a:lnTo>
                  <a:lnTo>
                    <a:pt x="794838" y="2428962"/>
                  </a:lnTo>
                  <a:lnTo>
                    <a:pt x="796549" y="2432922"/>
                  </a:lnTo>
                  <a:lnTo>
                    <a:pt x="798261" y="2521331"/>
                  </a:lnTo>
                  <a:lnTo>
                    <a:pt x="799972" y="2558016"/>
                  </a:lnTo>
                  <a:lnTo>
                    <a:pt x="801683" y="2562701"/>
                  </a:lnTo>
                  <a:lnTo>
                    <a:pt x="803395" y="2611438"/>
                  </a:lnTo>
                  <a:lnTo>
                    <a:pt x="805106" y="2664765"/>
                  </a:lnTo>
                  <a:lnTo>
                    <a:pt x="806818" y="2657007"/>
                  </a:lnTo>
                  <a:lnTo>
                    <a:pt x="808529" y="2538482"/>
                  </a:lnTo>
                  <a:lnTo>
                    <a:pt x="810240" y="2461939"/>
                  </a:lnTo>
                  <a:lnTo>
                    <a:pt x="811952" y="2383713"/>
                  </a:lnTo>
                  <a:lnTo>
                    <a:pt x="813663" y="2247307"/>
                  </a:lnTo>
                  <a:lnTo>
                    <a:pt x="815375" y="2112564"/>
                  </a:lnTo>
                  <a:lnTo>
                    <a:pt x="817086" y="2050116"/>
                  </a:lnTo>
                  <a:lnTo>
                    <a:pt x="818797" y="2054442"/>
                  </a:lnTo>
                  <a:lnTo>
                    <a:pt x="820509" y="2062848"/>
                  </a:lnTo>
                  <a:lnTo>
                    <a:pt x="822220" y="2046507"/>
                  </a:lnTo>
                  <a:lnTo>
                    <a:pt x="823932" y="2041508"/>
                  </a:lnTo>
                  <a:lnTo>
                    <a:pt x="825643" y="2047294"/>
                  </a:lnTo>
                  <a:lnTo>
                    <a:pt x="827354" y="2104974"/>
                  </a:lnTo>
                  <a:lnTo>
                    <a:pt x="829066" y="2236815"/>
                  </a:lnTo>
                  <a:lnTo>
                    <a:pt x="830777" y="2420273"/>
                  </a:lnTo>
                  <a:lnTo>
                    <a:pt x="832489" y="2625153"/>
                  </a:lnTo>
                  <a:lnTo>
                    <a:pt x="834200" y="2814126"/>
                  </a:lnTo>
                  <a:lnTo>
                    <a:pt x="835911" y="2932827"/>
                  </a:lnTo>
                  <a:lnTo>
                    <a:pt x="837623" y="2917187"/>
                  </a:lnTo>
                  <a:lnTo>
                    <a:pt x="839334" y="2798759"/>
                  </a:lnTo>
                  <a:lnTo>
                    <a:pt x="841046" y="2639112"/>
                  </a:lnTo>
                  <a:lnTo>
                    <a:pt x="842757" y="2573037"/>
                  </a:lnTo>
                  <a:lnTo>
                    <a:pt x="844468" y="2480784"/>
                  </a:lnTo>
                  <a:lnTo>
                    <a:pt x="846180" y="2403451"/>
                  </a:lnTo>
                  <a:lnTo>
                    <a:pt x="847891" y="2458470"/>
                  </a:lnTo>
                  <a:lnTo>
                    <a:pt x="849603" y="2636221"/>
                  </a:lnTo>
                  <a:lnTo>
                    <a:pt x="851314" y="2796115"/>
                  </a:lnTo>
                  <a:lnTo>
                    <a:pt x="853025" y="2873855"/>
                  </a:lnTo>
                  <a:lnTo>
                    <a:pt x="854737" y="2971739"/>
                  </a:lnTo>
                  <a:lnTo>
                    <a:pt x="856448" y="2943762"/>
                  </a:lnTo>
                  <a:lnTo>
                    <a:pt x="858160" y="2830922"/>
                  </a:lnTo>
                  <a:lnTo>
                    <a:pt x="859871" y="2748813"/>
                  </a:lnTo>
                  <a:lnTo>
                    <a:pt x="861582" y="2679216"/>
                  </a:lnTo>
                  <a:lnTo>
                    <a:pt x="863294" y="2522849"/>
                  </a:lnTo>
                  <a:lnTo>
                    <a:pt x="865005" y="2429255"/>
                  </a:lnTo>
                  <a:lnTo>
                    <a:pt x="866716" y="2540018"/>
                  </a:lnTo>
                  <a:lnTo>
                    <a:pt x="868428" y="2655770"/>
                  </a:lnTo>
                  <a:lnTo>
                    <a:pt x="870139" y="2640954"/>
                  </a:lnTo>
                  <a:lnTo>
                    <a:pt x="871851" y="2649056"/>
                  </a:lnTo>
                  <a:lnTo>
                    <a:pt x="873562" y="2741648"/>
                  </a:lnTo>
                  <a:lnTo>
                    <a:pt x="875273" y="2711665"/>
                  </a:lnTo>
                  <a:lnTo>
                    <a:pt x="876985" y="2605995"/>
                  </a:lnTo>
                  <a:lnTo>
                    <a:pt x="878696" y="2589587"/>
                  </a:lnTo>
                  <a:lnTo>
                    <a:pt x="880408" y="2672740"/>
                  </a:lnTo>
                  <a:lnTo>
                    <a:pt x="882119" y="2729977"/>
                  </a:lnTo>
                  <a:lnTo>
                    <a:pt x="883830" y="2755875"/>
                  </a:lnTo>
                  <a:lnTo>
                    <a:pt x="885542" y="2782480"/>
                  </a:lnTo>
                  <a:lnTo>
                    <a:pt x="887253" y="2854108"/>
                  </a:lnTo>
                  <a:lnTo>
                    <a:pt x="888965" y="2862549"/>
                  </a:lnTo>
                  <a:lnTo>
                    <a:pt x="890676" y="2738545"/>
                  </a:lnTo>
                  <a:lnTo>
                    <a:pt x="892387" y="2629997"/>
                  </a:lnTo>
                  <a:lnTo>
                    <a:pt x="894099" y="2524801"/>
                  </a:lnTo>
                  <a:lnTo>
                    <a:pt x="895810" y="2482792"/>
                  </a:lnTo>
                  <a:lnTo>
                    <a:pt x="897522" y="2472907"/>
                  </a:lnTo>
                  <a:lnTo>
                    <a:pt x="899233" y="2543179"/>
                  </a:lnTo>
                  <a:lnTo>
                    <a:pt x="900944" y="2710196"/>
                  </a:lnTo>
                  <a:lnTo>
                    <a:pt x="902656" y="2775038"/>
                  </a:lnTo>
                  <a:lnTo>
                    <a:pt x="904367" y="2864229"/>
                  </a:lnTo>
                  <a:lnTo>
                    <a:pt x="906079" y="2980673"/>
                  </a:lnTo>
                  <a:lnTo>
                    <a:pt x="907790" y="3013831"/>
                  </a:lnTo>
                  <a:lnTo>
                    <a:pt x="909501" y="2960324"/>
                  </a:lnTo>
                  <a:lnTo>
                    <a:pt x="911213" y="2838514"/>
                  </a:lnTo>
                  <a:lnTo>
                    <a:pt x="912924" y="2732368"/>
                  </a:lnTo>
                  <a:lnTo>
                    <a:pt x="914636" y="2648681"/>
                  </a:lnTo>
                  <a:lnTo>
                    <a:pt x="916347" y="2526217"/>
                  </a:lnTo>
                  <a:lnTo>
                    <a:pt x="918058" y="2427640"/>
                  </a:lnTo>
                  <a:lnTo>
                    <a:pt x="919770" y="2344336"/>
                  </a:lnTo>
                  <a:lnTo>
                    <a:pt x="921481" y="2309749"/>
                  </a:lnTo>
                  <a:lnTo>
                    <a:pt x="923193" y="2394273"/>
                  </a:lnTo>
                  <a:lnTo>
                    <a:pt x="924904" y="2424143"/>
                  </a:lnTo>
                  <a:lnTo>
                    <a:pt x="926615" y="2484909"/>
                  </a:lnTo>
                  <a:lnTo>
                    <a:pt x="928327" y="2563375"/>
                  </a:lnTo>
                  <a:lnTo>
                    <a:pt x="930038" y="2581191"/>
                  </a:lnTo>
                  <a:lnTo>
                    <a:pt x="931750" y="2662819"/>
                  </a:lnTo>
                  <a:lnTo>
                    <a:pt x="933461" y="2708558"/>
                  </a:lnTo>
                  <a:lnTo>
                    <a:pt x="935172" y="2733416"/>
                  </a:lnTo>
                  <a:lnTo>
                    <a:pt x="936884" y="2689345"/>
                  </a:lnTo>
                  <a:lnTo>
                    <a:pt x="938595" y="2618016"/>
                  </a:lnTo>
                  <a:lnTo>
                    <a:pt x="940307" y="2678043"/>
                  </a:lnTo>
                  <a:lnTo>
                    <a:pt x="942018" y="2673120"/>
                  </a:lnTo>
                  <a:lnTo>
                    <a:pt x="943729" y="2563876"/>
                  </a:lnTo>
                  <a:lnTo>
                    <a:pt x="945441" y="2520000"/>
                  </a:lnTo>
                  <a:lnTo>
                    <a:pt x="947152" y="2555051"/>
                  </a:lnTo>
                  <a:lnTo>
                    <a:pt x="948864" y="2537362"/>
                  </a:lnTo>
                  <a:lnTo>
                    <a:pt x="950575" y="2497405"/>
                  </a:lnTo>
                  <a:lnTo>
                    <a:pt x="952286" y="2533745"/>
                  </a:lnTo>
                  <a:lnTo>
                    <a:pt x="953998" y="2593660"/>
                  </a:lnTo>
                  <a:lnTo>
                    <a:pt x="955709" y="2568610"/>
                  </a:lnTo>
                  <a:lnTo>
                    <a:pt x="957421" y="2542608"/>
                  </a:lnTo>
                  <a:lnTo>
                    <a:pt x="959132" y="2614954"/>
                  </a:lnTo>
                  <a:lnTo>
                    <a:pt x="960843" y="2643508"/>
                  </a:lnTo>
                  <a:lnTo>
                    <a:pt x="962555" y="2648742"/>
                  </a:lnTo>
                  <a:lnTo>
                    <a:pt x="964266" y="2733072"/>
                  </a:lnTo>
                  <a:lnTo>
                    <a:pt x="965977" y="2857850"/>
                  </a:lnTo>
                  <a:lnTo>
                    <a:pt x="967689" y="2900456"/>
                  </a:lnTo>
                  <a:lnTo>
                    <a:pt x="969400" y="2869023"/>
                  </a:lnTo>
                  <a:lnTo>
                    <a:pt x="971112" y="2742548"/>
                  </a:lnTo>
                  <a:lnTo>
                    <a:pt x="972823" y="2611889"/>
                  </a:lnTo>
                  <a:lnTo>
                    <a:pt x="974534" y="2543981"/>
                  </a:lnTo>
                  <a:lnTo>
                    <a:pt x="976246" y="2437827"/>
                  </a:lnTo>
                  <a:lnTo>
                    <a:pt x="977957" y="2393920"/>
                  </a:lnTo>
                  <a:lnTo>
                    <a:pt x="979669" y="2372067"/>
                  </a:lnTo>
                  <a:lnTo>
                    <a:pt x="981380" y="2347443"/>
                  </a:lnTo>
                  <a:lnTo>
                    <a:pt x="983091" y="2238706"/>
                  </a:lnTo>
                  <a:lnTo>
                    <a:pt x="984803" y="2124979"/>
                  </a:lnTo>
                  <a:lnTo>
                    <a:pt x="986514" y="2134511"/>
                  </a:lnTo>
                  <a:lnTo>
                    <a:pt x="988226" y="2103938"/>
                  </a:lnTo>
                  <a:lnTo>
                    <a:pt x="989937" y="2095117"/>
                  </a:lnTo>
                  <a:lnTo>
                    <a:pt x="991648" y="2135213"/>
                  </a:lnTo>
                  <a:lnTo>
                    <a:pt x="993360" y="2213640"/>
                  </a:lnTo>
                  <a:lnTo>
                    <a:pt x="995071" y="2220232"/>
                  </a:lnTo>
                  <a:lnTo>
                    <a:pt x="996783" y="2155602"/>
                  </a:lnTo>
                  <a:lnTo>
                    <a:pt x="998494" y="2189011"/>
                  </a:lnTo>
                  <a:lnTo>
                    <a:pt x="1000205" y="2204378"/>
                  </a:lnTo>
                  <a:lnTo>
                    <a:pt x="1001917" y="2235398"/>
                  </a:lnTo>
                  <a:lnTo>
                    <a:pt x="1003628" y="2212445"/>
                  </a:lnTo>
                  <a:lnTo>
                    <a:pt x="1005340" y="2188921"/>
                  </a:lnTo>
                  <a:lnTo>
                    <a:pt x="1007051" y="2208919"/>
                  </a:lnTo>
                  <a:lnTo>
                    <a:pt x="1008762" y="2228368"/>
                  </a:lnTo>
                  <a:lnTo>
                    <a:pt x="1010474" y="2267042"/>
                  </a:lnTo>
                  <a:lnTo>
                    <a:pt x="1012185" y="2343891"/>
                  </a:lnTo>
                  <a:lnTo>
                    <a:pt x="1013897" y="2487683"/>
                  </a:lnTo>
                  <a:lnTo>
                    <a:pt x="1015608" y="2621983"/>
                  </a:lnTo>
                  <a:lnTo>
                    <a:pt x="1017319" y="2667479"/>
                  </a:lnTo>
                  <a:lnTo>
                    <a:pt x="1019031" y="2668834"/>
                  </a:lnTo>
                  <a:lnTo>
                    <a:pt x="1020742" y="2642698"/>
                  </a:lnTo>
                  <a:lnTo>
                    <a:pt x="1022454" y="2648744"/>
                  </a:lnTo>
                  <a:lnTo>
                    <a:pt x="1024165" y="2676703"/>
                  </a:lnTo>
                  <a:lnTo>
                    <a:pt x="1025876" y="2742648"/>
                  </a:lnTo>
                  <a:lnTo>
                    <a:pt x="1027588" y="2867154"/>
                  </a:lnTo>
                  <a:lnTo>
                    <a:pt x="1029299" y="2941533"/>
                  </a:lnTo>
                  <a:lnTo>
                    <a:pt x="1031011" y="3028088"/>
                  </a:lnTo>
                  <a:lnTo>
                    <a:pt x="1032722" y="3060826"/>
                  </a:lnTo>
                  <a:lnTo>
                    <a:pt x="1034433" y="3016301"/>
                  </a:lnTo>
                  <a:lnTo>
                    <a:pt x="1036145" y="2964459"/>
                  </a:lnTo>
                  <a:lnTo>
                    <a:pt x="1037856" y="2942996"/>
                  </a:lnTo>
                  <a:lnTo>
                    <a:pt x="1039568" y="2922386"/>
                  </a:lnTo>
                  <a:lnTo>
                    <a:pt x="1041279" y="2909209"/>
                  </a:lnTo>
                  <a:lnTo>
                    <a:pt x="1042990" y="2899672"/>
                  </a:lnTo>
                  <a:lnTo>
                    <a:pt x="1044702" y="2893052"/>
                  </a:lnTo>
                  <a:lnTo>
                    <a:pt x="1046413" y="2918087"/>
                  </a:lnTo>
                  <a:lnTo>
                    <a:pt x="1048125" y="2918087"/>
                  </a:lnTo>
                  <a:lnTo>
                    <a:pt x="1049836" y="2938698"/>
                  </a:lnTo>
                  <a:lnTo>
                    <a:pt x="1051547" y="2932059"/>
                  </a:lnTo>
                  <a:lnTo>
                    <a:pt x="1053259" y="2923986"/>
                  </a:lnTo>
                  <a:lnTo>
                    <a:pt x="1054970" y="2969061"/>
                  </a:lnTo>
                  <a:lnTo>
                    <a:pt x="1056682" y="2974880"/>
                  </a:lnTo>
                  <a:lnTo>
                    <a:pt x="1058393" y="2974883"/>
                  </a:lnTo>
                  <a:lnTo>
                    <a:pt x="1060104" y="2963347"/>
                  </a:lnTo>
                  <a:lnTo>
                    <a:pt x="1061816" y="2950013"/>
                  </a:lnTo>
                  <a:lnTo>
                    <a:pt x="1063527" y="2937142"/>
                  </a:lnTo>
                  <a:lnTo>
                    <a:pt x="1065239" y="2935449"/>
                  </a:lnTo>
                  <a:lnTo>
                    <a:pt x="1066950" y="2991567"/>
                  </a:lnTo>
                  <a:lnTo>
                    <a:pt x="1068661" y="3039540"/>
                  </a:lnTo>
                  <a:lnTo>
                    <a:pt x="1070373" y="3062518"/>
                  </a:lnTo>
                  <a:lnTo>
                    <a:pt x="1072084" y="3093597"/>
                  </a:lnTo>
                  <a:lnTo>
                    <a:pt x="1073795" y="3056808"/>
                  </a:lnTo>
                  <a:lnTo>
                    <a:pt x="1075507" y="2956681"/>
                  </a:lnTo>
                  <a:lnTo>
                    <a:pt x="1077218" y="2770501"/>
                  </a:lnTo>
                  <a:lnTo>
                    <a:pt x="1078930" y="2570221"/>
                  </a:lnTo>
                  <a:lnTo>
                    <a:pt x="1080641" y="2441226"/>
                  </a:lnTo>
                  <a:lnTo>
                    <a:pt x="1082352" y="2388080"/>
                  </a:lnTo>
                  <a:lnTo>
                    <a:pt x="1084064" y="2380387"/>
                  </a:lnTo>
                  <a:lnTo>
                    <a:pt x="1085775" y="2363790"/>
                  </a:lnTo>
                  <a:lnTo>
                    <a:pt x="1087487" y="2369853"/>
                  </a:lnTo>
                  <a:lnTo>
                    <a:pt x="1089198" y="2423934"/>
                  </a:lnTo>
                  <a:lnTo>
                    <a:pt x="1090909" y="2399149"/>
                  </a:lnTo>
                  <a:lnTo>
                    <a:pt x="1092621" y="2354016"/>
                  </a:lnTo>
                  <a:lnTo>
                    <a:pt x="1094332" y="2379722"/>
                  </a:lnTo>
                  <a:lnTo>
                    <a:pt x="1096044" y="2429595"/>
                  </a:lnTo>
                  <a:lnTo>
                    <a:pt x="1097755" y="2404832"/>
                  </a:lnTo>
                  <a:lnTo>
                    <a:pt x="1099466" y="2243914"/>
                  </a:lnTo>
                  <a:lnTo>
                    <a:pt x="1101178" y="2080071"/>
                  </a:lnTo>
                  <a:lnTo>
                    <a:pt x="1102889" y="1960625"/>
                  </a:lnTo>
                  <a:lnTo>
                    <a:pt x="1104601" y="1834219"/>
                  </a:lnTo>
                  <a:lnTo>
                    <a:pt x="1106312" y="1762012"/>
                  </a:lnTo>
                  <a:lnTo>
                    <a:pt x="1108023" y="1839735"/>
                  </a:lnTo>
                  <a:lnTo>
                    <a:pt x="1109735" y="1947036"/>
                  </a:lnTo>
                  <a:lnTo>
                    <a:pt x="1111446" y="2055507"/>
                  </a:lnTo>
                  <a:lnTo>
                    <a:pt x="1113158" y="2069626"/>
                  </a:lnTo>
                  <a:lnTo>
                    <a:pt x="1114869" y="2047511"/>
                  </a:lnTo>
                  <a:lnTo>
                    <a:pt x="1116580" y="2006932"/>
                  </a:lnTo>
                  <a:lnTo>
                    <a:pt x="1118292" y="1921164"/>
                  </a:lnTo>
                  <a:lnTo>
                    <a:pt x="1120003" y="1931701"/>
                  </a:lnTo>
                  <a:lnTo>
                    <a:pt x="1121715" y="2055064"/>
                  </a:lnTo>
                  <a:lnTo>
                    <a:pt x="1123426" y="2236221"/>
                  </a:lnTo>
                  <a:lnTo>
                    <a:pt x="1125137" y="2416472"/>
                  </a:lnTo>
                  <a:lnTo>
                    <a:pt x="1126849" y="2560675"/>
                  </a:lnTo>
                  <a:lnTo>
                    <a:pt x="1128560" y="2667462"/>
                  </a:lnTo>
                  <a:lnTo>
                    <a:pt x="1130272" y="2754654"/>
                  </a:lnTo>
                  <a:lnTo>
                    <a:pt x="1131983" y="2812735"/>
                  </a:lnTo>
                  <a:lnTo>
                    <a:pt x="1133694" y="2864438"/>
                  </a:lnTo>
                  <a:lnTo>
                    <a:pt x="1135406" y="2909768"/>
                  </a:lnTo>
                  <a:lnTo>
                    <a:pt x="1137117" y="2945894"/>
                  </a:lnTo>
                  <a:lnTo>
                    <a:pt x="1138829" y="2878531"/>
                  </a:lnTo>
                  <a:lnTo>
                    <a:pt x="1140540" y="2782467"/>
                  </a:lnTo>
                  <a:lnTo>
                    <a:pt x="1142251" y="2642372"/>
                  </a:lnTo>
                  <a:lnTo>
                    <a:pt x="1143963" y="2541657"/>
                  </a:lnTo>
                  <a:lnTo>
                    <a:pt x="1145674" y="2478679"/>
                  </a:lnTo>
                  <a:lnTo>
                    <a:pt x="1147386" y="2419781"/>
                  </a:lnTo>
                  <a:lnTo>
                    <a:pt x="1149097" y="2495637"/>
                  </a:lnTo>
                  <a:lnTo>
                    <a:pt x="1150808" y="2604606"/>
                  </a:lnTo>
                  <a:lnTo>
                    <a:pt x="1152520" y="2685323"/>
                  </a:lnTo>
                  <a:lnTo>
                    <a:pt x="1154231" y="2658217"/>
                  </a:lnTo>
                  <a:lnTo>
                    <a:pt x="1155943" y="2593832"/>
                  </a:lnTo>
                  <a:lnTo>
                    <a:pt x="1157654" y="2578037"/>
                  </a:lnTo>
                  <a:lnTo>
                    <a:pt x="1159365" y="2532399"/>
                  </a:lnTo>
                  <a:lnTo>
                    <a:pt x="1161077" y="2463603"/>
                  </a:lnTo>
                  <a:lnTo>
                    <a:pt x="1162788" y="2437433"/>
                  </a:lnTo>
                  <a:lnTo>
                    <a:pt x="1164500" y="2377856"/>
                  </a:lnTo>
                  <a:lnTo>
                    <a:pt x="1166211" y="2304289"/>
                  </a:lnTo>
                  <a:lnTo>
                    <a:pt x="1167922" y="2233415"/>
                  </a:lnTo>
                  <a:lnTo>
                    <a:pt x="1169634" y="2183758"/>
                  </a:lnTo>
                  <a:lnTo>
                    <a:pt x="1171345" y="2169285"/>
                  </a:lnTo>
                  <a:lnTo>
                    <a:pt x="1173057" y="2152794"/>
                  </a:lnTo>
                  <a:lnTo>
                    <a:pt x="1174768" y="2229123"/>
                  </a:lnTo>
                  <a:lnTo>
                    <a:pt x="1176479" y="2381096"/>
                  </a:lnTo>
                  <a:lnTo>
                    <a:pt x="1178191" y="2457629"/>
                  </a:lnTo>
                  <a:lnTo>
                    <a:pt x="1179902" y="2480666"/>
                  </a:lnTo>
                  <a:lnTo>
                    <a:pt x="1181613" y="2504691"/>
                  </a:lnTo>
                  <a:lnTo>
                    <a:pt x="1183325" y="2589279"/>
                  </a:lnTo>
                  <a:lnTo>
                    <a:pt x="1185036" y="2566395"/>
                  </a:lnTo>
                  <a:lnTo>
                    <a:pt x="1186748" y="2423331"/>
                  </a:lnTo>
                  <a:lnTo>
                    <a:pt x="1188459" y="2410588"/>
                  </a:lnTo>
                  <a:lnTo>
                    <a:pt x="1190170" y="2450537"/>
                  </a:lnTo>
                  <a:lnTo>
                    <a:pt x="1191882" y="2450562"/>
                  </a:lnTo>
                  <a:lnTo>
                    <a:pt x="1193593" y="2429921"/>
                  </a:lnTo>
                  <a:lnTo>
                    <a:pt x="1195305" y="2525939"/>
                  </a:lnTo>
                  <a:lnTo>
                    <a:pt x="1197016" y="2599615"/>
                  </a:lnTo>
                  <a:lnTo>
                    <a:pt x="1198727" y="2623276"/>
                  </a:lnTo>
                  <a:lnTo>
                    <a:pt x="1200439" y="2706888"/>
                  </a:lnTo>
                  <a:lnTo>
                    <a:pt x="1202150" y="2802700"/>
                  </a:lnTo>
                  <a:lnTo>
                    <a:pt x="1203862" y="2812944"/>
                  </a:lnTo>
                  <a:lnTo>
                    <a:pt x="1205573" y="2789721"/>
                  </a:lnTo>
                  <a:lnTo>
                    <a:pt x="1207284" y="2873693"/>
                  </a:lnTo>
                  <a:lnTo>
                    <a:pt x="1208996" y="2952890"/>
                  </a:lnTo>
                  <a:lnTo>
                    <a:pt x="1210707" y="3001812"/>
                  </a:lnTo>
                  <a:lnTo>
                    <a:pt x="1212419" y="3034249"/>
                  </a:lnTo>
                  <a:lnTo>
                    <a:pt x="1214130" y="3078358"/>
                  </a:lnTo>
                  <a:lnTo>
                    <a:pt x="1215841" y="3112340"/>
                  </a:lnTo>
                  <a:lnTo>
                    <a:pt x="1216181" y="31169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7661054" y="2471516"/>
              <a:ext cx="82688" cy="790960"/>
            </a:xfrm>
            <a:custGeom>
              <a:avLst/>
              <a:pathLst>
                <a:path w="82688" h="790960">
                  <a:moveTo>
                    <a:pt x="0" y="790960"/>
                  </a:moveTo>
                  <a:lnTo>
                    <a:pt x="840" y="766139"/>
                  </a:lnTo>
                  <a:lnTo>
                    <a:pt x="2551" y="731754"/>
                  </a:lnTo>
                  <a:lnTo>
                    <a:pt x="4263" y="702755"/>
                  </a:lnTo>
                  <a:lnTo>
                    <a:pt x="5974" y="680438"/>
                  </a:lnTo>
                  <a:lnTo>
                    <a:pt x="7685" y="636224"/>
                  </a:lnTo>
                  <a:lnTo>
                    <a:pt x="9397" y="578582"/>
                  </a:lnTo>
                  <a:lnTo>
                    <a:pt x="11108" y="521939"/>
                  </a:lnTo>
                  <a:lnTo>
                    <a:pt x="12820" y="491751"/>
                  </a:lnTo>
                  <a:lnTo>
                    <a:pt x="14531" y="521672"/>
                  </a:lnTo>
                  <a:lnTo>
                    <a:pt x="16242" y="503892"/>
                  </a:lnTo>
                  <a:lnTo>
                    <a:pt x="17954" y="434454"/>
                  </a:lnTo>
                  <a:lnTo>
                    <a:pt x="19665" y="364868"/>
                  </a:lnTo>
                  <a:lnTo>
                    <a:pt x="21377" y="402193"/>
                  </a:lnTo>
                  <a:lnTo>
                    <a:pt x="23088" y="396470"/>
                  </a:lnTo>
                  <a:lnTo>
                    <a:pt x="24799" y="261457"/>
                  </a:lnTo>
                  <a:lnTo>
                    <a:pt x="26511" y="124066"/>
                  </a:lnTo>
                  <a:lnTo>
                    <a:pt x="28222" y="114443"/>
                  </a:lnTo>
                  <a:lnTo>
                    <a:pt x="29934" y="217804"/>
                  </a:lnTo>
                  <a:lnTo>
                    <a:pt x="31645" y="237124"/>
                  </a:lnTo>
                  <a:lnTo>
                    <a:pt x="33356" y="279604"/>
                  </a:lnTo>
                  <a:lnTo>
                    <a:pt x="35068" y="402881"/>
                  </a:lnTo>
                  <a:lnTo>
                    <a:pt x="36779" y="506549"/>
                  </a:lnTo>
                  <a:lnTo>
                    <a:pt x="38491" y="584973"/>
                  </a:lnTo>
                  <a:lnTo>
                    <a:pt x="40202" y="540182"/>
                  </a:lnTo>
                  <a:lnTo>
                    <a:pt x="41913" y="500774"/>
                  </a:lnTo>
                  <a:lnTo>
                    <a:pt x="43625" y="450366"/>
                  </a:lnTo>
                  <a:lnTo>
                    <a:pt x="45336" y="406430"/>
                  </a:lnTo>
                  <a:lnTo>
                    <a:pt x="47048" y="452071"/>
                  </a:lnTo>
                  <a:lnTo>
                    <a:pt x="48759" y="457554"/>
                  </a:lnTo>
                  <a:lnTo>
                    <a:pt x="50470" y="493245"/>
                  </a:lnTo>
                  <a:lnTo>
                    <a:pt x="52182" y="514057"/>
                  </a:lnTo>
                  <a:lnTo>
                    <a:pt x="53893" y="442644"/>
                  </a:lnTo>
                  <a:lnTo>
                    <a:pt x="55605" y="405420"/>
                  </a:lnTo>
                  <a:lnTo>
                    <a:pt x="57316" y="304117"/>
                  </a:lnTo>
                  <a:lnTo>
                    <a:pt x="59027" y="235334"/>
                  </a:lnTo>
                  <a:lnTo>
                    <a:pt x="60739" y="199807"/>
                  </a:lnTo>
                  <a:lnTo>
                    <a:pt x="62450" y="132521"/>
                  </a:lnTo>
                  <a:lnTo>
                    <a:pt x="64162" y="128470"/>
                  </a:lnTo>
                  <a:lnTo>
                    <a:pt x="65873" y="21996"/>
                  </a:lnTo>
                  <a:lnTo>
                    <a:pt x="67584" y="0"/>
                  </a:lnTo>
                  <a:lnTo>
                    <a:pt x="69296" y="21423"/>
                  </a:lnTo>
                  <a:lnTo>
                    <a:pt x="71007" y="48057"/>
                  </a:lnTo>
                  <a:lnTo>
                    <a:pt x="72719" y="108485"/>
                  </a:lnTo>
                  <a:lnTo>
                    <a:pt x="74430" y="245378"/>
                  </a:lnTo>
                  <a:lnTo>
                    <a:pt x="76141" y="475994"/>
                  </a:lnTo>
                  <a:lnTo>
                    <a:pt x="77853" y="593476"/>
                  </a:lnTo>
                  <a:lnTo>
                    <a:pt x="79564" y="639419"/>
                  </a:lnTo>
                  <a:lnTo>
                    <a:pt x="81276" y="738526"/>
                  </a:lnTo>
                  <a:lnTo>
                    <a:pt x="82688" y="79096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7744502" y="3177987"/>
              <a:ext cx="6306" cy="84489"/>
            </a:xfrm>
            <a:custGeom>
              <a:avLst/>
              <a:pathLst>
                <a:path w="6306" h="84489">
                  <a:moveTo>
                    <a:pt x="0" y="84489"/>
                  </a:moveTo>
                  <a:lnTo>
                    <a:pt x="1250" y="54432"/>
                  </a:lnTo>
                  <a:lnTo>
                    <a:pt x="2961" y="0"/>
                  </a:lnTo>
                  <a:lnTo>
                    <a:pt x="4673" y="43168"/>
                  </a:lnTo>
                  <a:lnTo>
                    <a:pt x="6306" y="8448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7750946" y="1749129"/>
              <a:ext cx="678131" cy="1513347"/>
            </a:xfrm>
            <a:custGeom>
              <a:avLst/>
              <a:pathLst>
                <a:path w="678131" h="1513347">
                  <a:moveTo>
                    <a:pt x="0" y="1513347"/>
                  </a:moveTo>
                  <a:lnTo>
                    <a:pt x="1652" y="1458085"/>
                  </a:lnTo>
                  <a:lnTo>
                    <a:pt x="3363" y="1400753"/>
                  </a:lnTo>
                  <a:lnTo>
                    <a:pt x="5074" y="1303544"/>
                  </a:lnTo>
                  <a:lnTo>
                    <a:pt x="6786" y="1177342"/>
                  </a:lnTo>
                  <a:lnTo>
                    <a:pt x="8497" y="1075365"/>
                  </a:lnTo>
                  <a:lnTo>
                    <a:pt x="10209" y="967337"/>
                  </a:lnTo>
                  <a:lnTo>
                    <a:pt x="11920" y="895793"/>
                  </a:lnTo>
                  <a:lnTo>
                    <a:pt x="13631" y="858992"/>
                  </a:lnTo>
                  <a:lnTo>
                    <a:pt x="15343" y="936633"/>
                  </a:lnTo>
                  <a:lnTo>
                    <a:pt x="17054" y="1035591"/>
                  </a:lnTo>
                  <a:lnTo>
                    <a:pt x="18766" y="1059934"/>
                  </a:lnTo>
                  <a:lnTo>
                    <a:pt x="20477" y="1045061"/>
                  </a:lnTo>
                  <a:lnTo>
                    <a:pt x="22188" y="957850"/>
                  </a:lnTo>
                  <a:lnTo>
                    <a:pt x="23900" y="888937"/>
                  </a:lnTo>
                  <a:lnTo>
                    <a:pt x="25611" y="893429"/>
                  </a:lnTo>
                  <a:lnTo>
                    <a:pt x="27323" y="903725"/>
                  </a:lnTo>
                  <a:lnTo>
                    <a:pt x="29034" y="878779"/>
                  </a:lnTo>
                  <a:lnTo>
                    <a:pt x="30745" y="890673"/>
                  </a:lnTo>
                  <a:lnTo>
                    <a:pt x="32457" y="985143"/>
                  </a:lnTo>
                  <a:lnTo>
                    <a:pt x="34168" y="1056251"/>
                  </a:lnTo>
                  <a:lnTo>
                    <a:pt x="35880" y="1065540"/>
                  </a:lnTo>
                  <a:lnTo>
                    <a:pt x="37591" y="1008811"/>
                  </a:lnTo>
                  <a:lnTo>
                    <a:pt x="39302" y="1045165"/>
                  </a:lnTo>
                  <a:lnTo>
                    <a:pt x="41014" y="1101859"/>
                  </a:lnTo>
                  <a:lnTo>
                    <a:pt x="42725" y="1104727"/>
                  </a:lnTo>
                  <a:lnTo>
                    <a:pt x="44437" y="1054134"/>
                  </a:lnTo>
                  <a:lnTo>
                    <a:pt x="46148" y="934938"/>
                  </a:lnTo>
                  <a:lnTo>
                    <a:pt x="47859" y="941418"/>
                  </a:lnTo>
                  <a:lnTo>
                    <a:pt x="49571" y="892652"/>
                  </a:lnTo>
                  <a:lnTo>
                    <a:pt x="51282" y="752680"/>
                  </a:lnTo>
                  <a:lnTo>
                    <a:pt x="52994" y="668468"/>
                  </a:lnTo>
                  <a:lnTo>
                    <a:pt x="54705" y="606500"/>
                  </a:lnTo>
                  <a:lnTo>
                    <a:pt x="56416" y="587408"/>
                  </a:lnTo>
                  <a:lnTo>
                    <a:pt x="58128" y="474734"/>
                  </a:lnTo>
                  <a:lnTo>
                    <a:pt x="59839" y="340573"/>
                  </a:lnTo>
                  <a:lnTo>
                    <a:pt x="61551" y="329674"/>
                  </a:lnTo>
                  <a:lnTo>
                    <a:pt x="63262" y="320333"/>
                  </a:lnTo>
                  <a:lnTo>
                    <a:pt x="64973" y="368443"/>
                  </a:lnTo>
                  <a:lnTo>
                    <a:pt x="66685" y="346049"/>
                  </a:lnTo>
                  <a:lnTo>
                    <a:pt x="68396" y="347692"/>
                  </a:lnTo>
                  <a:lnTo>
                    <a:pt x="70108" y="391787"/>
                  </a:lnTo>
                  <a:lnTo>
                    <a:pt x="71819" y="405309"/>
                  </a:lnTo>
                  <a:lnTo>
                    <a:pt x="73530" y="432922"/>
                  </a:lnTo>
                  <a:lnTo>
                    <a:pt x="75242" y="465305"/>
                  </a:lnTo>
                  <a:lnTo>
                    <a:pt x="76953" y="554725"/>
                  </a:lnTo>
                  <a:lnTo>
                    <a:pt x="78665" y="557172"/>
                  </a:lnTo>
                  <a:lnTo>
                    <a:pt x="80376" y="563972"/>
                  </a:lnTo>
                  <a:lnTo>
                    <a:pt x="82087" y="677300"/>
                  </a:lnTo>
                  <a:lnTo>
                    <a:pt x="83799" y="777851"/>
                  </a:lnTo>
                  <a:lnTo>
                    <a:pt x="85510" y="752251"/>
                  </a:lnTo>
                  <a:lnTo>
                    <a:pt x="87221" y="730799"/>
                  </a:lnTo>
                  <a:lnTo>
                    <a:pt x="88933" y="825920"/>
                  </a:lnTo>
                  <a:lnTo>
                    <a:pt x="90644" y="958515"/>
                  </a:lnTo>
                  <a:lnTo>
                    <a:pt x="92356" y="984503"/>
                  </a:lnTo>
                  <a:lnTo>
                    <a:pt x="94067" y="991078"/>
                  </a:lnTo>
                  <a:lnTo>
                    <a:pt x="95778" y="1019865"/>
                  </a:lnTo>
                  <a:lnTo>
                    <a:pt x="97490" y="997313"/>
                  </a:lnTo>
                  <a:lnTo>
                    <a:pt x="99201" y="953615"/>
                  </a:lnTo>
                  <a:lnTo>
                    <a:pt x="100913" y="934825"/>
                  </a:lnTo>
                  <a:lnTo>
                    <a:pt x="102624" y="906021"/>
                  </a:lnTo>
                  <a:lnTo>
                    <a:pt x="104335" y="890682"/>
                  </a:lnTo>
                  <a:lnTo>
                    <a:pt x="106047" y="939287"/>
                  </a:lnTo>
                  <a:lnTo>
                    <a:pt x="107758" y="1086194"/>
                  </a:lnTo>
                  <a:lnTo>
                    <a:pt x="109470" y="1232816"/>
                  </a:lnTo>
                  <a:lnTo>
                    <a:pt x="111181" y="1247984"/>
                  </a:lnTo>
                  <a:lnTo>
                    <a:pt x="112892" y="1208096"/>
                  </a:lnTo>
                  <a:lnTo>
                    <a:pt x="114604" y="1179994"/>
                  </a:lnTo>
                  <a:lnTo>
                    <a:pt x="116315" y="1204238"/>
                  </a:lnTo>
                  <a:lnTo>
                    <a:pt x="118027" y="1204220"/>
                  </a:lnTo>
                  <a:lnTo>
                    <a:pt x="119738" y="1145310"/>
                  </a:lnTo>
                  <a:lnTo>
                    <a:pt x="121449" y="1064411"/>
                  </a:lnTo>
                  <a:lnTo>
                    <a:pt x="123161" y="1114561"/>
                  </a:lnTo>
                  <a:lnTo>
                    <a:pt x="124872" y="1117792"/>
                  </a:lnTo>
                  <a:lnTo>
                    <a:pt x="126584" y="1006130"/>
                  </a:lnTo>
                  <a:lnTo>
                    <a:pt x="128295" y="826464"/>
                  </a:lnTo>
                  <a:lnTo>
                    <a:pt x="130006" y="747428"/>
                  </a:lnTo>
                  <a:lnTo>
                    <a:pt x="131718" y="826497"/>
                  </a:lnTo>
                  <a:lnTo>
                    <a:pt x="133429" y="811194"/>
                  </a:lnTo>
                  <a:lnTo>
                    <a:pt x="135141" y="728104"/>
                  </a:lnTo>
                  <a:lnTo>
                    <a:pt x="136852" y="725492"/>
                  </a:lnTo>
                  <a:lnTo>
                    <a:pt x="138563" y="825315"/>
                  </a:lnTo>
                  <a:lnTo>
                    <a:pt x="140275" y="917607"/>
                  </a:lnTo>
                  <a:lnTo>
                    <a:pt x="141986" y="947441"/>
                  </a:lnTo>
                  <a:lnTo>
                    <a:pt x="143698" y="1024538"/>
                  </a:lnTo>
                  <a:lnTo>
                    <a:pt x="145409" y="1126213"/>
                  </a:lnTo>
                  <a:lnTo>
                    <a:pt x="147120" y="1196504"/>
                  </a:lnTo>
                  <a:lnTo>
                    <a:pt x="148832" y="1244846"/>
                  </a:lnTo>
                  <a:lnTo>
                    <a:pt x="150543" y="1232778"/>
                  </a:lnTo>
                  <a:lnTo>
                    <a:pt x="152255" y="1175442"/>
                  </a:lnTo>
                  <a:lnTo>
                    <a:pt x="153966" y="1080933"/>
                  </a:lnTo>
                  <a:lnTo>
                    <a:pt x="155677" y="1073244"/>
                  </a:lnTo>
                  <a:lnTo>
                    <a:pt x="157389" y="1070284"/>
                  </a:lnTo>
                  <a:lnTo>
                    <a:pt x="159100" y="1109277"/>
                  </a:lnTo>
                  <a:lnTo>
                    <a:pt x="160812" y="1167001"/>
                  </a:lnTo>
                  <a:lnTo>
                    <a:pt x="162523" y="1256442"/>
                  </a:lnTo>
                  <a:lnTo>
                    <a:pt x="164234" y="1357519"/>
                  </a:lnTo>
                  <a:lnTo>
                    <a:pt x="165946" y="1407064"/>
                  </a:lnTo>
                  <a:lnTo>
                    <a:pt x="167657" y="1488358"/>
                  </a:lnTo>
                  <a:lnTo>
                    <a:pt x="169369" y="1423789"/>
                  </a:lnTo>
                  <a:lnTo>
                    <a:pt x="171080" y="1401817"/>
                  </a:lnTo>
                  <a:lnTo>
                    <a:pt x="172791" y="1397064"/>
                  </a:lnTo>
                  <a:lnTo>
                    <a:pt x="174503" y="1358020"/>
                  </a:lnTo>
                  <a:lnTo>
                    <a:pt x="176214" y="1217936"/>
                  </a:lnTo>
                  <a:lnTo>
                    <a:pt x="177926" y="1039113"/>
                  </a:lnTo>
                  <a:lnTo>
                    <a:pt x="179637" y="1010678"/>
                  </a:lnTo>
                  <a:lnTo>
                    <a:pt x="181348" y="1022834"/>
                  </a:lnTo>
                  <a:lnTo>
                    <a:pt x="183060" y="986718"/>
                  </a:lnTo>
                  <a:lnTo>
                    <a:pt x="184771" y="968907"/>
                  </a:lnTo>
                  <a:lnTo>
                    <a:pt x="186482" y="1112338"/>
                  </a:lnTo>
                  <a:lnTo>
                    <a:pt x="188194" y="1291660"/>
                  </a:lnTo>
                  <a:lnTo>
                    <a:pt x="189905" y="1381451"/>
                  </a:lnTo>
                  <a:lnTo>
                    <a:pt x="191617" y="1391266"/>
                  </a:lnTo>
                  <a:lnTo>
                    <a:pt x="193328" y="1432137"/>
                  </a:lnTo>
                  <a:lnTo>
                    <a:pt x="195039" y="1488993"/>
                  </a:lnTo>
                  <a:lnTo>
                    <a:pt x="196751" y="1485647"/>
                  </a:lnTo>
                  <a:lnTo>
                    <a:pt x="198462" y="1460709"/>
                  </a:lnTo>
                  <a:lnTo>
                    <a:pt x="200174" y="1454855"/>
                  </a:lnTo>
                  <a:lnTo>
                    <a:pt x="201885" y="1379085"/>
                  </a:lnTo>
                  <a:lnTo>
                    <a:pt x="203596" y="1313907"/>
                  </a:lnTo>
                  <a:lnTo>
                    <a:pt x="205308" y="1288442"/>
                  </a:lnTo>
                  <a:lnTo>
                    <a:pt x="207019" y="1241229"/>
                  </a:lnTo>
                  <a:lnTo>
                    <a:pt x="208731" y="1273290"/>
                  </a:lnTo>
                  <a:lnTo>
                    <a:pt x="210442" y="1292259"/>
                  </a:lnTo>
                  <a:lnTo>
                    <a:pt x="212153" y="1345105"/>
                  </a:lnTo>
                  <a:lnTo>
                    <a:pt x="213865" y="1380067"/>
                  </a:lnTo>
                  <a:lnTo>
                    <a:pt x="215576" y="1351416"/>
                  </a:lnTo>
                  <a:lnTo>
                    <a:pt x="217288" y="1389512"/>
                  </a:lnTo>
                  <a:lnTo>
                    <a:pt x="218999" y="1395109"/>
                  </a:lnTo>
                  <a:lnTo>
                    <a:pt x="220710" y="1433630"/>
                  </a:lnTo>
                  <a:lnTo>
                    <a:pt x="222422" y="1443737"/>
                  </a:lnTo>
                  <a:lnTo>
                    <a:pt x="224133" y="1449684"/>
                  </a:lnTo>
                  <a:lnTo>
                    <a:pt x="225845" y="1472929"/>
                  </a:lnTo>
                  <a:lnTo>
                    <a:pt x="227556" y="1485762"/>
                  </a:lnTo>
                  <a:lnTo>
                    <a:pt x="229267" y="1413192"/>
                  </a:lnTo>
                  <a:lnTo>
                    <a:pt x="230979" y="1309959"/>
                  </a:lnTo>
                  <a:lnTo>
                    <a:pt x="232690" y="1277073"/>
                  </a:lnTo>
                  <a:lnTo>
                    <a:pt x="234402" y="1244798"/>
                  </a:lnTo>
                  <a:lnTo>
                    <a:pt x="236113" y="1188504"/>
                  </a:lnTo>
                  <a:lnTo>
                    <a:pt x="237824" y="1038804"/>
                  </a:lnTo>
                  <a:lnTo>
                    <a:pt x="239536" y="944373"/>
                  </a:lnTo>
                  <a:lnTo>
                    <a:pt x="241247" y="881609"/>
                  </a:lnTo>
                  <a:lnTo>
                    <a:pt x="242959" y="796935"/>
                  </a:lnTo>
                  <a:lnTo>
                    <a:pt x="244670" y="717624"/>
                  </a:lnTo>
                  <a:lnTo>
                    <a:pt x="246381" y="627614"/>
                  </a:lnTo>
                  <a:lnTo>
                    <a:pt x="248093" y="593619"/>
                  </a:lnTo>
                  <a:lnTo>
                    <a:pt x="249804" y="648817"/>
                  </a:lnTo>
                  <a:lnTo>
                    <a:pt x="251516" y="706907"/>
                  </a:lnTo>
                  <a:lnTo>
                    <a:pt x="253227" y="658262"/>
                  </a:lnTo>
                  <a:lnTo>
                    <a:pt x="254938" y="575752"/>
                  </a:lnTo>
                  <a:lnTo>
                    <a:pt x="256650" y="666518"/>
                  </a:lnTo>
                  <a:lnTo>
                    <a:pt x="258361" y="787839"/>
                  </a:lnTo>
                  <a:lnTo>
                    <a:pt x="260073" y="820544"/>
                  </a:lnTo>
                  <a:lnTo>
                    <a:pt x="261784" y="841939"/>
                  </a:lnTo>
                  <a:lnTo>
                    <a:pt x="263495" y="990166"/>
                  </a:lnTo>
                  <a:lnTo>
                    <a:pt x="265207" y="1142412"/>
                  </a:lnTo>
                  <a:lnTo>
                    <a:pt x="266918" y="1174352"/>
                  </a:lnTo>
                  <a:lnTo>
                    <a:pt x="268630" y="1118573"/>
                  </a:lnTo>
                  <a:lnTo>
                    <a:pt x="270341" y="1071385"/>
                  </a:lnTo>
                  <a:lnTo>
                    <a:pt x="272052" y="1042209"/>
                  </a:lnTo>
                  <a:lnTo>
                    <a:pt x="273764" y="951457"/>
                  </a:lnTo>
                  <a:lnTo>
                    <a:pt x="275475" y="878827"/>
                  </a:lnTo>
                  <a:lnTo>
                    <a:pt x="277187" y="834997"/>
                  </a:lnTo>
                  <a:lnTo>
                    <a:pt x="278898" y="940175"/>
                  </a:lnTo>
                  <a:lnTo>
                    <a:pt x="280609" y="1048505"/>
                  </a:lnTo>
                  <a:lnTo>
                    <a:pt x="282321" y="1093832"/>
                  </a:lnTo>
                  <a:lnTo>
                    <a:pt x="284032" y="1109979"/>
                  </a:lnTo>
                  <a:lnTo>
                    <a:pt x="285744" y="1161838"/>
                  </a:lnTo>
                  <a:lnTo>
                    <a:pt x="287455" y="1134561"/>
                  </a:lnTo>
                  <a:lnTo>
                    <a:pt x="289166" y="1025744"/>
                  </a:lnTo>
                  <a:lnTo>
                    <a:pt x="290878" y="903972"/>
                  </a:lnTo>
                  <a:lnTo>
                    <a:pt x="292589" y="862521"/>
                  </a:lnTo>
                  <a:lnTo>
                    <a:pt x="294300" y="952759"/>
                  </a:lnTo>
                  <a:lnTo>
                    <a:pt x="296012" y="984181"/>
                  </a:lnTo>
                  <a:lnTo>
                    <a:pt x="297723" y="1038620"/>
                  </a:lnTo>
                  <a:lnTo>
                    <a:pt x="299435" y="1032179"/>
                  </a:lnTo>
                  <a:lnTo>
                    <a:pt x="301146" y="989511"/>
                  </a:lnTo>
                  <a:lnTo>
                    <a:pt x="302857" y="932737"/>
                  </a:lnTo>
                  <a:lnTo>
                    <a:pt x="304569" y="775867"/>
                  </a:lnTo>
                  <a:lnTo>
                    <a:pt x="306280" y="594118"/>
                  </a:lnTo>
                  <a:lnTo>
                    <a:pt x="307992" y="526350"/>
                  </a:lnTo>
                  <a:lnTo>
                    <a:pt x="309703" y="522954"/>
                  </a:lnTo>
                  <a:lnTo>
                    <a:pt x="311414" y="615967"/>
                  </a:lnTo>
                  <a:lnTo>
                    <a:pt x="313126" y="622647"/>
                  </a:lnTo>
                  <a:lnTo>
                    <a:pt x="314837" y="659688"/>
                  </a:lnTo>
                  <a:lnTo>
                    <a:pt x="316549" y="768408"/>
                  </a:lnTo>
                  <a:lnTo>
                    <a:pt x="318260" y="756058"/>
                  </a:lnTo>
                  <a:lnTo>
                    <a:pt x="319971" y="723001"/>
                  </a:lnTo>
                  <a:lnTo>
                    <a:pt x="321683" y="627451"/>
                  </a:lnTo>
                  <a:lnTo>
                    <a:pt x="323394" y="585206"/>
                  </a:lnTo>
                  <a:lnTo>
                    <a:pt x="325106" y="532424"/>
                  </a:lnTo>
                  <a:lnTo>
                    <a:pt x="326817" y="422257"/>
                  </a:lnTo>
                  <a:lnTo>
                    <a:pt x="328528" y="350528"/>
                  </a:lnTo>
                  <a:lnTo>
                    <a:pt x="330240" y="403392"/>
                  </a:lnTo>
                  <a:lnTo>
                    <a:pt x="331951" y="489494"/>
                  </a:lnTo>
                  <a:lnTo>
                    <a:pt x="333663" y="610551"/>
                  </a:lnTo>
                  <a:lnTo>
                    <a:pt x="335374" y="659464"/>
                  </a:lnTo>
                  <a:lnTo>
                    <a:pt x="337085" y="695260"/>
                  </a:lnTo>
                  <a:lnTo>
                    <a:pt x="338797" y="737391"/>
                  </a:lnTo>
                  <a:lnTo>
                    <a:pt x="340508" y="762725"/>
                  </a:lnTo>
                  <a:lnTo>
                    <a:pt x="342220" y="813128"/>
                  </a:lnTo>
                  <a:lnTo>
                    <a:pt x="343931" y="795428"/>
                  </a:lnTo>
                  <a:lnTo>
                    <a:pt x="345642" y="814113"/>
                  </a:lnTo>
                  <a:lnTo>
                    <a:pt x="347354" y="858524"/>
                  </a:lnTo>
                  <a:lnTo>
                    <a:pt x="349065" y="862194"/>
                  </a:lnTo>
                  <a:lnTo>
                    <a:pt x="350777" y="801650"/>
                  </a:lnTo>
                  <a:lnTo>
                    <a:pt x="352488" y="734557"/>
                  </a:lnTo>
                  <a:lnTo>
                    <a:pt x="354199" y="663131"/>
                  </a:lnTo>
                  <a:lnTo>
                    <a:pt x="355911" y="573122"/>
                  </a:lnTo>
                  <a:lnTo>
                    <a:pt x="357622" y="572666"/>
                  </a:lnTo>
                  <a:lnTo>
                    <a:pt x="359334" y="629002"/>
                  </a:lnTo>
                  <a:lnTo>
                    <a:pt x="361045" y="695945"/>
                  </a:lnTo>
                  <a:lnTo>
                    <a:pt x="362756" y="763899"/>
                  </a:lnTo>
                  <a:lnTo>
                    <a:pt x="364468" y="822603"/>
                  </a:lnTo>
                  <a:lnTo>
                    <a:pt x="366179" y="879559"/>
                  </a:lnTo>
                  <a:lnTo>
                    <a:pt x="367891" y="887796"/>
                  </a:lnTo>
                  <a:lnTo>
                    <a:pt x="369602" y="885105"/>
                  </a:lnTo>
                  <a:lnTo>
                    <a:pt x="371313" y="820214"/>
                  </a:lnTo>
                  <a:lnTo>
                    <a:pt x="373025" y="727014"/>
                  </a:lnTo>
                  <a:lnTo>
                    <a:pt x="374736" y="638333"/>
                  </a:lnTo>
                  <a:lnTo>
                    <a:pt x="376448" y="547433"/>
                  </a:lnTo>
                  <a:lnTo>
                    <a:pt x="378159" y="479359"/>
                  </a:lnTo>
                  <a:lnTo>
                    <a:pt x="379870" y="419617"/>
                  </a:lnTo>
                  <a:lnTo>
                    <a:pt x="381582" y="395035"/>
                  </a:lnTo>
                  <a:lnTo>
                    <a:pt x="383293" y="383741"/>
                  </a:lnTo>
                  <a:lnTo>
                    <a:pt x="385005" y="392122"/>
                  </a:lnTo>
                  <a:lnTo>
                    <a:pt x="386716" y="467041"/>
                  </a:lnTo>
                  <a:lnTo>
                    <a:pt x="388427" y="450718"/>
                  </a:lnTo>
                  <a:lnTo>
                    <a:pt x="390139" y="455667"/>
                  </a:lnTo>
                  <a:lnTo>
                    <a:pt x="391850" y="447357"/>
                  </a:lnTo>
                  <a:lnTo>
                    <a:pt x="393562" y="350137"/>
                  </a:lnTo>
                  <a:lnTo>
                    <a:pt x="395273" y="285734"/>
                  </a:lnTo>
                  <a:lnTo>
                    <a:pt x="396984" y="264611"/>
                  </a:lnTo>
                  <a:lnTo>
                    <a:pt x="398696" y="324307"/>
                  </a:lnTo>
                  <a:lnTo>
                    <a:pt x="400407" y="385528"/>
                  </a:lnTo>
                  <a:lnTo>
                    <a:pt x="402118" y="412653"/>
                  </a:lnTo>
                  <a:lnTo>
                    <a:pt x="403830" y="402756"/>
                  </a:lnTo>
                  <a:lnTo>
                    <a:pt x="405541" y="442317"/>
                  </a:lnTo>
                  <a:lnTo>
                    <a:pt x="407253" y="484025"/>
                  </a:lnTo>
                  <a:lnTo>
                    <a:pt x="408964" y="473007"/>
                  </a:lnTo>
                  <a:lnTo>
                    <a:pt x="410675" y="453478"/>
                  </a:lnTo>
                  <a:lnTo>
                    <a:pt x="412387" y="464329"/>
                  </a:lnTo>
                  <a:lnTo>
                    <a:pt x="414098" y="447297"/>
                  </a:lnTo>
                  <a:lnTo>
                    <a:pt x="415810" y="401994"/>
                  </a:lnTo>
                  <a:lnTo>
                    <a:pt x="417521" y="357963"/>
                  </a:lnTo>
                  <a:lnTo>
                    <a:pt x="419232" y="338615"/>
                  </a:lnTo>
                  <a:lnTo>
                    <a:pt x="420944" y="203412"/>
                  </a:lnTo>
                  <a:lnTo>
                    <a:pt x="422655" y="56383"/>
                  </a:lnTo>
                  <a:lnTo>
                    <a:pt x="424367" y="0"/>
                  </a:lnTo>
                  <a:lnTo>
                    <a:pt x="426078" y="39408"/>
                  </a:lnTo>
                  <a:lnTo>
                    <a:pt x="427789" y="130493"/>
                  </a:lnTo>
                  <a:lnTo>
                    <a:pt x="429501" y="222731"/>
                  </a:lnTo>
                  <a:lnTo>
                    <a:pt x="431212" y="406557"/>
                  </a:lnTo>
                  <a:lnTo>
                    <a:pt x="432924" y="669167"/>
                  </a:lnTo>
                  <a:lnTo>
                    <a:pt x="434635" y="964105"/>
                  </a:lnTo>
                  <a:lnTo>
                    <a:pt x="436346" y="1139450"/>
                  </a:lnTo>
                  <a:lnTo>
                    <a:pt x="438058" y="1240912"/>
                  </a:lnTo>
                  <a:lnTo>
                    <a:pt x="439769" y="1327305"/>
                  </a:lnTo>
                  <a:lnTo>
                    <a:pt x="441481" y="1326071"/>
                  </a:lnTo>
                  <a:lnTo>
                    <a:pt x="443192" y="1057285"/>
                  </a:lnTo>
                  <a:lnTo>
                    <a:pt x="444903" y="821413"/>
                  </a:lnTo>
                  <a:lnTo>
                    <a:pt x="446615" y="607837"/>
                  </a:lnTo>
                  <a:lnTo>
                    <a:pt x="448326" y="461341"/>
                  </a:lnTo>
                  <a:lnTo>
                    <a:pt x="450038" y="398043"/>
                  </a:lnTo>
                  <a:lnTo>
                    <a:pt x="451749" y="394566"/>
                  </a:lnTo>
                  <a:lnTo>
                    <a:pt x="453460" y="598424"/>
                  </a:lnTo>
                  <a:lnTo>
                    <a:pt x="455172" y="781895"/>
                  </a:lnTo>
                  <a:lnTo>
                    <a:pt x="456883" y="1033367"/>
                  </a:lnTo>
                  <a:lnTo>
                    <a:pt x="458595" y="1200372"/>
                  </a:lnTo>
                  <a:lnTo>
                    <a:pt x="460306" y="1238191"/>
                  </a:lnTo>
                  <a:lnTo>
                    <a:pt x="462017" y="1252546"/>
                  </a:lnTo>
                  <a:lnTo>
                    <a:pt x="463729" y="1299490"/>
                  </a:lnTo>
                  <a:lnTo>
                    <a:pt x="465440" y="1272627"/>
                  </a:lnTo>
                  <a:lnTo>
                    <a:pt x="467152" y="1151882"/>
                  </a:lnTo>
                  <a:lnTo>
                    <a:pt x="468863" y="1049565"/>
                  </a:lnTo>
                  <a:lnTo>
                    <a:pt x="470574" y="1003108"/>
                  </a:lnTo>
                  <a:lnTo>
                    <a:pt x="472286" y="1069213"/>
                  </a:lnTo>
                  <a:lnTo>
                    <a:pt x="473997" y="1107796"/>
                  </a:lnTo>
                  <a:lnTo>
                    <a:pt x="475709" y="1147578"/>
                  </a:lnTo>
                  <a:lnTo>
                    <a:pt x="477420" y="1138666"/>
                  </a:lnTo>
                  <a:lnTo>
                    <a:pt x="479131" y="1111473"/>
                  </a:lnTo>
                  <a:lnTo>
                    <a:pt x="480843" y="1094666"/>
                  </a:lnTo>
                  <a:lnTo>
                    <a:pt x="482554" y="928599"/>
                  </a:lnTo>
                  <a:lnTo>
                    <a:pt x="484266" y="843447"/>
                  </a:lnTo>
                  <a:lnTo>
                    <a:pt x="485977" y="831532"/>
                  </a:lnTo>
                  <a:lnTo>
                    <a:pt x="487688" y="762285"/>
                  </a:lnTo>
                  <a:lnTo>
                    <a:pt x="489400" y="612728"/>
                  </a:lnTo>
                  <a:lnTo>
                    <a:pt x="491111" y="453816"/>
                  </a:lnTo>
                  <a:lnTo>
                    <a:pt x="492823" y="445927"/>
                  </a:lnTo>
                  <a:lnTo>
                    <a:pt x="494534" y="480961"/>
                  </a:lnTo>
                  <a:lnTo>
                    <a:pt x="496245" y="532202"/>
                  </a:lnTo>
                  <a:lnTo>
                    <a:pt x="497957" y="606485"/>
                  </a:lnTo>
                  <a:lnTo>
                    <a:pt x="499668" y="637193"/>
                  </a:lnTo>
                  <a:lnTo>
                    <a:pt x="501380" y="730188"/>
                  </a:lnTo>
                  <a:lnTo>
                    <a:pt x="503091" y="804005"/>
                  </a:lnTo>
                  <a:lnTo>
                    <a:pt x="504802" y="671342"/>
                  </a:lnTo>
                  <a:lnTo>
                    <a:pt x="506514" y="488037"/>
                  </a:lnTo>
                  <a:lnTo>
                    <a:pt x="508225" y="422652"/>
                  </a:lnTo>
                  <a:lnTo>
                    <a:pt x="509936" y="561935"/>
                  </a:lnTo>
                  <a:lnTo>
                    <a:pt x="511648" y="668684"/>
                  </a:lnTo>
                  <a:lnTo>
                    <a:pt x="513359" y="765068"/>
                  </a:lnTo>
                  <a:lnTo>
                    <a:pt x="515071" y="922143"/>
                  </a:lnTo>
                  <a:lnTo>
                    <a:pt x="516782" y="997499"/>
                  </a:lnTo>
                  <a:lnTo>
                    <a:pt x="518493" y="1015661"/>
                  </a:lnTo>
                  <a:lnTo>
                    <a:pt x="520205" y="874707"/>
                  </a:lnTo>
                  <a:lnTo>
                    <a:pt x="521916" y="746891"/>
                  </a:lnTo>
                  <a:lnTo>
                    <a:pt x="523628" y="581558"/>
                  </a:lnTo>
                  <a:lnTo>
                    <a:pt x="525339" y="440679"/>
                  </a:lnTo>
                  <a:lnTo>
                    <a:pt x="527050" y="466348"/>
                  </a:lnTo>
                  <a:lnTo>
                    <a:pt x="528762" y="509797"/>
                  </a:lnTo>
                  <a:lnTo>
                    <a:pt x="530473" y="640010"/>
                  </a:lnTo>
                  <a:lnTo>
                    <a:pt x="532185" y="694110"/>
                  </a:lnTo>
                  <a:lnTo>
                    <a:pt x="533896" y="791679"/>
                  </a:lnTo>
                  <a:lnTo>
                    <a:pt x="535607" y="853429"/>
                  </a:lnTo>
                  <a:lnTo>
                    <a:pt x="537319" y="723960"/>
                  </a:lnTo>
                  <a:lnTo>
                    <a:pt x="539030" y="607999"/>
                  </a:lnTo>
                  <a:lnTo>
                    <a:pt x="540742" y="567151"/>
                  </a:lnTo>
                  <a:lnTo>
                    <a:pt x="542453" y="550377"/>
                  </a:lnTo>
                  <a:lnTo>
                    <a:pt x="544164" y="520163"/>
                  </a:lnTo>
                  <a:lnTo>
                    <a:pt x="545876" y="553966"/>
                  </a:lnTo>
                  <a:lnTo>
                    <a:pt x="547587" y="611062"/>
                  </a:lnTo>
                  <a:lnTo>
                    <a:pt x="549299" y="644523"/>
                  </a:lnTo>
                  <a:lnTo>
                    <a:pt x="551010" y="673385"/>
                  </a:lnTo>
                  <a:lnTo>
                    <a:pt x="552721" y="762550"/>
                  </a:lnTo>
                  <a:lnTo>
                    <a:pt x="554433" y="730704"/>
                  </a:lnTo>
                  <a:lnTo>
                    <a:pt x="556144" y="697235"/>
                  </a:lnTo>
                  <a:lnTo>
                    <a:pt x="557856" y="840106"/>
                  </a:lnTo>
                  <a:lnTo>
                    <a:pt x="559567" y="897778"/>
                  </a:lnTo>
                  <a:lnTo>
                    <a:pt x="561278" y="916079"/>
                  </a:lnTo>
                  <a:lnTo>
                    <a:pt x="562990" y="868944"/>
                  </a:lnTo>
                  <a:lnTo>
                    <a:pt x="564701" y="775092"/>
                  </a:lnTo>
                  <a:lnTo>
                    <a:pt x="566413" y="677500"/>
                  </a:lnTo>
                  <a:lnTo>
                    <a:pt x="568124" y="562285"/>
                  </a:lnTo>
                  <a:lnTo>
                    <a:pt x="569835" y="653930"/>
                  </a:lnTo>
                  <a:lnTo>
                    <a:pt x="571547" y="741571"/>
                  </a:lnTo>
                  <a:lnTo>
                    <a:pt x="573258" y="865053"/>
                  </a:lnTo>
                  <a:lnTo>
                    <a:pt x="574970" y="1103676"/>
                  </a:lnTo>
                  <a:lnTo>
                    <a:pt x="576681" y="1270126"/>
                  </a:lnTo>
                  <a:lnTo>
                    <a:pt x="578392" y="1414221"/>
                  </a:lnTo>
                  <a:lnTo>
                    <a:pt x="580104" y="1465636"/>
                  </a:lnTo>
                  <a:lnTo>
                    <a:pt x="581815" y="1428688"/>
                  </a:lnTo>
                  <a:lnTo>
                    <a:pt x="583527" y="1353546"/>
                  </a:lnTo>
                  <a:lnTo>
                    <a:pt x="585238" y="1234679"/>
                  </a:lnTo>
                  <a:lnTo>
                    <a:pt x="586949" y="1098465"/>
                  </a:lnTo>
                  <a:lnTo>
                    <a:pt x="588661" y="1016130"/>
                  </a:lnTo>
                  <a:lnTo>
                    <a:pt x="590372" y="861466"/>
                  </a:lnTo>
                  <a:lnTo>
                    <a:pt x="592084" y="772254"/>
                  </a:lnTo>
                  <a:lnTo>
                    <a:pt x="593795" y="760040"/>
                  </a:lnTo>
                  <a:lnTo>
                    <a:pt x="595506" y="782058"/>
                  </a:lnTo>
                  <a:lnTo>
                    <a:pt x="597218" y="828611"/>
                  </a:lnTo>
                  <a:lnTo>
                    <a:pt x="598929" y="835422"/>
                  </a:lnTo>
                  <a:lnTo>
                    <a:pt x="600641" y="937554"/>
                  </a:lnTo>
                  <a:lnTo>
                    <a:pt x="602352" y="1024678"/>
                  </a:lnTo>
                  <a:lnTo>
                    <a:pt x="604063" y="1088063"/>
                  </a:lnTo>
                  <a:lnTo>
                    <a:pt x="605775" y="1153041"/>
                  </a:lnTo>
                  <a:lnTo>
                    <a:pt x="607486" y="1224211"/>
                  </a:lnTo>
                  <a:lnTo>
                    <a:pt x="609197" y="1175366"/>
                  </a:lnTo>
                  <a:lnTo>
                    <a:pt x="610909" y="1055913"/>
                  </a:lnTo>
                  <a:lnTo>
                    <a:pt x="612620" y="950987"/>
                  </a:lnTo>
                  <a:lnTo>
                    <a:pt x="614332" y="893198"/>
                  </a:lnTo>
                  <a:lnTo>
                    <a:pt x="616043" y="847029"/>
                  </a:lnTo>
                  <a:lnTo>
                    <a:pt x="617754" y="885254"/>
                  </a:lnTo>
                  <a:lnTo>
                    <a:pt x="619466" y="938495"/>
                  </a:lnTo>
                  <a:lnTo>
                    <a:pt x="621177" y="968439"/>
                  </a:lnTo>
                  <a:lnTo>
                    <a:pt x="622889" y="1003902"/>
                  </a:lnTo>
                  <a:lnTo>
                    <a:pt x="624600" y="986411"/>
                  </a:lnTo>
                  <a:lnTo>
                    <a:pt x="626311" y="1068385"/>
                  </a:lnTo>
                  <a:lnTo>
                    <a:pt x="628023" y="1101400"/>
                  </a:lnTo>
                  <a:lnTo>
                    <a:pt x="629734" y="1099224"/>
                  </a:lnTo>
                  <a:lnTo>
                    <a:pt x="631446" y="1139001"/>
                  </a:lnTo>
                  <a:lnTo>
                    <a:pt x="633157" y="1225488"/>
                  </a:lnTo>
                  <a:lnTo>
                    <a:pt x="634868" y="1260247"/>
                  </a:lnTo>
                  <a:lnTo>
                    <a:pt x="636580" y="1182080"/>
                  </a:lnTo>
                  <a:lnTo>
                    <a:pt x="638291" y="1066215"/>
                  </a:lnTo>
                  <a:lnTo>
                    <a:pt x="640003" y="914300"/>
                  </a:lnTo>
                  <a:lnTo>
                    <a:pt x="641714" y="815707"/>
                  </a:lnTo>
                  <a:lnTo>
                    <a:pt x="643425" y="745098"/>
                  </a:lnTo>
                  <a:lnTo>
                    <a:pt x="645137" y="690102"/>
                  </a:lnTo>
                  <a:lnTo>
                    <a:pt x="646848" y="665608"/>
                  </a:lnTo>
                  <a:lnTo>
                    <a:pt x="648560" y="721062"/>
                  </a:lnTo>
                  <a:lnTo>
                    <a:pt x="650271" y="824782"/>
                  </a:lnTo>
                  <a:lnTo>
                    <a:pt x="651982" y="911815"/>
                  </a:lnTo>
                  <a:lnTo>
                    <a:pt x="653694" y="1020758"/>
                  </a:lnTo>
                  <a:lnTo>
                    <a:pt x="655405" y="1140925"/>
                  </a:lnTo>
                  <a:lnTo>
                    <a:pt x="657117" y="1222269"/>
                  </a:lnTo>
                  <a:lnTo>
                    <a:pt x="658828" y="1264746"/>
                  </a:lnTo>
                  <a:lnTo>
                    <a:pt x="660539" y="1328870"/>
                  </a:lnTo>
                  <a:lnTo>
                    <a:pt x="662251" y="1367429"/>
                  </a:lnTo>
                  <a:lnTo>
                    <a:pt x="663962" y="1373177"/>
                  </a:lnTo>
                  <a:lnTo>
                    <a:pt x="665674" y="1399604"/>
                  </a:lnTo>
                  <a:lnTo>
                    <a:pt x="667385" y="1418059"/>
                  </a:lnTo>
                  <a:lnTo>
                    <a:pt x="669096" y="1418889"/>
                  </a:lnTo>
                  <a:lnTo>
                    <a:pt x="670808" y="1459317"/>
                  </a:lnTo>
                  <a:lnTo>
                    <a:pt x="672519" y="1504422"/>
                  </a:lnTo>
                  <a:lnTo>
                    <a:pt x="674231" y="1488233"/>
                  </a:lnTo>
                  <a:lnTo>
                    <a:pt x="675942" y="1443205"/>
                  </a:lnTo>
                  <a:lnTo>
                    <a:pt x="677653" y="1478575"/>
                  </a:lnTo>
                  <a:lnTo>
                    <a:pt x="678131" y="151334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8440274" y="3088883"/>
              <a:ext cx="8044" cy="173594"/>
            </a:xfrm>
            <a:custGeom>
              <a:avLst/>
              <a:pathLst>
                <a:path w="8044" h="173594">
                  <a:moveTo>
                    <a:pt x="0" y="173594"/>
                  </a:moveTo>
                  <a:lnTo>
                    <a:pt x="305" y="143186"/>
                  </a:lnTo>
                  <a:lnTo>
                    <a:pt x="2017" y="38795"/>
                  </a:lnTo>
                  <a:lnTo>
                    <a:pt x="3728" y="0"/>
                  </a:lnTo>
                  <a:lnTo>
                    <a:pt x="5439" y="4061"/>
                  </a:lnTo>
                  <a:lnTo>
                    <a:pt x="7151" y="115227"/>
                  </a:lnTo>
                  <a:lnTo>
                    <a:pt x="8044" y="17359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8457477" y="2880226"/>
              <a:ext cx="22400" cy="382250"/>
            </a:xfrm>
            <a:custGeom>
              <a:avLst/>
              <a:pathLst>
                <a:path w="22400" h="382250">
                  <a:moveTo>
                    <a:pt x="0" y="382250"/>
                  </a:moveTo>
                  <a:lnTo>
                    <a:pt x="216" y="367450"/>
                  </a:lnTo>
                  <a:lnTo>
                    <a:pt x="1927" y="310192"/>
                  </a:lnTo>
                  <a:lnTo>
                    <a:pt x="3639" y="208286"/>
                  </a:lnTo>
                  <a:lnTo>
                    <a:pt x="5350" y="146432"/>
                  </a:lnTo>
                  <a:lnTo>
                    <a:pt x="7062" y="124398"/>
                  </a:lnTo>
                  <a:lnTo>
                    <a:pt x="8773" y="81628"/>
                  </a:lnTo>
                  <a:lnTo>
                    <a:pt x="10484" y="90684"/>
                  </a:lnTo>
                  <a:lnTo>
                    <a:pt x="12196" y="28172"/>
                  </a:lnTo>
                  <a:lnTo>
                    <a:pt x="13907" y="0"/>
                  </a:lnTo>
                  <a:lnTo>
                    <a:pt x="15619" y="24679"/>
                  </a:lnTo>
                  <a:lnTo>
                    <a:pt x="17330" y="129612"/>
                  </a:lnTo>
                  <a:lnTo>
                    <a:pt x="19041" y="250252"/>
                  </a:lnTo>
                  <a:lnTo>
                    <a:pt x="20753" y="295958"/>
                  </a:lnTo>
                  <a:lnTo>
                    <a:pt x="22400" y="38225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8483455" y="3162182"/>
              <a:ext cx="11827" cy="100294"/>
            </a:xfrm>
            <a:custGeom>
              <a:avLst/>
              <a:pathLst>
                <a:path w="11827" h="100294">
                  <a:moveTo>
                    <a:pt x="0" y="100294"/>
                  </a:moveTo>
                  <a:lnTo>
                    <a:pt x="1621" y="32708"/>
                  </a:lnTo>
                  <a:lnTo>
                    <a:pt x="3332" y="0"/>
                  </a:lnTo>
                  <a:lnTo>
                    <a:pt x="5044" y="12956"/>
                  </a:lnTo>
                  <a:lnTo>
                    <a:pt x="6755" y="39220"/>
                  </a:lnTo>
                  <a:lnTo>
                    <a:pt x="8466" y="34679"/>
                  </a:lnTo>
                  <a:lnTo>
                    <a:pt x="10178" y="73216"/>
                  </a:lnTo>
                  <a:lnTo>
                    <a:pt x="11827" y="10029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8507620" y="3062473"/>
              <a:ext cx="19588" cy="200003"/>
            </a:xfrm>
            <a:custGeom>
              <a:avLst/>
              <a:pathLst>
                <a:path w="19588" h="200003">
                  <a:moveTo>
                    <a:pt x="0" y="200003"/>
                  </a:moveTo>
                  <a:lnTo>
                    <a:pt x="1415" y="116615"/>
                  </a:lnTo>
                  <a:lnTo>
                    <a:pt x="3126" y="90695"/>
                  </a:lnTo>
                  <a:lnTo>
                    <a:pt x="4838" y="58525"/>
                  </a:lnTo>
                  <a:lnTo>
                    <a:pt x="6549" y="46883"/>
                  </a:lnTo>
                  <a:lnTo>
                    <a:pt x="8260" y="24884"/>
                  </a:lnTo>
                  <a:lnTo>
                    <a:pt x="9972" y="0"/>
                  </a:lnTo>
                  <a:lnTo>
                    <a:pt x="11683" y="47991"/>
                  </a:lnTo>
                  <a:lnTo>
                    <a:pt x="13395" y="81835"/>
                  </a:lnTo>
                  <a:lnTo>
                    <a:pt x="15106" y="108634"/>
                  </a:lnTo>
                  <a:lnTo>
                    <a:pt x="16817" y="113548"/>
                  </a:lnTo>
                  <a:lnTo>
                    <a:pt x="18529" y="146570"/>
                  </a:lnTo>
                  <a:lnTo>
                    <a:pt x="19588" y="20000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8539598" y="3058946"/>
              <a:ext cx="13131" cy="203530"/>
            </a:xfrm>
            <a:custGeom>
              <a:avLst/>
              <a:pathLst>
                <a:path w="13131" h="203530">
                  <a:moveTo>
                    <a:pt x="0" y="203530"/>
                  </a:moveTo>
                  <a:lnTo>
                    <a:pt x="242" y="199615"/>
                  </a:lnTo>
                  <a:lnTo>
                    <a:pt x="1954" y="165846"/>
                  </a:lnTo>
                  <a:lnTo>
                    <a:pt x="3665" y="65409"/>
                  </a:lnTo>
                  <a:lnTo>
                    <a:pt x="5377" y="0"/>
                  </a:lnTo>
                  <a:lnTo>
                    <a:pt x="7088" y="16578"/>
                  </a:lnTo>
                  <a:lnTo>
                    <a:pt x="8799" y="93265"/>
                  </a:lnTo>
                  <a:lnTo>
                    <a:pt x="10511" y="120482"/>
                  </a:lnTo>
                  <a:lnTo>
                    <a:pt x="12222" y="164232"/>
                  </a:lnTo>
                  <a:lnTo>
                    <a:pt x="13131" y="20353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8560593" y="3049314"/>
              <a:ext cx="36839" cy="213162"/>
            </a:xfrm>
            <a:custGeom>
              <a:avLst/>
              <a:pathLst>
                <a:path w="36839" h="213162">
                  <a:moveTo>
                    <a:pt x="0" y="213162"/>
                  </a:moveTo>
                  <a:lnTo>
                    <a:pt x="1495" y="197614"/>
                  </a:lnTo>
                  <a:lnTo>
                    <a:pt x="3207" y="165544"/>
                  </a:lnTo>
                  <a:lnTo>
                    <a:pt x="4918" y="160523"/>
                  </a:lnTo>
                  <a:lnTo>
                    <a:pt x="6630" y="160523"/>
                  </a:lnTo>
                  <a:lnTo>
                    <a:pt x="8341" y="160523"/>
                  </a:lnTo>
                  <a:lnTo>
                    <a:pt x="10052" y="160523"/>
                  </a:lnTo>
                  <a:lnTo>
                    <a:pt x="11764" y="160523"/>
                  </a:lnTo>
                  <a:lnTo>
                    <a:pt x="13475" y="141330"/>
                  </a:lnTo>
                  <a:lnTo>
                    <a:pt x="15187" y="103222"/>
                  </a:lnTo>
                  <a:lnTo>
                    <a:pt x="16898" y="74769"/>
                  </a:lnTo>
                  <a:lnTo>
                    <a:pt x="18609" y="95872"/>
                  </a:lnTo>
                  <a:lnTo>
                    <a:pt x="20321" y="107798"/>
                  </a:lnTo>
                  <a:lnTo>
                    <a:pt x="22032" y="72603"/>
                  </a:lnTo>
                  <a:lnTo>
                    <a:pt x="23744" y="48578"/>
                  </a:lnTo>
                  <a:lnTo>
                    <a:pt x="25455" y="0"/>
                  </a:lnTo>
                  <a:lnTo>
                    <a:pt x="27166" y="10846"/>
                  </a:lnTo>
                  <a:lnTo>
                    <a:pt x="28878" y="55007"/>
                  </a:lnTo>
                  <a:lnTo>
                    <a:pt x="30589" y="72255"/>
                  </a:lnTo>
                  <a:lnTo>
                    <a:pt x="32300" y="136348"/>
                  </a:lnTo>
                  <a:lnTo>
                    <a:pt x="34012" y="129425"/>
                  </a:lnTo>
                  <a:lnTo>
                    <a:pt x="35723" y="191128"/>
                  </a:lnTo>
                  <a:lnTo>
                    <a:pt x="36839" y="21316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8598596" y="3059387"/>
              <a:ext cx="30109" cy="203089"/>
            </a:xfrm>
            <a:custGeom>
              <a:avLst/>
              <a:pathLst>
                <a:path w="30109" h="203089">
                  <a:moveTo>
                    <a:pt x="0" y="203089"/>
                  </a:moveTo>
                  <a:lnTo>
                    <a:pt x="1144" y="179366"/>
                  </a:lnTo>
                  <a:lnTo>
                    <a:pt x="2855" y="137630"/>
                  </a:lnTo>
                  <a:lnTo>
                    <a:pt x="4566" y="113848"/>
                  </a:lnTo>
                  <a:lnTo>
                    <a:pt x="6278" y="169750"/>
                  </a:lnTo>
                  <a:lnTo>
                    <a:pt x="7989" y="201879"/>
                  </a:lnTo>
                  <a:lnTo>
                    <a:pt x="9701" y="166290"/>
                  </a:lnTo>
                  <a:lnTo>
                    <a:pt x="11412" y="136515"/>
                  </a:lnTo>
                  <a:lnTo>
                    <a:pt x="13123" y="149078"/>
                  </a:lnTo>
                  <a:lnTo>
                    <a:pt x="14835" y="143963"/>
                  </a:lnTo>
                  <a:lnTo>
                    <a:pt x="16546" y="138199"/>
                  </a:lnTo>
                  <a:lnTo>
                    <a:pt x="18258" y="114906"/>
                  </a:lnTo>
                  <a:lnTo>
                    <a:pt x="19969" y="46048"/>
                  </a:lnTo>
                  <a:lnTo>
                    <a:pt x="21680" y="0"/>
                  </a:lnTo>
                  <a:lnTo>
                    <a:pt x="23392" y="4490"/>
                  </a:lnTo>
                  <a:lnTo>
                    <a:pt x="25103" y="42954"/>
                  </a:lnTo>
                  <a:lnTo>
                    <a:pt x="26815" y="69937"/>
                  </a:lnTo>
                  <a:lnTo>
                    <a:pt x="28526" y="98472"/>
                  </a:lnTo>
                  <a:lnTo>
                    <a:pt x="30109" y="20308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8640414" y="3150626"/>
              <a:ext cx="11776" cy="111850"/>
            </a:xfrm>
            <a:custGeom>
              <a:avLst/>
              <a:pathLst>
                <a:path w="11776" h="111850">
                  <a:moveTo>
                    <a:pt x="0" y="111850"/>
                  </a:moveTo>
                  <a:lnTo>
                    <a:pt x="398" y="96430"/>
                  </a:lnTo>
                  <a:lnTo>
                    <a:pt x="2110" y="4723"/>
                  </a:lnTo>
                  <a:lnTo>
                    <a:pt x="3821" y="0"/>
                  </a:lnTo>
                  <a:lnTo>
                    <a:pt x="5533" y="15635"/>
                  </a:lnTo>
                  <a:lnTo>
                    <a:pt x="7244" y="44414"/>
                  </a:lnTo>
                  <a:lnTo>
                    <a:pt x="8955" y="50516"/>
                  </a:lnTo>
                  <a:lnTo>
                    <a:pt x="10667" y="69636"/>
                  </a:lnTo>
                  <a:lnTo>
                    <a:pt x="11776" y="11185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8659277" y="3240591"/>
              <a:ext cx="4806" cy="21886"/>
            </a:xfrm>
            <a:custGeom>
              <a:avLst/>
              <a:pathLst>
                <a:path w="4806" h="21886">
                  <a:moveTo>
                    <a:pt x="0" y="21886"/>
                  </a:moveTo>
                  <a:lnTo>
                    <a:pt x="361" y="21394"/>
                  </a:lnTo>
                  <a:lnTo>
                    <a:pt x="2072" y="21394"/>
                  </a:lnTo>
                  <a:lnTo>
                    <a:pt x="3784" y="0"/>
                  </a:lnTo>
                  <a:lnTo>
                    <a:pt x="4806" y="2188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8703426" y="3230939"/>
              <a:ext cx="4131" cy="31537"/>
            </a:xfrm>
            <a:custGeom>
              <a:avLst/>
              <a:pathLst>
                <a:path w="4131" h="31537">
                  <a:moveTo>
                    <a:pt x="0" y="31537"/>
                  </a:moveTo>
                  <a:lnTo>
                    <a:pt x="708" y="9486"/>
                  </a:lnTo>
                  <a:lnTo>
                    <a:pt x="2419" y="0"/>
                  </a:lnTo>
                  <a:lnTo>
                    <a:pt x="4131" y="3153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8714600" y="3105083"/>
              <a:ext cx="36601" cy="157393"/>
            </a:xfrm>
            <a:custGeom>
              <a:avLst/>
              <a:pathLst>
                <a:path w="36601" h="157393">
                  <a:moveTo>
                    <a:pt x="0" y="157393"/>
                  </a:moveTo>
                  <a:lnTo>
                    <a:pt x="1514" y="138724"/>
                  </a:lnTo>
                  <a:lnTo>
                    <a:pt x="3225" y="132390"/>
                  </a:lnTo>
                  <a:lnTo>
                    <a:pt x="4936" y="155170"/>
                  </a:lnTo>
                  <a:lnTo>
                    <a:pt x="6648" y="155169"/>
                  </a:lnTo>
                  <a:lnTo>
                    <a:pt x="8359" y="155170"/>
                  </a:lnTo>
                  <a:lnTo>
                    <a:pt x="10071" y="127481"/>
                  </a:lnTo>
                  <a:lnTo>
                    <a:pt x="11782" y="82753"/>
                  </a:lnTo>
                  <a:lnTo>
                    <a:pt x="13493" y="72120"/>
                  </a:lnTo>
                  <a:lnTo>
                    <a:pt x="15205" y="77227"/>
                  </a:lnTo>
                  <a:lnTo>
                    <a:pt x="16916" y="77226"/>
                  </a:lnTo>
                  <a:lnTo>
                    <a:pt x="18628" y="77227"/>
                  </a:lnTo>
                  <a:lnTo>
                    <a:pt x="20339" y="104918"/>
                  </a:lnTo>
                  <a:lnTo>
                    <a:pt x="22050" y="149646"/>
                  </a:lnTo>
                  <a:lnTo>
                    <a:pt x="23762" y="135072"/>
                  </a:lnTo>
                  <a:lnTo>
                    <a:pt x="25473" y="96273"/>
                  </a:lnTo>
                  <a:lnTo>
                    <a:pt x="27185" y="68697"/>
                  </a:lnTo>
                  <a:lnTo>
                    <a:pt x="28896" y="50335"/>
                  </a:lnTo>
                  <a:lnTo>
                    <a:pt x="30607" y="20121"/>
                  </a:lnTo>
                  <a:lnTo>
                    <a:pt x="32319" y="0"/>
                  </a:lnTo>
                  <a:lnTo>
                    <a:pt x="34030" y="42078"/>
                  </a:lnTo>
                  <a:lnTo>
                    <a:pt x="35742" y="123828"/>
                  </a:lnTo>
                  <a:lnTo>
                    <a:pt x="36601" y="15739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8791682" y="3072652"/>
              <a:ext cx="16766" cy="189824"/>
            </a:xfrm>
            <a:custGeom>
              <a:avLst/>
              <a:pathLst>
                <a:path w="16766" h="189824">
                  <a:moveTo>
                    <a:pt x="0" y="189824"/>
                  </a:moveTo>
                  <a:lnTo>
                    <a:pt x="1445" y="177514"/>
                  </a:lnTo>
                  <a:lnTo>
                    <a:pt x="3157" y="123894"/>
                  </a:lnTo>
                  <a:lnTo>
                    <a:pt x="4868" y="32552"/>
                  </a:lnTo>
                  <a:lnTo>
                    <a:pt x="6579" y="0"/>
                  </a:lnTo>
                  <a:lnTo>
                    <a:pt x="8291" y="48249"/>
                  </a:lnTo>
                  <a:lnTo>
                    <a:pt x="10002" y="82798"/>
                  </a:lnTo>
                  <a:lnTo>
                    <a:pt x="11714" y="110236"/>
                  </a:lnTo>
                  <a:lnTo>
                    <a:pt x="13425" y="110235"/>
                  </a:lnTo>
                  <a:lnTo>
                    <a:pt x="15136" y="143483"/>
                  </a:lnTo>
                  <a:lnTo>
                    <a:pt x="16766" y="18982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8827372" y="3134313"/>
              <a:ext cx="11590" cy="128163"/>
            </a:xfrm>
            <a:custGeom>
              <a:avLst/>
              <a:pathLst>
                <a:path w="11590" h="128163">
                  <a:moveTo>
                    <a:pt x="0" y="128163"/>
                  </a:moveTo>
                  <a:lnTo>
                    <a:pt x="1694" y="70440"/>
                  </a:lnTo>
                  <a:lnTo>
                    <a:pt x="3406" y="30316"/>
                  </a:lnTo>
                  <a:lnTo>
                    <a:pt x="5117" y="0"/>
                  </a:lnTo>
                  <a:lnTo>
                    <a:pt x="6829" y="6001"/>
                  </a:lnTo>
                  <a:lnTo>
                    <a:pt x="8540" y="67270"/>
                  </a:lnTo>
                  <a:lnTo>
                    <a:pt x="10251" y="96103"/>
                  </a:lnTo>
                  <a:lnTo>
                    <a:pt x="11590" y="12816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8866075" y="3192517"/>
              <a:ext cx="15678" cy="69959"/>
            </a:xfrm>
            <a:custGeom>
              <a:avLst/>
              <a:pathLst>
                <a:path w="15678" h="69959">
                  <a:moveTo>
                    <a:pt x="0" y="69959"/>
                  </a:moveTo>
                  <a:lnTo>
                    <a:pt x="642" y="18677"/>
                  </a:lnTo>
                  <a:lnTo>
                    <a:pt x="2353" y="0"/>
                  </a:lnTo>
                  <a:lnTo>
                    <a:pt x="4064" y="23801"/>
                  </a:lnTo>
                  <a:lnTo>
                    <a:pt x="5776" y="43655"/>
                  </a:lnTo>
                  <a:lnTo>
                    <a:pt x="7487" y="34424"/>
                  </a:lnTo>
                  <a:lnTo>
                    <a:pt x="9199" y="28817"/>
                  </a:lnTo>
                  <a:lnTo>
                    <a:pt x="10910" y="26176"/>
                  </a:lnTo>
                  <a:lnTo>
                    <a:pt x="12621" y="5390"/>
                  </a:lnTo>
                  <a:lnTo>
                    <a:pt x="14333" y="4947"/>
                  </a:lnTo>
                  <a:lnTo>
                    <a:pt x="15678" y="6995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8890247" y="3110112"/>
              <a:ext cx="12580" cy="152364"/>
            </a:xfrm>
            <a:custGeom>
              <a:avLst/>
              <a:pathLst>
                <a:path w="12580" h="152364">
                  <a:moveTo>
                    <a:pt x="0" y="152364"/>
                  </a:moveTo>
                  <a:lnTo>
                    <a:pt x="430" y="139875"/>
                  </a:lnTo>
                  <a:lnTo>
                    <a:pt x="2141" y="60232"/>
                  </a:lnTo>
                  <a:lnTo>
                    <a:pt x="3853" y="0"/>
                  </a:lnTo>
                  <a:lnTo>
                    <a:pt x="5564" y="21202"/>
                  </a:lnTo>
                  <a:lnTo>
                    <a:pt x="7276" y="52744"/>
                  </a:lnTo>
                  <a:lnTo>
                    <a:pt x="8987" y="57998"/>
                  </a:lnTo>
                  <a:lnTo>
                    <a:pt x="10698" y="107648"/>
                  </a:lnTo>
                  <a:lnTo>
                    <a:pt x="12410" y="145986"/>
                  </a:lnTo>
                  <a:lnTo>
                    <a:pt x="12580" y="15236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8918742" y="3200494"/>
              <a:ext cx="13154" cy="61982"/>
            </a:xfrm>
            <a:custGeom>
              <a:avLst/>
              <a:pathLst>
                <a:path w="13154" h="61982">
                  <a:moveTo>
                    <a:pt x="0" y="61982"/>
                  </a:moveTo>
                  <a:lnTo>
                    <a:pt x="1029" y="52038"/>
                  </a:lnTo>
                  <a:lnTo>
                    <a:pt x="2740" y="39389"/>
                  </a:lnTo>
                  <a:lnTo>
                    <a:pt x="4452" y="42944"/>
                  </a:lnTo>
                  <a:lnTo>
                    <a:pt x="6163" y="21986"/>
                  </a:lnTo>
                  <a:lnTo>
                    <a:pt x="7874" y="0"/>
                  </a:lnTo>
                  <a:lnTo>
                    <a:pt x="9586" y="1495"/>
                  </a:lnTo>
                  <a:lnTo>
                    <a:pt x="11297" y="15605"/>
                  </a:lnTo>
                  <a:lnTo>
                    <a:pt x="13009" y="59006"/>
                  </a:lnTo>
                  <a:lnTo>
                    <a:pt x="13154" y="6198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8950561" y="3115228"/>
              <a:ext cx="31219" cy="147248"/>
            </a:xfrm>
            <a:custGeom>
              <a:avLst/>
              <a:pathLst>
                <a:path w="31219" h="147248">
                  <a:moveTo>
                    <a:pt x="0" y="147248"/>
                  </a:moveTo>
                  <a:lnTo>
                    <a:pt x="14" y="146668"/>
                  </a:lnTo>
                  <a:lnTo>
                    <a:pt x="1726" y="78967"/>
                  </a:lnTo>
                  <a:lnTo>
                    <a:pt x="3437" y="21066"/>
                  </a:lnTo>
                  <a:lnTo>
                    <a:pt x="5148" y="0"/>
                  </a:lnTo>
                  <a:lnTo>
                    <a:pt x="6860" y="41230"/>
                  </a:lnTo>
                  <a:lnTo>
                    <a:pt x="8571" y="48375"/>
                  </a:lnTo>
                  <a:lnTo>
                    <a:pt x="10283" y="29872"/>
                  </a:lnTo>
                  <a:lnTo>
                    <a:pt x="11994" y="46587"/>
                  </a:lnTo>
                  <a:lnTo>
                    <a:pt x="13705" y="62627"/>
                  </a:lnTo>
                  <a:lnTo>
                    <a:pt x="15417" y="38328"/>
                  </a:lnTo>
                  <a:lnTo>
                    <a:pt x="17128" y="10451"/>
                  </a:lnTo>
                  <a:lnTo>
                    <a:pt x="18840" y="10452"/>
                  </a:lnTo>
                  <a:lnTo>
                    <a:pt x="20551" y="10453"/>
                  </a:lnTo>
                  <a:lnTo>
                    <a:pt x="22262" y="10454"/>
                  </a:lnTo>
                  <a:lnTo>
                    <a:pt x="23974" y="21369"/>
                  </a:lnTo>
                  <a:lnTo>
                    <a:pt x="25685" y="66734"/>
                  </a:lnTo>
                  <a:lnTo>
                    <a:pt x="27397" y="94610"/>
                  </a:lnTo>
                  <a:lnTo>
                    <a:pt x="29108" y="96941"/>
                  </a:lnTo>
                  <a:lnTo>
                    <a:pt x="30819" y="130344"/>
                  </a:lnTo>
                  <a:lnTo>
                    <a:pt x="31219" y="14724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2969351"/>
                  </a:moveTo>
                  <a:lnTo>
                    <a:pt x="1711" y="2943902"/>
                  </a:lnTo>
                  <a:lnTo>
                    <a:pt x="3422" y="2933416"/>
                  </a:lnTo>
                  <a:lnTo>
                    <a:pt x="5134" y="3016577"/>
                  </a:lnTo>
                  <a:lnTo>
                    <a:pt x="6845" y="3095870"/>
                  </a:lnTo>
                  <a:lnTo>
                    <a:pt x="8556" y="3098390"/>
                  </a:lnTo>
                  <a:lnTo>
                    <a:pt x="10268" y="3109034"/>
                  </a:lnTo>
                  <a:lnTo>
                    <a:pt x="11979" y="3116972"/>
                  </a:lnTo>
                  <a:lnTo>
                    <a:pt x="13691" y="3116972"/>
                  </a:lnTo>
                  <a:lnTo>
                    <a:pt x="15402" y="3116972"/>
                  </a:lnTo>
                  <a:lnTo>
                    <a:pt x="17113" y="3066853"/>
                  </a:lnTo>
                  <a:lnTo>
                    <a:pt x="18825" y="3064334"/>
                  </a:lnTo>
                  <a:lnTo>
                    <a:pt x="20536" y="3052204"/>
                  </a:lnTo>
                  <a:lnTo>
                    <a:pt x="22248" y="2998089"/>
                  </a:lnTo>
                  <a:lnTo>
                    <a:pt x="23959" y="2981623"/>
                  </a:lnTo>
                  <a:lnTo>
                    <a:pt x="25670" y="2981623"/>
                  </a:lnTo>
                  <a:lnTo>
                    <a:pt x="27382" y="2978169"/>
                  </a:lnTo>
                  <a:lnTo>
                    <a:pt x="29093" y="2942052"/>
                  </a:lnTo>
                  <a:lnTo>
                    <a:pt x="30805" y="2861770"/>
                  </a:lnTo>
                  <a:lnTo>
                    <a:pt x="32516" y="2852190"/>
                  </a:lnTo>
                  <a:lnTo>
                    <a:pt x="34227" y="2880494"/>
                  </a:lnTo>
                  <a:lnTo>
                    <a:pt x="35939" y="2841825"/>
                  </a:lnTo>
                  <a:lnTo>
                    <a:pt x="37650" y="2733749"/>
                  </a:lnTo>
                  <a:lnTo>
                    <a:pt x="39362" y="2692326"/>
                  </a:lnTo>
                  <a:lnTo>
                    <a:pt x="41073" y="2780443"/>
                  </a:lnTo>
                  <a:lnTo>
                    <a:pt x="42784" y="2788290"/>
                  </a:lnTo>
                  <a:lnTo>
                    <a:pt x="44496" y="2714736"/>
                  </a:lnTo>
                  <a:lnTo>
                    <a:pt x="46207" y="2760701"/>
                  </a:lnTo>
                  <a:lnTo>
                    <a:pt x="47919" y="2844506"/>
                  </a:lnTo>
                  <a:lnTo>
                    <a:pt x="49630" y="2912076"/>
                  </a:lnTo>
                  <a:lnTo>
                    <a:pt x="51341" y="2916369"/>
                  </a:lnTo>
                  <a:lnTo>
                    <a:pt x="53053" y="2971882"/>
                  </a:lnTo>
                  <a:lnTo>
                    <a:pt x="54764" y="3019003"/>
                  </a:lnTo>
                  <a:lnTo>
                    <a:pt x="56476" y="2993994"/>
                  </a:lnTo>
                  <a:lnTo>
                    <a:pt x="58187" y="2994594"/>
                  </a:lnTo>
                  <a:lnTo>
                    <a:pt x="59898" y="2891609"/>
                  </a:lnTo>
                  <a:lnTo>
                    <a:pt x="61610" y="2781886"/>
                  </a:lnTo>
                  <a:lnTo>
                    <a:pt x="63321" y="2683591"/>
                  </a:lnTo>
                  <a:lnTo>
                    <a:pt x="65033" y="2663550"/>
                  </a:lnTo>
                  <a:lnTo>
                    <a:pt x="66744" y="2663096"/>
                  </a:lnTo>
                  <a:lnTo>
                    <a:pt x="68455" y="2686364"/>
                  </a:lnTo>
                  <a:lnTo>
                    <a:pt x="70167" y="2794687"/>
                  </a:lnTo>
                  <a:lnTo>
                    <a:pt x="71878" y="2882911"/>
                  </a:lnTo>
                  <a:lnTo>
                    <a:pt x="73590" y="2949540"/>
                  </a:lnTo>
                  <a:lnTo>
                    <a:pt x="75301" y="2953416"/>
                  </a:lnTo>
                  <a:lnTo>
                    <a:pt x="77012" y="2976602"/>
                  </a:lnTo>
                  <a:lnTo>
                    <a:pt x="78724" y="2992602"/>
                  </a:lnTo>
                  <a:lnTo>
                    <a:pt x="80435" y="2937751"/>
                  </a:lnTo>
                  <a:lnTo>
                    <a:pt x="82147" y="2881733"/>
                  </a:lnTo>
                  <a:lnTo>
                    <a:pt x="83858" y="2838345"/>
                  </a:lnTo>
                  <a:lnTo>
                    <a:pt x="85569" y="2792719"/>
                  </a:lnTo>
                  <a:lnTo>
                    <a:pt x="87281" y="2772374"/>
                  </a:lnTo>
                  <a:lnTo>
                    <a:pt x="88992" y="2786576"/>
                  </a:lnTo>
                  <a:lnTo>
                    <a:pt x="90704" y="2876208"/>
                  </a:lnTo>
                  <a:lnTo>
                    <a:pt x="92415" y="2888710"/>
                  </a:lnTo>
                  <a:lnTo>
                    <a:pt x="94126" y="2887253"/>
                  </a:lnTo>
                  <a:lnTo>
                    <a:pt x="95838" y="2902831"/>
                  </a:lnTo>
                  <a:lnTo>
                    <a:pt x="97549" y="2916365"/>
                  </a:lnTo>
                  <a:lnTo>
                    <a:pt x="99261" y="2884628"/>
                  </a:lnTo>
                  <a:lnTo>
                    <a:pt x="100972" y="2804763"/>
                  </a:lnTo>
                  <a:lnTo>
                    <a:pt x="102683" y="2841595"/>
                  </a:lnTo>
                  <a:lnTo>
                    <a:pt x="104395" y="2944929"/>
                  </a:lnTo>
                  <a:lnTo>
                    <a:pt x="106106" y="3013244"/>
                  </a:lnTo>
                  <a:lnTo>
                    <a:pt x="107817" y="2967889"/>
                  </a:lnTo>
                  <a:lnTo>
                    <a:pt x="109529" y="2967327"/>
                  </a:lnTo>
                  <a:lnTo>
                    <a:pt x="111240" y="3017046"/>
                  </a:lnTo>
                  <a:lnTo>
                    <a:pt x="112952" y="3045231"/>
                  </a:lnTo>
                  <a:lnTo>
                    <a:pt x="114663" y="2982768"/>
                  </a:lnTo>
                  <a:lnTo>
                    <a:pt x="116374" y="2888860"/>
                  </a:lnTo>
                  <a:lnTo>
                    <a:pt x="118086" y="2897268"/>
                  </a:lnTo>
                  <a:lnTo>
                    <a:pt x="119797" y="2914422"/>
                  </a:lnTo>
                  <a:lnTo>
                    <a:pt x="121509" y="2868702"/>
                  </a:lnTo>
                  <a:lnTo>
                    <a:pt x="123220" y="2796088"/>
                  </a:lnTo>
                  <a:lnTo>
                    <a:pt x="124931" y="2751410"/>
                  </a:lnTo>
                  <a:lnTo>
                    <a:pt x="126643" y="2781745"/>
                  </a:lnTo>
                  <a:lnTo>
                    <a:pt x="128354" y="2794593"/>
                  </a:lnTo>
                  <a:lnTo>
                    <a:pt x="130066" y="2750080"/>
                  </a:lnTo>
                  <a:lnTo>
                    <a:pt x="131777" y="2805687"/>
                  </a:lnTo>
                  <a:lnTo>
                    <a:pt x="133488" y="2825000"/>
                  </a:lnTo>
                  <a:lnTo>
                    <a:pt x="135200" y="2834895"/>
                  </a:lnTo>
                  <a:lnTo>
                    <a:pt x="136911" y="2848648"/>
                  </a:lnTo>
                  <a:lnTo>
                    <a:pt x="138623" y="2826023"/>
                  </a:lnTo>
                  <a:lnTo>
                    <a:pt x="140334" y="2783201"/>
                  </a:lnTo>
                  <a:lnTo>
                    <a:pt x="142045" y="2668730"/>
                  </a:lnTo>
                  <a:lnTo>
                    <a:pt x="143757" y="2672638"/>
                  </a:lnTo>
                  <a:lnTo>
                    <a:pt x="145468" y="2743394"/>
                  </a:lnTo>
                  <a:lnTo>
                    <a:pt x="147180" y="2758682"/>
                  </a:lnTo>
                  <a:lnTo>
                    <a:pt x="148891" y="2731397"/>
                  </a:lnTo>
                  <a:lnTo>
                    <a:pt x="150602" y="2706546"/>
                  </a:lnTo>
                  <a:lnTo>
                    <a:pt x="152314" y="2755847"/>
                  </a:lnTo>
                  <a:lnTo>
                    <a:pt x="154025" y="2770881"/>
                  </a:lnTo>
                  <a:lnTo>
                    <a:pt x="155737" y="2745805"/>
                  </a:lnTo>
                  <a:lnTo>
                    <a:pt x="157448" y="2757865"/>
                  </a:lnTo>
                  <a:lnTo>
                    <a:pt x="159159" y="2841182"/>
                  </a:lnTo>
                  <a:lnTo>
                    <a:pt x="160871" y="2908954"/>
                  </a:lnTo>
                  <a:lnTo>
                    <a:pt x="162582" y="2861831"/>
                  </a:lnTo>
                  <a:lnTo>
                    <a:pt x="164294" y="2820715"/>
                  </a:lnTo>
                  <a:lnTo>
                    <a:pt x="166005" y="2866117"/>
                  </a:lnTo>
                  <a:lnTo>
                    <a:pt x="167716" y="2890180"/>
                  </a:lnTo>
                  <a:lnTo>
                    <a:pt x="169428" y="2847634"/>
                  </a:lnTo>
                  <a:lnTo>
                    <a:pt x="171139" y="2796208"/>
                  </a:lnTo>
                  <a:lnTo>
                    <a:pt x="172851" y="2813956"/>
                  </a:lnTo>
                  <a:lnTo>
                    <a:pt x="174562" y="2872960"/>
                  </a:lnTo>
                  <a:lnTo>
                    <a:pt x="176273" y="2852635"/>
                  </a:lnTo>
                  <a:lnTo>
                    <a:pt x="177985" y="2834210"/>
                  </a:lnTo>
                  <a:lnTo>
                    <a:pt x="179696" y="2815604"/>
                  </a:lnTo>
                  <a:lnTo>
                    <a:pt x="181408" y="2853226"/>
                  </a:lnTo>
                  <a:lnTo>
                    <a:pt x="183119" y="2918190"/>
                  </a:lnTo>
                  <a:lnTo>
                    <a:pt x="184830" y="2974613"/>
                  </a:lnTo>
                  <a:lnTo>
                    <a:pt x="186542" y="2978453"/>
                  </a:lnTo>
                  <a:lnTo>
                    <a:pt x="188253" y="2891079"/>
                  </a:lnTo>
                  <a:lnTo>
                    <a:pt x="189965" y="2874554"/>
                  </a:lnTo>
                  <a:lnTo>
                    <a:pt x="191676" y="2887590"/>
                  </a:lnTo>
                  <a:lnTo>
                    <a:pt x="193387" y="2864934"/>
                  </a:lnTo>
                  <a:lnTo>
                    <a:pt x="195099" y="2805203"/>
                  </a:lnTo>
                  <a:lnTo>
                    <a:pt x="196810" y="2769155"/>
                  </a:lnTo>
                  <a:lnTo>
                    <a:pt x="198522" y="2875553"/>
                  </a:lnTo>
                  <a:lnTo>
                    <a:pt x="200233" y="2922135"/>
                  </a:lnTo>
                  <a:lnTo>
                    <a:pt x="201944" y="2897815"/>
                  </a:lnTo>
                  <a:lnTo>
                    <a:pt x="203656" y="2907228"/>
                  </a:lnTo>
                  <a:lnTo>
                    <a:pt x="205367" y="2849698"/>
                  </a:lnTo>
                  <a:lnTo>
                    <a:pt x="207079" y="2822608"/>
                  </a:lnTo>
                  <a:lnTo>
                    <a:pt x="208790" y="2847225"/>
                  </a:lnTo>
                  <a:lnTo>
                    <a:pt x="210501" y="2943115"/>
                  </a:lnTo>
                  <a:lnTo>
                    <a:pt x="212213" y="2990070"/>
                  </a:lnTo>
                  <a:lnTo>
                    <a:pt x="213924" y="2969488"/>
                  </a:lnTo>
                  <a:lnTo>
                    <a:pt x="215635" y="2973789"/>
                  </a:lnTo>
                  <a:lnTo>
                    <a:pt x="217347" y="2965432"/>
                  </a:lnTo>
                  <a:lnTo>
                    <a:pt x="219058" y="2911797"/>
                  </a:lnTo>
                  <a:lnTo>
                    <a:pt x="220770" y="2828548"/>
                  </a:lnTo>
                  <a:lnTo>
                    <a:pt x="222481" y="2818873"/>
                  </a:lnTo>
                  <a:lnTo>
                    <a:pt x="224192" y="2872394"/>
                  </a:lnTo>
                  <a:lnTo>
                    <a:pt x="225904" y="2945410"/>
                  </a:lnTo>
                  <a:lnTo>
                    <a:pt x="227615" y="3013061"/>
                  </a:lnTo>
                  <a:lnTo>
                    <a:pt x="229327" y="3032370"/>
                  </a:lnTo>
                  <a:lnTo>
                    <a:pt x="231038" y="3043311"/>
                  </a:lnTo>
                  <a:lnTo>
                    <a:pt x="232749" y="3064334"/>
                  </a:lnTo>
                  <a:lnTo>
                    <a:pt x="234461" y="3064334"/>
                  </a:lnTo>
                  <a:lnTo>
                    <a:pt x="236172" y="3034453"/>
                  </a:lnTo>
                  <a:lnTo>
                    <a:pt x="237884" y="2991599"/>
                  </a:lnTo>
                  <a:lnTo>
                    <a:pt x="239595" y="3009972"/>
                  </a:lnTo>
                  <a:lnTo>
                    <a:pt x="241306" y="3064731"/>
                  </a:lnTo>
                  <a:lnTo>
                    <a:pt x="243018" y="3073226"/>
                  </a:lnTo>
                  <a:lnTo>
                    <a:pt x="244729" y="3073227"/>
                  </a:lnTo>
                  <a:lnTo>
                    <a:pt x="246441" y="3103105"/>
                  </a:lnTo>
                  <a:lnTo>
                    <a:pt x="248152" y="3116972"/>
                  </a:lnTo>
                  <a:lnTo>
                    <a:pt x="249863" y="3116972"/>
                  </a:lnTo>
                  <a:lnTo>
                    <a:pt x="251575" y="3083227"/>
                  </a:lnTo>
                  <a:lnTo>
                    <a:pt x="253286" y="3106802"/>
                  </a:lnTo>
                  <a:lnTo>
                    <a:pt x="254998" y="3116972"/>
                  </a:lnTo>
                  <a:lnTo>
                    <a:pt x="256709" y="3094979"/>
                  </a:lnTo>
                  <a:lnTo>
                    <a:pt x="258420" y="3008555"/>
                  </a:lnTo>
                  <a:lnTo>
                    <a:pt x="260132" y="2969709"/>
                  </a:lnTo>
                  <a:lnTo>
                    <a:pt x="261843" y="2932356"/>
                  </a:lnTo>
                  <a:lnTo>
                    <a:pt x="263555" y="2854795"/>
                  </a:lnTo>
                  <a:lnTo>
                    <a:pt x="265266" y="2857587"/>
                  </a:lnTo>
                  <a:lnTo>
                    <a:pt x="266977" y="2865057"/>
                  </a:lnTo>
                  <a:lnTo>
                    <a:pt x="268689" y="2912090"/>
                  </a:lnTo>
                  <a:lnTo>
                    <a:pt x="270400" y="2910164"/>
                  </a:lnTo>
                  <a:lnTo>
                    <a:pt x="272112" y="2837338"/>
                  </a:lnTo>
                  <a:lnTo>
                    <a:pt x="273823" y="2840770"/>
                  </a:lnTo>
                  <a:lnTo>
                    <a:pt x="275534" y="2780664"/>
                  </a:lnTo>
                  <a:lnTo>
                    <a:pt x="277246" y="2777428"/>
                  </a:lnTo>
                  <a:lnTo>
                    <a:pt x="278957" y="2816824"/>
                  </a:lnTo>
                  <a:lnTo>
                    <a:pt x="280669" y="2857598"/>
                  </a:lnTo>
                  <a:lnTo>
                    <a:pt x="282380" y="2930864"/>
                  </a:lnTo>
                  <a:lnTo>
                    <a:pt x="284091" y="2921436"/>
                  </a:lnTo>
                  <a:lnTo>
                    <a:pt x="285803" y="2957665"/>
                  </a:lnTo>
                  <a:lnTo>
                    <a:pt x="287514" y="2945837"/>
                  </a:lnTo>
                  <a:lnTo>
                    <a:pt x="289226" y="2856842"/>
                  </a:lnTo>
                  <a:lnTo>
                    <a:pt x="290937" y="2869854"/>
                  </a:lnTo>
                  <a:lnTo>
                    <a:pt x="292648" y="2911654"/>
                  </a:lnTo>
                  <a:lnTo>
                    <a:pt x="294360" y="2963140"/>
                  </a:lnTo>
                  <a:lnTo>
                    <a:pt x="296071" y="2967401"/>
                  </a:lnTo>
                  <a:lnTo>
                    <a:pt x="297783" y="3003639"/>
                  </a:lnTo>
                  <a:lnTo>
                    <a:pt x="299494" y="3092633"/>
                  </a:lnTo>
                  <a:lnTo>
                    <a:pt x="301205" y="3079621"/>
                  </a:lnTo>
                  <a:lnTo>
                    <a:pt x="302917" y="3032486"/>
                  </a:lnTo>
                  <a:lnTo>
                    <a:pt x="304628" y="2982516"/>
                  </a:lnTo>
                  <a:lnTo>
                    <a:pt x="306340" y="2971190"/>
                  </a:lnTo>
                  <a:lnTo>
                    <a:pt x="308051" y="2923561"/>
                  </a:lnTo>
                  <a:lnTo>
                    <a:pt x="309762" y="2917604"/>
                  </a:lnTo>
                  <a:lnTo>
                    <a:pt x="311474" y="2917605"/>
                  </a:lnTo>
                  <a:lnTo>
                    <a:pt x="313185" y="2949455"/>
                  </a:lnTo>
                  <a:lnTo>
                    <a:pt x="314897" y="2999425"/>
                  </a:lnTo>
                  <a:lnTo>
                    <a:pt x="316608" y="3010750"/>
                  </a:lnTo>
                  <a:lnTo>
                    <a:pt x="318319" y="3058378"/>
                  </a:lnTo>
                  <a:lnTo>
                    <a:pt x="320031" y="3064334"/>
                  </a:lnTo>
                  <a:lnTo>
                    <a:pt x="321742" y="3064334"/>
                  </a:lnTo>
                  <a:lnTo>
                    <a:pt x="323453" y="3064334"/>
                  </a:lnTo>
                  <a:lnTo>
                    <a:pt x="325165" y="3064334"/>
                  </a:lnTo>
                  <a:lnTo>
                    <a:pt x="326876" y="3064334"/>
                  </a:lnTo>
                  <a:lnTo>
                    <a:pt x="328588" y="3064334"/>
                  </a:lnTo>
                  <a:lnTo>
                    <a:pt x="330299" y="3064334"/>
                  </a:lnTo>
                  <a:lnTo>
                    <a:pt x="332010" y="3064334"/>
                  </a:lnTo>
                  <a:lnTo>
                    <a:pt x="333722" y="3064334"/>
                  </a:lnTo>
                  <a:lnTo>
                    <a:pt x="335433" y="3064334"/>
                  </a:lnTo>
                  <a:lnTo>
                    <a:pt x="337145" y="3064334"/>
                  </a:lnTo>
                  <a:lnTo>
                    <a:pt x="338856" y="3064334"/>
                  </a:lnTo>
                  <a:lnTo>
                    <a:pt x="340567" y="3064334"/>
                  </a:lnTo>
                  <a:lnTo>
                    <a:pt x="342279" y="3064334"/>
                  </a:lnTo>
                  <a:lnTo>
                    <a:pt x="343990" y="3064334"/>
                  </a:lnTo>
                  <a:lnTo>
                    <a:pt x="345702" y="3064334"/>
                  </a:lnTo>
                  <a:lnTo>
                    <a:pt x="347413" y="3064334"/>
                  </a:lnTo>
                  <a:lnTo>
                    <a:pt x="349124" y="3064334"/>
                  </a:lnTo>
                  <a:lnTo>
                    <a:pt x="350836" y="3064334"/>
                  </a:lnTo>
                  <a:lnTo>
                    <a:pt x="352547" y="3064334"/>
                  </a:lnTo>
                  <a:lnTo>
                    <a:pt x="354259" y="3064334"/>
                  </a:lnTo>
                  <a:lnTo>
                    <a:pt x="355970" y="3064334"/>
                  </a:lnTo>
                  <a:lnTo>
                    <a:pt x="357681" y="3064334"/>
                  </a:lnTo>
                  <a:lnTo>
                    <a:pt x="359393" y="3064334"/>
                  </a:lnTo>
                  <a:lnTo>
                    <a:pt x="361104" y="3075091"/>
                  </a:lnTo>
                  <a:lnTo>
                    <a:pt x="362816" y="3086693"/>
                  </a:lnTo>
                  <a:lnTo>
                    <a:pt x="364527" y="3116972"/>
                  </a:lnTo>
                  <a:lnTo>
                    <a:pt x="366238" y="3116972"/>
                  </a:lnTo>
                  <a:lnTo>
                    <a:pt x="367950" y="3116972"/>
                  </a:lnTo>
                  <a:lnTo>
                    <a:pt x="369661" y="3116972"/>
                  </a:lnTo>
                  <a:lnTo>
                    <a:pt x="371373" y="3116972"/>
                  </a:lnTo>
                  <a:lnTo>
                    <a:pt x="373084" y="3116972"/>
                  </a:lnTo>
                  <a:lnTo>
                    <a:pt x="374795" y="3116972"/>
                  </a:lnTo>
                  <a:lnTo>
                    <a:pt x="376507" y="3116972"/>
                  </a:lnTo>
                  <a:lnTo>
                    <a:pt x="378218" y="3116972"/>
                  </a:lnTo>
                  <a:lnTo>
                    <a:pt x="379930" y="3116972"/>
                  </a:lnTo>
                  <a:lnTo>
                    <a:pt x="381641" y="3116972"/>
                  </a:lnTo>
                  <a:lnTo>
                    <a:pt x="383352" y="3072625"/>
                  </a:lnTo>
                  <a:lnTo>
                    <a:pt x="385064" y="2998144"/>
                  </a:lnTo>
                  <a:lnTo>
                    <a:pt x="386775" y="2900467"/>
                  </a:lnTo>
                  <a:lnTo>
                    <a:pt x="388487" y="2795259"/>
                  </a:lnTo>
                  <a:lnTo>
                    <a:pt x="390198" y="2767094"/>
                  </a:lnTo>
                  <a:lnTo>
                    <a:pt x="391909" y="2784566"/>
                  </a:lnTo>
                  <a:lnTo>
                    <a:pt x="393621" y="2793429"/>
                  </a:lnTo>
                  <a:lnTo>
                    <a:pt x="395332" y="2808403"/>
                  </a:lnTo>
                  <a:lnTo>
                    <a:pt x="397044" y="2768386"/>
                  </a:lnTo>
                  <a:lnTo>
                    <a:pt x="398755" y="2812169"/>
                  </a:lnTo>
                  <a:lnTo>
                    <a:pt x="400466" y="2866000"/>
                  </a:lnTo>
                  <a:lnTo>
                    <a:pt x="402178" y="2870965"/>
                  </a:lnTo>
                  <a:lnTo>
                    <a:pt x="403889" y="2884062"/>
                  </a:lnTo>
                  <a:lnTo>
                    <a:pt x="405601" y="2867392"/>
                  </a:lnTo>
                  <a:lnTo>
                    <a:pt x="407312" y="2934248"/>
                  </a:lnTo>
                  <a:lnTo>
                    <a:pt x="409023" y="2963113"/>
                  </a:lnTo>
                  <a:lnTo>
                    <a:pt x="410735" y="2959103"/>
                  </a:lnTo>
                  <a:lnTo>
                    <a:pt x="412446" y="2979677"/>
                  </a:lnTo>
                  <a:lnTo>
                    <a:pt x="414158" y="2962754"/>
                  </a:lnTo>
                  <a:lnTo>
                    <a:pt x="415869" y="2977510"/>
                  </a:lnTo>
                  <a:lnTo>
                    <a:pt x="417580" y="2982625"/>
                  </a:lnTo>
                  <a:lnTo>
                    <a:pt x="419292" y="2982625"/>
                  </a:lnTo>
                  <a:lnTo>
                    <a:pt x="421003" y="2957776"/>
                  </a:lnTo>
                  <a:lnTo>
                    <a:pt x="422714" y="2908492"/>
                  </a:lnTo>
                  <a:lnTo>
                    <a:pt x="424426" y="2874823"/>
                  </a:lnTo>
                  <a:lnTo>
                    <a:pt x="426137" y="2866568"/>
                  </a:lnTo>
                  <a:lnTo>
                    <a:pt x="427849" y="2866570"/>
                  </a:lnTo>
                  <a:lnTo>
                    <a:pt x="429560" y="2866570"/>
                  </a:lnTo>
                  <a:lnTo>
                    <a:pt x="431271" y="2844477"/>
                  </a:lnTo>
                  <a:lnTo>
                    <a:pt x="432983" y="2799730"/>
                  </a:lnTo>
                  <a:lnTo>
                    <a:pt x="434694" y="2831115"/>
                  </a:lnTo>
                  <a:lnTo>
                    <a:pt x="436406" y="2837697"/>
                  </a:lnTo>
                  <a:lnTo>
                    <a:pt x="438117" y="2810532"/>
                  </a:lnTo>
                  <a:lnTo>
                    <a:pt x="439828" y="2758399"/>
                  </a:lnTo>
                  <a:lnTo>
                    <a:pt x="441540" y="2802711"/>
                  </a:lnTo>
                  <a:lnTo>
                    <a:pt x="443251" y="2925494"/>
                  </a:lnTo>
                  <a:lnTo>
                    <a:pt x="444963" y="3012647"/>
                  </a:lnTo>
                  <a:lnTo>
                    <a:pt x="446674" y="3034880"/>
                  </a:lnTo>
                  <a:lnTo>
                    <a:pt x="448385" y="3062047"/>
                  </a:lnTo>
                  <a:lnTo>
                    <a:pt x="450097" y="3114183"/>
                  </a:lnTo>
                  <a:lnTo>
                    <a:pt x="451808" y="3116812"/>
                  </a:lnTo>
                  <a:lnTo>
                    <a:pt x="453520" y="3095091"/>
                  </a:lnTo>
                  <a:lnTo>
                    <a:pt x="455231" y="3064334"/>
                  </a:lnTo>
                  <a:lnTo>
                    <a:pt x="456942" y="3064334"/>
                  </a:lnTo>
                  <a:lnTo>
                    <a:pt x="458654" y="3079891"/>
                  </a:lnTo>
                  <a:lnTo>
                    <a:pt x="460365" y="3112061"/>
                  </a:lnTo>
                  <a:lnTo>
                    <a:pt x="462077" y="3114579"/>
                  </a:lnTo>
                  <a:lnTo>
                    <a:pt x="463788" y="3114579"/>
                  </a:lnTo>
                  <a:lnTo>
                    <a:pt x="465499" y="3114581"/>
                  </a:lnTo>
                  <a:lnTo>
                    <a:pt x="467211" y="3114582"/>
                  </a:lnTo>
                  <a:lnTo>
                    <a:pt x="468922" y="3101451"/>
                  </a:lnTo>
                  <a:lnTo>
                    <a:pt x="470634" y="3116972"/>
                  </a:lnTo>
                  <a:lnTo>
                    <a:pt x="472345" y="3116972"/>
                  </a:lnTo>
                  <a:lnTo>
                    <a:pt x="474056" y="3108426"/>
                  </a:lnTo>
                  <a:lnTo>
                    <a:pt x="475768" y="3093549"/>
                  </a:lnTo>
                  <a:lnTo>
                    <a:pt x="477479" y="3116972"/>
                  </a:lnTo>
                  <a:lnTo>
                    <a:pt x="479191" y="3116972"/>
                  </a:lnTo>
                  <a:lnTo>
                    <a:pt x="480902" y="3068172"/>
                  </a:lnTo>
                  <a:lnTo>
                    <a:pt x="482613" y="2969428"/>
                  </a:lnTo>
                  <a:lnTo>
                    <a:pt x="484325" y="2928906"/>
                  </a:lnTo>
                  <a:lnTo>
                    <a:pt x="486036" y="2889979"/>
                  </a:lnTo>
                  <a:lnTo>
                    <a:pt x="487748" y="2798764"/>
                  </a:lnTo>
                  <a:lnTo>
                    <a:pt x="489459" y="2689171"/>
                  </a:lnTo>
                  <a:lnTo>
                    <a:pt x="491170" y="2658396"/>
                  </a:lnTo>
                  <a:lnTo>
                    <a:pt x="492882" y="2708113"/>
                  </a:lnTo>
                  <a:lnTo>
                    <a:pt x="494593" y="2742083"/>
                  </a:lnTo>
                  <a:lnTo>
                    <a:pt x="496305" y="2775429"/>
                  </a:lnTo>
                  <a:lnTo>
                    <a:pt x="498016" y="2817610"/>
                  </a:lnTo>
                  <a:lnTo>
                    <a:pt x="499727" y="2867102"/>
                  </a:lnTo>
                  <a:lnTo>
                    <a:pt x="501439" y="2896816"/>
                  </a:lnTo>
                  <a:lnTo>
                    <a:pt x="503150" y="2912083"/>
                  </a:lnTo>
                  <a:lnTo>
                    <a:pt x="504862" y="2960460"/>
                  </a:lnTo>
                  <a:lnTo>
                    <a:pt x="506573" y="2980915"/>
                  </a:lnTo>
                  <a:lnTo>
                    <a:pt x="508284" y="2998407"/>
                  </a:lnTo>
                  <a:lnTo>
                    <a:pt x="509996" y="3050800"/>
                  </a:lnTo>
                  <a:lnTo>
                    <a:pt x="511707" y="3064334"/>
                  </a:lnTo>
                  <a:lnTo>
                    <a:pt x="513419" y="3015583"/>
                  </a:lnTo>
                  <a:lnTo>
                    <a:pt x="515130" y="2936233"/>
                  </a:lnTo>
                  <a:lnTo>
                    <a:pt x="516841" y="2908485"/>
                  </a:lnTo>
                  <a:lnTo>
                    <a:pt x="518553" y="2908487"/>
                  </a:lnTo>
                  <a:lnTo>
                    <a:pt x="520264" y="2879591"/>
                  </a:lnTo>
                  <a:lnTo>
                    <a:pt x="521976" y="2764980"/>
                  </a:lnTo>
                  <a:lnTo>
                    <a:pt x="523687" y="2669018"/>
                  </a:lnTo>
                  <a:lnTo>
                    <a:pt x="525398" y="2639927"/>
                  </a:lnTo>
                  <a:lnTo>
                    <a:pt x="527110" y="2608820"/>
                  </a:lnTo>
                  <a:lnTo>
                    <a:pt x="528821" y="2548321"/>
                  </a:lnTo>
                  <a:lnTo>
                    <a:pt x="530532" y="2543926"/>
                  </a:lnTo>
                  <a:lnTo>
                    <a:pt x="532244" y="2652558"/>
                  </a:lnTo>
                  <a:lnTo>
                    <a:pt x="533955" y="2756007"/>
                  </a:lnTo>
                  <a:lnTo>
                    <a:pt x="535667" y="2759956"/>
                  </a:lnTo>
                  <a:lnTo>
                    <a:pt x="537378" y="2752233"/>
                  </a:lnTo>
                  <a:lnTo>
                    <a:pt x="539089" y="2820751"/>
                  </a:lnTo>
                  <a:lnTo>
                    <a:pt x="540801" y="2885686"/>
                  </a:lnTo>
                  <a:lnTo>
                    <a:pt x="542512" y="2884397"/>
                  </a:lnTo>
                  <a:lnTo>
                    <a:pt x="544224" y="2836779"/>
                  </a:lnTo>
                  <a:lnTo>
                    <a:pt x="545935" y="2809716"/>
                  </a:lnTo>
                  <a:lnTo>
                    <a:pt x="547646" y="2727360"/>
                  </a:lnTo>
                  <a:lnTo>
                    <a:pt x="549358" y="2636565"/>
                  </a:lnTo>
                  <a:lnTo>
                    <a:pt x="551069" y="2466529"/>
                  </a:lnTo>
                  <a:lnTo>
                    <a:pt x="552781" y="2329897"/>
                  </a:lnTo>
                  <a:lnTo>
                    <a:pt x="554492" y="2289735"/>
                  </a:lnTo>
                  <a:lnTo>
                    <a:pt x="556203" y="2327240"/>
                  </a:lnTo>
                  <a:lnTo>
                    <a:pt x="557915" y="2473002"/>
                  </a:lnTo>
                  <a:lnTo>
                    <a:pt x="559626" y="2555781"/>
                  </a:lnTo>
                  <a:lnTo>
                    <a:pt x="561338" y="2694174"/>
                  </a:lnTo>
                  <a:lnTo>
                    <a:pt x="563049" y="2838075"/>
                  </a:lnTo>
                  <a:lnTo>
                    <a:pt x="564760" y="2962982"/>
                  </a:lnTo>
                  <a:lnTo>
                    <a:pt x="566472" y="2987095"/>
                  </a:lnTo>
                  <a:lnTo>
                    <a:pt x="568183" y="2903450"/>
                  </a:lnTo>
                  <a:lnTo>
                    <a:pt x="569895" y="2886134"/>
                  </a:lnTo>
                  <a:lnTo>
                    <a:pt x="571606" y="2826331"/>
                  </a:lnTo>
                  <a:lnTo>
                    <a:pt x="573317" y="2744129"/>
                  </a:lnTo>
                  <a:lnTo>
                    <a:pt x="575029" y="2711731"/>
                  </a:lnTo>
                  <a:lnTo>
                    <a:pt x="576740" y="2773377"/>
                  </a:lnTo>
                  <a:lnTo>
                    <a:pt x="578452" y="2881390"/>
                  </a:lnTo>
                  <a:lnTo>
                    <a:pt x="580163" y="2917231"/>
                  </a:lnTo>
                  <a:lnTo>
                    <a:pt x="581874" y="2962492"/>
                  </a:lnTo>
                  <a:lnTo>
                    <a:pt x="583586" y="3037395"/>
                  </a:lnTo>
                  <a:lnTo>
                    <a:pt x="585297" y="3100651"/>
                  </a:lnTo>
                  <a:lnTo>
                    <a:pt x="587009" y="3116972"/>
                  </a:lnTo>
                  <a:lnTo>
                    <a:pt x="588720" y="3116972"/>
                  </a:lnTo>
                  <a:lnTo>
                    <a:pt x="590431" y="3112190"/>
                  </a:lnTo>
                  <a:lnTo>
                    <a:pt x="592143" y="3116972"/>
                  </a:lnTo>
                  <a:lnTo>
                    <a:pt x="593854" y="3116972"/>
                  </a:lnTo>
                  <a:lnTo>
                    <a:pt x="595566" y="3051803"/>
                  </a:lnTo>
                  <a:lnTo>
                    <a:pt x="597277" y="2995293"/>
                  </a:lnTo>
                  <a:lnTo>
                    <a:pt x="598988" y="2941009"/>
                  </a:lnTo>
                  <a:lnTo>
                    <a:pt x="600700" y="2899570"/>
                  </a:lnTo>
                  <a:lnTo>
                    <a:pt x="602411" y="2859338"/>
                  </a:lnTo>
                  <a:lnTo>
                    <a:pt x="604123" y="2785928"/>
                  </a:lnTo>
                  <a:lnTo>
                    <a:pt x="605834" y="2733778"/>
                  </a:lnTo>
                  <a:lnTo>
                    <a:pt x="607545" y="2683996"/>
                  </a:lnTo>
                  <a:lnTo>
                    <a:pt x="609257" y="2663522"/>
                  </a:lnTo>
                  <a:lnTo>
                    <a:pt x="610968" y="2655168"/>
                  </a:lnTo>
                  <a:lnTo>
                    <a:pt x="612680" y="2704377"/>
                  </a:lnTo>
                  <a:lnTo>
                    <a:pt x="614391" y="2781894"/>
                  </a:lnTo>
                  <a:lnTo>
                    <a:pt x="616102" y="2883733"/>
                  </a:lnTo>
                  <a:lnTo>
                    <a:pt x="617814" y="2947961"/>
                  </a:lnTo>
                  <a:lnTo>
                    <a:pt x="619525" y="3004337"/>
                  </a:lnTo>
                  <a:lnTo>
                    <a:pt x="621237" y="3086298"/>
                  </a:lnTo>
                  <a:lnTo>
                    <a:pt x="622948" y="3088672"/>
                  </a:lnTo>
                  <a:lnTo>
                    <a:pt x="624659" y="3088829"/>
                  </a:lnTo>
                  <a:lnTo>
                    <a:pt x="626371" y="3100220"/>
                  </a:lnTo>
                  <a:lnTo>
                    <a:pt x="628082" y="3111138"/>
                  </a:lnTo>
                  <a:lnTo>
                    <a:pt x="629794" y="3088853"/>
                  </a:lnTo>
                  <a:lnTo>
                    <a:pt x="631505" y="3079216"/>
                  </a:lnTo>
                  <a:lnTo>
                    <a:pt x="633216" y="3088534"/>
                  </a:lnTo>
                  <a:lnTo>
                    <a:pt x="634928" y="3077759"/>
                  </a:lnTo>
                  <a:lnTo>
                    <a:pt x="636639" y="3017664"/>
                  </a:lnTo>
                  <a:lnTo>
                    <a:pt x="638350" y="2996929"/>
                  </a:lnTo>
                  <a:lnTo>
                    <a:pt x="640062" y="3024151"/>
                  </a:lnTo>
                  <a:lnTo>
                    <a:pt x="641773" y="3015550"/>
                  </a:lnTo>
                  <a:lnTo>
                    <a:pt x="643485" y="3046505"/>
                  </a:lnTo>
                  <a:lnTo>
                    <a:pt x="645196" y="3056933"/>
                  </a:lnTo>
                  <a:lnTo>
                    <a:pt x="646907" y="3066108"/>
                  </a:lnTo>
                  <a:lnTo>
                    <a:pt x="648619" y="3026178"/>
                  </a:lnTo>
                  <a:lnTo>
                    <a:pt x="650330" y="2970835"/>
                  </a:lnTo>
                  <a:lnTo>
                    <a:pt x="652042" y="2846965"/>
                  </a:lnTo>
                  <a:lnTo>
                    <a:pt x="653753" y="2682470"/>
                  </a:lnTo>
                  <a:lnTo>
                    <a:pt x="655464" y="2649272"/>
                  </a:lnTo>
                  <a:lnTo>
                    <a:pt x="657176" y="2690363"/>
                  </a:lnTo>
                  <a:lnTo>
                    <a:pt x="658887" y="2747665"/>
                  </a:lnTo>
                  <a:lnTo>
                    <a:pt x="660599" y="2752496"/>
                  </a:lnTo>
                  <a:lnTo>
                    <a:pt x="662310" y="2835348"/>
                  </a:lnTo>
                  <a:lnTo>
                    <a:pt x="664021" y="2898931"/>
                  </a:lnTo>
                  <a:lnTo>
                    <a:pt x="665733" y="2899967"/>
                  </a:lnTo>
                  <a:lnTo>
                    <a:pt x="667444" y="2899967"/>
                  </a:lnTo>
                  <a:lnTo>
                    <a:pt x="669156" y="2881040"/>
                  </a:lnTo>
                  <a:lnTo>
                    <a:pt x="670867" y="2817282"/>
                  </a:lnTo>
                  <a:lnTo>
                    <a:pt x="672578" y="2769617"/>
                  </a:lnTo>
                  <a:lnTo>
                    <a:pt x="674290" y="2827386"/>
                  </a:lnTo>
                  <a:lnTo>
                    <a:pt x="676001" y="2868133"/>
                  </a:lnTo>
                  <a:lnTo>
                    <a:pt x="677713" y="2920056"/>
                  </a:lnTo>
                  <a:lnTo>
                    <a:pt x="679424" y="2942121"/>
                  </a:lnTo>
                  <a:lnTo>
                    <a:pt x="681135" y="3000459"/>
                  </a:lnTo>
                  <a:lnTo>
                    <a:pt x="682847" y="3020871"/>
                  </a:lnTo>
                  <a:lnTo>
                    <a:pt x="684558" y="2992085"/>
                  </a:lnTo>
                  <a:lnTo>
                    <a:pt x="686270" y="2983849"/>
                  </a:lnTo>
                  <a:lnTo>
                    <a:pt x="687981" y="2931926"/>
                  </a:lnTo>
                  <a:lnTo>
                    <a:pt x="689692" y="2933765"/>
                  </a:lnTo>
                  <a:lnTo>
                    <a:pt x="691404" y="2989700"/>
                  </a:lnTo>
                  <a:lnTo>
                    <a:pt x="693115" y="3044036"/>
                  </a:lnTo>
                  <a:lnTo>
                    <a:pt x="694827" y="3064334"/>
                  </a:lnTo>
                  <a:lnTo>
                    <a:pt x="696538" y="3084047"/>
                  </a:lnTo>
                  <a:lnTo>
                    <a:pt x="698249" y="3086163"/>
                  </a:lnTo>
                  <a:lnTo>
                    <a:pt x="699961" y="3058707"/>
                  </a:lnTo>
                  <a:lnTo>
                    <a:pt x="701672" y="3032145"/>
                  </a:lnTo>
                  <a:lnTo>
                    <a:pt x="703384" y="3032147"/>
                  </a:lnTo>
                  <a:lnTo>
                    <a:pt x="705095" y="3032147"/>
                  </a:lnTo>
                  <a:lnTo>
                    <a:pt x="706806" y="3012434"/>
                  </a:lnTo>
                  <a:lnTo>
                    <a:pt x="708518" y="3043198"/>
                  </a:lnTo>
                  <a:lnTo>
                    <a:pt x="710229" y="3116972"/>
                  </a:lnTo>
                  <a:lnTo>
                    <a:pt x="711941" y="3116972"/>
                  </a:lnTo>
                  <a:lnTo>
                    <a:pt x="713652" y="3116972"/>
                  </a:lnTo>
                  <a:lnTo>
                    <a:pt x="715363" y="3116972"/>
                  </a:lnTo>
                  <a:lnTo>
                    <a:pt x="717075" y="3086909"/>
                  </a:lnTo>
                  <a:lnTo>
                    <a:pt x="718786" y="3049533"/>
                  </a:lnTo>
                  <a:lnTo>
                    <a:pt x="720498" y="2977419"/>
                  </a:lnTo>
                  <a:lnTo>
                    <a:pt x="722209" y="2949444"/>
                  </a:lnTo>
                  <a:lnTo>
                    <a:pt x="723920" y="2897960"/>
                  </a:lnTo>
                  <a:lnTo>
                    <a:pt x="725632" y="2920403"/>
                  </a:lnTo>
                  <a:lnTo>
                    <a:pt x="727343" y="2913549"/>
                  </a:lnTo>
                  <a:lnTo>
                    <a:pt x="729055" y="2864879"/>
                  </a:lnTo>
                  <a:lnTo>
                    <a:pt x="730766" y="2796267"/>
                  </a:lnTo>
                  <a:lnTo>
                    <a:pt x="732477" y="2669413"/>
                  </a:lnTo>
                  <a:lnTo>
                    <a:pt x="734189" y="2659737"/>
                  </a:lnTo>
                  <a:lnTo>
                    <a:pt x="735900" y="2624780"/>
                  </a:lnTo>
                  <a:lnTo>
                    <a:pt x="737612" y="2602167"/>
                  </a:lnTo>
                  <a:lnTo>
                    <a:pt x="739323" y="2617009"/>
                  </a:lnTo>
                  <a:lnTo>
                    <a:pt x="741034" y="2601608"/>
                  </a:lnTo>
                  <a:lnTo>
                    <a:pt x="742746" y="2648595"/>
                  </a:lnTo>
                  <a:lnTo>
                    <a:pt x="744457" y="2639529"/>
                  </a:lnTo>
                  <a:lnTo>
                    <a:pt x="746168" y="2652255"/>
                  </a:lnTo>
                  <a:lnTo>
                    <a:pt x="747880" y="2728818"/>
                  </a:lnTo>
                  <a:lnTo>
                    <a:pt x="749591" y="2767138"/>
                  </a:lnTo>
                  <a:lnTo>
                    <a:pt x="751303" y="2851152"/>
                  </a:lnTo>
                  <a:lnTo>
                    <a:pt x="753014" y="2940451"/>
                  </a:lnTo>
                  <a:lnTo>
                    <a:pt x="754725" y="2951215"/>
                  </a:lnTo>
                  <a:lnTo>
                    <a:pt x="756437" y="2918380"/>
                  </a:lnTo>
                  <a:lnTo>
                    <a:pt x="758148" y="2817229"/>
                  </a:lnTo>
                  <a:lnTo>
                    <a:pt x="759860" y="2746361"/>
                  </a:lnTo>
                  <a:lnTo>
                    <a:pt x="761571" y="2725157"/>
                  </a:lnTo>
                  <a:lnTo>
                    <a:pt x="763282" y="2729104"/>
                  </a:lnTo>
                  <a:lnTo>
                    <a:pt x="764994" y="2686290"/>
                  </a:lnTo>
                  <a:lnTo>
                    <a:pt x="766705" y="2654529"/>
                  </a:lnTo>
                  <a:lnTo>
                    <a:pt x="768417" y="2701086"/>
                  </a:lnTo>
                  <a:lnTo>
                    <a:pt x="770128" y="2763659"/>
                  </a:lnTo>
                  <a:lnTo>
                    <a:pt x="771839" y="2735785"/>
                  </a:lnTo>
                  <a:lnTo>
                    <a:pt x="773551" y="2645127"/>
                  </a:lnTo>
                  <a:lnTo>
                    <a:pt x="775262" y="2672838"/>
                  </a:lnTo>
                  <a:lnTo>
                    <a:pt x="776974" y="2706425"/>
                  </a:lnTo>
                  <a:lnTo>
                    <a:pt x="778685" y="2701600"/>
                  </a:lnTo>
                  <a:lnTo>
                    <a:pt x="780396" y="2686565"/>
                  </a:lnTo>
                  <a:lnTo>
                    <a:pt x="782108" y="2688430"/>
                  </a:lnTo>
                  <a:lnTo>
                    <a:pt x="783819" y="2719908"/>
                  </a:lnTo>
                  <a:lnTo>
                    <a:pt x="785531" y="2732621"/>
                  </a:lnTo>
                  <a:lnTo>
                    <a:pt x="787242" y="2773772"/>
                  </a:lnTo>
                  <a:lnTo>
                    <a:pt x="788953" y="2762095"/>
                  </a:lnTo>
                  <a:lnTo>
                    <a:pt x="790665" y="2678277"/>
                  </a:lnTo>
                  <a:lnTo>
                    <a:pt x="792376" y="2628862"/>
                  </a:lnTo>
                  <a:lnTo>
                    <a:pt x="794088" y="2622126"/>
                  </a:lnTo>
                  <a:lnTo>
                    <a:pt x="795799" y="2642876"/>
                  </a:lnTo>
                  <a:lnTo>
                    <a:pt x="797510" y="2601572"/>
                  </a:lnTo>
                  <a:lnTo>
                    <a:pt x="799222" y="2588500"/>
                  </a:lnTo>
                  <a:lnTo>
                    <a:pt x="800933" y="2513854"/>
                  </a:lnTo>
                  <a:lnTo>
                    <a:pt x="802645" y="2427773"/>
                  </a:lnTo>
                  <a:lnTo>
                    <a:pt x="804356" y="2413345"/>
                  </a:lnTo>
                  <a:lnTo>
                    <a:pt x="806067" y="2322306"/>
                  </a:lnTo>
                  <a:lnTo>
                    <a:pt x="807779" y="2211781"/>
                  </a:lnTo>
                  <a:lnTo>
                    <a:pt x="809490" y="2114946"/>
                  </a:lnTo>
                  <a:lnTo>
                    <a:pt x="811202" y="2184949"/>
                  </a:lnTo>
                  <a:lnTo>
                    <a:pt x="812913" y="2259569"/>
                  </a:lnTo>
                  <a:lnTo>
                    <a:pt x="814624" y="2243166"/>
                  </a:lnTo>
                  <a:lnTo>
                    <a:pt x="816336" y="2350542"/>
                  </a:lnTo>
                  <a:lnTo>
                    <a:pt x="818047" y="2502116"/>
                  </a:lnTo>
                  <a:lnTo>
                    <a:pt x="819759" y="2617890"/>
                  </a:lnTo>
                  <a:lnTo>
                    <a:pt x="821470" y="2637171"/>
                  </a:lnTo>
                  <a:lnTo>
                    <a:pt x="823181" y="2599314"/>
                  </a:lnTo>
                  <a:lnTo>
                    <a:pt x="824893" y="2558141"/>
                  </a:lnTo>
                  <a:lnTo>
                    <a:pt x="826604" y="2486619"/>
                  </a:lnTo>
                  <a:lnTo>
                    <a:pt x="828316" y="2402490"/>
                  </a:lnTo>
                  <a:lnTo>
                    <a:pt x="830027" y="2391552"/>
                  </a:lnTo>
                  <a:lnTo>
                    <a:pt x="831738" y="2366875"/>
                  </a:lnTo>
                  <a:lnTo>
                    <a:pt x="833450" y="2366255"/>
                  </a:lnTo>
                  <a:lnTo>
                    <a:pt x="835161" y="2418342"/>
                  </a:lnTo>
                  <a:lnTo>
                    <a:pt x="836873" y="2418970"/>
                  </a:lnTo>
                  <a:lnTo>
                    <a:pt x="838584" y="2329664"/>
                  </a:lnTo>
                  <a:lnTo>
                    <a:pt x="840295" y="2233542"/>
                  </a:lnTo>
                  <a:lnTo>
                    <a:pt x="842007" y="2189132"/>
                  </a:lnTo>
                  <a:lnTo>
                    <a:pt x="843718" y="2210537"/>
                  </a:lnTo>
                  <a:lnTo>
                    <a:pt x="845429" y="2242858"/>
                  </a:lnTo>
                  <a:lnTo>
                    <a:pt x="847141" y="2268625"/>
                  </a:lnTo>
                  <a:lnTo>
                    <a:pt x="848852" y="2439422"/>
                  </a:lnTo>
                  <a:lnTo>
                    <a:pt x="850564" y="2599183"/>
                  </a:lnTo>
                  <a:lnTo>
                    <a:pt x="852275" y="2669366"/>
                  </a:lnTo>
                  <a:lnTo>
                    <a:pt x="853986" y="2729954"/>
                  </a:lnTo>
                  <a:lnTo>
                    <a:pt x="855698" y="2712586"/>
                  </a:lnTo>
                  <a:lnTo>
                    <a:pt x="857409" y="2671161"/>
                  </a:lnTo>
                  <a:lnTo>
                    <a:pt x="859121" y="2570424"/>
                  </a:lnTo>
                  <a:lnTo>
                    <a:pt x="860832" y="2514809"/>
                  </a:lnTo>
                  <a:lnTo>
                    <a:pt x="862543" y="2517718"/>
                  </a:lnTo>
                  <a:lnTo>
                    <a:pt x="864255" y="2500802"/>
                  </a:lnTo>
                  <a:lnTo>
                    <a:pt x="865966" y="2521026"/>
                  </a:lnTo>
                  <a:lnTo>
                    <a:pt x="867678" y="2566344"/>
                  </a:lnTo>
                  <a:lnTo>
                    <a:pt x="869389" y="2601032"/>
                  </a:lnTo>
                  <a:lnTo>
                    <a:pt x="871100" y="2617266"/>
                  </a:lnTo>
                  <a:lnTo>
                    <a:pt x="872812" y="2637021"/>
                  </a:lnTo>
                  <a:lnTo>
                    <a:pt x="874523" y="2647219"/>
                  </a:lnTo>
                  <a:lnTo>
                    <a:pt x="876235" y="2632745"/>
                  </a:lnTo>
                  <a:lnTo>
                    <a:pt x="877946" y="2631280"/>
                  </a:lnTo>
                  <a:lnTo>
                    <a:pt x="879657" y="2626804"/>
                  </a:lnTo>
                  <a:lnTo>
                    <a:pt x="881369" y="2564214"/>
                  </a:lnTo>
                  <a:lnTo>
                    <a:pt x="883080" y="2526402"/>
                  </a:lnTo>
                  <a:lnTo>
                    <a:pt x="884792" y="2528558"/>
                  </a:lnTo>
                  <a:lnTo>
                    <a:pt x="886503" y="2477657"/>
                  </a:lnTo>
                  <a:lnTo>
                    <a:pt x="888214" y="2498657"/>
                  </a:lnTo>
                  <a:lnTo>
                    <a:pt x="889926" y="2556376"/>
                  </a:lnTo>
                  <a:lnTo>
                    <a:pt x="891637" y="2594441"/>
                  </a:lnTo>
                  <a:lnTo>
                    <a:pt x="893349" y="2668643"/>
                  </a:lnTo>
                  <a:lnTo>
                    <a:pt x="895060" y="2740709"/>
                  </a:lnTo>
                  <a:lnTo>
                    <a:pt x="896771" y="2849503"/>
                  </a:lnTo>
                  <a:lnTo>
                    <a:pt x="898483" y="2831058"/>
                  </a:lnTo>
                  <a:lnTo>
                    <a:pt x="900194" y="2846062"/>
                  </a:lnTo>
                  <a:lnTo>
                    <a:pt x="901906" y="2931301"/>
                  </a:lnTo>
                  <a:lnTo>
                    <a:pt x="903617" y="2950308"/>
                  </a:lnTo>
                  <a:lnTo>
                    <a:pt x="905328" y="2871764"/>
                  </a:lnTo>
                  <a:lnTo>
                    <a:pt x="907040" y="2796636"/>
                  </a:lnTo>
                  <a:lnTo>
                    <a:pt x="908751" y="2761791"/>
                  </a:lnTo>
                  <a:lnTo>
                    <a:pt x="910463" y="2717882"/>
                  </a:lnTo>
                  <a:lnTo>
                    <a:pt x="912174" y="2681043"/>
                  </a:lnTo>
                  <a:lnTo>
                    <a:pt x="913885" y="2604711"/>
                  </a:lnTo>
                  <a:lnTo>
                    <a:pt x="915597" y="2633150"/>
                  </a:lnTo>
                  <a:lnTo>
                    <a:pt x="917308" y="2703849"/>
                  </a:lnTo>
                  <a:lnTo>
                    <a:pt x="919020" y="2795620"/>
                  </a:lnTo>
                  <a:lnTo>
                    <a:pt x="920731" y="2822439"/>
                  </a:lnTo>
                  <a:lnTo>
                    <a:pt x="922442" y="2784844"/>
                  </a:lnTo>
                  <a:lnTo>
                    <a:pt x="924154" y="2812478"/>
                  </a:lnTo>
                  <a:lnTo>
                    <a:pt x="925865" y="2837661"/>
                  </a:lnTo>
                  <a:lnTo>
                    <a:pt x="927577" y="2862154"/>
                  </a:lnTo>
                  <a:lnTo>
                    <a:pt x="929288" y="2872450"/>
                  </a:lnTo>
                  <a:lnTo>
                    <a:pt x="930999" y="2793203"/>
                  </a:lnTo>
                  <a:lnTo>
                    <a:pt x="932711" y="2675507"/>
                  </a:lnTo>
                  <a:lnTo>
                    <a:pt x="934422" y="2622851"/>
                  </a:lnTo>
                  <a:lnTo>
                    <a:pt x="936134" y="2565374"/>
                  </a:lnTo>
                  <a:lnTo>
                    <a:pt x="937845" y="2465327"/>
                  </a:lnTo>
                  <a:lnTo>
                    <a:pt x="939556" y="2392755"/>
                  </a:lnTo>
                  <a:lnTo>
                    <a:pt x="941268" y="2530747"/>
                  </a:lnTo>
                  <a:lnTo>
                    <a:pt x="942979" y="2605351"/>
                  </a:lnTo>
                  <a:lnTo>
                    <a:pt x="944691" y="2568418"/>
                  </a:lnTo>
                  <a:lnTo>
                    <a:pt x="946402" y="2540664"/>
                  </a:lnTo>
                  <a:lnTo>
                    <a:pt x="948113" y="2610002"/>
                  </a:lnTo>
                  <a:lnTo>
                    <a:pt x="949825" y="2651263"/>
                  </a:lnTo>
                  <a:lnTo>
                    <a:pt x="951536" y="2599815"/>
                  </a:lnTo>
                  <a:lnTo>
                    <a:pt x="953247" y="2680996"/>
                  </a:lnTo>
                  <a:lnTo>
                    <a:pt x="954959" y="2832627"/>
                  </a:lnTo>
                  <a:lnTo>
                    <a:pt x="956670" y="2939853"/>
                  </a:lnTo>
                  <a:lnTo>
                    <a:pt x="958382" y="2959015"/>
                  </a:lnTo>
                  <a:lnTo>
                    <a:pt x="960093" y="2979312"/>
                  </a:lnTo>
                  <a:lnTo>
                    <a:pt x="961804" y="2947476"/>
                  </a:lnTo>
                  <a:lnTo>
                    <a:pt x="963516" y="2921463"/>
                  </a:lnTo>
                  <a:lnTo>
                    <a:pt x="965227" y="2905332"/>
                  </a:lnTo>
                  <a:lnTo>
                    <a:pt x="966939" y="2826920"/>
                  </a:lnTo>
                  <a:lnTo>
                    <a:pt x="968650" y="2697945"/>
                  </a:lnTo>
                  <a:lnTo>
                    <a:pt x="970361" y="2651393"/>
                  </a:lnTo>
                  <a:lnTo>
                    <a:pt x="972073" y="2685644"/>
                  </a:lnTo>
                  <a:lnTo>
                    <a:pt x="973784" y="2614132"/>
                  </a:lnTo>
                  <a:lnTo>
                    <a:pt x="975496" y="2488017"/>
                  </a:lnTo>
                  <a:lnTo>
                    <a:pt x="977207" y="2526809"/>
                  </a:lnTo>
                  <a:lnTo>
                    <a:pt x="978918" y="2671073"/>
                  </a:lnTo>
                  <a:lnTo>
                    <a:pt x="980630" y="2758497"/>
                  </a:lnTo>
                  <a:lnTo>
                    <a:pt x="982341" y="2801172"/>
                  </a:lnTo>
                  <a:lnTo>
                    <a:pt x="984053" y="2935040"/>
                  </a:lnTo>
                  <a:lnTo>
                    <a:pt x="985764" y="3089309"/>
                  </a:lnTo>
                  <a:lnTo>
                    <a:pt x="987475" y="3116972"/>
                  </a:lnTo>
                  <a:lnTo>
                    <a:pt x="989187" y="3044695"/>
                  </a:lnTo>
                  <a:lnTo>
                    <a:pt x="990898" y="2962865"/>
                  </a:lnTo>
                  <a:lnTo>
                    <a:pt x="992610" y="2947986"/>
                  </a:lnTo>
                  <a:lnTo>
                    <a:pt x="994321" y="2947986"/>
                  </a:lnTo>
                  <a:lnTo>
                    <a:pt x="996032" y="2935498"/>
                  </a:lnTo>
                  <a:lnTo>
                    <a:pt x="997744" y="2896270"/>
                  </a:lnTo>
                  <a:lnTo>
                    <a:pt x="999455" y="2927210"/>
                  </a:lnTo>
                  <a:lnTo>
                    <a:pt x="1001167" y="2948176"/>
                  </a:lnTo>
                  <a:lnTo>
                    <a:pt x="1002878" y="2919956"/>
                  </a:lnTo>
                  <a:lnTo>
                    <a:pt x="1004589" y="2878501"/>
                  </a:lnTo>
                  <a:lnTo>
                    <a:pt x="1006301" y="2797671"/>
                  </a:lnTo>
                  <a:lnTo>
                    <a:pt x="1008012" y="2698580"/>
                  </a:lnTo>
                  <a:lnTo>
                    <a:pt x="1009724" y="2568661"/>
                  </a:lnTo>
                  <a:lnTo>
                    <a:pt x="1011435" y="2465024"/>
                  </a:lnTo>
                  <a:lnTo>
                    <a:pt x="1013146" y="2438046"/>
                  </a:lnTo>
                  <a:lnTo>
                    <a:pt x="1014858" y="2363017"/>
                  </a:lnTo>
                  <a:lnTo>
                    <a:pt x="1016569" y="2378462"/>
                  </a:lnTo>
                  <a:lnTo>
                    <a:pt x="1018281" y="2515336"/>
                  </a:lnTo>
                  <a:lnTo>
                    <a:pt x="1019992" y="2659518"/>
                  </a:lnTo>
                  <a:lnTo>
                    <a:pt x="1021703" y="2749856"/>
                  </a:lnTo>
                  <a:lnTo>
                    <a:pt x="1023415" y="2792446"/>
                  </a:lnTo>
                  <a:lnTo>
                    <a:pt x="1025126" y="2908934"/>
                  </a:lnTo>
                  <a:lnTo>
                    <a:pt x="1026838" y="2989642"/>
                  </a:lnTo>
                  <a:lnTo>
                    <a:pt x="1028549" y="3026238"/>
                  </a:lnTo>
                  <a:lnTo>
                    <a:pt x="1030260" y="3052207"/>
                  </a:lnTo>
                  <a:lnTo>
                    <a:pt x="1031972" y="3094197"/>
                  </a:lnTo>
                  <a:lnTo>
                    <a:pt x="1033683" y="3090874"/>
                  </a:lnTo>
                  <a:lnTo>
                    <a:pt x="1035395" y="3005968"/>
                  </a:lnTo>
                  <a:lnTo>
                    <a:pt x="1037106" y="2879395"/>
                  </a:lnTo>
                  <a:lnTo>
                    <a:pt x="1038817" y="2830621"/>
                  </a:lnTo>
                  <a:lnTo>
                    <a:pt x="1040529" y="2811306"/>
                  </a:lnTo>
                  <a:lnTo>
                    <a:pt x="1042240" y="2781351"/>
                  </a:lnTo>
                  <a:lnTo>
                    <a:pt x="1043952" y="2767563"/>
                  </a:lnTo>
                  <a:lnTo>
                    <a:pt x="1045663" y="2836876"/>
                  </a:lnTo>
                  <a:lnTo>
                    <a:pt x="1047374" y="2978870"/>
                  </a:lnTo>
                  <a:lnTo>
                    <a:pt x="1049086" y="3024805"/>
                  </a:lnTo>
                  <a:lnTo>
                    <a:pt x="1050797" y="2994274"/>
                  </a:lnTo>
                  <a:lnTo>
                    <a:pt x="1052509" y="2994314"/>
                  </a:lnTo>
                  <a:lnTo>
                    <a:pt x="1054220" y="3021601"/>
                  </a:lnTo>
                  <a:lnTo>
                    <a:pt x="1055931" y="3025222"/>
                  </a:lnTo>
                  <a:lnTo>
                    <a:pt x="1057643" y="2934091"/>
                  </a:lnTo>
                  <a:lnTo>
                    <a:pt x="1059354" y="2799040"/>
                  </a:lnTo>
                  <a:lnTo>
                    <a:pt x="1061065" y="2712268"/>
                  </a:lnTo>
                  <a:lnTo>
                    <a:pt x="1062777" y="2695403"/>
                  </a:lnTo>
                  <a:lnTo>
                    <a:pt x="1064488" y="2710293"/>
                  </a:lnTo>
                  <a:lnTo>
                    <a:pt x="1066200" y="2724085"/>
                  </a:lnTo>
                  <a:lnTo>
                    <a:pt x="1067911" y="2702142"/>
                  </a:lnTo>
                  <a:lnTo>
                    <a:pt x="1069622" y="2691646"/>
                  </a:lnTo>
                  <a:lnTo>
                    <a:pt x="1071334" y="2718460"/>
                  </a:lnTo>
                  <a:lnTo>
                    <a:pt x="1073045" y="2728928"/>
                  </a:lnTo>
                  <a:lnTo>
                    <a:pt x="1074757" y="2726239"/>
                  </a:lnTo>
                  <a:lnTo>
                    <a:pt x="1076468" y="2748739"/>
                  </a:lnTo>
                  <a:lnTo>
                    <a:pt x="1078179" y="2862187"/>
                  </a:lnTo>
                  <a:lnTo>
                    <a:pt x="1079891" y="2953422"/>
                  </a:lnTo>
                  <a:lnTo>
                    <a:pt x="1081602" y="3013709"/>
                  </a:lnTo>
                  <a:lnTo>
                    <a:pt x="1083314" y="3030921"/>
                  </a:lnTo>
                  <a:lnTo>
                    <a:pt x="1085025" y="2994622"/>
                  </a:lnTo>
                  <a:lnTo>
                    <a:pt x="1086736" y="2894985"/>
                  </a:lnTo>
                  <a:lnTo>
                    <a:pt x="1088448" y="2774708"/>
                  </a:lnTo>
                  <a:lnTo>
                    <a:pt x="1090159" y="2717226"/>
                  </a:lnTo>
                  <a:lnTo>
                    <a:pt x="1091871" y="2622957"/>
                  </a:lnTo>
                  <a:lnTo>
                    <a:pt x="1093582" y="2577660"/>
                  </a:lnTo>
                  <a:lnTo>
                    <a:pt x="1095293" y="2519492"/>
                  </a:lnTo>
                  <a:lnTo>
                    <a:pt x="1097005" y="2460317"/>
                  </a:lnTo>
                  <a:lnTo>
                    <a:pt x="1098716" y="2484901"/>
                  </a:lnTo>
                  <a:lnTo>
                    <a:pt x="1100428" y="2491658"/>
                  </a:lnTo>
                  <a:lnTo>
                    <a:pt x="1102139" y="2512059"/>
                  </a:lnTo>
                  <a:lnTo>
                    <a:pt x="1103850" y="2562132"/>
                  </a:lnTo>
                  <a:lnTo>
                    <a:pt x="1105562" y="2656601"/>
                  </a:lnTo>
                  <a:lnTo>
                    <a:pt x="1107273" y="2785073"/>
                  </a:lnTo>
                  <a:lnTo>
                    <a:pt x="1108985" y="2835567"/>
                  </a:lnTo>
                  <a:lnTo>
                    <a:pt x="1110696" y="2902196"/>
                  </a:lnTo>
                  <a:lnTo>
                    <a:pt x="1112407" y="3020372"/>
                  </a:lnTo>
                  <a:lnTo>
                    <a:pt x="1114119" y="3041184"/>
                  </a:lnTo>
                  <a:lnTo>
                    <a:pt x="1115830" y="3031170"/>
                  </a:lnTo>
                  <a:lnTo>
                    <a:pt x="1117542" y="2994489"/>
                  </a:lnTo>
                  <a:lnTo>
                    <a:pt x="1119253" y="2956749"/>
                  </a:lnTo>
                  <a:lnTo>
                    <a:pt x="1120964" y="2861057"/>
                  </a:lnTo>
                  <a:lnTo>
                    <a:pt x="1122676" y="2726022"/>
                  </a:lnTo>
                  <a:lnTo>
                    <a:pt x="1124387" y="2591996"/>
                  </a:lnTo>
                  <a:lnTo>
                    <a:pt x="1126099" y="2534056"/>
                  </a:lnTo>
                  <a:lnTo>
                    <a:pt x="1127810" y="2567289"/>
                  </a:lnTo>
                  <a:lnTo>
                    <a:pt x="1129521" y="2619574"/>
                  </a:lnTo>
                  <a:lnTo>
                    <a:pt x="1131233" y="2716047"/>
                  </a:lnTo>
                  <a:lnTo>
                    <a:pt x="1132944" y="2805683"/>
                  </a:lnTo>
                  <a:lnTo>
                    <a:pt x="1134656" y="2881077"/>
                  </a:lnTo>
                  <a:lnTo>
                    <a:pt x="1136367" y="2827872"/>
                  </a:lnTo>
                  <a:lnTo>
                    <a:pt x="1138078" y="2712255"/>
                  </a:lnTo>
                  <a:lnTo>
                    <a:pt x="1139790" y="2660338"/>
                  </a:lnTo>
                  <a:lnTo>
                    <a:pt x="1141501" y="2621378"/>
                  </a:lnTo>
                  <a:lnTo>
                    <a:pt x="1143213" y="2553952"/>
                  </a:lnTo>
                  <a:lnTo>
                    <a:pt x="1144924" y="2404465"/>
                  </a:lnTo>
                  <a:lnTo>
                    <a:pt x="1146635" y="2368570"/>
                  </a:lnTo>
                  <a:lnTo>
                    <a:pt x="1148347" y="2389516"/>
                  </a:lnTo>
                  <a:lnTo>
                    <a:pt x="1150058" y="2404559"/>
                  </a:lnTo>
                  <a:lnTo>
                    <a:pt x="1151770" y="2443934"/>
                  </a:lnTo>
                  <a:lnTo>
                    <a:pt x="1153481" y="2527761"/>
                  </a:lnTo>
                  <a:lnTo>
                    <a:pt x="1155192" y="2727149"/>
                  </a:lnTo>
                  <a:lnTo>
                    <a:pt x="1156904" y="2899498"/>
                  </a:lnTo>
                  <a:lnTo>
                    <a:pt x="1158615" y="2992098"/>
                  </a:lnTo>
                  <a:lnTo>
                    <a:pt x="1160326" y="2998441"/>
                  </a:lnTo>
                  <a:lnTo>
                    <a:pt x="1162038" y="2998178"/>
                  </a:lnTo>
                  <a:lnTo>
                    <a:pt x="1163749" y="2964407"/>
                  </a:lnTo>
                  <a:lnTo>
                    <a:pt x="1165461" y="2896847"/>
                  </a:lnTo>
                  <a:lnTo>
                    <a:pt x="1167172" y="2806291"/>
                  </a:lnTo>
                  <a:lnTo>
                    <a:pt x="1168883" y="2763414"/>
                  </a:lnTo>
                  <a:lnTo>
                    <a:pt x="1170595" y="2741738"/>
                  </a:lnTo>
                  <a:lnTo>
                    <a:pt x="1172306" y="2771599"/>
                  </a:lnTo>
                  <a:lnTo>
                    <a:pt x="1174018" y="2845362"/>
                  </a:lnTo>
                  <a:lnTo>
                    <a:pt x="1175729" y="2866942"/>
                  </a:lnTo>
                  <a:lnTo>
                    <a:pt x="1177440" y="2812789"/>
                  </a:lnTo>
                  <a:lnTo>
                    <a:pt x="1179152" y="2739318"/>
                  </a:lnTo>
                  <a:lnTo>
                    <a:pt x="1180863" y="2707914"/>
                  </a:lnTo>
                  <a:lnTo>
                    <a:pt x="1182575" y="2545866"/>
                  </a:lnTo>
                  <a:lnTo>
                    <a:pt x="1184286" y="2400823"/>
                  </a:lnTo>
                  <a:lnTo>
                    <a:pt x="1185997" y="2338203"/>
                  </a:lnTo>
                  <a:lnTo>
                    <a:pt x="1187709" y="2407330"/>
                  </a:lnTo>
                  <a:lnTo>
                    <a:pt x="1189420" y="2474331"/>
                  </a:lnTo>
                  <a:lnTo>
                    <a:pt x="1191132" y="2503667"/>
                  </a:lnTo>
                  <a:lnTo>
                    <a:pt x="1192843" y="2564256"/>
                  </a:lnTo>
                  <a:lnTo>
                    <a:pt x="1194554" y="2659496"/>
                  </a:lnTo>
                  <a:lnTo>
                    <a:pt x="1196266" y="2751830"/>
                  </a:lnTo>
                  <a:lnTo>
                    <a:pt x="1197977" y="2752871"/>
                  </a:lnTo>
                  <a:lnTo>
                    <a:pt x="1199689" y="2767492"/>
                  </a:lnTo>
                  <a:lnTo>
                    <a:pt x="1201400" y="2764412"/>
                  </a:lnTo>
                  <a:lnTo>
                    <a:pt x="1203111" y="2771880"/>
                  </a:lnTo>
                  <a:lnTo>
                    <a:pt x="1204823" y="2773916"/>
                  </a:lnTo>
                  <a:lnTo>
                    <a:pt x="1206534" y="2830849"/>
                  </a:lnTo>
                  <a:lnTo>
                    <a:pt x="1208246" y="2910914"/>
                  </a:lnTo>
                  <a:lnTo>
                    <a:pt x="1209957" y="2919571"/>
                  </a:lnTo>
                  <a:lnTo>
                    <a:pt x="1211668" y="2820555"/>
                  </a:lnTo>
                  <a:lnTo>
                    <a:pt x="1213380" y="2728774"/>
                  </a:lnTo>
                  <a:lnTo>
                    <a:pt x="1215091" y="2712409"/>
                  </a:lnTo>
                  <a:lnTo>
                    <a:pt x="1216803" y="2552901"/>
                  </a:lnTo>
                  <a:lnTo>
                    <a:pt x="1218514" y="2392576"/>
                  </a:lnTo>
                  <a:lnTo>
                    <a:pt x="1220225" y="2361133"/>
                  </a:lnTo>
                  <a:lnTo>
                    <a:pt x="1221937" y="2454949"/>
                  </a:lnTo>
                  <a:lnTo>
                    <a:pt x="1223648" y="2584774"/>
                  </a:lnTo>
                  <a:lnTo>
                    <a:pt x="1225360" y="2646129"/>
                  </a:lnTo>
                  <a:lnTo>
                    <a:pt x="1227071" y="2773395"/>
                  </a:lnTo>
                  <a:lnTo>
                    <a:pt x="1228782" y="2841471"/>
                  </a:lnTo>
                  <a:lnTo>
                    <a:pt x="1230494" y="2817248"/>
                  </a:lnTo>
                  <a:lnTo>
                    <a:pt x="1232205" y="2790041"/>
                  </a:lnTo>
                  <a:lnTo>
                    <a:pt x="1233917" y="2710814"/>
                  </a:lnTo>
                  <a:lnTo>
                    <a:pt x="1235628" y="2601010"/>
                  </a:lnTo>
                  <a:lnTo>
                    <a:pt x="1237339" y="2505032"/>
                  </a:lnTo>
                  <a:lnTo>
                    <a:pt x="1239051" y="2466613"/>
                  </a:lnTo>
                  <a:lnTo>
                    <a:pt x="1240762" y="2471682"/>
                  </a:lnTo>
                  <a:lnTo>
                    <a:pt x="1242474" y="2559940"/>
                  </a:lnTo>
                  <a:lnTo>
                    <a:pt x="1244185" y="2672033"/>
                  </a:lnTo>
                  <a:lnTo>
                    <a:pt x="1245896" y="2744618"/>
                  </a:lnTo>
                  <a:lnTo>
                    <a:pt x="1247608" y="2798314"/>
                  </a:lnTo>
                  <a:lnTo>
                    <a:pt x="1249319" y="2938759"/>
                  </a:lnTo>
                  <a:lnTo>
                    <a:pt x="1251031" y="3074499"/>
                  </a:lnTo>
                  <a:lnTo>
                    <a:pt x="1252742" y="3000233"/>
                  </a:lnTo>
                  <a:lnTo>
                    <a:pt x="1254453" y="2905253"/>
                  </a:lnTo>
                  <a:lnTo>
                    <a:pt x="1256165" y="2866136"/>
                  </a:lnTo>
                  <a:lnTo>
                    <a:pt x="1257876" y="2862986"/>
                  </a:lnTo>
                  <a:lnTo>
                    <a:pt x="1259588" y="2804045"/>
                  </a:lnTo>
                  <a:lnTo>
                    <a:pt x="1261299" y="2672315"/>
                  </a:lnTo>
                  <a:lnTo>
                    <a:pt x="1263010" y="2705242"/>
                  </a:lnTo>
                  <a:lnTo>
                    <a:pt x="1264722" y="2798684"/>
                  </a:lnTo>
                  <a:lnTo>
                    <a:pt x="1266433" y="2866801"/>
                  </a:lnTo>
                  <a:lnTo>
                    <a:pt x="1268144" y="2853730"/>
                  </a:lnTo>
                  <a:lnTo>
                    <a:pt x="1269856" y="2774995"/>
                  </a:lnTo>
                  <a:lnTo>
                    <a:pt x="1271567" y="2769657"/>
                  </a:lnTo>
                  <a:lnTo>
                    <a:pt x="1273279" y="2717056"/>
                  </a:lnTo>
                  <a:lnTo>
                    <a:pt x="1274990" y="2707453"/>
                  </a:lnTo>
                  <a:lnTo>
                    <a:pt x="1276701" y="2741477"/>
                  </a:lnTo>
                  <a:lnTo>
                    <a:pt x="1278413" y="2805875"/>
                  </a:lnTo>
                  <a:lnTo>
                    <a:pt x="1280124" y="2911013"/>
                  </a:lnTo>
                  <a:lnTo>
                    <a:pt x="1281836" y="2949541"/>
                  </a:lnTo>
                  <a:lnTo>
                    <a:pt x="1283547" y="3023282"/>
                  </a:lnTo>
                  <a:lnTo>
                    <a:pt x="1285258" y="3048989"/>
                  </a:lnTo>
                  <a:lnTo>
                    <a:pt x="1286970" y="3020319"/>
                  </a:lnTo>
                  <a:lnTo>
                    <a:pt x="1288681" y="3025068"/>
                  </a:lnTo>
                  <a:lnTo>
                    <a:pt x="1290393" y="3053193"/>
                  </a:lnTo>
                  <a:lnTo>
                    <a:pt x="1292104" y="3106893"/>
                  </a:lnTo>
                  <a:lnTo>
                    <a:pt x="1293815" y="3069100"/>
                  </a:lnTo>
                  <a:lnTo>
                    <a:pt x="1295527" y="2954825"/>
                  </a:lnTo>
                  <a:lnTo>
                    <a:pt x="1297238" y="2938739"/>
                  </a:lnTo>
                  <a:lnTo>
                    <a:pt x="1298950" y="2921007"/>
                  </a:lnTo>
                  <a:lnTo>
                    <a:pt x="1300661" y="2813941"/>
                  </a:lnTo>
                  <a:lnTo>
                    <a:pt x="1302372" y="2753507"/>
                  </a:lnTo>
                  <a:lnTo>
                    <a:pt x="1304084" y="2690554"/>
                  </a:lnTo>
                  <a:lnTo>
                    <a:pt x="1305795" y="2704730"/>
                  </a:lnTo>
                  <a:lnTo>
                    <a:pt x="1307507" y="2592985"/>
                  </a:lnTo>
                  <a:lnTo>
                    <a:pt x="1309218" y="2530486"/>
                  </a:lnTo>
                  <a:lnTo>
                    <a:pt x="1310929" y="2574210"/>
                  </a:lnTo>
                  <a:lnTo>
                    <a:pt x="1312641" y="2555426"/>
                  </a:lnTo>
                  <a:lnTo>
                    <a:pt x="1314352" y="2619313"/>
                  </a:lnTo>
                  <a:lnTo>
                    <a:pt x="1316064" y="2697425"/>
                  </a:lnTo>
                  <a:lnTo>
                    <a:pt x="1317775" y="2791484"/>
                  </a:lnTo>
                  <a:lnTo>
                    <a:pt x="1319486" y="2770154"/>
                  </a:lnTo>
                  <a:lnTo>
                    <a:pt x="1321198" y="2766394"/>
                  </a:lnTo>
                  <a:lnTo>
                    <a:pt x="1322909" y="2842920"/>
                  </a:lnTo>
                  <a:lnTo>
                    <a:pt x="1324621" y="2901477"/>
                  </a:lnTo>
                  <a:lnTo>
                    <a:pt x="1326332" y="2898041"/>
                  </a:lnTo>
                  <a:lnTo>
                    <a:pt x="1328043" y="2877368"/>
                  </a:lnTo>
                  <a:lnTo>
                    <a:pt x="1329755" y="2939776"/>
                  </a:lnTo>
                  <a:lnTo>
                    <a:pt x="1331466" y="2980692"/>
                  </a:lnTo>
                  <a:lnTo>
                    <a:pt x="1333178" y="2980692"/>
                  </a:lnTo>
                  <a:lnTo>
                    <a:pt x="1334889" y="2941535"/>
                  </a:lnTo>
                  <a:lnTo>
                    <a:pt x="1336600" y="2910259"/>
                  </a:lnTo>
                  <a:lnTo>
                    <a:pt x="1338312" y="2959351"/>
                  </a:lnTo>
                  <a:lnTo>
                    <a:pt x="1340023" y="2981685"/>
                  </a:lnTo>
                  <a:lnTo>
                    <a:pt x="1341735" y="2951685"/>
                  </a:lnTo>
                  <a:lnTo>
                    <a:pt x="1343446" y="2860705"/>
                  </a:lnTo>
                  <a:lnTo>
                    <a:pt x="1345157" y="2869573"/>
                  </a:lnTo>
                  <a:lnTo>
                    <a:pt x="1346869" y="2840298"/>
                  </a:lnTo>
                  <a:lnTo>
                    <a:pt x="1348580" y="2802753"/>
                  </a:lnTo>
                  <a:lnTo>
                    <a:pt x="1350292" y="2829125"/>
                  </a:lnTo>
                  <a:lnTo>
                    <a:pt x="1352003" y="2892882"/>
                  </a:lnTo>
                  <a:lnTo>
                    <a:pt x="1353714" y="2982067"/>
                  </a:lnTo>
                  <a:lnTo>
                    <a:pt x="1355426" y="3008243"/>
                  </a:lnTo>
                  <a:lnTo>
                    <a:pt x="1357137" y="3081011"/>
                  </a:lnTo>
                  <a:lnTo>
                    <a:pt x="1358849" y="3116972"/>
                  </a:lnTo>
                  <a:lnTo>
                    <a:pt x="1360560" y="3092181"/>
                  </a:lnTo>
                  <a:lnTo>
                    <a:pt x="1362271" y="3058423"/>
                  </a:lnTo>
                  <a:lnTo>
                    <a:pt x="1363983" y="3037174"/>
                  </a:lnTo>
                  <a:lnTo>
                    <a:pt x="1365694" y="2950704"/>
                  </a:lnTo>
                  <a:lnTo>
                    <a:pt x="1367406" y="2886264"/>
                  </a:lnTo>
                  <a:lnTo>
                    <a:pt x="1369117" y="2818469"/>
                  </a:lnTo>
                  <a:lnTo>
                    <a:pt x="1370828" y="2756257"/>
                  </a:lnTo>
                  <a:lnTo>
                    <a:pt x="1372540" y="2661981"/>
                  </a:lnTo>
                  <a:lnTo>
                    <a:pt x="1374251" y="2552237"/>
                  </a:lnTo>
                  <a:lnTo>
                    <a:pt x="1375962" y="2505320"/>
                  </a:lnTo>
                  <a:lnTo>
                    <a:pt x="1377674" y="2514825"/>
                  </a:lnTo>
                  <a:lnTo>
                    <a:pt x="1379385" y="2560695"/>
                  </a:lnTo>
                  <a:lnTo>
                    <a:pt x="1381097" y="2536056"/>
                  </a:lnTo>
                  <a:lnTo>
                    <a:pt x="1382808" y="2594209"/>
                  </a:lnTo>
                  <a:lnTo>
                    <a:pt x="1384519" y="2642220"/>
                  </a:lnTo>
                  <a:lnTo>
                    <a:pt x="1386231" y="2718809"/>
                  </a:lnTo>
                  <a:lnTo>
                    <a:pt x="1387942" y="2774470"/>
                  </a:lnTo>
                  <a:lnTo>
                    <a:pt x="1389654" y="2796394"/>
                  </a:lnTo>
                  <a:lnTo>
                    <a:pt x="1391365" y="2883246"/>
                  </a:lnTo>
                  <a:lnTo>
                    <a:pt x="1393076" y="2919369"/>
                  </a:lnTo>
                  <a:lnTo>
                    <a:pt x="1394788" y="3004149"/>
                  </a:lnTo>
                  <a:lnTo>
                    <a:pt x="1396499" y="3065060"/>
                  </a:lnTo>
                  <a:lnTo>
                    <a:pt x="1398211" y="3064334"/>
                  </a:lnTo>
                  <a:lnTo>
                    <a:pt x="1399922" y="3064334"/>
                  </a:lnTo>
                  <a:lnTo>
                    <a:pt x="1401633" y="3064334"/>
                  </a:lnTo>
                  <a:lnTo>
                    <a:pt x="1403345" y="3064334"/>
                  </a:lnTo>
                  <a:lnTo>
                    <a:pt x="1405056" y="3064334"/>
                  </a:lnTo>
                  <a:lnTo>
                    <a:pt x="1406768" y="3064334"/>
                  </a:lnTo>
                  <a:lnTo>
                    <a:pt x="1408479" y="3064334"/>
                  </a:lnTo>
                  <a:lnTo>
                    <a:pt x="1410190" y="3064334"/>
                  </a:lnTo>
                  <a:lnTo>
                    <a:pt x="1411902" y="3064334"/>
                  </a:lnTo>
                  <a:lnTo>
                    <a:pt x="1413613" y="3064334"/>
                  </a:lnTo>
                  <a:lnTo>
                    <a:pt x="1415325" y="3064334"/>
                  </a:lnTo>
                  <a:lnTo>
                    <a:pt x="1417036" y="3064334"/>
                  </a:lnTo>
                  <a:lnTo>
                    <a:pt x="1418747" y="3043417"/>
                  </a:lnTo>
                  <a:lnTo>
                    <a:pt x="1420459" y="3002813"/>
                  </a:lnTo>
                  <a:lnTo>
                    <a:pt x="1422170" y="2978998"/>
                  </a:lnTo>
                  <a:lnTo>
                    <a:pt x="1423882" y="2978999"/>
                  </a:lnTo>
                  <a:lnTo>
                    <a:pt x="1425593" y="2979000"/>
                  </a:lnTo>
                  <a:lnTo>
                    <a:pt x="1427304" y="2976270"/>
                  </a:lnTo>
                  <a:lnTo>
                    <a:pt x="1429016" y="2939866"/>
                  </a:lnTo>
                  <a:lnTo>
                    <a:pt x="1430727" y="2897117"/>
                  </a:lnTo>
                  <a:lnTo>
                    <a:pt x="1432439" y="2846237"/>
                  </a:lnTo>
                  <a:lnTo>
                    <a:pt x="1434150" y="2839702"/>
                  </a:lnTo>
                  <a:lnTo>
                    <a:pt x="1435861" y="2781414"/>
                  </a:lnTo>
                  <a:lnTo>
                    <a:pt x="1437573" y="2687937"/>
                  </a:lnTo>
                  <a:lnTo>
                    <a:pt x="1439284" y="2686086"/>
                  </a:lnTo>
                  <a:lnTo>
                    <a:pt x="1440996" y="2636035"/>
                  </a:lnTo>
                  <a:lnTo>
                    <a:pt x="1442707" y="2591413"/>
                  </a:lnTo>
                  <a:lnTo>
                    <a:pt x="1444418" y="2504665"/>
                  </a:lnTo>
                  <a:lnTo>
                    <a:pt x="1446130" y="2474087"/>
                  </a:lnTo>
                  <a:lnTo>
                    <a:pt x="1447841" y="2512737"/>
                  </a:lnTo>
                  <a:lnTo>
                    <a:pt x="1449553" y="2474751"/>
                  </a:lnTo>
                  <a:lnTo>
                    <a:pt x="1451264" y="2476032"/>
                  </a:lnTo>
                  <a:lnTo>
                    <a:pt x="1452975" y="2503833"/>
                  </a:lnTo>
                  <a:lnTo>
                    <a:pt x="1454687" y="2412392"/>
                  </a:lnTo>
                  <a:lnTo>
                    <a:pt x="1456398" y="2294120"/>
                  </a:lnTo>
                  <a:lnTo>
                    <a:pt x="1458110" y="2220809"/>
                  </a:lnTo>
                  <a:lnTo>
                    <a:pt x="1459821" y="2276972"/>
                  </a:lnTo>
                  <a:lnTo>
                    <a:pt x="1461532" y="2407593"/>
                  </a:lnTo>
                  <a:lnTo>
                    <a:pt x="1463244" y="2468725"/>
                  </a:lnTo>
                  <a:lnTo>
                    <a:pt x="1464955" y="2601581"/>
                  </a:lnTo>
                  <a:lnTo>
                    <a:pt x="1466667" y="2798145"/>
                  </a:lnTo>
                  <a:lnTo>
                    <a:pt x="1468378" y="2789625"/>
                  </a:lnTo>
                  <a:lnTo>
                    <a:pt x="1470089" y="2692448"/>
                  </a:lnTo>
                  <a:lnTo>
                    <a:pt x="1471801" y="2624736"/>
                  </a:lnTo>
                  <a:lnTo>
                    <a:pt x="1473512" y="2560854"/>
                  </a:lnTo>
                  <a:lnTo>
                    <a:pt x="1475224" y="2469503"/>
                  </a:lnTo>
                  <a:lnTo>
                    <a:pt x="1476935" y="2351815"/>
                  </a:lnTo>
                  <a:lnTo>
                    <a:pt x="1478646" y="2392478"/>
                  </a:lnTo>
                  <a:lnTo>
                    <a:pt x="1480358" y="2429487"/>
                  </a:lnTo>
                  <a:lnTo>
                    <a:pt x="1482069" y="2445628"/>
                  </a:lnTo>
                  <a:lnTo>
                    <a:pt x="1483780" y="2539896"/>
                  </a:lnTo>
                  <a:lnTo>
                    <a:pt x="1485492" y="2645257"/>
                  </a:lnTo>
                  <a:lnTo>
                    <a:pt x="1487203" y="2678928"/>
                  </a:lnTo>
                  <a:lnTo>
                    <a:pt x="1488915" y="2658501"/>
                  </a:lnTo>
                  <a:lnTo>
                    <a:pt x="1490626" y="2732520"/>
                  </a:lnTo>
                  <a:lnTo>
                    <a:pt x="1492337" y="2846740"/>
                  </a:lnTo>
                  <a:lnTo>
                    <a:pt x="1494049" y="2843310"/>
                  </a:lnTo>
                  <a:lnTo>
                    <a:pt x="1495760" y="2843552"/>
                  </a:lnTo>
                  <a:lnTo>
                    <a:pt x="1497472" y="2849224"/>
                  </a:lnTo>
                  <a:lnTo>
                    <a:pt x="1499183" y="2916837"/>
                  </a:lnTo>
                  <a:lnTo>
                    <a:pt x="1500894" y="2960171"/>
                  </a:lnTo>
                  <a:lnTo>
                    <a:pt x="1502606" y="2864767"/>
                  </a:lnTo>
                  <a:lnTo>
                    <a:pt x="1504317" y="2836550"/>
                  </a:lnTo>
                  <a:lnTo>
                    <a:pt x="1506029" y="2846404"/>
                  </a:lnTo>
                  <a:lnTo>
                    <a:pt x="1507740" y="2892013"/>
                  </a:lnTo>
                  <a:lnTo>
                    <a:pt x="1509451" y="2895143"/>
                  </a:lnTo>
                  <a:lnTo>
                    <a:pt x="1511163" y="2824831"/>
                  </a:lnTo>
                  <a:lnTo>
                    <a:pt x="1512874" y="2853222"/>
                  </a:lnTo>
                  <a:lnTo>
                    <a:pt x="1514586" y="2884866"/>
                  </a:lnTo>
                  <a:lnTo>
                    <a:pt x="1516297" y="2880036"/>
                  </a:lnTo>
                  <a:lnTo>
                    <a:pt x="1518008" y="2853126"/>
                  </a:lnTo>
                  <a:lnTo>
                    <a:pt x="1519720" y="2861907"/>
                  </a:lnTo>
                  <a:lnTo>
                    <a:pt x="1521431" y="2889445"/>
                  </a:lnTo>
                  <a:lnTo>
                    <a:pt x="1523143" y="2848848"/>
                  </a:lnTo>
                  <a:lnTo>
                    <a:pt x="1524854" y="2836183"/>
                  </a:lnTo>
                  <a:lnTo>
                    <a:pt x="1526565" y="2868780"/>
                  </a:lnTo>
                  <a:lnTo>
                    <a:pt x="1528277" y="2939002"/>
                  </a:lnTo>
                  <a:lnTo>
                    <a:pt x="1529988" y="2978629"/>
                  </a:lnTo>
                  <a:lnTo>
                    <a:pt x="1531700" y="2928052"/>
                  </a:lnTo>
                  <a:lnTo>
                    <a:pt x="1533411" y="2891130"/>
                  </a:lnTo>
                  <a:lnTo>
                    <a:pt x="1535122" y="2905915"/>
                  </a:lnTo>
                  <a:lnTo>
                    <a:pt x="1536834" y="2859492"/>
                  </a:lnTo>
                  <a:lnTo>
                    <a:pt x="1538545" y="2736547"/>
                  </a:lnTo>
                  <a:lnTo>
                    <a:pt x="1540257" y="2618539"/>
                  </a:lnTo>
                  <a:lnTo>
                    <a:pt x="1541968" y="2656781"/>
                  </a:lnTo>
                  <a:lnTo>
                    <a:pt x="1543679" y="2740167"/>
                  </a:lnTo>
                  <a:lnTo>
                    <a:pt x="1545391" y="2760550"/>
                  </a:lnTo>
                  <a:lnTo>
                    <a:pt x="1547102" y="2814650"/>
                  </a:lnTo>
                  <a:lnTo>
                    <a:pt x="1548814" y="2958218"/>
                  </a:lnTo>
                  <a:lnTo>
                    <a:pt x="1550525" y="3103860"/>
                  </a:lnTo>
                  <a:lnTo>
                    <a:pt x="1552236" y="3116972"/>
                  </a:lnTo>
                  <a:lnTo>
                    <a:pt x="1553948" y="3116972"/>
                  </a:lnTo>
                  <a:lnTo>
                    <a:pt x="1555659" y="3116972"/>
                  </a:lnTo>
                  <a:lnTo>
                    <a:pt x="1557371" y="3113382"/>
                  </a:lnTo>
                  <a:lnTo>
                    <a:pt x="1559082" y="3022715"/>
                  </a:lnTo>
                  <a:lnTo>
                    <a:pt x="1560793" y="2958546"/>
                  </a:lnTo>
                  <a:lnTo>
                    <a:pt x="1562505" y="2953210"/>
                  </a:lnTo>
                  <a:lnTo>
                    <a:pt x="1564216" y="2873690"/>
                  </a:lnTo>
                  <a:lnTo>
                    <a:pt x="1565928" y="2803856"/>
                  </a:lnTo>
                  <a:lnTo>
                    <a:pt x="1567639" y="2760847"/>
                  </a:lnTo>
                  <a:lnTo>
                    <a:pt x="1569350" y="2767220"/>
                  </a:lnTo>
                  <a:lnTo>
                    <a:pt x="1571062" y="2735081"/>
                  </a:lnTo>
                  <a:lnTo>
                    <a:pt x="1572773" y="2679941"/>
                  </a:lnTo>
                  <a:lnTo>
                    <a:pt x="1574485" y="2710553"/>
                  </a:lnTo>
                  <a:lnTo>
                    <a:pt x="1576196" y="2687621"/>
                  </a:lnTo>
                  <a:lnTo>
                    <a:pt x="1577907" y="2717695"/>
                  </a:lnTo>
                  <a:lnTo>
                    <a:pt x="1579619" y="2740882"/>
                  </a:lnTo>
                  <a:lnTo>
                    <a:pt x="1581330" y="2741455"/>
                  </a:lnTo>
                  <a:lnTo>
                    <a:pt x="1583041" y="2693554"/>
                  </a:lnTo>
                  <a:lnTo>
                    <a:pt x="1584753" y="2576811"/>
                  </a:lnTo>
                  <a:lnTo>
                    <a:pt x="1586464" y="2526704"/>
                  </a:lnTo>
                  <a:lnTo>
                    <a:pt x="1588176" y="2504327"/>
                  </a:lnTo>
                  <a:lnTo>
                    <a:pt x="1589887" y="2541149"/>
                  </a:lnTo>
                  <a:lnTo>
                    <a:pt x="1591598" y="2587342"/>
                  </a:lnTo>
                  <a:lnTo>
                    <a:pt x="1593310" y="2610674"/>
                  </a:lnTo>
                  <a:lnTo>
                    <a:pt x="1595021" y="2664918"/>
                  </a:lnTo>
                  <a:lnTo>
                    <a:pt x="1596733" y="2659881"/>
                  </a:lnTo>
                  <a:lnTo>
                    <a:pt x="1598444" y="2607245"/>
                  </a:lnTo>
                  <a:lnTo>
                    <a:pt x="1600155" y="2532272"/>
                  </a:lnTo>
                  <a:lnTo>
                    <a:pt x="1601867" y="2504997"/>
                  </a:lnTo>
                  <a:lnTo>
                    <a:pt x="1603578" y="2565298"/>
                  </a:lnTo>
                  <a:lnTo>
                    <a:pt x="1605290" y="2558325"/>
                  </a:lnTo>
                  <a:lnTo>
                    <a:pt x="1607001" y="2603021"/>
                  </a:lnTo>
                  <a:lnTo>
                    <a:pt x="1608712" y="2678471"/>
                  </a:lnTo>
                  <a:lnTo>
                    <a:pt x="1610424" y="2729612"/>
                  </a:lnTo>
                  <a:lnTo>
                    <a:pt x="1612135" y="2733680"/>
                  </a:lnTo>
                  <a:lnTo>
                    <a:pt x="1613847" y="2725104"/>
                  </a:lnTo>
                  <a:lnTo>
                    <a:pt x="1615558" y="2811841"/>
                  </a:lnTo>
                  <a:lnTo>
                    <a:pt x="1617269" y="2898629"/>
                  </a:lnTo>
                  <a:lnTo>
                    <a:pt x="1618981" y="2958027"/>
                  </a:lnTo>
                  <a:lnTo>
                    <a:pt x="1620692" y="2932741"/>
                  </a:lnTo>
                  <a:lnTo>
                    <a:pt x="1622404" y="2951658"/>
                  </a:lnTo>
                  <a:lnTo>
                    <a:pt x="1624115" y="2994004"/>
                  </a:lnTo>
                  <a:lnTo>
                    <a:pt x="1625826" y="2987246"/>
                  </a:lnTo>
                  <a:lnTo>
                    <a:pt x="1627538" y="2893516"/>
                  </a:lnTo>
                  <a:lnTo>
                    <a:pt x="1629249" y="2800887"/>
                  </a:lnTo>
                  <a:lnTo>
                    <a:pt x="1630961" y="2816390"/>
                  </a:lnTo>
                  <a:lnTo>
                    <a:pt x="1632672" y="2703131"/>
                  </a:lnTo>
                  <a:lnTo>
                    <a:pt x="1634383" y="2594007"/>
                  </a:lnTo>
                  <a:lnTo>
                    <a:pt x="1636095" y="2600766"/>
                  </a:lnTo>
                  <a:lnTo>
                    <a:pt x="1637806" y="2694497"/>
                  </a:lnTo>
                  <a:lnTo>
                    <a:pt x="1639518" y="2795532"/>
                  </a:lnTo>
                  <a:lnTo>
                    <a:pt x="1641229" y="2913010"/>
                  </a:lnTo>
                  <a:lnTo>
                    <a:pt x="1642940" y="3057740"/>
                  </a:lnTo>
                  <a:lnTo>
                    <a:pt x="1644652" y="3116972"/>
                  </a:lnTo>
                  <a:lnTo>
                    <a:pt x="1646363" y="3082981"/>
                  </a:lnTo>
                  <a:lnTo>
                    <a:pt x="1648075" y="3020423"/>
                  </a:lnTo>
                  <a:lnTo>
                    <a:pt x="1649786" y="2909362"/>
                  </a:lnTo>
                  <a:lnTo>
                    <a:pt x="1651497" y="2778958"/>
                  </a:lnTo>
                  <a:lnTo>
                    <a:pt x="1653209" y="2773680"/>
                  </a:lnTo>
                  <a:lnTo>
                    <a:pt x="1654920" y="2804664"/>
                  </a:lnTo>
                  <a:lnTo>
                    <a:pt x="1656632" y="2843121"/>
                  </a:lnTo>
                  <a:lnTo>
                    <a:pt x="1658343" y="2867481"/>
                  </a:lnTo>
                  <a:lnTo>
                    <a:pt x="1660054" y="2975828"/>
                  </a:lnTo>
                  <a:lnTo>
                    <a:pt x="1661766" y="3048007"/>
                  </a:lnTo>
                  <a:lnTo>
                    <a:pt x="1663477" y="3044055"/>
                  </a:lnTo>
                  <a:lnTo>
                    <a:pt x="1665189" y="3013977"/>
                  </a:lnTo>
                  <a:lnTo>
                    <a:pt x="1666900" y="3009287"/>
                  </a:lnTo>
                  <a:lnTo>
                    <a:pt x="1668611" y="3047485"/>
                  </a:lnTo>
                  <a:lnTo>
                    <a:pt x="1670323" y="2995948"/>
                  </a:lnTo>
                  <a:lnTo>
                    <a:pt x="1672034" y="2862583"/>
                  </a:lnTo>
                  <a:lnTo>
                    <a:pt x="1673746" y="2671983"/>
                  </a:lnTo>
                  <a:lnTo>
                    <a:pt x="1675457" y="2484607"/>
                  </a:lnTo>
                  <a:lnTo>
                    <a:pt x="1677168" y="2309989"/>
                  </a:lnTo>
                  <a:lnTo>
                    <a:pt x="1678880" y="2147427"/>
                  </a:lnTo>
                  <a:lnTo>
                    <a:pt x="1680591" y="2068459"/>
                  </a:lnTo>
                  <a:lnTo>
                    <a:pt x="1682303" y="2156925"/>
                  </a:lnTo>
                  <a:lnTo>
                    <a:pt x="1684014" y="2283774"/>
                  </a:lnTo>
                  <a:lnTo>
                    <a:pt x="1685725" y="2434084"/>
                  </a:lnTo>
                  <a:lnTo>
                    <a:pt x="1687437" y="2565411"/>
                  </a:lnTo>
                  <a:lnTo>
                    <a:pt x="1689148" y="2739942"/>
                  </a:lnTo>
                  <a:lnTo>
                    <a:pt x="1690859" y="2888642"/>
                  </a:lnTo>
                  <a:lnTo>
                    <a:pt x="1692571" y="2882558"/>
                  </a:lnTo>
                  <a:lnTo>
                    <a:pt x="1694282" y="2913172"/>
                  </a:lnTo>
                  <a:lnTo>
                    <a:pt x="1695994" y="2960842"/>
                  </a:lnTo>
                  <a:lnTo>
                    <a:pt x="1697705" y="2935689"/>
                  </a:lnTo>
                  <a:lnTo>
                    <a:pt x="1699416" y="2791756"/>
                  </a:lnTo>
                  <a:lnTo>
                    <a:pt x="1701128" y="2684136"/>
                  </a:lnTo>
                  <a:lnTo>
                    <a:pt x="1702839" y="2696279"/>
                  </a:lnTo>
                  <a:lnTo>
                    <a:pt x="1704551" y="2733367"/>
                  </a:lnTo>
                  <a:lnTo>
                    <a:pt x="1706262" y="2752842"/>
                  </a:lnTo>
                  <a:lnTo>
                    <a:pt x="1707973" y="2828883"/>
                  </a:lnTo>
                  <a:lnTo>
                    <a:pt x="1709685" y="2960845"/>
                  </a:lnTo>
                  <a:lnTo>
                    <a:pt x="1711396" y="3012135"/>
                  </a:lnTo>
                  <a:lnTo>
                    <a:pt x="1713108" y="2948600"/>
                  </a:lnTo>
                  <a:lnTo>
                    <a:pt x="1714819" y="2891001"/>
                  </a:lnTo>
                  <a:lnTo>
                    <a:pt x="1716530" y="2867801"/>
                  </a:lnTo>
                  <a:lnTo>
                    <a:pt x="1718242" y="2867802"/>
                  </a:lnTo>
                  <a:lnTo>
                    <a:pt x="1719953" y="2909950"/>
                  </a:lnTo>
                  <a:lnTo>
                    <a:pt x="1721665" y="2971824"/>
                  </a:lnTo>
                  <a:lnTo>
                    <a:pt x="1723376" y="2987556"/>
                  </a:lnTo>
                  <a:lnTo>
                    <a:pt x="1725087" y="2934904"/>
                  </a:lnTo>
                  <a:lnTo>
                    <a:pt x="1726799" y="2863018"/>
                  </a:lnTo>
                  <a:lnTo>
                    <a:pt x="1728510" y="2813727"/>
                  </a:lnTo>
                  <a:lnTo>
                    <a:pt x="1730222" y="2691171"/>
                  </a:lnTo>
                  <a:lnTo>
                    <a:pt x="1731933" y="2621115"/>
                  </a:lnTo>
                  <a:lnTo>
                    <a:pt x="1733644" y="2644218"/>
                  </a:lnTo>
                  <a:lnTo>
                    <a:pt x="1735356" y="2679605"/>
                  </a:lnTo>
                  <a:lnTo>
                    <a:pt x="1737067" y="2756938"/>
                  </a:lnTo>
                  <a:lnTo>
                    <a:pt x="1738779" y="2806230"/>
                  </a:lnTo>
                  <a:lnTo>
                    <a:pt x="1740490" y="2900732"/>
                  </a:lnTo>
                  <a:lnTo>
                    <a:pt x="1742201" y="2961144"/>
                  </a:lnTo>
                  <a:lnTo>
                    <a:pt x="1743913" y="2970414"/>
                  </a:lnTo>
                  <a:lnTo>
                    <a:pt x="1745624" y="2989314"/>
                  </a:lnTo>
                  <a:lnTo>
                    <a:pt x="1747336" y="3004707"/>
                  </a:lnTo>
                  <a:lnTo>
                    <a:pt x="1749047" y="3010251"/>
                  </a:lnTo>
                  <a:lnTo>
                    <a:pt x="1750758" y="3028332"/>
                  </a:lnTo>
                  <a:lnTo>
                    <a:pt x="1752470" y="3026546"/>
                  </a:lnTo>
                  <a:lnTo>
                    <a:pt x="1754181" y="3058828"/>
                  </a:lnTo>
                  <a:lnTo>
                    <a:pt x="1755893" y="3114791"/>
                  </a:lnTo>
                  <a:lnTo>
                    <a:pt x="1757604" y="3116972"/>
                  </a:lnTo>
                  <a:lnTo>
                    <a:pt x="1759315" y="3116972"/>
                  </a:lnTo>
                  <a:lnTo>
                    <a:pt x="1761027" y="3116972"/>
                  </a:lnTo>
                  <a:lnTo>
                    <a:pt x="1762738" y="3116972"/>
                  </a:lnTo>
                  <a:lnTo>
                    <a:pt x="1764450" y="3116972"/>
                  </a:lnTo>
                  <a:lnTo>
                    <a:pt x="1766161" y="3116972"/>
                  </a:lnTo>
                  <a:lnTo>
                    <a:pt x="1767872" y="3116972"/>
                  </a:lnTo>
                  <a:lnTo>
                    <a:pt x="1769584" y="3089570"/>
                  </a:lnTo>
                  <a:lnTo>
                    <a:pt x="1771295" y="2994957"/>
                  </a:lnTo>
                  <a:lnTo>
                    <a:pt x="1773007" y="2945545"/>
                  </a:lnTo>
                  <a:lnTo>
                    <a:pt x="1774718" y="2929603"/>
                  </a:lnTo>
                  <a:lnTo>
                    <a:pt x="1776429" y="2919373"/>
                  </a:lnTo>
                  <a:lnTo>
                    <a:pt x="1778141" y="2924956"/>
                  </a:lnTo>
                  <a:lnTo>
                    <a:pt x="1779852" y="2930668"/>
                  </a:lnTo>
                  <a:lnTo>
                    <a:pt x="1781564" y="2994165"/>
                  </a:lnTo>
                  <a:lnTo>
                    <a:pt x="1783275" y="3041055"/>
                  </a:lnTo>
                  <a:lnTo>
                    <a:pt x="1784986" y="3056998"/>
                  </a:lnTo>
                  <a:lnTo>
                    <a:pt x="1786698" y="3067229"/>
                  </a:lnTo>
                  <a:lnTo>
                    <a:pt x="1788409" y="3061645"/>
                  </a:lnTo>
                  <a:lnTo>
                    <a:pt x="1790121" y="3064334"/>
                  </a:lnTo>
                  <a:lnTo>
                    <a:pt x="1791832" y="3064334"/>
                  </a:lnTo>
                  <a:lnTo>
                    <a:pt x="1793543" y="3095178"/>
                  </a:lnTo>
                  <a:lnTo>
                    <a:pt x="1795255" y="3116972"/>
                  </a:lnTo>
                  <a:lnTo>
                    <a:pt x="1796966" y="3116972"/>
                  </a:lnTo>
                  <a:lnTo>
                    <a:pt x="1798677" y="3116972"/>
                  </a:lnTo>
                  <a:lnTo>
                    <a:pt x="1800389" y="3085555"/>
                  </a:lnTo>
                  <a:lnTo>
                    <a:pt x="1802100" y="3018768"/>
                  </a:lnTo>
                  <a:lnTo>
                    <a:pt x="1803812" y="2924532"/>
                  </a:lnTo>
                  <a:lnTo>
                    <a:pt x="1805523" y="2882047"/>
                  </a:lnTo>
                  <a:lnTo>
                    <a:pt x="1807234" y="2882048"/>
                  </a:lnTo>
                  <a:lnTo>
                    <a:pt x="1808946" y="2833653"/>
                  </a:lnTo>
                  <a:lnTo>
                    <a:pt x="1810657" y="2785706"/>
                  </a:lnTo>
                  <a:lnTo>
                    <a:pt x="1812369" y="2824074"/>
                  </a:lnTo>
                  <a:lnTo>
                    <a:pt x="1814080" y="2887466"/>
                  </a:lnTo>
                  <a:lnTo>
                    <a:pt x="1815791" y="2930999"/>
                  </a:lnTo>
                  <a:lnTo>
                    <a:pt x="1817503" y="2962014"/>
                  </a:lnTo>
                  <a:lnTo>
                    <a:pt x="1819214" y="3008838"/>
                  </a:lnTo>
                  <a:lnTo>
                    <a:pt x="1820926" y="2989565"/>
                  </a:lnTo>
                  <a:lnTo>
                    <a:pt x="1822637" y="2924033"/>
                  </a:lnTo>
                  <a:lnTo>
                    <a:pt x="1824348" y="2853257"/>
                  </a:lnTo>
                  <a:lnTo>
                    <a:pt x="1826060" y="2819869"/>
                  </a:lnTo>
                  <a:lnTo>
                    <a:pt x="1827771" y="2823481"/>
                  </a:lnTo>
                  <a:lnTo>
                    <a:pt x="1829483" y="2828576"/>
                  </a:lnTo>
                  <a:lnTo>
                    <a:pt x="1831194" y="2877028"/>
                  </a:lnTo>
                  <a:lnTo>
                    <a:pt x="1832905" y="2911168"/>
                  </a:lnTo>
                  <a:lnTo>
                    <a:pt x="1834617" y="2931534"/>
                  </a:lnTo>
                  <a:lnTo>
                    <a:pt x="1836328" y="2919699"/>
                  </a:lnTo>
                  <a:lnTo>
                    <a:pt x="1838040" y="2885074"/>
                  </a:lnTo>
                  <a:lnTo>
                    <a:pt x="1839751" y="2881549"/>
                  </a:lnTo>
                  <a:lnTo>
                    <a:pt x="1841462" y="2948597"/>
                  </a:lnTo>
                  <a:lnTo>
                    <a:pt x="1843174" y="3040577"/>
                  </a:lnTo>
                  <a:lnTo>
                    <a:pt x="1844885" y="3096792"/>
                  </a:lnTo>
                  <a:lnTo>
                    <a:pt x="1846597" y="3116972"/>
                  </a:lnTo>
                  <a:lnTo>
                    <a:pt x="1848308" y="3116972"/>
                  </a:lnTo>
                  <a:lnTo>
                    <a:pt x="1850019" y="3116972"/>
                  </a:lnTo>
                  <a:lnTo>
                    <a:pt x="1851731" y="3116972"/>
                  </a:lnTo>
                  <a:lnTo>
                    <a:pt x="1853442" y="3116972"/>
                  </a:lnTo>
                  <a:lnTo>
                    <a:pt x="1855154" y="3116972"/>
                  </a:lnTo>
                  <a:lnTo>
                    <a:pt x="1856865" y="3116972"/>
                  </a:lnTo>
                  <a:lnTo>
                    <a:pt x="1858576" y="3116972"/>
                  </a:lnTo>
                  <a:lnTo>
                    <a:pt x="1860288" y="3077500"/>
                  </a:lnTo>
                  <a:lnTo>
                    <a:pt x="1861999" y="3045130"/>
                  </a:lnTo>
                  <a:lnTo>
                    <a:pt x="1863711" y="3035814"/>
                  </a:lnTo>
                  <a:lnTo>
                    <a:pt x="1865422" y="3035815"/>
                  </a:lnTo>
                  <a:lnTo>
                    <a:pt x="1867133" y="3035816"/>
                  </a:lnTo>
                  <a:lnTo>
                    <a:pt x="1868845" y="3035816"/>
                  </a:lnTo>
                  <a:lnTo>
                    <a:pt x="1870556" y="3064120"/>
                  </a:lnTo>
                  <a:lnTo>
                    <a:pt x="1872268" y="3107256"/>
                  </a:lnTo>
                  <a:lnTo>
                    <a:pt x="1873979" y="3114216"/>
                  </a:lnTo>
                  <a:lnTo>
                    <a:pt x="1875690" y="3097300"/>
                  </a:lnTo>
                  <a:lnTo>
                    <a:pt x="1877402" y="3080965"/>
                  </a:lnTo>
                  <a:lnTo>
                    <a:pt x="1879113" y="3071312"/>
                  </a:lnTo>
                  <a:lnTo>
                    <a:pt x="1880825" y="3025536"/>
                  </a:lnTo>
                  <a:lnTo>
                    <a:pt x="1882536" y="2998125"/>
                  </a:lnTo>
                  <a:lnTo>
                    <a:pt x="1884247" y="3000480"/>
                  </a:lnTo>
                  <a:lnTo>
                    <a:pt x="1885959" y="3017397"/>
                  </a:lnTo>
                  <a:lnTo>
                    <a:pt x="1887670" y="3033735"/>
                  </a:lnTo>
                  <a:lnTo>
                    <a:pt x="1889382" y="3043387"/>
                  </a:lnTo>
                  <a:lnTo>
                    <a:pt x="1891093" y="3089069"/>
                  </a:lnTo>
                  <a:lnTo>
                    <a:pt x="1892804" y="3116972"/>
                  </a:lnTo>
                  <a:lnTo>
                    <a:pt x="1894516" y="3112814"/>
                  </a:lnTo>
                  <a:lnTo>
                    <a:pt x="1896227" y="3073636"/>
                  </a:lnTo>
                  <a:lnTo>
                    <a:pt x="1897938" y="3035682"/>
                  </a:lnTo>
                  <a:lnTo>
                    <a:pt x="1899650" y="3030425"/>
                  </a:lnTo>
                  <a:lnTo>
                    <a:pt x="1901361" y="2949272"/>
                  </a:lnTo>
                  <a:lnTo>
                    <a:pt x="1903073" y="2898450"/>
                  </a:lnTo>
                  <a:lnTo>
                    <a:pt x="1904784" y="2926601"/>
                  </a:lnTo>
                  <a:lnTo>
                    <a:pt x="1906495" y="2954305"/>
                  </a:lnTo>
                  <a:lnTo>
                    <a:pt x="1908207" y="2951841"/>
                  </a:lnTo>
                  <a:lnTo>
                    <a:pt x="1909918" y="2957099"/>
                  </a:lnTo>
                  <a:lnTo>
                    <a:pt x="1911630" y="3025479"/>
                  </a:lnTo>
                  <a:lnTo>
                    <a:pt x="1913341" y="3083362"/>
                  </a:lnTo>
                  <a:lnTo>
                    <a:pt x="1915052" y="3064679"/>
                  </a:lnTo>
                  <a:lnTo>
                    <a:pt x="1916764" y="3076152"/>
                  </a:lnTo>
                  <a:lnTo>
                    <a:pt x="1918475" y="3116573"/>
                  </a:lnTo>
                  <a:lnTo>
                    <a:pt x="1920187" y="3116574"/>
                  </a:lnTo>
                  <a:lnTo>
                    <a:pt x="1921898" y="3101713"/>
                  </a:lnTo>
                  <a:lnTo>
                    <a:pt x="1923609" y="3069543"/>
                  </a:lnTo>
                  <a:lnTo>
                    <a:pt x="1925321" y="3049693"/>
                  </a:lnTo>
                  <a:lnTo>
                    <a:pt x="1927032" y="3049641"/>
                  </a:lnTo>
                  <a:lnTo>
                    <a:pt x="1928744" y="3018246"/>
                  </a:lnTo>
                  <a:lnTo>
                    <a:pt x="1930455" y="2979839"/>
                  </a:lnTo>
                  <a:lnTo>
                    <a:pt x="1932166" y="2969425"/>
                  </a:lnTo>
                  <a:lnTo>
                    <a:pt x="1933878" y="2959039"/>
                  </a:lnTo>
                  <a:lnTo>
                    <a:pt x="1935589" y="2921546"/>
                  </a:lnTo>
                  <a:lnTo>
                    <a:pt x="1937301" y="2903198"/>
                  </a:lnTo>
                  <a:lnTo>
                    <a:pt x="1939012" y="2882090"/>
                  </a:lnTo>
                  <a:lnTo>
                    <a:pt x="1940723" y="2809969"/>
                  </a:lnTo>
                  <a:lnTo>
                    <a:pt x="1942435" y="2794677"/>
                  </a:lnTo>
                  <a:lnTo>
                    <a:pt x="1944146" y="2801744"/>
                  </a:lnTo>
                  <a:lnTo>
                    <a:pt x="1945858" y="2819825"/>
                  </a:lnTo>
                  <a:lnTo>
                    <a:pt x="1947569" y="2822230"/>
                  </a:lnTo>
                  <a:lnTo>
                    <a:pt x="1949280" y="2874732"/>
                  </a:lnTo>
                  <a:lnTo>
                    <a:pt x="1950992" y="2996810"/>
                  </a:lnTo>
                  <a:lnTo>
                    <a:pt x="1952703" y="3066055"/>
                  </a:lnTo>
                  <a:lnTo>
                    <a:pt x="1954415" y="3081853"/>
                  </a:lnTo>
                  <a:lnTo>
                    <a:pt x="1956126" y="3040660"/>
                  </a:lnTo>
                  <a:lnTo>
                    <a:pt x="1957837" y="2956327"/>
                  </a:lnTo>
                  <a:lnTo>
                    <a:pt x="1959549" y="2845045"/>
                  </a:lnTo>
                  <a:lnTo>
                    <a:pt x="1961260" y="2746238"/>
                  </a:lnTo>
                  <a:lnTo>
                    <a:pt x="1962972" y="2639999"/>
                  </a:lnTo>
                  <a:lnTo>
                    <a:pt x="1964683" y="2601370"/>
                  </a:lnTo>
                  <a:lnTo>
                    <a:pt x="1966394" y="2577984"/>
                  </a:lnTo>
                  <a:lnTo>
                    <a:pt x="1968106" y="2620030"/>
                  </a:lnTo>
                  <a:lnTo>
                    <a:pt x="1969817" y="2649467"/>
                  </a:lnTo>
                  <a:lnTo>
                    <a:pt x="1971529" y="2664342"/>
                  </a:lnTo>
                  <a:lnTo>
                    <a:pt x="1973240" y="2669097"/>
                  </a:lnTo>
                  <a:lnTo>
                    <a:pt x="1974951" y="2584459"/>
                  </a:lnTo>
                  <a:lnTo>
                    <a:pt x="1976663" y="2591773"/>
                  </a:lnTo>
                  <a:lnTo>
                    <a:pt x="1978374" y="2620484"/>
                  </a:lnTo>
                  <a:lnTo>
                    <a:pt x="1980086" y="2667887"/>
                  </a:lnTo>
                  <a:lnTo>
                    <a:pt x="1981797" y="2609325"/>
                  </a:lnTo>
                  <a:lnTo>
                    <a:pt x="1983508" y="2575603"/>
                  </a:lnTo>
                  <a:lnTo>
                    <a:pt x="1985220" y="2685440"/>
                  </a:lnTo>
                  <a:lnTo>
                    <a:pt x="1986931" y="2726926"/>
                  </a:lnTo>
                  <a:lnTo>
                    <a:pt x="1988643" y="2644304"/>
                  </a:lnTo>
                  <a:lnTo>
                    <a:pt x="1990354" y="2614818"/>
                  </a:lnTo>
                  <a:lnTo>
                    <a:pt x="1992065" y="2666684"/>
                  </a:lnTo>
                  <a:lnTo>
                    <a:pt x="1993777" y="2654941"/>
                  </a:lnTo>
                  <a:lnTo>
                    <a:pt x="1995488" y="2599486"/>
                  </a:lnTo>
                  <a:lnTo>
                    <a:pt x="1997200" y="2659620"/>
                  </a:lnTo>
                  <a:lnTo>
                    <a:pt x="1998911" y="2766662"/>
                  </a:lnTo>
                  <a:lnTo>
                    <a:pt x="2000622" y="2804562"/>
                  </a:lnTo>
                  <a:lnTo>
                    <a:pt x="2002334" y="2878667"/>
                  </a:lnTo>
                  <a:lnTo>
                    <a:pt x="2004045" y="2982074"/>
                  </a:lnTo>
                  <a:lnTo>
                    <a:pt x="2005756" y="3005580"/>
                  </a:lnTo>
                  <a:lnTo>
                    <a:pt x="2007468" y="2949897"/>
                  </a:lnTo>
                  <a:lnTo>
                    <a:pt x="2009179" y="2876732"/>
                  </a:lnTo>
                  <a:lnTo>
                    <a:pt x="2010891" y="2763055"/>
                  </a:lnTo>
                  <a:lnTo>
                    <a:pt x="2012602" y="2676581"/>
                  </a:lnTo>
                  <a:lnTo>
                    <a:pt x="2014313" y="2638624"/>
                  </a:lnTo>
                  <a:lnTo>
                    <a:pt x="2016025" y="2665564"/>
                  </a:lnTo>
                  <a:lnTo>
                    <a:pt x="2017736" y="2732842"/>
                  </a:lnTo>
                  <a:lnTo>
                    <a:pt x="2019448" y="2810969"/>
                  </a:lnTo>
                  <a:lnTo>
                    <a:pt x="2021159" y="2901542"/>
                  </a:lnTo>
                  <a:lnTo>
                    <a:pt x="2022870" y="2912205"/>
                  </a:lnTo>
                  <a:lnTo>
                    <a:pt x="2024582" y="2887711"/>
                  </a:lnTo>
                  <a:lnTo>
                    <a:pt x="2026293" y="2925838"/>
                  </a:lnTo>
                  <a:lnTo>
                    <a:pt x="2028005" y="2918516"/>
                  </a:lnTo>
                  <a:lnTo>
                    <a:pt x="2029716" y="2918702"/>
                  </a:lnTo>
                  <a:lnTo>
                    <a:pt x="2031427" y="2967838"/>
                  </a:lnTo>
                  <a:lnTo>
                    <a:pt x="2033139" y="3048626"/>
                  </a:lnTo>
                  <a:lnTo>
                    <a:pt x="2034850" y="3089004"/>
                  </a:lnTo>
                  <a:lnTo>
                    <a:pt x="2036562" y="2985275"/>
                  </a:lnTo>
                  <a:lnTo>
                    <a:pt x="2038273" y="2913730"/>
                  </a:lnTo>
                  <a:lnTo>
                    <a:pt x="2039984" y="2905438"/>
                  </a:lnTo>
                  <a:lnTo>
                    <a:pt x="2041696" y="2905439"/>
                  </a:lnTo>
                  <a:lnTo>
                    <a:pt x="2043407" y="2905441"/>
                  </a:lnTo>
                  <a:lnTo>
                    <a:pt x="2045119" y="2927512"/>
                  </a:lnTo>
                  <a:lnTo>
                    <a:pt x="2046830" y="3007207"/>
                  </a:lnTo>
                  <a:lnTo>
                    <a:pt x="2048541" y="3096349"/>
                  </a:lnTo>
                  <a:lnTo>
                    <a:pt x="2050253" y="3116972"/>
                  </a:lnTo>
                  <a:lnTo>
                    <a:pt x="2051964" y="3113714"/>
                  </a:lnTo>
                  <a:lnTo>
                    <a:pt x="2053676" y="3116927"/>
                  </a:lnTo>
                  <a:lnTo>
                    <a:pt x="2055387" y="3116972"/>
                  </a:lnTo>
                  <a:lnTo>
                    <a:pt x="2057098" y="3116972"/>
                  </a:lnTo>
                  <a:lnTo>
                    <a:pt x="2058810" y="3089845"/>
                  </a:lnTo>
                  <a:lnTo>
                    <a:pt x="2060521" y="3075275"/>
                  </a:lnTo>
                  <a:lnTo>
                    <a:pt x="2062233" y="3101972"/>
                  </a:lnTo>
                  <a:lnTo>
                    <a:pt x="2063944" y="3116972"/>
                  </a:lnTo>
                  <a:lnTo>
                    <a:pt x="2065655" y="3116972"/>
                  </a:lnTo>
                  <a:lnTo>
                    <a:pt x="2067367" y="3116813"/>
                  </a:lnTo>
                  <a:lnTo>
                    <a:pt x="2069078" y="3116972"/>
                  </a:lnTo>
                  <a:lnTo>
                    <a:pt x="2070790" y="3116972"/>
                  </a:lnTo>
                  <a:lnTo>
                    <a:pt x="2072501" y="3116972"/>
                  </a:lnTo>
                  <a:lnTo>
                    <a:pt x="2074212" y="3114305"/>
                  </a:lnTo>
                  <a:lnTo>
                    <a:pt x="2075924" y="3076855"/>
                  </a:lnTo>
                  <a:lnTo>
                    <a:pt x="2077635" y="3039405"/>
                  </a:lnTo>
                  <a:lnTo>
                    <a:pt x="2079347" y="3032241"/>
                  </a:lnTo>
                  <a:lnTo>
                    <a:pt x="2081058" y="3001127"/>
                  </a:lnTo>
                  <a:lnTo>
                    <a:pt x="2082769" y="3001057"/>
                  </a:lnTo>
                  <a:lnTo>
                    <a:pt x="2084481" y="3036837"/>
                  </a:lnTo>
                  <a:lnTo>
                    <a:pt x="2086192" y="3082618"/>
                  </a:lnTo>
                  <a:lnTo>
                    <a:pt x="2087904" y="3116972"/>
                  </a:lnTo>
                  <a:lnTo>
                    <a:pt x="2089615" y="3116972"/>
                  </a:lnTo>
                  <a:lnTo>
                    <a:pt x="2091326" y="3116972"/>
                  </a:lnTo>
                  <a:lnTo>
                    <a:pt x="2093038" y="3083167"/>
                  </a:lnTo>
                  <a:lnTo>
                    <a:pt x="2094749" y="2998382"/>
                  </a:lnTo>
                  <a:lnTo>
                    <a:pt x="2096461" y="2990049"/>
                  </a:lnTo>
                  <a:lnTo>
                    <a:pt x="2098172" y="2935291"/>
                  </a:lnTo>
                  <a:lnTo>
                    <a:pt x="2099883" y="2922274"/>
                  </a:lnTo>
                  <a:lnTo>
                    <a:pt x="2101595" y="2948528"/>
                  </a:lnTo>
                  <a:lnTo>
                    <a:pt x="2103306" y="3003482"/>
                  </a:lnTo>
                  <a:lnTo>
                    <a:pt x="2105018" y="3022638"/>
                  </a:lnTo>
                  <a:lnTo>
                    <a:pt x="2106729" y="2999803"/>
                  </a:lnTo>
                  <a:lnTo>
                    <a:pt x="2108440" y="2985196"/>
                  </a:lnTo>
                  <a:lnTo>
                    <a:pt x="2110152" y="2951835"/>
                  </a:lnTo>
                  <a:lnTo>
                    <a:pt x="2111863" y="2949207"/>
                  </a:lnTo>
                  <a:lnTo>
                    <a:pt x="2113574" y="2956221"/>
                  </a:lnTo>
                  <a:lnTo>
                    <a:pt x="2115286" y="2990903"/>
                  </a:lnTo>
                  <a:lnTo>
                    <a:pt x="2116997" y="3018854"/>
                  </a:lnTo>
                  <a:lnTo>
                    <a:pt x="2118709" y="3085968"/>
                  </a:lnTo>
                  <a:lnTo>
                    <a:pt x="2120420" y="3116972"/>
                  </a:lnTo>
                  <a:lnTo>
                    <a:pt x="2122131" y="3116972"/>
                  </a:lnTo>
                  <a:lnTo>
                    <a:pt x="2123843" y="3116972"/>
                  </a:lnTo>
                  <a:lnTo>
                    <a:pt x="2125554" y="3116972"/>
                  </a:lnTo>
                  <a:lnTo>
                    <a:pt x="2127266" y="3116972"/>
                  </a:lnTo>
                  <a:lnTo>
                    <a:pt x="2128977" y="3100084"/>
                  </a:lnTo>
                  <a:lnTo>
                    <a:pt x="2130688" y="3064334"/>
                  </a:lnTo>
                  <a:lnTo>
                    <a:pt x="2132400" y="3064334"/>
                  </a:lnTo>
                  <a:lnTo>
                    <a:pt x="2134111" y="3056884"/>
                  </a:lnTo>
                  <a:lnTo>
                    <a:pt x="2135823" y="2998000"/>
                  </a:lnTo>
                  <a:lnTo>
                    <a:pt x="2137534" y="2947112"/>
                  </a:lnTo>
                  <a:lnTo>
                    <a:pt x="2139245" y="2943467"/>
                  </a:lnTo>
                  <a:lnTo>
                    <a:pt x="2140957" y="2911017"/>
                  </a:lnTo>
                  <a:lnTo>
                    <a:pt x="2142668" y="2864073"/>
                  </a:lnTo>
                  <a:lnTo>
                    <a:pt x="2144380" y="2810865"/>
                  </a:lnTo>
                  <a:lnTo>
                    <a:pt x="2146091" y="2769224"/>
                  </a:lnTo>
                  <a:lnTo>
                    <a:pt x="2147802" y="2728768"/>
                  </a:lnTo>
                  <a:lnTo>
                    <a:pt x="2149514" y="2671219"/>
                  </a:lnTo>
                  <a:lnTo>
                    <a:pt x="2151225" y="2607999"/>
                  </a:lnTo>
                  <a:lnTo>
                    <a:pt x="2152937" y="2613903"/>
                  </a:lnTo>
                  <a:lnTo>
                    <a:pt x="2154648" y="2681694"/>
                  </a:lnTo>
                  <a:lnTo>
                    <a:pt x="2156359" y="2741167"/>
                  </a:lnTo>
                  <a:lnTo>
                    <a:pt x="2158071" y="2786208"/>
                  </a:lnTo>
                  <a:lnTo>
                    <a:pt x="2159782" y="2757382"/>
                  </a:lnTo>
                  <a:lnTo>
                    <a:pt x="2161494" y="2697239"/>
                  </a:lnTo>
                  <a:lnTo>
                    <a:pt x="2163205" y="2604024"/>
                  </a:lnTo>
                  <a:lnTo>
                    <a:pt x="2164916" y="2553084"/>
                  </a:lnTo>
                  <a:lnTo>
                    <a:pt x="2166628" y="2569591"/>
                  </a:lnTo>
                  <a:lnTo>
                    <a:pt x="2168339" y="2570251"/>
                  </a:lnTo>
                  <a:lnTo>
                    <a:pt x="2170051" y="2555658"/>
                  </a:lnTo>
                  <a:lnTo>
                    <a:pt x="2171762" y="2571314"/>
                  </a:lnTo>
                  <a:lnTo>
                    <a:pt x="2173473" y="2583551"/>
                  </a:lnTo>
                  <a:lnTo>
                    <a:pt x="2175185" y="2654839"/>
                  </a:lnTo>
                  <a:lnTo>
                    <a:pt x="2176896" y="2707726"/>
                  </a:lnTo>
                  <a:lnTo>
                    <a:pt x="2178608" y="2714129"/>
                  </a:lnTo>
                  <a:lnTo>
                    <a:pt x="2180319" y="2773882"/>
                  </a:lnTo>
                  <a:lnTo>
                    <a:pt x="2182030" y="2913885"/>
                  </a:lnTo>
                  <a:lnTo>
                    <a:pt x="2183742" y="3019280"/>
                  </a:lnTo>
                  <a:lnTo>
                    <a:pt x="2185453" y="2923360"/>
                  </a:lnTo>
                  <a:lnTo>
                    <a:pt x="2187165" y="2837138"/>
                  </a:lnTo>
                  <a:lnTo>
                    <a:pt x="2188876" y="2839147"/>
                  </a:lnTo>
                  <a:lnTo>
                    <a:pt x="2190587" y="2830529"/>
                  </a:lnTo>
                  <a:lnTo>
                    <a:pt x="2192299" y="2749789"/>
                  </a:lnTo>
                  <a:lnTo>
                    <a:pt x="2194010" y="2664804"/>
                  </a:lnTo>
                  <a:lnTo>
                    <a:pt x="2195722" y="2645095"/>
                  </a:lnTo>
                  <a:lnTo>
                    <a:pt x="2197433" y="2665441"/>
                  </a:lnTo>
                  <a:lnTo>
                    <a:pt x="2199144" y="2684654"/>
                  </a:lnTo>
                  <a:lnTo>
                    <a:pt x="2200856" y="2693750"/>
                  </a:lnTo>
                  <a:lnTo>
                    <a:pt x="2202567" y="2739571"/>
                  </a:lnTo>
                  <a:lnTo>
                    <a:pt x="2204279" y="2724068"/>
                  </a:lnTo>
                  <a:lnTo>
                    <a:pt x="2205990" y="2653447"/>
                  </a:lnTo>
                  <a:lnTo>
                    <a:pt x="2207701" y="2597518"/>
                  </a:lnTo>
                  <a:lnTo>
                    <a:pt x="2209413" y="2594770"/>
                  </a:lnTo>
                  <a:lnTo>
                    <a:pt x="2211124" y="2627634"/>
                  </a:lnTo>
                  <a:lnTo>
                    <a:pt x="2212836" y="2543670"/>
                  </a:lnTo>
                  <a:lnTo>
                    <a:pt x="2214547" y="2496400"/>
                  </a:lnTo>
                  <a:lnTo>
                    <a:pt x="2216258" y="2617666"/>
                  </a:lnTo>
                  <a:lnTo>
                    <a:pt x="2217970" y="2641865"/>
                  </a:lnTo>
                  <a:lnTo>
                    <a:pt x="2219681" y="2605586"/>
                  </a:lnTo>
                  <a:lnTo>
                    <a:pt x="2221392" y="2550716"/>
                  </a:lnTo>
                  <a:lnTo>
                    <a:pt x="2223104" y="2571689"/>
                  </a:lnTo>
                  <a:lnTo>
                    <a:pt x="2224815" y="2652937"/>
                  </a:lnTo>
                  <a:lnTo>
                    <a:pt x="2226527" y="2648574"/>
                  </a:lnTo>
                  <a:lnTo>
                    <a:pt x="2228238" y="2662055"/>
                  </a:lnTo>
                  <a:lnTo>
                    <a:pt x="2229949" y="2631979"/>
                  </a:lnTo>
                  <a:lnTo>
                    <a:pt x="2231661" y="2654265"/>
                  </a:lnTo>
                  <a:lnTo>
                    <a:pt x="2233372" y="2709549"/>
                  </a:lnTo>
                  <a:lnTo>
                    <a:pt x="2235084" y="2757034"/>
                  </a:lnTo>
                  <a:lnTo>
                    <a:pt x="2236795" y="2750285"/>
                  </a:lnTo>
                  <a:lnTo>
                    <a:pt x="2238506" y="2791840"/>
                  </a:lnTo>
                  <a:lnTo>
                    <a:pt x="2240218" y="2921422"/>
                  </a:lnTo>
                  <a:lnTo>
                    <a:pt x="2241929" y="2997352"/>
                  </a:lnTo>
                  <a:lnTo>
                    <a:pt x="2243641" y="3013466"/>
                  </a:lnTo>
                  <a:lnTo>
                    <a:pt x="2245352" y="3047536"/>
                  </a:lnTo>
                  <a:lnTo>
                    <a:pt x="2247063" y="3116972"/>
                  </a:lnTo>
                  <a:lnTo>
                    <a:pt x="2248775" y="3116972"/>
                  </a:lnTo>
                  <a:lnTo>
                    <a:pt x="2250486" y="3116972"/>
                  </a:lnTo>
                  <a:lnTo>
                    <a:pt x="2252198" y="3116972"/>
                  </a:lnTo>
                  <a:lnTo>
                    <a:pt x="2253909" y="3116972"/>
                  </a:lnTo>
                  <a:lnTo>
                    <a:pt x="2255620" y="3116972"/>
                  </a:lnTo>
                  <a:lnTo>
                    <a:pt x="2257332" y="3116972"/>
                  </a:lnTo>
                  <a:lnTo>
                    <a:pt x="2259043" y="3075575"/>
                  </a:lnTo>
                  <a:lnTo>
                    <a:pt x="2260755" y="2989917"/>
                  </a:lnTo>
                  <a:lnTo>
                    <a:pt x="2262466" y="2982609"/>
                  </a:lnTo>
                  <a:lnTo>
                    <a:pt x="2264177" y="2974734"/>
                  </a:lnTo>
                  <a:lnTo>
                    <a:pt x="2265889" y="2927021"/>
                  </a:lnTo>
                  <a:lnTo>
                    <a:pt x="2267600" y="2859418"/>
                  </a:lnTo>
                  <a:lnTo>
                    <a:pt x="2269312" y="2820283"/>
                  </a:lnTo>
                  <a:lnTo>
                    <a:pt x="2271023" y="2865824"/>
                  </a:lnTo>
                  <a:lnTo>
                    <a:pt x="2272734" y="2852193"/>
                  </a:lnTo>
                  <a:lnTo>
                    <a:pt x="2274446" y="2809807"/>
                  </a:lnTo>
                  <a:lnTo>
                    <a:pt x="2276157" y="2850952"/>
                  </a:lnTo>
                  <a:lnTo>
                    <a:pt x="2277869" y="2918557"/>
                  </a:lnTo>
                  <a:lnTo>
                    <a:pt x="2279580" y="2977992"/>
                  </a:lnTo>
                  <a:lnTo>
                    <a:pt x="2281291" y="2957880"/>
                  </a:lnTo>
                  <a:lnTo>
                    <a:pt x="2283003" y="2824985"/>
                  </a:lnTo>
                  <a:lnTo>
                    <a:pt x="2284714" y="2785471"/>
                  </a:lnTo>
                  <a:lnTo>
                    <a:pt x="2286426" y="2806653"/>
                  </a:lnTo>
                  <a:lnTo>
                    <a:pt x="2288137" y="2820894"/>
                  </a:lnTo>
                  <a:lnTo>
                    <a:pt x="2289848" y="2792418"/>
                  </a:lnTo>
                  <a:lnTo>
                    <a:pt x="2291560" y="2770714"/>
                  </a:lnTo>
                  <a:lnTo>
                    <a:pt x="2293271" y="2921029"/>
                  </a:lnTo>
                  <a:lnTo>
                    <a:pt x="2294983" y="3010808"/>
                  </a:lnTo>
                  <a:lnTo>
                    <a:pt x="2296694" y="2996191"/>
                  </a:lnTo>
                  <a:lnTo>
                    <a:pt x="2298405" y="2981952"/>
                  </a:lnTo>
                  <a:lnTo>
                    <a:pt x="2300117" y="3010427"/>
                  </a:lnTo>
                  <a:lnTo>
                    <a:pt x="2301828" y="3060817"/>
                  </a:lnTo>
                  <a:lnTo>
                    <a:pt x="2303540" y="3064334"/>
                  </a:lnTo>
                  <a:lnTo>
                    <a:pt x="2305251" y="3067023"/>
                  </a:lnTo>
                  <a:lnTo>
                    <a:pt x="2306962" y="3098137"/>
                  </a:lnTo>
                  <a:lnTo>
                    <a:pt x="2308674" y="3116972"/>
                  </a:lnTo>
                  <a:lnTo>
                    <a:pt x="2310385" y="3116972"/>
                  </a:lnTo>
                  <a:lnTo>
                    <a:pt x="2312097" y="3116972"/>
                  </a:lnTo>
                  <a:lnTo>
                    <a:pt x="2313808" y="3116972"/>
                  </a:lnTo>
                  <a:lnTo>
                    <a:pt x="2315519" y="3116972"/>
                  </a:lnTo>
                  <a:lnTo>
                    <a:pt x="2317231" y="3100818"/>
                  </a:lnTo>
                  <a:lnTo>
                    <a:pt x="2318942" y="3116972"/>
                  </a:lnTo>
                  <a:lnTo>
                    <a:pt x="2320653" y="3116972"/>
                  </a:lnTo>
                  <a:lnTo>
                    <a:pt x="2322365" y="3116972"/>
                  </a:lnTo>
                  <a:lnTo>
                    <a:pt x="2324076" y="3110082"/>
                  </a:lnTo>
                  <a:lnTo>
                    <a:pt x="2325788" y="3116972"/>
                  </a:lnTo>
                  <a:lnTo>
                    <a:pt x="2327499" y="3104835"/>
                  </a:lnTo>
                  <a:lnTo>
                    <a:pt x="2329210" y="3012661"/>
                  </a:lnTo>
                  <a:lnTo>
                    <a:pt x="2330922" y="2901573"/>
                  </a:lnTo>
                  <a:lnTo>
                    <a:pt x="2332633" y="2778231"/>
                  </a:lnTo>
                  <a:lnTo>
                    <a:pt x="2334345" y="2723457"/>
                  </a:lnTo>
                  <a:lnTo>
                    <a:pt x="2336056" y="2707883"/>
                  </a:lnTo>
                  <a:lnTo>
                    <a:pt x="2337767" y="2671948"/>
                  </a:lnTo>
                  <a:lnTo>
                    <a:pt x="2339479" y="2667452"/>
                  </a:lnTo>
                  <a:lnTo>
                    <a:pt x="2341190" y="2722486"/>
                  </a:lnTo>
                  <a:lnTo>
                    <a:pt x="2342902" y="2864934"/>
                  </a:lnTo>
                  <a:lnTo>
                    <a:pt x="2344613" y="2948666"/>
                  </a:lnTo>
                  <a:lnTo>
                    <a:pt x="2346324" y="2934055"/>
                  </a:lnTo>
                  <a:lnTo>
                    <a:pt x="2348036" y="2976473"/>
                  </a:lnTo>
                  <a:lnTo>
                    <a:pt x="2349747" y="2954831"/>
                  </a:lnTo>
                  <a:lnTo>
                    <a:pt x="2351459" y="2891580"/>
                  </a:lnTo>
                  <a:lnTo>
                    <a:pt x="2353170" y="2715825"/>
                  </a:lnTo>
                  <a:lnTo>
                    <a:pt x="2354881" y="2576095"/>
                  </a:lnTo>
                  <a:lnTo>
                    <a:pt x="2356593" y="2564773"/>
                  </a:lnTo>
                  <a:lnTo>
                    <a:pt x="2358304" y="2598472"/>
                  </a:lnTo>
                  <a:lnTo>
                    <a:pt x="2360016" y="2665210"/>
                  </a:lnTo>
                  <a:lnTo>
                    <a:pt x="2361727" y="2727247"/>
                  </a:lnTo>
                  <a:lnTo>
                    <a:pt x="2363438" y="2820215"/>
                  </a:lnTo>
                  <a:lnTo>
                    <a:pt x="2365150" y="2873065"/>
                  </a:lnTo>
                  <a:lnTo>
                    <a:pt x="2366861" y="2862144"/>
                  </a:lnTo>
                  <a:lnTo>
                    <a:pt x="2368573" y="2827604"/>
                  </a:lnTo>
                  <a:lnTo>
                    <a:pt x="2370284" y="2739598"/>
                  </a:lnTo>
                  <a:lnTo>
                    <a:pt x="2371995" y="2628151"/>
                  </a:lnTo>
                  <a:lnTo>
                    <a:pt x="2373707" y="2621810"/>
                  </a:lnTo>
                  <a:lnTo>
                    <a:pt x="2375418" y="2640474"/>
                  </a:lnTo>
                  <a:lnTo>
                    <a:pt x="2377130" y="2617480"/>
                  </a:lnTo>
                  <a:lnTo>
                    <a:pt x="2378841" y="2536836"/>
                  </a:lnTo>
                  <a:lnTo>
                    <a:pt x="2380552" y="2493166"/>
                  </a:lnTo>
                  <a:lnTo>
                    <a:pt x="2382264" y="2538535"/>
                  </a:lnTo>
                  <a:lnTo>
                    <a:pt x="2383975" y="2523708"/>
                  </a:lnTo>
                  <a:lnTo>
                    <a:pt x="2385687" y="2435766"/>
                  </a:lnTo>
                  <a:lnTo>
                    <a:pt x="2387398" y="2380274"/>
                  </a:lnTo>
                  <a:lnTo>
                    <a:pt x="2389109" y="2436608"/>
                  </a:lnTo>
                  <a:lnTo>
                    <a:pt x="2390821" y="2580102"/>
                  </a:lnTo>
                  <a:lnTo>
                    <a:pt x="2392532" y="2617334"/>
                  </a:lnTo>
                  <a:lnTo>
                    <a:pt x="2394244" y="2700281"/>
                  </a:lnTo>
                  <a:lnTo>
                    <a:pt x="2395955" y="2877748"/>
                  </a:lnTo>
                  <a:lnTo>
                    <a:pt x="2397666" y="2951887"/>
                  </a:lnTo>
                  <a:lnTo>
                    <a:pt x="2399378" y="2859957"/>
                  </a:lnTo>
                  <a:lnTo>
                    <a:pt x="2401089" y="2748384"/>
                  </a:lnTo>
                  <a:lnTo>
                    <a:pt x="2402801" y="2732538"/>
                  </a:lnTo>
                  <a:lnTo>
                    <a:pt x="2404512" y="2663234"/>
                  </a:lnTo>
                  <a:lnTo>
                    <a:pt x="2406223" y="2508197"/>
                  </a:lnTo>
                  <a:lnTo>
                    <a:pt x="2407935" y="2532686"/>
                  </a:lnTo>
                  <a:lnTo>
                    <a:pt x="2409646" y="2675936"/>
                  </a:lnTo>
                  <a:lnTo>
                    <a:pt x="2411358" y="2665243"/>
                  </a:lnTo>
                  <a:lnTo>
                    <a:pt x="2413069" y="2606197"/>
                  </a:lnTo>
                  <a:lnTo>
                    <a:pt x="2414780" y="2620153"/>
                  </a:lnTo>
                  <a:lnTo>
                    <a:pt x="2416492" y="2747474"/>
                  </a:lnTo>
                  <a:lnTo>
                    <a:pt x="2418203" y="2806740"/>
                  </a:lnTo>
                  <a:lnTo>
                    <a:pt x="2419915" y="2803262"/>
                  </a:lnTo>
                  <a:lnTo>
                    <a:pt x="2421626" y="2906149"/>
                  </a:lnTo>
                  <a:lnTo>
                    <a:pt x="2423337" y="2995777"/>
                  </a:lnTo>
                  <a:lnTo>
                    <a:pt x="2425049" y="3023011"/>
                  </a:lnTo>
                  <a:lnTo>
                    <a:pt x="2426760" y="2927527"/>
                  </a:lnTo>
                  <a:lnTo>
                    <a:pt x="2428471" y="2822661"/>
                  </a:lnTo>
                  <a:lnTo>
                    <a:pt x="2430183" y="2779104"/>
                  </a:lnTo>
                  <a:lnTo>
                    <a:pt x="2431894" y="2759645"/>
                  </a:lnTo>
                  <a:lnTo>
                    <a:pt x="2433606" y="2774972"/>
                  </a:lnTo>
                  <a:lnTo>
                    <a:pt x="2435317" y="2799873"/>
                  </a:lnTo>
                  <a:lnTo>
                    <a:pt x="2437028" y="2882915"/>
                  </a:lnTo>
                  <a:lnTo>
                    <a:pt x="2438740" y="2941542"/>
                  </a:lnTo>
                  <a:lnTo>
                    <a:pt x="2440451" y="2960428"/>
                  </a:lnTo>
                  <a:lnTo>
                    <a:pt x="2442163" y="2958972"/>
                  </a:lnTo>
                  <a:lnTo>
                    <a:pt x="2443874" y="2846351"/>
                  </a:lnTo>
                  <a:lnTo>
                    <a:pt x="2445585" y="2705625"/>
                  </a:lnTo>
                  <a:lnTo>
                    <a:pt x="2447297" y="2587966"/>
                  </a:lnTo>
                  <a:lnTo>
                    <a:pt x="2449008" y="2524913"/>
                  </a:lnTo>
                  <a:lnTo>
                    <a:pt x="2450720" y="2486236"/>
                  </a:lnTo>
                  <a:lnTo>
                    <a:pt x="2452431" y="2487091"/>
                  </a:lnTo>
                  <a:lnTo>
                    <a:pt x="2454142" y="2552343"/>
                  </a:lnTo>
                  <a:lnTo>
                    <a:pt x="2455854" y="2706328"/>
                  </a:lnTo>
                  <a:lnTo>
                    <a:pt x="2457565" y="2835396"/>
                  </a:lnTo>
                  <a:lnTo>
                    <a:pt x="2459277" y="2913766"/>
                  </a:lnTo>
                  <a:lnTo>
                    <a:pt x="2460988" y="2982573"/>
                  </a:lnTo>
                  <a:lnTo>
                    <a:pt x="2462699" y="2973508"/>
                  </a:lnTo>
                  <a:lnTo>
                    <a:pt x="2464411" y="2950947"/>
                  </a:lnTo>
                  <a:lnTo>
                    <a:pt x="2466122" y="2826176"/>
                  </a:lnTo>
                  <a:lnTo>
                    <a:pt x="2467834" y="2721516"/>
                  </a:lnTo>
                  <a:lnTo>
                    <a:pt x="2469545" y="2656232"/>
                  </a:lnTo>
                  <a:lnTo>
                    <a:pt x="2471256" y="2613690"/>
                  </a:lnTo>
                  <a:lnTo>
                    <a:pt x="2472968" y="2637947"/>
                  </a:lnTo>
                  <a:lnTo>
                    <a:pt x="2474679" y="2754693"/>
                  </a:lnTo>
                  <a:lnTo>
                    <a:pt x="2476391" y="2867635"/>
                  </a:lnTo>
                  <a:lnTo>
                    <a:pt x="2478102" y="2854638"/>
                  </a:lnTo>
                  <a:lnTo>
                    <a:pt x="2479813" y="2783981"/>
                  </a:lnTo>
                  <a:lnTo>
                    <a:pt x="2481525" y="2747570"/>
                  </a:lnTo>
                  <a:lnTo>
                    <a:pt x="2483236" y="2737232"/>
                  </a:lnTo>
                  <a:lnTo>
                    <a:pt x="2484948" y="2602788"/>
                  </a:lnTo>
                  <a:lnTo>
                    <a:pt x="2486659" y="2521896"/>
                  </a:lnTo>
                  <a:lnTo>
                    <a:pt x="2488370" y="2540134"/>
                  </a:lnTo>
                  <a:lnTo>
                    <a:pt x="2490082" y="2620899"/>
                  </a:lnTo>
                  <a:lnTo>
                    <a:pt x="2491793" y="2621003"/>
                  </a:lnTo>
                  <a:lnTo>
                    <a:pt x="2493505" y="2620660"/>
                  </a:lnTo>
                  <a:lnTo>
                    <a:pt x="2495216" y="2737823"/>
                  </a:lnTo>
                  <a:lnTo>
                    <a:pt x="2496927" y="2821202"/>
                  </a:lnTo>
                  <a:lnTo>
                    <a:pt x="2498639" y="2857664"/>
                  </a:lnTo>
                  <a:lnTo>
                    <a:pt x="2500350" y="2889003"/>
                  </a:lnTo>
                  <a:lnTo>
                    <a:pt x="2502062" y="2970899"/>
                  </a:lnTo>
                  <a:lnTo>
                    <a:pt x="2503773" y="2991545"/>
                  </a:lnTo>
                  <a:lnTo>
                    <a:pt x="2505484" y="2978038"/>
                  </a:lnTo>
                  <a:lnTo>
                    <a:pt x="2507196" y="2974120"/>
                  </a:lnTo>
                  <a:lnTo>
                    <a:pt x="2508907" y="2988623"/>
                  </a:lnTo>
                  <a:lnTo>
                    <a:pt x="2510619" y="2943991"/>
                  </a:lnTo>
                  <a:lnTo>
                    <a:pt x="2512330" y="2893003"/>
                  </a:lnTo>
                  <a:lnTo>
                    <a:pt x="2514041" y="2876346"/>
                  </a:lnTo>
                  <a:lnTo>
                    <a:pt x="2515753" y="2876098"/>
                  </a:lnTo>
                  <a:lnTo>
                    <a:pt x="2517464" y="2889282"/>
                  </a:lnTo>
                  <a:lnTo>
                    <a:pt x="2519176" y="2960242"/>
                  </a:lnTo>
                  <a:lnTo>
                    <a:pt x="2520887" y="3063958"/>
                  </a:lnTo>
                  <a:lnTo>
                    <a:pt x="2522598" y="3089194"/>
                  </a:lnTo>
                  <a:lnTo>
                    <a:pt x="2524310" y="3034972"/>
                  </a:lnTo>
                  <a:lnTo>
                    <a:pt x="2526021" y="2978334"/>
                  </a:lnTo>
                  <a:lnTo>
                    <a:pt x="2527733" y="2906231"/>
                  </a:lnTo>
                  <a:lnTo>
                    <a:pt x="2529444" y="2814305"/>
                  </a:lnTo>
                  <a:lnTo>
                    <a:pt x="2531155" y="2754766"/>
                  </a:lnTo>
                  <a:lnTo>
                    <a:pt x="2532867" y="2775849"/>
                  </a:lnTo>
                  <a:lnTo>
                    <a:pt x="2534578" y="2837971"/>
                  </a:lnTo>
                  <a:lnTo>
                    <a:pt x="2536289" y="2827732"/>
                  </a:lnTo>
                  <a:lnTo>
                    <a:pt x="2538001" y="2820342"/>
                  </a:lnTo>
                  <a:lnTo>
                    <a:pt x="2539712" y="2772795"/>
                  </a:lnTo>
                  <a:lnTo>
                    <a:pt x="2541424" y="2730770"/>
                  </a:lnTo>
                  <a:lnTo>
                    <a:pt x="2543135" y="2551065"/>
                  </a:lnTo>
                  <a:lnTo>
                    <a:pt x="2544846" y="2402041"/>
                  </a:lnTo>
                  <a:lnTo>
                    <a:pt x="2546558" y="2335912"/>
                  </a:lnTo>
                  <a:lnTo>
                    <a:pt x="2548269" y="2221622"/>
                  </a:lnTo>
                  <a:lnTo>
                    <a:pt x="2549981" y="2178615"/>
                  </a:lnTo>
                  <a:lnTo>
                    <a:pt x="2551692" y="2258783"/>
                  </a:lnTo>
                  <a:lnTo>
                    <a:pt x="2553403" y="2422343"/>
                  </a:lnTo>
                  <a:lnTo>
                    <a:pt x="2555115" y="2512691"/>
                  </a:lnTo>
                  <a:lnTo>
                    <a:pt x="2556826" y="2574443"/>
                  </a:lnTo>
                  <a:lnTo>
                    <a:pt x="2558538" y="2681285"/>
                  </a:lnTo>
                  <a:lnTo>
                    <a:pt x="2560249" y="2762875"/>
                  </a:lnTo>
                  <a:lnTo>
                    <a:pt x="2561960" y="2713547"/>
                  </a:lnTo>
                  <a:lnTo>
                    <a:pt x="2563672" y="2719306"/>
                  </a:lnTo>
                  <a:lnTo>
                    <a:pt x="2565383" y="2789212"/>
                  </a:lnTo>
                  <a:lnTo>
                    <a:pt x="2567095" y="2839025"/>
                  </a:lnTo>
                  <a:lnTo>
                    <a:pt x="2568806" y="2867568"/>
                  </a:lnTo>
                  <a:lnTo>
                    <a:pt x="2570517" y="2844766"/>
                  </a:lnTo>
                  <a:lnTo>
                    <a:pt x="2572229" y="2801998"/>
                  </a:lnTo>
                  <a:lnTo>
                    <a:pt x="2573940" y="2778820"/>
                  </a:lnTo>
                  <a:lnTo>
                    <a:pt x="2575652" y="2809246"/>
                  </a:lnTo>
                  <a:lnTo>
                    <a:pt x="2577363" y="2858223"/>
                  </a:lnTo>
                  <a:lnTo>
                    <a:pt x="2579074" y="2892481"/>
                  </a:lnTo>
                  <a:lnTo>
                    <a:pt x="2580786" y="2925874"/>
                  </a:lnTo>
                  <a:lnTo>
                    <a:pt x="2582497" y="3004122"/>
                  </a:lnTo>
                  <a:lnTo>
                    <a:pt x="2584209" y="3033715"/>
                  </a:lnTo>
                  <a:lnTo>
                    <a:pt x="2585920" y="2957676"/>
                  </a:lnTo>
                  <a:lnTo>
                    <a:pt x="2587631" y="2889952"/>
                  </a:lnTo>
                  <a:lnTo>
                    <a:pt x="2589343" y="2893460"/>
                  </a:lnTo>
                  <a:lnTo>
                    <a:pt x="2591054" y="2908146"/>
                  </a:lnTo>
                  <a:lnTo>
                    <a:pt x="2592766" y="2913996"/>
                  </a:lnTo>
                  <a:lnTo>
                    <a:pt x="2594477" y="2940536"/>
                  </a:lnTo>
                  <a:lnTo>
                    <a:pt x="2596188" y="2897524"/>
                  </a:lnTo>
                  <a:lnTo>
                    <a:pt x="2597900" y="2823625"/>
                  </a:lnTo>
                  <a:lnTo>
                    <a:pt x="2599611" y="2805132"/>
                  </a:lnTo>
                  <a:lnTo>
                    <a:pt x="2601323" y="2807456"/>
                  </a:lnTo>
                  <a:lnTo>
                    <a:pt x="2603034" y="2865088"/>
                  </a:lnTo>
                  <a:lnTo>
                    <a:pt x="2604745" y="2893031"/>
                  </a:lnTo>
                  <a:lnTo>
                    <a:pt x="2606457" y="3020817"/>
                  </a:lnTo>
                  <a:lnTo>
                    <a:pt x="2608168" y="3079829"/>
                  </a:lnTo>
                  <a:lnTo>
                    <a:pt x="2609880" y="3077508"/>
                  </a:lnTo>
                  <a:lnTo>
                    <a:pt x="2611591" y="3116972"/>
                  </a:lnTo>
                  <a:lnTo>
                    <a:pt x="2613302" y="3059721"/>
                  </a:lnTo>
                  <a:lnTo>
                    <a:pt x="2615014" y="2994544"/>
                  </a:lnTo>
                  <a:lnTo>
                    <a:pt x="2616725" y="2859998"/>
                  </a:lnTo>
                  <a:lnTo>
                    <a:pt x="2618437" y="2855256"/>
                  </a:lnTo>
                  <a:lnTo>
                    <a:pt x="2620148" y="2838500"/>
                  </a:lnTo>
                  <a:lnTo>
                    <a:pt x="2621859" y="2775642"/>
                  </a:lnTo>
                  <a:lnTo>
                    <a:pt x="2623571" y="2744990"/>
                  </a:lnTo>
                  <a:lnTo>
                    <a:pt x="2625282" y="2770375"/>
                  </a:lnTo>
                  <a:lnTo>
                    <a:pt x="2626994" y="2845189"/>
                  </a:lnTo>
                  <a:lnTo>
                    <a:pt x="2628705" y="2908318"/>
                  </a:lnTo>
                  <a:lnTo>
                    <a:pt x="2630416" y="2986905"/>
                  </a:lnTo>
                  <a:lnTo>
                    <a:pt x="2632128" y="3041182"/>
                  </a:lnTo>
                  <a:lnTo>
                    <a:pt x="2633839" y="3071006"/>
                  </a:lnTo>
                  <a:lnTo>
                    <a:pt x="2635550" y="2975152"/>
                  </a:lnTo>
                  <a:lnTo>
                    <a:pt x="2637262" y="2860865"/>
                  </a:lnTo>
                  <a:lnTo>
                    <a:pt x="2638973" y="2763392"/>
                  </a:lnTo>
                  <a:lnTo>
                    <a:pt x="2640685" y="2740916"/>
                  </a:lnTo>
                  <a:lnTo>
                    <a:pt x="2642396" y="2749847"/>
                  </a:lnTo>
                  <a:lnTo>
                    <a:pt x="2644107" y="2766523"/>
                  </a:lnTo>
                  <a:lnTo>
                    <a:pt x="2645819" y="2816102"/>
                  </a:lnTo>
                  <a:lnTo>
                    <a:pt x="2647530" y="2834179"/>
                  </a:lnTo>
                  <a:lnTo>
                    <a:pt x="2649242" y="2892874"/>
                  </a:lnTo>
                  <a:lnTo>
                    <a:pt x="2650953" y="2897655"/>
                  </a:lnTo>
                  <a:lnTo>
                    <a:pt x="2652664" y="2914179"/>
                  </a:lnTo>
                  <a:lnTo>
                    <a:pt x="2654376" y="2917199"/>
                  </a:lnTo>
                  <a:lnTo>
                    <a:pt x="2656087" y="2987410"/>
                  </a:lnTo>
                  <a:lnTo>
                    <a:pt x="2657799" y="3116972"/>
                  </a:lnTo>
                  <a:lnTo>
                    <a:pt x="2659510" y="3116972"/>
                  </a:lnTo>
                  <a:lnTo>
                    <a:pt x="2661221" y="3116972"/>
                  </a:lnTo>
                  <a:lnTo>
                    <a:pt x="2662933" y="3115343"/>
                  </a:lnTo>
                  <a:lnTo>
                    <a:pt x="2664644" y="3112325"/>
                  </a:lnTo>
                  <a:lnTo>
                    <a:pt x="2666356" y="3088196"/>
                  </a:lnTo>
                  <a:lnTo>
                    <a:pt x="2668067" y="3024675"/>
                  </a:lnTo>
                  <a:lnTo>
                    <a:pt x="2669778" y="2967667"/>
                  </a:lnTo>
                  <a:lnTo>
                    <a:pt x="2671490" y="2939095"/>
                  </a:lnTo>
                  <a:lnTo>
                    <a:pt x="2673201" y="2888319"/>
                  </a:lnTo>
                  <a:lnTo>
                    <a:pt x="2674913" y="2859591"/>
                  </a:lnTo>
                  <a:lnTo>
                    <a:pt x="2676624" y="2820791"/>
                  </a:lnTo>
                  <a:lnTo>
                    <a:pt x="2678335" y="2779214"/>
                  </a:lnTo>
                  <a:lnTo>
                    <a:pt x="2680047" y="2795721"/>
                  </a:lnTo>
                  <a:lnTo>
                    <a:pt x="2681758" y="2845829"/>
                  </a:lnTo>
                  <a:lnTo>
                    <a:pt x="2683470" y="2890232"/>
                  </a:lnTo>
                  <a:lnTo>
                    <a:pt x="2685181" y="2898857"/>
                  </a:lnTo>
                  <a:lnTo>
                    <a:pt x="2686892" y="2898800"/>
                  </a:lnTo>
                  <a:lnTo>
                    <a:pt x="2688604" y="2905062"/>
                  </a:lnTo>
                  <a:lnTo>
                    <a:pt x="2690315" y="2906526"/>
                  </a:lnTo>
                  <a:lnTo>
                    <a:pt x="2692027" y="2860626"/>
                  </a:lnTo>
                  <a:lnTo>
                    <a:pt x="2693738" y="2796634"/>
                  </a:lnTo>
                  <a:lnTo>
                    <a:pt x="2695449" y="2736785"/>
                  </a:lnTo>
                  <a:lnTo>
                    <a:pt x="2697161" y="2771956"/>
                  </a:lnTo>
                  <a:lnTo>
                    <a:pt x="2698872" y="2770829"/>
                  </a:lnTo>
                  <a:lnTo>
                    <a:pt x="2700584" y="2742421"/>
                  </a:lnTo>
                  <a:lnTo>
                    <a:pt x="2702295" y="2742593"/>
                  </a:lnTo>
                  <a:lnTo>
                    <a:pt x="2704006" y="2759680"/>
                  </a:lnTo>
                  <a:lnTo>
                    <a:pt x="2705718" y="2803775"/>
                  </a:lnTo>
                  <a:lnTo>
                    <a:pt x="2707429" y="2754769"/>
                  </a:lnTo>
                  <a:lnTo>
                    <a:pt x="2709141" y="2747294"/>
                  </a:lnTo>
                  <a:lnTo>
                    <a:pt x="2710852" y="2833685"/>
                  </a:lnTo>
                  <a:lnTo>
                    <a:pt x="2712563" y="2875600"/>
                  </a:lnTo>
                  <a:lnTo>
                    <a:pt x="2714275" y="2922507"/>
                  </a:lnTo>
                  <a:lnTo>
                    <a:pt x="2715986" y="2978200"/>
                  </a:lnTo>
                  <a:lnTo>
                    <a:pt x="2717698" y="3059492"/>
                  </a:lnTo>
                  <a:lnTo>
                    <a:pt x="2719409" y="3116972"/>
                  </a:lnTo>
                  <a:lnTo>
                    <a:pt x="2721120" y="3116972"/>
                  </a:lnTo>
                  <a:lnTo>
                    <a:pt x="2722832" y="3103591"/>
                  </a:lnTo>
                  <a:lnTo>
                    <a:pt x="2724543" y="3019393"/>
                  </a:lnTo>
                  <a:lnTo>
                    <a:pt x="2726255" y="2983772"/>
                  </a:lnTo>
                  <a:lnTo>
                    <a:pt x="2727966" y="2955178"/>
                  </a:lnTo>
                  <a:lnTo>
                    <a:pt x="2729677" y="2923636"/>
                  </a:lnTo>
                  <a:lnTo>
                    <a:pt x="2731389" y="2922897"/>
                  </a:lnTo>
                  <a:lnTo>
                    <a:pt x="2733100" y="2985935"/>
                  </a:lnTo>
                  <a:lnTo>
                    <a:pt x="2734812" y="3045779"/>
                  </a:lnTo>
                  <a:lnTo>
                    <a:pt x="2736523" y="3040179"/>
                  </a:lnTo>
                  <a:lnTo>
                    <a:pt x="2738234" y="2986138"/>
                  </a:lnTo>
                  <a:lnTo>
                    <a:pt x="2739946" y="2905083"/>
                  </a:lnTo>
                  <a:lnTo>
                    <a:pt x="2741657" y="2837144"/>
                  </a:lnTo>
                  <a:lnTo>
                    <a:pt x="2743368" y="2812010"/>
                  </a:lnTo>
                  <a:lnTo>
                    <a:pt x="2745080" y="2797835"/>
                  </a:lnTo>
                  <a:lnTo>
                    <a:pt x="2746791" y="2741561"/>
                  </a:lnTo>
                  <a:lnTo>
                    <a:pt x="2748503" y="2734080"/>
                  </a:lnTo>
                  <a:lnTo>
                    <a:pt x="2750214" y="2800554"/>
                  </a:lnTo>
                  <a:lnTo>
                    <a:pt x="2751925" y="2825041"/>
                  </a:lnTo>
                  <a:lnTo>
                    <a:pt x="2753637" y="2711655"/>
                  </a:lnTo>
                  <a:lnTo>
                    <a:pt x="2755348" y="2614838"/>
                  </a:lnTo>
                  <a:lnTo>
                    <a:pt x="2757060" y="2604583"/>
                  </a:lnTo>
                  <a:lnTo>
                    <a:pt x="2758771" y="2581893"/>
                  </a:lnTo>
                  <a:lnTo>
                    <a:pt x="2760482" y="2617819"/>
                  </a:lnTo>
                  <a:lnTo>
                    <a:pt x="2762194" y="2703185"/>
                  </a:lnTo>
                  <a:lnTo>
                    <a:pt x="2763905" y="2811412"/>
                  </a:lnTo>
                  <a:lnTo>
                    <a:pt x="2765617" y="2933558"/>
                  </a:lnTo>
                  <a:lnTo>
                    <a:pt x="2767328" y="2995530"/>
                  </a:lnTo>
                  <a:lnTo>
                    <a:pt x="2769039" y="3033516"/>
                  </a:lnTo>
                  <a:lnTo>
                    <a:pt x="2770751" y="3011479"/>
                  </a:lnTo>
                  <a:lnTo>
                    <a:pt x="2772462" y="2892143"/>
                  </a:lnTo>
                  <a:lnTo>
                    <a:pt x="2774174" y="2866014"/>
                  </a:lnTo>
                  <a:lnTo>
                    <a:pt x="2775885" y="2924096"/>
                  </a:lnTo>
                  <a:lnTo>
                    <a:pt x="2777596" y="3021566"/>
                  </a:lnTo>
                  <a:lnTo>
                    <a:pt x="2779308" y="3085009"/>
                  </a:lnTo>
                  <a:lnTo>
                    <a:pt x="2781019" y="3099337"/>
                  </a:lnTo>
                  <a:lnTo>
                    <a:pt x="2782731" y="3116972"/>
                  </a:lnTo>
                  <a:lnTo>
                    <a:pt x="2784442" y="3083012"/>
                  </a:lnTo>
                  <a:lnTo>
                    <a:pt x="2786153" y="2933128"/>
                  </a:lnTo>
                  <a:lnTo>
                    <a:pt x="2787865" y="2722323"/>
                  </a:lnTo>
                  <a:lnTo>
                    <a:pt x="2789576" y="2524608"/>
                  </a:lnTo>
                  <a:lnTo>
                    <a:pt x="2791288" y="2418205"/>
                  </a:lnTo>
                  <a:lnTo>
                    <a:pt x="2792999" y="2364762"/>
                  </a:lnTo>
                  <a:lnTo>
                    <a:pt x="2794710" y="2278824"/>
                  </a:lnTo>
                  <a:lnTo>
                    <a:pt x="2796422" y="2198092"/>
                  </a:lnTo>
                  <a:lnTo>
                    <a:pt x="2798133" y="2236846"/>
                  </a:lnTo>
                  <a:lnTo>
                    <a:pt x="2799845" y="2346747"/>
                  </a:lnTo>
                  <a:lnTo>
                    <a:pt x="2801556" y="2375712"/>
                  </a:lnTo>
                  <a:lnTo>
                    <a:pt x="2803267" y="2449598"/>
                  </a:lnTo>
                  <a:lnTo>
                    <a:pt x="2804979" y="2507310"/>
                  </a:lnTo>
                  <a:lnTo>
                    <a:pt x="2806690" y="2614139"/>
                  </a:lnTo>
                  <a:lnTo>
                    <a:pt x="2808402" y="2641201"/>
                  </a:lnTo>
                  <a:lnTo>
                    <a:pt x="2810113" y="2585167"/>
                  </a:lnTo>
                  <a:lnTo>
                    <a:pt x="2811824" y="2455336"/>
                  </a:lnTo>
                  <a:lnTo>
                    <a:pt x="2813536" y="2294574"/>
                  </a:lnTo>
                  <a:lnTo>
                    <a:pt x="2815247" y="2314042"/>
                  </a:lnTo>
                  <a:lnTo>
                    <a:pt x="2816959" y="2279687"/>
                  </a:lnTo>
                  <a:lnTo>
                    <a:pt x="2818670" y="2212311"/>
                  </a:lnTo>
                  <a:lnTo>
                    <a:pt x="2820381" y="2279500"/>
                  </a:lnTo>
                  <a:lnTo>
                    <a:pt x="2822093" y="2409359"/>
                  </a:lnTo>
                  <a:lnTo>
                    <a:pt x="2823804" y="2474324"/>
                  </a:lnTo>
                  <a:lnTo>
                    <a:pt x="2825516" y="2530409"/>
                  </a:lnTo>
                  <a:lnTo>
                    <a:pt x="2827227" y="2643668"/>
                  </a:lnTo>
                  <a:lnTo>
                    <a:pt x="2828938" y="2749293"/>
                  </a:lnTo>
                  <a:lnTo>
                    <a:pt x="2830650" y="2761631"/>
                  </a:lnTo>
                  <a:lnTo>
                    <a:pt x="2832361" y="2788926"/>
                  </a:lnTo>
                  <a:lnTo>
                    <a:pt x="2834073" y="2795501"/>
                  </a:lnTo>
                  <a:lnTo>
                    <a:pt x="2835784" y="2682928"/>
                  </a:lnTo>
                  <a:lnTo>
                    <a:pt x="2837495" y="2580894"/>
                  </a:lnTo>
                  <a:lnTo>
                    <a:pt x="2839207" y="2514346"/>
                  </a:lnTo>
                  <a:lnTo>
                    <a:pt x="2840918" y="2484861"/>
                  </a:lnTo>
                  <a:lnTo>
                    <a:pt x="2842630" y="2454317"/>
                  </a:lnTo>
                  <a:lnTo>
                    <a:pt x="2844341" y="2534982"/>
                  </a:lnTo>
                  <a:lnTo>
                    <a:pt x="2846052" y="2638266"/>
                  </a:lnTo>
                  <a:lnTo>
                    <a:pt x="2847764" y="2675914"/>
                  </a:lnTo>
                  <a:lnTo>
                    <a:pt x="2849475" y="2729777"/>
                  </a:lnTo>
                  <a:lnTo>
                    <a:pt x="2851186" y="2861517"/>
                  </a:lnTo>
                  <a:lnTo>
                    <a:pt x="2852898" y="2886669"/>
                  </a:lnTo>
                  <a:lnTo>
                    <a:pt x="2854609" y="2742726"/>
                  </a:lnTo>
                  <a:lnTo>
                    <a:pt x="2856321" y="2584593"/>
                  </a:lnTo>
                  <a:lnTo>
                    <a:pt x="2858032" y="2380352"/>
                  </a:lnTo>
                  <a:lnTo>
                    <a:pt x="2859743" y="2222857"/>
                  </a:lnTo>
                  <a:lnTo>
                    <a:pt x="2861455" y="1976335"/>
                  </a:lnTo>
                  <a:lnTo>
                    <a:pt x="2863166" y="1789578"/>
                  </a:lnTo>
                  <a:lnTo>
                    <a:pt x="2864878" y="1716655"/>
                  </a:lnTo>
                  <a:lnTo>
                    <a:pt x="2866589" y="1736493"/>
                  </a:lnTo>
                  <a:lnTo>
                    <a:pt x="2868300" y="1902443"/>
                  </a:lnTo>
                  <a:lnTo>
                    <a:pt x="2870012" y="1986716"/>
                  </a:lnTo>
                  <a:lnTo>
                    <a:pt x="2871723" y="2011696"/>
                  </a:lnTo>
                  <a:lnTo>
                    <a:pt x="2873435" y="2067989"/>
                  </a:lnTo>
                  <a:lnTo>
                    <a:pt x="2875146" y="2144625"/>
                  </a:lnTo>
                  <a:lnTo>
                    <a:pt x="2876857" y="2163405"/>
                  </a:lnTo>
                  <a:lnTo>
                    <a:pt x="2878569" y="2118463"/>
                  </a:lnTo>
                  <a:lnTo>
                    <a:pt x="2880280" y="2077086"/>
                  </a:lnTo>
                  <a:lnTo>
                    <a:pt x="2881992" y="2054170"/>
                  </a:lnTo>
                  <a:lnTo>
                    <a:pt x="2883703" y="1929795"/>
                  </a:lnTo>
                  <a:lnTo>
                    <a:pt x="2885414" y="1843091"/>
                  </a:lnTo>
                  <a:lnTo>
                    <a:pt x="2887126" y="1891151"/>
                  </a:lnTo>
                  <a:lnTo>
                    <a:pt x="2888837" y="1878229"/>
                  </a:lnTo>
                  <a:lnTo>
                    <a:pt x="2890549" y="1863058"/>
                  </a:lnTo>
                  <a:lnTo>
                    <a:pt x="2892260" y="1907972"/>
                  </a:lnTo>
                  <a:lnTo>
                    <a:pt x="2893971" y="2047158"/>
                  </a:lnTo>
                  <a:lnTo>
                    <a:pt x="2895683" y="2109879"/>
                  </a:lnTo>
                  <a:lnTo>
                    <a:pt x="2897394" y="2028542"/>
                  </a:lnTo>
                  <a:lnTo>
                    <a:pt x="2899106" y="2044856"/>
                  </a:lnTo>
                  <a:lnTo>
                    <a:pt x="2900817" y="2138981"/>
                  </a:lnTo>
                  <a:lnTo>
                    <a:pt x="2902528" y="2174498"/>
                  </a:lnTo>
                  <a:lnTo>
                    <a:pt x="2904240" y="2207775"/>
                  </a:lnTo>
                  <a:lnTo>
                    <a:pt x="2905951" y="2236822"/>
                  </a:lnTo>
                  <a:lnTo>
                    <a:pt x="2907663" y="2268400"/>
                  </a:lnTo>
                  <a:lnTo>
                    <a:pt x="2909374" y="2276031"/>
                  </a:lnTo>
                  <a:lnTo>
                    <a:pt x="2911085" y="2209882"/>
                  </a:lnTo>
                  <a:lnTo>
                    <a:pt x="2912797" y="2192685"/>
                  </a:lnTo>
                  <a:lnTo>
                    <a:pt x="2914508" y="2277373"/>
                  </a:lnTo>
                  <a:lnTo>
                    <a:pt x="2916220" y="2297236"/>
                  </a:lnTo>
                  <a:lnTo>
                    <a:pt x="2917931" y="2358425"/>
                  </a:lnTo>
                  <a:lnTo>
                    <a:pt x="2919642" y="2476526"/>
                  </a:lnTo>
                  <a:lnTo>
                    <a:pt x="2921354" y="2585746"/>
                  </a:lnTo>
                  <a:lnTo>
                    <a:pt x="2923065" y="2649861"/>
                  </a:lnTo>
                  <a:lnTo>
                    <a:pt x="2924777" y="2551160"/>
                  </a:lnTo>
                  <a:lnTo>
                    <a:pt x="2926488" y="2494489"/>
                  </a:lnTo>
                  <a:lnTo>
                    <a:pt x="2928199" y="2356410"/>
                  </a:lnTo>
                  <a:lnTo>
                    <a:pt x="2929911" y="2067944"/>
                  </a:lnTo>
                  <a:lnTo>
                    <a:pt x="2931622" y="1856712"/>
                  </a:lnTo>
                  <a:lnTo>
                    <a:pt x="2933334" y="1757687"/>
                  </a:lnTo>
                  <a:lnTo>
                    <a:pt x="2935045" y="1730162"/>
                  </a:lnTo>
                  <a:lnTo>
                    <a:pt x="2936756" y="1721277"/>
                  </a:lnTo>
                  <a:lnTo>
                    <a:pt x="2938468" y="1793267"/>
                  </a:lnTo>
                  <a:lnTo>
                    <a:pt x="2940179" y="1908850"/>
                  </a:lnTo>
                  <a:lnTo>
                    <a:pt x="2941891" y="1883122"/>
                  </a:lnTo>
                  <a:lnTo>
                    <a:pt x="2943602" y="1788645"/>
                  </a:lnTo>
                  <a:lnTo>
                    <a:pt x="2945313" y="1744245"/>
                  </a:lnTo>
                  <a:lnTo>
                    <a:pt x="2947025" y="1709342"/>
                  </a:lnTo>
                  <a:lnTo>
                    <a:pt x="2948736" y="1712161"/>
                  </a:lnTo>
                  <a:lnTo>
                    <a:pt x="2950448" y="1743805"/>
                  </a:lnTo>
                  <a:lnTo>
                    <a:pt x="2952159" y="1881451"/>
                  </a:lnTo>
                  <a:lnTo>
                    <a:pt x="2953870" y="1940802"/>
                  </a:lnTo>
                  <a:lnTo>
                    <a:pt x="2955582" y="1875891"/>
                  </a:lnTo>
                  <a:lnTo>
                    <a:pt x="2957293" y="2006417"/>
                  </a:lnTo>
                  <a:lnTo>
                    <a:pt x="2959004" y="2158263"/>
                  </a:lnTo>
                  <a:lnTo>
                    <a:pt x="2960716" y="2229359"/>
                  </a:lnTo>
                  <a:lnTo>
                    <a:pt x="2962427" y="2173993"/>
                  </a:lnTo>
                  <a:lnTo>
                    <a:pt x="2964139" y="2161363"/>
                  </a:lnTo>
                  <a:lnTo>
                    <a:pt x="2965850" y="2206741"/>
                  </a:lnTo>
                  <a:lnTo>
                    <a:pt x="2967561" y="2119920"/>
                  </a:lnTo>
                  <a:lnTo>
                    <a:pt x="2969273" y="1945655"/>
                  </a:lnTo>
                  <a:lnTo>
                    <a:pt x="2970984" y="1872095"/>
                  </a:lnTo>
                  <a:lnTo>
                    <a:pt x="2972696" y="1811234"/>
                  </a:lnTo>
                  <a:lnTo>
                    <a:pt x="2974407" y="1704457"/>
                  </a:lnTo>
                  <a:lnTo>
                    <a:pt x="2976118" y="1649407"/>
                  </a:lnTo>
                  <a:lnTo>
                    <a:pt x="2977830" y="1574764"/>
                  </a:lnTo>
                  <a:lnTo>
                    <a:pt x="2979541" y="1531425"/>
                  </a:lnTo>
                  <a:lnTo>
                    <a:pt x="2981253" y="1499017"/>
                  </a:lnTo>
                  <a:lnTo>
                    <a:pt x="2982964" y="1582881"/>
                  </a:lnTo>
                  <a:lnTo>
                    <a:pt x="2984675" y="1714816"/>
                  </a:lnTo>
                  <a:lnTo>
                    <a:pt x="2986387" y="1788223"/>
                  </a:lnTo>
                  <a:lnTo>
                    <a:pt x="2988098" y="1841675"/>
                  </a:lnTo>
                  <a:lnTo>
                    <a:pt x="2989810" y="1842474"/>
                  </a:lnTo>
                  <a:lnTo>
                    <a:pt x="2991521" y="1846874"/>
                  </a:lnTo>
                  <a:lnTo>
                    <a:pt x="2993232" y="1815507"/>
                  </a:lnTo>
                  <a:lnTo>
                    <a:pt x="2994944" y="1757327"/>
                  </a:lnTo>
                  <a:lnTo>
                    <a:pt x="2996655" y="1739586"/>
                  </a:lnTo>
                  <a:lnTo>
                    <a:pt x="2998367" y="1804320"/>
                  </a:lnTo>
                  <a:lnTo>
                    <a:pt x="3000078" y="2013012"/>
                  </a:lnTo>
                  <a:lnTo>
                    <a:pt x="3001789" y="2154846"/>
                  </a:lnTo>
                  <a:lnTo>
                    <a:pt x="3003501" y="2318573"/>
                  </a:lnTo>
                  <a:lnTo>
                    <a:pt x="3005212" y="2529651"/>
                  </a:lnTo>
                  <a:lnTo>
                    <a:pt x="3006924" y="2693746"/>
                  </a:lnTo>
                  <a:lnTo>
                    <a:pt x="3008635" y="2773702"/>
                  </a:lnTo>
                  <a:lnTo>
                    <a:pt x="3010346" y="2773650"/>
                  </a:lnTo>
                  <a:lnTo>
                    <a:pt x="3012058" y="2731856"/>
                  </a:lnTo>
                  <a:lnTo>
                    <a:pt x="3013769" y="2652471"/>
                  </a:lnTo>
                  <a:lnTo>
                    <a:pt x="3015481" y="2627037"/>
                  </a:lnTo>
                  <a:lnTo>
                    <a:pt x="3017192" y="2685148"/>
                  </a:lnTo>
                  <a:lnTo>
                    <a:pt x="3018903" y="2767370"/>
                  </a:lnTo>
                  <a:lnTo>
                    <a:pt x="3020615" y="2703479"/>
                  </a:lnTo>
                  <a:lnTo>
                    <a:pt x="3022326" y="2577616"/>
                  </a:lnTo>
                  <a:lnTo>
                    <a:pt x="3024038" y="2482286"/>
                  </a:lnTo>
                  <a:lnTo>
                    <a:pt x="3025749" y="2365817"/>
                  </a:lnTo>
                  <a:lnTo>
                    <a:pt x="3027460" y="2252657"/>
                  </a:lnTo>
                  <a:lnTo>
                    <a:pt x="3029172" y="2114682"/>
                  </a:lnTo>
                  <a:lnTo>
                    <a:pt x="3030883" y="2058542"/>
                  </a:lnTo>
                  <a:lnTo>
                    <a:pt x="3032595" y="2148153"/>
                  </a:lnTo>
                  <a:lnTo>
                    <a:pt x="3034306" y="2199889"/>
                  </a:lnTo>
                  <a:lnTo>
                    <a:pt x="3036017" y="2239593"/>
                  </a:lnTo>
                  <a:lnTo>
                    <a:pt x="3037729" y="2218225"/>
                  </a:lnTo>
                  <a:lnTo>
                    <a:pt x="3039440" y="2248970"/>
                  </a:lnTo>
                  <a:lnTo>
                    <a:pt x="3041152" y="2295120"/>
                  </a:lnTo>
                  <a:lnTo>
                    <a:pt x="3042863" y="2320765"/>
                  </a:lnTo>
                  <a:lnTo>
                    <a:pt x="3044574" y="2383783"/>
                  </a:lnTo>
                  <a:lnTo>
                    <a:pt x="3046286" y="2413757"/>
                  </a:lnTo>
                  <a:lnTo>
                    <a:pt x="3047997" y="2443226"/>
                  </a:lnTo>
                  <a:lnTo>
                    <a:pt x="3049709" y="2342293"/>
                  </a:lnTo>
                  <a:lnTo>
                    <a:pt x="3051420" y="2254755"/>
                  </a:lnTo>
                  <a:lnTo>
                    <a:pt x="3053131" y="2177651"/>
                  </a:lnTo>
                  <a:lnTo>
                    <a:pt x="3054843" y="2121302"/>
                  </a:lnTo>
                  <a:lnTo>
                    <a:pt x="3056554" y="2140180"/>
                  </a:lnTo>
                  <a:lnTo>
                    <a:pt x="3058265" y="2228519"/>
                  </a:lnTo>
                  <a:lnTo>
                    <a:pt x="3059977" y="2376845"/>
                  </a:lnTo>
                  <a:lnTo>
                    <a:pt x="3061688" y="2418882"/>
                  </a:lnTo>
                  <a:lnTo>
                    <a:pt x="3063400" y="2435513"/>
                  </a:lnTo>
                  <a:lnTo>
                    <a:pt x="3065111" y="2538426"/>
                  </a:lnTo>
                  <a:lnTo>
                    <a:pt x="3066822" y="2558966"/>
                  </a:lnTo>
                  <a:lnTo>
                    <a:pt x="3068534" y="2426326"/>
                  </a:lnTo>
                  <a:lnTo>
                    <a:pt x="3070245" y="2382835"/>
                  </a:lnTo>
                  <a:lnTo>
                    <a:pt x="3071957" y="2487433"/>
                  </a:lnTo>
                  <a:lnTo>
                    <a:pt x="3073668" y="2614779"/>
                  </a:lnTo>
                  <a:lnTo>
                    <a:pt x="3075379" y="2569149"/>
                  </a:lnTo>
                  <a:lnTo>
                    <a:pt x="3077091" y="2349213"/>
                  </a:lnTo>
                  <a:lnTo>
                    <a:pt x="3078802" y="2252027"/>
                  </a:lnTo>
                  <a:lnTo>
                    <a:pt x="3080514" y="2153449"/>
                  </a:lnTo>
                  <a:lnTo>
                    <a:pt x="3082225" y="2002298"/>
                  </a:lnTo>
                  <a:lnTo>
                    <a:pt x="3083936" y="1856365"/>
                  </a:lnTo>
                  <a:lnTo>
                    <a:pt x="3085648" y="1833940"/>
                  </a:lnTo>
                  <a:lnTo>
                    <a:pt x="3087359" y="1990780"/>
                  </a:lnTo>
                  <a:lnTo>
                    <a:pt x="3089071" y="2075011"/>
                  </a:lnTo>
                  <a:lnTo>
                    <a:pt x="3090782" y="2084661"/>
                  </a:lnTo>
                  <a:lnTo>
                    <a:pt x="3092493" y="2110143"/>
                  </a:lnTo>
                  <a:lnTo>
                    <a:pt x="3094205" y="2161219"/>
                  </a:lnTo>
                  <a:lnTo>
                    <a:pt x="3095916" y="2146056"/>
                  </a:lnTo>
                  <a:lnTo>
                    <a:pt x="3097628" y="2075138"/>
                  </a:lnTo>
                  <a:lnTo>
                    <a:pt x="3099339" y="2075242"/>
                  </a:lnTo>
                  <a:lnTo>
                    <a:pt x="3101050" y="2174094"/>
                  </a:lnTo>
                  <a:lnTo>
                    <a:pt x="3102762" y="2251668"/>
                  </a:lnTo>
                  <a:lnTo>
                    <a:pt x="3104473" y="2303196"/>
                  </a:lnTo>
                  <a:lnTo>
                    <a:pt x="3106185" y="2407296"/>
                  </a:lnTo>
                  <a:lnTo>
                    <a:pt x="3107896" y="2556674"/>
                  </a:lnTo>
                  <a:lnTo>
                    <a:pt x="3109607" y="2635534"/>
                  </a:lnTo>
                  <a:lnTo>
                    <a:pt x="3111319" y="2528071"/>
                  </a:lnTo>
                  <a:lnTo>
                    <a:pt x="3113030" y="2456502"/>
                  </a:lnTo>
                  <a:lnTo>
                    <a:pt x="3114742" y="2478975"/>
                  </a:lnTo>
                  <a:lnTo>
                    <a:pt x="3116453" y="2432366"/>
                  </a:lnTo>
                  <a:lnTo>
                    <a:pt x="3118164" y="2341552"/>
                  </a:lnTo>
                  <a:lnTo>
                    <a:pt x="3119876" y="2216407"/>
                  </a:lnTo>
                  <a:lnTo>
                    <a:pt x="3121587" y="2192661"/>
                  </a:lnTo>
                  <a:lnTo>
                    <a:pt x="3123299" y="2137529"/>
                  </a:lnTo>
                  <a:lnTo>
                    <a:pt x="3125010" y="2001441"/>
                  </a:lnTo>
                  <a:lnTo>
                    <a:pt x="3126721" y="1939376"/>
                  </a:lnTo>
                  <a:lnTo>
                    <a:pt x="3128433" y="1954130"/>
                  </a:lnTo>
                  <a:lnTo>
                    <a:pt x="3130144" y="2106607"/>
                  </a:lnTo>
                  <a:lnTo>
                    <a:pt x="3131856" y="2205740"/>
                  </a:lnTo>
                  <a:lnTo>
                    <a:pt x="3133567" y="2291882"/>
                  </a:lnTo>
                  <a:lnTo>
                    <a:pt x="3135278" y="2329628"/>
                  </a:lnTo>
                  <a:lnTo>
                    <a:pt x="3136990" y="2282522"/>
                  </a:lnTo>
                  <a:lnTo>
                    <a:pt x="3138701" y="2224273"/>
                  </a:lnTo>
                  <a:lnTo>
                    <a:pt x="3140413" y="2126447"/>
                  </a:lnTo>
                  <a:lnTo>
                    <a:pt x="3142124" y="2136191"/>
                  </a:lnTo>
                  <a:lnTo>
                    <a:pt x="3143835" y="2212477"/>
                  </a:lnTo>
                  <a:lnTo>
                    <a:pt x="3145547" y="2266364"/>
                  </a:lnTo>
                  <a:lnTo>
                    <a:pt x="3147258" y="2323537"/>
                  </a:lnTo>
                  <a:lnTo>
                    <a:pt x="3148970" y="2442314"/>
                  </a:lnTo>
                  <a:lnTo>
                    <a:pt x="3150681" y="2563281"/>
                  </a:lnTo>
                  <a:lnTo>
                    <a:pt x="3152392" y="2618339"/>
                  </a:lnTo>
                  <a:lnTo>
                    <a:pt x="3154104" y="2595005"/>
                  </a:lnTo>
                  <a:lnTo>
                    <a:pt x="3155815" y="2547382"/>
                  </a:lnTo>
                  <a:lnTo>
                    <a:pt x="3157527" y="2612364"/>
                  </a:lnTo>
                  <a:lnTo>
                    <a:pt x="3159238" y="2553907"/>
                  </a:lnTo>
                  <a:lnTo>
                    <a:pt x="3160949" y="2384929"/>
                  </a:lnTo>
                  <a:lnTo>
                    <a:pt x="3162661" y="2225890"/>
                  </a:lnTo>
                  <a:lnTo>
                    <a:pt x="3164372" y="2108732"/>
                  </a:lnTo>
                  <a:lnTo>
                    <a:pt x="3166083" y="2148305"/>
                  </a:lnTo>
                  <a:lnTo>
                    <a:pt x="3167795" y="2168632"/>
                  </a:lnTo>
                  <a:lnTo>
                    <a:pt x="3169506" y="2200849"/>
                  </a:lnTo>
                  <a:lnTo>
                    <a:pt x="3171218" y="2280621"/>
                  </a:lnTo>
                  <a:lnTo>
                    <a:pt x="3172929" y="2322361"/>
                  </a:lnTo>
                  <a:lnTo>
                    <a:pt x="3174640" y="2447223"/>
                  </a:lnTo>
                  <a:lnTo>
                    <a:pt x="3176352" y="2515679"/>
                  </a:lnTo>
                  <a:lnTo>
                    <a:pt x="3178063" y="2461037"/>
                  </a:lnTo>
                  <a:lnTo>
                    <a:pt x="3179775" y="2426024"/>
                  </a:lnTo>
                  <a:lnTo>
                    <a:pt x="3181486" y="2459640"/>
                  </a:lnTo>
                  <a:lnTo>
                    <a:pt x="3183197" y="2432871"/>
                  </a:lnTo>
                  <a:lnTo>
                    <a:pt x="3184909" y="2310663"/>
                  </a:lnTo>
                  <a:lnTo>
                    <a:pt x="3186620" y="2295703"/>
                  </a:lnTo>
                  <a:lnTo>
                    <a:pt x="3188332" y="2354345"/>
                  </a:lnTo>
                  <a:lnTo>
                    <a:pt x="3190043" y="2395757"/>
                  </a:lnTo>
                  <a:lnTo>
                    <a:pt x="3191754" y="2383082"/>
                  </a:lnTo>
                  <a:lnTo>
                    <a:pt x="3193466" y="2451570"/>
                  </a:lnTo>
                  <a:lnTo>
                    <a:pt x="3195177" y="2566573"/>
                  </a:lnTo>
                  <a:lnTo>
                    <a:pt x="3196889" y="2620342"/>
                  </a:lnTo>
                  <a:lnTo>
                    <a:pt x="3198600" y="2661941"/>
                  </a:lnTo>
                  <a:lnTo>
                    <a:pt x="3200311" y="2742816"/>
                  </a:lnTo>
                  <a:lnTo>
                    <a:pt x="3202023" y="2756826"/>
                  </a:lnTo>
                  <a:lnTo>
                    <a:pt x="3203734" y="2750703"/>
                  </a:lnTo>
                  <a:lnTo>
                    <a:pt x="3205446" y="2732057"/>
                  </a:lnTo>
                  <a:lnTo>
                    <a:pt x="3207157" y="2654564"/>
                  </a:lnTo>
                  <a:lnTo>
                    <a:pt x="3208868" y="2609870"/>
                  </a:lnTo>
                  <a:lnTo>
                    <a:pt x="3210580" y="2508484"/>
                  </a:lnTo>
                  <a:lnTo>
                    <a:pt x="3212291" y="2395898"/>
                  </a:lnTo>
                  <a:lnTo>
                    <a:pt x="3214003" y="2297324"/>
                  </a:lnTo>
                  <a:lnTo>
                    <a:pt x="3215714" y="2197898"/>
                  </a:lnTo>
                  <a:lnTo>
                    <a:pt x="3217425" y="2143308"/>
                  </a:lnTo>
                  <a:lnTo>
                    <a:pt x="3219137" y="2121891"/>
                  </a:lnTo>
                  <a:lnTo>
                    <a:pt x="3220848" y="2186051"/>
                  </a:lnTo>
                  <a:lnTo>
                    <a:pt x="3222560" y="2321890"/>
                  </a:lnTo>
                  <a:lnTo>
                    <a:pt x="3224271" y="2404995"/>
                  </a:lnTo>
                  <a:lnTo>
                    <a:pt x="3225982" y="2487118"/>
                  </a:lnTo>
                  <a:lnTo>
                    <a:pt x="3227694" y="2465380"/>
                  </a:lnTo>
                  <a:lnTo>
                    <a:pt x="3229405" y="2366870"/>
                  </a:lnTo>
                  <a:lnTo>
                    <a:pt x="3231117" y="2250340"/>
                  </a:lnTo>
                  <a:lnTo>
                    <a:pt x="3232828" y="2164160"/>
                  </a:lnTo>
                  <a:lnTo>
                    <a:pt x="3234539" y="2174954"/>
                  </a:lnTo>
                  <a:lnTo>
                    <a:pt x="3236251" y="2092740"/>
                  </a:lnTo>
                  <a:lnTo>
                    <a:pt x="3237962" y="2037345"/>
                  </a:lnTo>
                  <a:lnTo>
                    <a:pt x="3239674" y="2120000"/>
                  </a:lnTo>
                  <a:lnTo>
                    <a:pt x="3241385" y="2267573"/>
                  </a:lnTo>
                  <a:lnTo>
                    <a:pt x="3243096" y="2362457"/>
                  </a:lnTo>
                  <a:lnTo>
                    <a:pt x="3244808" y="2401146"/>
                  </a:lnTo>
                  <a:lnTo>
                    <a:pt x="3246519" y="2581549"/>
                  </a:lnTo>
                  <a:lnTo>
                    <a:pt x="3248231" y="2790765"/>
                  </a:lnTo>
                  <a:lnTo>
                    <a:pt x="3249942" y="2829678"/>
                  </a:lnTo>
                  <a:lnTo>
                    <a:pt x="3251653" y="2783615"/>
                  </a:lnTo>
                  <a:lnTo>
                    <a:pt x="3253365" y="2788019"/>
                  </a:lnTo>
                  <a:lnTo>
                    <a:pt x="3255076" y="2812966"/>
                  </a:lnTo>
                  <a:lnTo>
                    <a:pt x="3256788" y="2761931"/>
                  </a:lnTo>
                  <a:lnTo>
                    <a:pt x="3258499" y="2736993"/>
                  </a:lnTo>
                  <a:lnTo>
                    <a:pt x="3260210" y="2762150"/>
                  </a:lnTo>
                  <a:lnTo>
                    <a:pt x="3261922" y="2800308"/>
                  </a:lnTo>
                  <a:lnTo>
                    <a:pt x="3263633" y="2779763"/>
                  </a:lnTo>
                  <a:lnTo>
                    <a:pt x="3265345" y="2723541"/>
                  </a:lnTo>
                  <a:lnTo>
                    <a:pt x="3267056" y="2653753"/>
                  </a:lnTo>
                  <a:lnTo>
                    <a:pt x="3268767" y="2598880"/>
                  </a:lnTo>
                  <a:lnTo>
                    <a:pt x="3270479" y="2674328"/>
                  </a:lnTo>
                  <a:lnTo>
                    <a:pt x="3272190" y="2705740"/>
                  </a:lnTo>
                  <a:lnTo>
                    <a:pt x="3273901" y="2695858"/>
                  </a:lnTo>
                  <a:lnTo>
                    <a:pt x="3275613" y="2778393"/>
                  </a:lnTo>
                  <a:lnTo>
                    <a:pt x="3277324" y="2859183"/>
                  </a:lnTo>
                  <a:lnTo>
                    <a:pt x="3279036" y="2842305"/>
                  </a:lnTo>
                  <a:lnTo>
                    <a:pt x="3280747" y="2645003"/>
                  </a:lnTo>
                  <a:lnTo>
                    <a:pt x="3282458" y="2574357"/>
                  </a:lnTo>
                  <a:lnTo>
                    <a:pt x="3284170" y="2652401"/>
                  </a:lnTo>
                  <a:lnTo>
                    <a:pt x="3285881" y="2619872"/>
                  </a:lnTo>
                  <a:lnTo>
                    <a:pt x="3287593" y="2548272"/>
                  </a:lnTo>
                  <a:lnTo>
                    <a:pt x="3289304" y="2541171"/>
                  </a:lnTo>
                  <a:lnTo>
                    <a:pt x="3291015" y="2598636"/>
                  </a:lnTo>
                  <a:lnTo>
                    <a:pt x="3292727" y="2589827"/>
                  </a:lnTo>
                  <a:lnTo>
                    <a:pt x="3294438" y="2587956"/>
                  </a:lnTo>
                  <a:lnTo>
                    <a:pt x="3296150" y="2592271"/>
                  </a:lnTo>
                  <a:lnTo>
                    <a:pt x="3297861" y="2625092"/>
                  </a:lnTo>
                  <a:lnTo>
                    <a:pt x="3299572" y="2653751"/>
                  </a:lnTo>
                  <a:lnTo>
                    <a:pt x="3301284" y="2564059"/>
                  </a:lnTo>
                  <a:lnTo>
                    <a:pt x="3302995" y="2421539"/>
                  </a:lnTo>
                  <a:lnTo>
                    <a:pt x="3304707" y="2294140"/>
                  </a:lnTo>
                  <a:lnTo>
                    <a:pt x="3306418" y="2302758"/>
                  </a:lnTo>
                  <a:lnTo>
                    <a:pt x="3308129" y="2342868"/>
                  </a:lnTo>
                  <a:lnTo>
                    <a:pt x="3309841" y="2339552"/>
                  </a:lnTo>
                  <a:lnTo>
                    <a:pt x="3311552" y="2425915"/>
                  </a:lnTo>
                  <a:lnTo>
                    <a:pt x="3313264" y="2544637"/>
                  </a:lnTo>
                  <a:lnTo>
                    <a:pt x="3314975" y="2595503"/>
                  </a:lnTo>
                  <a:lnTo>
                    <a:pt x="3316686" y="2590529"/>
                  </a:lnTo>
                  <a:lnTo>
                    <a:pt x="3318398" y="2527834"/>
                  </a:lnTo>
                  <a:lnTo>
                    <a:pt x="3320109" y="2442658"/>
                  </a:lnTo>
                  <a:lnTo>
                    <a:pt x="3321821" y="2355769"/>
                  </a:lnTo>
                  <a:lnTo>
                    <a:pt x="3323532" y="2316187"/>
                  </a:lnTo>
                  <a:lnTo>
                    <a:pt x="3325243" y="2259554"/>
                  </a:lnTo>
                  <a:lnTo>
                    <a:pt x="3326955" y="2212495"/>
                  </a:lnTo>
                  <a:lnTo>
                    <a:pt x="3328666" y="2223797"/>
                  </a:lnTo>
                  <a:lnTo>
                    <a:pt x="3330378" y="2252740"/>
                  </a:lnTo>
                  <a:lnTo>
                    <a:pt x="3332089" y="2275620"/>
                  </a:lnTo>
                  <a:lnTo>
                    <a:pt x="3333800" y="2301369"/>
                  </a:lnTo>
                  <a:lnTo>
                    <a:pt x="3335512" y="2308414"/>
                  </a:lnTo>
                  <a:lnTo>
                    <a:pt x="3337223" y="2350370"/>
                  </a:lnTo>
                  <a:lnTo>
                    <a:pt x="3338935" y="2447395"/>
                  </a:lnTo>
                  <a:lnTo>
                    <a:pt x="3340646" y="2526779"/>
                  </a:lnTo>
                  <a:lnTo>
                    <a:pt x="3342357" y="2608470"/>
                  </a:lnTo>
                  <a:lnTo>
                    <a:pt x="3344069" y="2654011"/>
                  </a:lnTo>
                  <a:lnTo>
                    <a:pt x="3345780" y="2756773"/>
                  </a:lnTo>
                  <a:lnTo>
                    <a:pt x="3347492" y="2773262"/>
                  </a:lnTo>
                  <a:lnTo>
                    <a:pt x="3349203" y="2674505"/>
                  </a:lnTo>
                  <a:lnTo>
                    <a:pt x="3350914" y="2620333"/>
                  </a:lnTo>
                  <a:lnTo>
                    <a:pt x="3352626" y="2574474"/>
                  </a:lnTo>
                  <a:lnTo>
                    <a:pt x="3354337" y="2507839"/>
                  </a:lnTo>
                  <a:lnTo>
                    <a:pt x="3356049" y="2454349"/>
                  </a:lnTo>
                  <a:lnTo>
                    <a:pt x="3357760" y="2407293"/>
                  </a:lnTo>
                  <a:lnTo>
                    <a:pt x="3359471" y="2361097"/>
                  </a:lnTo>
                  <a:lnTo>
                    <a:pt x="3361183" y="2377592"/>
                  </a:lnTo>
                  <a:lnTo>
                    <a:pt x="3362894" y="2441168"/>
                  </a:lnTo>
                  <a:lnTo>
                    <a:pt x="3364606" y="2373650"/>
                  </a:lnTo>
                  <a:lnTo>
                    <a:pt x="3366317" y="2325892"/>
                  </a:lnTo>
                  <a:lnTo>
                    <a:pt x="3368028" y="2356239"/>
                  </a:lnTo>
                  <a:lnTo>
                    <a:pt x="3369740" y="2376220"/>
                  </a:lnTo>
                  <a:lnTo>
                    <a:pt x="3371451" y="2265900"/>
                  </a:lnTo>
                  <a:lnTo>
                    <a:pt x="3373162" y="2055558"/>
                  </a:lnTo>
                  <a:lnTo>
                    <a:pt x="3374874" y="1979713"/>
                  </a:lnTo>
                  <a:lnTo>
                    <a:pt x="3376585" y="1909504"/>
                  </a:lnTo>
                  <a:lnTo>
                    <a:pt x="3378297" y="1796238"/>
                  </a:lnTo>
                  <a:lnTo>
                    <a:pt x="3380008" y="1749129"/>
                  </a:lnTo>
                  <a:lnTo>
                    <a:pt x="3381719" y="1792462"/>
                  </a:lnTo>
                  <a:lnTo>
                    <a:pt x="3383431" y="1950469"/>
                  </a:lnTo>
                  <a:lnTo>
                    <a:pt x="3385142" y="2179733"/>
                  </a:lnTo>
                  <a:lnTo>
                    <a:pt x="3386854" y="2417236"/>
                  </a:lnTo>
                  <a:lnTo>
                    <a:pt x="3388565" y="2630689"/>
                  </a:lnTo>
                  <a:lnTo>
                    <a:pt x="3390276" y="2803286"/>
                  </a:lnTo>
                  <a:lnTo>
                    <a:pt x="3391988" y="2875976"/>
                  </a:lnTo>
                  <a:lnTo>
                    <a:pt x="3393699" y="2864391"/>
                  </a:lnTo>
                  <a:lnTo>
                    <a:pt x="3395411" y="2827635"/>
                  </a:lnTo>
                  <a:lnTo>
                    <a:pt x="3397122" y="2723083"/>
                  </a:lnTo>
                  <a:lnTo>
                    <a:pt x="3398833" y="2636938"/>
                  </a:lnTo>
                  <a:lnTo>
                    <a:pt x="3400545" y="2510721"/>
                  </a:lnTo>
                  <a:lnTo>
                    <a:pt x="3402256" y="2407635"/>
                  </a:lnTo>
                  <a:lnTo>
                    <a:pt x="3403968" y="2428871"/>
                  </a:lnTo>
                  <a:lnTo>
                    <a:pt x="3405679" y="2474302"/>
                  </a:lnTo>
                  <a:lnTo>
                    <a:pt x="3407390" y="2529200"/>
                  </a:lnTo>
                  <a:lnTo>
                    <a:pt x="3409102" y="2519674"/>
                  </a:lnTo>
                  <a:lnTo>
                    <a:pt x="3410813" y="2556862"/>
                  </a:lnTo>
                  <a:lnTo>
                    <a:pt x="3412525" y="2618249"/>
                  </a:lnTo>
                  <a:lnTo>
                    <a:pt x="3414236" y="2567029"/>
                  </a:lnTo>
                  <a:lnTo>
                    <a:pt x="3415947" y="2503340"/>
                  </a:lnTo>
                  <a:lnTo>
                    <a:pt x="3417659" y="2510769"/>
                  </a:lnTo>
                  <a:lnTo>
                    <a:pt x="3419370" y="2530605"/>
                  </a:lnTo>
                  <a:lnTo>
                    <a:pt x="3421082" y="2601445"/>
                  </a:lnTo>
                  <a:lnTo>
                    <a:pt x="3422793" y="2627948"/>
                  </a:lnTo>
                  <a:lnTo>
                    <a:pt x="3424504" y="2696522"/>
                  </a:lnTo>
                  <a:lnTo>
                    <a:pt x="3426216" y="2670267"/>
                  </a:lnTo>
                  <a:lnTo>
                    <a:pt x="3427927" y="2588006"/>
                  </a:lnTo>
                  <a:lnTo>
                    <a:pt x="3429639" y="2668844"/>
                  </a:lnTo>
                  <a:lnTo>
                    <a:pt x="3431350" y="2663161"/>
                  </a:lnTo>
                  <a:lnTo>
                    <a:pt x="3433061" y="2655040"/>
                  </a:lnTo>
                  <a:lnTo>
                    <a:pt x="3434773" y="2632696"/>
                  </a:lnTo>
                  <a:lnTo>
                    <a:pt x="3436484" y="2735769"/>
                  </a:lnTo>
                  <a:lnTo>
                    <a:pt x="3438196" y="2839851"/>
                  </a:lnTo>
                  <a:lnTo>
                    <a:pt x="3439907" y="2731443"/>
                  </a:lnTo>
                  <a:lnTo>
                    <a:pt x="3441618" y="2666492"/>
                  </a:lnTo>
                  <a:lnTo>
                    <a:pt x="3443330" y="2775346"/>
                  </a:lnTo>
                  <a:lnTo>
                    <a:pt x="3445041" y="2875150"/>
                  </a:lnTo>
                  <a:lnTo>
                    <a:pt x="3446753" y="2912023"/>
                  </a:lnTo>
                  <a:lnTo>
                    <a:pt x="3448464" y="2895507"/>
                  </a:lnTo>
                  <a:lnTo>
                    <a:pt x="3450175" y="2894327"/>
                  </a:lnTo>
                  <a:lnTo>
                    <a:pt x="3451887" y="2828414"/>
                  </a:lnTo>
                  <a:lnTo>
                    <a:pt x="3453598" y="2651802"/>
                  </a:lnTo>
                  <a:lnTo>
                    <a:pt x="3455310" y="2560724"/>
                  </a:lnTo>
                  <a:lnTo>
                    <a:pt x="3457021" y="2535784"/>
                  </a:lnTo>
                  <a:lnTo>
                    <a:pt x="3458732" y="2529477"/>
                  </a:lnTo>
                  <a:lnTo>
                    <a:pt x="3460444" y="2464105"/>
                  </a:lnTo>
                  <a:lnTo>
                    <a:pt x="3462155" y="2401773"/>
                  </a:lnTo>
                  <a:lnTo>
                    <a:pt x="3463867" y="2472673"/>
                  </a:lnTo>
                  <a:lnTo>
                    <a:pt x="3465578" y="2540744"/>
                  </a:lnTo>
                  <a:lnTo>
                    <a:pt x="3467289" y="2498222"/>
                  </a:lnTo>
                  <a:lnTo>
                    <a:pt x="3469001" y="2453536"/>
                  </a:lnTo>
                  <a:lnTo>
                    <a:pt x="3470712" y="2518026"/>
                  </a:lnTo>
                  <a:lnTo>
                    <a:pt x="3472424" y="2669483"/>
                  </a:lnTo>
                  <a:lnTo>
                    <a:pt x="3474135" y="2722636"/>
                  </a:lnTo>
                  <a:lnTo>
                    <a:pt x="3475846" y="2716416"/>
                  </a:lnTo>
                  <a:lnTo>
                    <a:pt x="3477558" y="2760844"/>
                  </a:lnTo>
                  <a:lnTo>
                    <a:pt x="3479269" y="2783673"/>
                  </a:lnTo>
                  <a:lnTo>
                    <a:pt x="3480980" y="2814545"/>
                  </a:lnTo>
                  <a:lnTo>
                    <a:pt x="3482692" y="2793682"/>
                  </a:lnTo>
                  <a:lnTo>
                    <a:pt x="3484403" y="2767184"/>
                  </a:lnTo>
                  <a:lnTo>
                    <a:pt x="3486115" y="2789540"/>
                  </a:lnTo>
                  <a:lnTo>
                    <a:pt x="3487826" y="2740540"/>
                  </a:lnTo>
                  <a:lnTo>
                    <a:pt x="3489537" y="2744292"/>
                  </a:lnTo>
                  <a:lnTo>
                    <a:pt x="3491249" y="2797171"/>
                  </a:lnTo>
                  <a:lnTo>
                    <a:pt x="3492960" y="2891389"/>
                  </a:lnTo>
                  <a:lnTo>
                    <a:pt x="3494672" y="2921186"/>
                  </a:lnTo>
                  <a:lnTo>
                    <a:pt x="3496383" y="2884022"/>
                  </a:lnTo>
                  <a:lnTo>
                    <a:pt x="3498094" y="2934958"/>
                  </a:lnTo>
                  <a:lnTo>
                    <a:pt x="3499806" y="2965533"/>
                  </a:lnTo>
                  <a:lnTo>
                    <a:pt x="3501517" y="2960004"/>
                  </a:lnTo>
                  <a:lnTo>
                    <a:pt x="3503229" y="2924243"/>
                  </a:lnTo>
                  <a:lnTo>
                    <a:pt x="3504940" y="2932623"/>
                  </a:lnTo>
                  <a:lnTo>
                    <a:pt x="3506651" y="2999667"/>
                  </a:lnTo>
                  <a:lnTo>
                    <a:pt x="3508363" y="3035875"/>
                  </a:lnTo>
                  <a:lnTo>
                    <a:pt x="3510074" y="3033110"/>
                  </a:lnTo>
                  <a:lnTo>
                    <a:pt x="3511786" y="3043665"/>
                  </a:lnTo>
                  <a:lnTo>
                    <a:pt x="3513497" y="3101253"/>
                  </a:lnTo>
                  <a:lnTo>
                    <a:pt x="3515208" y="3116972"/>
                  </a:lnTo>
                  <a:lnTo>
                    <a:pt x="3516920" y="3116972"/>
                  </a:lnTo>
                  <a:lnTo>
                    <a:pt x="3518631" y="3082732"/>
                  </a:lnTo>
                  <a:lnTo>
                    <a:pt x="3520343" y="3085496"/>
                  </a:lnTo>
                  <a:lnTo>
                    <a:pt x="3522054" y="3110786"/>
                  </a:lnTo>
                  <a:lnTo>
                    <a:pt x="3523765" y="3116972"/>
                  </a:lnTo>
                  <a:lnTo>
                    <a:pt x="3525477" y="3093915"/>
                  </a:lnTo>
                  <a:lnTo>
                    <a:pt x="3527188" y="3025594"/>
                  </a:lnTo>
                  <a:lnTo>
                    <a:pt x="3528900" y="2965833"/>
                  </a:lnTo>
                  <a:lnTo>
                    <a:pt x="3530611" y="2973749"/>
                  </a:lnTo>
                  <a:lnTo>
                    <a:pt x="3532322" y="2975603"/>
                  </a:lnTo>
                  <a:lnTo>
                    <a:pt x="3534034" y="2957783"/>
                  </a:lnTo>
                  <a:lnTo>
                    <a:pt x="3535745" y="2985095"/>
                  </a:lnTo>
                  <a:lnTo>
                    <a:pt x="3537457" y="3045683"/>
                  </a:lnTo>
                  <a:lnTo>
                    <a:pt x="3539168" y="3062844"/>
                  </a:lnTo>
                  <a:lnTo>
                    <a:pt x="3540879" y="3021095"/>
                  </a:lnTo>
                  <a:lnTo>
                    <a:pt x="3542591" y="2988925"/>
                  </a:lnTo>
                  <a:lnTo>
                    <a:pt x="3544302" y="2980166"/>
                  </a:lnTo>
                  <a:lnTo>
                    <a:pt x="3546014" y="2980166"/>
                  </a:lnTo>
                  <a:lnTo>
                    <a:pt x="3547725" y="2986395"/>
                  </a:lnTo>
                  <a:lnTo>
                    <a:pt x="3549436" y="2999996"/>
                  </a:lnTo>
                  <a:lnTo>
                    <a:pt x="3551148" y="2994944"/>
                  </a:lnTo>
                  <a:lnTo>
                    <a:pt x="3552859" y="2919419"/>
                  </a:lnTo>
                  <a:lnTo>
                    <a:pt x="3554571" y="2835790"/>
                  </a:lnTo>
                  <a:lnTo>
                    <a:pt x="3556282" y="2769592"/>
                  </a:lnTo>
                  <a:lnTo>
                    <a:pt x="3557993" y="2722038"/>
                  </a:lnTo>
                  <a:lnTo>
                    <a:pt x="3559705" y="2698633"/>
                  </a:lnTo>
                  <a:lnTo>
                    <a:pt x="3561416" y="2688637"/>
                  </a:lnTo>
                  <a:lnTo>
                    <a:pt x="3563128" y="2732289"/>
                  </a:lnTo>
                  <a:lnTo>
                    <a:pt x="3564839" y="2815919"/>
                  </a:lnTo>
                  <a:lnTo>
                    <a:pt x="3566550" y="2882115"/>
                  </a:lnTo>
                  <a:lnTo>
                    <a:pt x="3568262" y="2931175"/>
                  </a:lnTo>
                  <a:lnTo>
                    <a:pt x="3569973" y="2983580"/>
                  </a:lnTo>
                  <a:lnTo>
                    <a:pt x="3571685" y="3032462"/>
                  </a:lnTo>
                  <a:lnTo>
                    <a:pt x="3573396" y="3064334"/>
                  </a:lnTo>
                  <a:lnTo>
                    <a:pt x="3575107" y="3064334"/>
                  </a:lnTo>
                  <a:lnTo>
                    <a:pt x="3576819" y="3038462"/>
                  </a:lnTo>
                  <a:lnTo>
                    <a:pt x="3578530" y="2984083"/>
                  </a:lnTo>
                  <a:lnTo>
                    <a:pt x="3580242" y="2925088"/>
                  </a:lnTo>
                  <a:lnTo>
                    <a:pt x="3581953" y="2891662"/>
                  </a:lnTo>
                  <a:lnTo>
                    <a:pt x="3583664" y="2883624"/>
                  </a:lnTo>
                  <a:lnTo>
                    <a:pt x="3585376" y="2815250"/>
                  </a:lnTo>
                  <a:lnTo>
                    <a:pt x="3587087" y="2745807"/>
                  </a:lnTo>
                  <a:lnTo>
                    <a:pt x="3588798" y="2701490"/>
                  </a:lnTo>
                  <a:lnTo>
                    <a:pt x="3590510" y="2684009"/>
                  </a:lnTo>
                  <a:lnTo>
                    <a:pt x="3592221" y="2684682"/>
                  </a:lnTo>
                  <a:lnTo>
                    <a:pt x="3593933" y="2675019"/>
                  </a:lnTo>
                  <a:lnTo>
                    <a:pt x="3595644" y="2678192"/>
                  </a:lnTo>
                  <a:lnTo>
                    <a:pt x="3597355" y="2695192"/>
                  </a:lnTo>
                  <a:lnTo>
                    <a:pt x="3599067" y="2800553"/>
                  </a:lnTo>
                  <a:lnTo>
                    <a:pt x="3600778" y="2889689"/>
                  </a:lnTo>
                  <a:lnTo>
                    <a:pt x="3602490" y="2887619"/>
                  </a:lnTo>
                  <a:lnTo>
                    <a:pt x="3604201" y="2834530"/>
                  </a:lnTo>
                  <a:lnTo>
                    <a:pt x="3605912" y="2797499"/>
                  </a:lnTo>
                  <a:lnTo>
                    <a:pt x="3607624" y="2747967"/>
                  </a:lnTo>
                  <a:lnTo>
                    <a:pt x="3609335" y="2608181"/>
                  </a:lnTo>
                  <a:lnTo>
                    <a:pt x="3611047" y="2542921"/>
                  </a:lnTo>
                  <a:lnTo>
                    <a:pt x="3612758" y="2572985"/>
                  </a:lnTo>
                  <a:lnTo>
                    <a:pt x="3614469" y="2596745"/>
                  </a:lnTo>
                  <a:lnTo>
                    <a:pt x="3616181" y="2677614"/>
                  </a:lnTo>
                  <a:lnTo>
                    <a:pt x="3617892" y="2788253"/>
                  </a:lnTo>
                  <a:lnTo>
                    <a:pt x="3619604" y="2871075"/>
                  </a:lnTo>
                  <a:lnTo>
                    <a:pt x="3621315" y="2858762"/>
                  </a:lnTo>
                  <a:lnTo>
                    <a:pt x="3623026" y="2818127"/>
                  </a:lnTo>
                  <a:lnTo>
                    <a:pt x="3624738" y="2816335"/>
                  </a:lnTo>
                  <a:lnTo>
                    <a:pt x="3626449" y="2839958"/>
                  </a:lnTo>
                  <a:lnTo>
                    <a:pt x="3628161" y="2877156"/>
                  </a:lnTo>
                  <a:lnTo>
                    <a:pt x="3629872" y="2959528"/>
                  </a:lnTo>
                  <a:lnTo>
                    <a:pt x="3631583" y="3032426"/>
                  </a:lnTo>
                  <a:lnTo>
                    <a:pt x="3633295" y="3044883"/>
                  </a:lnTo>
                  <a:lnTo>
                    <a:pt x="3635006" y="3054532"/>
                  </a:lnTo>
                  <a:lnTo>
                    <a:pt x="3636718" y="3042215"/>
                  </a:lnTo>
                  <a:lnTo>
                    <a:pt x="3638429" y="2952055"/>
                  </a:lnTo>
                  <a:lnTo>
                    <a:pt x="3640140" y="2797322"/>
                  </a:lnTo>
                  <a:lnTo>
                    <a:pt x="3641852" y="2697995"/>
                  </a:lnTo>
                  <a:lnTo>
                    <a:pt x="3643563" y="2626894"/>
                  </a:lnTo>
                  <a:lnTo>
                    <a:pt x="3645275" y="2570842"/>
                  </a:lnTo>
                  <a:lnTo>
                    <a:pt x="3646986" y="2520466"/>
                  </a:lnTo>
                  <a:lnTo>
                    <a:pt x="3648697" y="2531034"/>
                  </a:lnTo>
                  <a:lnTo>
                    <a:pt x="3650409" y="2536570"/>
                  </a:lnTo>
                  <a:lnTo>
                    <a:pt x="3652120" y="2538904"/>
                  </a:lnTo>
                  <a:lnTo>
                    <a:pt x="3653832" y="2563939"/>
                  </a:lnTo>
                  <a:lnTo>
                    <a:pt x="3655543" y="2546498"/>
                  </a:lnTo>
                  <a:lnTo>
                    <a:pt x="3657254" y="2560813"/>
                  </a:lnTo>
                  <a:lnTo>
                    <a:pt x="3658966" y="2566600"/>
                  </a:lnTo>
                  <a:lnTo>
                    <a:pt x="3660677" y="2611170"/>
                  </a:lnTo>
                  <a:lnTo>
                    <a:pt x="3662389" y="2633596"/>
                  </a:lnTo>
                  <a:lnTo>
                    <a:pt x="3664100" y="2620072"/>
                  </a:lnTo>
                  <a:lnTo>
                    <a:pt x="3665811" y="2683439"/>
                  </a:lnTo>
                  <a:lnTo>
                    <a:pt x="3667523" y="2616324"/>
                  </a:lnTo>
                  <a:lnTo>
                    <a:pt x="3669234" y="2522750"/>
                  </a:lnTo>
                  <a:lnTo>
                    <a:pt x="3670946" y="2422797"/>
                  </a:lnTo>
                  <a:lnTo>
                    <a:pt x="3672657" y="2375866"/>
                  </a:lnTo>
                  <a:lnTo>
                    <a:pt x="3674368" y="2418830"/>
                  </a:lnTo>
                  <a:lnTo>
                    <a:pt x="3676080" y="2405900"/>
                  </a:lnTo>
                  <a:lnTo>
                    <a:pt x="3677791" y="2403982"/>
                  </a:lnTo>
                  <a:lnTo>
                    <a:pt x="3679503" y="2475757"/>
                  </a:lnTo>
                  <a:lnTo>
                    <a:pt x="3681214" y="2631644"/>
                  </a:lnTo>
                  <a:lnTo>
                    <a:pt x="3682925" y="2748649"/>
                  </a:lnTo>
                  <a:lnTo>
                    <a:pt x="3684637" y="2794166"/>
                  </a:lnTo>
                  <a:lnTo>
                    <a:pt x="3686348" y="2797552"/>
                  </a:lnTo>
                  <a:lnTo>
                    <a:pt x="3688060" y="2855172"/>
                  </a:lnTo>
                  <a:lnTo>
                    <a:pt x="3689771" y="2869410"/>
                  </a:lnTo>
                  <a:lnTo>
                    <a:pt x="3691482" y="2838180"/>
                  </a:lnTo>
                  <a:lnTo>
                    <a:pt x="3693194" y="2702906"/>
                  </a:lnTo>
                  <a:lnTo>
                    <a:pt x="3694905" y="2566131"/>
                  </a:lnTo>
                  <a:lnTo>
                    <a:pt x="3696616" y="2494855"/>
                  </a:lnTo>
                  <a:lnTo>
                    <a:pt x="3698328" y="2339669"/>
                  </a:lnTo>
                  <a:lnTo>
                    <a:pt x="3700039" y="2222489"/>
                  </a:lnTo>
                  <a:lnTo>
                    <a:pt x="3701751" y="2156024"/>
                  </a:lnTo>
                  <a:lnTo>
                    <a:pt x="3703462" y="2157692"/>
                  </a:lnTo>
                  <a:lnTo>
                    <a:pt x="3705173" y="2192209"/>
                  </a:lnTo>
                  <a:lnTo>
                    <a:pt x="3706885" y="2221673"/>
                  </a:lnTo>
                  <a:lnTo>
                    <a:pt x="3708596" y="2232819"/>
                  </a:lnTo>
                  <a:lnTo>
                    <a:pt x="3710308" y="2143852"/>
                  </a:lnTo>
                  <a:lnTo>
                    <a:pt x="3712019" y="2031066"/>
                  </a:lnTo>
                  <a:lnTo>
                    <a:pt x="3713730" y="1950233"/>
                  </a:lnTo>
                  <a:lnTo>
                    <a:pt x="3715442" y="1906230"/>
                  </a:lnTo>
                  <a:lnTo>
                    <a:pt x="3717153" y="1951827"/>
                  </a:lnTo>
                  <a:lnTo>
                    <a:pt x="3718865" y="2098035"/>
                  </a:lnTo>
                  <a:lnTo>
                    <a:pt x="3720576" y="2241219"/>
                  </a:lnTo>
                  <a:lnTo>
                    <a:pt x="3722287" y="2328710"/>
                  </a:lnTo>
                  <a:lnTo>
                    <a:pt x="3723999" y="2357531"/>
                  </a:lnTo>
                  <a:lnTo>
                    <a:pt x="3725710" y="2415277"/>
                  </a:lnTo>
                  <a:lnTo>
                    <a:pt x="3727422" y="2396179"/>
                  </a:lnTo>
                  <a:lnTo>
                    <a:pt x="3729133" y="2384271"/>
                  </a:lnTo>
                  <a:lnTo>
                    <a:pt x="3730844" y="2455689"/>
                  </a:lnTo>
                  <a:lnTo>
                    <a:pt x="3732556" y="2433968"/>
                  </a:lnTo>
                  <a:lnTo>
                    <a:pt x="3734267" y="2365598"/>
                  </a:lnTo>
                  <a:lnTo>
                    <a:pt x="3735979" y="2147535"/>
                  </a:lnTo>
                  <a:lnTo>
                    <a:pt x="3737690" y="1917985"/>
                  </a:lnTo>
                  <a:lnTo>
                    <a:pt x="3739401" y="1646053"/>
                  </a:lnTo>
                  <a:lnTo>
                    <a:pt x="3741113" y="1318331"/>
                  </a:lnTo>
                  <a:lnTo>
                    <a:pt x="3742824" y="1143537"/>
                  </a:lnTo>
                  <a:lnTo>
                    <a:pt x="3744536" y="1110667"/>
                  </a:lnTo>
                  <a:lnTo>
                    <a:pt x="3746247" y="1253658"/>
                  </a:lnTo>
                  <a:lnTo>
                    <a:pt x="3747958" y="1416383"/>
                  </a:lnTo>
                  <a:lnTo>
                    <a:pt x="3749670" y="1566491"/>
                  </a:lnTo>
                  <a:lnTo>
                    <a:pt x="3751381" y="1625597"/>
                  </a:lnTo>
                  <a:lnTo>
                    <a:pt x="3753093" y="1592360"/>
                  </a:lnTo>
                  <a:lnTo>
                    <a:pt x="3754804" y="1593787"/>
                  </a:lnTo>
                  <a:lnTo>
                    <a:pt x="3756515" y="1499722"/>
                  </a:lnTo>
                  <a:lnTo>
                    <a:pt x="3758227" y="1307913"/>
                  </a:lnTo>
                  <a:lnTo>
                    <a:pt x="3759938" y="1246368"/>
                  </a:lnTo>
                  <a:lnTo>
                    <a:pt x="3761650" y="1425109"/>
                  </a:lnTo>
                  <a:lnTo>
                    <a:pt x="3763361" y="1633160"/>
                  </a:lnTo>
                  <a:lnTo>
                    <a:pt x="3765072" y="1693267"/>
                  </a:lnTo>
                  <a:lnTo>
                    <a:pt x="3766784" y="1811291"/>
                  </a:lnTo>
                  <a:lnTo>
                    <a:pt x="3768495" y="2048873"/>
                  </a:lnTo>
                  <a:lnTo>
                    <a:pt x="3770207" y="2111960"/>
                  </a:lnTo>
                  <a:lnTo>
                    <a:pt x="3771918" y="2094227"/>
                  </a:lnTo>
                  <a:lnTo>
                    <a:pt x="3773629" y="2111373"/>
                  </a:lnTo>
                  <a:lnTo>
                    <a:pt x="3775341" y="2161766"/>
                  </a:lnTo>
                  <a:lnTo>
                    <a:pt x="3777052" y="2182668"/>
                  </a:lnTo>
                  <a:lnTo>
                    <a:pt x="3778764" y="2178846"/>
                  </a:lnTo>
                  <a:lnTo>
                    <a:pt x="3780475" y="2316572"/>
                  </a:lnTo>
                  <a:lnTo>
                    <a:pt x="3782186" y="2400132"/>
                  </a:lnTo>
                  <a:lnTo>
                    <a:pt x="3783898" y="2465768"/>
                  </a:lnTo>
                  <a:lnTo>
                    <a:pt x="3785609" y="2530938"/>
                  </a:lnTo>
                  <a:lnTo>
                    <a:pt x="3787321" y="2527447"/>
                  </a:lnTo>
                  <a:lnTo>
                    <a:pt x="3789032" y="2491891"/>
                  </a:lnTo>
                  <a:lnTo>
                    <a:pt x="3790743" y="2499654"/>
                  </a:lnTo>
                  <a:lnTo>
                    <a:pt x="3792455" y="2576624"/>
                  </a:lnTo>
                  <a:lnTo>
                    <a:pt x="3794166" y="2655159"/>
                  </a:lnTo>
                  <a:lnTo>
                    <a:pt x="3795877" y="2750927"/>
                  </a:lnTo>
                  <a:lnTo>
                    <a:pt x="3797589" y="2799672"/>
                  </a:lnTo>
                  <a:lnTo>
                    <a:pt x="3799300" y="2790500"/>
                  </a:lnTo>
                  <a:lnTo>
                    <a:pt x="3801012" y="2717687"/>
                  </a:lnTo>
                  <a:lnTo>
                    <a:pt x="3802723" y="2625085"/>
                  </a:lnTo>
                  <a:lnTo>
                    <a:pt x="3804434" y="2547499"/>
                  </a:lnTo>
                  <a:lnTo>
                    <a:pt x="3806146" y="2454903"/>
                  </a:lnTo>
                  <a:lnTo>
                    <a:pt x="3807857" y="2433114"/>
                  </a:lnTo>
                  <a:lnTo>
                    <a:pt x="3809569" y="2478413"/>
                  </a:lnTo>
                  <a:lnTo>
                    <a:pt x="3811280" y="2503973"/>
                  </a:lnTo>
                  <a:lnTo>
                    <a:pt x="3812991" y="2484954"/>
                  </a:lnTo>
                  <a:lnTo>
                    <a:pt x="3814703" y="2520578"/>
                  </a:lnTo>
                  <a:lnTo>
                    <a:pt x="3816414" y="2682329"/>
                  </a:lnTo>
                  <a:lnTo>
                    <a:pt x="3818126" y="2758915"/>
                  </a:lnTo>
                  <a:lnTo>
                    <a:pt x="3819837" y="2756407"/>
                  </a:lnTo>
                  <a:lnTo>
                    <a:pt x="3821548" y="2821577"/>
                  </a:lnTo>
                  <a:lnTo>
                    <a:pt x="3823260" y="2878419"/>
                  </a:lnTo>
                  <a:lnTo>
                    <a:pt x="3824971" y="2822985"/>
                  </a:lnTo>
                  <a:lnTo>
                    <a:pt x="3826683" y="2662499"/>
                  </a:lnTo>
                  <a:lnTo>
                    <a:pt x="3828394" y="2623714"/>
                  </a:lnTo>
                  <a:lnTo>
                    <a:pt x="3830105" y="2671534"/>
                  </a:lnTo>
                  <a:lnTo>
                    <a:pt x="3831817" y="2690160"/>
                  </a:lnTo>
                  <a:lnTo>
                    <a:pt x="3833528" y="2744941"/>
                  </a:lnTo>
                  <a:lnTo>
                    <a:pt x="3835240" y="2842336"/>
                  </a:lnTo>
                  <a:lnTo>
                    <a:pt x="3836951" y="2917905"/>
                  </a:lnTo>
                  <a:lnTo>
                    <a:pt x="3838662" y="2937283"/>
                  </a:lnTo>
                  <a:lnTo>
                    <a:pt x="3840374" y="2852134"/>
                  </a:lnTo>
                  <a:lnTo>
                    <a:pt x="3842085" y="2733753"/>
                  </a:lnTo>
                  <a:lnTo>
                    <a:pt x="3843797" y="2684642"/>
                  </a:lnTo>
                  <a:lnTo>
                    <a:pt x="3845508" y="2661248"/>
                  </a:lnTo>
                  <a:lnTo>
                    <a:pt x="3847219" y="2684754"/>
                  </a:lnTo>
                  <a:lnTo>
                    <a:pt x="3848931" y="2753403"/>
                  </a:lnTo>
                  <a:lnTo>
                    <a:pt x="3850642" y="2908821"/>
                  </a:lnTo>
                  <a:lnTo>
                    <a:pt x="3852354" y="2999769"/>
                  </a:lnTo>
                  <a:lnTo>
                    <a:pt x="3854065" y="2991429"/>
                  </a:lnTo>
                  <a:lnTo>
                    <a:pt x="3855776" y="2889531"/>
                  </a:lnTo>
                  <a:lnTo>
                    <a:pt x="3857488" y="2742227"/>
                  </a:lnTo>
                  <a:lnTo>
                    <a:pt x="3859199" y="2638114"/>
                  </a:lnTo>
                  <a:lnTo>
                    <a:pt x="3860911" y="2571764"/>
                  </a:lnTo>
                  <a:lnTo>
                    <a:pt x="3862622" y="2487333"/>
                  </a:lnTo>
                  <a:lnTo>
                    <a:pt x="3864333" y="2425038"/>
                  </a:lnTo>
                  <a:lnTo>
                    <a:pt x="3866045" y="2448121"/>
                  </a:lnTo>
                  <a:lnTo>
                    <a:pt x="3867756" y="2521494"/>
                  </a:lnTo>
                  <a:lnTo>
                    <a:pt x="3869468" y="2551205"/>
                  </a:lnTo>
                  <a:lnTo>
                    <a:pt x="3871179" y="2587044"/>
                  </a:lnTo>
                  <a:lnTo>
                    <a:pt x="3872890" y="2622838"/>
                  </a:lnTo>
                  <a:lnTo>
                    <a:pt x="3874602" y="2599699"/>
                  </a:lnTo>
                  <a:lnTo>
                    <a:pt x="3876313" y="2661173"/>
                  </a:lnTo>
                  <a:lnTo>
                    <a:pt x="3878025" y="2737854"/>
                  </a:lnTo>
                  <a:lnTo>
                    <a:pt x="3879736" y="2773811"/>
                  </a:lnTo>
                  <a:lnTo>
                    <a:pt x="3881447" y="2749624"/>
                  </a:lnTo>
                  <a:lnTo>
                    <a:pt x="3883159" y="2799951"/>
                  </a:lnTo>
                  <a:lnTo>
                    <a:pt x="3884870" y="2938144"/>
                  </a:lnTo>
                  <a:lnTo>
                    <a:pt x="3886582" y="2978881"/>
                  </a:lnTo>
                  <a:lnTo>
                    <a:pt x="3888293" y="2978881"/>
                  </a:lnTo>
                  <a:lnTo>
                    <a:pt x="3890004" y="3011727"/>
                  </a:lnTo>
                  <a:lnTo>
                    <a:pt x="3891716" y="3080417"/>
                  </a:lnTo>
                  <a:lnTo>
                    <a:pt x="3893427" y="3103716"/>
                  </a:lnTo>
                  <a:lnTo>
                    <a:pt x="3895139" y="3032552"/>
                  </a:lnTo>
                  <a:lnTo>
                    <a:pt x="3896850" y="2884434"/>
                  </a:lnTo>
                  <a:lnTo>
                    <a:pt x="3898561" y="2729989"/>
                  </a:lnTo>
                  <a:lnTo>
                    <a:pt x="3900273" y="2630940"/>
                  </a:lnTo>
                  <a:lnTo>
                    <a:pt x="3901984" y="2599826"/>
                  </a:lnTo>
                  <a:lnTo>
                    <a:pt x="3903695" y="2524350"/>
                  </a:lnTo>
                  <a:lnTo>
                    <a:pt x="3905407" y="2426443"/>
                  </a:lnTo>
                  <a:lnTo>
                    <a:pt x="3907118" y="2386734"/>
                  </a:lnTo>
                  <a:lnTo>
                    <a:pt x="3908830" y="2372114"/>
                  </a:lnTo>
                  <a:lnTo>
                    <a:pt x="3910541" y="2240339"/>
                  </a:lnTo>
                  <a:lnTo>
                    <a:pt x="3912252" y="1989106"/>
                  </a:lnTo>
                  <a:lnTo>
                    <a:pt x="3913964" y="1866564"/>
                  </a:lnTo>
                  <a:lnTo>
                    <a:pt x="3915675" y="1874475"/>
                  </a:lnTo>
                  <a:lnTo>
                    <a:pt x="3917387" y="1923855"/>
                  </a:lnTo>
                  <a:lnTo>
                    <a:pt x="3919098" y="1985619"/>
                  </a:lnTo>
                  <a:lnTo>
                    <a:pt x="3920809" y="2072594"/>
                  </a:lnTo>
                  <a:lnTo>
                    <a:pt x="3922521" y="2165749"/>
                  </a:lnTo>
                  <a:lnTo>
                    <a:pt x="3924232" y="2197451"/>
                  </a:lnTo>
                  <a:lnTo>
                    <a:pt x="3925944" y="2156010"/>
                  </a:lnTo>
                  <a:lnTo>
                    <a:pt x="3927655" y="2083665"/>
                  </a:lnTo>
                  <a:lnTo>
                    <a:pt x="3929366" y="2051270"/>
                  </a:lnTo>
                  <a:lnTo>
                    <a:pt x="3931078" y="1998665"/>
                  </a:lnTo>
                  <a:lnTo>
                    <a:pt x="3932789" y="1966174"/>
                  </a:lnTo>
                  <a:lnTo>
                    <a:pt x="3934501" y="1987428"/>
                  </a:lnTo>
                  <a:lnTo>
                    <a:pt x="3936212" y="2033885"/>
                  </a:lnTo>
                  <a:lnTo>
                    <a:pt x="3937923" y="2046542"/>
                  </a:lnTo>
                  <a:lnTo>
                    <a:pt x="3939635" y="2082348"/>
                  </a:lnTo>
                  <a:lnTo>
                    <a:pt x="3941346" y="2228432"/>
                  </a:lnTo>
                  <a:lnTo>
                    <a:pt x="3943058" y="2402647"/>
                  </a:lnTo>
                  <a:lnTo>
                    <a:pt x="3944769" y="2475313"/>
                  </a:lnTo>
                  <a:lnTo>
                    <a:pt x="3946480" y="2511304"/>
                  </a:lnTo>
                  <a:lnTo>
                    <a:pt x="3948192" y="2536814"/>
                  </a:lnTo>
                  <a:lnTo>
                    <a:pt x="3949903" y="2471499"/>
                  </a:lnTo>
                  <a:lnTo>
                    <a:pt x="3951615" y="2326533"/>
                  </a:lnTo>
                  <a:lnTo>
                    <a:pt x="3953326" y="2204710"/>
                  </a:lnTo>
                  <a:lnTo>
                    <a:pt x="3955037" y="2219409"/>
                  </a:lnTo>
                  <a:lnTo>
                    <a:pt x="3956749" y="2248120"/>
                  </a:lnTo>
                  <a:lnTo>
                    <a:pt x="3958460" y="2253126"/>
                  </a:lnTo>
                  <a:lnTo>
                    <a:pt x="3960172" y="2303813"/>
                  </a:lnTo>
                  <a:lnTo>
                    <a:pt x="3961883" y="2403834"/>
                  </a:lnTo>
                  <a:lnTo>
                    <a:pt x="3963594" y="2446461"/>
                  </a:lnTo>
                  <a:lnTo>
                    <a:pt x="3965306" y="2468118"/>
                  </a:lnTo>
                  <a:lnTo>
                    <a:pt x="3967017" y="2424684"/>
                  </a:lnTo>
                  <a:lnTo>
                    <a:pt x="3968729" y="2402485"/>
                  </a:lnTo>
                  <a:lnTo>
                    <a:pt x="3970440" y="2336586"/>
                  </a:lnTo>
                  <a:lnTo>
                    <a:pt x="3972151" y="2251899"/>
                  </a:lnTo>
                  <a:lnTo>
                    <a:pt x="3973863" y="2247749"/>
                  </a:lnTo>
                  <a:lnTo>
                    <a:pt x="3975574" y="2188267"/>
                  </a:lnTo>
                  <a:lnTo>
                    <a:pt x="3977286" y="2197107"/>
                  </a:lnTo>
                  <a:lnTo>
                    <a:pt x="3978997" y="2298079"/>
                  </a:lnTo>
                  <a:lnTo>
                    <a:pt x="3980708" y="2408166"/>
                  </a:lnTo>
                  <a:lnTo>
                    <a:pt x="3982420" y="2437468"/>
                  </a:lnTo>
                  <a:lnTo>
                    <a:pt x="3984131" y="2330554"/>
                  </a:lnTo>
                  <a:lnTo>
                    <a:pt x="3985843" y="2292210"/>
                  </a:lnTo>
                  <a:lnTo>
                    <a:pt x="3987554" y="2324353"/>
                  </a:lnTo>
                  <a:lnTo>
                    <a:pt x="3989265" y="2332795"/>
                  </a:lnTo>
                  <a:lnTo>
                    <a:pt x="3990977" y="2355687"/>
                  </a:lnTo>
                  <a:lnTo>
                    <a:pt x="3992688" y="2278109"/>
                  </a:lnTo>
                  <a:lnTo>
                    <a:pt x="3994400" y="2290532"/>
                  </a:lnTo>
                  <a:lnTo>
                    <a:pt x="3996111" y="2367008"/>
                  </a:lnTo>
                  <a:lnTo>
                    <a:pt x="3997822" y="2359944"/>
                  </a:lnTo>
                  <a:lnTo>
                    <a:pt x="3999534" y="2341946"/>
                  </a:lnTo>
                  <a:lnTo>
                    <a:pt x="4001245" y="2284376"/>
                  </a:lnTo>
                  <a:lnTo>
                    <a:pt x="4002957" y="2428666"/>
                  </a:lnTo>
                  <a:lnTo>
                    <a:pt x="4004668" y="2515245"/>
                  </a:lnTo>
                  <a:lnTo>
                    <a:pt x="4006379" y="2497774"/>
                  </a:lnTo>
                  <a:lnTo>
                    <a:pt x="4008091" y="2622566"/>
                  </a:lnTo>
                  <a:lnTo>
                    <a:pt x="4009802" y="2716581"/>
                  </a:lnTo>
                  <a:lnTo>
                    <a:pt x="4011513" y="2731544"/>
                  </a:lnTo>
                  <a:lnTo>
                    <a:pt x="4013225" y="2730874"/>
                  </a:lnTo>
                  <a:lnTo>
                    <a:pt x="4014936" y="2803114"/>
                  </a:lnTo>
                  <a:lnTo>
                    <a:pt x="4016648" y="2796779"/>
                  </a:lnTo>
                  <a:lnTo>
                    <a:pt x="4018359" y="2598105"/>
                  </a:lnTo>
                  <a:lnTo>
                    <a:pt x="4020070" y="2377085"/>
                  </a:lnTo>
                  <a:lnTo>
                    <a:pt x="4021782" y="2243212"/>
                  </a:lnTo>
                  <a:lnTo>
                    <a:pt x="4023493" y="2066080"/>
                  </a:lnTo>
                  <a:lnTo>
                    <a:pt x="4025205" y="1909161"/>
                  </a:lnTo>
                  <a:lnTo>
                    <a:pt x="4026916" y="1890512"/>
                  </a:lnTo>
                  <a:lnTo>
                    <a:pt x="4028627" y="1976795"/>
                  </a:lnTo>
                  <a:lnTo>
                    <a:pt x="4030339" y="2113097"/>
                  </a:lnTo>
                  <a:lnTo>
                    <a:pt x="4032050" y="2256888"/>
                  </a:lnTo>
                  <a:lnTo>
                    <a:pt x="4033762" y="2473206"/>
                  </a:lnTo>
                  <a:lnTo>
                    <a:pt x="4035473" y="2622911"/>
                  </a:lnTo>
                  <a:lnTo>
                    <a:pt x="4037184" y="2636646"/>
                  </a:lnTo>
                  <a:lnTo>
                    <a:pt x="4038896" y="2549672"/>
                  </a:lnTo>
                  <a:lnTo>
                    <a:pt x="4040607" y="2503237"/>
                  </a:lnTo>
                  <a:lnTo>
                    <a:pt x="4042319" y="2509919"/>
                  </a:lnTo>
                  <a:lnTo>
                    <a:pt x="4044030" y="2379729"/>
                  </a:lnTo>
                  <a:lnTo>
                    <a:pt x="4045741" y="2278551"/>
                  </a:lnTo>
                  <a:lnTo>
                    <a:pt x="4047453" y="2231333"/>
                  </a:lnTo>
                  <a:lnTo>
                    <a:pt x="4049164" y="2214435"/>
                  </a:lnTo>
                  <a:lnTo>
                    <a:pt x="4050876" y="2081059"/>
                  </a:lnTo>
                  <a:lnTo>
                    <a:pt x="4052587" y="1947519"/>
                  </a:lnTo>
                  <a:lnTo>
                    <a:pt x="4054298" y="1968222"/>
                  </a:lnTo>
                  <a:lnTo>
                    <a:pt x="4056010" y="2010732"/>
                  </a:lnTo>
                  <a:lnTo>
                    <a:pt x="4057721" y="2081157"/>
                  </a:lnTo>
                  <a:lnTo>
                    <a:pt x="4059433" y="2193810"/>
                  </a:lnTo>
                  <a:lnTo>
                    <a:pt x="4061144" y="2357941"/>
                  </a:lnTo>
                  <a:lnTo>
                    <a:pt x="4062855" y="2533846"/>
                  </a:lnTo>
                  <a:lnTo>
                    <a:pt x="4064567" y="2639809"/>
                  </a:lnTo>
                  <a:lnTo>
                    <a:pt x="4066278" y="2615627"/>
                  </a:lnTo>
                  <a:lnTo>
                    <a:pt x="4067990" y="2528522"/>
                  </a:lnTo>
                  <a:lnTo>
                    <a:pt x="4069701" y="2477166"/>
                  </a:lnTo>
                  <a:lnTo>
                    <a:pt x="4071412" y="2418379"/>
                  </a:lnTo>
                  <a:lnTo>
                    <a:pt x="4073124" y="2290157"/>
                  </a:lnTo>
                  <a:lnTo>
                    <a:pt x="4074835" y="2215522"/>
                  </a:lnTo>
                  <a:lnTo>
                    <a:pt x="4076547" y="2184378"/>
                  </a:lnTo>
                  <a:lnTo>
                    <a:pt x="4078258" y="2242766"/>
                  </a:lnTo>
                  <a:lnTo>
                    <a:pt x="4079969" y="2308482"/>
                  </a:lnTo>
                  <a:lnTo>
                    <a:pt x="4081681" y="2452587"/>
                  </a:lnTo>
                  <a:lnTo>
                    <a:pt x="4083392" y="2612199"/>
                  </a:lnTo>
                  <a:lnTo>
                    <a:pt x="4085104" y="2599566"/>
                  </a:lnTo>
                  <a:lnTo>
                    <a:pt x="4086815" y="2588544"/>
                  </a:lnTo>
                  <a:lnTo>
                    <a:pt x="4088526" y="2504202"/>
                  </a:lnTo>
                  <a:lnTo>
                    <a:pt x="4090238" y="2409182"/>
                  </a:lnTo>
                  <a:lnTo>
                    <a:pt x="4091949" y="2322172"/>
                  </a:lnTo>
                  <a:lnTo>
                    <a:pt x="4093661" y="2169517"/>
                  </a:lnTo>
                  <a:lnTo>
                    <a:pt x="4095372" y="2013466"/>
                  </a:lnTo>
                  <a:lnTo>
                    <a:pt x="4097083" y="1883311"/>
                  </a:lnTo>
                  <a:lnTo>
                    <a:pt x="4098795" y="1692408"/>
                  </a:lnTo>
                  <a:lnTo>
                    <a:pt x="4100506" y="1510337"/>
                  </a:lnTo>
                  <a:lnTo>
                    <a:pt x="4102218" y="1287466"/>
                  </a:lnTo>
                  <a:lnTo>
                    <a:pt x="4103929" y="1108944"/>
                  </a:lnTo>
                  <a:lnTo>
                    <a:pt x="4105640" y="1045194"/>
                  </a:lnTo>
                  <a:lnTo>
                    <a:pt x="4107352" y="1041646"/>
                  </a:lnTo>
                  <a:lnTo>
                    <a:pt x="4109063" y="1246032"/>
                  </a:lnTo>
                  <a:lnTo>
                    <a:pt x="4110775" y="1518497"/>
                  </a:lnTo>
                  <a:lnTo>
                    <a:pt x="4112486" y="1762936"/>
                  </a:lnTo>
                  <a:lnTo>
                    <a:pt x="4114197" y="2056512"/>
                  </a:lnTo>
                  <a:lnTo>
                    <a:pt x="4115909" y="2361673"/>
                  </a:lnTo>
                  <a:lnTo>
                    <a:pt x="4117620" y="2574354"/>
                  </a:lnTo>
                  <a:lnTo>
                    <a:pt x="4119331" y="2635932"/>
                  </a:lnTo>
                  <a:lnTo>
                    <a:pt x="4121043" y="2544229"/>
                  </a:lnTo>
                  <a:lnTo>
                    <a:pt x="4122754" y="2478433"/>
                  </a:lnTo>
                  <a:lnTo>
                    <a:pt x="4124466" y="2410051"/>
                  </a:lnTo>
                  <a:lnTo>
                    <a:pt x="4126177" y="2363259"/>
                  </a:lnTo>
                  <a:lnTo>
                    <a:pt x="4127888" y="2271772"/>
                  </a:lnTo>
                  <a:lnTo>
                    <a:pt x="4129600" y="2220791"/>
                  </a:lnTo>
                  <a:lnTo>
                    <a:pt x="4131311" y="2310057"/>
                  </a:lnTo>
                  <a:lnTo>
                    <a:pt x="4133023" y="2317521"/>
                  </a:lnTo>
                  <a:lnTo>
                    <a:pt x="4134734" y="2239574"/>
                  </a:lnTo>
                  <a:lnTo>
                    <a:pt x="4136445" y="2144612"/>
                  </a:lnTo>
                  <a:lnTo>
                    <a:pt x="4138157" y="2124069"/>
                  </a:lnTo>
                  <a:lnTo>
                    <a:pt x="4139868" y="2149786"/>
                  </a:lnTo>
                  <a:lnTo>
                    <a:pt x="4141580" y="2205907"/>
                  </a:lnTo>
                  <a:lnTo>
                    <a:pt x="4143291" y="2271136"/>
                  </a:lnTo>
                  <a:lnTo>
                    <a:pt x="4145002" y="2293450"/>
                  </a:lnTo>
                  <a:lnTo>
                    <a:pt x="4146714" y="2222093"/>
                  </a:lnTo>
                  <a:lnTo>
                    <a:pt x="4148425" y="2170000"/>
                  </a:lnTo>
                  <a:lnTo>
                    <a:pt x="4150137" y="2140673"/>
                  </a:lnTo>
                  <a:lnTo>
                    <a:pt x="4151848" y="2073146"/>
                  </a:lnTo>
                  <a:lnTo>
                    <a:pt x="4153559" y="2131402"/>
                  </a:lnTo>
                  <a:lnTo>
                    <a:pt x="4155271" y="2273908"/>
                  </a:lnTo>
                  <a:lnTo>
                    <a:pt x="4156982" y="2469187"/>
                  </a:lnTo>
                  <a:lnTo>
                    <a:pt x="4158694" y="2661921"/>
                  </a:lnTo>
                  <a:lnTo>
                    <a:pt x="4160405" y="2715114"/>
                  </a:lnTo>
                  <a:lnTo>
                    <a:pt x="4162116" y="2593043"/>
                  </a:lnTo>
                  <a:lnTo>
                    <a:pt x="4163828" y="2412041"/>
                  </a:lnTo>
                  <a:lnTo>
                    <a:pt x="4165539" y="2245362"/>
                  </a:lnTo>
                  <a:lnTo>
                    <a:pt x="4167251" y="2159166"/>
                  </a:lnTo>
                  <a:lnTo>
                    <a:pt x="4168962" y="2039754"/>
                  </a:lnTo>
                  <a:lnTo>
                    <a:pt x="4170673" y="1926174"/>
                  </a:lnTo>
                  <a:lnTo>
                    <a:pt x="4172385" y="1958692"/>
                  </a:lnTo>
                  <a:lnTo>
                    <a:pt x="4174096" y="1932208"/>
                  </a:lnTo>
                  <a:lnTo>
                    <a:pt x="4175808" y="1910763"/>
                  </a:lnTo>
                  <a:lnTo>
                    <a:pt x="4177519" y="1840244"/>
                  </a:lnTo>
                  <a:lnTo>
                    <a:pt x="4179230" y="1736335"/>
                  </a:lnTo>
                  <a:lnTo>
                    <a:pt x="4180942" y="1625946"/>
                  </a:lnTo>
                  <a:lnTo>
                    <a:pt x="4182653" y="1442058"/>
                  </a:lnTo>
                  <a:lnTo>
                    <a:pt x="4184365" y="1344562"/>
                  </a:lnTo>
                  <a:lnTo>
                    <a:pt x="4186076" y="1380612"/>
                  </a:lnTo>
                  <a:lnTo>
                    <a:pt x="4187787" y="1426843"/>
                  </a:lnTo>
                  <a:lnTo>
                    <a:pt x="4189499" y="1611638"/>
                  </a:lnTo>
                  <a:lnTo>
                    <a:pt x="4191210" y="1854596"/>
                  </a:lnTo>
                  <a:lnTo>
                    <a:pt x="4192922" y="2013833"/>
                  </a:lnTo>
                  <a:lnTo>
                    <a:pt x="4194633" y="2140651"/>
                  </a:lnTo>
                  <a:lnTo>
                    <a:pt x="4196344" y="2100956"/>
                  </a:lnTo>
                  <a:lnTo>
                    <a:pt x="4198056" y="2029866"/>
                  </a:lnTo>
                  <a:lnTo>
                    <a:pt x="4199767" y="1892877"/>
                  </a:lnTo>
                  <a:lnTo>
                    <a:pt x="4201479" y="1830221"/>
                  </a:lnTo>
                  <a:lnTo>
                    <a:pt x="4203190" y="1836852"/>
                  </a:lnTo>
                  <a:lnTo>
                    <a:pt x="4204901" y="1802751"/>
                  </a:lnTo>
                  <a:lnTo>
                    <a:pt x="4206613" y="1782115"/>
                  </a:lnTo>
                  <a:lnTo>
                    <a:pt x="4208324" y="1834116"/>
                  </a:lnTo>
                  <a:lnTo>
                    <a:pt x="4210036" y="1981025"/>
                  </a:lnTo>
                  <a:lnTo>
                    <a:pt x="4211747" y="2092694"/>
                  </a:lnTo>
                  <a:lnTo>
                    <a:pt x="4213458" y="2231158"/>
                  </a:lnTo>
                  <a:lnTo>
                    <a:pt x="4215170" y="2329720"/>
                  </a:lnTo>
                  <a:lnTo>
                    <a:pt x="4216881" y="2302087"/>
                  </a:lnTo>
                  <a:lnTo>
                    <a:pt x="4218592" y="2299305"/>
                  </a:lnTo>
                  <a:lnTo>
                    <a:pt x="4220304" y="2360279"/>
                  </a:lnTo>
                  <a:lnTo>
                    <a:pt x="4222015" y="2402548"/>
                  </a:lnTo>
                  <a:lnTo>
                    <a:pt x="4223727" y="2460240"/>
                  </a:lnTo>
                  <a:lnTo>
                    <a:pt x="4225438" y="2581870"/>
                  </a:lnTo>
                  <a:lnTo>
                    <a:pt x="4227149" y="2747921"/>
                  </a:lnTo>
                  <a:lnTo>
                    <a:pt x="4228861" y="2766899"/>
                  </a:lnTo>
                  <a:lnTo>
                    <a:pt x="4230572" y="2685003"/>
                  </a:lnTo>
                  <a:lnTo>
                    <a:pt x="4232284" y="2584238"/>
                  </a:lnTo>
                  <a:lnTo>
                    <a:pt x="4233995" y="2417095"/>
                  </a:lnTo>
                  <a:lnTo>
                    <a:pt x="4235706" y="2271061"/>
                  </a:lnTo>
                  <a:lnTo>
                    <a:pt x="4237418" y="2222357"/>
                  </a:lnTo>
                  <a:lnTo>
                    <a:pt x="4239129" y="2256271"/>
                  </a:lnTo>
                  <a:lnTo>
                    <a:pt x="4240841" y="2342735"/>
                  </a:lnTo>
                  <a:lnTo>
                    <a:pt x="4242552" y="2388688"/>
                  </a:lnTo>
                  <a:lnTo>
                    <a:pt x="4244263" y="2479210"/>
                  </a:lnTo>
                  <a:lnTo>
                    <a:pt x="4245975" y="2543090"/>
                  </a:lnTo>
                  <a:lnTo>
                    <a:pt x="4247686" y="2615435"/>
                  </a:lnTo>
                  <a:lnTo>
                    <a:pt x="4249398" y="2636728"/>
                  </a:lnTo>
                  <a:lnTo>
                    <a:pt x="4251109" y="2513739"/>
                  </a:lnTo>
                  <a:lnTo>
                    <a:pt x="4252820" y="2486383"/>
                  </a:lnTo>
                  <a:lnTo>
                    <a:pt x="4254532" y="2474347"/>
                  </a:lnTo>
                  <a:lnTo>
                    <a:pt x="4256243" y="2399637"/>
                  </a:lnTo>
                  <a:lnTo>
                    <a:pt x="4257955" y="2315087"/>
                  </a:lnTo>
                  <a:lnTo>
                    <a:pt x="4259666" y="2384409"/>
                  </a:lnTo>
                  <a:lnTo>
                    <a:pt x="4261377" y="2400245"/>
                  </a:lnTo>
                  <a:lnTo>
                    <a:pt x="4263089" y="2358099"/>
                  </a:lnTo>
                  <a:lnTo>
                    <a:pt x="4264800" y="2362404"/>
                  </a:lnTo>
                  <a:lnTo>
                    <a:pt x="4266512" y="2507968"/>
                  </a:lnTo>
                  <a:lnTo>
                    <a:pt x="4268223" y="2643804"/>
                  </a:lnTo>
                  <a:lnTo>
                    <a:pt x="4269934" y="2684480"/>
                  </a:lnTo>
                  <a:lnTo>
                    <a:pt x="4271646" y="2849787"/>
                  </a:lnTo>
                  <a:lnTo>
                    <a:pt x="4273357" y="2980635"/>
                  </a:lnTo>
                  <a:lnTo>
                    <a:pt x="4275069" y="3064988"/>
                  </a:lnTo>
                  <a:lnTo>
                    <a:pt x="4276780" y="3088121"/>
                  </a:lnTo>
                  <a:lnTo>
                    <a:pt x="4278491" y="3079020"/>
                  </a:lnTo>
                  <a:lnTo>
                    <a:pt x="4280203" y="3019241"/>
                  </a:lnTo>
                  <a:lnTo>
                    <a:pt x="4281914" y="2969532"/>
                  </a:lnTo>
                  <a:lnTo>
                    <a:pt x="4283626" y="2985395"/>
                  </a:lnTo>
                  <a:lnTo>
                    <a:pt x="4285337" y="2979010"/>
                  </a:lnTo>
                  <a:lnTo>
                    <a:pt x="4287048" y="2973737"/>
                  </a:lnTo>
                  <a:lnTo>
                    <a:pt x="4288760" y="2937226"/>
                  </a:lnTo>
                  <a:lnTo>
                    <a:pt x="4290471" y="2891400"/>
                  </a:lnTo>
                  <a:lnTo>
                    <a:pt x="4292183" y="2865344"/>
                  </a:lnTo>
                  <a:lnTo>
                    <a:pt x="4293894" y="2832669"/>
                  </a:lnTo>
                  <a:lnTo>
                    <a:pt x="4295605" y="2751800"/>
                  </a:lnTo>
                  <a:lnTo>
                    <a:pt x="4297317" y="2688860"/>
                  </a:lnTo>
                  <a:lnTo>
                    <a:pt x="4299028" y="2734032"/>
                  </a:lnTo>
                  <a:lnTo>
                    <a:pt x="4300740" y="2835608"/>
                  </a:lnTo>
                  <a:lnTo>
                    <a:pt x="4302451" y="2854346"/>
                  </a:lnTo>
                  <a:lnTo>
                    <a:pt x="4304162" y="2789471"/>
                  </a:lnTo>
                  <a:lnTo>
                    <a:pt x="4305874" y="2793561"/>
                  </a:lnTo>
                  <a:lnTo>
                    <a:pt x="4307585" y="2756215"/>
                  </a:lnTo>
                  <a:lnTo>
                    <a:pt x="4309297" y="2714133"/>
                  </a:lnTo>
                  <a:lnTo>
                    <a:pt x="4311008" y="2669381"/>
                  </a:lnTo>
                  <a:lnTo>
                    <a:pt x="4312719" y="2582308"/>
                  </a:lnTo>
                  <a:lnTo>
                    <a:pt x="4314431" y="2547399"/>
                  </a:lnTo>
                  <a:lnTo>
                    <a:pt x="4316142" y="2539153"/>
                  </a:lnTo>
                  <a:lnTo>
                    <a:pt x="4317854" y="2607440"/>
                  </a:lnTo>
                  <a:lnTo>
                    <a:pt x="4319565" y="2658126"/>
                  </a:lnTo>
                  <a:lnTo>
                    <a:pt x="4321276" y="2623537"/>
                  </a:lnTo>
                  <a:lnTo>
                    <a:pt x="4322988" y="2641741"/>
                  </a:lnTo>
                  <a:lnTo>
                    <a:pt x="4324699" y="2652604"/>
                  </a:lnTo>
                  <a:lnTo>
                    <a:pt x="4326410" y="2613117"/>
                  </a:lnTo>
                  <a:lnTo>
                    <a:pt x="4328122" y="2574707"/>
                  </a:lnTo>
                  <a:lnTo>
                    <a:pt x="4329833" y="2484587"/>
                  </a:lnTo>
                  <a:lnTo>
                    <a:pt x="4331545" y="2486192"/>
                  </a:lnTo>
                  <a:lnTo>
                    <a:pt x="4333256" y="2419852"/>
                  </a:lnTo>
                  <a:lnTo>
                    <a:pt x="4334967" y="2315128"/>
                  </a:lnTo>
                  <a:lnTo>
                    <a:pt x="4336679" y="2222367"/>
                  </a:lnTo>
                  <a:lnTo>
                    <a:pt x="4338390" y="2134485"/>
                  </a:lnTo>
                  <a:lnTo>
                    <a:pt x="4340102" y="2102077"/>
                  </a:lnTo>
                  <a:lnTo>
                    <a:pt x="4341813" y="2044282"/>
                  </a:lnTo>
                  <a:lnTo>
                    <a:pt x="4343524" y="2132523"/>
                  </a:lnTo>
                  <a:lnTo>
                    <a:pt x="4345236" y="2257425"/>
                  </a:lnTo>
                  <a:lnTo>
                    <a:pt x="4346947" y="2351563"/>
                  </a:lnTo>
                  <a:lnTo>
                    <a:pt x="4348659" y="2331729"/>
                  </a:lnTo>
                  <a:lnTo>
                    <a:pt x="4350370" y="2329731"/>
                  </a:lnTo>
                  <a:lnTo>
                    <a:pt x="4352081" y="2316643"/>
                  </a:lnTo>
                  <a:lnTo>
                    <a:pt x="4353793" y="2201465"/>
                  </a:lnTo>
                  <a:lnTo>
                    <a:pt x="4355504" y="2102304"/>
                  </a:lnTo>
                  <a:lnTo>
                    <a:pt x="4357216" y="2072006"/>
                  </a:lnTo>
                  <a:lnTo>
                    <a:pt x="4358927" y="2062297"/>
                  </a:lnTo>
                  <a:lnTo>
                    <a:pt x="4360638" y="2021503"/>
                  </a:lnTo>
                  <a:lnTo>
                    <a:pt x="4362350" y="2142550"/>
                  </a:lnTo>
                  <a:lnTo>
                    <a:pt x="4364061" y="2328626"/>
                  </a:lnTo>
                  <a:lnTo>
                    <a:pt x="4365773" y="2403291"/>
                  </a:lnTo>
                  <a:lnTo>
                    <a:pt x="4367484" y="2389514"/>
                  </a:lnTo>
                  <a:lnTo>
                    <a:pt x="4369195" y="2486747"/>
                  </a:lnTo>
                  <a:lnTo>
                    <a:pt x="4370907" y="2602123"/>
                  </a:lnTo>
                  <a:lnTo>
                    <a:pt x="4372618" y="2604118"/>
                  </a:lnTo>
                  <a:lnTo>
                    <a:pt x="4374330" y="2488418"/>
                  </a:lnTo>
                  <a:lnTo>
                    <a:pt x="4376041" y="2500219"/>
                  </a:lnTo>
                  <a:lnTo>
                    <a:pt x="4377752" y="2588433"/>
                  </a:lnTo>
                  <a:lnTo>
                    <a:pt x="4379464" y="2577074"/>
                  </a:lnTo>
                  <a:lnTo>
                    <a:pt x="4381175" y="2543049"/>
                  </a:lnTo>
                  <a:lnTo>
                    <a:pt x="4382887" y="2486110"/>
                  </a:lnTo>
                  <a:lnTo>
                    <a:pt x="4384598" y="2532703"/>
                  </a:lnTo>
                  <a:lnTo>
                    <a:pt x="4386309" y="2524304"/>
                  </a:lnTo>
                  <a:lnTo>
                    <a:pt x="4388021" y="2572702"/>
                  </a:lnTo>
                  <a:lnTo>
                    <a:pt x="4389732" y="2677959"/>
                  </a:lnTo>
                  <a:lnTo>
                    <a:pt x="4391444" y="2755286"/>
                  </a:lnTo>
                  <a:lnTo>
                    <a:pt x="4393155" y="2832202"/>
                  </a:lnTo>
                  <a:lnTo>
                    <a:pt x="4394866" y="2878870"/>
                  </a:lnTo>
                  <a:lnTo>
                    <a:pt x="4396578" y="3035479"/>
                  </a:lnTo>
                  <a:lnTo>
                    <a:pt x="4398289" y="3116972"/>
                  </a:lnTo>
                  <a:lnTo>
                    <a:pt x="4400001" y="3116972"/>
                  </a:lnTo>
                  <a:lnTo>
                    <a:pt x="4401712" y="3116972"/>
                  </a:lnTo>
                  <a:lnTo>
                    <a:pt x="4403423" y="3116972"/>
                  </a:lnTo>
                  <a:lnTo>
                    <a:pt x="4405135" y="3116972"/>
                  </a:lnTo>
                  <a:lnTo>
                    <a:pt x="4406846" y="3096539"/>
                  </a:lnTo>
                  <a:lnTo>
                    <a:pt x="4408558" y="3022307"/>
                  </a:lnTo>
                  <a:lnTo>
                    <a:pt x="4410269" y="3039151"/>
                  </a:lnTo>
                  <a:lnTo>
                    <a:pt x="4411980" y="3064334"/>
                  </a:lnTo>
                  <a:lnTo>
                    <a:pt x="4413692" y="3055905"/>
                  </a:lnTo>
                  <a:lnTo>
                    <a:pt x="4415403" y="3062031"/>
                  </a:lnTo>
                  <a:lnTo>
                    <a:pt x="4417115" y="3009219"/>
                  </a:lnTo>
                  <a:lnTo>
                    <a:pt x="4418826" y="2887713"/>
                  </a:lnTo>
                  <a:lnTo>
                    <a:pt x="4420537" y="2765970"/>
                  </a:lnTo>
                  <a:lnTo>
                    <a:pt x="4422249" y="2693955"/>
                  </a:lnTo>
                  <a:lnTo>
                    <a:pt x="4423960" y="2705943"/>
                  </a:lnTo>
                  <a:lnTo>
                    <a:pt x="4425672" y="2635720"/>
                  </a:lnTo>
                  <a:lnTo>
                    <a:pt x="4427383" y="2607857"/>
                  </a:lnTo>
                  <a:lnTo>
                    <a:pt x="4429094" y="2724247"/>
                  </a:lnTo>
                  <a:lnTo>
                    <a:pt x="4430806" y="2833906"/>
                  </a:lnTo>
                  <a:lnTo>
                    <a:pt x="4432517" y="2821669"/>
                  </a:lnTo>
                  <a:lnTo>
                    <a:pt x="4434228" y="2728359"/>
                  </a:lnTo>
                  <a:lnTo>
                    <a:pt x="4435940" y="2743956"/>
                  </a:lnTo>
                  <a:lnTo>
                    <a:pt x="4437651" y="2803485"/>
                  </a:lnTo>
                  <a:lnTo>
                    <a:pt x="4439363" y="2764233"/>
                  </a:lnTo>
                  <a:lnTo>
                    <a:pt x="4441074" y="2692496"/>
                  </a:lnTo>
                  <a:lnTo>
                    <a:pt x="4442785" y="2736166"/>
                  </a:lnTo>
                  <a:lnTo>
                    <a:pt x="4444497" y="2748215"/>
                  </a:lnTo>
                  <a:lnTo>
                    <a:pt x="4446208" y="2744874"/>
                  </a:lnTo>
                  <a:lnTo>
                    <a:pt x="4447920" y="2699688"/>
                  </a:lnTo>
                  <a:lnTo>
                    <a:pt x="4449631" y="2671208"/>
                  </a:lnTo>
                  <a:lnTo>
                    <a:pt x="4451342" y="2666465"/>
                  </a:lnTo>
                  <a:lnTo>
                    <a:pt x="4453054" y="2652403"/>
                  </a:lnTo>
                  <a:lnTo>
                    <a:pt x="4454765" y="2718834"/>
                  </a:lnTo>
                  <a:lnTo>
                    <a:pt x="4456477" y="2802844"/>
                  </a:lnTo>
                  <a:lnTo>
                    <a:pt x="4458188" y="2884635"/>
                  </a:lnTo>
                  <a:lnTo>
                    <a:pt x="4459899" y="2957483"/>
                  </a:lnTo>
                  <a:lnTo>
                    <a:pt x="4461611" y="3070271"/>
                  </a:lnTo>
                  <a:lnTo>
                    <a:pt x="4463322" y="3116972"/>
                  </a:lnTo>
                  <a:lnTo>
                    <a:pt x="4465034" y="3116972"/>
                  </a:lnTo>
                  <a:lnTo>
                    <a:pt x="4466745" y="3047983"/>
                  </a:lnTo>
                  <a:lnTo>
                    <a:pt x="4468456" y="2944170"/>
                  </a:lnTo>
                  <a:lnTo>
                    <a:pt x="4470168" y="2816789"/>
                  </a:lnTo>
                  <a:lnTo>
                    <a:pt x="4471879" y="2746434"/>
                  </a:lnTo>
                  <a:lnTo>
                    <a:pt x="4473591" y="2685390"/>
                  </a:lnTo>
                  <a:lnTo>
                    <a:pt x="4475302" y="2652895"/>
                  </a:lnTo>
                  <a:lnTo>
                    <a:pt x="4477013" y="2672550"/>
                  </a:lnTo>
                  <a:lnTo>
                    <a:pt x="4478725" y="2648371"/>
                  </a:lnTo>
                  <a:lnTo>
                    <a:pt x="4480436" y="2703860"/>
                  </a:lnTo>
                  <a:lnTo>
                    <a:pt x="4482148" y="2729839"/>
                  </a:lnTo>
                  <a:lnTo>
                    <a:pt x="4483859" y="2784106"/>
                  </a:lnTo>
                  <a:lnTo>
                    <a:pt x="4485570" y="2801333"/>
                  </a:lnTo>
                  <a:lnTo>
                    <a:pt x="4487282" y="2793381"/>
                  </a:lnTo>
                  <a:lnTo>
                    <a:pt x="4488993" y="2904963"/>
                  </a:lnTo>
                  <a:lnTo>
                    <a:pt x="4490705" y="2880603"/>
                  </a:lnTo>
                  <a:lnTo>
                    <a:pt x="4492416" y="2784106"/>
                  </a:lnTo>
                  <a:lnTo>
                    <a:pt x="4494127" y="2641298"/>
                  </a:lnTo>
                  <a:lnTo>
                    <a:pt x="4495839" y="2557283"/>
                  </a:lnTo>
                  <a:lnTo>
                    <a:pt x="4497550" y="2506249"/>
                  </a:lnTo>
                  <a:lnTo>
                    <a:pt x="4499262" y="2500000"/>
                  </a:lnTo>
                  <a:lnTo>
                    <a:pt x="4500973" y="2584496"/>
                  </a:lnTo>
                  <a:lnTo>
                    <a:pt x="4502684" y="2656301"/>
                  </a:lnTo>
                  <a:lnTo>
                    <a:pt x="4504396" y="2703252"/>
                  </a:lnTo>
                  <a:lnTo>
                    <a:pt x="4506107" y="2809932"/>
                  </a:lnTo>
                  <a:lnTo>
                    <a:pt x="4507819" y="2892009"/>
                  </a:lnTo>
                  <a:lnTo>
                    <a:pt x="4509530" y="2896969"/>
                  </a:lnTo>
                  <a:lnTo>
                    <a:pt x="4511241" y="2924512"/>
                  </a:lnTo>
                  <a:lnTo>
                    <a:pt x="4512953" y="2918431"/>
                  </a:lnTo>
                  <a:lnTo>
                    <a:pt x="4514664" y="2933357"/>
                  </a:lnTo>
                  <a:lnTo>
                    <a:pt x="4516376" y="2864661"/>
                  </a:lnTo>
                  <a:lnTo>
                    <a:pt x="4518087" y="2736532"/>
                  </a:lnTo>
                  <a:lnTo>
                    <a:pt x="4519798" y="2590278"/>
                  </a:lnTo>
                  <a:lnTo>
                    <a:pt x="4521510" y="2365602"/>
                  </a:lnTo>
                  <a:lnTo>
                    <a:pt x="4523221" y="2169537"/>
                  </a:lnTo>
                  <a:lnTo>
                    <a:pt x="4524933" y="1967724"/>
                  </a:lnTo>
                  <a:lnTo>
                    <a:pt x="4526644" y="1876937"/>
                  </a:lnTo>
                  <a:lnTo>
                    <a:pt x="4528355" y="1875708"/>
                  </a:lnTo>
                  <a:lnTo>
                    <a:pt x="4530067" y="1882534"/>
                  </a:lnTo>
                  <a:lnTo>
                    <a:pt x="4531778" y="1931394"/>
                  </a:lnTo>
                  <a:lnTo>
                    <a:pt x="4533489" y="2083031"/>
                  </a:lnTo>
                  <a:lnTo>
                    <a:pt x="4535201" y="2249877"/>
                  </a:lnTo>
                  <a:lnTo>
                    <a:pt x="4536912" y="2337091"/>
                  </a:lnTo>
                  <a:lnTo>
                    <a:pt x="4538624" y="2375807"/>
                  </a:lnTo>
                  <a:lnTo>
                    <a:pt x="4540335" y="2455622"/>
                  </a:lnTo>
                  <a:lnTo>
                    <a:pt x="4542046" y="2596311"/>
                  </a:lnTo>
                  <a:lnTo>
                    <a:pt x="4543758" y="2634239"/>
                  </a:lnTo>
                  <a:lnTo>
                    <a:pt x="4545469" y="2705400"/>
                  </a:lnTo>
                  <a:lnTo>
                    <a:pt x="4547181" y="2813308"/>
                  </a:lnTo>
                  <a:lnTo>
                    <a:pt x="4548892" y="2906070"/>
                  </a:lnTo>
                  <a:lnTo>
                    <a:pt x="4550603" y="2967598"/>
                  </a:lnTo>
                  <a:lnTo>
                    <a:pt x="4552315" y="2966571"/>
                  </a:lnTo>
                  <a:lnTo>
                    <a:pt x="4554026" y="3017883"/>
                  </a:lnTo>
                  <a:lnTo>
                    <a:pt x="4555738" y="3044853"/>
                  </a:lnTo>
                  <a:lnTo>
                    <a:pt x="4557449" y="3028566"/>
                  </a:lnTo>
                  <a:lnTo>
                    <a:pt x="4559160" y="2978782"/>
                  </a:lnTo>
                  <a:lnTo>
                    <a:pt x="4560872" y="2825753"/>
                  </a:lnTo>
                  <a:lnTo>
                    <a:pt x="4562583" y="2627604"/>
                  </a:lnTo>
                  <a:lnTo>
                    <a:pt x="4564295" y="2469455"/>
                  </a:lnTo>
                  <a:lnTo>
                    <a:pt x="4566006" y="2292939"/>
                  </a:lnTo>
                  <a:lnTo>
                    <a:pt x="4567717" y="2138152"/>
                  </a:lnTo>
                  <a:lnTo>
                    <a:pt x="4569429" y="2094614"/>
                  </a:lnTo>
                  <a:lnTo>
                    <a:pt x="4571140" y="2034655"/>
                  </a:lnTo>
                  <a:lnTo>
                    <a:pt x="4572852" y="2095349"/>
                  </a:lnTo>
                  <a:lnTo>
                    <a:pt x="4574563" y="2184086"/>
                  </a:lnTo>
                  <a:lnTo>
                    <a:pt x="4576274" y="2316822"/>
                  </a:lnTo>
                  <a:lnTo>
                    <a:pt x="4577986" y="2385239"/>
                  </a:lnTo>
                  <a:lnTo>
                    <a:pt x="4579697" y="2404240"/>
                  </a:lnTo>
                  <a:lnTo>
                    <a:pt x="4581409" y="2551417"/>
                  </a:lnTo>
                  <a:lnTo>
                    <a:pt x="4583120" y="2603170"/>
                  </a:lnTo>
                  <a:lnTo>
                    <a:pt x="4584831" y="2580181"/>
                  </a:lnTo>
                  <a:lnTo>
                    <a:pt x="4586543" y="2567865"/>
                  </a:lnTo>
                  <a:lnTo>
                    <a:pt x="4588254" y="2509766"/>
                  </a:lnTo>
                  <a:lnTo>
                    <a:pt x="4589966" y="2467186"/>
                  </a:lnTo>
                  <a:lnTo>
                    <a:pt x="4591677" y="2450270"/>
                  </a:lnTo>
                  <a:lnTo>
                    <a:pt x="4593388" y="2513675"/>
                  </a:lnTo>
                  <a:lnTo>
                    <a:pt x="4595100" y="2570340"/>
                  </a:lnTo>
                  <a:lnTo>
                    <a:pt x="4596811" y="2541723"/>
                  </a:lnTo>
                  <a:lnTo>
                    <a:pt x="4598523" y="2672113"/>
                  </a:lnTo>
                  <a:lnTo>
                    <a:pt x="4600234" y="2780627"/>
                  </a:lnTo>
                  <a:lnTo>
                    <a:pt x="4601945" y="2783389"/>
                  </a:lnTo>
                  <a:lnTo>
                    <a:pt x="4603657" y="2704349"/>
                  </a:lnTo>
                  <a:lnTo>
                    <a:pt x="4605368" y="2706828"/>
                  </a:lnTo>
                  <a:lnTo>
                    <a:pt x="4607080" y="2794597"/>
                  </a:lnTo>
                  <a:lnTo>
                    <a:pt x="4608791" y="2802473"/>
                  </a:lnTo>
                  <a:lnTo>
                    <a:pt x="4610502" y="2711639"/>
                  </a:lnTo>
                  <a:lnTo>
                    <a:pt x="4612214" y="2616085"/>
                  </a:lnTo>
                  <a:lnTo>
                    <a:pt x="4613925" y="2580346"/>
                  </a:lnTo>
                  <a:lnTo>
                    <a:pt x="4615637" y="2415879"/>
                  </a:lnTo>
                  <a:lnTo>
                    <a:pt x="4617348" y="2162785"/>
                  </a:lnTo>
                  <a:lnTo>
                    <a:pt x="4619059" y="1980787"/>
                  </a:lnTo>
                  <a:lnTo>
                    <a:pt x="4620771" y="1933308"/>
                  </a:lnTo>
                  <a:lnTo>
                    <a:pt x="4622482" y="1926983"/>
                  </a:lnTo>
                  <a:lnTo>
                    <a:pt x="4624194" y="1869765"/>
                  </a:lnTo>
                  <a:lnTo>
                    <a:pt x="4625905" y="1960569"/>
                  </a:lnTo>
                  <a:lnTo>
                    <a:pt x="4627616" y="2191958"/>
                  </a:lnTo>
                  <a:lnTo>
                    <a:pt x="4629328" y="2391240"/>
                  </a:lnTo>
                  <a:lnTo>
                    <a:pt x="4631039" y="2535820"/>
                  </a:lnTo>
                  <a:lnTo>
                    <a:pt x="4632751" y="2663293"/>
                  </a:lnTo>
                  <a:lnTo>
                    <a:pt x="4634462" y="2801858"/>
                  </a:lnTo>
                  <a:lnTo>
                    <a:pt x="4636173" y="2754710"/>
                  </a:lnTo>
                  <a:lnTo>
                    <a:pt x="4637885" y="2514519"/>
                  </a:lnTo>
                  <a:lnTo>
                    <a:pt x="4639596" y="2298587"/>
                  </a:lnTo>
                  <a:lnTo>
                    <a:pt x="4641307" y="2047383"/>
                  </a:lnTo>
                  <a:lnTo>
                    <a:pt x="4643019" y="1835937"/>
                  </a:lnTo>
                  <a:lnTo>
                    <a:pt x="4644730" y="1716865"/>
                  </a:lnTo>
                  <a:lnTo>
                    <a:pt x="4646442" y="1755667"/>
                  </a:lnTo>
                  <a:lnTo>
                    <a:pt x="4648153" y="1888330"/>
                  </a:lnTo>
                  <a:lnTo>
                    <a:pt x="4649864" y="1928562"/>
                  </a:lnTo>
                  <a:lnTo>
                    <a:pt x="4651576" y="2026724"/>
                  </a:lnTo>
                  <a:lnTo>
                    <a:pt x="4653287" y="2138336"/>
                  </a:lnTo>
                  <a:lnTo>
                    <a:pt x="4654999" y="2175274"/>
                  </a:lnTo>
                  <a:lnTo>
                    <a:pt x="4656710" y="2192128"/>
                  </a:lnTo>
                  <a:lnTo>
                    <a:pt x="4658421" y="2189563"/>
                  </a:lnTo>
                  <a:lnTo>
                    <a:pt x="4660133" y="2235123"/>
                  </a:lnTo>
                  <a:lnTo>
                    <a:pt x="4661844" y="2174580"/>
                  </a:lnTo>
                  <a:lnTo>
                    <a:pt x="4663556" y="2126460"/>
                  </a:lnTo>
                  <a:lnTo>
                    <a:pt x="4665267" y="2203014"/>
                  </a:lnTo>
                  <a:lnTo>
                    <a:pt x="4666978" y="2192597"/>
                  </a:lnTo>
                  <a:lnTo>
                    <a:pt x="4668690" y="2155149"/>
                  </a:lnTo>
                  <a:lnTo>
                    <a:pt x="4670401" y="2187220"/>
                  </a:lnTo>
                  <a:lnTo>
                    <a:pt x="4672113" y="2336564"/>
                  </a:lnTo>
                  <a:lnTo>
                    <a:pt x="4673824" y="2436523"/>
                  </a:lnTo>
                  <a:lnTo>
                    <a:pt x="4675535" y="2455318"/>
                  </a:lnTo>
                  <a:lnTo>
                    <a:pt x="4677247" y="2526319"/>
                  </a:lnTo>
                  <a:lnTo>
                    <a:pt x="4678958" y="2625048"/>
                  </a:lnTo>
                  <a:lnTo>
                    <a:pt x="4680670" y="2610870"/>
                  </a:lnTo>
                  <a:lnTo>
                    <a:pt x="4682381" y="2515989"/>
                  </a:lnTo>
                  <a:lnTo>
                    <a:pt x="4684092" y="2436927"/>
                  </a:lnTo>
                  <a:lnTo>
                    <a:pt x="4685804" y="2286949"/>
                  </a:lnTo>
                  <a:lnTo>
                    <a:pt x="4687515" y="2130723"/>
                  </a:lnTo>
                  <a:lnTo>
                    <a:pt x="4689227" y="1999776"/>
                  </a:lnTo>
                  <a:lnTo>
                    <a:pt x="4690938" y="1999242"/>
                  </a:lnTo>
                  <a:lnTo>
                    <a:pt x="4692649" y="2053584"/>
                  </a:lnTo>
                  <a:lnTo>
                    <a:pt x="4694361" y="2078776"/>
                  </a:lnTo>
                  <a:lnTo>
                    <a:pt x="4696072" y="2117473"/>
                  </a:lnTo>
                  <a:lnTo>
                    <a:pt x="4697784" y="2103845"/>
                  </a:lnTo>
                  <a:lnTo>
                    <a:pt x="4699495" y="2091821"/>
                  </a:lnTo>
                  <a:lnTo>
                    <a:pt x="4701206" y="2046875"/>
                  </a:lnTo>
                  <a:lnTo>
                    <a:pt x="4702918" y="1983482"/>
                  </a:lnTo>
                  <a:lnTo>
                    <a:pt x="4704629" y="1924574"/>
                  </a:lnTo>
                  <a:lnTo>
                    <a:pt x="4706341" y="1913239"/>
                  </a:lnTo>
                  <a:lnTo>
                    <a:pt x="4708052" y="1961016"/>
                  </a:lnTo>
                  <a:lnTo>
                    <a:pt x="4709763" y="2007018"/>
                  </a:lnTo>
                  <a:lnTo>
                    <a:pt x="4711475" y="1970470"/>
                  </a:lnTo>
                  <a:lnTo>
                    <a:pt x="4713186" y="1899361"/>
                  </a:lnTo>
                  <a:lnTo>
                    <a:pt x="4714898" y="1853629"/>
                  </a:lnTo>
                  <a:lnTo>
                    <a:pt x="4716609" y="1800088"/>
                  </a:lnTo>
                  <a:lnTo>
                    <a:pt x="4718320" y="1709670"/>
                  </a:lnTo>
                  <a:lnTo>
                    <a:pt x="4720032" y="1634839"/>
                  </a:lnTo>
                  <a:lnTo>
                    <a:pt x="4721743" y="1569964"/>
                  </a:lnTo>
                  <a:lnTo>
                    <a:pt x="4723455" y="1629526"/>
                  </a:lnTo>
                  <a:lnTo>
                    <a:pt x="4725166" y="1732050"/>
                  </a:lnTo>
                  <a:lnTo>
                    <a:pt x="4726877" y="1763444"/>
                  </a:lnTo>
                  <a:lnTo>
                    <a:pt x="4728589" y="1856756"/>
                  </a:lnTo>
                  <a:lnTo>
                    <a:pt x="4730300" y="2023216"/>
                  </a:lnTo>
                  <a:lnTo>
                    <a:pt x="4732012" y="2169405"/>
                  </a:lnTo>
                  <a:lnTo>
                    <a:pt x="4733723" y="2238284"/>
                  </a:lnTo>
                  <a:lnTo>
                    <a:pt x="4735434" y="2325233"/>
                  </a:lnTo>
                  <a:lnTo>
                    <a:pt x="4737146" y="2460354"/>
                  </a:lnTo>
                  <a:lnTo>
                    <a:pt x="4738857" y="2556040"/>
                  </a:lnTo>
                  <a:lnTo>
                    <a:pt x="4740569" y="2436237"/>
                  </a:lnTo>
                  <a:lnTo>
                    <a:pt x="4742280" y="2347853"/>
                  </a:lnTo>
                  <a:lnTo>
                    <a:pt x="4743991" y="2304647"/>
                  </a:lnTo>
                  <a:lnTo>
                    <a:pt x="4745703" y="2249196"/>
                  </a:lnTo>
                  <a:lnTo>
                    <a:pt x="4747414" y="2205561"/>
                  </a:lnTo>
                  <a:lnTo>
                    <a:pt x="4749125" y="2185689"/>
                  </a:lnTo>
                  <a:lnTo>
                    <a:pt x="4750837" y="2262818"/>
                  </a:lnTo>
                  <a:lnTo>
                    <a:pt x="4752548" y="2306581"/>
                  </a:lnTo>
                  <a:lnTo>
                    <a:pt x="4754260" y="2319551"/>
                  </a:lnTo>
                  <a:lnTo>
                    <a:pt x="4755971" y="2305089"/>
                  </a:lnTo>
                  <a:lnTo>
                    <a:pt x="4757682" y="2281655"/>
                  </a:lnTo>
                  <a:lnTo>
                    <a:pt x="4759394" y="2225307"/>
                  </a:lnTo>
                  <a:lnTo>
                    <a:pt x="4761105" y="2215103"/>
                  </a:lnTo>
                  <a:lnTo>
                    <a:pt x="4762817" y="2321710"/>
                  </a:lnTo>
                  <a:lnTo>
                    <a:pt x="4764528" y="2430600"/>
                  </a:lnTo>
                  <a:lnTo>
                    <a:pt x="4766239" y="2382829"/>
                  </a:lnTo>
                  <a:lnTo>
                    <a:pt x="4767951" y="2336552"/>
                  </a:lnTo>
                  <a:lnTo>
                    <a:pt x="4769662" y="2357356"/>
                  </a:lnTo>
                  <a:lnTo>
                    <a:pt x="4771374" y="2300251"/>
                  </a:lnTo>
                  <a:lnTo>
                    <a:pt x="4773085" y="2123871"/>
                  </a:lnTo>
                  <a:lnTo>
                    <a:pt x="4774796" y="1867621"/>
                  </a:lnTo>
                  <a:lnTo>
                    <a:pt x="4776508" y="1787660"/>
                  </a:lnTo>
                  <a:lnTo>
                    <a:pt x="4778219" y="1714164"/>
                  </a:lnTo>
                  <a:lnTo>
                    <a:pt x="4779931" y="1669067"/>
                  </a:lnTo>
                  <a:lnTo>
                    <a:pt x="4781642" y="1673263"/>
                  </a:lnTo>
                  <a:lnTo>
                    <a:pt x="4783353" y="1671791"/>
                  </a:lnTo>
                  <a:lnTo>
                    <a:pt x="4785065" y="1747216"/>
                  </a:lnTo>
                  <a:lnTo>
                    <a:pt x="4786776" y="1907839"/>
                  </a:lnTo>
                  <a:lnTo>
                    <a:pt x="4788488" y="2114147"/>
                  </a:lnTo>
                  <a:lnTo>
                    <a:pt x="4790199" y="2204698"/>
                  </a:lnTo>
                  <a:lnTo>
                    <a:pt x="4791910" y="2207086"/>
                  </a:lnTo>
                  <a:lnTo>
                    <a:pt x="4793622" y="2195096"/>
                  </a:lnTo>
                  <a:lnTo>
                    <a:pt x="4795333" y="2191024"/>
                  </a:lnTo>
                  <a:lnTo>
                    <a:pt x="4797045" y="2159932"/>
                  </a:lnTo>
                  <a:lnTo>
                    <a:pt x="4798756" y="2119559"/>
                  </a:lnTo>
                  <a:lnTo>
                    <a:pt x="4800467" y="2063451"/>
                  </a:lnTo>
                  <a:lnTo>
                    <a:pt x="4802179" y="2029613"/>
                  </a:lnTo>
                  <a:lnTo>
                    <a:pt x="4803890" y="2043767"/>
                  </a:lnTo>
                  <a:lnTo>
                    <a:pt x="4805602" y="2062363"/>
                  </a:lnTo>
                  <a:lnTo>
                    <a:pt x="4807313" y="2032839"/>
                  </a:lnTo>
                  <a:lnTo>
                    <a:pt x="4809024" y="2006852"/>
                  </a:lnTo>
                  <a:lnTo>
                    <a:pt x="4810736" y="2060228"/>
                  </a:lnTo>
                  <a:lnTo>
                    <a:pt x="4812447" y="2294947"/>
                  </a:lnTo>
                  <a:lnTo>
                    <a:pt x="4814159" y="2534124"/>
                  </a:lnTo>
                  <a:lnTo>
                    <a:pt x="4815870" y="2718673"/>
                  </a:lnTo>
                  <a:lnTo>
                    <a:pt x="4817581" y="2916801"/>
                  </a:lnTo>
                  <a:lnTo>
                    <a:pt x="4819293" y="3009991"/>
                  </a:lnTo>
                  <a:lnTo>
                    <a:pt x="4821004" y="3055767"/>
                  </a:lnTo>
                  <a:lnTo>
                    <a:pt x="4822716" y="3067479"/>
                  </a:lnTo>
                  <a:lnTo>
                    <a:pt x="4824427" y="3079192"/>
                  </a:lnTo>
                  <a:lnTo>
                    <a:pt x="4826138" y="3053719"/>
                  </a:lnTo>
                  <a:lnTo>
                    <a:pt x="4827850" y="2935396"/>
                  </a:lnTo>
                  <a:lnTo>
                    <a:pt x="4829561" y="2938254"/>
                  </a:lnTo>
                  <a:lnTo>
                    <a:pt x="4831273" y="2972609"/>
                  </a:lnTo>
                  <a:lnTo>
                    <a:pt x="4832984" y="2936205"/>
                  </a:lnTo>
                  <a:lnTo>
                    <a:pt x="4834695" y="2858358"/>
                  </a:lnTo>
                  <a:lnTo>
                    <a:pt x="4836407" y="2715891"/>
                  </a:lnTo>
                  <a:lnTo>
                    <a:pt x="4838118" y="2607307"/>
                  </a:lnTo>
                  <a:lnTo>
                    <a:pt x="4839830" y="2485936"/>
                  </a:lnTo>
                  <a:lnTo>
                    <a:pt x="4841541" y="2374412"/>
                  </a:lnTo>
                  <a:lnTo>
                    <a:pt x="4843252" y="2227636"/>
                  </a:lnTo>
                  <a:lnTo>
                    <a:pt x="4844964" y="2182402"/>
                  </a:lnTo>
                  <a:lnTo>
                    <a:pt x="4846675" y="2223864"/>
                  </a:lnTo>
                  <a:lnTo>
                    <a:pt x="4848387" y="2188402"/>
                  </a:lnTo>
                  <a:lnTo>
                    <a:pt x="4850098" y="2065452"/>
                  </a:lnTo>
                  <a:lnTo>
                    <a:pt x="4851809" y="1884740"/>
                  </a:lnTo>
                  <a:lnTo>
                    <a:pt x="4853521" y="1795287"/>
                  </a:lnTo>
                  <a:lnTo>
                    <a:pt x="4855232" y="1612979"/>
                  </a:lnTo>
                  <a:lnTo>
                    <a:pt x="4856943" y="1466872"/>
                  </a:lnTo>
                  <a:lnTo>
                    <a:pt x="4858655" y="1380596"/>
                  </a:lnTo>
                  <a:lnTo>
                    <a:pt x="4860366" y="1362609"/>
                  </a:lnTo>
                  <a:lnTo>
                    <a:pt x="4862078" y="1498932"/>
                  </a:lnTo>
                  <a:lnTo>
                    <a:pt x="4863789" y="1560509"/>
                  </a:lnTo>
                  <a:lnTo>
                    <a:pt x="4865500" y="1627196"/>
                  </a:lnTo>
                  <a:lnTo>
                    <a:pt x="4867212" y="1628479"/>
                  </a:lnTo>
                  <a:lnTo>
                    <a:pt x="4868923" y="1654159"/>
                  </a:lnTo>
                  <a:lnTo>
                    <a:pt x="4870635" y="1751095"/>
                  </a:lnTo>
                  <a:lnTo>
                    <a:pt x="4872346" y="1848566"/>
                  </a:lnTo>
                  <a:lnTo>
                    <a:pt x="4874057" y="1969103"/>
                  </a:lnTo>
                  <a:lnTo>
                    <a:pt x="4875769" y="2162871"/>
                  </a:lnTo>
                  <a:lnTo>
                    <a:pt x="4877480" y="2448118"/>
                  </a:lnTo>
                  <a:lnTo>
                    <a:pt x="4879192" y="2706202"/>
                  </a:lnTo>
                  <a:lnTo>
                    <a:pt x="4880903" y="2766620"/>
                  </a:lnTo>
                  <a:lnTo>
                    <a:pt x="4882614" y="2655684"/>
                  </a:lnTo>
                  <a:lnTo>
                    <a:pt x="4884326" y="2550027"/>
                  </a:lnTo>
                  <a:lnTo>
                    <a:pt x="4886037" y="2446254"/>
                  </a:lnTo>
                  <a:lnTo>
                    <a:pt x="4887749" y="2299228"/>
                  </a:lnTo>
                  <a:lnTo>
                    <a:pt x="4889460" y="2149747"/>
                  </a:lnTo>
                  <a:lnTo>
                    <a:pt x="4891171" y="2175727"/>
                  </a:lnTo>
                  <a:lnTo>
                    <a:pt x="4892883" y="2349364"/>
                  </a:lnTo>
                  <a:lnTo>
                    <a:pt x="4894594" y="2504590"/>
                  </a:lnTo>
                  <a:lnTo>
                    <a:pt x="4896306" y="2523581"/>
                  </a:lnTo>
                  <a:lnTo>
                    <a:pt x="4898017" y="2516414"/>
                  </a:lnTo>
                  <a:lnTo>
                    <a:pt x="4899728" y="2509713"/>
                  </a:lnTo>
                  <a:lnTo>
                    <a:pt x="4901440" y="2382043"/>
                  </a:lnTo>
                  <a:lnTo>
                    <a:pt x="4903151" y="2164369"/>
                  </a:lnTo>
                  <a:lnTo>
                    <a:pt x="4904863" y="1948954"/>
                  </a:lnTo>
                  <a:lnTo>
                    <a:pt x="4906574" y="1901952"/>
                  </a:lnTo>
                  <a:lnTo>
                    <a:pt x="4908285" y="1960396"/>
                  </a:lnTo>
                  <a:lnTo>
                    <a:pt x="4909997" y="2063987"/>
                  </a:lnTo>
                  <a:lnTo>
                    <a:pt x="4911708" y="2116537"/>
                  </a:lnTo>
                  <a:lnTo>
                    <a:pt x="4913420" y="2247812"/>
                  </a:lnTo>
                  <a:lnTo>
                    <a:pt x="4915131" y="2456176"/>
                  </a:lnTo>
                  <a:lnTo>
                    <a:pt x="4916842" y="2608672"/>
                  </a:lnTo>
                  <a:lnTo>
                    <a:pt x="4918554" y="2704424"/>
                  </a:lnTo>
                  <a:lnTo>
                    <a:pt x="4920265" y="2793131"/>
                  </a:lnTo>
                  <a:lnTo>
                    <a:pt x="4921977" y="2934078"/>
                  </a:lnTo>
                  <a:lnTo>
                    <a:pt x="4923688" y="2989433"/>
                  </a:lnTo>
                  <a:lnTo>
                    <a:pt x="4925399" y="3003236"/>
                  </a:lnTo>
                  <a:lnTo>
                    <a:pt x="4927111" y="2984981"/>
                  </a:lnTo>
                  <a:lnTo>
                    <a:pt x="4928822" y="2901414"/>
                  </a:lnTo>
                  <a:lnTo>
                    <a:pt x="4930534" y="2778279"/>
                  </a:lnTo>
                  <a:lnTo>
                    <a:pt x="4932245" y="2748649"/>
                  </a:lnTo>
                  <a:lnTo>
                    <a:pt x="4933956" y="2607687"/>
                  </a:lnTo>
                  <a:lnTo>
                    <a:pt x="4935668" y="2361286"/>
                  </a:lnTo>
                  <a:lnTo>
                    <a:pt x="4937379" y="2147991"/>
                  </a:lnTo>
                  <a:lnTo>
                    <a:pt x="4939091" y="1984839"/>
                  </a:lnTo>
                  <a:lnTo>
                    <a:pt x="4940802" y="1911964"/>
                  </a:lnTo>
                  <a:lnTo>
                    <a:pt x="4942513" y="1860018"/>
                  </a:lnTo>
                  <a:lnTo>
                    <a:pt x="4944225" y="1873121"/>
                  </a:lnTo>
                  <a:lnTo>
                    <a:pt x="4945936" y="1989248"/>
                  </a:lnTo>
                  <a:lnTo>
                    <a:pt x="4947648" y="2056086"/>
                  </a:lnTo>
                  <a:lnTo>
                    <a:pt x="4949359" y="2143880"/>
                  </a:lnTo>
                  <a:lnTo>
                    <a:pt x="4951070" y="2227003"/>
                  </a:lnTo>
                  <a:lnTo>
                    <a:pt x="4952782" y="2209232"/>
                  </a:lnTo>
                  <a:lnTo>
                    <a:pt x="4954493" y="2226318"/>
                  </a:lnTo>
                  <a:lnTo>
                    <a:pt x="4956204" y="2243760"/>
                  </a:lnTo>
                  <a:lnTo>
                    <a:pt x="4957916" y="2361836"/>
                  </a:lnTo>
                  <a:lnTo>
                    <a:pt x="4959627" y="2421478"/>
                  </a:lnTo>
                  <a:lnTo>
                    <a:pt x="4961339" y="2393745"/>
                  </a:lnTo>
                  <a:lnTo>
                    <a:pt x="4963050" y="2399950"/>
                  </a:lnTo>
                  <a:lnTo>
                    <a:pt x="4964761" y="2401330"/>
                  </a:lnTo>
                  <a:lnTo>
                    <a:pt x="4966473" y="2322727"/>
                  </a:lnTo>
                  <a:lnTo>
                    <a:pt x="4968184" y="2211012"/>
                  </a:lnTo>
                  <a:lnTo>
                    <a:pt x="4969896" y="2226411"/>
                  </a:lnTo>
                  <a:lnTo>
                    <a:pt x="4971607" y="2232276"/>
                  </a:lnTo>
                  <a:lnTo>
                    <a:pt x="4973318" y="2111271"/>
                  </a:lnTo>
                  <a:lnTo>
                    <a:pt x="4975030" y="2005585"/>
                  </a:lnTo>
                  <a:lnTo>
                    <a:pt x="4976741" y="1959983"/>
                  </a:lnTo>
                  <a:lnTo>
                    <a:pt x="4978453" y="1865144"/>
                  </a:lnTo>
                  <a:lnTo>
                    <a:pt x="4980164" y="1725137"/>
                  </a:lnTo>
                  <a:lnTo>
                    <a:pt x="4981875" y="1646817"/>
                  </a:lnTo>
                  <a:lnTo>
                    <a:pt x="4983587" y="1725387"/>
                  </a:lnTo>
                  <a:lnTo>
                    <a:pt x="4985298" y="1786941"/>
                  </a:lnTo>
                  <a:lnTo>
                    <a:pt x="4987010" y="1956151"/>
                  </a:lnTo>
                  <a:lnTo>
                    <a:pt x="4988721" y="2135397"/>
                  </a:lnTo>
                  <a:lnTo>
                    <a:pt x="4990432" y="2241555"/>
                  </a:lnTo>
                  <a:lnTo>
                    <a:pt x="4992144" y="2298508"/>
                  </a:lnTo>
                  <a:lnTo>
                    <a:pt x="4993855" y="2244799"/>
                  </a:lnTo>
                  <a:lnTo>
                    <a:pt x="4995567" y="2196412"/>
                  </a:lnTo>
                  <a:lnTo>
                    <a:pt x="4997278" y="2090836"/>
                  </a:lnTo>
                  <a:lnTo>
                    <a:pt x="4998989" y="2075108"/>
                  </a:lnTo>
                  <a:lnTo>
                    <a:pt x="5000701" y="2005574"/>
                  </a:lnTo>
                  <a:lnTo>
                    <a:pt x="5002412" y="1884882"/>
                  </a:lnTo>
                  <a:lnTo>
                    <a:pt x="5004124" y="1886779"/>
                  </a:lnTo>
                  <a:lnTo>
                    <a:pt x="5005835" y="1944329"/>
                  </a:lnTo>
                  <a:lnTo>
                    <a:pt x="5007546" y="2017297"/>
                  </a:lnTo>
                  <a:lnTo>
                    <a:pt x="5009258" y="2022573"/>
                  </a:lnTo>
                  <a:lnTo>
                    <a:pt x="5010969" y="1952428"/>
                  </a:lnTo>
                  <a:lnTo>
                    <a:pt x="5012681" y="1973263"/>
                  </a:lnTo>
                  <a:lnTo>
                    <a:pt x="5014392" y="1931836"/>
                  </a:lnTo>
                  <a:lnTo>
                    <a:pt x="5016103" y="1824990"/>
                  </a:lnTo>
                  <a:lnTo>
                    <a:pt x="5017815" y="1664399"/>
                  </a:lnTo>
                  <a:lnTo>
                    <a:pt x="5019526" y="1450901"/>
                  </a:lnTo>
                  <a:lnTo>
                    <a:pt x="5021238" y="1529377"/>
                  </a:lnTo>
                  <a:lnTo>
                    <a:pt x="5022949" y="1731972"/>
                  </a:lnTo>
                  <a:lnTo>
                    <a:pt x="5024660" y="1917543"/>
                  </a:lnTo>
                  <a:lnTo>
                    <a:pt x="5026372" y="2149162"/>
                  </a:lnTo>
                  <a:lnTo>
                    <a:pt x="5028083" y="2293924"/>
                  </a:lnTo>
                  <a:lnTo>
                    <a:pt x="5029795" y="2459542"/>
                  </a:lnTo>
                  <a:lnTo>
                    <a:pt x="5031506" y="2584175"/>
                  </a:lnTo>
                  <a:lnTo>
                    <a:pt x="5033217" y="2613892"/>
                  </a:lnTo>
                  <a:lnTo>
                    <a:pt x="5034929" y="2659260"/>
                  </a:lnTo>
                  <a:lnTo>
                    <a:pt x="5036640" y="2624468"/>
                  </a:lnTo>
                  <a:lnTo>
                    <a:pt x="5038352" y="2643681"/>
                  </a:lnTo>
                  <a:lnTo>
                    <a:pt x="5040063" y="2653993"/>
                  </a:lnTo>
                  <a:lnTo>
                    <a:pt x="5041774" y="2625925"/>
                  </a:lnTo>
                  <a:lnTo>
                    <a:pt x="5043486" y="2517567"/>
                  </a:lnTo>
                  <a:lnTo>
                    <a:pt x="5045197" y="2370438"/>
                  </a:lnTo>
                  <a:lnTo>
                    <a:pt x="5046909" y="2419007"/>
                  </a:lnTo>
                  <a:lnTo>
                    <a:pt x="5048620" y="2487562"/>
                  </a:lnTo>
                  <a:lnTo>
                    <a:pt x="5050331" y="2523942"/>
                  </a:lnTo>
                  <a:lnTo>
                    <a:pt x="5052043" y="2474746"/>
                  </a:lnTo>
                  <a:lnTo>
                    <a:pt x="5053754" y="2428683"/>
                  </a:lnTo>
                  <a:lnTo>
                    <a:pt x="5055466" y="2396832"/>
                  </a:lnTo>
                  <a:lnTo>
                    <a:pt x="5057177" y="2218375"/>
                  </a:lnTo>
                  <a:lnTo>
                    <a:pt x="5058888" y="2014959"/>
                  </a:lnTo>
                  <a:lnTo>
                    <a:pt x="5060600" y="1877318"/>
                  </a:lnTo>
                  <a:lnTo>
                    <a:pt x="5062311" y="1832485"/>
                  </a:lnTo>
                  <a:lnTo>
                    <a:pt x="5064022" y="1972080"/>
                  </a:lnTo>
                  <a:lnTo>
                    <a:pt x="5065734" y="2144814"/>
                  </a:lnTo>
                  <a:lnTo>
                    <a:pt x="5067445" y="2280319"/>
                  </a:lnTo>
                  <a:lnTo>
                    <a:pt x="5069157" y="2442598"/>
                  </a:lnTo>
                  <a:lnTo>
                    <a:pt x="5070868" y="2522266"/>
                  </a:lnTo>
                  <a:lnTo>
                    <a:pt x="5072579" y="2550983"/>
                  </a:lnTo>
                  <a:lnTo>
                    <a:pt x="5074291" y="2473031"/>
                  </a:lnTo>
                  <a:lnTo>
                    <a:pt x="5076002" y="2447631"/>
                  </a:lnTo>
                  <a:lnTo>
                    <a:pt x="5077714" y="2489864"/>
                  </a:lnTo>
                  <a:lnTo>
                    <a:pt x="5079425" y="2408964"/>
                  </a:lnTo>
                  <a:lnTo>
                    <a:pt x="5081136" y="2366614"/>
                  </a:lnTo>
                  <a:lnTo>
                    <a:pt x="5082848" y="2357083"/>
                  </a:lnTo>
                  <a:lnTo>
                    <a:pt x="5084559" y="2350654"/>
                  </a:lnTo>
                  <a:lnTo>
                    <a:pt x="5086271" y="2284957"/>
                  </a:lnTo>
                  <a:lnTo>
                    <a:pt x="5087982" y="2194194"/>
                  </a:lnTo>
                  <a:lnTo>
                    <a:pt x="5089693" y="2169281"/>
                  </a:lnTo>
                  <a:lnTo>
                    <a:pt x="5091405" y="2217894"/>
                  </a:lnTo>
                  <a:lnTo>
                    <a:pt x="5093116" y="2364073"/>
                  </a:lnTo>
                  <a:lnTo>
                    <a:pt x="5094828" y="2486941"/>
                  </a:lnTo>
                  <a:lnTo>
                    <a:pt x="5096539" y="2603120"/>
                  </a:lnTo>
                  <a:lnTo>
                    <a:pt x="5098250" y="2649642"/>
                  </a:lnTo>
                  <a:lnTo>
                    <a:pt x="5099962" y="2764201"/>
                  </a:lnTo>
                  <a:lnTo>
                    <a:pt x="5101673" y="2912216"/>
                  </a:lnTo>
                  <a:lnTo>
                    <a:pt x="5103385" y="2868717"/>
                  </a:lnTo>
                  <a:lnTo>
                    <a:pt x="5105096" y="2709328"/>
                  </a:lnTo>
                  <a:lnTo>
                    <a:pt x="5106807" y="2435826"/>
                  </a:lnTo>
                  <a:lnTo>
                    <a:pt x="5108519" y="2145707"/>
                  </a:lnTo>
                  <a:lnTo>
                    <a:pt x="5110230" y="1845663"/>
                  </a:lnTo>
                  <a:lnTo>
                    <a:pt x="5111942" y="1509860"/>
                  </a:lnTo>
                  <a:lnTo>
                    <a:pt x="5113653" y="1313343"/>
                  </a:lnTo>
                  <a:lnTo>
                    <a:pt x="5115364" y="1346289"/>
                  </a:lnTo>
                  <a:lnTo>
                    <a:pt x="5117076" y="1364903"/>
                  </a:lnTo>
                  <a:lnTo>
                    <a:pt x="5118787" y="1357047"/>
                  </a:lnTo>
                  <a:lnTo>
                    <a:pt x="5120499" y="1332119"/>
                  </a:lnTo>
                  <a:lnTo>
                    <a:pt x="5122210" y="1392495"/>
                  </a:lnTo>
                  <a:lnTo>
                    <a:pt x="5123921" y="1415800"/>
                  </a:lnTo>
                  <a:lnTo>
                    <a:pt x="5125633" y="1272188"/>
                  </a:lnTo>
                  <a:lnTo>
                    <a:pt x="5127344" y="1364423"/>
                  </a:lnTo>
                  <a:lnTo>
                    <a:pt x="5129056" y="1487826"/>
                  </a:lnTo>
                  <a:lnTo>
                    <a:pt x="5130767" y="1694925"/>
                  </a:lnTo>
                  <a:lnTo>
                    <a:pt x="5132478" y="1939085"/>
                  </a:lnTo>
                  <a:lnTo>
                    <a:pt x="5134190" y="2166827"/>
                  </a:lnTo>
                  <a:lnTo>
                    <a:pt x="5135901" y="2411676"/>
                  </a:lnTo>
                  <a:lnTo>
                    <a:pt x="5137613" y="2406576"/>
                  </a:lnTo>
                  <a:lnTo>
                    <a:pt x="5139324" y="2453039"/>
                  </a:lnTo>
                  <a:lnTo>
                    <a:pt x="5141035" y="2505573"/>
                  </a:lnTo>
                  <a:lnTo>
                    <a:pt x="5142747" y="2454650"/>
                  </a:lnTo>
                  <a:lnTo>
                    <a:pt x="5144458" y="2457993"/>
                  </a:lnTo>
                  <a:lnTo>
                    <a:pt x="5146170" y="2498490"/>
                  </a:lnTo>
                  <a:lnTo>
                    <a:pt x="5147881" y="2632920"/>
                  </a:lnTo>
                  <a:lnTo>
                    <a:pt x="5149592" y="2800227"/>
                  </a:lnTo>
                  <a:lnTo>
                    <a:pt x="5151304" y="2854340"/>
                  </a:lnTo>
                  <a:lnTo>
                    <a:pt x="5153015" y="2737731"/>
                  </a:lnTo>
                  <a:lnTo>
                    <a:pt x="5154727" y="2510519"/>
                  </a:lnTo>
                  <a:lnTo>
                    <a:pt x="5156438" y="2298826"/>
                  </a:lnTo>
                  <a:lnTo>
                    <a:pt x="5158149" y="2098304"/>
                  </a:lnTo>
                  <a:lnTo>
                    <a:pt x="5159861" y="1877672"/>
                  </a:lnTo>
                  <a:lnTo>
                    <a:pt x="5161572" y="1774044"/>
                  </a:lnTo>
                  <a:lnTo>
                    <a:pt x="5163284" y="1842684"/>
                  </a:lnTo>
                  <a:lnTo>
                    <a:pt x="5164995" y="1969888"/>
                  </a:lnTo>
                  <a:lnTo>
                    <a:pt x="5166706" y="1980541"/>
                  </a:lnTo>
                  <a:lnTo>
                    <a:pt x="5168418" y="2035713"/>
                  </a:lnTo>
                  <a:lnTo>
                    <a:pt x="5170129" y="2151501"/>
                  </a:lnTo>
                  <a:lnTo>
                    <a:pt x="5171840" y="2253970"/>
                  </a:lnTo>
                  <a:lnTo>
                    <a:pt x="5173552" y="2233652"/>
                  </a:lnTo>
                  <a:lnTo>
                    <a:pt x="5175263" y="2114816"/>
                  </a:lnTo>
                  <a:lnTo>
                    <a:pt x="5176975" y="2126256"/>
                  </a:lnTo>
                  <a:lnTo>
                    <a:pt x="5178686" y="2166484"/>
                  </a:lnTo>
                  <a:lnTo>
                    <a:pt x="5180397" y="2170310"/>
                  </a:lnTo>
                  <a:lnTo>
                    <a:pt x="5182109" y="2167829"/>
                  </a:lnTo>
                  <a:lnTo>
                    <a:pt x="5183820" y="2085718"/>
                  </a:lnTo>
                  <a:lnTo>
                    <a:pt x="5185532" y="2118291"/>
                  </a:lnTo>
                  <a:lnTo>
                    <a:pt x="5187243" y="2202475"/>
                  </a:lnTo>
                  <a:lnTo>
                    <a:pt x="5188954" y="2207127"/>
                  </a:lnTo>
                  <a:lnTo>
                    <a:pt x="5190666" y="2173844"/>
                  </a:lnTo>
                  <a:lnTo>
                    <a:pt x="5192377" y="2108656"/>
                  </a:lnTo>
                  <a:lnTo>
                    <a:pt x="5194089" y="2133852"/>
                  </a:lnTo>
                  <a:lnTo>
                    <a:pt x="5195800" y="2046120"/>
                  </a:lnTo>
                  <a:lnTo>
                    <a:pt x="5197511" y="1836379"/>
                  </a:lnTo>
                  <a:lnTo>
                    <a:pt x="5199223" y="1682060"/>
                  </a:lnTo>
                  <a:lnTo>
                    <a:pt x="5200934" y="1560750"/>
                  </a:lnTo>
                  <a:lnTo>
                    <a:pt x="5202646" y="1502641"/>
                  </a:lnTo>
                  <a:lnTo>
                    <a:pt x="5204357" y="1544297"/>
                  </a:lnTo>
                  <a:lnTo>
                    <a:pt x="5206068" y="1612554"/>
                  </a:lnTo>
                  <a:lnTo>
                    <a:pt x="5207780" y="1666822"/>
                  </a:lnTo>
                  <a:lnTo>
                    <a:pt x="5209491" y="1695937"/>
                  </a:lnTo>
                  <a:lnTo>
                    <a:pt x="5211203" y="1680766"/>
                  </a:lnTo>
                  <a:lnTo>
                    <a:pt x="5212914" y="1554545"/>
                  </a:lnTo>
                  <a:lnTo>
                    <a:pt x="5214625" y="1354183"/>
                  </a:lnTo>
                  <a:lnTo>
                    <a:pt x="5216337" y="1220894"/>
                  </a:lnTo>
                  <a:lnTo>
                    <a:pt x="5218048" y="1149478"/>
                  </a:lnTo>
                  <a:lnTo>
                    <a:pt x="5219760" y="1126378"/>
                  </a:lnTo>
                  <a:lnTo>
                    <a:pt x="5221471" y="1116875"/>
                  </a:lnTo>
                  <a:lnTo>
                    <a:pt x="5223182" y="1121519"/>
                  </a:lnTo>
                  <a:lnTo>
                    <a:pt x="5224894" y="1200989"/>
                  </a:lnTo>
                  <a:lnTo>
                    <a:pt x="5226605" y="1341433"/>
                  </a:lnTo>
                  <a:lnTo>
                    <a:pt x="5228317" y="1444067"/>
                  </a:lnTo>
                  <a:lnTo>
                    <a:pt x="5230028" y="1531856"/>
                  </a:lnTo>
                  <a:lnTo>
                    <a:pt x="5231739" y="1721474"/>
                  </a:lnTo>
                  <a:lnTo>
                    <a:pt x="5233451" y="1948389"/>
                  </a:lnTo>
                  <a:lnTo>
                    <a:pt x="5235162" y="2097656"/>
                  </a:lnTo>
                  <a:lnTo>
                    <a:pt x="5236874" y="2128557"/>
                  </a:lnTo>
                  <a:lnTo>
                    <a:pt x="5238585" y="2267545"/>
                  </a:lnTo>
                  <a:lnTo>
                    <a:pt x="5240296" y="2470853"/>
                  </a:lnTo>
                  <a:lnTo>
                    <a:pt x="5242008" y="2599871"/>
                  </a:lnTo>
                  <a:lnTo>
                    <a:pt x="5243719" y="2682933"/>
                  </a:lnTo>
                  <a:lnTo>
                    <a:pt x="5245431" y="2691473"/>
                  </a:lnTo>
                  <a:lnTo>
                    <a:pt x="5247142" y="2584713"/>
                  </a:lnTo>
                  <a:lnTo>
                    <a:pt x="5248853" y="2339470"/>
                  </a:lnTo>
                  <a:lnTo>
                    <a:pt x="5250565" y="2038675"/>
                  </a:lnTo>
                  <a:lnTo>
                    <a:pt x="5252276" y="1752677"/>
                  </a:lnTo>
                  <a:lnTo>
                    <a:pt x="5253988" y="1456757"/>
                  </a:lnTo>
                  <a:lnTo>
                    <a:pt x="5255699" y="1340169"/>
                  </a:lnTo>
                  <a:lnTo>
                    <a:pt x="5257410" y="1512630"/>
                  </a:lnTo>
                  <a:lnTo>
                    <a:pt x="5259122" y="1674908"/>
                  </a:lnTo>
                  <a:lnTo>
                    <a:pt x="5260833" y="1747674"/>
                  </a:lnTo>
                  <a:lnTo>
                    <a:pt x="5262545" y="1761818"/>
                  </a:lnTo>
                  <a:lnTo>
                    <a:pt x="5264256" y="1777573"/>
                  </a:lnTo>
                  <a:lnTo>
                    <a:pt x="5265967" y="1769950"/>
                  </a:lnTo>
                  <a:lnTo>
                    <a:pt x="5267679" y="1589908"/>
                  </a:lnTo>
                  <a:lnTo>
                    <a:pt x="5269390" y="1429359"/>
                  </a:lnTo>
                  <a:lnTo>
                    <a:pt x="5271101" y="1442100"/>
                  </a:lnTo>
                  <a:lnTo>
                    <a:pt x="5272813" y="1527791"/>
                  </a:lnTo>
                  <a:lnTo>
                    <a:pt x="5274524" y="1599727"/>
                  </a:lnTo>
                  <a:lnTo>
                    <a:pt x="5276236" y="1618785"/>
                  </a:lnTo>
                  <a:lnTo>
                    <a:pt x="5277947" y="1650874"/>
                  </a:lnTo>
                  <a:lnTo>
                    <a:pt x="5279658" y="1760962"/>
                  </a:lnTo>
                  <a:lnTo>
                    <a:pt x="5281370" y="1703559"/>
                  </a:lnTo>
                  <a:lnTo>
                    <a:pt x="5283081" y="1583107"/>
                  </a:lnTo>
                  <a:lnTo>
                    <a:pt x="5284793" y="1534239"/>
                  </a:lnTo>
                  <a:lnTo>
                    <a:pt x="5286504" y="1545557"/>
                  </a:lnTo>
                  <a:lnTo>
                    <a:pt x="5288215" y="1631449"/>
                  </a:lnTo>
                  <a:lnTo>
                    <a:pt x="5289927" y="1654746"/>
                  </a:lnTo>
                  <a:lnTo>
                    <a:pt x="5291638" y="1672362"/>
                  </a:lnTo>
                  <a:lnTo>
                    <a:pt x="5293350" y="1741203"/>
                  </a:lnTo>
                  <a:lnTo>
                    <a:pt x="5295061" y="1718145"/>
                  </a:lnTo>
                  <a:lnTo>
                    <a:pt x="5296772" y="1539842"/>
                  </a:lnTo>
                  <a:lnTo>
                    <a:pt x="5298484" y="1290207"/>
                  </a:lnTo>
                  <a:lnTo>
                    <a:pt x="5300195" y="1098293"/>
                  </a:lnTo>
                  <a:lnTo>
                    <a:pt x="5301907" y="1016243"/>
                  </a:lnTo>
                  <a:lnTo>
                    <a:pt x="5303618" y="955029"/>
                  </a:lnTo>
                  <a:lnTo>
                    <a:pt x="5305329" y="1024686"/>
                  </a:lnTo>
                  <a:lnTo>
                    <a:pt x="5307041" y="1173120"/>
                  </a:lnTo>
                  <a:lnTo>
                    <a:pt x="5308752" y="1354764"/>
                  </a:lnTo>
                  <a:lnTo>
                    <a:pt x="5310464" y="1627621"/>
                  </a:lnTo>
                  <a:lnTo>
                    <a:pt x="5312175" y="1711549"/>
                  </a:lnTo>
                  <a:lnTo>
                    <a:pt x="5313886" y="1661735"/>
                  </a:lnTo>
                  <a:lnTo>
                    <a:pt x="5315598" y="1511272"/>
                  </a:lnTo>
                  <a:lnTo>
                    <a:pt x="5317309" y="1340303"/>
                  </a:lnTo>
                  <a:lnTo>
                    <a:pt x="5319021" y="1122430"/>
                  </a:lnTo>
                  <a:lnTo>
                    <a:pt x="5320732" y="752332"/>
                  </a:lnTo>
                  <a:lnTo>
                    <a:pt x="5322443" y="597896"/>
                  </a:lnTo>
                  <a:lnTo>
                    <a:pt x="5324155" y="546182"/>
                  </a:lnTo>
                  <a:lnTo>
                    <a:pt x="5325866" y="447496"/>
                  </a:lnTo>
                  <a:lnTo>
                    <a:pt x="5327578" y="355726"/>
                  </a:lnTo>
                  <a:lnTo>
                    <a:pt x="5329289" y="283712"/>
                  </a:lnTo>
                  <a:lnTo>
                    <a:pt x="5331000" y="239347"/>
                  </a:lnTo>
                  <a:lnTo>
                    <a:pt x="5332712" y="206618"/>
                  </a:lnTo>
                  <a:lnTo>
                    <a:pt x="5334423" y="269234"/>
                  </a:lnTo>
                  <a:lnTo>
                    <a:pt x="5336135" y="420299"/>
                  </a:lnTo>
                  <a:lnTo>
                    <a:pt x="5337846" y="534437"/>
                  </a:lnTo>
                  <a:lnTo>
                    <a:pt x="5339557" y="753896"/>
                  </a:lnTo>
                  <a:lnTo>
                    <a:pt x="5341269" y="1072880"/>
                  </a:lnTo>
                  <a:lnTo>
                    <a:pt x="5342980" y="1305050"/>
                  </a:lnTo>
                  <a:lnTo>
                    <a:pt x="5344692" y="1552103"/>
                  </a:lnTo>
                  <a:lnTo>
                    <a:pt x="5346403" y="1794546"/>
                  </a:lnTo>
                  <a:lnTo>
                    <a:pt x="5348114" y="2059577"/>
                  </a:lnTo>
                  <a:lnTo>
                    <a:pt x="5349826" y="2250104"/>
                  </a:lnTo>
                  <a:lnTo>
                    <a:pt x="5351537" y="2355906"/>
                  </a:lnTo>
                  <a:lnTo>
                    <a:pt x="5353249" y="2416543"/>
                  </a:lnTo>
                  <a:lnTo>
                    <a:pt x="5354960" y="2374163"/>
                  </a:lnTo>
                  <a:lnTo>
                    <a:pt x="5356671" y="2384795"/>
                  </a:lnTo>
                  <a:lnTo>
                    <a:pt x="5358383" y="2352465"/>
                  </a:lnTo>
                  <a:lnTo>
                    <a:pt x="5360094" y="2169813"/>
                  </a:lnTo>
                  <a:lnTo>
                    <a:pt x="5361806" y="1957634"/>
                  </a:lnTo>
                  <a:lnTo>
                    <a:pt x="5363517" y="1834922"/>
                  </a:lnTo>
                  <a:lnTo>
                    <a:pt x="5365228" y="1822762"/>
                  </a:lnTo>
                  <a:lnTo>
                    <a:pt x="5366940" y="1741932"/>
                  </a:lnTo>
                  <a:lnTo>
                    <a:pt x="5368651" y="1718803"/>
                  </a:lnTo>
                  <a:lnTo>
                    <a:pt x="5370363" y="1859178"/>
                  </a:lnTo>
                  <a:lnTo>
                    <a:pt x="5372074" y="2107153"/>
                  </a:lnTo>
                  <a:lnTo>
                    <a:pt x="5373785" y="2348271"/>
                  </a:lnTo>
                  <a:lnTo>
                    <a:pt x="5375497" y="2513887"/>
                  </a:lnTo>
                  <a:lnTo>
                    <a:pt x="5377208" y="2560064"/>
                  </a:lnTo>
                  <a:lnTo>
                    <a:pt x="5378919" y="2542132"/>
                  </a:lnTo>
                  <a:lnTo>
                    <a:pt x="5380631" y="2511277"/>
                  </a:lnTo>
                  <a:lnTo>
                    <a:pt x="5382342" y="2450793"/>
                  </a:lnTo>
                  <a:lnTo>
                    <a:pt x="5384054" y="2358120"/>
                  </a:lnTo>
                  <a:lnTo>
                    <a:pt x="5385765" y="2176181"/>
                  </a:lnTo>
                  <a:lnTo>
                    <a:pt x="5387476" y="2133777"/>
                  </a:lnTo>
                  <a:lnTo>
                    <a:pt x="5389188" y="2074073"/>
                  </a:lnTo>
                  <a:lnTo>
                    <a:pt x="5390899" y="1942975"/>
                  </a:lnTo>
                  <a:lnTo>
                    <a:pt x="5392611" y="1772180"/>
                  </a:lnTo>
                  <a:lnTo>
                    <a:pt x="5394322" y="1609578"/>
                  </a:lnTo>
                  <a:lnTo>
                    <a:pt x="5396033" y="1521824"/>
                  </a:lnTo>
                  <a:lnTo>
                    <a:pt x="5397745" y="1525433"/>
                  </a:lnTo>
                  <a:lnTo>
                    <a:pt x="5399456" y="1691445"/>
                  </a:lnTo>
                  <a:lnTo>
                    <a:pt x="5401168" y="1936060"/>
                  </a:lnTo>
                  <a:lnTo>
                    <a:pt x="5402879" y="2105494"/>
                  </a:lnTo>
                  <a:lnTo>
                    <a:pt x="5404590" y="2253658"/>
                  </a:lnTo>
                  <a:lnTo>
                    <a:pt x="5406302" y="2440274"/>
                  </a:lnTo>
                  <a:lnTo>
                    <a:pt x="5408013" y="2526426"/>
                  </a:lnTo>
                  <a:lnTo>
                    <a:pt x="5409725" y="2610998"/>
                  </a:lnTo>
                  <a:lnTo>
                    <a:pt x="5411436" y="2600661"/>
                  </a:lnTo>
                  <a:lnTo>
                    <a:pt x="5413147" y="2596930"/>
                  </a:lnTo>
                  <a:lnTo>
                    <a:pt x="5414859" y="2573426"/>
                  </a:lnTo>
                  <a:lnTo>
                    <a:pt x="5416570" y="2580877"/>
                  </a:lnTo>
                  <a:lnTo>
                    <a:pt x="5418282" y="2550348"/>
                  </a:lnTo>
                  <a:lnTo>
                    <a:pt x="5419993" y="2435317"/>
                  </a:lnTo>
                  <a:lnTo>
                    <a:pt x="5421704" y="2377301"/>
                  </a:lnTo>
                  <a:lnTo>
                    <a:pt x="5423416" y="2414972"/>
                  </a:lnTo>
                  <a:lnTo>
                    <a:pt x="5425127" y="2542682"/>
                  </a:lnTo>
                  <a:lnTo>
                    <a:pt x="5426839" y="2526506"/>
                  </a:lnTo>
                  <a:lnTo>
                    <a:pt x="5428550" y="2463416"/>
                  </a:lnTo>
                  <a:lnTo>
                    <a:pt x="5430261" y="2383983"/>
                  </a:lnTo>
                  <a:lnTo>
                    <a:pt x="5431973" y="2368110"/>
                  </a:lnTo>
                  <a:lnTo>
                    <a:pt x="5433684" y="2398108"/>
                  </a:lnTo>
                  <a:lnTo>
                    <a:pt x="5435396" y="2359396"/>
                  </a:lnTo>
                  <a:lnTo>
                    <a:pt x="5437107" y="2310944"/>
                  </a:lnTo>
                  <a:lnTo>
                    <a:pt x="5438818" y="2356051"/>
                  </a:lnTo>
                  <a:lnTo>
                    <a:pt x="5440530" y="2474904"/>
                  </a:lnTo>
                  <a:lnTo>
                    <a:pt x="5442241" y="2576577"/>
                  </a:lnTo>
                  <a:lnTo>
                    <a:pt x="5443953" y="2635167"/>
                  </a:lnTo>
                  <a:lnTo>
                    <a:pt x="5445664" y="2724569"/>
                  </a:lnTo>
                  <a:lnTo>
                    <a:pt x="5447375" y="2791211"/>
                  </a:lnTo>
                  <a:lnTo>
                    <a:pt x="5449087" y="2708488"/>
                  </a:lnTo>
                  <a:lnTo>
                    <a:pt x="5450798" y="2622464"/>
                  </a:lnTo>
                  <a:lnTo>
                    <a:pt x="5452510" y="2589739"/>
                  </a:lnTo>
                  <a:lnTo>
                    <a:pt x="5454221" y="2586599"/>
                  </a:lnTo>
                  <a:lnTo>
                    <a:pt x="5455932" y="2460533"/>
                  </a:lnTo>
                  <a:lnTo>
                    <a:pt x="5457644" y="2344067"/>
                  </a:lnTo>
                  <a:lnTo>
                    <a:pt x="5459355" y="2425932"/>
                  </a:lnTo>
                  <a:lnTo>
                    <a:pt x="5461067" y="2472664"/>
                  </a:lnTo>
                  <a:lnTo>
                    <a:pt x="5462778" y="2364697"/>
                  </a:lnTo>
                  <a:lnTo>
                    <a:pt x="5464489" y="2268163"/>
                  </a:lnTo>
                  <a:lnTo>
                    <a:pt x="5466201" y="2382161"/>
                  </a:lnTo>
                  <a:lnTo>
                    <a:pt x="5467912" y="2496729"/>
                  </a:lnTo>
                  <a:lnTo>
                    <a:pt x="5469624" y="2502433"/>
                  </a:lnTo>
                  <a:lnTo>
                    <a:pt x="5471335" y="2542046"/>
                  </a:lnTo>
                  <a:lnTo>
                    <a:pt x="5473046" y="2667517"/>
                  </a:lnTo>
                  <a:lnTo>
                    <a:pt x="5474758" y="2681041"/>
                  </a:lnTo>
                  <a:lnTo>
                    <a:pt x="5476469" y="2582655"/>
                  </a:lnTo>
                  <a:lnTo>
                    <a:pt x="5478181" y="2439929"/>
                  </a:lnTo>
                  <a:lnTo>
                    <a:pt x="5479892" y="2316548"/>
                  </a:lnTo>
                  <a:lnTo>
                    <a:pt x="5481603" y="2206795"/>
                  </a:lnTo>
                  <a:lnTo>
                    <a:pt x="5483315" y="2140622"/>
                  </a:lnTo>
                  <a:lnTo>
                    <a:pt x="5485026" y="2117943"/>
                  </a:lnTo>
                  <a:lnTo>
                    <a:pt x="5486737" y="2207154"/>
                  </a:lnTo>
                  <a:lnTo>
                    <a:pt x="5488449" y="2366595"/>
                  </a:lnTo>
                  <a:lnTo>
                    <a:pt x="5490160" y="2508867"/>
                  </a:lnTo>
                  <a:lnTo>
                    <a:pt x="5491872" y="2593814"/>
                  </a:lnTo>
                  <a:lnTo>
                    <a:pt x="5493583" y="2528603"/>
                  </a:lnTo>
                  <a:lnTo>
                    <a:pt x="5495294" y="2503623"/>
                  </a:lnTo>
                  <a:lnTo>
                    <a:pt x="5497006" y="2375940"/>
                  </a:lnTo>
                  <a:lnTo>
                    <a:pt x="5498717" y="2242391"/>
                  </a:lnTo>
                  <a:lnTo>
                    <a:pt x="5500429" y="2209550"/>
                  </a:lnTo>
                  <a:lnTo>
                    <a:pt x="5502140" y="2264747"/>
                  </a:lnTo>
                  <a:lnTo>
                    <a:pt x="5503851" y="2423541"/>
                  </a:lnTo>
                  <a:lnTo>
                    <a:pt x="5505563" y="2542459"/>
                  </a:lnTo>
                  <a:lnTo>
                    <a:pt x="5507274" y="2679321"/>
                  </a:lnTo>
                  <a:lnTo>
                    <a:pt x="5508986" y="2837261"/>
                  </a:lnTo>
                  <a:lnTo>
                    <a:pt x="5510697" y="2863384"/>
                  </a:lnTo>
                  <a:lnTo>
                    <a:pt x="5512408" y="2814723"/>
                  </a:lnTo>
                  <a:lnTo>
                    <a:pt x="5514120" y="2746248"/>
                  </a:lnTo>
                  <a:lnTo>
                    <a:pt x="5515831" y="2688143"/>
                  </a:lnTo>
                  <a:lnTo>
                    <a:pt x="5517543" y="2682496"/>
                  </a:lnTo>
                  <a:lnTo>
                    <a:pt x="5519254" y="2696678"/>
                  </a:lnTo>
                  <a:lnTo>
                    <a:pt x="5520965" y="2779416"/>
                  </a:lnTo>
                  <a:lnTo>
                    <a:pt x="5522677" y="2846372"/>
                  </a:lnTo>
                  <a:lnTo>
                    <a:pt x="5524388" y="2879895"/>
                  </a:lnTo>
                  <a:lnTo>
                    <a:pt x="5526100" y="2885968"/>
                  </a:lnTo>
                  <a:lnTo>
                    <a:pt x="5527811" y="2856296"/>
                  </a:lnTo>
                  <a:lnTo>
                    <a:pt x="5529522" y="2738507"/>
                  </a:lnTo>
                  <a:lnTo>
                    <a:pt x="5531234" y="2653618"/>
                  </a:lnTo>
                  <a:lnTo>
                    <a:pt x="5532945" y="2658825"/>
                  </a:lnTo>
                  <a:lnTo>
                    <a:pt x="5534657" y="2705172"/>
                  </a:lnTo>
                  <a:lnTo>
                    <a:pt x="5536368" y="2674638"/>
                  </a:lnTo>
                  <a:lnTo>
                    <a:pt x="5538079" y="2607334"/>
                  </a:lnTo>
                  <a:lnTo>
                    <a:pt x="5539791" y="2667117"/>
                  </a:lnTo>
                  <a:lnTo>
                    <a:pt x="5541502" y="2708422"/>
                  </a:lnTo>
                  <a:lnTo>
                    <a:pt x="5543214" y="2669729"/>
                  </a:lnTo>
                  <a:lnTo>
                    <a:pt x="5544925" y="2549344"/>
                  </a:lnTo>
                  <a:lnTo>
                    <a:pt x="5546636" y="2619303"/>
                  </a:lnTo>
                  <a:lnTo>
                    <a:pt x="5548348" y="2719831"/>
                  </a:lnTo>
                  <a:lnTo>
                    <a:pt x="5550059" y="2707179"/>
                  </a:lnTo>
                  <a:lnTo>
                    <a:pt x="5551771" y="2583981"/>
                  </a:lnTo>
                  <a:lnTo>
                    <a:pt x="5553482" y="2539761"/>
                  </a:lnTo>
                  <a:lnTo>
                    <a:pt x="5555193" y="2666708"/>
                  </a:lnTo>
                  <a:lnTo>
                    <a:pt x="5556905" y="2634567"/>
                  </a:lnTo>
                  <a:lnTo>
                    <a:pt x="5558616" y="2592683"/>
                  </a:lnTo>
                  <a:lnTo>
                    <a:pt x="5560328" y="2647103"/>
                  </a:lnTo>
                  <a:lnTo>
                    <a:pt x="5562039" y="2741777"/>
                  </a:lnTo>
                  <a:lnTo>
                    <a:pt x="5563750" y="2797806"/>
                  </a:lnTo>
                  <a:lnTo>
                    <a:pt x="5565462" y="2806950"/>
                  </a:lnTo>
                  <a:lnTo>
                    <a:pt x="5567173" y="2864366"/>
                  </a:lnTo>
                  <a:lnTo>
                    <a:pt x="5568885" y="2908343"/>
                  </a:lnTo>
                  <a:lnTo>
                    <a:pt x="5570596" y="2924582"/>
                  </a:lnTo>
                  <a:lnTo>
                    <a:pt x="5572307" y="2996694"/>
                  </a:lnTo>
                  <a:lnTo>
                    <a:pt x="5574019" y="3000720"/>
                  </a:lnTo>
                  <a:lnTo>
                    <a:pt x="5575730" y="2934546"/>
                  </a:lnTo>
                  <a:lnTo>
                    <a:pt x="5577442" y="2859047"/>
                  </a:lnTo>
                  <a:lnTo>
                    <a:pt x="5579153" y="2836300"/>
                  </a:lnTo>
                  <a:lnTo>
                    <a:pt x="5580864" y="2825125"/>
                  </a:lnTo>
                  <a:lnTo>
                    <a:pt x="5582576" y="2785105"/>
                  </a:lnTo>
                  <a:lnTo>
                    <a:pt x="5584287" y="2836037"/>
                  </a:lnTo>
                  <a:lnTo>
                    <a:pt x="5585999" y="2946425"/>
                  </a:lnTo>
                  <a:lnTo>
                    <a:pt x="5587710" y="3047542"/>
                  </a:lnTo>
                  <a:lnTo>
                    <a:pt x="5589421" y="3070673"/>
                  </a:lnTo>
                  <a:lnTo>
                    <a:pt x="5591133" y="3081848"/>
                  </a:lnTo>
                  <a:lnTo>
                    <a:pt x="5592844" y="3116972"/>
                  </a:lnTo>
                  <a:lnTo>
                    <a:pt x="5594555" y="3090741"/>
                  </a:lnTo>
                  <a:lnTo>
                    <a:pt x="5596267" y="2976435"/>
                  </a:lnTo>
                  <a:lnTo>
                    <a:pt x="5597978" y="2908177"/>
                  </a:lnTo>
                  <a:lnTo>
                    <a:pt x="5599690" y="2907795"/>
                  </a:lnTo>
                  <a:lnTo>
                    <a:pt x="5601401" y="2889931"/>
                  </a:lnTo>
                  <a:lnTo>
                    <a:pt x="5603112" y="2836665"/>
                  </a:lnTo>
                  <a:lnTo>
                    <a:pt x="5604824" y="2802841"/>
                  </a:lnTo>
                  <a:lnTo>
                    <a:pt x="5606535" y="2842172"/>
                  </a:lnTo>
                  <a:lnTo>
                    <a:pt x="5608247" y="2831952"/>
                  </a:lnTo>
                  <a:lnTo>
                    <a:pt x="5609958" y="2775317"/>
                  </a:lnTo>
                  <a:lnTo>
                    <a:pt x="5611669" y="2743542"/>
                  </a:lnTo>
                  <a:lnTo>
                    <a:pt x="5613381" y="2772595"/>
                  </a:lnTo>
                  <a:lnTo>
                    <a:pt x="5615092" y="2801429"/>
                  </a:lnTo>
                  <a:lnTo>
                    <a:pt x="5616804" y="2702168"/>
                  </a:lnTo>
                  <a:lnTo>
                    <a:pt x="5618515" y="2622326"/>
                  </a:lnTo>
                  <a:lnTo>
                    <a:pt x="5620226" y="2636692"/>
                  </a:lnTo>
                  <a:lnTo>
                    <a:pt x="5621938" y="2630549"/>
                  </a:lnTo>
                  <a:lnTo>
                    <a:pt x="5623649" y="2623972"/>
                  </a:lnTo>
                  <a:lnTo>
                    <a:pt x="5625361" y="2623231"/>
                  </a:lnTo>
                  <a:lnTo>
                    <a:pt x="5627072" y="2702779"/>
                  </a:lnTo>
                  <a:lnTo>
                    <a:pt x="5628783" y="2699206"/>
                  </a:lnTo>
                  <a:lnTo>
                    <a:pt x="5630495" y="2609864"/>
                  </a:lnTo>
                  <a:lnTo>
                    <a:pt x="5632206" y="2553264"/>
                  </a:lnTo>
                  <a:lnTo>
                    <a:pt x="5633918" y="2518140"/>
                  </a:lnTo>
                  <a:lnTo>
                    <a:pt x="5635629" y="2556220"/>
                  </a:lnTo>
                  <a:lnTo>
                    <a:pt x="5637340" y="2618156"/>
                  </a:lnTo>
                  <a:lnTo>
                    <a:pt x="5639052" y="2754428"/>
                  </a:lnTo>
                  <a:lnTo>
                    <a:pt x="5640763" y="2886039"/>
                  </a:lnTo>
                  <a:lnTo>
                    <a:pt x="5642475" y="2994306"/>
                  </a:lnTo>
                  <a:lnTo>
                    <a:pt x="5644186" y="3049001"/>
                  </a:lnTo>
                  <a:lnTo>
                    <a:pt x="5645897" y="3011186"/>
                  </a:lnTo>
                  <a:lnTo>
                    <a:pt x="5647609" y="2966864"/>
                  </a:lnTo>
                  <a:lnTo>
                    <a:pt x="5649320" y="2956712"/>
                  </a:lnTo>
                  <a:lnTo>
                    <a:pt x="5651032" y="2874237"/>
                  </a:lnTo>
                  <a:lnTo>
                    <a:pt x="5652743" y="2746777"/>
                  </a:lnTo>
                  <a:lnTo>
                    <a:pt x="5654454" y="2594118"/>
                  </a:lnTo>
                  <a:lnTo>
                    <a:pt x="5656166" y="2422698"/>
                  </a:lnTo>
                  <a:lnTo>
                    <a:pt x="5657877" y="2271445"/>
                  </a:lnTo>
                  <a:lnTo>
                    <a:pt x="5659589" y="2139294"/>
                  </a:lnTo>
                  <a:lnTo>
                    <a:pt x="5661300" y="2085743"/>
                  </a:lnTo>
                  <a:lnTo>
                    <a:pt x="5663011" y="2033567"/>
                  </a:lnTo>
                  <a:lnTo>
                    <a:pt x="5664723" y="2077311"/>
                  </a:lnTo>
                  <a:lnTo>
                    <a:pt x="5666434" y="2219650"/>
                  </a:lnTo>
                  <a:lnTo>
                    <a:pt x="5668146" y="2331520"/>
                  </a:lnTo>
                  <a:lnTo>
                    <a:pt x="5669857" y="2440667"/>
                  </a:lnTo>
                  <a:lnTo>
                    <a:pt x="5671568" y="2524591"/>
                  </a:lnTo>
                  <a:lnTo>
                    <a:pt x="5673280" y="2655054"/>
                  </a:lnTo>
                  <a:lnTo>
                    <a:pt x="5674991" y="2735388"/>
                  </a:lnTo>
                  <a:lnTo>
                    <a:pt x="5676703" y="2818291"/>
                  </a:lnTo>
                  <a:lnTo>
                    <a:pt x="5678414" y="2864877"/>
                  </a:lnTo>
                  <a:lnTo>
                    <a:pt x="5680125" y="2791454"/>
                  </a:lnTo>
                  <a:lnTo>
                    <a:pt x="5681837" y="2774194"/>
                  </a:lnTo>
                  <a:lnTo>
                    <a:pt x="5683548" y="2705964"/>
                  </a:lnTo>
                  <a:lnTo>
                    <a:pt x="5685260" y="2559875"/>
                  </a:lnTo>
                  <a:lnTo>
                    <a:pt x="5686971" y="2419006"/>
                  </a:lnTo>
                  <a:lnTo>
                    <a:pt x="5688682" y="2427125"/>
                  </a:lnTo>
                  <a:lnTo>
                    <a:pt x="5690394" y="2533243"/>
                  </a:lnTo>
                  <a:lnTo>
                    <a:pt x="5692105" y="2602605"/>
                  </a:lnTo>
                  <a:lnTo>
                    <a:pt x="5693816" y="2710886"/>
                  </a:lnTo>
                  <a:lnTo>
                    <a:pt x="5695528" y="2811980"/>
                  </a:lnTo>
                  <a:lnTo>
                    <a:pt x="5697239" y="2866288"/>
                  </a:lnTo>
                  <a:lnTo>
                    <a:pt x="5698951" y="2900352"/>
                  </a:lnTo>
                  <a:lnTo>
                    <a:pt x="5700662" y="2901343"/>
                  </a:lnTo>
                  <a:lnTo>
                    <a:pt x="5702373" y="2855959"/>
                  </a:lnTo>
                  <a:lnTo>
                    <a:pt x="5704085" y="2859688"/>
                  </a:lnTo>
                  <a:lnTo>
                    <a:pt x="5705796" y="2900465"/>
                  </a:lnTo>
                  <a:lnTo>
                    <a:pt x="5707508" y="2858389"/>
                  </a:lnTo>
                  <a:lnTo>
                    <a:pt x="5709219" y="2787020"/>
                  </a:lnTo>
                  <a:lnTo>
                    <a:pt x="5710930" y="2730752"/>
                  </a:lnTo>
                  <a:lnTo>
                    <a:pt x="5712642" y="2659195"/>
                  </a:lnTo>
                  <a:lnTo>
                    <a:pt x="5714353" y="2628546"/>
                  </a:lnTo>
                  <a:lnTo>
                    <a:pt x="5716065" y="2712167"/>
                  </a:lnTo>
                  <a:lnTo>
                    <a:pt x="5717776" y="2740559"/>
                  </a:lnTo>
                  <a:lnTo>
                    <a:pt x="5719487" y="2627822"/>
                  </a:lnTo>
                  <a:lnTo>
                    <a:pt x="5721199" y="2473069"/>
                  </a:lnTo>
                  <a:lnTo>
                    <a:pt x="5722910" y="2382328"/>
                  </a:lnTo>
                  <a:lnTo>
                    <a:pt x="5724622" y="2212585"/>
                  </a:lnTo>
                  <a:lnTo>
                    <a:pt x="5726333" y="2015549"/>
                  </a:lnTo>
                  <a:lnTo>
                    <a:pt x="5728044" y="1894150"/>
                  </a:lnTo>
                  <a:lnTo>
                    <a:pt x="5729756" y="1872290"/>
                  </a:lnTo>
                  <a:lnTo>
                    <a:pt x="5731467" y="2008767"/>
                  </a:lnTo>
                  <a:lnTo>
                    <a:pt x="5733179" y="2214802"/>
                  </a:lnTo>
                  <a:lnTo>
                    <a:pt x="5734890" y="2382506"/>
                  </a:lnTo>
                  <a:lnTo>
                    <a:pt x="5736601" y="2495502"/>
                  </a:lnTo>
                  <a:lnTo>
                    <a:pt x="5738313" y="2663347"/>
                  </a:lnTo>
                  <a:lnTo>
                    <a:pt x="5740024" y="2786223"/>
                  </a:lnTo>
                  <a:lnTo>
                    <a:pt x="5741736" y="2807863"/>
                  </a:lnTo>
                  <a:lnTo>
                    <a:pt x="5743447" y="2836851"/>
                  </a:lnTo>
                  <a:lnTo>
                    <a:pt x="5745158" y="2886100"/>
                  </a:lnTo>
                  <a:lnTo>
                    <a:pt x="5746870" y="2891157"/>
                  </a:lnTo>
                  <a:lnTo>
                    <a:pt x="5748581" y="2837460"/>
                  </a:lnTo>
                  <a:lnTo>
                    <a:pt x="5750293" y="2741425"/>
                  </a:lnTo>
                  <a:lnTo>
                    <a:pt x="5752004" y="2632766"/>
                  </a:lnTo>
                  <a:lnTo>
                    <a:pt x="5753715" y="2491953"/>
                  </a:lnTo>
                  <a:lnTo>
                    <a:pt x="5755427" y="2421393"/>
                  </a:lnTo>
                  <a:lnTo>
                    <a:pt x="5757138" y="2414209"/>
                  </a:lnTo>
                  <a:lnTo>
                    <a:pt x="5758850" y="2430645"/>
                  </a:lnTo>
                  <a:lnTo>
                    <a:pt x="5760561" y="2522853"/>
                  </a:lnTo>
                  <a:lnTo>
                    <a:pt x="5762272" y="2583250"/>
                  </a:lnTo>
                  <a:lnTo>
                    <a:pt x="5763984" y="2649707"/>
                  </a:lnTo>
                  <a:lnTo>
                    <a:pt x="5765695" y="2621453"/>
                  </a:lnTo>
                  <a:lnTo>
                    <a:pt x="5767407" y="2481074"/>
                  </a:lnTo>
                  <a:lnTo>
                    <a:pt x="5769118" y="2420736"/>
                  </a:lnTo>
                  <a:lnTo>
                    <a:pt x="5770829" y="2377141"/>
                  </a:lnTo>
                  <a:lnTo>
                    <a:pt x="5772541" y="2372171"/>
                  </a:lnTo>
                  <a:lnTo>
                    <a:pt x="5774252" y="2286684"/>
                  </a:lnTo>
                  <a:lnTo>
                    <a:pt x="5775964" y="2278706"/>
                  </a:lnTo>
                  <a:lnTo>
                    <a:pt x="5777675" y="2402333"/>
                  </a:lnTo>
                  <a:lnTo>
                    <a:pt x="5779386" y="2454075"/>
                  </a:lnTo>
                  <a:lnTo>
                    <a:pt x="5781098" y="2526664"/>
                  </a:lnTo>
                  <a:lnTo>
                    <a:pt x="5782809" y="2593038"/>
                  </a:lnTo>
                  <a:lnTo>
                    <a:pt x="5784521" y="2720263"/>
                  </a:lnTo>
                  <a:lnTo>
                    <a:pt x="5786232" y="2790107"/>
                  </a:lnTo>
                  <a:lnTo>
                    <a:pt x="5787943" y="2790873"/>
                  </a:lnTo>
                  <a:lnTo>
                    <a:pt x="5789655" y="2837586"/>
                  </a:lnTo>
                  <a:lnTo>
                    <a:pt x="5791366" y="2867376"/>
                  </a:lnTo>
                  <a:lnTo>
                    <a:pt x="5793078" y="2893422"/>
                  </a:lnTo>
                  <a:lnTo>
                    <a:pt x="5794789" y="2830264"/>
                  </a:lnTo>
                  <a:lnTo>
                    <a:pt x="5796500" y="2801878"/>
                  </a:lnTo>
                  <a:lnTo>
                    <a:pt x="5798212" y="2825978"/>
                  </a:lnTo>
                  <a:lnTo>
                    <a:pt x="5799923" y="2789560"/>
                  </a:lnTo>
                  <a:lnTo>
                    <a:pt x="5801634" y="2688319"/>
                  </a:lnTo>
                  <a:lnTo>
                    <a:pt x="5803346" y="2635452"/>
                  </a:lnTo>
                  <a:lnTo>
                    <a:pt x="5805057" y="2658913"/>
                  </a:lnTo>
                  <a:lnTo>
                    <a:pt x="5806769" y="2663318"/>
                  </a:lnTo>
                  <a:lnTo>
                    <a:pt x="5808480" y="2624376"/>
                  </a:lnTo>
                  <a:lnTo>
                    <a:pt x="5810191" y="2598430"/>
                  </a:lnTo>
                  <a:lnTo>
                    <a:pt x="5811903" y="2688879"/>
                  </a:lnTo>
                  <a:lnTo>
                    <a:pt x="5813614" y="2754938"/>
                  </a:lnTo>
                  <a:lnTo>
                    <a:pt x="5815326" y="2799918"/>
                  </a:lnTo>
                  <a:lnTo>
                    <a:pt x="5817037" y="2853793"/>
                  </a:lnTo>
                  <a:lnTo>
                    <a:pt x="5818748" y="2931182"/>
                  </a:lnTo>
                  <a:lnTo>
                    <a:pt x="5820460" y="3030481"/>
                  </a:lnTo>
                  <a:lnTo>
                    <a:pt x="5822171" y="3064334"/>
                  </a:lnTo>
                  <a:lnTo>
                    <a:pt x="5823883" y="3061123"/>
                  </a:lnTo>
                  <a:lnTo>
                    <a:pt x="5825594" y="3037144"/>
                  </a:lnTo>
                  <a:lnTo>
                    <a:pt x="5827305" y="2957073"/>
                  </a:lnTo>
                  <a:lnTo>
                    <a:pt x="5829017" y="2819728"/>
                  </a:lnTo>
                  <a:lnTo>
                    <a:pt x="5830728" y="2774631"/>
                  </a:lnTo>
                  <a:lnTo>
                    <a:pt x="5832440" y="2709519"/>
                  </a:lnTo>
                  <a:lnTo>
                    <a:pt x="5834151" y="2646558"/>
                  </a:lnTo>
                  <a:lnTo>
                    <a:pt x="5835862" y="2629385"/>
                  </a:lnTo>
                  <a:lnTo>
                    <a:pt x="5837574" y="2662563"/>
                  </a:lnTo>
                  <a:lnTo>
                    <a:pt x="5839285" y="2740787"/>
                  </a:lnTo>
                  <a:lnTo>
                    <a:pt x="5840997" y="2762317"/>
                  </a:lnTo>
                  <a:lnTo>
                    <a:pt x="5842708" y="2827430"/>
                  </a:lnTo>
                  <a:lnTo>
                    <a:pt x="5844419" y="2893604"/>
                  </a:lnTo>
                  <a:lnTo>
                    <a:pt x="5846131" y="2934753"/>
                  </a:lnTo>
                  <a:lnTo>
                    <a:pt x="5847842" y="2931494"/>
                  </a:lnTo>
                  <a:lnTo>
                    <a:pt x="5849554" y="2834536"/>
                  </a:lnTo>
                  <a:lnTo>
                    <a:pt x="5851265" y="2656667"/>
                  </a:lnTo>
                  <a:lnTo>
                    <a:pt x="5852976" y="2496924"/>
                  </a:lnTo>
                  <a:lnTo>
                    <a:pt x="5854688" y="2350077"/>
                  </a:lnTo>
                  <a:lnTo>
                    <a:pt x="5856399" y="2170135"/>
                  </a:lnTo>
                  <a:lnTo>
                    <a:pt x="5858111" y="2087812"/>
                  </a:lnTo>
                  <a:lnTo>
                    <a:pt x="5859822" y="2185173"/>
                  </a:lnTo>
                  <a:lnTo>
                    <a:pt x="5861533" y="2284778"/>
                  </a:lnTo>
                  <a:lnTo>
                    <a:pt x="5863245" y="2329094"/>
                  </a:lnTo>
                  <a:lnTo>
                    <a:pt x="5864956" y="2373227"/>
                  </a:lnTo>
                  <a:lnTo>
                    <a:pt x="5866668" y="2442867"/>
                  </a:lnTo>
                  <a:lnTo>
                    <a:pt x="5868379" y="2514526"/>
                  </a:lnTo>
                  <a:lnTo>
                    <a:pt x="5870090" y="2516184"/>
                  </a:lnTo>
                  <a:lnTo>
                    <a:pt x="5871802" y="2515382"/>
                  </a:lnTo>
                  <a:lnTo>
                    <a:pt x="5873513" y="2572251"/>
                  </a:lnTo>
                  <a:lnTo>
                    <a:pt x="5875225" y="2633383"/>
                  </a:lnTo>
                  <a:lnTo>
                    <a:pt x="5876936" y="2683245"/>
                  </a:lnTo>
                  <a:lnTo>
                    <a:pt x="5878647" y="2682896"/>
                  </a:lnTo>
                  <a:lnTo>
                    <a:pt x="5880359" y="2729312"/>
                  </a:lnTo>
                  <a:lnTo>
                    <a:pt x="5882070" y="2774499"/>
                  </a:lnTo>
                  <a:lnTo>
                    <a:pt x="5883782" y="2744566"/>
                  </a:lnTo>
                  <a:lnTo>
                    <a:pt x="5885493" y="2771043"/>
                  </a:lnTo>
                  <a:lnTo>
                    <a:pt x="5887204" y="2816889"/>
                  </a:lnTo>
                  <a:lnTo>
                    <a:pt x="5888916" y="2802380"/>
                  </a:lnTo>
                  <a:lnTo>
                    <a:pt x="5890627" y="2681384"/>
                  </a:lnTo>
                  <a:lnTo>
                    <a:pt x="5892339" y="2636240"/>
                  </a:lnTo>
                  <a:lnTo>
                    <a:pt x="5894050" y="2666287"/>
                  </a:lnTo>
                  <a:lnTo>
                    <a:pt x="5895761" y="2631744"/>
                  </a:lnTo>
                  <a:lnTo>
                    <a:pt x="5897473" y="2549807"/>
                  </a:lnTo>
                  <a:lnTo>
                    <a:pt x="5899184" y="2523145"/>
                  </a:lnTo>
                  <a:lnTo>
                    <a:pt x="5900896" y="2644942"/>
                  </a:lnTo>
                  <a:lnTo>
                    <a:pt x="5902607" y="2756664"/>
                  </a:lnTo>
                  <a:lnTo>
                    <a:pt x="5904318" y="2780610"/>
                  </a:lnTo>
                  <a:lnTo>
                    <a:pt x="5906030" y="2768028"/>
                  </a:lnTo>
                  <a:lnTo>
                    <a:pt x="5907741" y="2848060"/>
                  </a:lnTo>
                  <a:lnTo>
                    <a:pt x="5909452" y="2911541"/>
                  </a:lnTo>
                  <a:lnTo>
                    <a:pt x="5911164" y="2861603"/>
                  </a:lnTo>
                  <a:lnTo>
                    <a:pt x="5912875" y="2789395"/>
                  </a:lnTo>
                  <a:lnTo>
                    <a:pt x="5914587" y="2769745"/>
                  </a:lnTo>
                  <a:lnTo>
                    <a:pt x="5916298" y="2737164"/>
                  </a:lnTo>
                  <a:lnTo>
                    <a:pt x="5918009" y="2606157"/>
                  </a:lnTo>
                  <a:lnTo>
                    <a:pt x="5919721" y="2534937"/>
                  </a:lnTo>
                  <a:lnTo>
                    <a:pt x="5921432" y="2442855"/>
                  </a:lnTo>
                  <a:lnTo>
                    <a:pt x="5923144" y="2310046"/>
                  </a:lnTo>
                  <a:lnTo>
                    <a:pt x="5924855" y="2216443"/>
                  </a:lnTo>
                  <a:lnTo>
                    <a:pt x="5926566" y="2301308"/>
                  </a:lnTo>
                  <a:lnTo>
                    <a:pt x="5928278" y="2448814"/>
                  </a:lnTo>
                  <a:lnTo>
                    <a:pt x="5929989" y="2558888"/>
                  </a:lnTo>
                  <a:lnTo>
                    <a:pt x="5931701" y="2727574"/>
                  </a:lnTo>
                  <a:lnTo>
                    <a:pt x="5933412" y="2916601"/>
                  </a:lnTo>
                  <a:lnTo>
                    <a:pt x="5935123" y="3016588"/>
                  </a:lnTo>
                  <a:lnTo>
                    <a:pt x="5936835" y="2997940"/>
                  </a:lnTo>
                  <a:lnTo>
                    <a:pt x="5938546" y="2974505"/>
                  </a:lnTo>
                  <a:lnTo>
                    <a:pt x="5940258" y="2925179"/>
                  </a:lnTo>
                  <a:lnTo>
                    <a:pt x="5941969" y="2773571"/>
                  </a:lnTo>
                  <a:lnTo>
                    <a:pt x="5943680" y="2654435"/>
                  </a:lnTo>
                  <a:lnTo>
                    <a:pt x="5945392" y="2539978"/>
                  </a:lnTo>
                  <a:lnTo>
                    <a:pt x="5947103" y="2473666"/>
                  </a:lnTo>
                  <a:lnTo>
                    <a:pt x="5948815" y="2460715"/>
                  </a:lnTo>
                  <a:lnTo>
                    <a:pt x="5950526" y="2427856"/>
                  </a:lnTo>
                  <a:lnTo>
                    <a:pt x="5952237" y="2436271"/>
                  </a:lnTo>
                  <a:lnTo>
                    <a:pt x="5953949" y="2414629"/>
                  </a:lnTo>
                  <a:lnTo>
                    <a:pt x="5955660" y="2444302"/>
                  </a:lnTo>
                  <a:lnTo>
                    <a:pt x="5957372" y="2399879"/>
                  </a:lnTo>
                  <a:lnTo>
                    <a:pt x="5959083" y="2342192"/>
                  </a:lnTo>
                  <a:lnTo>
                    <a:pt x="5960794" y="2341417"/>
                  </a:lnTo>
                  <a:lnTo>
                    <a:pt x="5962506" y="2311850"/>
                  </a:lnTo>
                  <a:lnTo>
                    <a:pt x="5964217" y="2345453"/>
                  </a:lnTo>
                  <a:lnTo>
                    <a:pt x="5965929" y="2369204"/>
                  </a:lnTo>
                  <a:lnTo>
                    <a:pt x="5967640" y="2374783"/>
                  </a:lnTo>
                  <a:lnTo>
                    <a:pt x="5969351" y="2289956"/>
                  </a:lnTo>
                  <a:lnTo>
                    <a:pt x="5971063" y="2261720"/>
                  </a:lnTo>
                  <a:lnTo>
                    <a:pt x="5972774" y="2320957"/>
                  </a:lnTo>
                  <a:lnTo>
                    <a:pt x="5974486" y="2358928"/>
                  </a:lnTo>
                  <a:lnTo>
                    <a:pt x="5976197" y="2447524"/>
                  </a:lnTo>
                  <a:lnTo>
                    <a:pt x="5977908" y="2518502"/>
                  </a:lnTo>
                  <a:lnTo>
                    <a:pt x="5979620" y="2654603"/>
                  </a:lnTo>
                  <a:lnTo>
                    <a:pt x="5981331" y="2810006"/>
                  </a:lnTo>
                  <a:lnTo>
                    <a:pt x="5983043" y="2986793"/>
                  </a:lnTo>
                  <a:lnTo>
                    <a:pt x="5984754" y="3116972"/>
                  </a:lnTo>
                  <a:lnTo>
                    <a:pt x="5986465" y="3116972"/>
                  </a:lnTo>
                  <a:lnTo>
                    <a:pt x="5988177" y="3116972"/>
                  </a:lnTo>
                  <a:lnTo>
                    <a:pt x="5989888" y="3116972"/>
                  </a:lnTo>
                  <a:lnTo>
                    <a:pt x="5991600" y="3116972"/>
                  </a:lnTo>
                  <a:lnTo>
                    <a:pt x="5993311" y="3116972"/>
                  </a:lnTo>
                  <a:lnTo>
                    <a:pt x="5995022" y="3116972"/>
                  </a:lnTo>
                  <a:lnTo>
                    <a:pt x="5996734" y="3061841"/>
                  </a:lnTo>
                  <a:lnTo>
                    <a:pt x="5998445" y="2993923"/>
                  </a:lnTo>
                  <a:lnTo>
                    <a:pt x="6000157" y="2896835"/>
                  </a:lnTo>
                  <a:lnTo>
                    <a:pt x="6001868" y="2882062"/>
                  </a:lnTo>
                  <a:lnTo>
                    <a:pt x="6003579" y="2866097"/>
                  </a:lnTo>
                  <a:lnTo>
                    <a:pt x="6005291" y="2700768"/>
                  </a:lnTo>
                  <a:lnTo>
                    <a:pt x="6007002" y="2545138"/>
                  </a:lnTo>
                  <a:lnTo>
                    <a:pt x="6008713" y="2497545"/>
                  </a:lnTo>
                  <a:lnTo>
                    <a:pt x="6010425" y="2467740"/>
                  </a:lnTo>
                  <a:lnTo>
                    <a:pt x="6012136" y="2384973"/>
                  </a:lnTo>
                  <a:lnTo>
                    <a:pt x="6013848" y="2316355"/>
                  </a:lnTo>
                  <a:lnTo>
                    <a:pt x="6015559" y="2359179"/>
                  </a:lnTo>
                  <a:lnTo>
                    <a:pt x="6017270" y="2406375"/>
                  </a:lnTo>
                  <a:lnTo>
                    <a:pt x="6018982" y="2440232"/>
                  </a:lnTo>
                  <a:lnTo>
                    <a:pt x="6020693" y="2426740"/>
                  </a:lnTo>
                  <a:lnTo>
                    <a:pt x="6022405" y="2342146"/>
                  </a:lnTo>
                  <a:lnTo>
                    <a:pt x="6024116" y="2299969"/>
                  </a:lnTo>
                  <a:lnTo>
                    <a:pt x="6025827" y="2336194"/>
                  </a:lnTo>
                  <a:lnTo>
                    <a:pt x="6027539" y="2337388"/>
                  </a:lnTo>
                  <a:lnTo>
                    <a:pt x="6029250" y="2384173"/>
                  </a:lnTo>
                  <a:lnTo>
                    <a:pt x="6030962" y="2500103"/>
                  </a:lnTo>
                  <a:lnTo>
                    <a:pt x="6032673" y="2638881"/>
                  </a:lnTo>
                  <a:lnTo>
                    <a:pt x="6034384" y="2689071"/>
                  </a:lnTo>
                  <a:lnTo>
                    <a:pt x="6036096" y="2570114"/>
                  </a:lnTo>
                  <a:lnTo>
                    <a:pt x="6037807" y="2446999"/>
                  </a:lnTo>
                  <a:lnTo>
                    <a:pt x="6039519" y="2365491"/>
                  </a:lnTo>
                  <a:lnTo>
                    <a:pt x="6041230" y="2262581"/>
                  </a:lnTo>
                  <a:lnTo>
                    <a:pt x="6042941" y="2117725"/>
                  </a:lnTo>
                  <a:lnTo>
                    <a:pt x="6044653" y="1961071"/>
                  </a:lnTo>
                  <a:lnTo>
                    <a:pt x="6046364" y="2004712"/>
                  </a:lnTo>
                  <a:lnTo>
                    <a:pt x="6048076" y="2218194"/>
                  </a:lnTo>
                  <a:lnTo>
                    <a:pt x="6049787" y="2266303"/>
                  </a:lnTo>
                  <a:lnTo>
                    <a:pt x="6051498" y="2268804"/>
                  </a:lnTo>
                  <a:lnTo>
                    <a:pt x="6053210" y="2336190"/>
                  </a:lnTo>
                  <a:lnTo>
                    <a:pt x="6054921" y="2430619"/>
                  </a:lnTo>
                  <a:lnTo>
                    <a:pt x="6056633" y="2433935"/>
                  </a:lnTo>
                  <a:lnTo>
                    <a:pt x="6058344" y="2339869"/>
                  </a:lnTo>
                  <a:lnTo>
                    <a:pt x="6060055" y="2262821"/>
                  </a:lnTo>
                  <a:lnTo>
                    <a:pt x="6061767" y="2265075"/>
                  </a:lnTo>
                  <a:lnTo>
                    <a:pt x="6063478" y="2306917"/>
                  </a:lnTo>
                  <a:lnTo>
                    <a:pt x="6065190" y="2414620"/>
                  </a:lnTo>
                  <a:lnTo>
                    <a:pt x="6066901" y="2546547"/>
                  </a:lnTo>
                  <a:lnTo>
                    <a:pt x="6068612" y="2649675"/>
                  </a:lnTo>
                  <a:lnTo>
                    <a:pt x="6070324" y="2800278"/>
                  </a:lnTo>
                  <a:lnTo>
                    <a:pt x="6072035" y="2900821"/>
                  </a:lnTo>
                  <a:lnTo>
                    <a:pt x="6073747" y="2930442"/>
                  </a:lnTo>
                  <a:lnTo>
                    <a:pt x="6075458" y="2934762"/>
                  </a:lnTo>
                  <a:lnTo>
                    <a:pt x="6077169" y="2853517"/>
                  </a:lnTo>
                  <a:lnTo>
                    <a:pt x="6078881" y="2752800"/>
                  </a:lnTo>
                  <a:lnTo>
                    <a:pt x="6080592" y="2716324"/>
                  </a:lnTo>
                  <a:lnTo>
                    <a:pt x="6082304" y="2735984"/>
                  </a:lnTo>
                  <a:lnTo>
                    <a:pt x="6084015" y="2780646"/>
                  </a:lnTo>
                  <a:lnTo>
                    <a:pt x="6085726" y="2791976"/>
                  </a:lnTo>
                  <a:lnTo>
                    <a:pt x="6087438" y="2826804"/>
                  </a:lnTo>
                  <a:lnTo>
                    <a:pt x="6089149" y="2866515"/>
                  </a:lnTo>
                  <a:lnTo>
                    <a:pt x="6090861" y="2860885"/>
                  </a:lnTo>
                  <a:lnTo>
                    <a:pt x="6092572" y="2809174"/>
                  </a:lnTo>
                  <a:lnTo>
                    <a:pt x="6094283" y="2801613"/>
                  </a:lnTo>
                  <a:lnTo>
                    <a:pt x="6095995" y="2817058"/>
                  </a:lnTo>
                  <a:lnTo>
                    <a:pt x="6097706" y="2853009"/>
                  </a:lnTo>
                  <a:lnTo>
                    <a:pt x="6099418" y="2878582"/>
                  </a:lnTo>
                  <a:lnTo>
                    <a:pt x="6101129" y="2915399"/>
                  </a:lnTo>
                  <a:lnTo>
                    <a:pt x="6102840" y="2922476"/>
                  </a:lnTo>
                  <a:lnTo>
                    <a:pt x="6104552" y="2820540"/>
                  </a:lnTo>
                  <a:lnTo>
                    <a:pt x="6106263" y="2731630"/>
                  </a:lnTo>
                  <a:lnTo>
                    <a:pt x="6107975" y="2717694"/>
                  </a:lnTo>
                  <a:lnTo>
                    <a:pt x="6109686" y="2657256"/>
                  </a:lnTo>
                  <a:lnTo>
                    <a:pt x="6111397" y="2522675"/>
                  </a:lnTo>
                  <a:lnTo>
                    <a:pt x="6113109" y="2470429"/>
                  </a:lnTo>
                  <a:lnTo>
                    <a:pt x="6114820" y="2522035"/>
                  </a:lnTo>
                  <a:lnTo>
                    <a:pt x="6116531" y="2573515"/>
                  </a:lnTo>
                  <a:lnTo>
                    <a:pt x="6118243" y="2611023"/>
                  </a:lnTo>
                  <a:lnTo>
                    <a:pt x="6119954" y="2687598"/>
                  </a:lnTo>
                  <a:lnTo>
                    <a:pt x="6121666" y="2688794"/>
                  </a:lnTo>
                  <a:lnTo>
                    <a:pt x="6123377" y="2648457"/>
                  </a:lnTo>
                  <a:lnTo>
                    <a:pt x="6125088" y="2669748"/>
                  </a:lnTo>
                  <a:lnTo>
                    <a:pt x="6126800" y="2594943"/>
                  </a:lnTo>
                  <a:lnTo>
                    <a:pt x="6128511" y="2460867"/>
                  </a:lnTo>
                  <a:lnTo>
                    <a:pt x="6130223" y="2368962"/>
                  </a:lnTo>
                  <a:lnTo>
                    <a:pt x="6131934" y="2426929"/>
                  </a:lnTo>
                  <a:lnTo>
                    <a:pt x="6133645" y="2432558"/>
                  </a:lnTo>
                  <a:lnTo>
                    <a:pt x="6135357" y="2332799"/>
                  </a:lnTo>
                  <a:lnTo>
                    <a:pt x="6137068" y="2286209"/>
                  </a:lnTo>
                  <a:lnTo>
                    <a:pt x="6138780" y="2256664"/>
                  </a:lnTo>
                  <a:lnTo>
                    <a:pt x="6140491" y="2197520"/>
                  </a:lnTo>
                  <a:lnTo>
                    <a:pt x="6142202" y="2047745"/>
                  </a:lnTo>
                  <a:lnTo>
                    <a:pt x="6143914" y="1949883"/>
                  </a:lnTo>
                  <a:lnTo>
                    <a:pt x="6145625" y="1921548"/>
                  </a:lnTo>
                  <a:lnTo>
                    <a:pt x="6147337" y="1833965"/>
                  </a:lnTo>
                  <a:lnTo>
                    <a:pt x="6149048" y="1765840"/>
                  </a:lnTo>
                  <a:lnTo>
                    <a:pt x="6150759" y="1787303"/>
                  </a:lnTo>
                  <a:lnTo>
                    <a:pt x="6152471" y="1877629"/>
                  </a:lnTo>
                  <a:lnTo>
                    <a:pt x="6154182" y="1944032"/>
                  </a:lnTo>
                  <a:lnTo>
                    <a:pt x="6155894" y="1912052"/>
                  </a:lnTo>
                  <a:lnTo>
                    <a:pt x="6157605" y="1956965"/>
                  </a:lnTo>
                  <a:lnTo>
                    <a:pt x="6159316" y="2017430"/>
                  </a:lnTo>
                  <a:lnTo>
                    <a:pt x="6161028" y="2049770"/>
                  </a:lnTo>
                  <a:lnTo>
                    <a:pt x="6162739" y="2108795"/>
                  </a:lnTo>
                  <a:lnTo>
                    <a:pt x="6164451" y="2204148"/>
                  </a:lnTo>
                  <a:lnTo>
                    <a:pt x="6166162" y="2319980"/>
                  </a:lnTo>
                  <a:lnTo>
                    <a:pt x="6167873" y="2371403"/>
                  </a:lnTo>
                  <a:lnTo>
                    <a:pt x="6169585" y="2377500"/>
                  </a:lnTo>
                  <a:lnTo>
                    <a:pt x="6171296" y="2280068"/>
                  </a:lnTo>
                  <a:lnTo>
                    <a:pt x="6173008" y="2102982"/>
                  </a:lnTo>
                  <a:lnTo>
                    <a:pt x="6174719" y="2011169"/>
                  </a:lnTo>
                  <a:lnTo>
                    <a:pt x="6176430" y="1979992"/>
                  </a:lnTo>
                  <a:lnTo>
                    <a:pt x="6178142" y="1956674"/>
                  </a:lnTo>
                  <a:lnTo>
                    <a:pt x="6179853" y="1965529"/>
                  </a:lnTo>
                  <a:lnTo>
                    <a:pt x="6181565" y="2116373"/>
                  </a:lnTo>
                  <a:lnTo>
                    <a:pt x="6183276" y="2347486"/>
                  </a:lnTo>
                  <a:lnTo>
                    <a:pt x="6184987" y="2462009"/>
                  </a:lnTo>
                  <a:lnTo>
                    <a:pt x="6186699" y="2558111"/>
                  </a:lnTo>
                  <a:lnTo>
                    <a:pt x="6188410" y="2731502"/>
                  </a:lnTo>
                  <a:lnTo>
                    <a:pt x="6190122" y="2901080"/>
                  </a:lnTo>
                  <a:lnTo>
                    <a:pt x="6191833" y="2974521"/>
                  </a:lnTo>
                  <a:lnTo>
                    <a:pt x="6193544" y="2996336"/>
                  </a:lnTo>
                  <a:lnTo>
                    <a:pt x="6195256" y="3035849"/>
                  </a:lnTo>
                  <a:lnTo>
                    <a:pt x="6196967" y="2978504"/>
                  </a:lnTo>
                  <a:lnTo>
                    <a:pt x="6198679" y="2808741"/>
                  </a:lnTo>
                  <a:lnTo>
                    <a:pt x="6200390" y="2648428"/>
                  </a:lnTo>
                  <a:lnTo>
                    <a:pt x="6202101" y="2500646"/>
                  </a:lnTo>
                  <a:lnTo>
                    <a:pt x="6203813" y="2415423"/>
                  </a:lnTo>
                  <a:lnTo>
                    <a:pt x="6205524" y="2349241"/>
                  </a:lnTo>
                  <a:lnTo>
                    <a:pt x="6207236" y="2416004"/>
                  </a:lnTo>
                  <a:lnTo>
                    <a:pt x="6208947" y="2577918"/>
                  </a:lnTo>
                  <a:lnTo>
                    <a:pt x="6210658" y="2675668"/>
                  </a:lnTo>
                  <a:lnTo>
                    <a:pt x="6212370" y="2746967"/>
                  </a:lnTo>
                  <a:lnTo>
                    <a:pt x="6214081" y="2761864"/>
                  </a:lnTo>
                  <a:lnTo>
                    <a:pt x="6215793" y="2768984"/>
                  </a:lnTo>
                  <a:lnTo>
                    <a:pt x="6217504" y="2739995"/>
                  </a:lnTo>
                  <a:lnTo>
                    <a:pt x="6219215" y="2648707"/>
                  </a:lnTo>
                  <a:lnTo>
                    <a:pt x="6220927" y="2509127"/>
                  </a:lnTo>
                  <a:lnTo>
                    <a:pt x="6222638" y="2380358"/>
                  </a:lnTo>
                  <a:lnTo>
                    <a:pt x="6224349" y="2308896"/>
                  </a:lnTo>
                  <a:lnTo>
                    <a:pt x="6226061" y="2280774"/>
                  </a:lnTo>
                  <a:lnTo>
                    <a:pt x="6227772" y="2187998"/>
                  </a:lnTo>
                  <a:lnTo>
                    <a:pt x="6229484" y="2151128"/>
                  </a:lnTo>
                  <a:lnTo>
                    <a:pt x="6231195" y="2242010"/>
                  </a:lnTo>
                  <a:lnTo>
                    <a:pt x="6232906" y="2364547"/>
                  </a:lnTo>
                  <a:lnTo>
                    <a:pt x="6234618" y="2439684"/>
                  </a:lnTo>
                  <a:lnTo>
                    <a:pt x="6236329" y="2382582"/>
                  </a:lnTo>
                  <a:lnTo>
                    <a:pt x="6238041" y="2277659"/>
                  </a:lnTo>
                  <a:lnTo>
                    <a:pt x="6239752" y="2218842"/>
                  </a:lnTo>
                  <a:lnTo>
                    <a:pt x="6241463" y="2162474"/>
                  </a:lnTo>
                  <a:lnTo>
                    <a:pt x="6243175" y="2128202"/>
                  </a:lnTo>
                  <a:lnTo>
                    <a:pt x="6244886" y="2169916"/>
                  </a:lnTo>
                  <a:lnTo>
                    <a:pt x="6246598" y="2321280"/>
                  </a:lnTo>
                  <a:lnTo>
                    <a:pt x="6248309" y="2505765"/>
                  </a:lnTo>
                  <a:lnTo>
                    <a:pt x="6250020" y="2679058"/>
                  </a:lnTo>
                  <a:lnTo>
                    <a:pt x="6251732" y="2798551"/>
                  </a:lnTo>
                  <a:lnTo>
                    <a:pt x="6253443" y="2856013"/>
                  </a:lnTo>
                  <a:lnTo>
                    <a:pt x="6255155" y="2810031"/>
                  </a:lnTo>
                  <a:lnTo>
                    <a:pt x="6256866" y="2693082"/>
                  </a:lnTo>
                  <a:lnTo>
                    <a:pt x="6258577" y="2670198"/>
                  </a:lnTo>
                  <a:lnTo>
                    <a:pt x="6260289" y="2611707"/>
                  </a:lnTo>
                  <a:lnTo>
                    <a:pt x="6262000" y="2519511"/>
                  </a:lnTo>
                  <a:lnTo>
                    <a:pt x="6263712" y="2445448"/>
                  </a:lnTo>
                  <a:lnTo>
                    <a:pt x="6265423" y="2403746"/>
                  </a:lnTo>
                  <a:lnTo>
                    <a:pt x="6267134" y="2392492"/>
                  </a:lnTo>
                  <a:lnTo>
                    <a:pt x="6268846" y="2336647"/>
                  </a:lnTo>
                  <a:lnTo>
                    <a:pt x="6270557" y="2363103"/>
                  </a:lnTo>
                  <a:lnTo>
                    <a:pt x="6272269" y="2444397"/>
                  </a:lnTo>
                  <a:lnTo>
                    <a:pt x="6273980" y="2450135"/>
                  </a:lnTo>
                  <a:lnTo>
                    <a:pt x="6275691" y="2409376"/>
                  </a:lnTo>
                  <a:lnTo>
                    <a:pt x="6277403" y="2431421"/>
                  </a:lnTo>
                  <a:lnTo>
                    <a:pt x="6279114" y="2563083"/>
                  </a:lnTo>
                  <a:lnTo>
                    <a:pt x="6280826" y="2615877"/>
                  </a:lnTo>
                  <a:lnTo>
                    <a:pt x="6282537" y="2622652"/>
                  </a:lnTo>
                  <a:lnTo>
                    <a:pt x="6284248" y="2690398"/>
                  </a:lnTo>
                  <a:lnTo>
                    <a:pt x="6285960" y="2696088"/>
                  </a:lnTo>
                  <a:lnTo>
                    <a:pt x="6287671" y="2617131"/>
                  </a:lnTo>
                  <a:lnTo>
                    <a:pt x="6289383" y="2474310"/>
                  </a:lnTo>
                  <a:lnTo>
                    <a:pt x="6291094" y="2346174"/>
                  </a:lnTo>
                  <a:lnTo>
                    <a:pt x="6292805" y="2192634"/>
                  </a:lnTo>
                  <a:lnTo>
                    <a:pt x="6294517" y="2100109"/>
                  </a:lnTo>
                  <a:lnTo>
                    <a:pt x="6296228" y="2262209"/>
                  </a:lnTo>
                  <a:lnTo>
                    <a:pt x="6297940" y="2493898"/>
                  </a:lnTo>
                  <a:lnTo>
                    <a:pt x="6299651" y="2592361"/>
                  </a:lnTo>
                  <a:lnTo>
                    <a:pt x="6301362" y="2580354"/>
                  </a:lnTo>
                  <a:lnTo>
                    <a:pt x="6303074" y="2680628"/>
                  </a:lnTo>
                  <a:lnTo>
                    <a:pt x="6304785" y="2791364"/>
                  </a:lnTo>
                  <a:lnTo>
                    <a:pt x="6306497" y="2700659"/>
                  </a:lnTo>
                  <a:lnTo>
                    <a:pt x="6308208" y="2493155"/>
                  </a:lnTo>
                  <a:lnTo>
                    <a:pt x="6309919" y="2379059"/>
                  </a:lnTo>
                  <a:lnTo>
                    <a:pt x="6311631" y="2390320"/>
                  </a:lnTo>
                  <a:lnTo>
                    <a:pt x="6313342" y="2430159"/>
                  </a:lnTo>
                  <a:lnTo>
                    <a:pt x="6315054" y="2358299"/>
                  </a:lnTo>
                  <a:lnTo>
                    <a:pt x="6316765" y="2211671"/>
                  </a:lnTo>
                  <a:lnTo>
                    <a:pt x="6318476" y="2171361"/>
                  </a:lnTo>
                  <a:lnTo>
                    <a:pt x="6320188" y="2196151"/>
                  </a:lnTo>
                  <a:lnTo>
                    <a:pt x="6321899" y="2124121"/>
                  </a:lnTo>
                  <a:lnTo>
                    <a:pt x="6323611" y="2067641"/>
                  </a:lnTo>
                  <a:lnTo>
                    <a:pt x="6325322" y="2062801"/>
                  </a:lnTo>
                  <a:lnTo>
                    <a:pt x="6327033" y="2167258"/>
                  </a:lnTo>
                  <a:lnTo>
                    <a:pt x="6328745" y="2313366"/>
                  </a:lnTo>
                  <a:lnTo>
                    <a:pt x="6330456" y="2347202"/>
                  </a:lnTo>
                  <a:lnTo>
                    <a:pt x="6332167" y="2370813"/>
                  </a:lnTo>
                  <a:lnTo>
                    <a:pt x="6333879" y="2338235"/>
                  </a:lnTo>
                  <a:lnTo>
                    <a:pt x="6335590" y="2324592"/>
                  </a:lnTo>
                  <a:lnTo>
                    <a:pt x="6337302" y="2253127"/>
                  </a:lnTo>
                  <a:lnTo>
                    <a:pt x="6339013" y="2096233"/>
                  </a:lnTo>
                  <a:lnTo>
                    <a:pt x="6340724" y="2005402"/>
                  </a:lnTo>
                  <a:lnTo>
                    <a:pt x="6342436" y="2010357"/>
                  </a:lnTo>
                  <a:lnTo>
                    <a:pt x="6344147" y="2075462"/>
                  </a:lnTo>
                  <a:lnTo>
                    <a:pt x="6345859" y="2136789"/>
                  </a:lnTo>
                  <a:lnTo>
                    <a:pt x="6347570" y="2191789"/>
                  </a:lnTo>
                  <a:lnTo>
                    <a:pt x="6349281" y="2321602"/>
                  </a:lnTo>
                  <a:lnTo>
                    <a:pt x="6350993" y="2397855"/>
                  </a:lnTo>
                  <a:lnTo>
                    <a:pt x="6352704" y="2446540"/>
                  </a:lnTo>
                  <a:lnTo>
                    <a:pt x="6354416" y="2462202"/>
                  </a:lnTo>
                  <a:lnTo>
                    <a:pt x="6356127" y="2529369"/>
                  </a:lnTo>
                  <a:lnTo>
                    <a:pt x="6357838" y="2662228"/>
                  </a:lnTo>
                  <a:lnTo>
                    <a:pt x="6359550" y="2739417"/>
                  </a:lnTo>
                  <a:lnTo>
                    <a:pt x="6361261" y="2825156"/>
                  </a:lnTo>
                  <a:lnTo>
                    <a:pt x="6362973" y="2910173"/>
                  </a:lnTo>
                  <a:lnTo>
                    <a:pt x="6364684" y="2838984"/>
                  </a:lnTo>
                  <a:lnTo>
                    <a:pt x="6366395" y="2684872"/>
                  </a:lnTo>
                  <a:lnTo>
                    <a:pt x="6368107" y="2625991"/>
                  </a:lnTo>
                  <a:lnTo>
                    <a:pt x="6369818" y="2589065"/>
                  </a:lnTo>
                  <a:lnTo>
                    <a:pt x="6371530" y="2549380"/>
                  </a:lnTo>
                  <a:lnTo>
                    <a:pt x="6373241" y="2527027"/>
                  </a:lnTo>
                  <a:lnTo>
                    <a:pt x="6374952" y="2672200"/>
                  </a:lnTo>
                  <a:lnTo>
                    <a:pt x="6376664" y="2830054"/>
                  </a:lnTo>
                  <a:lnTo>
                    <a:pt x="6378375" y="2869290"/>
                  </a:lnTo>
                  <a:lnTo>
                    <a:pt x="6380087" y="2791501"/>
                  </a:lnTo>
                  <a:lnTo>
                    <a:pt x="6381798" y="2667450"/>
                  </a:lnTo>
                  <a:lnTo>
                    <a:pt x="6383509" y="2622568"/>
                  </a:lnTo>
                  <a:lnTo>
                    <a:pt x="6385221" y="2496257"/>
                  </a:lnTo>
                  <a:lnTo>
                    <a:pt x="6386932" y="2356915"/>
                  </a:lnTo>
                  <a:lnTo>
                    <a:pt x="6388644" y="2312338"/>
                  </a:lnTo>
                  <a:lnTo>
                    <a:pt x="6390355" y="2305469"/>
                  </a:lnTo>
                  <a:lnTo>
                    <a:pt x="6392066" y="2357466"/>
                  </a:lnTo>
                  <a:lnTo>
                    <a:pt x="6393778" y="2345843"/>
                  </a:lnTo>
                  <a:lnTo>
                    <a:pt x="6395489" y="2367877"/>
                  </a:lnTo>
                  <a:lnTo>
                    <a:pt x="6397201" y="2371597"/>
                  </a:lnTo>
                  <a:lnTo>
                    <a:pt x="6398912" y="2219054"/>
                  </a:lnTo>
                  <a:lnTo>
                    <a:pt x="6400623" y="2078942"/>
                  </a:lnTo>
                  <a:lnTo>
                    <a:pt x="6402335" y="1976219"/>
                  </a:lnTo>
                  <a:lnTo>
                    <a:pt x="6404046" y="1902097"/>
                  </a:lnTo>
                  <a:lnTo>
                    <a:pt x="6405758" y="1814698"/>
                  </a:lnTo>
                  <a:lnTo>
                    <a:pt x="6407469" y="1725322"/>
                  </a:lnTo>
                  <a:lnTo>
                    <a:pt x="6409180" y="1724877"/>
                  </a:lnTo>
                  <a:lnTo>
                    <a:pt x="6410892" y="1747241"/>
                  </a:lnTo>
                  <a:lnTo>
                    <a:pt x="6412603" y="1784284"/>
                  </a:lnTo>
                  <a:lnTo>
                    <a:pt x="6414315" y="1857326"/>
                  </a:lnTo>
                  <a:lnTo>
                    <a:pt x="6416026" y="1980838"/>
                  </a:lnTo>
                  <a:lnTo>
                    <a:pt x="6417737" y="2134114"/>
                  </a:lnTo>
                  <a:lnTo>
                    <a:pt x="6419449" y="2200755"/>
                  </a:lnTo>
                  <a:lnTo>
                    <a:pt x="6421160" y="2262635"/>
                  </a:lnTo>
                  <a:lnTo>
                    <a:pt x="6422872" y="2320777"/>
                  </a:lnTo>
                  <a:lnTo>
                    <a:pt x="6424583" y="2326745"/>
                  </a:lnTo>
                  <a:lnTo>
                    <a:pt x="6426294" y="2300758"/>
                  </a:lnTo>
                  <a:lnTo>
                    <a:pt x="6428006" y="2247042"/>
                  </a:lnTo>
                  <a:lnTo>
                    <a:pt x="6429717" y="2355778"/>
                  </a:lnTo>
                  <a:lnTo>
                    <a:pt x="6431428" y="2462675"/>
                  </a:lnTo>
                  <a:lnTo>
                    <a:pt x="6433140" y="2471991"/>
                  </a:lnTo>
                  <a:lnTo>
                    <a:pt x="6434851" y="2502435"/>
                  </a:lnTo>
                  <a:lnTo>
                    <a:pt x="6436563" y="2552372"/>
                  </a:lnTo>
                  <a:lnTo>
                    <a:pt x="6438274" y="2612568"/>
                  </a:lnTo>
                  <a:lnTo>
                    <a:pt x="6439985" y="2568931"/>
                  </a:lnTo>
                  <a:lnTo>
                    <a:pt x="6441697" y="2582850"/>
                  </a:lnTo>
                  <a:lnTo>
                    <a:pt x="6443408" y="2674307"/>
                  </a:lnTo>
                  <a:lnTo>
                    <a:pt x="6445120" y="2745676"/>
                  </a:lnTo>
                  <a:lnTo>
                    <a:pt x="6446831" y="2822063"/>
                  </a:lnTo>
                  <a:lnTo>
                    <a:pt x="6448542" y="2886028"/>
                  </a:lnTo>
                  <a:lnTo>
                    <a:pt x="6450254" y="2848428"/>
                  </a:lnTo>
                  <a:lnTo>
                    <a:pt x="6451965" y="2671270"/>
                  </a:lnTo>
                  <a:lnTo>
                    <a:pt x="6453677" y="2543349"/>
                  </a:lnTo>
                  <a:lnTo>
                    <a:pt x="6455388" y="2492969"/>
                  </a:lnTo>
                  <a:lnTo>
                    <a:pt x="6457099" y="2410815"/>
                  </a:lnTo>
                  <a:lnTo>
                    <a:pt x="6458811" y="2360436"/>
                  </a:lnTo>
                  <a:lnTo>
                    <a:pt x="6460522" y="2487788"/>
                  </a:lnTo>
                  <a:lnTo>
                    <a:pt x="6462234" y="2732534"/>
                  </a:lnTo>
                  <a:lnTo>
                    <a:pt x="6463945" y="2854877"/>
                  </a:lnTo>
                  <a:lnTo>
                    <a:pt x="6465656" y="2821951"/>
                  </a:lnTo>
                  <a:lnTo>
                    <a:pt x="6467368" y="2832345"/>
                  </a:lnTo>
                  <a:lnTo>
                    <a:pt x="6469079" y="2877320"/>
                  </a:lnTo>
                  <a:lnTo>
                    <a:pt x="6470791" y="2793887"/>
                  </a:lnTo>
                  <a:lnTo>
                    <a:pt x="6472502" y="2552882"/>
                  </a:lnTo>
                  <a:lnTo>
                    <a:pt x="6474213" y="2342552"/>
                  </a:lnTo>
                  <a:lnTo>
                    <a:pt x="6475925" y="2210222"/>
                  </a:lnTo>
                  <a:lnTo>
                    <a:pt x="6477636" y="2108425"/>
                  </a:lnTo>
                  <a:lnTo>
                    <a:pt x="6479348" y="1916592"/>
                  </a:lnTo>
                  <a:lnTo>
                    <a:pt x="6481059" y="1765616"/>
                  </a:lnTo>
                  <a:lnTo>
                    <a:pt x="6482770" y="1725504"/>
                  </a:lnTo>
                  <a:lnTo>
                    <a:pt x="6484482" y="1679492"/>
                  </a:lnTo>
                  <a:lnTo>
                    <a:pt x="6486193" y="1597791"/>
                  </a:lnTo>
                  <a:lnTo>
                    <a:pt x="6487905" y="1402663"/>
                  </a:lnTo>
                  <a:lnTo>
                    <a:pt x="6489616" y="1248431"/>
                  </a:lnTo>
                  <a:lnTo>
                    <a:pt x="6491327" y="1256560"/>
                  </a:lnTo>
                  <a:lnTo>
                    <a:pt x="6493039" y="1340068"/>
                  </a:lnTo>
                  <a:lnTo>
                    <a:pt x="6494750" y="1425718"/>
                  </a:lnTo>
                  <a:lnTo>
                    <a:pt x="6496462" y="1600123"/>
                  </a:lnTo>
                  <a:lnTo>
                    <a:pt x="6498173" y="1794787"/>
                  </a:lnTo>
                  <a:lnTo>
                    <a:pt x="6499884" y="2024708"/>
                  </a:lnTo>
                  <a:lnTo>
                    <a:pt x="6501596" y="2042814"/>
                  </a:lnTo>
                  <a:lnTo>
                    <a:pt x="6503307" y="1950229"/>
                  </a:lnTo>
                  <a:lnTo>
                    <a:pt x="6505019" y="1897089"/>
                  </a:lnTo>
                  <a:lnTo>
                    <a:pt x="6506730" y="1795708"/>
                  </a:lnTo>
                  <a:lnTo>
                    <a:pt x="6508441" y="1786088"/>
                  </a:lnTo>
                  <a:lnTo>
                    <a:pt x="6510153" y="1799131"/>
                  </a:lnTo>
                  <a:lnTo>
                    <a:pt x="6511864" y="1827653"/>
                  </a:lnTo>
                  <a:lnTo>
                    <a:pt x="6513576" y="1969589"/>
                  </a:lnTo>
                  <a:lnTo>
                    <a:pt x="6515287" y="2083732"/>
                  </a:lnTo>
                  <a:lnTo>
                    <a:pt x="6516998" y="2130128"/>
                  </a:lnTo>
                  <a:lnTo>
                    <a:pt x="6518710" y="2206359"/>
                  </a:lnTo>
                  <a:lnTo>
                    <a:pt x="6520421" y="2122602"/>
                  </a:lnTo>
                  <a:lnTo>
                    <a:pt x="6522133" y="2030550"/>
                  </a:lnTo>
                  <a:lnTo>
                    <a:pt x="6523844" y="1849365"/>
                  </a:lnTo>
                  <a:lnTo>
                    <a:pt x="6525555" y="1814981"/>
                  </a:lnTo>
                  <a:lnTo>
                    <a:pt x="6527267" y="1830189"/>
                  </a:lnTo>
                  <a:lnTo>
                    <a:pt x="6528978" y="1618718"/>
                  </a:lnTo>
                  <a:lnTo>
                    <a:pt x="6530690" y="1528830"/>
                  </a:lnTo>
                  <a:lnTo>
                    <a:pt x="6532401" y="1555178"/>
                  </a:lnTo>
                  <a:lnTo>
                    <a:pt x="6534112" y="1679647"/>
                  </a:lnTo>
                  <a:lnTo>
                    <a:pt x="6535824" y="1607419"/>
                  </a:lnTo>
                  <a:lnTo>
                    <a:pt x="6537535" y="1500002"/>
                  </a:lnTo>
                  <a:lnTo>
                    <a:pt x="6539246" y="1444484"/>
                  </a:lnTo>
                  <a:lnTo>
                    <a:pt x="6540958" y="1379450"/>
                  </a:lnTo>
                  <a:lnTo>
                    <a:pt x="6542669" y="1277548"/>
                  </a:lnTo>
                  <a:lnTo>
                    <a:pt x="6544381" y="1083530"/>
                  </a:lnTo>
                  <a:lnTo>
                    <a:pt x="6546092" y="957933"/>
                  </a:lnTo>
                  <a:lnTo>
                    <a:pt x="6547803" y="810691"/>
                  </a:lnTo>
                  <a:lnTo>
                    <a:pt x="6549515" y="720752"/>
                  </a:lnTo>
                  <a:lnTo>
                    <a:pt x="6551226" y="696037"/>
                  </a:lnTo>
                  <a:lnTo>
                    <a:pt x="6552938" y="675908"/>
                  </a:lnTo>
                  <a:lnTo>
                    <a:pt x="6554649" y="699477"/>
                  </a:lnTo>
                  <a:lnTo>
                    <a:pt x="6556360" y="766783"/>
                  </a:lnTo>
                  <a:lnTo>
                    <a:pt x="6558072" y="955024"/>
                  </a:lnTo>
                  <a:lnTo>
                    <a:pt x="6559783" y="995461"/>
                  </a:lnTo>
                  <a:lnTo>
                    <a:pt x="6561495" y="878832"/>
                  </a:lnTo>
                  <a:lnTo>
                    <a:pt x="6563206" y="771765"/>
                  </a:lnTo>
                  <a:lnTo>
                    <a:pt x="6564917" y="738948"/>
                  </a:lnTo>
                  <a:lnTo>
                    <a:pt x="6566629" y="561223"/>
                  </a:lnTo>
                  <a:lnTo>
                    <a:pt x="6568340" y="233392"/>
                  </a:lnTo>
                  <a:lnTo>
                    <a:pt x="6570052" y="65006"/>
                  </a:lnTo>
                  <a:lnTo>
                    <a:pt x="6571763" y="56069"/>
                  </a:lnTo>
                  <a:lnTo>
                    <a:pt x="6573474" y="46789"/>
                  </a:lnTo>
                  <a:lnTo>
                    <a:pt x="6575186" y="0"/>
                  </a:lnTo>
                  <a:lnTo>
                    <a:pt x="6576897" y="118343"/>
                  </a:lnTo>
                  <a:lnTo>
                    <a:pt x="6578609" y="330189"/>
                  </a:lnTo>
                  <a:lnTo>
                    <a:pt x="6580320" y="475297"/>
                  </a:lnTo>
                  <a:lnTo>
                    <a:pt x="6582031" y="489539"/>
                  </a:lnTo>
                  <a:lnTo>
                    <a:pt x="6583743" y="552357"/>
                  </a:lnTo>
                  <a:lnTo>
                    <a:pt x="6585454" y="665121"/>
                  </a:lnTo>
                  <a:lnTo>
                    <a:pt x="6587166" y="753722"/>
                  </a:lnTo>
                  <a:lnTo>
                    <a:pt x="6588877" y="789898"/>
                  </a:lnTo>
                  <a:lnTo>
                    <a:pt x="6590588" y="850329"/>
                  </a:lnTo>
                  <a:lnTo>
                    <a:pt x="6592300" y="1028360"/>
                  </a:lnTo>
                  <a:lnTo>
                    <a:pt x="6594011" y="1143031"/>
                  </a:lnTo>
                  <a:lnTo>
                    <a:pt x="6595723" y="1144435"/>
                  </a:lnTo>
                  <a:lnTo>
                    <a:pt x="6597434" y="1073174"/>
                  </a:lnTo>
                  <a:lnTo>
                    <a:pt x="6599145" y="1024739"/>
                  </a:lnTo>
                  <a:lnTo>
                    <a:pt x="6600857" y="1065063"/>
                  </a:lnTo>
                  <a:lnTo>
                    <a:pt x="6602568" y="1002427"/>
                  </a:lnTo>
                  <a:lnTo>
                    <a:pt x="6604280" y="818795"/>
                  </a:lnTo>
                  <a:lnTo>
                    <a:pt x="6605991" y="723723"/>
                  </a:lnTo>
                  <a:lnTo>
                    <a:pt x="6607702" y="667678"/>
                  </a:lnTo>
                  <a:lnTo>
                    <a:pt x="6609414" y="542883"/>
                  </a:lnTo>
                  <a:lnTo>
                    <a:pt x="6611125" y="400081"/>
                  </a:lnTo>
                  <a:lnTo>
                    <a:pt x="6612837" y="354833"/>
                  </a:lnTo>
                  <a:lnTo>
                    <a:pt x="6614548" y="519206"/>
                  </a:lnTo>
                  <a:lnTo>
                    <a:pt x="6616259" y="648038"/>
                  </a:lnTo>
                  <a:lnTo>
                    <a:pt x="6617971" y="654078"/>
                  </a:lnTo>
                  <a:lnTo>
                    <a:pt x="6619682" y="652382"/>
                  </a:lnTo>
                  <a:lnTo>
                    <a:pt x="6621394" y="576696"/>
                  </a:lnTo>
                  <a:lnTo>
                    <a:pt x="6623105" y="489770"/>
                  </a:lnTo>
                  <a:lnTo>
                    <a:pt x="6624816" y="406244"/>
                  </a:lnTo>
                  <a:lnTo>
                    <a:pt x="6626528" y="282167"/>
                  </a:lnTo>
                  <a:lnTo>
                    <a:pt x="6628239" y="260413"/>
                  </a:lnTo>
                  <a:lnTo>
                    <a:pt x="6629951" y="415341"/>
                  </a:lnTo>
                  <a:lnTo>
                    <a:pt x="6631662" y="622337"/>
                  </a:lnTo>
                  <a:lnTo>
                    <a:pt x="6633373" y="802010"/>
                  </a:lnTo>
                  <a:lnTo>
                    <a:pt x="6635085" y="966469"/>
                  </a:lnTo>
                  <a:lnTo>
                    <a:pt x="6636796" y="1096877"/>
                  </a:lnTo>
                  <a:lnTo>
                    <a:pt x="6638508" y="1182567"/>
                  </a:lnTo>
                  <a:lnTo>
                    <a:pt x="6640219" y="1175695"/>
                  </a:lnTo>
                  <a:lnTo>
                    <a:pt x="6641930" y="1112616"/>
                  </a:lnTo>
                  <a:lnTo>
                    <a:pt x="6643642" y="1048338"/>
                  </a:lnTo>
                  <a:lnTo>
                    <a:pt x="6645353" y="1023632"/>
                  </a:lnTo>
                  <a:lnTo>
                    <a:pt x="6647064" y="1079773"/>
                  </a:lnTo>
                  <a:lnTo>
                    <a:pt x="6648776" y="1114137"/>
                  </a:lnTo>
                  <a:lnTo>
                    <a:pt x="6650487" y="1074007"/>
                  </a:lnTo>
                  <a:lnTo>
                    <a:pt x="6652199" y="1099532"/>
                  </a:lnTo>
                  <a:lnTo>
                    <a:pt x="6653910" y="1200519"/>
                  </a:lnTo>
                  <a:lnTo>
                    <a:pt x="6655621" y="1170166"/>
                  </a:lnTo>
                  <a:lnTo>
                    <a:pt x="6657333" y="1083366"/>
                  </a:lnTo>
                  <a:lnTo>
                    <a:pt x="6659044" y="1068405"/>
                  </a:lnTo>
                  <a:lnTo>
                    <a:pt x="6660756" y="1188457"/>
                  </a:lnTo>
                  <a:lnTo>
                    <a:pt x="6662467" y="1426304"/>
                  </a:lnTo>
                  <a:lnTo>
                    <a:pt x="6664178" y="1436587"/>
                  </a:lnTo>
                  <a:lnTo>
                    <a:pt x="6665890" y="1415265"/>
                  </a:lnTo>
                  <a:lnTo>
                    <a:pt x="6667601" y="1469202"/>
                  </a:lnTo>
                  <a:lnTo>
                    <a:pt x="6669313" y="1658937"/>
                  </a:lnTo>
                  <a:lnTo>
                    <a:pt x="6671024" y="1898905"/>
                  </a:lnTo>
                  <a:lnTo>
                    <a:pt x="6672735" y="1970420"/>
                  </a:lnTo>
                  <a:lnTo>
                    <a:pt x="6674447" y="2139779"/>
                  </a:lnTo>
                  <a:lnTo>
                    <a:pt x="6676158" y="2408183"/>
                  </a:lnTo>
                  <a:lnTo>
                    <a:pt x="6677870" y="2603796"/>
                  </a:lnTo>
                  <a:lnTo>
                    <a:pt x="6679581" y="2619001"/>
                  </a:lnTo>
                  <a:lnTo>
                    <a:pt x="6681292" y="2484586"/>
                  </a:lnTo>
                  <a:lnTo>
                    <a:pt x="6683004" y="2413256"/>
                  </a:lnTo>
                  <a:lnTo>
                    <a:pt x="6684715" y="2406350"/>
                  </a:lnTo>
                  <a:lnTo>
                    <a:pt x="6686427" y="2312197"/>
                  </a:lnTo>
                  <a:lnTo>
                    <a:pt x="6688138" y="2327568"/>
                  </a:lnTo>
                  <a:lnTo>
                    <a:pt x="6689849" y="2291396"/>
                  </a:lnTo>
                  <a:lnTo>
                    <a:pt x="6691561" y="2354136"/>
                  </a:lnTo>
                  <a:lnTo>
                    <a:pt x="6693272" y="2475434"/>
                  </a:lnTo>
                  <a:lnTo>
                    <a:pt x="6694984" y="2565231"/>
                  </a:lnTo>
                  <a:lnTo>
                    <a:pt x="6696695" y="2615855"/>
                  </a:lnTo>
                  <a:lnTo>
                    <a:pt x="6698406" y="2579309"/>
                  </a:lnTo>
                  <a:lnTo>
                    <a:pt x="6700118" y="2684804"/>
                  </a:lnTo>
                  <a:lnTo>
                    <a:pt x="6701829" y="2741210"/>
                  </a:lnTo>
                  <a:lnTo>
                    <a:pt x="6703541" y="2700319"/>
                  </a:lnTo>
                  <a:lnTo>
                    <a:pt x="6705252" y="2676934"/>
                  </a:lnTo>
                  <a:lnTo>
                    <a:pt x="6706963" y="2685196"/>
                  </a:lnTo>
                  <a:lnTo>
                    <a:pt x="6708675" y="2744394"/>
                  </a:lnTo>
                  <a:lnTo>
                    <a:pt x="6710386" y="2780588"/>
                  </a:lnTo>
                  <a:lnTo>
                    <a:pt x="6712098" y="2779823"/>
                  </a:lnTo>
                  <a:lnTo>
                    <a:pt x="6713809" y="2808388"/>
                  </a:lnTo>
                  <a:lnTo>
                    <a:pt x="6715520" y="2831606"/>
                  </a:lnTo>
                  <a:lnTo>
                    <a:pt x="6717232" y="2820129"/>
                  </a:lnTo>
                  <a:lnTo>
                    <a:pt x="6718943" y="2733896"/>
                  </a:lnTo>
                  <a:lnTo>
                    <a:pt x="6720655" y="2673720"/>
                  </a:lnTo>
                  <a:lnTo>
                    <a:pt x="6722366" y="2557943"/>
                  </a:lnTo>
                  <a:lnTo>
                    <a:pt x="6724077" y="2407600"/>
                  </a:lnTo>
                  <a:lnTo>
                    <a:pt x="6725789" y="2213661"/>
                  </a:lnTo>
                  <a:lnTo>
                    <a:pt x="6727500" y="2054381"/>
                  </a:lnTo>
                  <a:lnTo>
                    <a:pt x="6729212" y="1918773"/>
                  </a:lnTo>
                  <a:lnTo>
                    <a:pt x="6730923" y="1761468"/>
                  </a:lnTo>
                  <a:lnTo>
                    <a:pt x="6732634" y="1691762"/>
                  </a:lnTo>
                  <a:lnTo>
                    <a:pt x="6734346" y="1587183"/>
                  </a:lnTo>
                  <a:lnTo>
                    <a:pt x="6736057" y="1601842"/>
                  </a:lnTo>
                  <a:lnTo>
                    <a:pt x="6737769" y="1693188"/>
                  </a:lnTo>
                  <a:lnTo>
                    <a:pt x="6739480" y="1725355"/>
                  </a:lnTo>
                  <a:lnTo>
                    <a:pt x="6741191" y="1699900"/>
                  </a:lnTo>
                  <a:lnTo>
                    <a:pt x="6742903" y="1665149"/>
                  </a:lnTo>
                  <a:lnTo>
                    <a:pt x="6744614" y="1750766"/>
                  </a:lnTo>
                  <a:lnTo>
                    <a:pt x="6746325" y="1732279"/>
                  </a:lnTo>
                  <a:lnTo>
                    <a:pt x="6748037" y="1714687"/>
                  </a:lnTo>
                  <a:lnTo>
                    <a:pt x="6749748" y="1766594"/>
                  </a:lnTo>
                  <a:lnTo>
                    <a:pt x="6751460" y="1922477"/>
                  </a:lnTo>
                  <a:lnTo>
                    <a:pt x="6753171" y="2050785"/>
                  </a:lnTo>
                  <a:lnTo>
                    <a:pt x="6754882" y="2041545"/>
                  </a:lnTo>
                  <a:lnTo>
                    <a:pt x="6756594" y="2066344"/>
                  </a:lnTo>
                  <a:lnTo>
                    <a:pt x="6758305" y="2107461"/>
                  </a:lnTo>
                  <a:lnTo>
                    <a:pt x="6760017" y="2115031"/>
                  </a:lnTo>
                  <a:lnTo>
                    <a:pt x="6761728" y="2044011"/>
                  </a:lnTo>
                  <a:lnTo>
                    <a:pt x="6763439" y="2077073"/>
                  </a:lnTo>
                  <a:lnTo>
                    <a:pt x="6765151" y="2212975"/>
                  </a:lnTo>
                  <a:lnTo>
                    <a:pt x="6766862" y="2381441"/>
                  </a:lnTo>
                  <a:lnTo>
                    <a:pt x="6768574" y="2431497"/>
                  </a:lnTo>
                  <a:lnTo>
                    <a:pt x="6770285" y="2487333"/>
                  </a:lnTo>
                  <a:lnTo>
                    <a:pt x="6771996" y="2531531"/>
                  </a:lnTo>
                  <a:lnTo>
                    <a:pt x="6773708" y="2447687"/>
                  </a:lnTo>
                  <a:lnTo>
                    <a:pt x="6775419" y="2372911"/>
                  </a:lnTo>
                  <a:lnTo>
                    <a:pt x="6777131" y="2355601"/>
                  </a:lnTo>
                  <a:lnTo>
                    <a:pt x="6778842" y="2388520"/>
                  </a:lnTo>
                  <a:lnTo>
                    <a:pt x="6780553" y="2454868"/>
                  </a:lnTo>
                  <a:lnTo>
                    <a:pt x="6782265" y="2516724"/>
                  </a:lnTo>
                  <a:lnTo>
                    <a:pt x="6783976" y="2537577"/>
                  </a:lnTo>
                  <a:lnTo>
                    <a:pt x="6785688" y="2519035"/>
                  </a:lnTo>
                  <a:lnTo>
                    <a:pt x="6787399" y="2456424"/>
                  </a:lnTo>
                  <a:lnTo>
                    <a:pt x="6789110" y="2435546"/>
                  </a:lnTo>
                  <a:lnTo>
                    <a:pt x="6790822" y="2428962"/>
                  </a:lnTo>
                  <a:lnTo>
                    <a:pt x="6792533" y="2432922"/>
                  </a:lnTo>
                  <a:lnTo>
                    <a:pt x="6794245" y="2521331"/>
                  </a:lnTo>
                  <a:lnTo>
                    <a:pt x="6795956" y="2558016"/>
                  </a:lnTo>
                  <a:lnTo>
                    <a:pt x="6797667" y="2562701"/>
                  </a:lnTo>
                  <a:lnTo>
                    <a:pt x="6799379" y="2611438"/>
                  </a:lnTo>
                  <a:lnTo>
                    <a:pt x="6801090" y="2664765"/>
                  </a:lnTo>
                  <a:lnTo>
                    <a:pt x="6802802" y="2657007"/>
                  </a:lnTo>
                  <a:lnTo>
                    <a:pt x="6804513" y="2538482"/>
                  </a:lnTo>
                  <a:lnTo>
                    <a:pt x="6806224" y="2461939"/>
                  </a:lnTo>
                  <a:lnTo>
                    <a:pt x="6807936" y="2383713"/>
                  </a:lnTo>
                  <a:lnTo>
                    <a:pt x="6809647" y="2247307"/>
                  </a:lnTo>
                  <a:lnTo>
                    <a:pt x="6811359" y="2112564"/>
                  </a:lnTo>
                  <a:lnTo>
                    <a:pt x="6813070" y="2050116"/>
                  </a:lnTo>
                  <a:lnTo>
                    <a:pt x="6814781" y="2054442"/>
                  </a:lnTo>
                  <a:lnTo>
                    <a:pt x="6816493" y="2062848"/>
                  </a:lnTo>
                  <a:lnTo>
                    <a:pt x="6818204" y="2046507"/>
                  </a:lnTo>
                  <a:lnTo>
                    <a:pt x="6819916" y="2041508"/>
                  </a:lnTo>
                  <a:lnTo>
                    <a:pt x="6821627" y="2047294"/>
                  </a:lnTo>
                  <a:lnTo>
                    <a:pt x="6823338" y="2104974"/>
                  </a:lnTo>
                  <a:lnTo>
                    <a:pt x="6825050" y="2236815"/>
                  </a:lnTo>
                  <a:lnTo>
                    <a:pt x="6826761" y="2420273"/>
                  </a:lnTo>
                  <a:lnTo>
                    <a:pt x="6828473" y="2625153"/>
                  </a:lnTo>
                  <a:lnTo>
                    <a:pt x="6830184" y="2814126"/>
                  </a:lnTo>
                  <a:lnTo>
                    <a:pt x="6831895" y="2932827"/>
                  </a:lnTo>
                  <a:lnTo>
                    <a:pt x="6833607" y="2917187"/>
                  </a:lnTo>
                  <a:lnTo>
                    <a:pt x="6835318" y="2798759"/>
                  </a:lnTo>
                  <a:lnTo>
                    <a:pt x="6837030" y="2639112"/>
                  </a:lnTo>
                  <a:lnTo>
                    <a:pt x="6838741" y="2573037"/>
                  </a:lnTo>
                  <a:lnTo>
                    <a:pt x="6840452" y="2480784"/>
                  </a:lnTo>
                  <a:lnTo>
                    <a:pt x="6842164" y="2403451"/>
                  </a:lnTo>
                  <a:lnTo>
                    <a:pt x="6843875" y="2458470"/>
                  </a:lnTo>
                  <a:lnTo>
                    <a:pt x="6845587" y="2636221"/>
                  </a:lnTo>
                  <a:lnTo>
                    <a:pt x="6847298" y="2796115"/>
                  </a:lnTo>
                  <a:lnTo>
                    <a:pt x="6849009" y="2873855"/>
                  </a:lnTo>
                  <a:lnTo>
                    <a:pt x="6850721" y="2971739"/>
                  </a:lnTo>
                  <a:lnTo>
                    <a:pt x="6852432" y="2943762"/>
                  </a:lnTo>
                  <a:lnTo>
                    <a:pt x="6854143" y="2830922"/>
                  </a:lnTo>
                  <a:lnTo>
                    <a:pt x="6855855" y="2748813"/>
                  </a:lnTo>
                  <a:lnTo>
                    <a:pt x="6857566" y="2679216"/>
                  </a:lnTo>
                  <a:lnTo>
                    <a:pt x="6859278" y="2522849"/>
                  </a:lnTo>
                  <a:lnTo>
                    <a:pt x="6860989" y="2429255"/>
                  </a:lnTo>
                  <a:lnTo>
                    <a:pt x="6862700" y="2540018"/>
                  </a:lnTo>
                  <a:lnTo>
                    <a:pt x="6864412" y="2655770"/>
                  </a:lnTo>
                  <a:lnTo>
                    <a:pt x="6866123" y="2640954"/>
                  </a:lnTo>
                  <a:lnTo>
                    <a:pt x="6867835" y="2649056"/>
                  </a:lnTo>
                  <a:lnTo>
                    <a:pt x="6869546" y="2741648"/>
                  </a:lnTo>
                  <a:lnTo>
                    <a:pt x="6871257" y="2711665"/>
                  </a:lnTo>
                  <a:lnTo>
                    <a:pt x="6872969" y="2605995"/>
                  </a:lnTo>
                  <a:lnTo>
                    <a:pt x="6874680" y="2589587"/>
                  </a:lnTo>
                  <a:lnTo>
                    <a:pt x="6876392" y="2672740"/>
                  </a:lnTo>
                  <a:lnTo>
                    <a:pt x="6878103" y="2729977"/>
                  </a:lnTo>
                  <a:lnTo>
                    <a:pt x="6879814" y="2755875"/>
                  </a:lnTo>
                  <a:lnTo>
                    <a:pt x="6881526" y="2782480"/>
                  </a:lnTo>
                  <a:lnTo>
                    <a:pt x="6883237" y="2854108"/>
                  </a:lnTo>
                  <a:lnTo>
                    <a:pt x="6884949" y="2862549"/>
                  </a:lnTo>
                  <a:lnTo>
                    <a:pt x="6886660" y="2738545"/>
                  </a:lnTo>
                  <a:lnTo>
                    <a:pt x="6888371" y="2629997"/>
                  </a:lnTo>
                  <a:lnTo>
                    <a:pt x="6890083" y="2524801"/>
                  </a:lnTo>
                  <a:lnTo>
                    <a:pt x="6891794" y="2482792"/>
                  </a:lnTo>
                  <a:lnTo>
                    <a:pt x="6893506" y="2472907"/>
                  </a:lnTo>
                  <a:lnTo>
                    <a:pt x="6895217" y="2543179"/>
                  </a:lnTo>
                  <a:lnTo>
                    <a:pt x="6896928" y="2710196"/>
                  </a:lnTo>
                  <a:lnTo>
                    <a:pt x="6898640" y="2775038"/>
                  </a:lnTo>
                  <a:lnTo>
                    <a:pt x="6900351" y="2864229"/>
                  </a:lnTo>
                  <a:lnTo>
                    <a:pt x="6902063" y="2980673"/>
                  </a:lnTo>
                  <a:lnTo>
                    <a:pt x="6903774" y="3013831"/>
                  </a:lnTo>
                  <a:lnTo>
                    <a:pt x="6905485" y="2960324"/>
                  </a:lnTo>
                  <a:lnTo>
                    <a:pt x="6907197" y="2838514"/>
                  </a:lnTo>
                  <a:lnTo>
                    <a:pt x="6908908" y="2732368"/>
                  </a:lnTo>
                  <a:lnTo>
                    <a:pt x="6910620" y="2648681"/>
                  </a:lnTo>
                  <a:lnTo>
                    <a:pt x="6912331" y="2526217"/>
                  </a:lnTo>
                  <a:lnTo>
                    <a:pt x="6914042" y="2427640"/>
                  </a:lnTo>
                  <a:lnTo>
                    <a:pt x="6915754" y="2344336"/>
                  </a:lnTo>
                  <a:lnTo>
                    <a:pt x="6917465" y="2309749"/>
                  </a:lnTo>
                  <a:lnTo>
                    <a:pt x="6919177" y="2394273"/>
                  </a:lnTo>
                  <a:lnTo>
                    <a:pt x="6920888" y="2424143"/>
                  </a:lnTo>
                  <a:lnTo>
                    <a:pt x="6922599" y="2484909"/>
                  </a:lnTo>
                  <a:lnTo>
                    <a:pt x="6924311" y="2563375"/>
                  </a:lnTo>
                  <a:lnTo>
                    <a:pt x="6926022" y="2581191"/>
                  </a:lnTo>
                  <a:lnTo>
                    <a:pt x="6927734" y="2662819"/>
                  </a:lnTo>
                  <a:lnTo>
                    <a:pt x="6929445" y="2708558"/>
                  </a:lnTo>
                  <a:lnTo>
                    <a:pt x="6931156" y="2733416"/>
                  </a:lnTo>
                  <a:lnTo>
                    <a:pt x="6932868" y="2689345"/>
                  </a:lnTo>
                  <a:lnTo>
                    <a:pt x="6934579" y="2618016"/>
                  </a:lnTo>
                  <a:lnTo>
                    <a:pt x="6936291" y="2678043"/>
                  </a:lnTo>
                  <a:lnTo>
                    <a:pt x="6938002" y="2673120"/>
                  </a:lnTo>
                  <a:lnTo>
                    <a:pt x="6939713" y="2563876"/>
                  </a:lnTo>
                  <a:lnTo>
                    <a:pt x="6941425" y="2520000"/>
                  </a:lnTo>
                  <a:lnTo>
                    <a:pt x="6943136" y="2555051"/>
                  </a:lnTo>
                  <a:lnTo>
                    <a:pt x="6944848" y="2537362"/>
                  </a:lnTo>
                  <a:lnTo>
                    <a:pt x="6946559" y="2497405"/>
                  </a:lnTo>
                  <a:lnTo>
                    <a:pt x="6948270" y="2533745"/>
                  </a:lnTo>
                  <a:lnTo>
                    <a:pt x="6949982" y="2593660"/>
                  </a:lnTo>
                  <a:lnTo>
                    <a:pt x="6951693" y="2568610"/>
                  </a:lnTo>
                  <a:lnTo>
                    <a:pt x="6953405" y="2542608"/>
                  </a:lnTo>
                  <a:lnTo>
                    <a:pt x="6955116" y="2614954"/>
                  </a:lnTo>
                  <a:lnTo>
                    <a:pt x="6956827" y="2643508"/>
                  </a:lnTo>
                  <a:lnTo>
                    <a:pt x="6958539" y="2648742"/>
                  </a:lnTo>
                  <a:lnTo>
                    <a:pt x="6960250" y="2733072"/>
                  </a:lnTo>
                  <a:lnTo>
                    <a:pt x="6961961" y="2857850"/>
                  </a:lnTo>
                  <a:lnTo>
                    <a:pt x="6963673" y="2900456"/>
                  </a:lnTo>
                  <a:lnTo>
                    <a:pt x="6965384" y="2869023"/>
                  </a:lnTo>
                  <a:lnTo>
                    <a:pt x="6967096" y="2742548"/>
                  </a:lnTo>
                  <a:lnTo>
                    <a:pt x="6968807" y="2611889"/>
                  </a:lnTo>
                  <a:lnTo>
                    <a:pt x="6970518" y="2543981"/>
                  </a:lnTo>
                  <a:lnTo>
                    <a:pt x="6972230" y="2437827"/>
                  </a:lnTo>
                  <a:lnTo>
                    <a:pt x="6973941" y="2393920"/>
                  </a:lnTo>
                  <a:lnTo>
                    <a:pt x="6975653" y="2372067"/>
                  </a:lnTo>
                  <a:lnTo>
                    <a:pt x="6977364" y="2347443"/>
                  </a:lnTo>
                  <a:lnTo>
                    <a:pt x="6979075" y="2238706"/>
                  </a:lnTo>
                  <a:lnTo>
                    <a:pt x="6980787" y="2124979"/>
                  </a:lnTo>
                  <a:lnTo>
                    <a:pt x="6982498" y="2134511"/>
                  </a:lnTo>
                  <a:lnTo>
                    <a:pt x="6984210" y="2103938"/>
                  </a:lnTo>
                  <a:lnTo>
                    <a:pt x="6985921" y="2095117"/>
                  </a:lnTo>
                  <a:lnTo>
                    <a:pt x="6987632" y="2135213"/>
                  </a:lnTo>
                  <a:lnTo>
                    <a:pt x="6989344" y="2213640"/>
                  </a:lnTo>
                  <a:lnTo>
                    <a:pt x="6991055" y="2220232"/>
                  </a:lnTo>
                  <a:lnTo>
                    <a:pt x="6992767" y="2155602"/>
                  </a:lnTo>
                  <a:lnTo>
                    <a:pt x="6994478" y="2189011"/>
                  </a:lnTo>
                  <a:lnTo>
                    <a:pt x="6996189" y="2204378"/>
                  </a:lnTo>
                  <a:lnTo>
                    <a:pt x="6997901" y="2235398"/>
                  </a:lnTo>
                  <a:lnTo>
                    <a:pt x="6999612" y="2212445"/>
                  </a:lnTo>
                  <a:lnTo>
                    <a:pt x="7001324" y="2188921"/>
                  </a:lnTo>
                  <a:lnTo>
                    <a:pt x="7003035" y="2208919"/>
                  </a:lnTo>
                  <a:lnTo>
                    <a:pt x="7004746" y="2228368"/>
                  </a:lnTo>
                  <a:lnTo>
                    <a:pt x="7006458" y="2267042"/>
                  </a:lnTo>
                  <a:lnTo>
                    <a:pt x="7008169" y="2343891"/>
                  </a:lnTo>
                  <a:lnTo>
                    <a:pt x="7009881" y="2487683"/>
                  </a:lnTo>
                  <a:lnTo>
                    <a:pt x="7011592" y="2621983"/>
                  </a:lnTo>
                  <a:lnTo>
                    <a:pt x="7013303" y="2667479"/>
                  </a:lnTo>
                  <a:lnTo>
                    <a:pt x="7015015" y="2668834"/>
                  </a:lnTo>
                  <a:lnTo>
                    <a:pt x="7016726" y="2642698"/>
                  </a:lnTo>
                  <a:lnTo>
                    <a:pt x="7018438" y="2648744"/>
                  </a:lnTo>
                  <a:lnTo>
                    <a:pt x="7020149" y="2676703"/>
                  </a:lnTo>
                  <a:lnTo>
                    <a:pt x="7021860" y="2742648"/>
                  </a:lnTo>
                  <a:lnTo>
                    <a:pt x="7023572" y="2867154"/>
                  </a:lnTo>
                  <a:lnTo>
                    <a:pt x="7025283" y="2941533"/>
                  </a:lnTo>
                  <a:lnTo>
                    <a:pt x="7026995" y="3028088"/>
                  </a:lnTo>
                  <a:lnTo>
                    <a:pt x="7028706" y="3060826"/>
                  </a:lnTo>
                  <a:lnTo>
                    <a:pt x="7030417" y="3016301"/>
                  </a:lnTo>
                  <a:lnTo>
                    <a:pt x="7032129" y="2964459"/>
                  </a:lnTo>
                  <a:lnTo>
                    <a:pt x="7033840" y="2942996"/>
                  </a:lnTo>
                  <a:lnTo>
                    <a:pt x="7035552" y="2922386"/>
                  </a:lnTo>
                  <a:lnTo>
                    <a:pt x="7037263" y="2909209"/>
                  </a:lnTo>
                  <a:lnTo>
                    <a:pt x="7038974" y="2899672"/>
                  </a:lnTo>
                  <a:lnTo>
                    <a:pt x="7040686" y="2893052"/>
                  </a:lnTo>
                  <a:lnTo>
                    <a:pt x="7042397" y="2918087"/>
                  </a:lnTo>
                  <a:lnTo>
                    <a:pt x="7044109" y="2918087"/>
                  </a:lnTo>
                  <a:lnTo>
                    <a:pt x="7045820" y="2938698"/>
                  </a:lnTo>
                  <a:lnTo>
                    <a:pt x="7047531" y="2932059"/>
                  </a:lnTo>
                  <a:lnTo>
                    <a:pt x="7049243" y="2923986"/>
                  </a:lnTo>
                  <a:lnTo>
                    <a:pt x="7050954" y="2969061"/>
                  </a:lnTo>
                  <a:lnTo>
                    <a:pt x="7052666" y="2974880"/>
                  </a:lnTo>
                  <a:lnTo>
                    <a:pt x="7054377" y="2974883"/>
                  </a:lnTo>
                  <a:lnTo>
                    <a:pt x="7056088" y="2963347"/>
                  </a:lnTo>
                  <a:lnTo>
                    <a:pt x="7057800" y="2950013"/>
                  </a:lnTo>
                  <a:lnTo>
                    <a:pt x="7059511" y="2937142"/>
                  </a:lnTo>
                  <a:lnTo>
                    <a:pt x="7061223" y="2935449"/>
                  </a:lnTo>
                  <a:lnTo>
                    <a:pt x="7062934" y="2991567"/>
                  </a:lnTo>
                  <a:lnTo>
                    <a:pt x="7064645" y="3039540"/>
                  </a:lnTo>
                  <a:lnTo>
                    <a:pt x="7066357" y="3062518"/>
                  </a:lnTo>
                  <a:lnTo>
                    <a:pt x="7068068" y="3093597"/>
                  </a:lnTo>
                  <a:lnTo>
                    <a:pt x="7069779" y="3056808"/>
                  </a:lnTo>
                  <a:lnTo>
                    <a:pt x="7071491" y="2956681"/>
                  </a:lnTo>
                  <a:lnTo>
                    <a:pt x="7073202" y="2770501"/>
                  </a:lnTo>
                  <a:lnTo>
                    <a:pt x="7074914" y="2570221"/>
                  </a:lnTo>
                  <a:lnTo>
                    <a:pt x="7076625" y="2441226"/>
                  </a:lnTo>
                  <a:lnTo>
                    <a:pt x="7078336" y="2388080"/>
                  </a:lnTo>
                  <a:lnTo>
                    <a:pt x="7080048" y="2380387"/>
                  </a:lnTo>
                  <a:lnTo>
                    <a:pt x="7081759" y="2363790"/>
                  </a:lnTo>
                  <a:lnTo>
                    <a:pt x="7083471" y="2369853"/>
                  </a:lnTo>
                  <a:lnTo>
                    <a:pt x="7085182" y="2423934"/>
                  </a:lnTo>
                  <a:lnTo>
                    <a:pt x="7086893" y="2399149"/>
                  </a:lnTo>
                  <a:lnTo>
                    <a:pt x="7088605" y="2354016"/>
                  </a:lnTo>
                  <a:lnTo>
                    <a:pt x="7090316" y="2379722"/>
                  </a:lnTo>
                  <a:lnTo>
                    <a:pt x="7092028" y="2429595"/>
                  </a:lnTo>
                  <a:lnTo>
                    <a:pt x="7093739" y="2404832"/>
                  </a:lnTo>
                  <a:lnTo>
                    <a:pt x="7095450" y="2243914"/>
                  </a:lnTo>
                  <a:lnTo>
                    <a:pt x="7097162" y="2080071"/>
                  </a:lnTo>
                  <a:lnTo>
                    <a:pt x="7098873" y="1960625"/>
                  </a:lnTo>
                  <a:lnTo>
                    <a:pt x="7100585" y="1834219"/>
                  </a:lnTo>
                  <a:lnTo>
                    <a:pt x="7102296" y="1762012"/>
                  </a:lnTo>
                  <a:lnTo>
                    <a:pt x="7104007" y="1839735"/>
                  </a:lnTo>
                  <a:lnTo>
                    <a:pt x="7105719" y="1947036"/>
                  </a:lnTo>
                  <a:lnTo>
                    <a:pt x="7107430" y="2055507"/>
                  </a:lnTo>
                  <a:lnTo>
                    <a:pt x="7109142" y="2069626"/>
                  </a:lnTo>
                  <a:lnTo>
                    <a:pt x="7110853" y="2047511"/>
                  </a:lnTo>
                  <a:lnTo>
                    <a:pt x="7112564" y="2006932"/>
                  </a:lnTo>
                  <a:lnTo>
                    <a:pt x="7114276" y="1921164"/>
                  </a:lnTo>
                  <a:lnTo>
                    <a:pt x="7115987" y="1931701"/>
                  </a:lnTo>
                  <a:lnTo>
                    <a:pt x="7117699" y="2055064"/>
                  </a:lnTo>
                  <a:lnTo>
                    <a:pt x="7119410" y="2236221"/>
                  </a:lnTo>
                  <a:lnTo>
                    <a:pt x="7121121" y="2416472"/>
                  </a:lnTo>
                  <a:lnTo>
                    <a:pt x="7122833" y="2560675"/>
                  </a:lnTo>
                  <a:lnTo>
                    <a:pt x="7124544" y="2667462"/>
                  </a:lnTo>
                  <a:lnTo>
                    <a:pt x="7126256" y="2754654"/>
                  </a:lnTo>
                  <a:lnTo>
                    <a:pt x="7127967" y="2812735"/>
                  </a:lnTo>
                  <a:lnTo>
                    <a:pt x="7129678" y="2864438"/>
                  </a:lnTo>
                  <a:lnTo>
                    <a:pt x="7131390" y="2909768"/>
                  </a:lnTo>
                  <a:lnTo>
                    <a:pt x="7133101" y="2945894"/>
                  </a:lnTo>
                  <a:lnTo>
                    <a:pt x="7134813" y="2878531"/>
                  </a:lnTo>
                  <a:lnTo>
                    <a:pt x="7136524" y="2782467"/>
                  </a:lnTo>
                  <a:lnTo>
                    <a:pt x="7138235" y="2642372"/>
                  </a:lnTo>
                  <a:lnTo>
                    <a:pt x="7139947" y="2541657"/>
                  </a:lnTo>
                  <a:lnTo>
                    <a:pt x="7141658" y="2478679"/>
                  </a:lnTo>
                  <a:lnTo>
                    <a:pt x="7143370" y="2419781"/>
                  </a:lnTo>
                  <a:lnTo>
                    <a:pt x="7145081" y="2495637"/>
                  </a:lnTo>
                  <a:lnTo>
                    <a:pt x="7146792" y="2604606"/>
                  </a:lnTo>
                  <a:lnTo>
                    <a:pt x="7148504" y="2685323"/>
                  </a:lnTo>
                  <a:lnTo>
                    <a:pt x="7150215" y="2658217"/>
                  </a:lnTo>
                  <a:lnTo>
                    <a:pt x="7151927" y="2593832"/>
                  </a:lnTo>
                  <a:lnTo>
                    <a:pt x="7153638" y="2578037"/>
                  </a:lnTo>
                  <a:lnTo>
                    <a:pt x="7155349" y="2532399"/>
                  </a:lnTo>
                  <a:lnTo>
                    <a:pt x="7157061" y="2463603"/>
                  </a:lnTo>
                  <a:lnTo>
                    <a:pt x="7158772" y="2437433"/>
                  </a:lnTo>
                  <a:lnTo>
                    <a:pt x="7160484" y="2377856"/>
                  </a:lnTo>
                  <a:lnTo>
                    <a:pt x="7162195" y="2304289"/>
                  </a:lnTo>
                  <a:lnTo>
                    <a:pt x="7163906" y="2233415"/>
                  </a:lnTo>
                  <a:lnTo>
                    <a:pt x="7165618" y="2183758"/>
                  </a:lnTo>
                  <a:lnTo>
                    <a:pt x="7167329" y="2169285"/>
                  </a:lnTo>
                  <a:lnTo>
                    <a:pt x="7169040" y="2152794"/>
                  </a:lnTo>
                  <a:lnTo>
                    <a:pt x="7170752" y="2229123"/>
                  </a:lnTo>
                  <a:lnTo>
                    <a:pt x="7172463" y="2381096"/>
                  </a:lnTo>
                  <a:lnTo>
                    <a:pt x="7174175" y="2457629"/>
                  </a:lnTo>
                  <a:lnTo>
                    <a:pt x="7175886" y="2480666"/>
                  </a:lnTo>
                  <a:lnTo>
                    <a:pt x="7177597" y="2504691"/>
                  </a:lnTo>
                  <a:lnTo>
                    <a:pt x="7179309" y="2589279"/>
                  </a:lnTo>
                  <a:lnTo>
                    <a:pt x="7181020" y="2566395"/>
                  </a:lnTo>
                  <a:lnTo>
                    <a:pt x="7182732" y="2423331"/>
                  </a:lnTo>
                  <a:lnTo>
                    <a:pt x="7184443" y="2410588"/>
                  </a:lnTo>
                  <a:lnTo>
                    <a:pt x="7186154" y="2450537"/>
                  </a:lnTo>
                  <a:lnTo>
                    <a:pt x="7187866" y="2450562"/>
                  </a:lnTo>
                  <a:lnTo>
                    <a:pt x="7189577" y="2429921"/>
                  </a:lnTo>
                  <a:lnTo>
                    <a:pt x="7191289" y="2525939"/>
                  </a:lnTo>
                  <a:lnTo>
                    <a:pt x="7193000" y="2599615"/>
                  </a:lnTo>
                  <a:lnTo>
                    <a:pt x="7194711" y="2623276"/>
                  </a:lnTo>
                  <a:lnTo>
                    <a:pt x="7196423" y="2706888"/>
                  </a:lnTo>
                  <a:lnTo>
                    <a:pt x="7198134" y="2802700"/>
                  </a:lnTo>
                  <a:lnTo>
                    <a:pt x="7199846" y="2812944"/>
                  </a:lnTo>
                  <a:lnTo>
                    <a:pt x="7201557" y="2789721"/>
                  </a:lnTo>
                  <a:lnTo>
                    <a:pt x="7203268" y="2873693"/>
                  </a:lnTo>
                  <a:lnTo>
                    <a:pt x="7204980" y="2952890"/>
                  </a:lnTo>
                  <a:lnTo>
                    <a:pt x="7206691" y="3001812"/>
                  </a:lnTo>
                  <a:lnTo>
                    <a:pt x="7208403" y="3034249"/>
                  </a:lnTo>
                  <a:lnTo>
                    <a:pt x="7210114" y="3078358"/>
                  </a:lnTo>
                  <a:lnTo>
                    <a:pt x="7211825" y="3112340"/>
                  </a:lnTo>
                  <a:lnTo>
                    <a:pt x="7213537" y="3116972"/>
                  </a:lnTo>
                  <a:lnTo>
                    <a:pt x="7215248" y="3116972"/>
                  </a:lnTo>
                  <a:lnTo>
                    <a:pt x="7216960" y="3092151"/>
                  </a:lnTo>
                  <a:lnTo>
                    <a:pt x="7218671" y="3057766"/>
                  </a:lnTo>
                  <a:lnTo>
                    <a:pt x="7220382" y="3028767"/>
                  </a:lnTo>
                  <a:lnTo>
                    <a:pt x="7222094" y="3006450"/>
                  </a:lnTo>
                  <a:lnTo>
                    <a:pt x="7223805" y="2962236"/>
                  </a:lnTo>
                  <a:lnTo>
                    <a:pt x="7225517" y="2904594"/>
                  </a:lnTo>
                  <a:lnTo>
                    <a:pt x="7227228" y="2847951"/>
                  </a:lnTo>
                  <a:lnTo>
                    <a:pt x="7228939" y="2817763"/>
                  </a:lnTo>
                  <a:lnTo>
                    <a:pt x="7230651" y="2847684"/>
                  </a:lnTo>
                  <a:lnTo>
                    <a:pt x="7232362" y="2829904"/>
                  </a:lnTo>
                  <a:lnTo>
                    <a:pt x="7234074" y="2760466"/>
                  </a:lnTo>
                  <a:lnTo>
                    <a:pt x="7235785" y="2690880"/>
                  </a:lnTo>
                  <a:lnTo>
                    <a:pt x="7237496" y="2728205"/>
                  </a:lnTo>
                  <a:lnTo>
                    <a:pt x="7239208" y="2722482"/>
                  </a:lnTo>
                  <a:lnTo>
                    <a:pt x="7240919" y="2587469"/>
                  </a:lnTo>
                  <a:lnTo>
                    <a:pt x="7242631" y="2450078"/>
                  </a:lnTo>
                  <a:lnTo>
                    <a:pt x="7244342" y="2440455"/>
                  </a:lnTo>
                  <a:lnTo>
                    <a:pt x="7246053" y="2543816"/>
                  </a:lnTo>
                  <a:lnTo>
                    <a:pt x="7247765" y="2563136"/>
                  </a:lnTo>
                  <a:lnTo>
                    <a:pt x="7249476" y="2605616"/>
                  </a:lnTo>
                  <a:lnTo>
                    <a:pt x="7251188" y="2728893"/>
                  </a:lnTo>
                  <a:lnTo>
                    <a:pt x="7252899" y="2832561"/>
                  </a:lnTo>
                  <a:lnTo>
                    <a:pt x="7254610" y="2910985"/>
                  </a:lnTo>
                  <a:lnTo>
                    <a:pt x="7256322" y="2866194"/>
                  </a:lnTo>
                  <a:lnTo>
                    <a:pt x="7258033" y="2826786"/>
                  </a:lnTo>
                  <a:lnTo>
                    <a:pt x="7259745" y="2776378"/>
                  </a:lnTo>
                  <a:lnTo>
                    <a:pt x="7261456" y="2732442"/>
                  </a:lnTo>
                  <a:lnTo>
                    <a:pt x="7263167" y="2778083"/>
                  </a:lnTo>
                  <a:lnTo>
                    <a:pt x="7264879" y="2783565"/>
                  </a:lnTo>
                  <a:lnTo>
                    <a:pt x="7266590" y="2819257"/>
                  </a:lnTo>
                  <a:lnTo>
                    <a:pt x="7268302" y="2840069"/>
                  </a:lnTo>
                  <a:lnTo>
                    <a:pt x="7270013" y="2768656"/>
                  </a:lnTo>
                  <a:lnTo>
                    <a:pt x="7271724" y="2731432"/>
                  </a:lnTo>
                  <a:lnTo>
                    <a:pt x="7273436" y="2630129"/>
                  </a:lnTo>
                  <a:lnTo>
                    <a:pt x="7275147" y="2561346"/>
                  </a:lnTo>
                  <a:lnTo>
                    <a:pt x="7276858" y="2525819"/>
                  </a:lnTo>
                  <a:lnTo>
                    <a:pt x="7278570" y="2458533"/>
                  </a:lnTo>
                  <a:lnTo>
                    <a:pt x="7280281" y="2454482"/>
                  </a:lnTo>
                  <a:lnTo>
                    <a:pt x="7281993" y="2348008"/>
                  </a:lnTo>
                  <a:lnTo>
                    <a:pt x="7283704" y="2326011"/>
                  </a:lnTo>
                  <a:lnTo>
                    <a:pt x="7285415" y="2347435"/>
                  </a:lnTo>
                  <a:lnTo>
                    <a:pt x="7287127" y="2374069"/>
                  </a:lnTo>
                  <a:lnTo>
                    <a:pt x="7288838" y="2434497"/>
                  </a:lnTo>
                  <a:lnTo>
                    <a:pt x="7290550" y="2571390"/>
                  </a:lnTo>
                  <a:lnTo>
                    <a:pt x="7292261" y="2802006"/>
                  </a:lnTo>
                  <a:lnTo>
                    <a:pt x="7293972" y="2919488"/>
                  </a:lnTo>
                  <a:lnTo>
                    <a:pt x="7295684" y="2965431"/>
                  </a:lnTo>
                  <a:lnTo>
                    <a:pt x="7297395" y="3064538"/>
                  </a:lnTo>
                  <a:lnTo>
                    <a:pt x="7299107" y="3116972"/>
                  </a:lnTo>
                  <a:lnTo>
                    <a:pt x="7300818" y="3086915"/>
                  </a:lnTo>
                  <a:lnTo>
                    <a:pt x="7302529" y="3032483"/>
                  </a:lnTo>
                  <a:lnTo>
                    <a:pt x="7304241" y="3075651"/>
                  </a:lnTo>
                  <a:lnTo>
                    <a:pt x="7305952" y="3116972"/>
                  </a:lnTo>
                  <a:lnTo>
                    <a:pt x="7307664" y="3061710"/>
                  </a:lnTo>
                  <a:lnTo>
                    <a:pt x="7309375" y="3004379"/>
                  </a:lnTo>
                  <a:lnTo>
                    <a:pt x="7311086" y="2907170"/>
                  </a:lnTo>
                  <a:lnTo>
                    <a:pt x="7312798" y="2780967"/>
                  </a:lnTo>
                  <a:lnTo>
                    <a:pt x="7314509" y="2678990"/>
                  </a:lnTo>
                  <a:lnTo>
                    <a:pt x="7316221" y="2570963"/>
                  </a:lnTo>
                  <a:lnTo>
                    <a:pt x="7317932" y="2499418"/>
                  </a:lnTo>
                  <a:lnTo>
                    <a:pt x="7319643" y="2462618"/>
                  </a:lnTo>
                  <a:lnTo>
                    <a:pt x="7321355" y="2540258"/>
                  </a:lnTo>
                  <a:lnTo>
                    <a:pt x="7323066" y="2639216"/>
                  </a:lnTo>
                  <a:lnTo>
                    <a:pt x="7324778" y="2663559"/>
                  </a:lnTo>
                  <a:lnTo>
                    <a:pt x="7326489" y="2648686"/>
                  </a:lnTo>
                  <a:lnTo>
                    <a:pt x="7328200" y="2561475"/>
                  </a:lnTo>
                  <a:lnTo>
                    <a:pt x="7329912" y="2492562"/>
                  </a:lnTo>
                  <a:lnTo>
                    <a:pt x="7331623" y="2497054"/>
                  </a:lnTo>
                  <a:lnTo>
                    <a:pt x="7333335" y="2507351"/>
                  </a:lnTo>
                  <a:lnTo>
                    <a:pt x="7335046" y="2482404"/>
                  </a:lnTo>
                  <a:lnTo>
                    <a:pt x="7336757" y="2494298"/>
                  </a:lnTo>
                  <a:lnTo>
                    <a:pt x="7338469" y="2588768"/>
                  </a:lnTo>
                  <a:lnTo>
                    <a:pt x="7340180" y="2659876"/>
                  </a:lnTo>
                  <a:lnTo>
                    <a:pt x="7341892" y="2669165"/>
                  </a:lnTo>
                  <a:lnTo>
                    <a:pt x="7343603" y="2612436"/>
                  </a:lnTo>
                  <a:lnTo>
                    <a:pt x="7345314" y="2648791"/>
                  </a:lnTo>
                  <a:lnTo>
                    <a:pt x="7347026" y="2705484"/>
                  </a:lnTo>
                  <a:lnTo>
                    <a:pt x="7348737" y="2708353"/>
                  </a:lnTo>
                  <a:lnTo>
                    <a:pt x="7350449" y="2657759"/>
                  </a:lnTo>
                  <a:lnTo>
                    <a:pt x="7352160" y="2538563"/>
                  </a:lnTo>
                  <a:lnTo>
                    <a:pt x="7353871" y="2545043"/>
                  </a:lnTo>
                  <a:lnTo>
                    <a:pt x="7355583" y="2496278"/>
                  </a:lnTo>
                  <a:lnTo>
                    <a:pt x="7357294" y="2356305"/>
                  </a:lnTo>
                  <a:lnTo>
                    <a:pt x="7359006" y="2272093"/>
                  </a:lnTo>
                  <a:lnTo>
                    <a:pt x="7360717" y="2210125"/>
                  </a:lnTo>
                  <a:lnTo>
                    <a:pt x="7362428" y="2191034"/>
                  </a:lnTo>
                  <a:lnTo>
                    <a:pt x="7364140" y="2078359"/>
                  </a:lnTo>
                  <a:lnTo>
                    <a:pt x="7365851" y="1944198"/>
                  </a:lnTo>
                  <a:lnTo>
                    <a:pt x="7367563" y="1933299"/>
                  </a:lnTo>
                  <a:lnTo>
                    <a:pt x="7369274" y="1923959"/>
                  </a:lnTo>
                  <a:lnTo>
                    <a:pt x="7370985" y="1972068"/>
                  </a:lnTo>
                  <a:lnTo>
                    <a:pt x="7372697" y="1949674"/>
                  </a:lnTo>
                  <a:lnTo>
                    <a:pt x="7374408" y="1951317"/>
                  </a:lnTo>
                  <a:lnTo>
                    <a:pt x="7376120" y="1995413"/>
                  </a:lnTo>
                  <a:lnTo>
                    <a:pt x="7377831" y="2008934"/>
                  </a:lnTo>
                  <a:lnTo>
                    <a:pt x="7379542" y="2036547"/>
                  </a:lnTo>
                  <a:lnTo>
                    <a:pt x="7381254" y="2068931"/>
                  </a:lnTo>
                  <a:lnTo>
                    <a:pt x="7382965" y="2158350"/>
                  </a:lnTo>
                  <a:lnTo>
                    <a:pt x="7384676" y="2160797"/>
                  </a:lnTo>
                  <a:lnTo>
                    <a:pt x="7386388" y="2167597"/>
                  </a:lnTo>
                  <a:lnTo>
                    <a:pt x="7388099" y="2280926"/>
                  </a:lnTo>
                  <a:lnTo>
                    <a:pt x="7389811" y="2381477"/>
                  </a:lnTo>
                  <a:lnTo>
                    <a:pt x="7391522" y="2355876"/>
                  </a:lnTo>
                  <a:lnTo>
                    <a:pt x="7393233" y="2334425"/>
                  </a:lnTo>
                  <a:lnTo>
                    <a:pt x="7394945" y="2429545"/>
                  </a:lnTo>
                  <a:lnTo>
                    <a:pt x="7396656" y="2562141"/>
                  </a:lnTo>
                  <a:lnTo>
                    <a:pt x="7398368" y="2588128"/>
                  </a:lnTo>
                  <a:lnTo>
                    <a:pt x="7400079" y="2594704"/>
                  </a:lnTo>
                  <a:lnTo>
                    <a:pt x="7401790" y="2623490"/>
                  </a:lnTo>
                  <a:lnTo>
                    <a:pt x="7403502" y="2600938"/>
                  </a:lnTo>
                  <a:lnTo>
                    <a:pt x="7405213" y="2557240"/>
                  </a:lnTo>
                  <a:lnTo>
                    <a:pt x="7406925" y="2538450"/>
                  </a:lnTo>
                  <a:lnTo>
                    <a:pt x="7408636" y="2509646"/>
                  </a:lnTo>
                  <a:lnTo>
                    <a:pt x="7410347" y="2494307"/>
                  </a:lnTo>
                  <a:lnTo>
                    <a:pt x="7412059" y="2542912"/>
                  </a:lnTo>
                  <a:lnTo>
                    <a:pt x="7413770" y="2689819"/>
                  </a:lnTo>
                  <a:lnTo>
                    <a:pt x="7415482" y="2836441"/>
                  </a:lnTo>
                  <a:lnTo>
                    <a:pt x="7417193" y="2851609"/>
                  </a:lnTo>
                  <a:lnTo>
                    <a:pt x="7418904" y="2811722"/>
                  </a:lnTo>
                  <a:lnTo>
                    <a:pt x="7420616" y="2783620"/>
                  </a:lnTo>
                  <a:lnTo>
                    <a:pt x="7422327" y="2807863"/>
                  </a:lnTo>
                  <a:lnTo>
                    <a:pt x="7424039" y="2807845"/>
                  </a:lnTo>
                  <a:lnTo>
                    <a:pt x="7425750" y="2748936"/>
                  </a:lnTo>
                  <a:lnTo>
                    <a:pt x="7427461" y="2668036"/>
                  </a:lnTo>
                  <a:lnTo>
                    <a:pt x="7429173" y="2718186"/>
                  </a:lnTo>
                  <a:lnTo>
                    <a:pt x="7430884" y="2721417"/>
                  </a:lnTo>
                  <a:lnTo>
                    <a:pt x="7432596" y="2609755"/>
                  </a:lnTo>
                  <a:lnTo>
                    <a:pt x="7434307" y="2430089"/>
                  </a:lnTo>
                  <a:lnTo>
                    <a:pt x="7436018" y="2351053"/>
                  </a:lnTo>
                  <a:lnTo>
                    <a:pt x="7437730" y="2430122"/>
                  </a:lnTo>
                  <a:lnTo>
                    <a:pt x="7439441" y="2414819"/>
                  </a:lnTo>
                  <a:lnTo>
                    <a:pt x="7441153" y="2331729"/>
                  </a:lnTo>
                  <a:lnTo>
                    <a:pt x="7442864" y="2329117"/>
                  </a:lnTo>
                  <a:lnTo>
                    <a:pt x="7444575" y="2428940"/>
                  </a:lnTo>
                  <a:lnTo>
                    <a:pt x="7446287" y="2521232"/>
                  </a:lnTo>
                  <a:lnTo>
                    <a:pt x="7447998" y="2551066"/>
                  </a:lnTo>
                  <a:lnTo>
                    <a:pt x="7449710" y="2628164"/>
                  </a:lnTo>
                  <a:lnTo>
                    <a:pt x="7451421" y="2729839"/>
                  </a:lnTo>
                  <a:lnTo>
                    <a:pt x="7453132" y="2800129"/>
                  </a:lnTo>
                  <a:lnTo>
                    <a:pt x="7454844" y="2848472"/>
                  </a:lnTo>
                  <a:lnTo>
                    <a:pt x="7456555" y="2836403"/>
                  </a:lnTo>
                  <a:lnTo>
                    <a:pt x="7458267" y="2779068"/>
                  </a:lnTo>
                  <a:lnTo>
                    <a:pt x="7459978" y="2684558"/>
                  </a:lnTo>
                  <a:lnTo>
                    <a:pt x="7461689" y="2676869"/>
                  </a:lnTo>
                  <a:lnTo>
                    <a:pt x="7463401" y="2673910"/>
                  </a:lnTo>
                  <a:lnTo>
                    <a:pt x="7465112" y="2712902"/>
                  </a:lnTo>
                  <a:lnTo>
                    <a:pt x="7466824" y="2770626"/>
                  </a:lnTo>
                  <a:lnTo>
                    <a:pt x="7468535" y="2860067"/>
                  </a:lnTo>
                  <a:lnTo>
                    <a:pt x="7470246" y="2961144"/>
                  </a:lnTo>
                  <a:lnTo>
                    <a:pt x="7471958" y="3010690"/>
                  </a:lnTo>
                  <a:lnTo>
                    <a:pt x="7473669" y="3091984"/>
                  </a:lnTo>
                  <a:lnTo>
                    <a:pt x="7475381" y="3027414"/>
                  </a:lnTo>
                  <a:lnTo>
                    <a:pt x="7477092" y="3005442"/>
                  </a:lnTo>
                  <a:lnTo>
                    <a:pt x="7478803" y="3000689"/>
                  </a:lnTo>
                  <a:lnTo>
                    <a:pt x="7480515" y="2961646"/>
                  </a:lnTo>
                  <a:lnTo>
                    <a:pt x="7482226" y="2821561"/>
                  </a:lnTo>
                  <a:lnTo>
                    <a:pt x="7483938" y="2642738"/>
                  </a:lnTo>
                  <a:lnTo>
                    <a:pt x="7485649" y="2614304"/>
                  </a:lnTo>
                  <a:lnTo>
                    <a:pt x="7487360" y="2626459"/>
                  </a:lnTo>
                  <a:lnTo>
                    <a:pt x="7489072" y="2590343"/>
                  </a:lnTo>
                  <a:lnTo>
                    <a:pt x="7490783" y="2572532"/>
                  </a:lnTo>
                  <a:lnTo>
                    <a:pt x="7492494" y="2715963"/>
                  </a:lnTo>
                  <a:lnTo>
                    <a:pt x="7494206" y="2895285"/>
                  </a:lnTo>
                  <a:lnTo>
                    <a:pt x="7495917" y="2985076"/>
                  </a:lnTo>
                  <a:lnTo>
                    <a:pt x="7497629" y="2994891"/>
                  </a:lnTo>
                  <a:lnTo>
                    <a:pt x="7499340" y="3035763"/>
                  </a:lnTo>
                  <a:lnTo>
                    <a:pt x="7501051" y="3092618"/>
                  </a:lnTo>
                  <a:lnTo>
                    <a:pt x="7502763" y="3089273"/>
                  </a:lnTo>
                  <a:lnTo>
                    <a:pt x="7504474" y="3064334"/>
                  </a:lnTo>
                  <a:lnTo>
                    <a:pt x="7506186" y="3058480"/>
                  </a:lnTo>
                  <a:lnTo>
                    <a:pt x="7507897" y="2982711"/>
                  </a:lnTo>
                  <a:lnTo>
                    <a:pt x="7509608" y="2917532"/>
                  </a:lnTo>
                  <a:lnTo>
                    <a:pt x="7511320" y="2892067"/>
                  </a:lnTo>
                  <a:lnTo>
                    <a:pt x="7513031" y="2844854"/>
                  </a:lnTo>
                  <a:lnTo>
                    <a:pt x="7514743" y="2876915"/>
                  </a:lnTo>
                  <a:lnTo>
                    <a:pt x="7516454" y="2895884"/>
                  </a:lnTo>
                  <a:lnTo>
                    <a:pt x="7518165" y="2948730"/>
                  </a:lnTo>
                  <a:lnTo>
                    <a:pt x="7519877" y="2983692"/>
                  </a:lnTo>
                  <a:lnTo>
                    <a:pt x="7521588" y="2955042"/>
                  </a:lnTo>
                  <a:lnTo>
                    <a:pt x="7523300" y="2993137"/>
                  </a:lnTo>
                  <a:lnTo>
                    <a:pt x="7525011" y="2998734"/>
                  </a:lnTo>
                  <a:lnTo>
                    <a:pt x="7526722" y="3037255"/>
                  </a:lnTo>
                  <a:lnTo>
                    <a:pt x="7528434" y="3047362"/>
                  </a:lnTo>
                  <a:lnTo>
                    <a:pt x="7530145" y="3053310"/>
                  </a:lnTo>
                  <a:lnTo>
                    <a:pt x="7531857" y="3076554"/>
                  </a:lnTo>
                  <a:lnTo>
                    <a:pt x="7533568" y="3089388"/>
                  </a:lnTo>
                  <a:lnTo>
                    <a:pt x="7535279" y="3016818"/>
                  </a:lnTo>
                  <a:lnTo>
                    <a:pt x="7536991" y="2913584"/>
                  </a:lnTo>
                  <a:lnTo>
                    <a:pt x="7538702" y="2880698"/>
                  </a:lnTo>
                  <a:lnTo>
                    <a:pt x="7540414" y="2848423"/>
                  </a:lnTo>
                  <a:lnTo>
                    <a:pt x="7542125" y="2792129"/>
                  </a:lnTo>
                  <a:lnTo>
                    <a:pt x="7543836" y="2642429"/>
                  </a:lnTo>
                  <a:lnTo>
                    <a:pt x="7545548" y="2547999"/>
                  </a:lnTo>
                  <a:lnTo>
                    <a:pt x="7547259" y="2485234"/>
                  </a:lnTo>
                  <a:lnTo>
                    <a:pt x="7548971" y="2400560"/>
                  </a:lnTo>
                  <a:lnTo>
                    <a:pt x="7550682" y="2321249"/>
                  </a:lnTo>
                  <a:lnTo>
                    <a:pt x="7552393" y="2231239"/>
                  </a:lnTo>
                  <a:lnTo>
                    <a:pt x="7554105" y="2197244"/>
                  </a:lnTo>
                  <a:lnTo>
                    <a:pt x="7555816" y="2252442"/>
                  </a:lnTo>
                  <a:lnTo>
                    <a:pt x="7557528" y="2310532"/>
                  </a:lnTo>
                  <a:lnTo>
                    <a:pt x="7559239" y="2261887"/>
                  </a:lnTo>
                  <a:lnTo>
                    <a:pt x="7560950" y="2179378"/>
                  </a:lnTo>
                  <a:lnTo>
                    <a:pt x="7562662" y="2270143"/>
                  </a:lnTo>
                  <a:lnTo>
                    <a:pt x="7564373" y="2391464"/>
                  </a:lnTo>
                  <a:lnTo>
                    <a:pt x="7566085" y="2424169"/>
                  </a:lnTo>
                  <a:lnTo>
                    <a:pt x="7567796" y="2445564"/>
                  </a:lnTo>
                  <a:lnTo>
                    <a:pt x="7569507" y="2593791"/>
                  </a:lnTo>
                  <a:lnTo>
                    <a:pt x="7571219" y="2746038"/>
                  </a:lnTo>
                  <a:lnTo>
                    <a:pt x="7572930" y="2777977"/>
                  </a:lnTo>
                  <a:lnTo>
                    <a:pt x="7574642" y="2722199"/>
                  </a:lnTo>
                  <a:lnTo>
                    <a:pt x="7576353" y="2675010"/>
                  </a:lnTo>
                  <a:lnTo>
                    <a:pt x="7578064" y="2645835"/>
                  </a:lnTo>
                  <a:lnTo>
                    <a:pt x="7579776" y="2555083"/>
                  </a:lnTo>
                  <a:lnTo>
                    <a:pt x="7581487" y="2482452"/>
                  </a:lnTo>
                  <a:lnTo>
                    <a:pt x="7583199" y="2438622"/>
                  </a:lnTo>
                  <a:lnTo>
                    <a:pt x="7584910" y="2543800"/>
                  </a:lnTo>
                  <a:lnTo>
                    <a:pt x="7586621" y="2652130"/>
                  </a:lnTo>
                  <a:lnTo>
                    <a:pt x="7588333" y="2697457"/>
                  </a:lnTo>
                  <a:lnTo>
                    <a:pt x="7590044" y="2713604"/>
                  </a:lnTo>
                  <a:lnTo>
                    <a:pt x="7591755" y="2765463"/>
                  </a:lnTo>
                  <a:lnTo>
                    <a:pt x="7593467" y="2738186"/>
                  </a:lnTo>
                  <a:lnTo>
                    <a:pt x="7595178" y="2629370"/>
                  </a:lnTo>
                  <a:lnTo>
                    <a:pt x="7596890" y="2507597"/>
                  </a:lnTo>
                  <a:lnTo>
                    <a:pt x="7598601" y="2466146"/>
                  </a:lnTo>
                  <a:lnTo>
                    <a:pt x="7600312" y="2556384"/>
                  </a:lnTo>
                  <a:lnTo>
                    <a:pt x="7602024" y="2587807"/>
                  </a:lnTo>
                  <a:lnTo>
                    <a:pt x="7603735" y="2642245"/>
                  </a:lnTo>
                  <a:lnTo>
                    <a:pt x="7605447" y="2635805"/>
                  </a:lnTo>
                  <a:lnTo>
                    <a:pt x="7607158" y="2593136"/>
                  </a:lnTo>
                  <a:lnTo>
                    <a:pt x="7608869" y="2536362"/>
                  </a:lnTo>
                  <a:lnTo>
                    <a:pt x="7610581" y="2379493"/>
                  </a:lnTo>
                  <a:lnTo>
                    <a:pt x="7612292" y="2197743"/>
                  </a:lnTo>
                  <a:lnTo>
                    <a:pt x="7614004" y="2129975"/>
                  </a:lnTo>
                  <a:lnTo>
                    <a:pt x="7615715" y="2126579"/>
                  </a:lnTo>
                  <a:lnTo>
                    <a:pt x="7617426" y="2219593"/>
                  </a:lnTo>
                  <a:lnTo>
                    <a:pt x="7619138" y="2226272"/>
                  </a:lnTo>
                  <a:lnTo>
                    <a:pt x="7620849" y="2263313"/>
                  </a:lnTo>
                  <a:lnTo>
                    <a:pt x="7622561" y="2372033"/>
                  </a:lnTo>
                  <a:lnTo>
                    <a:pt x="7624272" y="2359683"/>
                  </a:lnTo>
                  <a:lnTo>
                    <a:pt x="7625983" y="2326627"/>
                  </a:lnTo>
                  <a:lnTo>
                    <a:pt x="7627695" y="2231076"/>
                  </a:lnTo>
                  <a:lnTo>
                    <a:pt x="7629406" y="2188832"/>
                  </a:lnTo>
                  <a:lnTo>
                    <a:pt x="7631118" y="2136050"/>
                  </a:lnTo>
                  <a:lnTo>
                    <a:pt x="7632829" y="2025882"/>
                  </a:lnTo>
                  <a:lnTo>
                    <a:pt x="7634540" y="1954154"/>
                  </a:lnTo>
                  <a:lnTo>
                    <a:pt x="7636252" y="2007018"/>
                  </a:lnTo>
                  <a:lnTo>
                    <a:pt x="7637963" y="2093119"/>
                  </a:lnTo>
                  <a:lnTo>
                    <a:pt x="7639675" y="2214177"/>
                  </a:lnTo>
                  <a:lnTo>
                    <a:pt x="7641386" y="2263090"/>
                  </a:lnTo>
                  <a:lnTo>
                    <a:pt x="7643097" y="2298885"/>
                  </a:lnTo>
                  <a:lnTo>
                    <a:pt x="7644809" y="2341016"/>
                  </a:lnTo>
                  <a:lnTo>
                    <a:pt x="7646520" y="2366350"/>
                  </a:lnTo>
                  <a:lnTo>
                    <a:pt x="7648232" y="2416753"/>
                  </a:lnTo>
                  <a:lnTo>
                    <a:pt x="7649943" y="2399053"/>
                  </a:lnTo>
                  <a:lnTo>
                    <a:pt x="7651654" y="2417739"/>
                  </a:lnTo>
                  <a:lnTo>
                    <a:pt x="7653366" y="2462149"/>
                  </a:lnTo>
                  <a:lnTo>
                    <a:pt x="7655077" y="2465819"/>
                  </a:lnTo>
                  <a:lnTo>
                    <a:pt x="7656789" y="2405276"/>
                  </a:lnTo>
                  <a:lnTo>
                    <a:pt x="7658500" y="2338183"/>
                  </a:lnTo>
                  <a:lnTo>
                    <a:pt x="7660211" y="2266756"/>
                  </a:lnTo>
                  <a:lnTo>
                    <a:pt x="7661923" y="2176747"/>
                  </a:lnTo>
                  <a:lnTo>
                    <a:pt x="7663634" y="2176291"/>
                  </a:lnTo>
                  <a:lnTo>
                    <a:pt x="7665346" y="2232627"/>
                  </a:lnTo>
                  <a:lnTo>
                    <a:pt x="7667057" y="2299570"/>
                  </a:lnTo>
                  <a:lnTo>
                    <a:pt x="7668768" y="2367525"/>
                  </a:lnTo>
                  <a:lnTo>
                    <a:pt x="7670480" y="2426228"/>
                  </a:lnTo>
                  <a:lnTo>
                    <a:pt x="7672191" y="2483184"/>
                  </a:lnTo>
                  <a:lnTo>
                    <a:pt x="7673903" y="2491421"/>
                  </a:lnTo>
                  <a:lnTo>
                    <a:pt x="7675614" y="2488730"/>
                  </a:lnTo>
                  <a:lnTo>
                    <a:pt x="7677325" y="2423839"/>
                  </a:lnTo>
                  <a:lnTo>
                    <a:pt x="7679037" y="2330639"/>
                  </a:lnTo>
                  <a:lnTo>
                    <a:pt x="7680748" y="2241958"/>
                  </a:lnTo>
                  <a:lnTo>
                    <a:pt x="7682460" y="2151059"/>
                  </a:lnTo>
                  <a:lnTo>
                    <a:pt x="7684171" y="2082984"/>
                  </a:lnTo>
                  <a:lnTo>
                    <a:pt x="7685882" y="2023242"/>
                  </a:lnTo>
                  <a:lnTo>
                    <a:pt x="7687594" y="1998660"/>
                  </a:lnTo>
                  <a:lnTo>
                    <a:pt x="7689305" y="1987366"/>
                  </a:lnTo>
                  <a:lnTo>
                    <a:pt x="7691017" y="1995747"/>
                  </a:lnTo>
                  <a:lnTo>
                    <a:pt x="7692728" y="2070666"/>
                  </a:lnTo>
                  <a:lnTo>
                    <a:pt x="7694439" y="2054343"/>
                  </a:lnTo>
                  <a:lnTo>
                    <a:pt x="7696151" y="2059292"/>
                  </a:lnTo>
                  <a:lnTo>
                    <a:pt x="7697862" y="2050982"/>
                  </a:lnTo>
                  <a:lnTo>
                    <a:pt x="7699573" y="1953763"/>
                  </a:lnTo>
                  <a:lnTo>
                    <a:pt x="7701285" y="1889359"/>
                  </a:lnTo>
                  <a:lnTo>
                    <a:pt x="7702996" y="1868237"/>
                  </a:lnTo>
                  <a:lnTo>
                    <a:pt x="7704708" y="1927932"/>
                  </a:lnTo>
                  <a:lnTo>
                    <a:pt x="7706419" y="1989153"/>
                  </a:lnTo>
                  <a:lnTo>
                    <a:pt x="7708130" y="2016278"/>
                  </a:lnTo>
                  <a:lnTo>
                    <a:pt x="7709842" y="2006382"/>
                  </a:lnTo>
                  <a:lnTo>
                    <a:pt x="7711553" y="2045942"/>
                  </a:lnTo>
                  <a:lnTo>
                    <a:pt x="7713265" y="2087650"/>
                  </a:lnTo>
                  <a:lnTo>
                    <a:pt x="7714976" y="2076632"/>
                  </a:lnTo>
                  <a:lnTo>
                    <a:pt x="7716687" y="2057103"/>
                  </a:lnTo>
                  <a:lnTo>
                    <a:pt x="7718399" y="2067955"/>
                  </a:lnTo>
                  <a:lnTo>
                    <a:pt x="7720110" y="2050922"/>
                  </a:lnTo>
                  <a:lnTo>
                    <a:pt x="7721822" y="2005619"/>
                  </a:lnTo>
                  <a:lnTo>
                    <a:pt x="7723533" y="1961589"/>
                  </a:lnTo>
                  <a:lnTo>
                    <a:pt x="7725244" y="1942241"/>
                  </a:lnTo>
                  <a:lnTo>
                    <a:pt x="7726956" y="1807037"/>
                  </a:lnTo>
                  <a:lnTo>
                    <a:pt x="7728667" y="1660008"/>
                  </a:lnTo>
                  <a:lnTo>
                    <a:pt x="7730379" y="1603625"/>
                  </a:lnTo>
                  <a:lnTo>
                    <a:pt x="7732090" y="1643033"/>
                  </a:lnTo>
                  <a:lnTo>
                    <a:pt x="7733801" y="1734118"/>
                  </a:lnTo>
                  <a:lnTo>
                    <a:pt x="7735513" y="1826356"/>
                  </a:lnTo>
                  <a:lnTo>
                    <a:pt x="7737224" y="2010182"/>
                  </a:lnTo>
                  <a:lnTo>
                    <a:pt x="7738936" y="2272792"/>
                  </a:lnTo>
                  <a:lnTo>
                    <a:pt x="7740647" y="2567731"/>
                  </a:lnTo>
                  <a:lnTo>
                    <a:pt x="7742358" y="2743075"/>
                  </a:lnTo>
                  <a:lnTo>
                    <a:pt x="7744070" y="2844537"/>
                  </a:lnTo>
                  <a:lnTo>
                    <a:pt x="7745781" y="2930930"/>
                  </a:lnTo>
                  <a:lnTo>
                    <a:pt x="7747493" y="2929697"/>
                  </a:lnTo>
                  <a:lnTo>
                    <a:pt x="7749204" y="2660911"/>
                  </a:lnTo>
                  <a:lnTo>
                    <a:pt x="7750915" y="2425038"/>
                  </a:lnTo>
                  <a:lnTo>
                    <a:pt x="7752627" y="2211462"/>
                  </a:lnTo>
                  <a:lnTo>
                    <a:pt x="7754338" y="2064966"/>
                  </a:lnTo>
                  <a:lnTo>
                    <a:pt x="7756050" y="2001668"/>
                  </a:lnTo>
                  <a:lnTo>
                    <a:pt x="7757761" y="1998191"/>
                  </a:lnTo>
                  <a:lnTo>
                    <a:pt x="7759472" y="2202050"/>
                  </a:lnTo>
                  <a:lnTo>
                    <a:pt x="7761184" y="2385520"/>
                  </a:lnTo>
                  <a:lnTo>
                    <a:pt x="7762895" y="2636992"/>
                  </a:lnTo>
                  <a:lnTo>
                    <a:pt x="7764607" y="2803998"/>
                  </a:lnTo>
                  <a:lnTo>
                    <a:pt x="7766318" y="2841816"/>
                  </a:lnTo>
                  <a:lnTo>
                    <a:pt x="7768029" y="2856171"/>
                  </a:lnTo>
                  <a:lnTo>
                    <a:pt x="7769741" y="2903115"/>
                  </a:lnTo>
                  <a:lnTo>
                    <a:pt x="7771452" y="2876252"/>
                  </a:lnTo>
                  <a:lnTo>
                    <a:pt x="7773164" y="2755507"/>
                  </a:lnTo>
                  <a:lnTo>
                    <a:pt x="7774875" y="2653190"/>
                  </a:lnTo>
                  <a:lnTo>
                    <a:pt x="7776586" y="2606734"/>
                  </a:lnTo>
                  <a:lnTo>
                    <a:pt x="7778298" y="2672838"/>
                  </a:lnTo>
                  <a:lnTo>
                    <a:pt x="7780009" y="2711422"/>
                  </a:lnTo>
                  <a:lnTo>
                    <a:pt x="7781721" y="2751203"/>
                  </a:lnTo>
                  <a:lnTo>
                    <a:pt x="7783432" y="2742291"/>
                  </a:lnTo>
                  <a:lnTo>
                    <a:pt x="7785143" y="2715098"/>
                  </a:lnTo>
                  <a:lnTo>
                    <a:pt x="7786855" y="2698291"/>
                  </a:lnTo>
                  <a:lnTo>
                    <a:pt x="7788566" y="2532225"/>
                  </a:lnTo>
                  <a:lnTo>
                    <a:pt x="7790278" y="2447072"/>
                  </a:lnTo>
                  <a:lnTo>
                    <a:pt x="7791989" y="2435158"/>
                  </a:lnTo>
                  <a:lnTo>
                    <a:pt x="7793700" y="2365910"/>
                  </a:lnTo>
                  <a:lnTo>
                    <a:pt x="7795412" y="2216353"/>
                  </a:lnTo>
                  <a:lnTo>
                    <a:pt x="7797123" y="2057441"/>
                  </a:lnTo>
                  <a:lnTo>
                    <a:pt x="7798835" y="2049552"/>
                  </a:lnTo>
                  <a:lnTo>
                    <a:pt x="7800546" y="2084586"/>
                  </a:lnTo>
                  <a:lnTo>
                    <a:pt x="7802257" y="2135827"/>
                  </a:lnTo>
                  <a:lnTo>
                    <a:pt x="7803969" y="2210110"/>
                  </a:lnTo>
                  <a:lnTo>
                    <a:pt x="7805680" y="2240819"/>
                  </a:lnTo>
                  <a:lnTo>
                    <a:pt x="7807391" y="2333813"/>
                  </a:lnTo>
                  <a:lnTo>
                    <a:pt x="7809103" y="2407631"/>
                  </a:lnTo>
                  <a:lnTo>
                    <a:pt x="7810814" y="2274967"/>
                  </a:lnTo>
                  <a:lnTo>
                    <a:pt x="7812526" y="2091663"/>
                  </a:lnTo>
                  <a:lnTo>
                    <a:pt x="7814237" y="2026277"/>
                  </a:lnTo>
                  <a:lnTo>
                    <a:pt x="7815948" y="2165561"/>
                  </a:lnTo>
                  <a:lnTo>
                    <a:pt x="7817660" y="2272309"/>
                  </a:lnTo>
                  <a:lnTo>
                    <a:pt x="7819371" y="2368693"/>
                  </a:lnTo>
                  <a:lnTo>
                    <a:pt x="7821083" y="2525768"/>
                  </a:lnTo>
                  <a:lnTo>
                    <a:pt x="7822794" y="2601124"/>
                  </a:lnTo>
                  <a:lnTo>
                    <a:pt x="7824505" y="2619286"/>
                  </a:lnTo>
                  <a:lnTo>
                    <a:pt x="7826217" y="2478332"/>
                  </a:lnTo>
                  <a:lnTo>
                    <a:pt x="7827928" y="2350516"/>
                  </a:lnTo>
                  <a:lnTo>
                    <a:pt x="7829640" y="2185183"/>
                  </a:lnTo>
                  <a:lnTo>
                    <a:pt x="7831351" y="2044305"/>
                  </a:lnTo>
                  <a:lnTo>
                    <a:pt x="7833062" y="2069974"/>
                  </a:lnTo>
                  <a:lnTo>
                    <a:pt x="7834774" y="2113422"/>
                  </a:lnTo>
                  <a:lnTo>
                    <a:pt x="7836485" y="2243635"/>
                  </a:lnTo>
                  <a:lnTo>
                    <a:pt x="7838197" y="2297736"/>
                  </a:lnTo>
                  <a:lnTo>
                    <a:pt x="7839908" y="2395304"/>
                  </a:lnTo>
                  <a:lnTo>
                    <a:pt x="7841619" y="2457054"/>
                  </a:lnTo>
                  <a:lnTo>
                    <a:pt x="7843331" y="2327585"/>
                  </a:lnTo>
                  <a:lnTo>
                    <a:pt x="7845042" y="2211624"/>
                  </a:lnTo>
                  <a:lnTo>
                    <a:pt x="7846754" y="2170776"/>
                  </a:lnTo>
                  <a:lnTo>
                    <a:pt x="7848465" y="2154002"/>
                  </a:lnTo>
                  <a:lnTo>
                    <a:pt x="7850176" y="2123788"/>
                  </a:lnTo>
                  <a:lnTo>
                    <a:pt x="7851888" y="2157591"/>
                  </a:lnTo>
                  <a:lnTo>
                    <a:pt x="7853599" y="2214687"/>
                  </a:lnTo>
                  <a:lnTo>
                    <a:pt x="7855311" y="2248148"/>
                  </a:lnTo>
                  <a:lnTo>
                    <a:pt x="7857022" y="2277010"/>
                  </a:lnTo>
                  <a:lnTo>
                    <a:pt x="7858733" y="2366175"/>
                  </a:lnTo>
                  <a:lnTo>
                    <a:pt x="7860445" y="2334329"/>
                  </a:lnTo>
                  <a:lnTo>
                    <a:pt x="7862156" y="2300861"/>
                  </a:lnTo>
                  <a:lnTo>
                    <a:pt x="7863868" y="2443731"/>
                  </a:lnTo>
                  <a:lnTo>
                    <a:pt x="7865579" y="2501403"/>
                  </a:lnTo>
                  <a:lnTo>
                    <a:pt x="7867290" y="2519704"/>
                  </a:lnTo>
                  <a:lnTo>
                    <a:pt x="7869002" y="2472569"/>
                  </a:lnTo>
                  <a:lnTo>
                    <a:pt x="7870713" y="2378717"/>
                  </a:lnTo>
                  <a:lnTo>
                    <a:pt x="7872425" y="2281125"/>
                  </a:lnTo>
                  <a:lnTo>
                    <a:pt x="7874136" y="2165910"/>
                  </a:lnTo>
                  <a:lnTo>
                    <a:pt x="7875847" y="2257555"/>
                  </a:lnTo>
                  <a:lnTo>
                    <a:pt x="7877559" y="2345196"/>
                  </a:lnTo>
                  <a:lnTo>
                    <a:pt x="7879270" y="2468678"/>
                  </a:lnTo>
                  <a:lnTo>
                    <a:pt x="7880982" y="2707301"/>
                  </a:lnTo>
                  <a:lnTo>
                    <a:pt x="7882693" y="2873751"/>
                  </a:lnTo>
                  <a:lnTo>
                    <a:pt x="7884404" y="3017847"/>
                  </a:lnTo>
                  <a:lnTo>
                    <a:pt x="7886116" y="3069262"/>
                  </a:lnTo>
                  <a:lnTo>
                    <a:pt x="7887827" y="3032313"/>
                  </a:lnTo>
                  <a:lnTo>
                    <a:pt x="7889539" y="2957171"/>
                  </a:lnTo>
                  <a:lnTo>
                    <a:pt x="7891250" y="2838304"/>
                  </a:lnTo>
                  <a:lnTo>
                    <a:pt x="7892961" y="2702090"/>
                  </a:lnTo>
                  <a:lnTo>
                    <a:pt x="7894673" y="2619756"/>
                  </a:lnTo>
                  <a:lnTo>
                    <a:pt x="7896384" y="2465091"/>
                  </a:lnTo>
                  <a:lnTo>
                    <a:pt x="7898096" y="2375879"/>
                  </a:lnTo>
                  <a:lnTo>
                    <a:pt x="7899807" y="2363665"/>
                  </a:lnTo>
                  <a:lnTo>
                    <a:pt x="7901518" y="2385683"/>
                  </a:lnTo>
                  <a:lnTo>
                    <a:pt x="7903230" y="2432236"/>
                  </a:lnTo>
                  <a:lnTo>
                    <a:pt x="7904941" y="2439047"/>
                  </a:lnTo>
                  <a:lnTo>
                    <a:pt x="7906652" y="2541179"/>
                  </a:lnTo>
                  <a:lnTo>
                    <a:pt x="7908364" y="2628304"/>
                  </a:lnTo>
                  <a:lnTo>
                    <a:pt x="7910075" y="2691688"/>
                  </a:lnTo>
                  <a:lnTo>
                    <a:pt x="7911787" y="2756666"/>
                  </a:lnTo>
                  <a:lnTo>
                    <a:pt x="7913498" y="2827837"/>
                  </a:lnTo>
                  <a:lnTo>
                    <a:pt x="7915209" y="2778991"/>
                  </a:lnTo>
                  <a:lnTo>
                    <a:pt x="7916921" y="2659539"/>
                  </a:lnTo>
                  <a:lnTo>
                    <a:pt x="7918632" y="2554612"/>
                  </a:lnTo>
                  <a:lnTo>
                    <a:pt x="7920344" y="2496823"/>
                  </a:lnTo>
                  <a:lnTo>
                    <a:pt x="7922055" y="2450655"/>
                  </a:lnTo>
                  <a:lnTo>
                    <a:pt x="7923766" y="2488879"/>
                  </a:lnTo>
                  <a:lnTo>
                    <a:pt x="7925478" y="2542120"/>
                  </a:lnTo>
                  <a:lnTo>
                    <a:pt x="7927189" y="2572064"/>
                  </a:lnTo>
                  <a:lnTo>
                    <a:pt x="7928901" y="2607527"/>
                  </a:lnTo>
                  <a:lnTo>
                    <a:pt x="7930612" y="2590037"/>
                  </a:lnTo>
                  <a:lnTo>
                    <a:pt x="7932323" y="2672011"/>
                  </a:lnTo>
                  <a:lnTo>
                    <a:pt x="7934035" y="2705025"/>
                  </a:lnTo>
                  <a:lnTo>
                    <a:pt x="7935746" y="2702849"/>
                  </a:lnTo>
                  <a:lnTo>
                    <a:pt x="7937458" y="2742626"/>
                  </a:lnTo>
                  <a:lnTo>
                    <a:pt x="7939169" y="2829113"/>
                  </a:lnTo>
                  <a:lnTo>
                    <a:pt x="7940880" y="2863873"/>
                  </a:lnTo>
                  <a:lnTo>
                    <a:pt x="7942592" y="2785706"/>
                  </a:lnTo>
                  <a:lnTo>
                    <a:pt x="7944303" y="2669840"/>
                  </a:lnTo>
                  <a:lnTo>
                    <a:pt x="7946015" y="2517925"/>
                  </a:lnTo>
                  <a:lnTo>
                    <a:pt x="7947726" y="2419332"/>
                  </a:lnTo>
                  <a:lnTo>
                    <a:pt x="7949437" y="2348723"/>
                  </a:lnTo>
                  <a:lnTo>
                    <a:pt x="7951149" y="2293727"/>
                  </a:lnTo>
                  <a:lnTo>
                    <a:pt x="7952860" y="2269233"/>
                  </a:lnTo>
                  <a:lnTo>
                    <a:pt x="7954572" y="2324687"/>
                  </a:lnTo>
                  <a:lnTo>
                    <a:pt x="7956283" y="2428407"/>
                  </a:lnTo>
                  <a:lnTo>
                    <a:pt x="7957994" y="2515440"/>
                  </a:lnTo>
                  <a:lnTo>
                    <a:pt x="7959706" y="2624383"/>
                  </a:lnTo>
                  <a:lnTo>
                    <a:pt x="7961417" y="2744550"/>
                  </a:lnTo>
                  <a:lnTo>
                    <a:pt x="7963129" y="2825894"/>
                  </a:lnTo>
                  <a:lnTo>
                    <a:pt x="7964840" y="2868372"/>
                  </a:lnTo>
                  <a:lnTo>
                    <a:pt x="7966551" y="2932495"/>
                  </a:lnTo>
                  <a:lnTo>
                    <a:pt x="7968263" y="2971054"/>
                  </a:lnTo>
                  <a:lnTo>
                    <a:pt x="7969974" y="2976803"/>
                  </a:lnTo>
                  <a:lnTo>
                    <a:pt x="7971686" y="3003229"/>
                  </a:lnTo>
                  <a:lnTo>
                    <a:pt x="7973397" y="3021684"/>
                  </a:lnTo>
                  <a:lnTo>
                    <a:pt x="7975108" y="3022514"/>
                  </a:lnTo>
                  <a:lnTo>
                    <a:pt x="7976820" y="3062942"/>
                  </a:lnTo>
                  <a:lnTo>
                    <a:pt x="7978531" y="3108047"/>
                  </a:lnTo>
                  <a:lnTo>
                    <a:pt x="7980243" y="3091858"/>
                  </a:lnTo>
                  <a:lnTo>
                    <a:pt x="7981954" y="3046830"/>
                  </a:lnTo>
                  <a:lnTo>
                    <a:pt x="7983665" y="3082201"/>
                  </a:lnTo>
                  <a:lnTo>
                    <a:pt x="7985377" y="3116972"/>
                  </a:lnTo>
                  <a:lnTo>
                    <a:pt x="7987088" y="3116972"/>
                  </a:lnTo>
                  <a:lnTo>
                    <a:pt x="7988800" y="3116972"/>
                  </a:lnTo>
                  <a:lnTo>
                    <a:pt x="7990511" y="3116972"/>
                  </a:lnTo>
                  <a:lnTo>
                    <a:pt x="7992222" y="3116972"/>
                  </a:lnTo>
                  <a:lnTo>
                    <a:pt x="7993934" y="3116972"/>
                  </a:lnTo>
                  <a:lnTo>
                    <a:pt x="7995645" y="3086565"/>
                  </a:lnTo>
                  <a:lnTo>
                    <a:pt x="7997357" y="2982174"/>
                  </a:lnTo>
                  <a:lnTo>
                    <a:pt x="7999068" y="2943378"/>
                  </a:lnTo>
                  <a:lnTo>
                    <a:pt x="8000779" y="2947440"/>
                  </a:lnTo>
                  <a:lnTo>
                    <a:pt x="8002491" y="3058606"/>
                  </a:lnTo>
                  <a:lnTo>
                    <a:pt x="8004202" y="3116972"/>
                  </a:lnTo>
                  <a:lnTo>
                    <a:pt x="8005914" y="3116972"/>
                  </a:lnTo>
                  <a:lnTo>
                    <a:pt x="8007625" y="3116972"/>
                  </a:lnTo>
                  <a:lnTo>
                    <a:pt x="8009336" y="3116972"/>
                  </a:lnTo>
                  <a:lnTo>
                    <a:pt x="8011048" y="3116972"/>
                  </a:lnTo>
                  <a:lnTo>
                    <a:pt x="8012759" y="3102173"/>
                  </a:lnTo>
                  <a:lnTo>
                    <a:pt x="8014470" y="3044915"/>
                  </a:lnTo>
                  <a:lnTo>
                    <a:pt x="8016182" y="2943009"/>
                  </a:lnTo>
                  <a:lnTo>
                    <a:pt x="8017893" y="2881155"/>
                  </a:lnTo>
                  <a:lnTo>
                    <a:pt x="8019605" y="2859120"/>
                  </a:lnTo>
                  <a:lnTo>
                    <a:pt x="8021316" y="2816351"/>
                  </a:lnTo>
                  <a:lnTo>
                    <a:pt x="8023027" y="2825407"/>
                  </a:lnTo>
                  <a:lnTo>
                    <a:pt x="8024739" y="2762894"/>
                  </a:lnTo>
                  <a:lnTo>
                    <a:pt x="8026450" y="2734722"/>
                  </a:lnTo>
                  <a:lnTo>
                    <a:pt x="8028162" y="2759402"/>
                  </a:lnTo>
                  <a:lnTo>
                    <a:pt x="8029873" y="2864334"/>
                  </a:lnTo>
                  <a:lnTo>
                    <a:pt x="8031584" y="2984975"/>
                  </a:lnTo>
                  <a:lnTo>
                    <a:pt x="8033296" y="3030680"/>
                  </a:lnTo>
                  <a:lnTo>
                    <a:pt x="8035007" y="3116972"/>
                  </a:lnTo>
                  <a:lnTo>
                    <a:pt x="8036719" y="3116972"/>
                  </a:lnTo>
                  <a:lnTo>
                    <a:pt x="8038430" y="3116972"/>
                  </a:lnTo>
                  <a:lnTo>
                    <a:pt x="8040141" y="3049386"/>
                  </a:lnTo>
                  <a:lnTo>
                    <a:pt x="8041853" y="3016677"/>
                  </a:lnTo>
                  <a:lnTo>
                    <a:pt x="8043564" y="3029634"/>
                  </a:lnTo>
                  <a:lnTo>
                    <a:pt x="8045276" y="3055898"/>
                  </a:lnTo>
                  <a:lnTo>
                    <a:pt x="8046987" y="3051357"/>
                  </a:lnTo>
                  <a:lnTo>
                    <a:pt x="8048698" y="3089893"/>
                  </a:lnTo>
                  <a:lnTo>
                    <a:pt x="8050410" y="3116972"/>
                  </a:lnTo>
                  <a:lnTo>
                    <a:pt x="8052121" y="3116972"/>
                  </a:lnTo>
                  <a:lnTo>
                    <a:pt x="8053833" y="3116972"/>
                  </a:lnTo>
                  <a:lnTo>
                    <a:pt x="8055544" y="3116972"/>
                  </a:lnTo>
                  <a:lnTo>
                    <a:pt x="8057255" y="3116972"/>
                  </a:lnTo>
                  <a:lnTo>
                    <a:pt x="8058967" y="3116972"/>
                  </a:lnTo>
                  <a:lnTo>
                    <a:pt x="8060678" y="3116972"/>
                  </a:lnTo>
                  <a:lnTo>
                    <a:pt x="8062390" y="3116972"/>
                  </a:lnTo>
                  <a:lnTo>
                    <a:pt x="8064101" y="3033584"/>
                  </a:lnTo>
                  <a:lnTo>
                    <a:pt x="8065812" y="3007664"/>
                  </a:lnTo>
                  <a:lnTo>
                    <a:pt x="8067524" y="2975494"/>
                  </a:lnTo>
                  <a:lnTo>
                    <a:pt x="8069235" y="2963853"/>
                  </a:lnTo>
                  <a:lnTo>
                    <a:pt x="8070947" y="2941854"/>
                  </a:lnTo>
                  <a:lnTo>
                    <a:pt x="8072658" y="2916969"/>
                  </a:lnTo>
                  <a:lnTo>
                    <a:pt x="8074369" y="2964960"/>
                  </a:lnTo>
                  <a:lnTo>
                    <a:pt x="8076081" y="2998804"/>
                  </a:lnTo>
                  <a:lnTo>
                    <a:pt x="8077792" y="3025603"/>
                  </a:lnTo>
                  <a:lnTo>
                    <a:pt x="8079504" y="3030517"/>
                  </a:lnTo>
                  <a:lnTo>
                    <a:pt x="8081215" y="3063539"/>
                  </a:lnTo>
                  <a:lnTo>
                    <a:pt x="8082926" y="3116972"/>
                  </a:lnTo>
                  <a:lnTo>
                    <a:pt x="8084638" y="3116972"/>
                  </a:lnTo>
                  <a:lnTo>
                    <a:pt x="8086349" y="3116972"/>
                  </a:lnTo>
                  <a:lnTo>
                    <a:pt x="8088061" y="3116972"/>
                  </a:lnTo>
                  <a:lnTo>
                    <a:pt x="8089772" y="3116972"/>
                  </a:lnTo>
                  <a:lnTo>
                    <a:pt x="8091483" y="3116972"/>
                  </a:lnTo>
                  <a:lnTo>
                    <a:pt x="8093195" y="3116972"/>
                  </a:lnTo>
                  <a:lnTo>
                    <a:pt x="8094906" y="3113057"/>
                  </a:lnTo>
                  <a:lnTo>
                    <a:pt x="8096618" y="3079288"/>
                  </a:lnTo>
                  <a:lnTo>
                    <a:pt x="8098329" y="2978851"/>
                  </a:lnTo>
                  <a:lnTo>
                    <a:pt x="8100040" y="2913442"/>
                  </a:lnTo>
                  <a:lnTo>
                    <a:pt x="8101752" y="2930020"/>
                  </a:lnTo>
                  <a:lnTo>
                    <a:pt x="8103463" y="3006708"/>
                  </a:lnTo>
                  <a:lnTo>
                    <a:pt x="8105175" y="3033924"/>
                  </a:lnTo>
                  <a:lnTo>
                    <a:pt x="8106886" y="3077674"/>
                  </a:lnTo>
                  <a:lnTo>
                    <a:pt x="8108597" y="3116972"/>
                  </a:lnTo>
                  <a:lnTo>
                    <a:pt x="8110309" y="3116972"/>
                  </a:lnTo>
                  <a:lnTo>
                    <a:pt x="8112020" y="3116972"/>
                  </a:lnTo>
                  <a:lnTo>
                    <a:pt x="8113732" y="3116972"/>
                  </a:lnTo>
                  <a:lnTo>
                    <a:pt x="8115443" y="3116972"/>
                  </a:lnTo>
                  <a:lnTo>
                    <a:pt x="8117154" y="3101425"/>
                  </a:lnTo>
                  <a:lnTo>
                    <a:pt x="8118866" y="3069354"/>
                  </a:lnTo>
                  <a:lnTo>
                    <a:pt x="8120577" y="3064334"/>
                  </a:lnTo>
                  <a:lnTo>
                    <a:pt x="8122288" y="3064334"/>
                  </a:lnTo>
                  <a:lnTo>
                    <a:pt x="8124000" y="3064334"/>
                  </a:lnTo>
                  <a:lnTo>
                    <a:pt x="8125711" y="3064334"/>
                  </a:lnTo>
                  <a:lnTo>
                    <a:pt x="8127423" y="3064334"/>
                  </a:lnTo>
                  <a:lnTo>
                    <a:pt x="8129134" y="3045141"/>
                  </a:lnTo>
                  <a:lnTo>
                    <a:pt x="8130845" y="3007033"/>
                  </a:lnTo>
                  <a:lnTo>
                    <a:pt x="8132557" y="2978580"/>
                  </a:lnTo>
                  <a:lnTo>
                    <a:pt x="8134268" y="2999682"/>
                  </a:lnTo>
                  <a:lnTo>
                    <a:pt x="8135980" y="3011608"/>
                  </a:lnTo>
                  <a:lnTo>
                    <a:pt x="8137691" y="2976413"/>
                  </a:lnTo>
                  <a:lnTo>
                    <a:pt x="8139402" y="2952389"/>
                  </a:lnTo>
                  <a:lnTo>
                    <a:pt x="8141114" y="2903810"/>
                  </a:lnTo>
                  <a:lnTo>
                    <a:pt x="8142825" y="2914657"/>
                  </a:lnTo>
                  <a:lnTo>
                    <a:pt x="8144537" y="2958818"/>
                  </a:lnTo>
                  <a:lnTo>
                    <a:pt x="8146248" y="2976066"/>
                  </a:lnTo>
                  <a:lnTo>
                    <a:pt x="8147959" y="3040158"/>
                  </a:lnTo>
                  <a:lnTo>
                    <a:pt x="8149671" y="3033236"/>
                  </a:lnTo>
                  <a:lnTo>
                    <a:pt x="8151382" y="3094938"/>
                  </a:lnTo>
                  <a:lnTo>
                    <a:pt x="8153094" y="3116972"/>
                  </a:lnTo>
                  <a:lnTo>
                    <a:pt x="8154805" y="3093249"/>
                  </a:lnTo>
                  <a:lnTo>
                    <a:pt x="8156516" y="3051513"/>
                  </a:lnTo>
                  <a:lnTo>
                    <a:pt x="8158228" y="3027731"/>
                  </a:lnTo>
                  <a:lnTo>
                    <a:pt x="8159939" y="3083633"/>
                  </a:lnTo>
                  <a:lnTo>
                    <a:pt x="8161651" y="3115762"/>
                  </a:lnTo>
                  <a:lnTo>
                    <a:pt x="8163362" y="3080173"/>
                  </a:lnTo>
                  <a:lnTo>
                    <a:pt x="8165073" y="3050398"/>
                  </a:lnTo>
                  <a:lnTo>
                    <a:pt x="8166785" y="3062961"/>
                  </a:lnTo>
                  <a:lnTo>
                    <a:pt x="8168496" y="3057846"/>
                  </a:lnTo>
                  <a:lnTo>
                    <a:pt x="8170208" y="3052082"/>
                  </a:lnTo>
                  <a:lnTo>
                    <a:pt x="8171919" y="3028789"/>
                  </a:lnTo>
                  <a:lnTo>
                    <a:pt x="8173630" y="2959931"/>
                  </a:lnTo>
                  <a:lnTo>
                    <a:pt x="8175342" y="2913883"/>
                  </a:lnTo>
                  <a:lnTo>
                    <a:pt x="8177053" y="2918373"/>
                  </a:lnTo>
                  <a:lnTo>
                    <a:pt x="8178765" y="2956837"/>
                  </a:lnTo>
                  <a:lnTo>
                    <a:pt x="8180476" y="2983820"/>
                  </a:lnTo>
                  <a:lnTo>
                    <a:pt x="8182187" y="3012355"/>
                  </a:lnTo>
                  <a:lnTo>
                    <a:pt x="8183899" y="3116972"/>
                  </a:lnTo>
                  <a:lnTo>
                    <a:pt x="8185610" y="3116972"/>
                  </a:lnTo>
                  <a:lnTo>
                    <a:pt x="8187322" y="3116972"/>
                  </a:lnTo>
                  <a:lnTo>
                    <a:pt x="8189033" y="3116972"/>
                  </a:lnTo>
                  <a:lnTo>
                    <a:pt x="8190744" y="3116972"/>
                  </a:lnTo>
                  <a:lnTo>
                    <a:pt x="8192456" y="3116972"/>
                  </a:lnTo>
                  <a:lnTo>
                    <a:pt x="8194167" y="3116972"/>
                  </a:lnTo>
                  <a:lnTo>
                    <a:pt x="8195879" y="3101553"/>
                  </a:lnTo>
                  <a:lnTo>
                    <a:pt x="8197590" y="3009845"/>
                  </a:lnTo>
                  <a:lnTo>
                    <a:pt x="8199301" y="3005122"/>
                  </a:lnTo>
                  <a:lnTo>
                    <a:pt x="8201013" y="3020757"/>
                  </a:lnTo>
                  <a:lnTo>
                    <a:pt x="8202724" y="3049536"/>
                  </a:lnTo>
                  <a:lnTo>
                    <a:pt x="8204436" y="3055639"/>
                  </a:lnTo>
                  <a:lnTo>
                    <a:pt x="8206147" y="3074759"/>
                  </a:lnTo>
                  <a:lnTo>
                    <a:pt x="8207858" y="3116972"/>
                  </a:lnTo>
                  <a:lnTo>
                    <a:pt x="8209570" y="3116972"/>
                  </a:lnTo>
                  <a:lnTo>
                    <a:pt x="8211281" y="3116972"/>
                  </a:lnTo>
                  <a:lnTo>
                    <a:pt x="8212993" y="3116972"/>
                  </a:lnTo>
                  <a:lnTo>
                    <a:pt x="8214704" y="3116480"/>
                  </a:lnTo>
                  <a:lnTo>
                    <a:pt x="8216415" y="3116480"/>
                  </a:lnTo>
                  <a:lnTo>
                    <a:pt x="8218127" y="3095086"/>
                  </a:lnTo>
                  <a:lnTo>
                    <a:pt x="8219838" y="3116972"/>
                  </a:lnTo>
                  <a:lnTo>
                    <a:pt x="8221550" y="3116972"/>
                  </a:lnTo>
                  <a:lnTo>
                    <a:pt x="8223261" y="3116972"/>
                  </a:lnTo>
                  <a:lnTo>
                    <a:pt x="8224972" y="3116972"/>
                  </a:lnTo>
                  <a:lnTo>
                    <a:pt x="8226684" y="3116972"/>
                  </a:lnTo>
                  <a:lnTo>
                    <a:pt x="8228395" y="3116972"/>
                  </a:lnTo>
                  <a:lnTo>
                    <a:pt x="8230106" y="3116972"/>
                  </a:lnTo>
                  <a:lnTo>
                    <a:pt x="8231818" y="3116972"/>
                  </a:lnTo>
                  <a:lnTo>
                    <a:pt x="8233529" y="3116972"/>
                  </a:lnTo>
                  <a:lnTo>
                    <a:pt x="8235241" y="3116972"/>
                  </a:lnTo>
                  <a:lnTo>
                    <a:pt x="8236952" y="3116972"/>
                  </a:lnTo>
                  <a:lnTo>
                    <a:pt x="8238663" y="3116972"/>
                  </a:lnTo>
                  <a:lnTo>
                    <a:pt x="8240375" y="3116972"/>
                  </a:lnTo>
                  <a:lnTo>
                    <a:pt x="8242086" y="3116972"/>
                  </a:lnTo>
                  <a:lnTo>
                    <a:pt x="8243798" y="3116972"/>
                  </a:lnTo>
                  <a:lnTo>
                    <a:pt x="8245509" y="3116972"/>
                  </a:lnTo>
                  <a:lnTo>
                    <a:pt x="8247220" y="3116972"/>
                  </a:lnTo>
                  <a:lnTo>
                    <a:pt x="8248932" y="3116972"/>
                  </a:lnTo>
                  <a:lnTo>
                    <a:pt x="8250643" y="3116972"/>
                  </a:lnTo>
                  <a:lnTo>
                    <a:pt x="8252355" y="3116972"/>
                  </a:lnTo>
                  <a:lnTo>
                    <a:pt x="8254066" y="3116972"/>
                  </a:lnTo>
                  <a:lnTo>
                    <a:pt x="8255777" y="3116972"/>
                  </a:lnTo>
                  <a:lnTo>
                    <a:pt x="8257489" y="3116972"/>
                  </a:lnTo>
                  <a:lnTo>
                    <a:pt x="8259200" y="3094921"/>
                  </a:lnTo>
                  <a:lnTo>
                    <a:pt x="8260912" y="3085434"/>
                  </a:lnTo>
                  <a:lnTo>
                    <a:pt x="8262623" y="3116972"/>
                  </a:lnTo>
                  <a:lnTo>
                    <a:pt x="8264334" y="3116972"/>
                  </a:lnTo>
                  <a:lnTo>
                    <a:pt x="8266046" y="3116972"/>
                  </a:lnTo>
                  <a:lnTo>
                    <a:pt x="8267757" y="3116972"/>
                  </a:lnTo>
                  <a:lnTo>
                    <a:pt x="8269469" y="3116972"/>
                  </a:lnTo>
                  <a:lnTo>
                    <a:pt x="8271180" y="3098303"/>
                  </a:lnTo>
                  <a:lnTo>
                    <a:pt x="8272891" y="3091969"/>
                  </a:lnTo>
                  <a:lnTo>
                    <a:pt x="8274603" y="3114749"/>
                  </a:lnTo>
                  <a:lnTo>
                    <a:pt x="8276314" y="3114748"/>
                  </a:lnTo>
                  <a:lnTo>
                    <a:pt x="8278026" y="3114749"/>
                  </a:lnTo>
                  <a:lnTo>
                    <a:pt x="8279737" y="3087061"/>
                  </a:lnTo>
                  <a:lnTo>
                    <a:pt x="8281448" y="3042333"/>
                  </a:lnTo>
                  <a:lnTo>
                    <a:pt x="8283160" y="3031699"/>
                  </a:lnTo>
                  <a:lnTo>
                    <a:pt x="8284871" y="3036806"/>
                  </a:lnTo>
                  <a:lnTo>
                    <a:pt x="8286583" y="3036806"/>
                  </a:lnTo>
                  <a:lnTo>
                    <a:pt x="8288294" y="3036806"/>
                  </a:lnTo>
                  <a:lnTo>
                    <a:pt x="8290005" y="3064497"/>
                  </a:lnTo>
                  <a:lnTo>
                    <a:pt x="8291717" y="3109226"/>
                  </a:lnTo>
                  <a:lnTo>
                    <a:pt x="8293428" y="3094651"/>
                  </a:lnTo>
                  <a:lnTo>
                    <a:pt x="8295140" y="3055852"/>
                  </a:lnTo>
                  <a:lnTo>
                    <a:pt x="8296851" y="3028276"/>
                  </a:lnTo>
                  <a:lnTo>
                    <a:pt x="8298562" y="3009915"/>
                  </a:lnTo>
                  <a:lnTo>
                    <a:pt x="8300274" y="2979700"/>
                  </a:lnTo>
                  <a:lnTo>
                    <a:pt x="8301985" y="2959579"/>
                  </a:lnTo>
                  <a:lnTo>
                    <a:pt x="8303697" y="3001657"/>
                  </a:lnTo>
                  <a:lnTo>
                    <a:pt x="8305408" y="3083407"/>
                  </a:lnTo>
                  <a:lnTo>
                    <a:pt x="8307119" y="3116972"/>
                  </a:lnTo>
                  <a:lnTo>
                    <a:pt x="8308831" y="3116972"/>
                  </a:lnTo>
                  <a:lnTo>
                    <a:pt x="8310542" y="3116972"/>
                  </a:lnTo>
                  <a:lnTo>
                    <a:pt x="8312254" y="3116972"/>
                  </a:lnTo>
                  <a:lnTo>
                    <a:pt x="8313965" y="3116972"/>
                  </a:lnTo>
                  <a:lnTo>
                    <a:pt x="8315676" y="3116972"/>
                  </a:lnTo>
                  <a:lnTo>
                    <a:pt x="8317388" y="3116972"/>
                  </a:lnTo>
                  <a:lnTo>
                    <a:pt x="8319099" y="3116972"/>
                  </a:lnTo>
                  <a:lnTo>
                    <a:pt x="8320811" y="3116972"/>
                  </a:lnTo>
                  <a:lnTo>
                    <a:pt x="8322522" y="3116972"/>
                  </a:lnTo>
                  <a:lnTo>
                    <a:pt x="8324233" y="3116972"/>
                  </a:lnTo>
                  <a:lnTo>
                    <a:pt x="8325945" y="3116972"/>
                  </a:lnTo>
                  <a:lnTo>
                    <a:pt x="8327656" y="3116972"/>
                  </a:lnTo>
                  <a:lnTo>
                    <a:pt x="8329367" y="3116972"/>
                  </a:lnTo>
                  <a:lnTo>
                    <a:pt x="8331079" y="3116972"/>
                  </a:lnTo>
                  <a:lnTo>
                    <a:pt x="8332790" y="3116972"/>
                  </a:lnTo>
                  <a:lnTo>
                    <a:pt x="8334502" y="3116972"/>
                  </a:lnTo>
                  <a:lnTo>
                    <a:pt x="8336213" y="3116972"/>
                  </a:lnTo>
                  <a:lnTo>
                    <a:pt x="8337924" y="3116972"/>
                  </a:lnTo>
                  <a:lnTo>
                    <a:pt x="8339636" y="3116972"/>
                  </a:lnTo>
                  <a:lnTo>
                    <a:pt x="8341347" y="3116972"/>
                  </a:lnTo>
                  <a:lnTo>
                    <a:pt x="8343059" y="3116972"/>
                  </a:lnTo>
                  <a:lnTo>
                    <a:pt x="8344770" y="3116972"/>
                  </a:lnTo>
                  <a:lnTo>
                    <a:pt x="8346481" y="3116972"/>
                  </a:lnTo>
                  <a:lnTo>
                    <a:pt x="8348193" y="3104663"/>
                  </a:lnTo>
                  <a:lnTo>
                    <a:pt x="8349904" y="3051042"/>
                  </a:lnTo>
                  <a:lnTo>
                    <a:pt x="8351616" y="2959700"/>
                  </a:lnTo>
                  <a:lnTo>
                    <a:pt x="8353327" y="2927148"/>
                  </a:lnTo>
                  <a:lnTo>
                    <a:pt x="8355038" y="2975398"/>
                  </a:lnTo>
                  <a:lnTo>
                    <a:pt x="8356750" y="3009947"/>
                  </a:lnTo>
                  <a:lnTo>
                    <a:pt x="8358461" y="3037384"/>
                  </a:lnTo>
                  <a:lnTo>
                    <a:pt x="8360173" y="3037384"/>
                  </a:lnTo>
                  <a:lnTo>
                    <a:pt x="8361884" y="3070632"/>
                  </a:lnTo>
                  <a:lnTo>
                    <a:pt x="8363595" y="3116972"/>
                  </a:lnTo>
                  <a:lnTo>
                    <a:pt x="8365307" y="3116972"/>
                  </a:lnTo>
                  <a:lnTo>
                    <a:pt x="8367018" y="3116972"/>
                  </a:lnTo>
                  <a:lnTo>
                    <a:pt x="8368730" y="3116972"/>
                  </a:lnTo>
                  <a:lnTo>
                    <a:pt x="8370441" y="3116972"/>
                  </a:lnTo>
                  <a:lnTo>
                    <a:pt x="8372152" y="3116972"/>
                  </a:lnTo>
                  <a:lnTo>
                    <a:pt x="8373864" y="3116972"/>
                  </a:lnTo>
                  <a:lnTo>
                    <a:pt x="8375575" y="3116972"/>
                  </a:lnTo>
                  <a:lnTo>
                    <a:pt x="8377287" y="3116972"/>
                  </a:lnTo>
                  <a:lnTo>
                    <a:pt x="8378998" y="3116972"/>
                  </a:lnTo>
                  <a:lnTo>
                    <a:pt x="8380709" y="3116972"/>
                  </a:lnTo>
                  <a:lnTo>
                    <a:pt x="8382421" y="3116972"/>
                  </a:lnTo>
                  <a:lnTo>
                    <a:pt x="8384132" y="3059249"/>
                  </a:lnTo>
                  <a:lnTo>
                    <a:pt x="8385844" y="3019125"/>
                  </a:lnTo>
                  <a:lnTo>
                    <a:pt x="8387555" y="2988809"/>
                  </a:lnTo>
                  <a:lnTo>
                    <a:pt x="8389266" y="2994810"/>
                  </a:lnTo>
                  <a:lnTo>
                    <a:pt x="8390978" y="3056080"/>
                  </a:lnTo>
                  <a:lnTo>
                    <a:pt x="8392689" y="3084913"/>
                  </a:lnTo>
                  <a:lnTo>
                    <a:pt x="8394401" y="3116972"/>
                  </a:lnTo>
                  <a:lnTo>
                    <a:pt x="8396112" y="3116972"/>
                  </a:lnTo>
                  <a:lnTo>
                    <a:pt x="8397823" y="3116972"/>
                  </a:lnTo>
                  <a:lnTo>
                    <a:pt x="8399535" y="3116972"/>
                  </a:lnTo>
                  <a:lnTo>
                    <a:pt x="8401246" y="3116972"/>
                  </a:lnTo>
                  <a:lnTo>
                    <a:pt x="8402958" y="3116972"/>
                  </a:lnTo>
                  <a:lnTo>
                    <a:pt x="8404669" y="3116972"/>
                  </a:lnTo>
                  <a:lnTo>
                    <a:pt x="8406380" y="3116972"/>
                  </a:lnTo>
                  <a:lnTo>
                    <a:pt x="8408092" y="3116972"/>
                  </a:lnTo>
                  <a:lnTo>
                    <a:pt x="8409803" y="3116972"/>
                  </a:lnTo>
                  <a:lnTo>
                    <a:pt x="8411515" y="3116972"/>
                  </a:lnTo>
                  <a:lnTo>
                    <a:pt x="8413226" y="3116972"/>
                  </a:lnTo>
                  <a:lnTo>
                    <a:pt x="8414937" y="3116972"/>
                  </a:lnTo>
                  <a:lnTo>
                    <a:pt x="8416649" y="3116972"/>
                  </a:lnTo>
                  <a:lnTo>
                    <a:pt x="8418360" y="3116972"/>
                  </a:lnTo>
                  <a:lnTo>
                    <a:pt x="8420072" y="3116972"/>
                  </a:lnTo>
                  <a:lnTo>
                    <a:pt x="8421783" y="3065691"/>
                  </a:lnTo>
                  <a:lnTo>
                    <a:pt x="8423494" y="3047013"/>
                  </a:lnTo>
                  <a:lnTo>
                    <a:pt x="8425206" y="3070815"/>
                  </a:lnTo>
                  <a:lnTo>
                    <a:pt x="8426917" y="3090669"/>
                  </a:lnTo>
                  <a:lnTo>
                    <a:pt x="8428629" y="3081437"/>
                  </a:lnTo>
                  <a:lnTo>
                    <a:pt x="8430340" y="3075831"/>
                  </a:lnTo>
                  <a:lnTo>
                    <a:pt x="8432051" y="3073190"/>
                  </a:lnTo>
                  <a:lnTo>
                    <a:pt x="8433763" y="3052404"/>
                  </a:lnTo>
                  <a:lnTo>
                    <a:pt x="8435474" y="3051961"/>
                  </a:lnTo>
                  <a:lnTo>
                    <a:pt x="8437185" y="3116972"/>
                  </a:lnTo>
                  <a:lnTo>
                    <a:pt x="8438897" y="3116972"/>
                  </a:lnTo>
                  <a:lnTo>
                    <a:pt x="8440608" y="3116972"/>
                  </a:lnTo>
                  <a:lnTo>
                    <a:pt x="8442320" y="3116972"/>
                  </a:lnTo>
                  <a:lnTo>
                    <a:pt x="8444031" y="3116972"/>
                  </a:lnTo>
                  <a:lnTo>
                    <a:pt x="8445742" y="3104483"/>
                  </a:lnTo>
                  <a:lnTo>
                    <a:pt x="8447454" y="3024840"/>
                  </a:lnTo>
                  <a:lnTo>
                    <a:pt x="8449165" y="2964608"/>
                  </a:lnTo>
                  <a:lnTo>
                    <a:pt x="8450877" y="2985810"/>
                  </a:lnTo>
                  <a:lnTo>
                    <a:pt x="8452588" y="3017352"/>
                  </a:lnTo>
                  <a:lnTo>
                    <a:pt x="8454299" y="3022606"/>
                  </a:lnTo>
                  <a:lnTo>
                    <a:pt x="8456011" y="3072256"/>
                  </a:lnTo>
                  <a:lnTo>
                    <a:pt x="8457722" y="3110594"/>
                  </a:lnTo>
                  <a:lnTo>
                    <a:pt x="8459434" y="3116972"/>
                  </a:lnTo>
                  <a:lnTo>
                    <a:pt x="8461145" y="3116972"/>
                  </a:lnTo>
                  <a:lnTo>
                    <a:pt x="8462856" y="3116972"/>
                  </a:lnTo>
                  <a:lnTo>
                    <a:pt x="8464568" y="3116972"/>
                  </a:lnTo>
                  <a:lnTo>
                    <a:pt x="8466279" y="3116972"/>
                  </a:lnTo>
                  <a:lnTo>
                    <a:pt x="8467991" y="3116972"/>
                  </a:lnTo>
                  <a:lnTo>
                    <a:pt x="8469702" y="3116972"/>
                  </a:lnTo>
                  <a:lnTo>
                    <a:pt x="8471413" y="3116972"/>
                  </a:lnTo>
                  <a:lnTo>
                    <a:pt x="8473125" y="3116972"/>
                  </a:lnTo>
                  <a:lnTo>
                    <a:pt x="8474836" y="3107028"/>
                  </a:lnTo>
                  <a:lnTo>
                    <a:pt x="8476548" y="3094379"/>
                  </a:lnTo>
                  <a:lnTo>
                    <a:pt x="8478259" y="3097934"/>
                  </a:lnTo>
                  <a:lnTo>
                    <a:pt x="8479970" y="3076976"/>
                  </a:lnTo>
                  <a:lnTo>
                    <a:pt x="8481682" y="3054989"/>
                  </a:lnTo>
                  <a:lnTo>
                    <a:pt x="8483393" y="3056485"/>
                  </a:lnTo>
                  <a:lnTo>
                    <a:pt x="8485105" y="3070595"/>
                  </a:lnTo>
                  <a:lnTo>
                    <a:pt x="8486816" y="3113996"/>
                  </a:lnTo>
                  <a:lnTo>
                    <a:pt x="8488527" y="3116972"/>
                  </a:lnTo>
                  <a:lnTo>
                    <a:pt x="8490239" y="3116972"/>
                  </a:lnTo>
                  <a:lnTo>
                    <a:pt x="8491950" y="3116972"/>
                  </a:lnTo>
                  <a:lnTo>
                    <a:pt x="8493662" y="3116972"/>
                  </a:lnTo>
                  <a:lnTo>
                    <a:pt x="8495373" y="3116972"/>
                  </a:lnTo>
                  <a:lnTo>
                    <a:pt x="8497084" y="3116972"/>
                  </a:lnTo>
                  <a:lnTo>
                    <a:pt x="8498796" y="3116972"/>
                  </a:lnTo>
                  <a:lnTo>
                    <a:pt x="8500507" y="3116972"/>
                  </a:lnTo>
                  <a:lnTo>
                    <a:pt x="8502219" y="3116972"/>
                  </a:lnTo>
                  <a:lnTo>
                    <a:pt x="8503930" y="3116972"/>
                  </a:lnTo>
                  <a:lnTo>
                    <a:pt x="8505641" y="3116392"/>
                  </a:lnTo>
                  <a:lnTo>
                    <a:pt x="8507353" y="3048691"/>
                  </a:lnTo>
                  <a:lnTo>
                    <a:pt x="8509064" y="2990789"/>
                  </a:lnTo>
                  <a:lnTo>
                    <a:pt x="8510776" y="2969723"/>
                  </a:lnTo>
                  <a:lnTo>
                    <a:pt x="8512487" y="3010954"/>
                  </a:lnTo>
                  <a:lnTo>
                    <a:pt x="8514198" y="3018099"/>
                  </a:lnTo>
                  <a:lnTo>
                    <a:pt x="8515910" y="2999596"/>
                  </a:lnTo>
                  <a:lnTo>
                    <a:pt x="8517621" y="3016311"/>
                  </a:lnTo>
                  <a:lnTo>
                    <a:pt x="8519333" y="3032351"/>
                  </a:lnTo>
                  <a:lnTo>
                    <a:pt x="8521044" y="3008052"/>
                  </a:lnTo>
                  <a:lnTo>
                    <a:pt x="8522755" y="2980175"/>
                  </a:lnTo>
                  <a:lnTo>
                    <a:pt x="8524467" y="2980176"/>
                  </a:lnTo>
                  <a:lnTo>
                    <a:pt x="8526178" y="2980177"/>
                  </a:lnTo>
                  <a:lnTo>
                    <a:pt x="8527890" y="2980178"/>
                  </a:lnTo>
                  <a:lnTo>
                    <a:pt x="8529601" y="2991093"/>
                  </a:lnTo>
                  <a:lnTo>
                    <a:pt x="8531312" y="3036458"/>
                  </a:lnTo>
                  <a:lnTo>
                    <a:pt x="8533024" y="3064334"/>
                  </a:lnTo>
                  <a:lnTo>
                    <a:pt x="8534735" y="3066665"/>
                  </a:lnTo>
                  <a:lnTo>
                    <a:pt x="8536447" y="3100068"/>
                  </a:lnTo>
                  <a:lnTo>
                    <a:pt x="8538158" y="3116972"/>
                  </a:lnTo>
                  <a:lnTo>
                    <a:pt x="8539869" y="3116972"/>
                  </a:lnTo>
                  <a:lnTo>
                    <a:pt x="8541581" y="3116972"/>
                  </a:lnTo>
                  <a:lnTo>
                    <a:pt x="8543292" y="3116972"/>
                  </a:lnTo>
                  <a:lnTo>
                    <a:pt x="8545003" y="3116972"/>
                  </a:lnTo>
                  <a:lnTo>
                    <a:pt x="8546715" y="3116972"/>
                  </a:lnTo>
                  <a:lnTo>
                    <a:pt x="8548426" y="3116972"/>
                  </a:lnTo>
                  <a:lnTo>
                    <a:pt x="8550138" y="3116972"/>
                  </a:lnTo>
                  <a:lnTo>
                    <a:pt x="8551849" y="3116972"/>
                  </a:lnTo>
                  <a:lnTo>
                    <a:pt x="8553560" y="3116972"/>
                  </a:lnTo>
                  <a:lnTo>
                    <a:pt x="8551849" y="3116972"/>
                  </a:lnTo>
                  <a:lnTo>
                    <a:pt x="8550138" y="3116972"/>
                  </a:lnTo>
                  <a:lnTo>
                    <a:pt x="8548426" y="3116972"/>
                  </a:lnTo>
                  <a:lnTo>
                    <a:pt x="8546715" y="3116972"/>
                  </a:lnTo>
                  <a:lnTo>
                    <a:pt x="8545003" y="3116972"/>
                  </a:lnTo>
                  <a:lnTo>
                    <a:pt x="8543292" y="3116972"/>
                  </a:lnTo>
                  <a:lnTo>
                    <a:pt x="8541581" y="3116972"/>
                  </a:lnTo>
                  <a:lnTo>
                    <a:pt x="8539869" y="3116972"/>
                  </a:lnTo>
                  <a:lnTo>
                    <a:pt x="8538158" y="3116972"/>
                  </a:lnTo>
                  <a:lnTo>
                    <a:pt x="8536447" y="3116972"/>
                  </a:lnTo>
                  <a:lnTo>
                    <a:pt x="8534735" y="3116972"/>
                  </a:lnTo>
                  <a:lnTo>
                    <a:pt x="8533024" y="3116972"/>
                  </a:lnTo>
                  <a:lnTo>
                    <a:pt x="8531312" y="3116972"/>
                  </a:lnTo>
                  <a:lnTo>
                    <a:pt x="8529601" y="3116972"/>
                  </a:lnTo>
                  <a:lnTo>
                    <a:pt x="8527890" y="3116972"/>
                  </a:lnTo>
                  <a:lnTo>
                    <a:pt x="8526178" y="3116972"/>
                  </a:lnTo>
                  <a:lnTo>
                    <a:pt x="8524467" y="3116972"/>
                  </a:lnTo>
                  <a:lnTo>
                    <a:pt x="8522755" y="3116972"/>
                  </a:lnTo>
                  <a:lnTo>
                    <a:pt x="8521044" y="3116972"/>
                  </a:lnTo>
                  <a:lnTo>
                    <a:pt x="8519333" y="3116972"/>
                  </a:lnTo>
                  <a:lnTo>
                    <a:pt x="8517621" y="3116972"/>
                  </a:lnTo>
                  <a:lnTo>
                    <a:pt x="8515910" y="3116972"/>
                  </a:lnTo>
                  <a:lnTo>
                    <a:pt x="8514198" y="3116972"/>
                  </a:lnTo>
                  <a:lnTo>
                    <a:pt x="8512487" y="3116972"/>
                  </a:lnTo>
                  <a:lnTo>
                    <a:pt x="8510776" y="3116972"/>
                  </a:lnTo>
                  <a:lnTo>
                    <a:pt x="8509064" y="3116972"/>
                  </a:lnTo>
                  <a:lnTo>
                    <a:pt x="8507353" y="3116972"/>
                  </a:lnTo>
                  <a:lnTo>
                    <a:pt x="8505641" y="3116972"/>
                  </a:lnTo>
                  <a:lnTo>
                    <a:pt x="8503930" y="3116972"/>
                  </a:lnTo>
                  <a:lnTo>
                    <a:pt x="8502219" y="3116972"/>
                  </a:lnTo>
                  <a:lnTo>
                    <a:pt x="8500507" y="3116972"/>
                  </a:lnTo>
                  <a:lnTo>
                    <a:pt x="8498796" y="3116972"/>
                  </a:lnTo>
                  <a:lnTo>
                    <a:pt x="8497084" y="3116972"/>
                  </a:lnTo>
                  <a:lnTo>
                    <a:pt x="8495373" y="3116972"/>
                  </a:lnTo>
                  <a:lnTo>
                    <a:pt x="8493662" y="3116972"/>
                  </a:lnTo>
                  <a:lnTo>
                    <a:pt x="8491950" y="3116972"/>
                  </a:lnTo>
                  <a:lnTo>
                    <a:pt x="8490239" y="3116972"/>
                  </a:lnTo>
                  <a:lnTo>
                    <a:pt x="8488527" y="3116972"/>
                  </a:lnTo>
                  <a:lnTo>
                    <a:pt x="8486816" y="3116972"/>
                  </a:lnTo>
                  <a:lnTo>
                    <a:pt x="8485105" y="3116972"/>
                  </a:lnTo>
                  <a:lnTo>
                    <a:pt x="8483393" y="3116972"/>
                  </a:lnTo>
                  <a:lnTo>
                    <a:pt x="8481682" y="3116972"/>
                  </a:lnTo>
                  <a:lnTo>
                    <a:pt x="8479970" y="3116972"/>
                  </a:lnTo>
                  <a:lnTo>
                    <a:pt x="8478259" y="3116972"/>
                  </a:lnTo>
                  <a:lnTo>
                    <a:pt x="8476548" y="3116972"/>
                  </a:lnTo>
                  <a:lnTo>
                    <a:pt x="8474836" y="3116972"/>
                  </a:lnTo>
                  <a:lnTo>
                    <a:pt x="8473125" y="3116972"/>
                  </a:lnTo>
                  <a:lnTo>
                    <a:pt x="8471413" y="3116972"/>
                  </a:lnTo>
                  <a:lnTo>
                    <a:pt x="8469702" y="3116972"/>
                  </a:lnTo>
                  <a:lnTo>
                    <a:pt x="8467991" y="3116972"/>
                  </a:lnTo>
                  <a:lnTo>
                    <a:pt x="8466279" y="3116972"/>
                  </a:lnTo>
                  <a:lnTo>
                    <a:pt x="8464568" y="3116972"/>
                  </a:lnTo>
                  <a:lnTo>
                    <a:pt x="8462856" y="3116972"/>
                  </a:lnTo>
                  <a:lnTo>
                    <a:pt x="8461145" y="3116972"/>
                  </a:lnTo>
                  <a:lnTo>
                    <a:pt x="8459434" y="3116972"/>
                  </a:lnTo>
                  <a:lnTo>
                    <a:pt x="8457722" y="3116972"/>
                  </a:lnTo>
                  <a:lnTo>
                    <a:pt x="8456011" y="3116972"/>
                  </a:lnTo>
                  <a:lnTo>
                    <a:pt x="8454299" y="3116972"/>
                  </a:lnTo>
                  <a:lnTo>
                    <a:pt x="8452588" y="3116972"/>
                  </a:lnTo>
                  <a:lnTo>
                    <a:pt x="8450877" y="3116972"/>
                  </a:lnTo>
                  <a:lnTo>
                    <a:pt x="8449165" y="3116972"/>
                  </a:lnTo>
                  <a:lnTo>
                    <a:pt x="8447454" y="3116972"/>
                  </a:lnTo>
                  <a:lnTo>
                    <a:pt x="8445742" y="3116972"/>
                  </a:lnTo>
                  <a:lnTo>
                    <a:pt x="8444031" y="3116972"/>
                  </a:lnTo>
                  <a:lnTo>
                    <a:pt x="8442320" y="3116972"/>
                  </a:lnTo>
                  <a:lnTo>
                    <a:pt x="8440608" y="3116972"/>
                  </a:lnTo>
                  <a:lnTo>
                    <a:pt x="8438897" y="3116972"/>
                  </a:lnTo>
                  <a:lnTo>
                    <a:pt x="8437185" y="3116972"/>
                  </a:lnTo>
                  <a:lnTo>
                    <a:pt x="8435474" y="3116972"/>
                  </a:lnTo>
                  <a:lnTo>
                    <a:pt x="8433763" y="3116972"/>
                  </a:lnTo>
                  <a:lnTo>
                    <a:pt x="8432051" y="3116972"/>
                  </a:lnTo>
                  <a:lnTo>
                    <a:pt x="8430340" y="3116972"/>
                  </a:lnTo>
                  <a:lnTo>
                    <a:pt x="8428629" y="3116972"/>
                  </a:lnTo>
                  <a:lnTo>
                    <a:pt x="8426917" y="3116972"/>
                  </a:lnTo>
                  <a:lnTo>
                    <a:pt x="8425206" y="3116972"/>
                  </a:lnTo>
                  <a:lnTo>
                    <a:pt x="8423494" y="3116972"/>
                  </a:lnTo>
                  <a:lnTo>
                    <a:pt x="8421783" y="3116972"/>
                  </a:lnTo>
                  <a:lnTo>
                    <a:pt x="8420072" y="3116972"/>
                  </a:lnTo>
                  <a:lnTo>
                    <a:pt x="8418360" y="3116972"/>
                  </a:lnTo>
                  <a:lnTo>
                    <a:pt x="8416649" y="3116972"/>
                  </a:lnTo>
                  <a:lnTo>
                    <a:pt x="8414937" y="3116972"/>
                  </a:lnTo>
                  <a:lnTo>
                    <a:pt x="8413226" y="3116972"/>
                  </a:lnTo>
                  <a:lnTo>
                    <a:pt x="8411515" y="3116972"/>
                  </a:lnTo>
                  <a:lnTo>
                    <a:pt x="8409803" y="3116972"/>
                  </a:lnTo>
                  <a:lnTo>
                    <a:pt x="8408092" y="3116972"/>
                  </a:lnTo>
                  <a:lnTo>
                    <a:pt x="8406380" y="3116972"/>
                  </a:lnTo>
                  <a:lnTo>
                    <a:pt x="8404669" y="3116972"/>
                  </a:lnTo>
                  <a:lnTo>
                    <a:pt x="8402958" y="3116972"/>
                  </a:lnTo>
                  <a:lnTo>
                    <a:pt x="8401246" y="3116972"/>
                  </a:lnTo>
                  <a:lnTo>
                    <a:pt x="8399535" y="3116972"/>
                  </a:lnTo>
                  <a:lnTo>
                    <a:pt x="8397823" y="3116972"/>
                  </a:lnTo>
                  <a:lnTo>
                    <a:pt x="8396112" y="3116972"/>
                  </a:lnTo>
                  <a:lnTo>
                    <a:pt x="8394401" y="3116972"/>
                  </a:lnTo>
                  <a:lnTo>
                    <a:pt x="8392689" y="3116972"/>
                  </a:lnTo>
                  <a:lnTo>
                    <a:pt x="8390978" y="3116972"/>
                  </a:lnTo>
                  <a:lnTo>
                    <a:pt x="8389266" y="3116972"/>
                  </a:lnTo>
                  <a:lnTo>
                    <a:pt x="8387555" y="3116972"/>
                  </a:lnTo>
                  <a:lnTo>
                    <a:pt x="8385844" y="3116972"/>
                  </a:lnTo>
                  <a:lnTo>
                    <a:pt x="8384132" y="3116972"/>
                  </a:lnTo>
                  <a:lnTo>
                    <a:pt x="8382421" y="3116972"/>
                  </a:lnTo>
                  <a:lnTo>
                    <a:pt x="8380709" y="3116972"/>
                  </a:lnTo>
                  <a:lnTo>
                    <a:pt x="8378998" y="3116972"/>
                  </a:lnTo>
                  <a:lnTo>
                    <a:pt x="8377287" y="3116972"/>
                  </a:lnTo>
                  <a:lnTo>
                    <a:pt x="8375575" y="3116972"/>
                  </a:lnTo>
                  <a:lnTo>
                    <a:pt x="8373864" y="3116972"/>
                  </a:lnTo>
                  <a:lnTo>
                    <a:pt x="8372152" y="3116972"/>
                  </a:lnTo>
                  <a:lnTo>
                    <a:pt x="8370441" y="3116972"/>
                  </a:lnTo>
                  <a:lnTo>
                    <a:pt x="8368730" y="3116972"/>
                  </a:lnTo>
                  <a:lnTo>
                    <a:pt x="8367018" y="3116972"/>
                  </a:lnTo>
                  <a:lnTo>
                    <a:pt x="8365307" y="3116972"/>
                  </a:lnTo>
                  <a:lnTo>
                    <a:pt x="8363595" y="3116972"/>
                  </a:lnTo>
                  <a:lnTo>
                    <a:pt x="8361884" y="3116972"/>
                  </a:lnTo>
                  <a:lnTo>
                    <a:pt x="8360173" y="3116972"/>
                  </a:lnTo>
                  <a:lnTo>
                    <a:pt x="8358461" y="3116972"/>
                  </a:lnTo>
                  <a:lnTo>
                    <a:pt x="8356750" y="3116972"/>
                  </a:lnTo>
                  <a:lnTo>
                    <a:pt x="8355038" y="3116972"/>
                  </a:lnTo>
                  <a:lnTo>
                    <a:pt x="8353327" y="3116972"/>
                  </a:lnTo>
                  <a:lnTo>
                    <a:pt x="8351616" y="3116972"/>
                  </a:lnTo>
                  <a:lnTo>
                    <a:pt x="8349904" y="3116972"/>
                  </a:lnTo>
                  <a:lnTo>
                    <a:pt x="8348193" y="3116972"/>
                  </a:lnTo>
                  <a:lnTo>
                    <a:pt x="8346481" y="3116972"/>
                  </a:lnTo>
                  <a:lnTo>
                    <a:pt x="8344770" y="3116972"/>
                  </a:lnTo>
                  <a:lnTo>
                    <a:pt x="8343059" y="3116972"/>
                  </a:lnTo>
                  <a:lnTo>
                    <a:pt x="8341347" y="3116972"/>
                  </a:lnTo>
                  <a:lnTo>
                    <a:pt x="8339636" y="3116972"/>
                  </a:lnTo>
                  <a:lnTo>
                    <a:pt x="8337924" y="3116972"/>
                  </a:lnTo>
                  <a:lnTo>
                    <a:pt x="8336213" y="3116972"/>
                  </a:lnTo>
                  <a:lnTo>
                    <a:pt x="8334502" y="3116972"/>
                  </a:lnTo>
                  <a:lnTo>
                    <a:pt x="8332790" y="3116972"/>
                  </a:lnTo>
                  <a:lnTo>
                    <a:pt x="8331079" y="3116972"/>
                  </a:lnTo>
                  <a:lnTo>
                    <a:pt x="8329367" y="3116972"/>
                  </a:lnTo>
                  <a:lnTo>
                    <a:pt x="8327656" y="3116972"/>
                  </a:lnTo>
                  <a:lnTo>
                    <a:pt x="8325945" y="3116972"/>
                  </a:lnTo>
                  <a:lnTo>
                    <a:pt x="8324233" y="3116972"/>
                  </a:lnTo>
                  <a:lnTo>
                    <a:pt x="8322522" y="3116972"/>
                  </a:lnTo>
                  <a:lnTo>
                    <a:pt x="8320811" y="3116972"/>
                  </a:lnTo>
                  <a:lnTo>
                    <a:pt x="8319099" y="3116972"/>
                  </a:lnTo>
                  <a:lnTo>
                    <a:pt x="8317388" y="3116972"/>
                  </a:lnTo>
                  <a:lnTo>
                    <a:pt x="8315676" y="3116972"/>
                  </a:lnTo>
                  <a:lnTo>
                    <a:pt x="8313965" y="3116972"/>
                  </a:lnTo>
                  <a:lnTo>
                    <a:pt x="8312254" y="3116972"/>
                  </a:lnTo>
                  <a:lnTo>
                    <a:pt x="8310542" y="3116972"/>
                  </a:lnTo>
                  <a:lnTo>
                    <a:pt x="8308831" y="3116972"/>
                  </a:lnTo>
                  <a:lnTo>
                    <a:pt x="8307119" y="3116972"/>
                  </a:lnTo>
                  <a:lnTo>
                    <a:pt x="8305408" y="3116972"/>
                  </a:lnTo>
                  <a:lnTo>
                    <a:pt x="8303697" y="3116972"/>
                  </a:lnTo>
                  <a:lnTo>
                    <a:pt x="8301985" y="3116972"/>
                  </a:lnTo>
                  <a:lnTo>
                    <a:pt x="8300274" y="3116972"/>
                  </a:lnTo>
                  <a:lnTo>
                    <a:pt x="8298562" y="3116972"/>
                  </a:lnTo>
                  <a:lnTo>
                    <a:pt x="8296851" y="3116972"/>
                  </a:lnTo>
                  <a:lnTo>
                    <a:pt x="8295140" y="3116972"/>
                  </a:lnTo>
                  <a:lnTo>
                    <a:pt x="8293428" y="3116972"/>
                  </a:lnTo>
                  <a:lnTo>
                    <a:pt x="8291717" y="3116972"/>
                  </a:lnTo>
                  <a:lnTo>
                    <a:pt x="8290005" y="3116972"/>
                  </a:lnTo>
                  <a:lnTo>
                    <a:pt x="8288294" y="3116972"/>
                  </a:lnTo>
                  <a:lnTo>
                    <a:pt x="8286583" y="3116972"/>
                  </a:lnTo>
                  <a:lnTo>
                    <a:pt x="8284871" y="3116972"/>
                  </a:lnTo>
                  <a:lnTo>
                    <a:pt x="8283160" y="3116972"/>
                  </a:lnTo>
                  <a:lnTo>
                    <a:pt x="8281448" y="3116972"/>
                  </a:lnTo>
                  <a:lnTo>
                    <a:pt x="8279737" y="3116972"/>
                  </a:lnTo>
                  <a:lnTo>
                    <a:pt x="8278026" y="3116972"/>
                  </a:lnTo>
                  <a:lnTo>
                    <a:pt x="8276314" y="3116972"/>
                  </a:lnTo>
                  <a:lnTo>
                    <a:pt x="8274603" y="3116972"/>
                  </a:lnTo>
                  <a:lnTo>
                    <a:pt x="8272891" y="3116972"/>
                  </a:lnTo>
                  <a:lnTo>
                    <a:pt x="8271180" y="3116972"/>
                  </a:lnTo>
                  <a:lnTo>
                    <a:pt x="8269469" y="3116972"/>
                  </a:lnTo>
                  <a:lnTo>
                    <a:pt x="8267757" y="3116972"/>
                  </a:lnTo>
                  <a:lnTo>
                    <a:pt x="8266046" y="3116972"/>
                  </a:lnTo>
                  <a:lnTo>
                    <a:pt x="8264334" y="3116972"/>
                  </a:lnTo>
                  <a:lnTo>
                    <a:pt x="8262623" y="3116972"/>
                  </a:lnTo>
                  <a:lnTo>
                    <a:pt x="8260912" y="3116972"/>
                  </a:lnTo>
                  <a:lnTo>
                    <a:pt x="8259200" y="3116972"/>
                  </a:lnTo>
                  <a:lnTo>
                    <a:pt x="8257489" y="3116972"/>
                  </a:lnTo>
                  <a:lnTo>
                    <a:pt x="8255777" y="3116972"/>
                  </a:lnTo>
                  <a:lnTo>
                    <a:pt x="8254066" y="3116972"/>
                  </a:lnTo>
                  <a:lnTo>
                    <a:pt x="8252355" y="3116972"/>
                  </a:lnTo>
                  <a:lnTo>
                    <a:pt x="8250643" y="3116972"/>
                  </a:lnTo>
                  <a:lnTo>
                    <a:pt x="8248932" y="3116972"/>
                  </a:lnTo>
                  <a:lnTo>
                    <a:pt x="8247220" y="3116972"/>
                  </a:lnTo>
                  <a:lnTo>
                    <a:pt x="8245509" y="3116972"/>
                  </a:lnTo>
                  <a:lnTo>
                    <a:pt x="8243798" y="3116972"/>
                  </a:lnTo>
                  <a:lnTo>
                    <a:pt x="8242086" y="3116972"/>
                  </a:lnTo>
                  <a:lnTo>
                    <a:pt x="8240375" y="3116972"/>
                  </a:lnTo>
                  <a:lnTo>
                    <a:pt x="8238663" y="3116972"/>
                  </a:lnTo>
                  <a:lnTo>
                    <a:pt x="8236952" y="3116972"/>
                  </a:lnTo>
                  <a:lnTo>
                    <a:pt x="8235241" y="3116972"/>
                  </a:lnTo>
                  <a:lnTo>
                    <a:pt x="8233529" y="3116972"/>
                  </a:lnTo>
                  <a:lnTo>
                    <a:pt x="8231818" y="3116972"/>
                  </a:lnTo>
                  <a:lnTo>
                    <a:pt x="8230106" y="3116972"/>
                  </a:lnTo>
                  <a:lnTo>
                    <a:pt x="8228395" y="3116972"/>
                  </a:lnTo>
                  <a:lnTo>
                    <a:pt x="8226684" y="3116972"/>
                  </a:lnTo>
                  <a:lnTo>
                    <a:pt x="8224972" y="3116972"/>
                  </a:lnTo>
                  <a:lnTo>
                    <a:pt x="8223261" y="3116972"/>
                  </a:lnTo>
                  <a:lnTo>
                    <a:pt x="8221550" y="3116972"/>
                  </a:lnTo>
                  <a:lnTo>
                    <a:pt x="8219838" y="3116972"/>
                  </a:lnTo>
                  <a:lnTo>
                    <a:pt x="8218127" y="3116972"/>
                  </a:lnTo>
                  <a:lnTo>
                    <a:pt x="8216415" y="3116972"/>
                  </a:lnTo>
                  <a:lnTo>
                    <a:pt x="8214704" y="3116972"/>
                  </a:lnTo>
                  <a:lnTo>
                    <a:pt x="8212993" y="3116972"/>
                  </a:lnTo>
                  <a:lnTo>
                    <a:pt x="8211281" y="3116972"/>
                  </a:lnTo>
                  <a:lnTo>
                    <a:pt x="8209570" y="3116972"/>
                  </a:lnTo>
                  <a:lnTo>
                    <a:pt x="8207858" y="3116972"/>
                  </a:lnTo>
                  <a:lnTo>
                    <a:pt x="8206147" y="3116972"/>
                  </a:lnTo>
                  <a:lnTo>
                    <a:pt x="8204436" y="3116972"/>
                  </a:lnTo>
                  <a:lnTo>
                    <a:pt x="8202724" y="3116972"/>
                  </a:lnTo>
                  <a:lnTo>
                    <a:pt x="8201013" y="3116972"/>
                  </a:lnTo>
                  <a:lnTo>
                    <a:pt x="8199301" y="3116972"/>
                  </a:lnTo>
                  <a:lnTo>
                    <a:pt x="8197590" y="3116972"/>
                  </a:lnTo>
                  <a:lnTo>
                    <a:pt x="8195879" y="3116972"/>
                  </a:lnTo>
                  <a:lnTo>
                    <a:pt x="8194167" y="3116972"/>
                  </a:lnTo>
                  <a:lnTo>
                    <a:pt x="8192456" y="3116972"/>
                  </a:lnTo>
                  <a:lnTo>
                    <a:pt x="8190744" y="3116972"/>
                  </a:lnTo>
                  <a:lnTo>
                    <a:pt x="8189033" y="3116972"/>
                  </a:lnTo>
                  <a:lnTo>
                    <a:pt x="8187322" y="3116972"/>
                  </a:lnTo>
                  <a:lnTo>
                    <a:pt x="8185610" y="3116972"/>
                  </a:lnTo>
                  <a:lnTo>
                    <a:pt x="8183899" y="3116972"/>
                  </a:lnTo>
                  <a:lnTo>
                    <a:pt x="8182187" y="3116972"/>
                  </a:lnTo>
                  <a:lnTo>
                    <a:pt x="8180476" y="3116972"/>
                  </a:lnTo>
                  <a:lnTo>
                    <a:pt x="8178765" y="3116972"/>
                  </a:lnTo>
                  <a:lnTo>
                    <a:pt x="8177053" y="3116972"/>
                  </a:lnTo>
                  <a:lnTo>
                    <a:pt x="8175342" y="3116972"/>
                  </a:lnTo>
                  <a:lnTo>
                    <a:pt x="8173630" y="3116972"/>
                  </a:lnTo>
                  <a:lnTo>
                    <a:pt x="8171919" y="3116972"/>
                  </a:lnTo>
                  <a:lnTo>
                    <a:pt x="8170208" y="3116972"/>
                  </a:lnTo>
                  <a:lnTo>
                    <a:pt x="8168496" y="3116972"/>
                  </a:lnTo>
                  <a:lnTo>
                    <a:pt x="8166785" y="3116972"/>
                  </a:lnTo>
                  <a:lnTo>
                    <a:pt x="8165073" y="3116972"/>
                  </a:lnTo>
                  <a:lnTo>
                    <a:pt x="8163362" y="3116972"/>
                  </a:lnTo>
                  <a:lnTo>
                    <a:pt x="8161651" y="3116972"/>
                  </a:lnTo>
                  <a:lnTo>
                    <a:pt x="8159939" y="3116972"/>
                  </a:lnTo>
                  <a:lnTo>
                    <a:pt x="8158228" y="3116972"/>
                  </a:lnTo>
                  <a:lnTo>
                    <a:pt x="8156516" y="3116972"/>
                  </a:lnTo>
                  <a:lnTo>
                    <a:pt x="8154805" y="3116972"/>
                  </a:lnTo>
                  <a:lnTo>
                    <a:pt x="8153094" y="3116972"/>
                  </a:lnTo>
                  <a:lnTo>
                    <a:pt x="8151382" y="3116972"/>
                  </a:lnTo>
                  <a:lnTo>
                    <a:pt x="8149671" y="3116972"/>
                  </a:lnTo>
                  <a:lnTo>
                    <a:pt x="8147959" y="3116972"/>
                  </a:lnTo>
                  <a:lnTo>
                    <a:pt x="8146248" y="3116972"/>
                  </a:lnTo>
                  <a:lnTo>
                    <a:pt x="8144537" y="3116972"/>
                  </a:lnTo>
                  <a:lnTo>
                    <a:pt x="8142825" y="3116972"/>
                  </a:lnTo>
                  <a:lnTo>
                    <a:pt x="8141114" y="3116972"/>
                  </a:lnTo>
                  <a:lnTo>
                    <a:pt x="8139402" y="3116972"/>
                  </a:lnTo>
                  <a:lnTo>
                    <a:pt x="8137691" y="3116972"/>
                  </a:lnTo>
                  <a:lnTo>
                    <a:pt x="8135980" y="3116972"/>
                  </a:lnTo>
                  <a:lnTo>
                    <a:pt x="8134268" y="3116972"/>
                  </a:lnTo>
                  <a:lnTo>
                    <a:pt x="8132557" y="3116972"/>
                  </a:lnTo>
                  <a:lnTo>
                    <a:pt x="8130845" y="3116972"/>
                  </a:lnTo>
                  <a:lnTo>
                    <a:pt x="8129134" y="3116972"/>
                  </a:lnTo>
                  <a:lnTo>
                    <a:pt x="8127423" y="3116972"/>
                  </a:lnTo>
                  <a:lnTo>
                    <a:pt x="8125711" y="3116972"/>
                  </a:lnTo>
                  <a:lnTo>
                    <a:pt x="8124000" y="3116972"/>
                  </a:lnTo>
                  <a:lnTo>
                    <a:pt x="8122288" y="3116972"/>
                  </a:lnTo>
                  <a:lnTo>
                    <a:pt x="8120577" y="3116972"/>
                  </a:lnTo>
                  <a:lnTo>
                    <a:pt x="8118866" y="3116972"/>
                  </a:lnTo>
                  <a:lnTo>
                    <a:pt x="8117154" y="3116972"/>
                  </a:lnTo>
                  <a:lnTo>
                    <a:pt x="8115443" y="3116972"/>
                  </a:lnTo>
                  <a:lnTo>
                    <a:pt x="8113732" y="3116972"/>
                  </a:lnTo>
                  <a:lnTo>
                    <a:pt x="8112020" y="3116972"/>
                  </a:lnTo>
                  <a:lnTo>
                    <a:pt x="8110309" y="3116972"/>
                  </a:lnTo>
                  <a:lnTo>
                    <a:pt x="8108597" y="3116972"/>
                  </a:lnTo>
                  <a:lnTo>
                    <a:pt x="8106886" y="3116972"/>
                  </a:lnTo>
                  <a:lnTo>
                    <a:pt x="8105175" y="3116972"/>
                  </a:lnTo>
                  <a:lnTo>
                    <a:pt x="8103463" y="3116972"/>
                  </a:lnTo>
                  <a:lnTo>
                    <a:pt x="8101752" y="3116972"/>
                  </a:lnTo>
                  <a:lnTo>
                    <a:pt x="8100040" y="3116972"/>
                  </a:lnTo>
                  <a:lnTo>
                    <a:pt x="8098329" y="3116972"/>
                  </a:lnTo>
                  <a:lnTo>
                    <a:pt x="8096618" y="3116972"/>
                  </a:lnTo>
                  <a:lnTo>
                    <a:pt x="8094906" y="3116972"/>
                  </a:lnTo>
                  <a:lnTo>
                    <a:pt x="8093195" y="3116972"/>
                  </a:lnTo>
                  <a:lnTo>
                    <a:pt x="8091483" y="3116972"/>
                  </a:lnTo>
                  <a:lnTo>
                    <a:pt x="8089772" y="3116972"/>
                  </a:lnTo>
                  <a:lnTo>
                    <a:pt x="8088061" y="3116972"/>
                  </a:lnTo>
                  <a:lnTo>
                    <a:pt x="8086349" y="3116972"/>
                  </a:lnTo>
                  <a:lnTo>
                    <a:pt x="8084638" y="3116972"/>
                  </a:lnTo>
                  <a:lnTo>
                    <a:pt x="8082926" y="3116972"/>
                  </a:lnTo>
                  <a:lnTo>
                    <a:pt x="8081215" y="3116972"/>
                  </a:lnTo>
                  <a:lnTo>
                    <a:pt x="8079504" y="3116972"/>
                  </a:lnTo>
                  <a:lnTo>
                    <a:pt x="8077792" y="3116972"/>
                  </a:lnTo>
                  <a:lnTo>
                    <a:pt x="8076081" y="3116972"/>
                  </a:lnTo>
                  <a:lnTo>
                    <a:pt x="8074369" y="3116972"/>
                  </a:lnTo>
                  <a:lnTo>
                    <a:pt x="8072658" y="3116972"/>
                  </a:lnTo>
                  <a:lnTo>
                    <a:pt x="8070947" y="3116972"/>
                  </a:lnTo>
                  <a:lnTo>
                    <a:pt x="8069235" y="3116972"/>
                  </a:lnTo>
                  <a:lnTo>
                    <a:pt x="8067524" y="3116972"/>
                  </a:lnTo>
                  <a:lnTo>
                    <a:pt x="8065812" y="3116972"/>
                  </a:lnTo>
                  <a:lnTo>
                    <a:pt x="8064101" y="3116972"/>
                  </a:lnTo>
                  <a:lnTo>
                    <a:pt x="8062390" y="3116972"/>
                  </a:lnTo>
                  <a:lnTo>
                    <a:pt x="8060678" y="3116972"/>
                  </a:lnTo>
                  <a:lnTo>
                    <a:pt x="8058967" y="3116972"/>
                  </a:lnTo>
                  <a:lnTo>
                    <a:pt x="8057255" y="3116972"/>
                  </a:lnTo>
                  <a:lnTo>
                    <a:pt x="8055544" y="3116972"/>
                  </a:lnTo>
                  <a:lnTo>
                    <a:pt x="8053833" y="3116972"/>
                  </a:lnTo>
                  <a:lnTo>
                    <a:pt x="8052121" y="3116972"/>
                  </a:lnTo>
                  <a:lnTo>
                    <a:pt x="8050410" y="3116972"/>
                  </a:lnTo>
                  <a:lnTo>
                    <a:pt x="8048698" y="3116972"/>
                  </a:lnTo>
                  <a:lnTo>
                    <a:pt x="8046987" y="3116972"/>
                  </a:lnTo>
                  <a:lnTo>
                    <a:pt x="8045276" y="3116972"/>
                  </a:lnTo>
                  <a:lnTo>
                    <a:pt x="8043564" y="3116972"/>
                  </a:lnTo>
                  <a:lnTo>
                    <a:pt x="8041853" y="3116972"/>
                  </a:lnTo>
                  <a:lnTo>
                    <a:pt x="8040141" y="3116972"/>
                  </a:lnTo>
                  <a:lnTo>
                    <a:pt x="8038430" y="3116972"/>
                  </a:lnTo>
                  <a:lnTo>
                    <a:pt x="8036719" y="3116972"/>
                  </a:lnTo>
                  <a:lnTo>
                    <a:pt x="8035007" y="3116972"/>
                  </a:lnTo>
                  <a:lnTo>
                    <a:pt x="8033296" y="3116972"/>
                  </a:lnTo>
                  <a:lnTo>
                    <a:pt x="8031584" y="3116972"/>
                  </a:lnTo>
                  <a:lnTo>
                    <a:pt x="8029873" y="3116972"/>
                  </a:lnTo>
                  <a:lnTo>
                    <a:pt x="8028162" y="3116972"/>
                  </a:lnTo>
                  <a:lnTo>
                    <a:pt x="8026450" y="3116972"/>
                  </a:lnTo>
                  <a:lnTo>
                    <a:pt x="8024739" y="3116972"/>
                  </a:lnTo>
                  <a:lnTo>
                    <a:pt x="8023027" y="3116972"/>
                  </a:lnTo>
                  <a:lnTo>
                    <a:pt x="8021316" y="3116972"/>
                  </a:lnTo>
                  <a:lnTo>
                    <a:pt x="8019605" y="3116972"/>
                  </a:lnTo>
                  <a:lnTo>
                    <a:pt x="8017893" y="3116972"/>
                  </a:lnTo>
                  <a:lnTo>
                    <a:pt x="8016182" y="3116972"/>
                  </a:lnTo>
                  <a:lnTo>
                    <a:pt x="8014470" y="3116972"/>
                  </a:lnTo>
                  <a:lnTo>
                    <a:pt x="8012759" y="3116972"/>
                  </a:lnTo>
                  <a:lnTo>
                    <a:pt x="8011048" y="3116972"/>
                  </a:lnTo>
                  <a:lnTo>
                    <a:pt x="8009336" y="3116972"/>
                  </a:lnTo>
                  <a:lnTo>
                    <a:pt x="8007625" y="3116972"/>
                  </a:lnTo>
                  <a:lnTo>
                    <a:pt x="8005914" y="3116972"/>
                  </a:lnTo>
                  <a:lnTo>
                    <a:pt x="8004202" y="3116972"/>
                  </a:lnTo>
                  <a:lnTo>
                    <a:pt x="8002491" y="3116972"/>
                  </a:lnTo>
                  <a:lnTo>
                    <a:pt x="8000779" y="3116972"/>
                  </a:lnTo>
                  <a:lnTo>
                    <a:pt x="7999068" y="3116972"/>
                  </a:lnTo>
                  <a:lnTo>
                    <a:pt x="7997357" y="3116972"/>
                  </a:lnTo>
                  <a:lnTo>
                    <a:pt x="7995645" y="3116972"/>
                  </a:lnTo>
                  <a:lnTo>
                    <a:pt x="7993934" y="3116972"/>
                  </a:lnTo>
                  <a:lnTo>
                    <a:pt x="7992222" y="3116972"/>
                  </a:lnTo>
                  <a:lnTo>
                    <a:pt x="7990511" y="3116972"/>
                  </a:lnTo>
                  <a:lnTo>
                    <a:pt x="7988800" y="3116972"/>
                  </a:lnTo>
                  <a:lnTo>
                    <a:pt x="7987088" y="3116972"/>
                  </a:lnTo>
                  <a:lnTo>
                    <a:pt x="7985377" y="3116972"/>
                  </a:lnTo>
                  <a:lnTo>
                    <a:pt x="7983665" y="3116972"/>
                  </a:lnTo>
                  <a:lnTo>
                    <a:pt x="7981954" y="3116972"/>
                  </a:lnTo>
                  <a:lnTo>
                    <a:pt x="7980243" y="3116972"/>
                  </a:lnTo>
                  <a:lnTo>
                    <a:pt x="7978531" y="3116972"/>
                  </a:lnTo>
                  <a:lnTo>
                    <a:pt x="7976820" y="3116972"/>
                  </a:lnTo>
                  <a:lnTo>
                    <a:pt x="7975108" y="3116972"/>
                  </a:lnTo>
                  <a:lnTo>
                    <a:pt x="7973397" y="3116972"/>
                  </a:lnTo>
                  <a:lnTo>
                    <a:pt x="7971686" y="3116972"/>
                  </a:lnTo>
                  <a:lnTo>
                    <a:pt x="7969974" y="3116972"/>
                  </a:lnTo>
                  <a:lnTo>
                    <a:pt x="7968263" y="3116972"/>
                  </a:lnTo>
                  <a:lnTo>
                    <a:pt x="7966551" y="3116972"/>
                  </a:lnTo>
                  <a:lnTo>
                    <a:pt x="7964840" y="3116972"/>
                  </a:lnTo>
                  <a:lnTo>
                    <a:pt x="7963129" y="3116972"/>
                  </a:lnTo>
                  <a:lnTo>
                    <a:pt x="7961417" y="3116972"/>
                  </a:lnTo>
                  <a:lnTo>
                    <a:pt x="7959706" y="3116972"/>
                  </a:lnTo>
                  <a:lnTo>
                    <a:pt x="7957994" y="3116972"/>
                  </a:lnTo>
                  <a:lnTo>
                    <a:pt x="7956283" y="3116972"/>
                  </a:lnTo>
                  <a:lnTo>
                    <a:pt x="7954572" y="3116972"/>
                  </a:lnTo>
                  <a:lnTo>
                    <a:pt x="7952860" y="3116972"/>
                  </a:lnTo>
                  <a:lnTo>
                    <a:pt x="7951149" y="3116972"/>
                  </a:lnTo>
                  <a:lnTo>
                    <a:pt x="7949437" y="3116972"/>
                  </a:lnTo>
                  <a:lnTo>
                    <a:pt x="7947726" y="3116972"/>
                  </a:lnTo>
                  <a:lnTo>
                    <a:pt x="7946015" y="3116972"/>
                  </a:lnTo>
                  <a:lnTo>
                    <a:pt x="7944303" y="3116972"/>
                  </a:lnTo>
                  <a:lnTo>
                    <a:pt x="7942592" y="3116972"/>
                  </a:lnTo>
                  <a:lnTo>
                    <a:pt x="7940880" y="3116972"/>
                  </a:lnTo>
                  <a:lnTo>
                    <a:pt x="7939169" y="3116972"/>
                  </a:lnTo>
                  <a:lnTo>
                    <a:pt x="7937458" y="3116972"/>
                  </a:lnTo>
                  <a:lnTo>
                    <a:pt x="7935746" y="3116972"/>
                  </a:lnTo>
                  <a:lnTo>
                    <a:pt x="7934035" y="3116972"/>
                  </a:lnTo>
                  <a:lnTo>
                    <a:pt x="7932323" y="3116972"/>
                  </a:lnTo>
                  <a:lnTo>
                    <a:pt x="7930612" y="3116972"/>
                  </a:lnTo>
                  <a:lnTo>
                    <a:pt x="7928901" y="3116972"/>
                  </a:lnTo>
                  <a:lnTo>
                    <a:pt x="7927189" y="3116972"/>
                  </a:lnTo>
                  <a:lnTo>
                    <a:pt x="7925478" y="3116972"/>
                  </a:lnTo>
                  <a:lnTo>
                    <a:pt x="7923766" y="3116972"/>
                  </a:lnTo>
                  <a:lnTo>
                    <a:pt x="7922055" y="3116972"/>
                  </a:lnTo>
                  <a:lnTo>
                    <a:pt x="7920344" y="3116972"/>
                  </a:lnTo>
                  <a:lnTo>
                    <a:pt x="7918632" y="3116972"/>
                  </a:lnTo>
                  <a:lnTo>
                    <a:pt x="7916921" y="3116972"/>
                  </a:lnTo>
                  <a:lnTo>
                    <a:pt x="7915209" y="3116972"/>
                  </a:lnTo>
                  <a:lnTo>
                    <a:pt x="7913498" y="3116972"/>
                  </a:lnTo>
                  <a:lnTo>
                    <a:pt x="7911787" y="3116972"/>
                  </a:lnTo>
                  <a:lnTo>
                    <a:pt x="7910075" y="3116972"/>
                  </a:lnTo>
                  <a:lnTo>
                    <a:pt x="7908364" y="3116972"/>
                  </a:lnTo>
                  <a:lnTo>
                    <a:pt x="7906652" y="3116972"/>
                  </a:lnTo>
                  <a:lnTo>
                    <a:pt x="7904941" y="3116972"/>
                  </a:lnTo>
                  <a:lnTo>
                    <a:pt x="7903230" y="3116972"/>
                  </a:lnTo>
                  <a:lnTo>
                    <a:pt x="7901518" y="3116972"/>
                  </a:lnTo>
                  <a:lnTo>
                    <a:pt x="7899807" y="3116972"/>
                  </a:lnTo>
                  <a:lnTo>
                    <a:pt x="7898096" y="3116972"/>
                  </a:lnTo>
                  <a:lnTo>
                    <a:pt x="7896384" y="3116972"/>
                  </a:lnTo>
                  <a:lnTo>
                    <a:pt x="7894673" y="3116972"/>
                  </a:lnTo>
                  <a:lnTo>
                    <a:pt x="7892961" y="3116972"/>
                  </a:lnTo>
                  <a:lnTo>
                    <a:pt x="7891250" y="3116972"/>
                  </a:lnTo>
                  <a:lnTo>
                    <a:pt x="7889539" y="3116972"/>
                  </a:lnTo>
                  <a:lnTo>
                    <a:pt x="7887827" y="3116972"/>
                  </a:lnTo>
                  <a:lnTo>
                    <a:pt x="7886116" y="3116972"/>
                  </a:lnTo>
                  <a:lnTo>
                    <a:pt x="7884404" y="3116972"/>
                  </a:lnTo>
                  <a:lnTo>
                    <a:pt x="7882693" y="3116972"/>
                  </a:lnTo>
                  <a:lnTo>
                    <a:pt x="7880982" y="3116972"/>
                  </a:lnTo>
                  <a:lnTo>
                    <a:pt x="7879270" y="3116972"/>
                  </a:lnTo>
                  <a:lnTo>
                    <a:pt x="7877559" y="3116972"/>
                  </a:lnTo>
                  <a:lnTo>
                    <a:pt x="7875847" y="3116972"/>
                  </a:lnTo>
                  <a:lnTo>
                    <a:pt x="7874136" y="3116972"/>
                  </a:lnTo>
                  <a:lnTo>
                    <a:pt x="7872425" y="3116972"/>
                  </a:lnTo>
                  <a:lnTo>
                    <a:pt x="7870713" y="3116972"/>
                  </a:lnTo>
                  <a:lnTo>
                    <a:pt x="7869002" y="3116972"/>
                  </a:lnTo>
                  <a:lnTo>
                    <a:pt x="7867290" y="3116972"/>
                  </a:lnTo>
                  <a:lnTo>
                    <a:pt x="7865579" y="3116972"/>
                  </a:lnTo>
                  <a:lnTo>
                    <a:pt x="7863868" y="3116972"/>
                  </a:lnTo>
                  <a:lnTo>
                    <a:pt x="7862156" y="3116972"/>
                  </a:lnTo>
                  <a:lnTo>
                    <a:pt x="7860445" y="3116972"/>
                  </a:lnTo>
                  <a:lnTo>
                    <a:pt x="7858733" y="3116972"/>
                  </a:lnTo>
                  <a:lnTo>
                    <a:pt x="7857022" y="3116972"/>
                  </a:lnTo>
                  <a:lnTo>
                    <a:pt x="7855311" y="3116972"/>
                  </a:lnTo>
                  <a:lnTo>
                    <a:pt x="7853599" y="3116972"/>
                  </a:lnTo>
                  <a:lnTo>
                    <a:pt x="7851888" y="3116972"/>
                  </a:lnTo>
                  <a:lnTo>
                    <a:pt x="7850176" y="3116972"/>
                  </a:lnTo>
                  <a:lnTo>
                    <a:pt x="7848465" y="3116972"/>
                  </a:lnTo>
                  <a:lnTo>
                    <a:pt x="7846754" y="3116972"/>
                  </a:lnTo>
                  <a:lnTo>
                    <a:pt x="7845042" y="3116972"/>
                  </a:lnTo>
                  <a:lnTo>
                    <a:pt x="7843331" y="3116972"/>
                  </a:lnTo>
                  <a:lnTo>
                    <a:pt x="7841619" y="3116972"/>
                  </a:lnTo>
                  <a:lnTo>
                    <a:pt x="7839908" y="3116972"/>
                  </a:lnTo>
                  <a:lnTo>
                    <a:pt x="7838197" y="3116972"/>
                  </a:lnTo>
                  <a:lnTo>
                    <a:pt x="7836485" y="3116972"/>
                  </a:lnTo>
                  <a:lnTo>
                    <a:pt x="7834774" y="3116972"/>
                  </a:lnTo>
                  <a:lnTo>
                    <a:pt x="7833062" y="3116972"/>
                  </a:lnTo>
                  <a:lnTo>
                    <a:pt x="7831351" y="3116972"/>
                  </a:lnTo>
                  <a:lnTo>
                    <a:pt x="7829640" y="3116972"/>
                  </a:lnTo>
                  <a:lnTo>
                    <a:pt x="7827928" y="3116972"/>
                  </a:lnTo>
                  <a:lnTo>
                    <a:pt x="7826217" y="3116972"/>
                  </a:lnTo>
                  <a:lnTo>
                    <a:pt x="7824505" y="3116972"/>
                  </a:lnTo>
                  <a:lnTo>
                    <a:pt x="7822794" y="3116972"/>
                  </a:lnTo>
                  <a:lnTo>
                    <a:pt x="7821083" y="3116972"/>
                  </a:lnTo>
                  <a:lnTo>
                    <a:pt x="7819371" y="3116972"/>
                  </a:lnTo>
                  <a:lnTo>
                    <a:pt x="7817660" y="3116972"/>
                  </a:lnTo>
                  <a:lnTo>
                    <a:pt x="7815948" y="3116972"/>
                  </a:lnTo>
                  <a:lnTo>
                    <a:pt x="7814237" y="3116972"/>
                  </a:lnTo>
                  <a:lnTo>
                    <a:pt x="7812526" y="3116972"/>
                  </a:lnTo>
                  <a:lnTo>
                    <a:pt x="7810814" y="3116972"/>
                  </a:lnTo>
                  <a:lnTo>
                    <a:pt x="7809103" y="3116972"/>
                  </a:lnTo>
                  <a:lnTo>
                    <a:pt x="7807391" y="3116972"/>
                  </a:lnTo>
                  <a:lnTo>
                    <a:pt x="7805680" y="3116972"/>
                  </a:lnTo>
                  <a:lnTo>
                    <a:pt x="7803969" y="3116972"/>
                  </a:lnTo>
                  <a:lnTo>
                    <a:pt x="7802257" y="3116972"/>
                  </a:lnTo>
                  <a:lnTo>
                    <a:pt x="7800546" y="3116972"/>
                  </a:lnTo>
                  <a:lnTo>
                    <a:pt x="7798835" y="3116972"/>
                  </a:lnTo>
                  <a:lnTo>
                    <a:pt x="7797123" y="3116972"/>
                  </a:lnTo>
                  <a:lnTo>
                    <a:pt x="7795412" y="3116972"/>
                  </a:lnTo>
                  <a:lnTo>
                    <a:pt x="7793700" y="3116972"/>
                  </a:lnTo>
                  <a:lnTo>
                    <a:pt x="7791989" y="3116972"/>
                  </a:lnTo>
                  <a:lnTo>
                    <a:pt x="7790278" y="3116972"/>
                  </a:lnTo>
                  <a:lnTo>
                    <a:pt x="7788566" y="3116972"/>
                  </a:lnTo>
                  <a:lnTo>
                    <a:pt x="7786855" y="3116972"/>
                  </a:lnTo>
                  <a:lnTo>
                    <a:pt x="7785143" y="3116972"/>
                  </a:lnTo>
                  <a:lnTo>
                    <a:pt x="7783432" y="3116972"/>
                  </a:lnTo>
                  <a:lnTo>
                    <a:pt x="7781721" y="3116972"/>
                  </a:lnTo>
                  <a:lnTo>
                    <a:pt x="7780009" y="3116972"/>
                  </a:lnTo>
                  <a:lnTo>
                    <a:pt x="7778298" y="3116972"/>
                  </a:lnTo>
                  <a:lnTo>
                    <a:pt x="7776586" y="3116972"/>
                  </a:lnTo>
                  <a:lnTo>
                    <a:pt x="7774875" y="3116972"/>
                  </a:lnTo>
                  <a:lnTo>
                    <a:pt x="7773164" y="3116972"/>
                  </a:lnTo>
                  <a:lnTo>
                    <a:pt x="7771452" y="3116972"/>
                  </a:lnTo>
                  <a:lnTo>
                    <a:pt x="7769741" y="3116972"/>
                  </a:lnTo>
                  <a:lnTo>
                    <a:pt x="7768029" y="3116972"/>
                  </a:lnTo>
                  <a:lnTo>
                    <a:pt x="7766318" y="3116972"/>
                  </a:lnTo>
                  <a:lnTo>
                    <a:pt x="7764607" y="3116972"/>
                  </a:lnTo>
                  <a:lnTo>
                    <a:pt x="7762895" y="3116972"/>
                  </a:lnTo>
                  <a:lnTo>
                    <a:pt x="7761184" y="3116972"/>
                  </a:lnTo>
                  <a:lnTo>
                    <a:pt x="7759472" y="3116972"/>
                  </a:lnTo>
                  <a:lnTo>
                    <a:pt x="7757761" y="3116972"/>
                  </a:lnTo>
                  <a:lnTo>
                    <a:pt x="7756050" y="3116972"/>
                  </a:lnTo>
                  <a:lnTo>
                    <a:pt x="7754338" y="3116972"/>
                  </a:lnTo>
                  <a:lnTo>
                    <a:pt x="7752627" y="3116972"/>
                  </a:lnTo>
                  <a:lnTo>
                    <a:pt x="7750915" y="3116972"/>
                  </a:lnTo>
                  <a:lnTo>
                    <a:pt x="7749204" y="3116972"/>
                  </a:lnTo>
                  <a:lnTo>
                    <a:pt x="7747493" y="3116972"/>
                  </a:lnTo>
                  <a:lnTo>
                    <a:pt x="7745781" y="3116972"/>
                  </a:lnTo>
                  <a:lnTo>
                    <a:pt x="7744070" y="3116972"/>
                  </a:lnTo>
                  <a:lnTo>
                    <a:pt x="7742358" y="3116972"/>
                  </a:lnTo>
                  <a:lnTo>
                    <a:pt x="7740647" y="3116972"/>
                  </a:lnTo>
                  <a:lnTo>
                    <a:pt x="7738936" y="3116972"/>
                  </a:lnTo>
                  <a:lnTo>
                    <a:pt x="7737224" y="3116972"/>
                  </a:lnTo>
                  <a:lnTo>
                    <a:pt x="7735513" y="3116972"/>
                  </a:lnTo>
                  <a:lnTo>
                    <a:pt x="7733801" y="3116972"/>
                  </a:lnTo>
                  <a:lnTo>
                    <a:pt x="7732090" y="3116972"/>
                  </a:lnTo>
                  <a:lnTo>
                    <a:pt x="7730379" y="3116972"/>
                  </a:lnTo>
                  <a:lnTo>
                    <a:pt x="7728667" y="3116972"/>
                  </a:lnTo>
                  <a:lnTo>
                    <a:pt x="7726956" y="3116972"/>
                  </a:lnTo>
                  <a:lnTo>
                    <a:pt x="7725244" y="3116972"/>
                  </a:lnTo>
                  <a:lnTo>
                    <a:pt x="7723533" y="3116972"/>
                  </a:lnTo>
                  <a:lnTo>
                    <a:pt x="7721822" y="3116972"/>
                  </a:lnTo>
                  <a:lnTo>
                    <a:pt x="7720110" y="3116972"/>
                  </a:lnTo>
                  <a:lnTo>
                    <a:pt x="7718399" y="3116972"/>
                  </a:lnTo>
                  <a:lnTo>
                    <a:pt x="7716687" y="3116972"/>
                  </a:lnTo>
                  <a:lnTo>
                    <a:pt x="7714976" y="3116972"/>
                  </a:lnTo>
                  <a:lnTo>
                    <a:pt x="7713265" y="3116972"/>
                  </a:lnTo>
                  <a:lnTo>
                    <a:pt x="7711553" y="3116972"/>
                  </a:lnTo>
                  <a:lnTo>
                    <a:pt x="7709842" y="3116972"/>
                  </a:lnTo>
                  <a:lnTo>
                    <a:pt x="7708130" y="3116972"/>
                  </a:lnTo>
                  <a:lnTo>
                    <a:pt x="7706419" y="3116972"/>
                  </a:lnTo>
                  <a:lnTo>
                    <a:pt x="7704708" y="3116972"/>
                  </a:lnTo>
                  <a:lnTo>
                    <a:pt x="7702996" y="3116972"/>
                  </a:lnTo>
                  <a:lnTo>
                    <a:pt x="7701285" y="3116972"/>
                  </a:lnTo>
                  <a:lnTo>
                    <a:pt x="7699573" y="3116972"/>
                  </a:lnTo>
                  <a:lnTo>
                    <a:pt x="7697862" y="3116972"/>
                  </a:lnTo>
                  <a:lnTo>
                    <a:pt x="7696151" y="3116972"/>
                  </a:lnTo>
                  <a:lnTo>
                    <a:pt x="7694439" y="3116972"/>
                  </a:lnTo>
                  <a:lnTo>
                    <a:pt x="7692728" y="3116972"/>
                  </a:lnTo>
                  <a:lnTo>
                    <a:pt x="7691017" y="3116972"/>
                  </a:lnTo>
                  <a:lnTo>
                    <a:pt x="7689305" y="3116972"/>
                  </a:lnTo>
                  <a:lnTo>
                    <a:pt x="7687594" y="3116972"/>
                  </a:lnTo>
                  <a:lnTo>
                    <a:pt x="7685882" y="3116972"/>
                  </a:lnTo>
                  <a:lnTo>
                    <a:pt x="7684171" y="3116972"/>
                  </a:lnTo>
                  <a:lnTo>
                    <a:pt x="7682460" y="3116972"/>
                  </a:lnTo>
                  <a:lnTo>
                    <a:pt x="7680748" y="3116972"/>
                  </a:lnTo>
                  <a:lnTo>
                    <a:pt x="7679037" y="3116972"/>
                  </a:lnTo>
                  <a:lnTo>
                    <a:pt x="7677325" y="3116972"/>
                  </a:lnTo>
                  <a:lnTo>
                    <a:pt x="7675614" y="3116972"/>
                  </a:lnTo>
                  <a:lnTo>
                    <a:pt x="7673903" y="3116972"/>
                  </a:lnTo>
                  <a:lnTo>
                    <a:pt x="7672191" y="3116972"/>
                  </a:lnTo>
                  <a:lnTo>
                    <a:pt x="7670480" y="3116972"/>
                  </a:lnTo>
                  <a:lnTo>
                    <a:pt x="7668768" y="3116972"/>
                  </a:lnTo>
                  <a:lnTo>
                    <a:pt x="7667057" y="3116972"/>
                  </a:lnTo>
                  <a:lnTo>
                    <a:pt x="7665346" y="3116972"/>
                  </a:lnTo>
                  <a:lnTo>
                    <a:pt x="7663634" y="3116972"/>
                  </a:lnTo>
                  <a:lnTo>
                    <a:pt x="7661923" y="3116972"/>
                  </a:lnTo>
                  <a:lnTo>
                    <a:pt x="7660211" y="3116972"/>
                  </a:lnTo>
                  <a:lnTo>
                    <a:pt x="7658500" y="3116972"/>
                  </a:lnTo>
                  <a:lnTo>
                    <a:pt x="7656789" y="3116972"/>
                  </a:lnTo>
                  <a:lnTo>
                    <a:pt x="7655077" y="3116972"/>
                  </a:lnTo>
                  <a:lnTo>
                    <a:pt x="7653366" y="3116972"/>
                  </a:lnTo>
                  <a:lnTo>
                    <a:pt x="7651654" y="3116972"/>
                  </a:lnTo>
                  <a:lnTo>
                    <a:pt x="7649943" y="3116972"/>
                  </a:lnTo>
                  <a:lnTo>
                    <a:pt x="7648232" y="3116972"/>
                  </a:lnTo>
                  <a:lnTo>
                    <a:pt x="7646520" y="3116972"/>
                  </a:lnTo>
                  <a:lnTo>
                    <a:pt x="7644809" y="3116972"/>
                  </a:lnTo>
                  <a:lnTo>
                    <a:pt x="7643097" y="3116972"/>
                  </a:lnTo>
                  <a:lnTo>
                    <a:pt x="7641386" y="3116972"/>
                  </a:lnTo>
                  <a:lnTo>
                    <a:pt x="7639675" y="3116972"/>
                  </a:lnTo>
                  <a:lnTo>
                    <a:pt x="7637963" y="3116972"/>
                  </a:lnTo>
                  <a:lnTo>
                    <a:pt x="7636252" y="3116972"/>
                  </a:lnTo>
                  <a:lnTo>
                    <a:pt x="7634540" y="3116972"/>
                  </a:lnTo>
                  <a:lnTo>
                    <a:pt x="7632829" y="3116972"/>
                  </a:lnTo>
                  <a:lnTo>
                    <a:pt x="7631118" y="3116972"/>
                  </a:lnTo>
                  <a:lnTo>
                    <a:pt x="7629406" y="3116972"/>
                  </a:lnTo>
                  <a:lnTo>
                    <a:pt x="7627695" y="3116972"/>
                  </a:lnTo>
                  <a:lnTo>
                    <a:pt x="7625983" y="3116972"/>
                  </a:lnTo>
                  <a:lnTo>
                    <a:pt x="7624272" y="3116972"/>
                  </a:lnTo>
                  <a:lnTo>
                    <a:pt x="7622561" y="3116972"/>
                  </a:lnTo>
                  <a:lnTo>
                    <a:pt x="7620849" y="3116972"/>
                  </a:lnTo>
                  <a:lnTo>
                    <a:pt x="7619138" y="3116972"/>
                  </a:lnTo>
                  <a:lnTo>
                    <a:pt x="7617426" y="3116972"/>
                  </a:lnTo>
                  <a:lnTo>
                    <a:pt x="7615715" y="3116972"/>
                  </a:lnTo>
                  <a:lnTo>
                    <a:pt x="7614004" y="3116972"/>
                  </a:lnTo>
                  <a:lnTo>
                    <a:pt x="7612292" y="3116972"/>
                  </a:lnTo>
                  <a:lnTo>
                    <a:pt x="7610581" y="3116972"/>
                  </a:lnTo>
                  <a:lnTo>
                    <a:pt x="7608869" y="3116972"/>
                  </a:lnTo>
                  <a:lnTo>
                    <a:pt x="7607158" y="3116972"/>
                  </a:lnTo>
                  <a:lnTo>
                    <a:pt x="7605447" y="3116972"/>
                  </a:lnTo>
                  <a:lnTo>
                    <a:pt x="7603735" y="3116972"/>
                  </a:lnTo>
                  <a:lnTo>
                    <a:pt x="7602024" y="3116972"/>
                  </a:lnTo>
                  <a:lnTo>
                    <a:pt x="7600312" y="3116972"/>
                  </a:lnTo>
                  <a:lnTo>
                    <a:pt x="7598601" y="3116972"/>
                  </a:lnTo>
                  <a:lnTo>
                    <a:pt x="7596890" y="3116972"/>
                  </a:lnTo>
                  <a:lnTo>
                    <a:pt x="7595178" y="3116972"/>
                  </a:lnTo>
                  <a:lnTo>
                    <a:pt x="7593467" y="3116972"/>
                  </a:lnTo>
                  <a:lnTo>
                    <a:pt x="7591755" y="3116972"/>
                  </a:lnTo>
                  <a:lnTo>
                    <a:pt x="7590044" y="3116972"/>
                  </a:lnTo>
                  <a:lnTo>
                    <a:pt x="7588333" y="3116972"/>
                  </a:lnTo>
                  <a:lnTo>
                    <a:pt x="7586621" y="3116972"/>
                  </a:lnTo>
                  <a:lnTo>
                    <a:pt x="7584910" y="3116972"/>
                  </a:lnTo>
                  <a:lnTo>
                    <a:pt x="7583199" y="3116972"/>
                  </a:lnTo>
                  <a:lnTo>
                    <a:pt x="7581487" y="3116972"/>
                  </a:lnTo>
                  <a:lnTo>
                    <a:pt x="7579776" y="3116972"/>
                  </a:lnTo>
                  <a:lnTo>
                    <a:pt x="7578064" y="3116972"/>
                  </a:lnTo>
                  <a:lnTo>
                    <a:pt x="7576353" y="3116972"/>
                  </a:lnTo>
                  <a:lnTo>
                    <a:pt x="7574642" y="3116972"/>
                  </a:lnTo>
                  <a:lnTo>
                    <a:pt x="7572930" y="3116972"/>
                  </a:lnTo>
                  <a:lnTo>
                    <a:pt x="7571219" y="3116972"/>
                  </a:lnTo>
                  <a:lnTo>
                    <a:pt x="7569507" y="3116972"/>
                  </a:lnTo>
                  <a:lnTo>
                    <a:pt x="7567796" y="3116972"/>
                  </a:lnTo>
                  <a:lnTo>
                    <a:pt x="7566085" y="3116972"/>
                  </a:lnTo>
                  <a:lnTo>
                    <a:pt x="7564373" y="3116972"/>
                  </a:lnTo>
                  <a:lnTo>
                    <a:pt x="7562662" y="3116972"/>
                  </a:lnTo>
                  <a:lnTo>
                    <a:pt x="7560950" y="3116972"/>
                  </a:lnTo>
                  <a:lnTo>
                    <a:pt x="7559239" y="3116972"/>
                  </a:lnTo>
                  <a:lnTo>
                    <a:pt x="7557528" y="3116972"/>
                  </a:lnTo>
                  <a:lnTo>
                    <a:pt x="7555816" y="3116972"/>
                  </a:lnTo>
                  <a:lnTo>
                    <a:pt x="7554105" y="3116972"/>
                  </a:lnTo>
                  <a:lnTo>
                    <a:pt x="7552393" y="3116972"/>
                  </a:lnTo>
                  <a:lnTo>
                    <a:pt x="7550682" y="3116972"/>
                  </a:lnTo>
                  <a:lnTo>
                    <a:pt x="7548971" y="3116972"/>
                  </a:lnTo>
                  <a:lnTo>
                    <a:pt x="7547259" y="3116972"/>
                  </a:lnTo>
                  <a:lnTo>
                    <a:pt x="7545548" y="3116972"/>
                  </a:lnTo>
                  <a:lnTo>
                    <a:pt x="7543836" y="3116972"/>
                  </a:lnTo>
                  <a:lnTo>
                    <a:pt x="7542125" y="3116972"/>
                  </a:lnTo>
                  <a:lnTo>
                    <a:pt x="7540414" y="3116972"/>
                  </a:lnTo>
                  <a:lnTo>
                    <a:pt x="7538702" y="3116972"/>
                  </a:lnTo>
                  <a:lnTo>
                    <a:pt x="7536991" y="3116972"/>
                  </a:lnTo>
                  <a:lnTo>
                    <a:pt x="7535279" y="3116972"/>
                  </a:lnTo>
                  <a:lnTo>
                    <a:pt x="7533568" y="3116972"/>
                  </a:lnTo>
                  <a:lnTo>
                    <a:pt x="7531857" y="3116972"/>
                  </a:lnTo>
                  <a:lnTo>
                    <a:pt x="7530145" y="3116972"/>
                  </a:lnTo>
                  <a:lnTo>
                    <a:pt x="7528434" y="3116972"/>
                  </a:lnTo>
                  <a:lnTo>
                    <a:pt x="7526722" y="3116972"/>
                  </a:lnTo>
                  <a:lnTo>
                    <a:pt x="7525011" y="3116972"/>
                  </a:lnTo>
                  <a:lnTo>
                    <a:pt x="7523300" y="3116972"/>
                  </a:lnTo>
                  <a:lnTo>
                    <a:pt x="7521588" y="3116972"/>
                  </a:lnTo>
                  <a:lnTo>
                    <a:pt x="7519877" y="3116972"/>
                  </a:lnTo>
                  <a:lnTo>
                    <a:pt x="7518165" y="3116972"/>
                  </a:lnTo>
                  <a:lnTo>
                    <a:pt x="7516454" y="3116972"/>
                  </a:lnTo>
                  <a:lnTo>
                    <a:pt x="7514743" y="3116972"/>
                  </a:lnTo>
                  <a:lnTo>
                    <a:pt x="7513031" y="3116972"/>
                  </a:lnTo>
                  <a:lnTo>
                    <a:pt x="7511320" y="3116972"/>
                  </a:lnTo>
                  <a:lnTo>
                    <a:pt x="7509608" y="3116972"/>
                  </a:lnTo>
                  <a:lnTo>
                    <a:pt x="7507897" y="3116972"/>
                  </a:lnTo>
                  <a:lnTo>
                    <a:pt x="7506186" y="3116972"/>
                  </a:lnTo>
                  <a:lnTo>
                    <a:pt x="7504474" y="3116972"/>
                  </a:lnTo>
                  <a:lnTo>
                    <a:pt x="7502763" y="3116972"/>
                  </a:lnTo>
                  <a:lnTo>
                    <a:pt x="7501051" y="3116972"/>
                  </a:lnTo>
                  <a:lnTo>
                    <a:pt x="7499340" y="3116972"/>
                  </a:lnTo>
                  <a:lnTo>
                    <a:pt x="7497629" y="3116972"/>
                  </a:lnTo>
                  <a:lnTo>
                    <a:pt x="7495917" y="3116972"/>
                  </a:lnTo>
                  <a:lnTo>
                    <a:pt x="7494206" y="3116972"/>
                  </a:lnTo>
                  <a:lnTo>
                    <a:pt x="7492494" y="3116972"/>
                  </a:lnTo>
                  <a:lnTo>
                    <a:pt x="7490783" y="3116972"/>
                  </a:lnTo>
                  <a:lnTo>
                    <a:pt x="7489072" y="3116972"/>
                  </a:lnTo>
                  <a:lnTo>
                    <a:pt x="7487360" y="3116972"/>
                  </a:lnTo>
                  <a:lnTo>
                    <a:pt x="7485649" y="3116972"/>
                  </a:lnTo>
                  <a:lnTo>
                    <a:pt x="7483938" y="3116972"/>
                  </a:lnTo>
                  <a:lnTo>
                    <a:pt x="7482226" y="3116972"/>
                  </a:lnTo>
                  <a:lnTo>
                    <a:pt x="7480515" y="3116972"/>
                  </a:lnTo>
                  <a:lnTo>
                    <a:pt x="7478803" y="3116972"/>
                  </a:lnTo>
                  <a:lnTo>
                    <a:pt x="7477092" y="3116972"/>
                  </a:lnTo>
                  <a:lnTo>
                    <a:pt x="7475381" y="3116972"/>
                  </a:lnTo>
                  <a:lnTo>
                    <a:pt x="7473669" y="3116972"/>
                  </a:lnTo>
                  <a:lnTo>
                    <a:pt x="7471958" y="3116972"/>
                  </a:lnTo>
                  <a:lnTo>
                    <a:pt x="7470246" y="3116972"/>
                  </a:lnTo>
                  <a:lnTo>
                    <a:pt x="7468535" y="3116972"/>
                  </a:lnTo>
                  <a:lnTo>
                    <a:pt x="7466824" y="3116972"/>
                  </a:lnTo>
                  <a:lnTo>
                    <a:pt x="7465112" y="3116972"/>
                  </a:lnTo>
                  <a:lnTo>
                    <a:pt x="7463401" y="3116972"/>
                  </a:lnTo>
                  <a:lnTo>
                    <a:pt x="7461689" y="3116972"/>
                  </a:lnTo>
                  <a:lnTo>
                    <a:pt x="7459978" y="3116972"/>
                  </a:lnTo>
                  <a:lnTo>
                    <a:pt x="7458267" y="3116972"/>
                  </a:lnTo>
                  <a:lnTo>
                    <a:pt x="7456555" y="3116972"/>
                  </a:lnTo>
                  <a:lnTo>
                    <a:pt x="7454844" y="3116972"/>
                  </a:lnTo>
                  <a:lnTo>
                    <a:pt x="7453132" y="3116972"/>
                  </a:lnTo>
                  <a:lnTo>
                    <a:pt x="7451421" y="3116972"/>
                  </a:lnTo>
                  <a:lnTo>
                    <a:pt x="7449710" y="3116972"/>
                  </a:lnTo>
                  <a:lnTo>
                    <a:pt x="7447998" y="3116972"/>
                  </a:lnTo>
                  <a:lnTo>
                    <a:pt x="7446287" y="3116972"/>
                  </a:lnTo>
                  <a:lnTo>
                    <a:pt x="7444575" y="3116972"/>
                  </a:lnTo>
                  <a:lnTo>
                    <a:pt x="7442864" y="3116972"/>
                  </a:lnTo>
                  <a:lnTo>
                    <a:pt x="7441153" y="3116972"/>
                  </a:lnTo>
                  <a:lnTo>
                    <a:pt x="7439441" y="3116972"/>
                  </a:lnTo>
                  <a:lnTo>
                    <a:pt x="7437730" y="3116972"/>
                  </a:lnTo>
                  <a:lnTo>
                    <a:pt x="7436018" y="3116972"/>
                  </a:lnTo>
                  <a:lnTo>
                    <a:pt x="7434307" y="3116972"/>
                  </a:lnTo>
                  <a:lnTo>
                    <a:pt x="7432596" y="3116972"/>
                  </a:lnTo>
                  <a:lnTo>
                    <a:pt x="7430884" y="3116972"/>
                  </a:lnTo>
                  <a:lnTo>
                    <a:pt x="7429173" y="3116972"/>
                  </a:lnTo>
                  <a:lnTo>
                    <a:pt x="7427461" y="3116972"/>
                  </a:lnTo>
                  <a:lnTo>
                    <a:pt x="7425750" y="3116972"/>
                  </a:lnTo>
                  <a:lnTo>
                    <a:pt x="7424039" y="3116972"/>
                  </a:lnTo>
                  <a:lnTo>
                    <a:pt x="7422327" y="3116972"/>
                  </a:lnTo>
                  <a:lnTo>
                    <a:pt x="7420616" y="3116972"/>
                  </a:lnTo>
                  <a:lnTo>
                    <a:pt x="7418904" y="3116972"/>
                  </a:lnTo>
                  <a:lnTo>
                    <a:pt x="7417193" y="3116972"/>
                  </a:lnTo>
                  <a:lnTo>
                    <a:pt x="7415482" y="3116972"/>
                  </a:lnTo>
                  <a:lnTo>
                    <a:pt x="7413770" y="3116972"/>
                  </a:lnTo>
                  <a:lnTo>
                    <a:pt x="7412059" y="3116972"/>
                  </a:lnTo>
                  <a:lnTo>
                    <a:pt x="7410347" y="3116972"/>
                  </a:lnTo>
                  <a:lnTo>
                    <a:pt x="7408636" y="3116972"/>
                  </a:lnTo>
                  <a:lnTo>
                    <a:pt x="7406925" y="3116972"/>
                  </a:lnTo>
                  <a:lnTo>
                    <a:pt x="7405213" y="3116972"/>
                  </a:lnTo>
                  <a:lnTo>
                    <a:pt x="7403502" y="3116972"/>
                  </a:lnTo>
                  <a:lnTo>
                    <a:pt x="7401790" y="3116972"/>
                  </a:lnTo>
                  <a:lnTo>
                    <a:pt x="7400079" y="3116972"/>
                  </a:lnTo>
                  <a:lnTo>
                    <a:pt x="7398368" y="3116972"/>
                  </a:lnTo>
                  <a:lnTo>
                    <a:pt x="7396656" y="3116972"/>
                  </a:lnTo>
                  <a:lnTo>
                    <a:pt x="7394945" y="3116972"/>
                  </a:lnTo>
                  <a:lnTo>
                    <a:pt x="7393233" y="3116972"/>
                  </a:lnTo>
                  <a:lnTo>
                    <a:pt x="7391522" y="3116972"/>
                  </a:lnTo>
                  <a:lnTo>
                    <a:pt x="7389811" y="3116972"/>
                  </a:lnTo>
                  <a:lnTo>
                    <a:pt x="7388099" y="3116972"/>
                  </a:lnTo>
                  <a:lnTo>
                    <a:pt x="7386388" y="3116972"/>
                  </a:lnTo>
                  <a:lnTo>
                    <a:pt x="7384676" y="3116972"/>
                  </a:lnTo>
                  <a:lnTo>
                    <a:pt x="7382965" y="3116972"/>
                  </a:lnTo>
                  <a:lnTo>
                    <a:pt x="7381254" y="3116972"/>
                  </a:lnTo>
                  <a:lnTo>
                    <a:pt x="7379542" y="3116972"/>
                  </a:lnTo>
                  <a:lnTo>
                    <a:pt x="7377831" y="3116972"/>
                  </a:lnTo>
                  <a:lnTo>
                    <a:pt x="7376120" y="3116972"/>
                  </a:lnTo>
                  <a:lnTo>
                    <a:pt x="7374408" y="3116972"/>
                  </a:lnTo>
                  <a:lnTo>
                    <a:pt x="7372697" y="3116972"/>
                  </a:lnTo>
                  <a:lnTo>
                    <a:pt x="7370985" y="3116972"/>
                  </a:lnTo>
                  <a:lnTo>
                    <a:pt x="7369274" y="3116972"/>
                  </a:lnTo>
                  <a:lnTo>
                    <a:pt x="7367563" y="3116972"/>
                  </a:lnTo>
                  <a:lnTo>
                    <a:pt x="7365851" y="3116972"/>
                  </a:lnTo>
                  <a:lnTo>
                    <a:pt x="7364140" y="3116972"/>
                  </a:lnTo>
                  <a:lnTo>
                    <a:pt x="7362428" y="3116972"/>
                  </a:lnTo>
                  <a:lnTo>
                    <a:pt x="7360717" y="3116972"/>
                  </a:lnTo>
                  <a:lnTo>
                    <a:pt x="7359006" y="3116972"/>
                  </a:lnTo>
                  <a:lnTo>
                    <a:pt x="7357294" y="3116972"/>
                  </a:lnTo>
                  <a:lnTo>
                    <a:pt x="7355583" y="3116972"/>
                  </a:lnTo>
                  <a:lnTo>
                    <a:pt x="7353871" y="3116972"/>
                  </a:lnTo>
                  <a:lnTo>
                    <a:pt x="7352160" y="3116972"/>
                  </a:lnTo>
                  <a:lnTo>
                    <a:pt x="7350449" y="3116972"/>
                  </a:lnTo>
                  <a:lnTo>
                    <a:pt x="7348737" y="3116972"/>
                  </a:lnTo>
                  <a:lnTo>
                    <a:pt x="7347026" y="3116972"/>
                  </a:lnTo>
                  <a:lnTo>
                    <a:pt x="7345314" y="3116972"/>
                  </a:lnTo>
                  <a:lnTo>
                    <a:pt x="7343603" y="3116972"/>
                  </a:lnTo>
                  <a:lnTo>
                    <a:pt x="7341892" y="3116972"/>
                  </a:lnTo>
                  <a:lnTo>
                    <a:pt x="7340180" y="3116972"/>
                  </a:lnTo>
                  <a:lnTo>
                    <a:pt x="7338469" y="3116972"/>
                  </a:lnTo>
                  <a:lnTo>
                    <a:pt x="7336757" y="3116972"/>
                  </a:lnTo>
                  <a:lnTo>
                    <a:pt x="7335046" y="3116972"/>
                  </a:lnTo>
                  <a:lnTo>
                    <a:pt x="7333335" y="3116972"/>
                  </a:lnTo>
                  <a:lnTo>
                    <a:pt x="7331623" y="3116972"/>
                  </a:lnTo>
                  <a:lnTo>
                    <a:pt x="7329912" y="3116972"/>
                  </a:lnTo>
                  <a:lnTo>
                    <a:pt x="7328200" y="3116972"/>
                  </a:lnTo>
                  <a:lnTo>
                    <a:pt x="7326489" y="3116972"/>
                  </a:lnTo>
                  <a:lnTo>
                    <a:pt x="7324778" y="3116972"/>
                  </a:lnTo>
                  <a:lnTo>
                    <a:pt x="7323066" y="3116972"/>
                  </a:lnTo>
                  <a:lnTo>
                    <a:pt x="7321355" y="3116972"/>
                  </a:lnTo>
                  <a:lnTo>
                    <a:pt x="7319643" y="3116972"/>
                  </a:lnTo>
                  <a:lnTo>
                    <a:pt x="7317932" y="3116972"/>
                  </a:lnTo>
                  <a:lnTo>
                    <a:pt x="7316221" y="3116972"/>
                  </a:lnTo>
                  <a:lnTo>
                    <a:pt x="7314509" y="3116972"/>
                  </a:lnTo>
                  <a:lnTo>
                    <a:pt x="7312798" y="3116972"/>
                  </a:lnTo>
                  <a:lnTo>
                    <a:pt x="7311086" y="3116972"/>
                  </a:lnTo>
                  <a:lnTo>
                    <a:pt x="7309375" y="3116972"/>
                  </a:lnTo>
                  <a:lnTo>
                    <a:pt x="7307664" y="3116972"/>
                  </a:lnTo>
                  <a:lnTo>
                    <a:pt x="7305952" y="3116972"/>
                  </a:lnTo>
                  <a:lnTo>
                    <a:pt x="7304241" y="3116972"/>
                  </a:lnTo>
                  <a:lnTo>
                    <a:pt x="7302529" y="3116972"/>
                  </a:lnTo>
                  <a:lnTo>
                    <a:pt x="7300818" y="3116972"/>
                  </a:lnTo>
                  <a:lnTo>
                    <a:pt x="7299107" y="3116972"/>
                  </a:lnTo>
                  <a:lnTo>
                    <a:pt x="7297395" y="3116972"/>
                  </a:lnTo>
                  <a:lnTo>
                    <a:pt x="7295684" y="3116972"/>
                  </a:lnTo>
                  <a:lnTo>
                    <a:pt x="7293972" y="3116972"/>
                  </a:lnTo>
                  <a:lnTo>
                    <a:pt x="7292261" y="3116972"/>
                  </a:lnTo>
                  <a:lnTo>
                    <a:pt x="7290550" y="3116972"/>
                  </a:lnTo>
                  <a:lnTo>
                    <a:pt x="7288838" y="3116972"/>
                  </a:lnTo>
                  <a:lnTo>
                    <a:pt x="7287127" y="3116972"/>
                  </a:lnTo>
                  <a:lnTo>
                    <a:pt x="7285415" y="3116972"/>
                  </a:lnTo>
                  <a:lnTo>
                    <a:pt x="7283704" y="3116972"/>
                  </a:lnTo>
                  <a:lnTo>
                    <a:pt x="7281993" y="3116972"/>
                  </a:lnTo>
                  <a:lnTo>
                    <a:pt x="7280281" y="3116972"/>
                  </a:lnTo>
                  <a:lnTo>
                    <a:pt x="7278570" y="3116972"/>
                  </a:lnTo>
                  <a:lnTo>
                    <a:pt x="7276858" y="3116972"/>
                  </a:lnTo>
                  <a:lnTo>
                    <a:pt x="7275147" y="3116972"/>
                  </a:lnTo>
                  <a:lnTo>
                    <a:pt x="7273436" y="3116972"/>
                  </a:lnTo>
                  <a:lnTo>
                    <a:pt x="7271724" y="3116972"/>
                  </a:lnTo>
                  <a:lnTo>
                    <a:pt x="7270013" y="3116972"/>
                  </a:lnTo>
                  <a:lnTo>
                    <a:pt x="7268302" y="3116972"/>
                  </a:lnTo>
                  <a:lnTo>
                    <a:pt x="7266590" y="3116972"/>
                  </a:lnTo>
                  <a:lnTo>
                    <a:pt x="7264879" y="3116972"/>
                  </a:lnTo>
                  <a:lnTo>
                    <a:pt x="7263167" y="3116972"/>
                  </a:lnTo>
                  <a:lnTo>
                    <a:pt x="7261456" y="3116972"/>
                  </a:lnTo>
                  <a:lnTo>
                    <a:pt x="7259745" y="3116972"/>
                  </a:lnTo>
                  <a:lnTo>
                    <a:pt x="7258033" y="3116972"/>
                  </a:lnTo>
                  <a:lnTo>
                    <a:pt x="7256322" y="3116972"/>
                  </a:lnTo>
                  <a:lnTo>
                    <a:pt x="7254610" y="3116972"/>
                  </a:lnTo>
                  <a:lnTo>
                    <a:pt x="7252899" y="3116972"/>
                  </a:lnTo>
                  <a:lnTo>
                    <a:pt x="7251188" y="3116972"/>
                  </a:lnTo>
                  <a:lnTo>
                    <a:pt x="7249476" y="3116972"/>
                  </a:lnTo>
                  <a:lnTo>
                    <a:pt x="7247765" y="3116972"/>
                  </a:lnTo>
                  <a:lnTo>
                    <a:pt x="7246053" y="3116972"/>
                  </a:lnTo>
                  <a:lnTo>
                    <a:pt x="7244342" y="3116972"/>
                  </a:lnTo>
                  <a:lnTo>
                    <a:pt x="7242631" y="3116972"/>
                  </a:lnTo>
                  <a:lnTo>
                    <a:pt x="7240919" y="3116972"/>
                  </a:lnTo>
                  <a:lnTo>
                    <a:pt x="7239208" y="3116972"/>
                  </a:lnTo>
                  <a:lnTo>
                    <a:pt x="7237496" y="3116972"/>
                  </a:lnTo>
                  <a:lnTo>
                    <a:pt x="7235785" y="3116972"/>
                  </a:lnTo>
                  <a:lnTo>
                    <a:pt x="7234074" y="3116972"/>
                  </a:lnTo>
                  <a:lnTo>
                    <a:pt x="7232362" y="3116972"/>
                  </a:lnTo>
                  <a:lnTo>
                    <a:pt x="7230651" y="3116972"/>
                  </a:lnTo>
                  <a:lnTo>
                    <a:pt x="7228939" y="3116972"/>
                  </a:lnTo>
                  <a:lnTo>
                    <a:pt x="7227228" y="3116972"/>
                  </a:lnTo>
                  <a:lnTo>
                    <a:pt x="7225517" y="3116972"/>
                  </a:lnTo>
                  <a:lnTo>
                    <a:pt x="7223805" y="3116972"/>
                  </a:lnTo>
                  <a:lnTo>
                    <a:pt x="7222094" y="3116972"/>
                  </a:lnTo>
                  <a:lnTo>
                    <a:pt x="7220382" y="3116972"/>
                  </a:lnTo>
                  <a:lnTo>
                    <a:pt x="7218671" y="3116972"/>
                  </a:lnTo>
                  <a:lnTo>
                    <a:pt x="7216960" y="3116972"/>
                  </a:lnTo>
                  <a:lnTo>
                    <a:pt x="7215248" y="3116972"/>
                  </a:lnTo>
                  <a:lnTo>
                    <a:pt x="7213537" y="3116972"/>
                  </a:lnTo>
                  <a:lnTo>
                    <a:pt x="7211825" y="3116972"/>
                  </a:lnTo>
                  <a:lnTo>
                    <a:pt x="7210114" y="3116972"/>
                  </a:lnTo>
                  <a:lnTo>
                    <a:pt x="7208403" y="3116972"/>
                  </a:lnTo>
                  <a:lnTo>
                    <a:pt x="7206691" y="3116972"/>
                  </a:lnTo>
                  <a:lnTo>
                    <a:pt x="7204980" y="3116972"/>
                  </a:lnTo>
                  <a:lnTo>
                    <a:pt x="7203268" y="3116972"/>
                  </a:lnTo>
                  <a:lnTo>
                    <a:pt x="7201557" y="3116972"/>
                  </a:lnTo>
                  <a:lnTo>
                    <a:pt x="7199846" y="3116972"/>
                  </a:lnTo>
                  <a:lnTo>
                    <a:pt x="7198134" y="3116972"/>
                  </a:lnTo>
                  <a:lnTo>
                    <a:pt x="7196423" y="3116972"/>
                  </a:lnTo>
                  <a:lnTo>
                    <a:pt x="7194711" y="3116972"/>
                  </a:lnTo>
                  <a:lnTo>
                    <a:pt x="7193000" y="3116972"/>
                  </a:lnTo>
                  <a:lnTo>
                    <a:pt x="7191289" y="3116972"/>
                  </a:lnTo>
                  <a:lnTo>
                    <a:pt x="7189577" y="3116972"/>
                  </a:lnTo>
                  <a:lnTo>
                    <a:pt x="7187866" y="3116972"/>
                  </a:lnTo>
                  <a:lnTo>
                    <a:pt x="7186154" y="3116972"/>
                  </a:lnTo>
                  <a:lnTo>
                    <a:pt x="7184443" y="3116972"/>
                  </a:lnTo>
                  <a:lnTo>
                    <a:pt x="7182732" y="3116972"/>
                  </a:lnTo>
                  <a:lnTo>
                    <a:pt x="7181020" y="3116972"/>
                  </a:lnTo>
                  <a:lnTo>
                    <a:pt x="7179309" y="3116972"/>
                  </a:lnTo>
                  <a:lnTo>
                    <a:pt x="7177597" y="3116972"/>
                  </a:lnTo>
                  <a:lnTo>
                    <a:pt x="7175886" y="3116972"/>
                  </a:lnTo>
                  <a:lnTo>
                    <a:pt x="7174175" y="3116972"/>
                  </a:lnTo>
                  <a:lnTo>
                    <a:pt x="7172463" y="3116972"/>
                  </a:lnTo>
                  <a:lnTo>
                    <a:pt x="7170752" y="3116972"/>
                  </a:lnTo>
                  <a:lnTo>
                    <a:pt x="7169040" y="3116972"/>
                  </a:lnTo>
                  <a:lnTo>
                    <a:pt x="7167329" y="3116972"/>
                  </a:lnTo>
                  <a:lnTo>
                    <a:pt x="7165618" y="3116972"/>
                  </a:lnTo>
                  <a:lnTo>
                    <a:pt x="7163906" y="3116972"/>
                  </a:lnTo>
                  <a:lnTo>
                    <a:pt x="7162195" y="3116972"/>
                  </a:lnTo>
                  <a:lnTo>
                    <a:pt x="7160484" y="3116972"/>
                  </a:lnTo>
                  <a:lnTo>
                    <a:pt x="7158772" y="3116972"/>
                  </a:lnTo>
                  <a:lnTo>
                    <a:pt x="7157061" y="3116972"/>
                  </a:lnTo>
                  <a:lnTo>
                    <a:pt x="7155349" y="3116972"/>
                  </a:lnTo>
                  <a:lnTo>
                    <a:pt x="7153638" y="3116972"/>
                  </a:lnTo>
                  <a:lnTo>
                    <a:pt x="7151927" y="3116972"/>
                  </a:lnTo>
                  <a:lnTo>
                    <a:pt x="7150215" y="3116972"/>
                  </a:lnTo>
                  <a:lnTo>
                    <a:pt x="7148504" y="3116972"/>
                  </a:lnTo>
                  <a:lnTo>
                    <a:pt x="7146792" y="3116972"/>
                  </a:lnTo>
                  <a:lnTo>
                    <a:pt x="7145081" y="3116972"/>
                  </a:lnTo>
                  <a:lnTo>
                    <a:pt x="7143370" y="3116972"/>
                  </a:lnTo>
                  <a:lnTo>
                    <a:pt x="7141658" y="3116972"/>
                  </a:lnTo>
                  <a:lnTo>
                    <a:pt x="7139947" y="3116972"/>
                  </a:lnTo>
                  <a:lnTo>
                    <a:pt x="7138235" y="3116972"/>
                  </a:lnTo>
                  <a:lnTo>
                    <a:pt x="7136524" y="3116972"/>
                  </a:lnTo>
                  <a:lnTo>
                    <a:pt x="7134813" y="3116972"/>
                  </a:lnTo>
                  <a:lnTo>
                    <a:pt x="7133101" y="3116972"/>
                  </a:lnTo>
                  <a:lnTo>
                    <a:pt x="7131390" y="3116972"/>
                  </a:lnTo>
                  <a:lnTo>
                    <a:pt x="7129678" y="3116972"/>
                  </a:lnTo>
                  <a:lnTo>
                    <a:pt x="7127967" y="3116972"/>
                  </a:lnTo>
                  <a:lnTo>
                    <a:pt x="7126256" y="3116972"/>
                  </a:lnTo>
                  <a:lnTo>
                    <a:pt x="7124544" y="3116972"/>
                  </a:lnTo>
                  <a:lnTo>
                    <a:pt x="7122833" y="3116972"/>
                  </a:lnTo>
                  <a:lnTo>
                    <a:pt x="7121121" y="3116972"/>
                  </a:lnTo>
                  <a:lnTo>
                    <a:pt x="7119410" y="3116972"/>
                  </a:lnTo>
                  <a:lnTo>
                    <a:pt x="7117699" y="3116972"/>
                  </a:lnTo>
                  <a:lnTo>
                    <a:pt x="7115987" y="3116972"/>
                  </a:lnTo>
                  <a:lnTo>
                    <a:pt x="7114276" y="3116972"/>
                  </a:lnTo>
                  <a:lnTo>
                    <a:pt x="7112564" y="3116972"/>
                  </a:lnTo>
                  <a:lnTo>
                    <a:pt x="7110853" y="3116972"/>
                  </a:lnTo>
                  <a:lnTo>
                    <a:pt x="7109142" y="3116972"/>
                  </a:lnTo>
                  <a:lnTo>
                    <a:pt x="7107430" y="3116972"/>
                  </a:lnTo>
                  <a:lnTo>
                    <a:pt x="7105719" y="3116972"/>
                  </a:lnTo>
                  <a:lnTo>
                    <a:pt x="7104007" y="3116972"/>
                  </a:lnTo>
                  <a:lnTo>
                    <a:pt x="7102296" y="3116972"/>
                  </a:lnTo>
                  <a:lnTo>
                    <a:pt x="7100585" y="3116972"/>
                  </a:lnTo>
                  <a:lnTo>
                    <a:pt x="7098873" y="3116972"/>
                  </a:lnTo>
                  <a:lnTo>
                    <a:pt x="7097162" y="3116972"/>
                  </a:lnTo>
                  <a:lnTo>
                    <a:pt x="7095450" y="3116972"/>
                  </a:lnTo>
                  <a:lnTo>
                    <a:pt x="7093739" y="3116972"/>
                  </a:lnTo>
                  <a:lnTo>
                    <a:pt x="7092028" y="3116972"/>
                  </a:lnTo>
                  <a:lnTo>
                    <a:pt x="7090316" y="3116972"/>
                  </a:lnTo>
                  <a:lnTo>
                    <a:pt x="7088605" y="3116972"/>
                  </a:lnTo>
                  <a:lnTo>
                    <a:pt x="7086893" y="3116972"/>
                  </a:lnTo>
                  <a:lnTo>
                    <a:pt x="7085182" y="3116972"/>
                  </a:lnTo>
                  <a:lnTo>
                    <a:pt x="7083471" y="3116972"/>
                  </a:lnTo>
                  <a:lnTo>
                    <a:pt x="7081759" y="3116972"/>
                  </a:lnTo>
                  <a:lnTo>
                    <a:pt x="7080048" y="3116972"/>
                  </a:lnTo>
                  <a:lnTo>
                    <a:pt x="7078336" y="3116972"/>
                  </a:lnTo>
                  <a:lnTo>
                    <a:pt x="7076625" y="3116972"/>
                  </a:lnTo>
                  <a:lnTo>
                    <a:pt x="7074914" y="3116972"/>
                  </a:lnTo>
                  <a:lnTo>
                    <a:pt x="7073202" y="3116972"/>
                  </a:lnTo>
                  <a:lnTo>
                    <a:pt x="7071491" y="3116972"/>
                  </a:lnTo>
                  <a:lnTo>
                    <a:pt x="7069779" y="3116972"/>
                  </a:lnTo>
                  <a:lnTo>
                    <a:pt x="7068068" y="3116972"/>
                  </a:lnTo>
                  <a:lnTo>
                    <a:pt x="7066357" y="3116972"/>
                  </a:lnTo>
                  <a:lnTo>
                    <a:pt x="7064645" y="3116972"/>
                  </a:lnTo>
                  <a:lnTo>
                    <a:pt x="7062934" y="3116972"/>
                  </a:lnTo>
                  <a:lnTo>
                    <a:pt x="7061223" y="3116972"/>
                  </a:lnTo>
                  <a:lnTo>
                    <a:pt x="7059511" y="3116972"/>
                  </a:lnTo>
                  <a:lnTo>
                    <a:pt x="7057800" y="3116972"/>
                  </a:lnTo>
                  <a:lnTo>
                    <a:pt x="7056088" y="3116972"/>
                  </a:lnTo>
                  <a:lnTo>
                    <a:pt x="7054377" y="3116972"/>
                  </a:lnTo>
                  <a:lnTo>
                    <a:pt x="7052666" y="3116972"/>
                  </a:lnTo>
                  <a:lnTo>
                    <a:pt x="7050954" y="3116972"/>
                  </a:lnTo>
                  <a:lnTo>
                    <a:pt x="7049243" y="3116972"/>
                  </a:lnTo>
                  <a:lnTo>
                    <a:pt x="7047531" y="3116972"/>
                  </a:lnTo>
                  <a:lnTo>
                    <a:pt x="7045820" y="3116972"/>
                  </a:lnTo>
                  <a:lnTo>
                    <a:pt x="7044109" y="3116972"/>
                  </a:lnTo>
                  <a:lnTo>
                    <a:pt x="7042397" y="3116972"/>
                  </a:lnTo>
                  <a:lnTo>
                    <a:pt x="7040686" y="3116972"/>
                  </a:lnTo>
                  <a:lnTo>
                    <a:pt x="7038974" y="3116972"/>
                  </a:lnTo>
                  <a:lnTo>
                    <a:pt x="7037263" y="3116972"/>
                  </a:lnTo>
                  <a:lnTo>
                    <a:pt x="7035552" y="3116972"/>
                  </a:lnTo>
                  <a:lnTo>
                    <a:pt x="7033840" y="3116972"/>
                  </a:lnTo>
                  <a:lnTo>
                    <a:pt x="7032129" y="3116972"/>
                  </a:lnTo>
                  <a:lnTo>
                    <a:pt x="7030417" y="3116972"/>
                  </a:lnTo>
                  <a:lnTo>
                    <a:pt x="7028706" y="3116972"/>
                  </a:lnTo>
                  <a:lnTo>
                    <a:pt x="7026995" y="3116972"/>
                  </a:lnTo>
                  <a:lnTo>
                    <a:pt x="7025283" y="3116972"/>
                  </a:lnTo>
                  <a:lnTo>
                    <a:pt x="7023572" y="3116972"/>
                  </a:lnTo>
                  <a:lnTo>
                    <a:pt x="7021860" y="3116972"/>
                  </a:lnTo>
                  <a:lnTo>
                    <a:pt x="7020149" y="3116972"/>
                  </a:lnTo>
                  <a:lnTo>
                    <a:pt x="7018438" y="3116972"/>
                  </a:lnTo>
                  <a:lnTo>
                    <a:pt x="7016726" y="3116972"/>
                  </a:lnTo>
                  <a:lnTo>
                    <a:pt x="7015015" y="3116972"/>
                  </a:lnTo>
                  <a:lnTo>
                    <a:pt x="7013303" y="3116972"/>
                  </a:lnTo>
                  <a:lnTo>
                    <a:pt x="7011592" y="3116972"/>
                  </a:lnTo>
                  <a:lnTo>
                    <a:pt x="7009881" y="3116972"/>
                  </a:lnTo>
                  <a:lnTo>
                    <a:pt x="7008169" y="3116972"/>
                  </a:lnTo>
                  <a:lnTo>
                    <a:pt x="7006458" y="3116972"/>
                  </a:lnTo>
                  <a:lnTo>
                    <a:pt x="7004746" y="3116972"/>
                  </a:lnTo>
                  <a:lnTo>
                    <a:pt x="7003035" y="3116972"/>
                  </a:lnTo>
                  <a:lnTo>
                    <a:pt x="7001324" y="3116972"/>
                  </a:lnTo>
                  <a:lnTo>
                    <a:pt x="6999612" y="3116972"/>
                  </a:lnTo>
                  <a:lnTo>
                    <a:pt x="6997901" y="3116972"/>
                  </a:lnTo>
                  <a:lnTo>
                    <a:pt x="6996189" y="3116972"/>
                  </a:lnTo>
                  <a:lnTo>
                    <a:pt x="6994478" y="3116972"/>
                  </a:lnTo>
                  <a:lnTo>
                    <a:pt x="6992767" y="3116972"/>
                  </a:lnTo>
                  <a:lnTo>
                    <a:pt x="6991055" y="3116972"/>
                  </a:lnTo>
                  <a:lnTo>
                    <a:pt x="6989344" y="3116972"/>
                  </a:lnTo>
                  <a:lnTo>
                    <a:pt x="6987632" y="3116972"/>
                  </a:lnTo>
                  <a:lnTo>
                    <a:pt x="6985921" y="3116972"/>
                  </a:lnTo>
                  <a:lnTo>
                    <a:pt x="6984210" y="3116972"/>
                  </a:lnTo>
                  <a:lnTo>
                    <a:pt x="6982498" y="3116972"/>
                  </a:lnTo>
                  <a:lnTo>
                    <a:pt x="6980787" y="3116972"/>
                  </a:lnTo>
                  <a:lnTo>
                    <a:pt x="6979075" y="3116972"/>
                  </a:lnTo>
                  <a:lnTo>
                    <a:pt x="6977364" y="3116972"/>
                  </a:lnTo>
                  <a:lnTo>
                    <a:pt x="6975653" y="3116972"/>
                  </a:lnTo>
                  <a:lnTo>
                    <a:pt x="6973941" y="3116972"/>
                  </a:lnTo>
                  <a:lnTo>
                    <a:pt x="6972230" y="3116972"/>
                  </a:lnTo>
                  <a:lnTo>
                    <a:pt x="6970518" y="3116972"/>
                  </a:lnTo>
                  <a:lnTo>
                    <a:pt x="6968807" y="3116972"/>
                  </a:lnTo>
                  <a:lnTo>
                    <a:pt x="6967096" y="3116972"/>
                  </a:lnTo>
                  <a:lnTo>
                    <a:pt x="6965384" y="3116972"/>
                  </a:lnTo>
                  <a:lnTo>
                    <a:pt x="6963673" y="3116972"/>
                  </a:lnTo>
                  <a:lnTo>
                    <a:pt x="6961961" y="3116972"/>
                  </a:lnTo>
                  <a:lnTo>
                    <a:pt x="6960250" y="3116972"/>
                  </a:lnTo>
                  <a:lnTo>
                    <a:pt x="6958539" y="3116972"/>
                  </a:lnTo>
                  <a:lnTo>
                    <a:pt x="6956827" y="3116972"/>
                  </a:lnTo>
                  <a:lnTo>
                    <a:pt x="6955116" y="3116972"/>
                  </a:lnTo>
                  <a:lnTo>
                    <a:pt x="6953405" y="3116972"/>
                  </a:lnTo>
                  <a:lnTo>
                    <a:pt x="6951693" y="3116972"/>
                  </a:lnTo>
                  <a:lnTo>
                    <a:pt x="6949982" y="3116972"/>
                  </a:lnTo>
                  <a:lnTo>
                    <a:pt x="6948270" y="3116972"/>
                  </a:lnTo>
                  <a:lnTo>
                    <a:pt x="6946559" y="3116972"/>
                  </a:lnTo>
                  <a:lnTo>
                    <a:pt x="6944848" y="3116972"/>
                  </a:lnTo>
                  <a:lnTo>
                    <a:pt x="6943136" y="3116972"/>
                  </a:lnTo>
                  <a:lnTo>
                    <a:pt x="6941425" y="3116972"/>
                  </a:lnTo>
                  <a:lnTo>
                    <a:pt x="6939713" y="3116972"/>
                  </a:lnTo>
                  <a:lnTo>
                    <a:pt x="6938002" y="3116972"/>
                  </a:lnTo>
                  <a:lnTo>
                    <a:pt x="6936291" y="3116972"/>
                  </a:lnTo>
                  <a:lnTo>
                    <a:pt x="6934579" y="3116972"/>
                  </a:lnTo>
                  <a:lnTo>
                    <a:pt x="6932868" y="3116972"/>
                  </a:lnTo>
                  <a:lnTo>
                    <a:pt x="6931156" y="3116972"/>
                  </a:lnTo>
                  <a:lnTo>
                    <a:pt x="6929445" y="3116972"/>
                  </a:lnTo>
                  <a:lnTo>
                    <a:pt x="6927734" y="3116972"/>
                  </a:lnTo>
                  <a:lnTo>
                    <a:pt x="6926022" y="3116972"/>
                  </a:lnTo>
                  <a:lnTo>
                    <a:pt x="6924311" y="3116972"/>
                  </a:lnTo>
                  <a:lnTo>
                    <a:pt x="6922599" y="3116972"/>
                  </a:lnTo>
                  <a:lnTo>
                    <a:pt x="6920888" y="3116972"/>
                  </a:lnTo>
                  <a:lnTo>
                    <a:pt x="6919177" y="3116972"/>
                  </a:lnTo>
                  <a:lnTo>
                    <a:pt x="6917465" y="3116972"/>
                  </a:lnTo>
                  <a:lnTo>
                    <a:pt x="6915754" y="3116972"/>
                  </a:lnTo>
                  <a:lnTo>
                    <a:pt x="6914042" y="3116972"/>
                  </a:lnTo>
                  <a:lnTo>
                    <a:pt x="6912331" y="3116972"/>
                  </a:lnTo>
                  <a:lnTo>
                    <a:pt x="6910620" y="3116972"/>
                  </a:lnTo>
                  <a:lnTo>
                    <a:pt x="6908908" y="3116972"/>
                  </a:lnTo>
                  <a:lnTo>
                    <a:pt x="6907197" y="3116972"/>
                  </a:lnTo>
                  <a:lnTo>
                    <a:pt x="6905485" y="3116972"/>
                  </a:lnTo>
                  <a:lnTo>
                    <a:pt x="6903774" y="3116972"/>
                  </a:lnTo>
                  <a:lnTo>
                    <a:pt x="6902063" y="3116972"/>
                  </a:lnTo>
                  <a:lnTo>
                    <a:pt x="6900351" y="3116972"/>
                  </a:lnTo>
                  <a:lnTo>
                    <a:pt x="6898640" y="3116972"/>
                  </a:lnTo>
                  <a:lnTo>
                    <a:pt x="6896928" y="3116972"/>
                  </a:lnTo>
                  <a:lnTo>
                    <a:pt x="6895217" y="3116972"/>
                  </a:lnTo>
                  <a:lnTo>
                    <a:pt x="6893506" y="3116972"/>
                  </a:lnTo>
                  <a:lnTo>
                    <a:pt x="6891794" y="3116972"/>
                  </a:lnTo>
                  <a:lnTo>
                    <a:pt x="6890083" y="3116972"/>
                  </a:lnTo>
                  <a:lnTo>
                    <a:pt x="6888371" y="3116972"/>
                  </a:lnTo>
                  <a:lnTo>
                    <a:pt x="6886660" y="3116972"/>
                  </a:lnTo>
                  <a:lnTo>
                    <a:pt x="6884949" y="3116972"/>
                  </a:lnTo>
                  <a:lnTo>
                    <a:pt x="6883237" y="3116972"/>
                  </a:lnTo>
                  <a:lnTo>
                    <a:pt x="6881526" y="3116972"/>
                  </a:lnTo>
                  <a:lnTo>
                    <a:pt x="6879814" y="3116972"/>
                  </a:lnTo>
                  <a:lnTo>
                    <a:pt x="6878103" y="3116972"/>
                  </a:lnTo>
                  <a:lnTo>
                    <a:pt x="6876392" y="3116972"/>
                  </a:lnTo>
                  <a:lnTo>
                    <a:pt x="6874680" y="3116972"/>
                  </a:lnTo>
                  <a:lnTo>
                    <a:pt x="6872969" y="3116972"/>
                  </a:lnTo>
                  <a:lnTo>
                    <a:pt x="6871257" y="3116972"/>
                  </a:lnTo>
                  <a:lnTo>
                    <a:pt x="6869546" y="3116972"/>
                  </a:lnTo>
                  <a:lnTo>
                    <a:pt x="6867835" y="3116972"/>
                  </a:lnTo>
                  <a:lnTo>
                    <a:pt x="6866123" y="3116972"/>
                  </a:lnTo>
                  <a:lnTo>
                    <a:pt x="6864412" y="3116972"/>
                  </a:lnTo>
                  <a:lnTo>
                    <a:pt x="6862700" y="3116972"/>
                  </a:lnTo>
                  <a:lnTo>
                    <a:pt x="6860989" y="3116972"/>
                  </a:lnTo>
                  <a:lnTo>
                    <a:pt x="6859278" y="3116972"/>
                  </a:lnTo>
                  <a:lnTo>
                    <a:pt x="6857566" y="3116972"/>
                  </a:lnTo>
                  <a:lnTo>
                    <a:pt x="6855855" y="3116972"/>
                  </a:lnTo>
                  <a:lnTo>
                    <a:pt x="6854143" y="3116972"/>
                  </a:lnTo>
                  <a:lnTo>
                    <a:pt x="6852432" y="3116972"/>
                  </a:lnTo>
                  <a:lnTo>
                    <a:pt x="6850721" y="3116972"/>
                  </a:lnTo>
                  <a:lnTo>
                    <a:pt x="6849009" y="3116972"/>
                  </a:lnTo>
                  <a:lnTo>
                    <a:pt x="6847298" y="3116972"/>
                  </a:lnTo>
                  <a:lnTo>
                    <a:pt x="6845587" y="3116972"/>
                  </a:lnTo>
                  <a:lnTo>
                    <a:pt x="6843875" y="3116972"/>
                  </a:lnTo>
                  <a:lnTo>
                    <a:pt x="6842164" y="3116972"/>
                  </a:lnTo>
                  <a:lnTo>
                    <a:pt x="6840452" y="3116972"/>
                  </a:lnTo>
                  <a:lnTo>
                    <a:pt x="6838741" y="3116972"/>
                  </a:lnTo>
                  <a:lnTo>
                    <a:pt x="6837030" y="3116972"/>
                  </a:lnTo>
                  <a:lnTo>
                    <a:pt x="6835318" y="3116972"/>
                  </a:lnTo>
                  <a:lnTo>
                    <a:pt x="6833607" y="3116972"/>
                  </a:lnTo>
                  <a:lnTo>
                    <a:pt x="6831895" y="3116972"/>
                  </a:lnTo>
                  <a:lnTo>
                    <a:pt x="6830184" y="3116972"/>
                  </a:lnTo>
                  <a:lnTo>
                    <a:pt x="6828473" y="3116972"/>
                  </a:lnTo>
                  <a:lnTo>
                    <a:pt x="6826761" y="3116972"/>
                  </a:lnTo>
                  <a:lnTo>
                    <a:pt x="6825050" y="3116972"/>
                  </a:lnTo>
                  <a:lnTo>
                    <a:pt x="6823338" y="3116972"/>
                  </a:lnTo>
                  <a:lnTo>
                    <a:pt x="6821627" y="3116972"/>
                  </a:lnTo>
                  <a:lnTo>
                    <a:pt x="6819916" y="3116972"/>
                  </a:lnTo>
                  <a:lnTo>
                    <a:pt x="6818204" y="3116972"/>
                  </a:lnTo>
                  <a:lnTo>
                    <a:pt x="6816493" y="3116972"/>
                  </a:lnTo>
                  <a:lnTo>
                    <a:pt x="6814781" y="3116972"/>
                  </a:lnTo>
                  <a:lnTo>
                    <a:pt x="6813070" y="3116972"/>
                  </a:lnTo>
                  <a:lnTo>
                    <a:pt x="6811359" y="3116972"/>
                  </a:lnTo>
                  <a:lnTo>
                    <a:pt x="6809647" y="3116972"/>
                  </a:lnTo>
                  <a:lnTo>
                    <a:pt x="6807936" y="3116972"/>
                  </a:lnTo>
                  <a:lnTo>
                    <a:pt x="6806224" y="3116972"/>
                  </a:lnTo>
                  <a:lnTo>
                    <a:pt x="6804513" y="3116972"/>
                  </a:lnTo>
                  <a:lnTo>
                    <a:pt x="6802802" y="3116972"/>
                  </a:lnTo>
                  <a:lnTo>
                    <a:pt x="6801090" y="3116972"/>
                  </a:lnTo>
                  <a:lnTo>
                    <a:pt x="6799379" y="3116972"/>
                  </a:lnTo>
                  <a:lnTo>
                    <a:pt x="6797667" y="3116972"/>
                  </a:lnTo>
                  <a:lnTo>
                    <a:pt x="6795956" y="3116972"/>
                  </a:lnTo>
                  <a:lnTo>
                    <a:pt x="6794245" y="3116972"/>
                  </a:lnTo>
                  <a:lnTo>
                    <a:pt x="6792533" y="3116972"/>
                  </a:lnTo>
                  <a:lnTo>
                    <a:pt x="6790822" y="3116972"/>
                  </a:lnTo>
                  <a:lnTo>
                    <a:pt x="6789110" y="3116972"/>
                  </a:lnTo>
                  <a:lnTo>
                    <a:pt x="6787399" y="3116972"/>
                  </a:lnTo>
                  <a:lnTo>
                    <a:pt x="6785688" y="3116972"/>
                  </a:lnTo>
                  <a:lnTo>
                    <a:pt x="6783976" y="3116972"/>
                  </a:lnTo>
                  <a:lnTo>
                    <a:pt x="6782265" y="3116972"/>
                  </a:lnTo>
                  <a:lnTo>
                    <a:pt x="6780553" y="3116972"/>
                  </a:lnTo>
                  <a:lnTo>
                    <a:pt x="6778842" y="3116972"/>
                  </a:lnTo>
                  <a:lnTo>
                    <a:pt x="6777131" y="3116972"/>
                  </a:lnTo>
                  <a:lnTo>
                    <a:pt x="6775419" y="3116972"/>
                  </a:lnTo>
                  <a:lnTo>
                    <a:pt x="6773708" y="3116972"/>
                  </a:lnTo>
                  <a:lnTo>
                    <a:pt x="6771996" y="3116972"/>
                  </a:lnTo>
                  <a:lnTo>
                    <a:pt x="6770285" y="3116972"/>
                  </a:lnTo>
                  <a:lnTo>
                    <a:pt x="6768574" y="3116972"/>
                  </a:lnTo>
                  <a:lnTo>
                    <a:pt x="6766862" y="3116972"/>
                  </a:lnTo>
                  <a:lnTo>
                    <a:pt x="6765151" y="3116972"/>
                  </a:lnTo>
                  <a:lnTo>
                    <a:pt x="6763439" y="3116972"/>
                  </a:lnTo>
                  <a:lnTo>
                    <a:pt x="6761728" y="3116972"/>
                  </a:lnTo>
                  <a:lnTo>
                    <a:pt x="6760017" y="3116972"/>
                  </a:lnTo>
                  <a:lnTo>
                    <a:pt x="6758305" y="3116972"/>
                  </a:lnTo>
                  <a:lnTo>
                    <a:pt x="6756594" y="3116972"/>
                  </a:lnTo>
                  <a:lnTo>
                    <a:pt x="6754882" y="3116972"/>
                  </a:lnTo>
                  <a:lnTo>
                    <a:pt x="6753171" y="3116972"/>
                  </a:lnTo>
                  <a:lnTo>
                    <a:pt x="6751460" y="3116972"/>
                  </a:lnTo>
                  <a:lnTo>
                    <a:pt x="6749748" y="3116972"/>
                  </a:lnTo>
                  <a:lnTo>
                    <a:pt x="6748037" y="3116972"/>
                  </a:lnTo>
                  <a:lnTo>
                    <a:pt x="6746325" y="3116972"/>
                  </a:lnTo>
                  <a:lnTo>
                    <a:pt x="6744614" y="3116972"/>
                  </a:lnTo>
                  <a:lnTo>
                    <a:pt x="6742903" y="3116972"/>
                  </a:lnTo>
                  <a:lnTo>
                    <a:pt x="6741191" y="3116972"/>
                  </a:lnTo>
                  <a:lnTo>
                    <a:pt x="6739480" y="3116972"/>
                  </a:lnTo>
                  <a:lnTo>
                    <a:pt x="6737769" y="3116972"/>
                  </a:lnTo>
                  <a:lnTo>
                    <a:pt x="6736057" y="3116972"/>
                  </a:lnTo>
                  <a:lnTo>
                    <a:pt x="6734346" y="3116972"/>
                  </a:lnTo>
                  <a:lnTo>
                    <a:pt x="6732634" y="3116972"/>
                  </a:lnTo>
                  <a:lnTo>
                    <a:pt x="6730923" y="3116972"/>
                  </a:lnTo>
                  <a:lnTo>
                    <a:pt x="6729212" y="3116972"/>
                  </a:lnTo>
                  <a:lnTo>
                    <a:pt x="6727500" y="3116972"/>
                  </a:lnTo>
                  <a:lnTo>
                    <a:pt x="6725789" y="3116972"/>
                  </a:lnTo>
                  <a:lnTo>
                    <a:pt x="6724077" y="3116972"/>
                  </a:lnTo>
                  <a:lnTo>
                    <a:pt x="6722366" y="3116972"/>
                  </a:lnTo>
                  <a:lnTo>
                    <a:pt x="6720655" y="3116972"/>
                  </a:lnTo>
                  <a:lnTo>
                    <a:pt x="6718943" y="3116972"/>
                  </a:lnTo>
                  <a:lnTo>
                    <a:pt x="6717232" y="3116972"/>
                  </a:lnTo>
                  <a:lnTo>
                    <a:pt x="6715520" y="3116972"/>
                  </a:lnTo>
                  <a:lnTo>
                    <a:pt x="6713809" y="3116972"/>
                  </a:lnTo>
                  <a:lnTo>
                    <a:pt x="6712098" y="3116972"/>
                  </a:lnTo>
                  <a:lnTo>
                    <a:pt x="6710386" y="3116972"/>
                  </a:lnTo>
                  <a:lnTo>
                    <a:pt x="6708675" y="3116972"/>
                  </a:lnTo>
                  <a:lnTo>
                    <a:pt x="6706963" y="3116972"/>
                  </a:lnTo>
                  <a:lnTo>
                    <a:pt x="6705252" y="3116972"/>
                  </a:lnTo>
                  <a:lnTo>
                    <a:pt x="6703541" y="3116972"/>
                  </a:lnTo>
                  <a:lnTo>
                    <a:pt x="6701829" y="3116972"/>
                  </a:lnTo>
                  <a:lnTo>
                    <a:pt x="6700118" y="3116972"/>
                  </a:lnTo>
                  <a:lnTo>
                    <a:pt x="6698406" y="3116972"/>
                  </a:lnTo>
                  <a:lnTo>
                    <a:pt x="6696695" y="3116972"/>
                  </a:lnTo>
                  <a:lnTo>
                    <a:pt x="6694984" y="3116972"/>
                  </a:lnTo>
                  <a:lnTo>
                    <a:pt x="6693272" y="3116972"/>
                  </a:lnTo>
                  <a:lnTo>
                    <a:pt x="6691561" y="3116972"/>
                  </a:lnTo>
                  <a:lnTo>
                    <a:pt x="6689849" y="3116972"/>
                  </a:lnTo>
                  <a:lnTo>
                    <a:pt x="6688138" y="3116972"/>
                  </a:lnTo>
                  <a:lnTo>
                    <a:pt x="6686427" y="3116972"/>
                  </a:lnTo>
                  <a:lnTo>
                    <a:pt x="6684715" y="3116972"/>
                  </a:lnTo>
                  <a:lnTo>
                    <a:pt x="6683004" y="3116972"/>
                  </a:lnTo>
                  <a:lnTo>
                    <a:pt x="6681292" y="3116972"/>
                  </a:lnTo>
                  <a:lnTo>
                    <a:pt x="6679581" y="3116972"/>
                  </a:lnTo>
                  <a:lnTo>
                    <a:pt x="6677870" y="3116972"/>
                  </a:lnTo>
                  <a:lnTo>
                    <a:pt x="6676158" y="3116972"/>
                  </a:lnTo>
                  <a:lnTo>
                    <a:pt x="6674447" y="3116972"/>
                  </a:lnTo>
                  <a:lnTo>
                    <a:pt x="6672735" y="3116972"/>
                  </a:lnTo>
                  <a:lnTo>
                    <a:pt x="6671024" y="3116972"/>
                  </a:lnTo>
                  <a:lnTo>
                    <a:pt x="6669313" y="3116972"/>
                  </a:lnTo>
                  <a:lnTo>
                    <a:pt x="6667601" y="3116972"/>
                  </a:lnTo>
                  <a:lnTo>
                    <a:pt x="6665890" y="3116972"/>
                  </a:lnTo>
                  <a:lnTo>
                    <a:pt x="6664178" y="3116972"/>
                  </a:lnTo>
                  <a:lnTo>
                    <a:pt x="6662467" y="3116972"/>
                  </a:lnTo>
                  <a:lnTo>
                    <a:pt x="6660756" y="3116972"/>
                  </a:lnTo>
                  <a:lnTo>
                    <a:pt x="6659044" y="3116972"/>
                  </a:lnTo>
                  <a:lnTo>
                    <a:pt x="6657333" y="3116972"/>
                  </a:lnTo>
                  <a:lnTo>
                    <a:pt x="6655621" y="3116972"/>
                  </a:lnTo>
                  <a:lnTo>
                    <a:pt x="6653910" y="3116972"/>
                  </a:lnTo>
                  <a:lnTo>
                    <a:pt x="6652199" y="3116972"/>
                  </a:lnTo>
                  <a:lnTo>
                    <a:pt x="6650487" y="3116972"/>
                  </a:lnTo>
                  <a:lnTo>
                    <a:pt x="6648776" y="3116972"/>
                  </a:lnTo>
                  <a:lnTo>
                    <a:pt x="6647064" y="3116972"/>
                  </a:lnTo>
                  <a:lnTo>
                    <a:pt x="6645353" y="3116972"/>
                  </a:lnTo>
                  <a:lnTo>
                    <a:pt x="6643642" y="3116972"/>
                  </a:lnTo>
                  <a:lnTo>
                    <a:pt x="6641930" y="3116972"/>
                  </a:lnTo>
                  <a:lnTo>
                    <a:pt x="6640219" y="3116972"/>
                  </a:lnTo>
                  <a:lnTo>
                    <a:pt x="6638508" y="3116972"/>
                  </a:lnTo>
                  <a:lnTo>
                    <a:pt x="6636796" y="3116972"/>
                  </a:lnTo>
                  <a:lnTo>
                    <a:pt x="6635085" y="3116972"/>
                  </a:lnTo>
                  <a:lnTo>
                    <a:pt x="6633373" y="3116972"/>
                  </a:lnTo>
                  <a:lnTo>
                    <a:pt x="6631662" y="3116972"/>
                  </a:lnTo>
                  <a:lnTo>
                    <a:pt x="6629951" y="3116972"/>
                  </a:lnTo>
                  <a:lnTo>
                    <a:pt x="6628239" y="3116972"/>
                  </a:lnTo>
                  <a:lnTo>
                    <a:pt x="6626528" y="3116972"/>
                  </a:lnTo>
                  <a:lnTo>
                    <a:pt x="6624816" y="3116972"/>
                  </a:lnTo>
                  <a:lnTo>
                    <a:pt x="6623105" y="3116972"/>
                  </a:lnTo>
                  <a:lnTo>
                    <a:pt x="6621394" y="3116972"/>
                  </a:lnTo>
                  <a:lnTo>
                    <a:pt x="6619682" y="3116972"/>
                  </a:lnTo>
                  <a:lnTo>
                    <a:pt x="6617971" y="3116972"/>
                  </a:lnTo>
                  <a:lnTo>
                    <a:pt x="6616259" y="3116972"/>
                  </a:lnTo>
                  <a:lnTo>
                    <a:pt x="6614548" y="3116972"/>
                  </a:lnTo>
                  <a:lnTo>
                    <a:pt x="6612837" y="3116972"/>
                  </a:lnTo>
                  <a:lnTo>
                    <a:pt x="6611125" y="3116972"/>
                  </a:lnTo>
                  <a:lnTo>
                    <a:pt x="6609414" y="3116972"/>
                  </a:lnTo>
                  <a:lnTo>
                    <a:pt x="6607702" y="3116972"/>
                  </a:lnTo>
                  <a:lnTo>
                    <a:pt x="6605991" y="3116972"/>
                  </a:lnTo>
                  <a:lnTo>
                    <a:pt x="6604280" y="3116972"/>
                  </a:lnTo>
                  <a:lnTo>
                    <a:pt x="6602568" y="3116972"/>
                  </a:lnTo>
                  <a:lnTo>
                    <a:pt x="6600857" y="3116972"/>
                  </a:lnTo>
                  <a:lnTo>
                    <a:pt x="6599145" y="3116972"/>
                  </a:lnTo>
                  <a:lnTo>
                    <a:pt x="6597434" y="3116972"/>
                  </a:lnTo>
                  <a:lnTo>
                    <a:pt x="6595723" y="3116972"/>
                  </a:lnTo>
                  <a:lnTo>
                    <a:pt x="6594011" y="3116972"/>
                  </a:lnTo>
                  <a:lnTo>
                    <a:pt x="6592300" y="3116972"/>
                  </a:lnTo>
                  <a:lnTo>
                    <a:pt x="6590588" y="3116972"/>
                  </a:lnTo>
                  <a:lnTo>
                    <a:pt x="6588877" y="3116972"/>
                  </a:lnTo>
                  <a:lnTo>
                    <a:pt x="6587166" y="3116972"/>
                  </a:lnTo>
                  <a:lnTo>
                    <a:pt x="6585454" y="3116972"/>
                  </a:lnTo>
                  <a:lnTo>
                    <a:pt x="6583743" y="3116972"/>
                  </a:lnTo>
                  <a:lnTo>
                    <a:pt x="6582031" y="3116972"/>
                  </a:lnTo>
                  <a:lnTo>
                    <a:pt x="6580320" y="3116972"/>
                  </a:lnTo>
                  <a:lnTo>
                    <a:pt x="6578609" y="3116972"/>
                  </a:lnTo>
                  <a:lnTo>
                    <a:pt x="6576897" y="3116972"/>
                  </a:lnTo>
                  <a:lnTo>
                    <a:pt x="6575186" y="3116972"/>
                  </a:lnTo>
                  <a:lnTo>
                    <a:pt x="6573474" y="3116972"/>
                  </a:lnTo>
                  <a:lnTo>
                    <a:pt x="6571763" y="3116972"/>
                  </a:lnTo>
                  <a:lnTo>
                    <a:pt x="6570052" y="3116972"/>
                  </a:lnTo>
                  <a:lnTo>
                    <a:pt x="6568340" y="3116972"/>
                  </a:lnTo>
                  <a:lnTo>
                    <a:pt x="6566629" y="3116972"/>
                  </a:lnTo>
                  <a:lnTo>
                    <a:pt x="6564917" y="3116972"/>
                  </a:lnTo>
                  <a:lnTo>
                    <a:pt x="6563206" y="3116972"/>
                  </a:lnTo>
                  <a:lnTo>
                    <a:pt x="6561495" y="3116972"/>
                  </a:lnTo>
                  <a:lnTo>
                    <a:pt x="6559783" y="3116972"/>
                  </a:lnTo>
                  <a:lnTo>
                    <a:pt x="6558072" y="3116972"/>
                  </a:lnTo>
                  <a:lnTo>
                    <a:pt x="6556360" y="3116972"/>
                  </a:lnTo>
                  <a:lnTo>
                    <a:pt x="6554649" y="3116972"/>
                  </a:lnTo>
                  <a:lnTo>
                    <a:pt x="6552938" y="3116972"/>
                  </a:lnTo>
                  <a:lnTo>
                    <a:pt x="6551226" y="3116972"/>
                  </a:lnTo>
                  <a:lnTo>
                    <a:pt x="6549515" y="3116972"/>
                  </a:lnTo>
                  <a:lnTo>
                    <a:pt x="6547803" y="3116972"/>
                  </a:lnTo>
                  <a:lnTo>
                    <a:pt x="6546092" y="3116972"/>
                  </a:lnTo>
                  <a:lnTo>
                    <a:pt x="6544381" y="3116972"/>
                  </a:lnTo>
                  <a:lnTo>
                    <a:pt x="6542669" y="3116972"/>
                  </a:lnTo>
                  <a:lnTo>
                    <a:pt x="6540958" y="3116972"/>
                  </a:lnTo>
                  <a:lnTo>
                    <a:pt x="6539246" y="3116972"/>
                  </a:lnTo>
                  <a:lnTo>
                    <a:pt x="6537535" y="3116972"/>
                  </a:lnTo>
                  <a:lnTo>
                    <a:pt x="6535824" y="3116972"/>
                  </a:lnTo>
                  <a:lnTo>
                    <a:pt x="6534112" y="3116972"/>
                  </a:lnTo>
                  <a:lnTo>
                    <a:pt x="6532401" y="3116972"/>
                  </a:lnTo>
                  <a:lnTo>
                    <a:pt x="6530690" y="3116972"/>
                  </a:lnTo>
                  <a:lnTo>
                    <a:pt x="6528978" y="3116972"/>
                  </a:lnTo>
                  <a:lnTo>
                    <a:pt x="6527267" y="3116972"/>
                  </a:lnTo>
                  <a:lnTo>
                    <a:pt x="6525555" y="3116972"/>
                  </a:lnTo>
                  <a:lnTo>
                    <a:pt x="6523844" y="3116972"/>
                  </a:lnTo>
                  <a:lnTo>
                    <a:pt x="6522133" y="3116972"/>
                  </a:lnTo>
                  <a:lnTo>
                    <a:pt x="6520421" y="3116972"/>
                  </a:lnTo>
                  <a:lnTo>
                    <a:pt x="6518710" y="3116972"/>
                  </a:lnTo>
                  <a:lnTo>
                    <a:pt x="6516998" y="3116972"/>
                  </a:lnTo>
                  <a:lnTo>
                    <a:pt x="6515287" y="3116972"/>
                  </a:lnTo>
                  <a:lnTo>
                    <a:pt x="6513576" y="3116972"/>
                  </a:lnTo>
                  <a:lnTo>
                    <a:pt x="6511864" y="3116972"/>
                  </a:lnTo>
                  <a:lnTo>
                    <a:pt x="6510153" y="3116972"/>
                  </a:lnTo>
                  <a:lnTo>
                    <a:pt x="6508441" y="3116972"/>
                  </a:lnTo>
                  <a:lnTo>
                    <a:pt x="6506730" y="3116972"/>
                  </a:lnTo>
                  <a:lnTo>
                    <a:pt x="6505019" y="3116972"/>
                  </a:lnTo>
                  <a:lnTo>
                    <a:pt x="6503307" y="3116972"/>
                  </a:lnTo>
                  <a:lnTo>
                    <a:pt x="6501596" y="3116972"/>
                  </a:lnTo>
                  <a:lnTo>
                    <a:pt x="6499884" y="3116972"/>
                  </a:lnTo>
                  <a:lnTo>
                    <a:pt x="6498173" y="3116972"/>
                  </a:lnTo>
                  <a:lnTo>
                    <a:pt x="6496462" y="3116972"/>
                  </a:lnTo>
                  <a:lnTo>
                    <a:pt x="6494750" y="3116972"/>
                  </a:lnTo>
                  <a:lnTo>
                    <a:pt x="6493039" y="3116972"/>
                  </a:lnTo>
                  <a:lnTo>
                    <a:pt x="6491327" y="3116972"/>
                  </a:lnTo>
                  <a:lnTo>
                    <a:pt x="6489616" y="3116972"/>
                  </a:lnTo>
                  <a:lnTo>
                    <a:pt x="6487905" y="3116972"/>
                  </a:lnTo>
                  <a:lnTo>
                    <a:pt x="6486193" y="3116972"/>
                  </a:lnTo>
                  <a:lnTo>
                    <a:pt x="6484482" y="3116972"/>
                  </a:lnTo>
                  <a:lnTo>
                    <a:pt x="6482770" y="3116972"/>
                  </a:lnTo>
                  <a:lnTo>
                    <a:pt x="6481059" y="3116972"/>
                  </a:lnTo>
                  <a:lnTo>
                    <a:pt x="6479348" y="3116972"/>
                  </a:lnTo>
                  <a:lnTo>
                    <a:pt x="6477636" y="3116972"/>
                  </a:lnTo>
                  <a:lnTo>
                    <a:pt x="6475925" y="3116972"/>
                  </a:lnTo>
                  <a:lnTo>
                    <a:pt x="6474213" y="3116972"/>
                  </a:lnTo>
                  <a:lnTo>
                    <a:pt x="6472502" y="3116972"/>
                  </a:lnTo>
                  <a:lnTo>
                    <a:pt x="6470791" y="3116972"/>
                  </a:lnTo>
                  <a:lnTo>
                    <a:pt x="6469079" y="3116972"/>
                  </a:lnTo>
                  <a:lnTo>
                    <a:pt x="6467368" y="3116972"/>
                  </a:lnTo>
                  <a:lnTo>
                    <a:pt x="6465656" y="3116972"/>
                  </a:lnTo>
                  <a:lnTo>
                    <a:pt x="6463945" y="3116972"/>
                  </a:lnTo>
                  <a:lnTo>
                    <a:pt x="6462234" y="3116972"/>
                  </a:lnTo>
                  <a:lnTo>
                    <a:pt x="6460522" y="3116972"/>
                  </a:lnTo>
                  <a:lnTo>
                    <a:pt x="6458811" y="3116972"/>
                  </a:lnTo>
                  <a:lnTo>
                    <a:pt x="6457099" y="3116972"/>
                  </a:lnTo>
                  <a:lnTo>
                    <a:pt x="6455388" y="3116972"/>
                  </a:lnTo>
                  <a:lnTo>
                    <a:pt x="6453677" y="3116972"/>
                  </a:lnTo>
                  <a:lnTo>
                    <a:pt x="6451965" y="3116972"/>
                  </a:lnTo>
                  <a:lnTo>
                    <a:pt x="6450254" y="3116972"/>
                  </a:lnTo>
                  <a:lnTo>
                    <a:pt x="6448542" y="3116972"/>
                  </a:lnTo>
                  <a:lnTo>
                    <a:pt x="6446831" y="3116972"/>
                  </a:lnTo>
                  <a:lnTo>
                    <a:pt x="6445120" y="3116972"/>
                  </a:lnTo>
                  <a:lnTo>
                    <a:pt x="6443408" y="3116972"/>
                  </a:lnTo>
                  <a:lnTo>
                    <a:pt x="6441697" y="3116972"/>
                  </a:lnTo>
                  <a:lnTo>
                    <a:pt x="6439985" y="3116972"/>
                  </a:lnTo>
                  <a:lnTo>
                    <a:pt x="6438274" y="3116972"/>
                  </a:lnTo>
                  <a:lnTo>
                    <a:pt x="6436563" y="3116972"/>
                  </a:lnTo>
                  <a:lnTo>
                    <a:pt x="6434851" y="3116972"/>
                  </a:lnTo>
                  <a:lnTo>
                    <a:pt x="6433140" y="3116972"/>
                  </a:lnTo>
                  <a:lnTo>
                    <a:pt x="6431428" y="3116972"/>
                  </a:lnTo>
                  <a:lnTo>
                    <a:pt x="6429717" y="3116972"/>
                  </a:lnTo>
                  <a:lnTo>
                    <a:pt x="6428006" y="3116972"/>
                  </a:lnTo>
                  <a:lnTo>
                    <a:pt x="6426294" y="3116972"/>
                  </a:lnTo>
                  <a:lnTo>
                    <a:pt x="6424583" y="3116972"/>
                  </a:lnTo>
                  <a:lnTo>
                    <a:pt x="6422872" y="3116972"/>
                  </a:lnTo>
                  <a:lnTo>
                    <a:pt x="6421160" y="3116972"/>
                  </a:lnTo>
                  <a:lnTo>
                    <a:pt x="6419449" y="3116972"/>
                  </a:lnTo>
                  <a:lnTo>
                    <a:pt x="6417737" y="3116972"/>
                  </a:lnTo>
                  <a:lnTo>
                    <a:pt x="6416026" y="3116972"/>
                  </a:lnTo>
                  <a:lnTo>
                    <a:pt x="6414315" y="3116972"/>
                  </a:lnTo>
                  <a:lnTo>
                    <a:pt x="6412603" y="3116972"/>
                  </a:lnTo>
                  <a:lnTo>
                    <a:pt x="6410892" y="3116972"/>
                  </a:lnTo>
                  <a:lnTo>
                    <a:pt x="6409180" y="3116972"/>
                  </a:lnTo>
                  <a:lnTo>
                    <a:pt x="6407469" y="3116972"/>
                  </a:lnTo>
                  <a:lnTo>
                    <a:pt x="6405758" y="3116972"/>
                  </a:lnTo>
                  <a:lnTo>
                    <a:pt x="6404046" y="3116972"/>
                  </a:lnTo>
                  <a:lnTo>
                    <a:pt x="6402335" y="3116972"/>
                  </a:lnTo>
                  <a:lnTo>
                    <a:pt x="6400623" y="3116972"/>
                  </a:lnTo>
                  <a:lnTo>
                    <a:pt x="6398912" y="3116972"/>
                  </a:lnTo>
                  <a:lnTo>
                    <a:pt x="6397201" y="3116972"/>
                  </a:lnTo>
                  <a:lnTo>
                    <a:pt x="6395489" y="3116972"/>
                  </a:lnTo>
                  <a:lnTo>
                    <a:pt x="6393778" y="3116972"/>
                  </a:lnTo>
                  <a:lnTo>
                    <a:pt x="6392066" y="3116972"/>
                  </a:lnTo>
                  <a:lnTo>
                    <a:pt x="6390355" y="3116972"/>
                  </a:lnTo>
                  <a:lnTo>
                    <a:pt x="6388644" y="3116972"/>
                  </a:lnTo>
                  <a:lnTo>
                    <a:pt x="6386932" y="3116972"/>
                  </a:lnTo>
                  <a:lnTo>
                    <a:pt x="6385221" y="3116972"/>
                  </a:lnTo>
                  <a:lnTo>
                    <a:pt x="6383509" y="3116972"/>
                  </a:lnTo>
                  <a:lnTo>
                    <a:pt x="6381798" y="3116972"/>
                  </a:lnTo>
                  <a:lnTo>
                    <a:pt x="6380087" y="3116972"/>
                  </a:lnTo>
                  <a:lnTo>
                    <a:pt x="6378375" y="3116972"/>
                  </a:lnTo>
                  <a:lnTo>
                    <a:pt x="6376664" y="3116972"/>
                  </a:lnTo>
                  <a:lnTo>
                    <a:pt x="6374952" y="3116972"/>
                  </a:lnTo>
                  <a:lnTo>
                    <a:pt x="6373241" y="3116972"/>
                  </a:lnTo>
                  <a:lnTo>
                    <a:pt x="6371530" y="3116972"/>
                  </a:lnTo>
                  <a:lnTo>
                    <a:pt x="6369818" y="3116972"/>
                  </a:lnTo>
                  <a:lnTo>
                    <a:pt x="6368107" y="3116972"/>
                  </a:lnTo>
                  <a:lnTo>
                    <a:pt x="6366395" y="3116972"/>
                  </a:lnTo>
                  <a:lnTo>
                    <a:pt x="6364684" y="3116972"/>
                  </a:lnTo>
                  <a:lnTo>
                    <a:pt x="6362973" y="3116972"/>
                  </a:lnTo>
                  <a:lnTo>
                    <a:pt x="6361261" y="3116972"/>
                  </a:lnTo>
                  <a:lnTo>
                    <a:pt x="6359550" y="3116972"/>
                  </a:lnTo>
                  <a:lnTo>
                    <a:pt x="6357838" y="3116972"/>
                  </a:lnTo>
                  <a:lnTo>
                    <a:pt x="6356127" y="3116972"/>
                  </a:lnTo>
                  <a:lnTo>
                    <a:pt x="6354416" y="3116972"/>
                  </a:lnTo>
                  <a:lnTo>
                    <a:pt x="6352704" y="3116972"/>
                  </a:lnTo>
                  <a:lnTo>
                    <a:pt x="6350993" y="3116972"/>
                  </a:lnTo>
                  <a:lnTo>
                    <a:pt x="6349281" y="3116972"/>
                  </a:lnTo>
                  <a:lnTo>
                    <a:pt x="6347570" y="3116972"/>
                  </a:lnTo>
                  <a:lnTo>
                    <a:pt x="6345859" y="3116972"/>
                  </a:lnTo>
                  <a:lnTo>
                    <a:pt x="6344147" y="3116972"/>
                  </a:lnTo>
                  <a:lnTo>
                    <a:pt x="6342436" y="3116972"/>
                  </a:lnTo>
                  <a:lnTo>
                    <a:pt x="6340724" y="3116972"/>
                  </a:lnTo>
                  <a:lnTo>
                    <a:pt x="6339013" y="3116972"/>
                  </a:lnTo>
                  <a:lnTo>
                    <a:pt x="6337302" y="3116972"/>
                  </a:lnTo>
                  <a:lnTo>
                    <a:pt x="6335590" y="3116972"/>
                  </a:lnTo>
                  <a:lnTo>
                    <a:pt x="6333879" y="3116972"/>
                  </a:lnTo>
                  <a:lnTo>
                    <a:pt x="6332167" y="3116972"/>
                  </a:lnTo>
                  <a:lnTo>
                    <a:pt x="6330456" y="3116972"/>
                  </a:lnTo>
                  <a:lnTo>
                    <a:pt x="6328745" y="3116972"/>
                  </a:lnTo>
                  <a:lnTo>
                    <a:pt x="6327033" y="3116972"/>
                  </a:lnTo>
                  <a:lnTo>
                    <a:pt x="6325322" y="3116972"/>
                  </a:lnTo>
                  <a:lnTo>
                    <a:pt x="6323611" y="3116972"/>
                  </a:lnTo>
                  <a:lnTo>
                    <a:pt x="6321899" y="3116972"/>
                  </a:lnTo>
                  <a:lnTo>
                    <a:pt x="6320188" y="3116972"/>
                  </a:lnTo>
                  <a:lnTo>
                    <a:pt x="6318476" y="3116972"/>
                  </a:lnTo>
                  <a:lnTo>
                    <a:pt x="6316765" y="3116972"/>
                  </a:lnTo>
                  <a:lnTo>
                    <a:pt x="6315054" y="3116972"/>
                  </a:lnTo>
                  <a:lnTo>
                    <a:pt x="6313342" y="3116972"/>
                  </a:lnTo>
                  <a:lnTo>
                    <a:pt x="6311631" y="3116972"/>
                  </a:lnTo>
                  <a:lnTo>
                    <a:pt x="6309919" y="3116972"/>
                  </a:lnTo>
                  <a:lnTo>
                    <a:pt x="6308208" y="3116972"/>
                  </a:lnTo>
                  <a:lnTo>
                    <a:pt x="6306497" y="3116972"/>
                  </a:lnTo>
                  <a:lnTo>
                    <a:pt x="6304785" y="3116972"/>
                  </a:lnTo>
                  <a:lnTo>
                    <a:pt x="6303074" y="3116972"/>
                  </a:lnTo>
                  <a:lnTo>
                    <a:pt x="6301362" y="3116972"/>
                  </a:lnTo>
                  <a:lnTo>
                    <a:pt x="6299651" y="3116972"/>
                  </a:lnTo>
                  <a:lnTo>
                    <a:pt x="6297940" y="3116972"/>
                  </a:lnTo>
                  <a:lnTo>
                    <a:pt x="6296228" y="3116972"/>
                  </a:lnTo>
                  <a:lnTo>
                    <a:pt x="6294517" y="3116972"/>
                  </a:lnTo>
                  <a:lnTo>
                    <a:pt x="6292805" y="3116972"/>
                  </a:lnTo>
                  <a:lnTo>
                    <a:pt x="6291094" y="3116972"/>
                  </a:lnTo>
                  <a:lnTo>
                    <a:pt x="6289383" y="3116972"/>
                  </a:lnTo>
                  <a:lnTo>
                    <a:pt x="6287671" y="3116972"/>
                  </a:lnTo>
                  <a:lnTo>
                    <a:pt x="6285960" y="3116972"/>
                  </a:lnTo>
                  <a:lnTo>
                    <a:pt x="6284248" y="3116972"/>
                  </a:lnTo>
                  <a:lnTo>
                    <a:pt x="6282537" y="3116972"/>
                  </a:lnTo>
                  <a:lnTo>
                    <a:pt x="6280826" y="3116972"/>
                  </a:lnTo>
                  <a:lnTo>
                    <a:pt x="6279114" y="3116972"/>
                  </a:lnTo>
                  <a:lnTo>
                    <a:pt x="6277403" y="3116972"/>
                  </a:lnTo>
                  <a:lnTo>
                    <a:pt x="6275691" y="3116972"/>
                  </a:lnTo>
                  <a:lnTo>
                    <a:pt x="6273980" y="3116972"/>
                  </a:lnTo>
                  <a:lnTo>
                    <a:pt x="6272269" y="3116972"/>
                  </a:lnTo>
                  <a:lnTo>
                    <a:pt x="6270557" y="3116972"/>
                  </a:lnTo>
                  <a:lnTo>
                    <a:pt x="6268846" y="3116972"/>
                  </a:lnTo>
                  <a:lnTo>
                    <a:pt x="6267134" y="3116972"/>
                  </a:lnTo>
                  <a:lnTo>
                    <a:pt x="6265423" y="3116972"/>
                  </a:lnTo>
                  <a:lnTo>
                    <a:pt x="6263712" y="3116972"/>
                  </a:lnTo>
                  <a:lnTo>
                    <a:pt x="6262000" y="3116972"/>
                  </a:lnTo>
                  <a:lnTo>
                    <a:pt x="6260289" y="3116972"/>
                  </a:lnTo>
                  <a:lnTo>
                    <a:pt x="6258577" y="3116972"/>
                  </a:lnTo>
                  <a:lnTo>
                    <a:pt x="6256866" y="3116972"/>
                  </a:lnTo>
                  <a:lnTo>
                    <a:pt x="6255155" y="3116972"/>
                  </a:lnTo>
                  <a:lnTo>
                    <a:pt x="6253443" y="3116972"/>
                  </a:lnTo>
                  <a:lnTo>
                    <a:pt x="6251732" y="3116972"/>
                  </a:lnTo>
                  <a:lnTo>
                    <a:pt x="6250020" y="3116972"/>
                  </a:lnTo>
                  <a:lnTo>
                    <a:pt x="6248309" y="3116972"/>
                  </a:lnTo>
                  <a:lnTo>
                    <a:pt x="6246598" y="3116972"/>
                  </a:lnTo>
                  <a:lnTo>
                    <a:pt x="6244886" y="3116972"/>
                  </a:lnTo>
                  <a:lnTo>
                    <a:pt x="6243175" y="3116972"/>
                  </a:lnTo>
                  <a:lnTo>
                    <a:pt x="6241463" y="3116972"/>
                  </a:lnTo>
                  <a:lnTo>
                    <a:pt x="6239752" y="3116972"/>
                  </a:lnTo>
                  <a:lnTo>
                    <a:pt x="6238041" y="3116972"/>
                  </a:lnTo>
                  <a:lnTo>
                    <a:pt x="6236329" y="3116972"/>
                  </a:lnTo>
                  <a:lnTo>
                    <a:pt x="6234618" y="3116972"/>
                  </a:lnTo>
                  <a:lnTo>
                    <a:pt x="6232906" y="3116972"/>
                  </a:lnTo>
                  <a:lnTo>
                    <a:pt x="6231195" y="3116972"/>
                  </a:lnTo>
                  <a:lnTo>
                    <a:pt x="6229484" y="3116972"/>
                  </a:lnTo>
                  <a:lnTo>
                    <a:pt x="6227772" y="3116972"/>
                  </a:lnTo>
                  <a:lnTo>
                    <a:pt x="6226061" y="3116972"/>
                  </a:lnTo>
                  <a:lnTo>
                    <a:pt x="6224349" y="3116972"/>
                  </a:lnTo>
                  <a:lnTo>
                    <a:pt x="6222638" y="3116972"/>
                  </a:lnTo>
                  <a:lnTo>
                    <a:pt x="6220927" y="3116972"/>
                  </a:lnTo>
                  <a:lnTo>
                    <a:pt x="6219215" y="3116972"/>
                  </a:lnTo>
                  <a:lnTo>
                    <a:pt x="6217504" y="3116972"/>
                  </a:lnTo>
                  <a:lnTo>
                    <a:pt x="6215793" y="3116972"/>
                  </a:lnTo>
                  <a:lnTo>
                    <a:pt x="6214081" y="3116972"/>
                  </a:lnTo>
                  <a:lnTo>
                    <a:pt x="6212370" y="3116972"/>
                  </a:lnTo>
                  <a:lnTo>
                    <a:pt x="6210658" y="3116972"/>
                  </a:lnTo>
                  <a:lnTo>
                    <a:pt x="6208947" y="3116972"/>
                  </a:lnTo>
                  <a:lnTo>
                    <a:pt x="6207236" y="3116972"/>
                  </a:lnTo>
                  <a:lnTo>
                    <a:pt x="6205524" y="3116972"/>
                  </a:lnTo>
                  <a:lnTo>
                    <a:pt x="6203813" y="3116972"/>
                  </a:lnTo>
                  <a:lnTo>
                    <a:pt x="6202101" y="3116972"/>
                  </a:lnTo>
                  <a:lnTo>
                    <a:pt x="6200390" y="3116972"/>
                  </a:lnTo>
                  <a:lnTo>
                    <a:pt x="6198679" y="3116972"/>
                  </a:lnTo>
                  <a:lnTo>
                    <a:pt x="6196967" y="3116972"/>
                  </a:lnTo>
                  <a:lnTo>
                    <a:pt x="6195256" y="3116972"/>
                  </a:lnTo>
                  <a:lnTo>
                    <a:pt x="6193544" y="3116972"/>
                  </a:lnTo>
                  <a:lnTo>
                    <a:pt x="6191833" y="3116972"/>
                  </a:lnTo>
                  <a:lnTo>
                    <a:pt x="6190122" y="3116972"/>
                  </a:lnTo>
                  <a:lnTo>
                    <a:pt x="6188410" y="3116972"/>
                  </a:lnTo>
                  <a:lnTo>
                    <a:pt x="6186699" y="3116972"/>
                  </a:lnTo>
                  <a:lnTo>
                    <a:pt x="6184987" y="3116972"/>
                  </a:lnTo>
                  <a:lnTo>
                    <a:pt x="6183276" y="3116972"/>
                  </a:lnTo>
                  <a:lnTo>
                    <a:pt x="6181565" y="3116972"/>
                  </a:lnTo>
                  <a:lnTo>
                    <a:pt x="6179853" y="3116972"/>
                  </a:lnTo>
                  <a:lnTo>
                    <a:pt x="6178142" y="3116972"/>
                  </a:lnTo>
                  <a:lnTo>
                    <a:pt x="6176430" y="3116972"/>
                  </a:lnTo>
                  <a:lnTo>
                    <a:pt x="6174719" y="3116972"/>
                  </a:lnTo>
                  <a:lnTo>
                    <a:pt x="6173008" y="3116972"/>
                  </a:lnTo>
                  <a:lnTo>
                    <a:pt x="6171296" y="3116972"/>
                  </a:lnTo>
                  <a:lnTo>
                    <a:pt x="6169585" y="3116972"/>
                  </a:lnTo>
                  <a:lnTo>
                    <a:pt x="6167873" y="3116972"/>
                  </a:lnTo>
                  <a:lnTo>
                    <a:pt x="6166162" y="3116972"/>
                  </a:lnTo>
                  <a:lnTo>
                    <a:pt x="6164451" y="3116972"/>
                  </a:lnTo>
                  <a:lnTo>
                    <a:pt x="6162739" y="3116972"/>
                  </a:lnTo>
                  <a:lnTo>
                    <a:pt x="6161028" y="3116972"/>
                  </a:lnTo>
                  <a:lnTo>
                    <a:pt x="6159316" y="3116972"/>
                  </a:lnTo>
                  <a:lnTo>
                    <a:pt x="6157605" y="3116972"/>
                  </a:lnTo>
                  <a:lnTo>
                    <a:pt x="6155894" y="3116972"/>
                  </a:lnTo>
                  <a:lnTo>
                    <a:pt x="6154182" y="3116972"/>
                  </a:lnTo>
                  <a:lnTo>
                    <a:pt x="6152471" y="3116972"/>
                  </a:lnTo>
                  <a:lnTo>
                    <a:pt x="6150759" y="3116972"/>
                  </a:lnTo>
                  <a:lnTo>
                    <a:pt x="6149048" y="3116972"/>
                  </a:lnTo>
                  <a:lnTo>
                    <a:pt x="6147337" y="3116972"/>
                  </a:lnTo>
                  <a:lnTo>
                    <a:pt x="6145625" y="3116972"/>
                  </a:lnTo>
                  <a:lnTo>
                    <a:pt x="6143914" y="3116972"/>
                  </a:lnTo>
                  <a:lnTo>
                    <a:pt x="6142202" y="3116972"/>
                  </a:lnTo>
                  <a:lnTo>
                    <a:pt x="6140491" y="3116972"/>
                  </a:lnTo>
                  <a:lnTo>
                    <a:pt x="6138780" y="3116972"/>
                  </a:lnTo>
                  <a:lnTo>
                    <a:pt x="6137068" y="3116972"/>
                  </a:lnTo>
                  <a:lnTo>
                    <a:pt x="6135357" y="3116972"/>
                  </a:lnTo>
                  <a:lnTo>
                    <a:pt x="6133645" y="3116972"/>
                  </a:lnTo>
                  <a:lnTo>
                    <a:pt x="6131934" y="3116972"/>
                  </a:lnTo>
                  <a:lnTo>
                    <a:pt x="6130223" y="3116972"/>
                  </a:lnTo>
                  <a:lnTo>
                    <a:pt x="6128511" y="3116972"/>
                  </a:lnTo>
                  <a:lnTo>
                    <a:pt x="6126800" y="3116972"/>
                  </a:lnTo>
                  <a:lnTo>
                    <a:pt x="6125088" y="3116972"/>
                  </a:lnTo>
                  <a:lnTo>
                    <a:pt x="6123377" y="3116972"/>
                  </a:lnTo>
                  <a:lnTo>
                    <a:pt x="6121666" y="3116972"/>
                  </a:lnTo>
                  <a:lnTo>
                    <a:pt x="6119954" y="3116972"/>
                  </a:lnTo>
                  <a:lnTo>
                    <a:pt x="6118243" y="3116972"/>
                  </a:lnTo>
                  <a:lnTo>
                    <a:pt x="6116531" y="3116972"/>
                  </a:lnTo>
                  <a:lnTo>
                    <a:pt x="6114820" y="3116972"/>
                  </a:lnTo>
                  <a:lnTo>
                    <a:pt x="6113109" y="3116972"/>
                  </a:lnTo>
                  <a:lnTo>
                    <a:pt x="6111397" y="3116972"/>
                  </a:lnTo>
                  <a:lnTo>
                    <a:pt x="6109686" y="3116972"/>
                  </a:lnTo>
                  <a:lnTo>
                    <a:pt x="6107975" y="3116972"/>
                  </a:lnTo>
                  <a:lnTo>
                    <a:pt x="6106263" y="3116972"/>
                  </a:lnTo>
                  <a:lnTo>
                    <a:pt x="6104552" y="3116972"/>
                  </a:lnTo>
                  <a:lnTo>
                    <a:pt x="6102840" y="3116972"/>
                  </a:lnTo>
                  <a:lnTo>
                    <a:pt x="6101129" y="3116972"/>
                  </a:lnTo>
                  <a:lnTo>
                    <a:pt x="6099418" y="3116972"/>
                  </a:lnTo>
                  <a:lnTo>
                    <a:pt x="6097706" y="3116972"/>
                  </a:lnTo>
                  <a:lnTo>
                    <a:pt x="6095995" y="3116972"/>
                  </a:lnTo>
                  <a:lnTo>
                    <a:pt x="6094283" y="3116972"/>
                  </a:lnTo>
                  <a:lnTo>
                    <a:pt x="6092572" y="3116972"/>
                  </a:lnTo>
                  <a:lnTo>
                    <a:pt x="6090861" y="3116972"/>
                  </a:lnTo>
                  <a:lnTo>
                    <a:pt x="6089149" y="3116972"/>
                  </a:lnTo>
                  <a:lnTo>
                    <a:pt x="6087438" y="3116972"/>
                  </a:lnTo>
                  <a:lnTo>
                    <a:pt x="6085726" y="3116972"/>
                  </a:lnTo>
                  <a:lnTo>
                    <a:pt x="6084015" y="3116972"/>
                  </a:lnTo>
                  <a:lnTo>
                    <a:pt x="6082304" y="3116972"/>
                  </a:lnTo>
                  <a:lnTo>
                    <a:pt x="6080592" y="3116972"/>
                  </a:lnTo>
                  <a:lnTo>
                    <a:pt x="6078881" y="3116972"/>
                  </a:lnTo>
                  <a:lnTo>
                    <a:pt x="6077169" y="3116972"/>
                  </a:lnTo>
                  <a:lnTo>
                    <a:pt x="6075458" y="3116972"/>
                  </a:lnTo>
                  <a:lnTo>
                    <a:pt x="6073747" y="3116972"/>
                  </a:lnTo>
                  <a:lnTo>
                    <a:pt x="6072035" y="3116972"/>
                  </a:lnTo>
                  <a:lnTo>
                    <a:pt x="6070324" y="3116972"/>
                  </a:lnTo>
                  <a:lnTo>
                    <a:pt x="6068612" y="3116972"/>
                  </a:lnTo>
                  <a:lnTo>
                    <a:pt x="6066901" y="3116972"/>
                  </a:lnTo>
                  <a:lnTo>
                    <a:pt x="6065190" y="3116972"/>
                  </a:lnTo>
                  <a:lnTo>
                    <a:pt x="6063478" y="3116972"/>
                  </a:lnTo>
                  <a:lnTo>
                    <a:pt x="6061767" y="3116972"/>
                  </a:lnTo>
                  <a:lnTo>
                    <a:pt x="6060055" y="3116972"/>
                  </a:lnTo>
                  <a:lnTo>
                    <a:pt x="6058344" y="3116972"/>
                  </a:lnTo>
                  <a:lnTo>
                    <a:pt x="6056633" y="3116972"/>
                  </a:lnTo>
                  <a:lnTo>
                    <a:pt x="6054921" y="3116972"/>
                  </a:lnTo>
                  <a:lnTo>
                    <a:pt x="6053210" y="3116972"/>
                  </a:lnTo>
                  <a:lnTo>
                    <a:pt x="6051498" y="3116972"/>
                  </a:lnTo>
                  <a:lnTo>
                    <a:pt x="6049787" y="3116972"/>
                  </a:lnTo>
                  <a:lnTo>
                    <a:pt x="6048076" y="3116972"/>
                  </a:lnTo>
                  <a:lnTo>
                    <a:pt x="6046364" y="3116972"/>
                  </a:lnTo>
                  <a:lnTo>
                    <a:pt x="6044653" y="3116972"/>
                  </a:lnTo>
                  <a:lnTo>
                    <a:pt x="6042941" y="3116972"/>
                  </a:lnTo>
                  <a:lnTo>
                    <a:pt x="6041230" y="3116972"/>
                  </a:lnTo>
                  <a:lnTo>
                    <a:pt x="6039519" y="3116972"/>
                  </a:lnTo>
                  <a:lnTo>
                    <a:pt x="6037807" y="3116972"/>
                  </a:lnTo>
                  <a:lnTo>
                    <a:pt x="6036096" y="3116972"/>
                  </a:lnTo>
                  <a:lnTo>
                    <a:pt x="6034384" y="3116972"/>
                  </a:lnTo>
                  <a:lnTo>
                    <a:pt x="6032673" y="3116972"/>
                  </a:lnTo>
                  <a:lnTo>
                    <a:pt x="6030962" y="3116972"/>
                  </a:lnTo>
                  <a:lnTo>
                    <a:pt x="6029250" y="3116972"/>
                  </a:lnTo>
                  <a:lnTo>
                    <a:pt x="6027539" y="3116972"/>
                  </a:lnTo>
                  <a:lnTo>
                    <a:pt x="6025827" y="3116972"/>
                  </a:lnTo>
                  <a:lnTo>
                    <a:pt x="6024116" y="3116972"/>
                  </a:lnTo>
                  <a:lnTo>
                    <a:pt x="6022405" y="3116972"/>
                  </a:lnTo>
                  <a:lnTo>
                    <a:pt x="6020693" y="3116972"/>
                  </a:lnTo>
                  <a:lnTo>
                    <a:pt x="6018982" y="3116972"/>
                  </a:lnTo>
                  <a:lnTo>
                    <a:pt x="6017270" y="3116972"/>
                  </a:lnTo>
                  <a:lnTo>
                    <a:pt x="6015559" y="3116972"/>
                  </a:lnTo>
                  <a:lnTo>
                    <a:pt x="6013848" y="3116972"/>
                  </a:lnTo>
                  <a:lnTo>
                    <a:pt x="6012136" y="3116972"/>
                  </a:lnTo>
                  <a:lnTo>
                    <a:pt x="6010425" y="3116972"/>
                  </a:lnTo>
                  <a:lnTo>
                    <a:pt x="6008713" y="3116972"/>
                  </a:lnTo>
                  <a:lnTo>
                    <a:pt x="6007002" y="3116972"/>
                  </a:lnTo>
                  <a:lnTo>
                    <a:pt x="6005291" y="3116972"/>
                  </a:lnTo>
                  <a:lnTo>
                    <a:pt x="6003579" y="3116972"/>
                  </a:lnTo>
                  <a:lnTo>
                    <a:pt x="6001868" y="3116972"/>
                  </a:lnTo>
                  <a:lnTo>
                    <a:pt x="6000157" y="3116972"/>
                  </a:lnTo>
                  <a:lnTo>
                    <a:pt x="5998445" y="3116972"/>
                  </a:lnTo>
                  <a:lnTo>
                    <a:pt x="5996734" y="3116972"/>
                  </a:lnTo>
                  <a:lnTo>
                    <a:pt x="5995022" y="3116972"/>
                  </a:lnTo>
                  <a:lnTo>
                    <a:pt x="5993311" y="3116972"/>
                  </a:lnTo>
                  <a:lnTo>
                    <a:pt x="5991600" y="3116972"/>
                  </a:lnTo>
                  <a:lnTo>
                    <a:pt x="5989888" y="3116972"/>
                  </a:lnTo>
                  <a:lnTo>
                    <a:pt x="5988177" y="3116972"/>
                  </a:lnTo>
                  <a:lnTo>
                    <a:pt x="5986465" y="3116972"/>
                  </a:lnTo>
                  <a:lnTo>
                    <a:pt x="5984754" y="3116972"/>
                  </a:lnTo>
                  <a:lnTo>
                    <a:pt x="5983043" y="3116972"/>
                  </a:lnTo>
                  <a:lnTo>
                    <a:pt x="5981331" y="3116972"/>
                  </a:lnTo>
                  <a:lnTo>
                    <a:pt x="5979620" y="3116972"/>
                  </a:lnTo>
                  <a:lnTo>
                    <a:pt x="5977908" y="3116972"/>
                  </a:lnTo>
                  <a:lnTo>
                    <a:pt x="5976197" y="3116972"/>
                  </a:lnTo>
                  <a:lnTo>
                    <a:pt x="5974486" y="3116972"/>
                  </a:lnTo>
                  <a:lnTo>
                    <a:pt x="5972774" y="3116972"/>
                  </a:lnTo>
                  <a:lnTo>
                    <a:pt x="5971063" y="3116972"/>
                  </a:lnTo>
                  <a:lnTo>
                    <a:pt x="5969351" y="3116972"/>
                  </a:lnTo>
                  <a:lnTo>
                    <a:pt x="5967640" y="3116972"/>
                  </a:lnTo>
                  <a:lnTo>
                    <a:pt x="5965929" y="3116972"/>
                  </a:lnTo>
                  <a:lnTo>
                    <a:pt x="5964217" y="3116972"/>
                  </a:lnTo>
                  <a:lnTo>
                    <a:pt x="5962506" y="3116972"/>
                  </a:lnTo>
                  <a:lnTo>
                    <a:pt x="5960794" y="3116972"/>
                  </a:lnTo>
                  <a:lnTo>
                    <a:pt x="5959083" y="3116972"/>
                  </a:lnTo>
                  <a:lnTo>
                    <a:pt x="5957372" y="3116972"/>
                  </a:lnTo>
                  <a:lnTo>
                    <a:pt x="5955660" y="3116972"/>
                  </a:lnTo>
                  <a:lnTo>
                    <a:pt x="5953949" y="3116972"/>
                  </a:lnTo>
                  <a:lnTo>
                    <a:pt x="5952237" y="3116972"/>
                  </a:lnTo>
                  <a:lnTo>
                    <a:pt x="5950526" y="3116972"/>
                  </a:lnTo>
                  <a:lnTo>
                    <a:pt x="5948815" y="3116972"/>
                  </a:lnTo>
                  <a:lnTo>
                    <a:pt x="5947103" y="3116972"/>
                  </a:lnTo>
                  <a:lnTo>
                    <a:pt x="5945392" y="3116972"/>
                  </a:lnTo>
                  <a:lnTo>
                    <a:pt x="5943680" y="3116972"/>
                  </a:lnTo>
                  <a:lnTo>
                    <a:pt x="5941969" y="3116972"/>
                  </a:lnTo>
                  <a:lnTo>
                    <a:pt x="5940258" y="3116972"/>
                  </a:lnTo>
                  <a:lnTo>
                    <a:pt x="5938546" y="3116972"/>
                  </a:lnTo>
                  <a:lnTo>
                    <a:pt x="5936835" y="3116972"/>
                  </a:lnTo>
                  <a:lnTo>
                    <a:pt x="5935123" y="3116972"/>
                  </a:lnTo>
                  <a:lnTo>
                    <a:pt x="5933412" y="3116972"/>
                  </a:lnTo>
                  <a:lnTo>
                    <a:pt x="5931701" y="3116972"/>
                  </a:lnTo>
                  <a:lnTo>
                    <a:pt x="5929989" y="3116972"/>
                  </a:lnTo>
                  <a:lnTo>
                    <a:pt x="5928278" y="3116972"/>
                  </a:lnTo>
                  <a:lnTo>
                    <a:pt x="5926566" y="3116972"/>
                  </a:lnTo>
                  <a:lnTo>
                    <a:pt x="5924855" y="3116972"/>
                  </a:lnTo>
                  <a:lnTo>
                    <a:pt x="5923144" y="3116972"/>
                  </a:lnTo>
                  <a:lnTo>
                    <a:pt x="5921432" y="3116972"/>
                  </a:lnTo>
                  <a:lnTo>
                    <a:pt x="5919721" y="3116972"/>
                  </a:lnTo>
                  <a:lnTo>
                    <a:pt x="5918009" y="3116972"/>
                  </a:lnTo>
                  <a:lnTo>
                    <a:pt x="5916298" y="3116972"/>
                  </a:lnTo>
                  <a:lnTo>
                    <a:pt x="5914587" y="3116972"/>
                  </a:lnTo>
                  <a:lnTo>
                    <a:pt x="5912875" y="3116972"/>
                  </a:lnTo>
                  <a:lnTo>
                    <a:pt x="5911164" y="3116972"/>
                  </a:lnTo>
                  <a:lnTo>
                    <a:pt x="5909452" y="3116972"/>
                  </a:lnTo>
                  <a:lnTo>
                    <a:pt x="5907741" y="3116972"/>
                  </a:lnTo>
                  <a:lnTo>
                    <a:pt x="5906030" y="3116972"/>
                  </a:lnTo>
                  <a:lnTo>
                    <a:pt x="5904318" y="3116972"/>
                  </a:lnTo>
                  <a:lnTo>
                    <a:pt x="5902607" y="3116972"/>
                  </a:lnTo>
                  <a:lnTo>
                    <a:pt x="5900896" y="3116972"/>
                  </a:lnTo>
                  <a:lnTo>
                    <a:pt x="5899184" y="3116972"/>
                  </a:lnTo>
                  <a:lnTo>
                    <a:pt x="5897473" y="3116972"/>
                  </a:lnTo>
                  <a:lnTo>
                    <a:pt x="5895761" y="3116972"/>
                  </a:lnTo>
                  <a:lnTo>
                    <a:pt x="5894050" y="3116972"/>
                  </a:lnTo>
                  <a:lnTo>
                    <a:pt x="5892339" y="3116972"/>
                  </a:lnTo>
                  <a:lnTo>
                    <a:pt x="5890627" y="3116972"/>
                  </a:lnTo>
                  <a:lnTo>
                    <a:pt x="5888916" y="3116972"/>
                  </a:lnTo>
                  <a:lnTo>
                    <a:pt x="5887204" y="3116972"/>
                  </a:lnTo>
                  <a:lnTo>
                    <a:pt x="5885493" y="3116972"/>
                  </a:lnTo>
                  <a:lnTo>
                    <a:pt x="5883782" y="3116972"/>
                  </a:lnTo>
                  <a:lnTo>
                    <a:pt x="5882070" y="3116972"/>
                  </a:lnTo>
                  <a:lnTo>
                    <a:pt x="5880359" y="3116972"/>
                  </a:lnTo>
                  <a:lnTo>
                    <a:pt x="5878647" y="3116972"/>
                  </a:lnTo>
                  <a:lnTo>
                    <a:pt x="5876936" y="3116972"/>
                  </a:lnTo>
                  <a:lnTo>
                    <a:pt x="5875225" y="3116972"/>
                  </a:lnTo>
                  <a:lnTo>
                    <a:pt x="5873513" y="3116972"/>
                  </a:lnTo>
                  <a:lnTo>
                    <a:pt x="5871802" y="3116972"/>
                  </a:lnTo>
                  <a:lnTo>
                    <a:pt x="5870090" y="3116972"/>
                  </a:lnTo>
                  <a:lnTo>
                    <a:pt x="5868379" y="3116972"/>
                  </a:lnTo>
                  <a:lnTo>
                    <a:pt x="5866668" y="3116972"/>
                  </a:lnTo>
                  <a:lnTo>
                    <a:pt x="5864956" y="3116972"/>
                  </a:lnTo>
                  <a:lnTo>
                    <a:pt x="5863245" y="3116972"/>
                  </a:lnTo>
                  <a:lnTo>
                    <a:pt x="5861533" y="3116972"/>
                  </a:lnTo>
                  <a:lnTo>
                    <a:pt x="5859822" y="3116972"/>
                  </a:lnTo>
                  <a:lnTo>
                    <a:pt x="5858111" y="3116972"/>
                  </a:lnTo>
                  <a:lnTo>
                    <a:pt x="5856399" y="3116972"/>
                  </a:lnTo>
                  <a:lnTo>
                    <a:pt x="5854688" y="3116972"/>
                  </a:lnTo>
                  <a:lnTo>
                    <a:pt x="5852976" y="3116972"/>
                  </a:lnTo>
                  <a:lnTo>
                    <a:pt x="5851265" y="3116972"/>
                  </a:lnTo>
                  <a:lnTo>
                    <a:pt x="5849554" y="3116972"/>
                  </a:lnTo>
                  <a:lnTo>
                    <a:pt x="5847842" y="3116972"/>
                  </a:lnTo>
                  <a:lnTo>
                    <a:pt x="5846131" y="3116972"/>
                  </a:lnTo>
                  <a:lnTo>
                    <a:pt x="5844419" y="3116972"/>
                  </a:lnTo>
                  <a:lnTo>
                    <a:pt x="5842708" y="3116972"/>
                  </a:lnTo>
                  <a:lnTo>
                    <a:pt x="5840997" y="3116972"/>
                  </a:lnTo>
                  <a:lnTo>
                    <a:pt x="5839285" y="3116972"/>
                  </a:lnTo>
                  <a:lnTo>
                    <a:pt x="5837574" y="3116972"/>
                  </a:lnTo>
                  <a:lnTo>
                    <a:pt x="5835862" y="3116972"/>
                  </a:lnTo>
                  <a:lnTo>
                    <a:pt x="5834151" y="3116972"/>
                  </a:lnTo>
                  <a:lnTo>
                    <a:pt x="5832440" y="3116972"/>
                  </a:lnTo>
                  <a:lnTo>
                    <a:pt x="5830728" y="3116972"/>
                  </a:lnTo>
                  <a:lnTo>
                    <a:pt x="5829017" y="3116972"/>
                  </a:lnTo>
                  <a:lnTo>
                    <a:pt x="5827305" y="3116972"/>
                  </a:lnTo>
                  <a:lnTo>
                    <a:pt x="5825594" y="3116972"/>
                  </a:lnTo>
                  <a:lnTo>
                    <a:pt x="5823883" y="3116972"/>
                  </a:lnTo>
                  <a:lnTo>
                    <a:pt x="5822171" y="3116972"/>
                  </a:lnTo>
                  <a:lnTo>
                    <a:pt x="5820460" y="3116972"/>
                  </a:lnTo>
                  <a:lnTo>
                    <a:pt x="5818748" y="3116972"/>
                  </a:lnTo>
                  <a:lnTo>
                    <a:pt x="5817037" y="3116972"/>
                  </a:lnTo>
                  <a:lnTo>
                    <a:pt x="5815326" y="3116972"/>
                  </a:lnTo>
                  <a:lnTo>
                    <a:pt x="5813614" y="3116972"/>
                  </a:lnTo>
                  <a:lnTo>
                    <a:pt x="5811903" y="3116972"/>
                  </a:lnTo>
                  <a:lnTo>
                    <a:pt x="5810191" y="3116972"/>
                  </a:lnTo>
                  <a:lnTo>
                    <a:pt x="5808480" y="3116972"/>
                  </a:lnTo>
                  <a:lnTo>
                    <a:pt x="5806769" y="3116972"/>
                  </a:lnTo>
                  <a:lnTo>
                    <a:pt x="5805057" y="3116972"/>
                  </a:lnTo>
                  <a:lnTo>
                    <a:pt x="5803346" y="3116972"/>
                  </a:lnTo>
                  <a:lnTo>
                    <a:pt x="5801634" y="3116972"/>
                  </a:lnTo>
                  <a:lnTo>
                    <a:pt x="5799923" y="3116972"/>
                  </a:lnTo>
                  <a:lnTo>
                    <a:pt x="5798212" y="3116972"/>
                  </a:lnTo>
                  <a:lnTo>
                    <a:pt x="5796500" y="3116972"/>
                  </a:lnTo>
                  <a:lnTo>
                    <a:pt x="5794789" y="3116972"/>
                  </a:lnTo>
                  <a:lnTo>
                    <a:pt x="5793078" y="3116972"/>
                  </a:lnTo>
                  <a:lnTo>
                    <a:pt x="5791366" y="3116972"/>
                  </a:lnTo>
                  <a:lnTo>
                    <a:pt x="5789655" y="3116972"/>
                  </a:lnTo>
                  <a:lnTo>
                    <a:pt x="5787943" y="3116972"/>
                  </a:lnTo>
                  <a:lnTo>
                    <a:pt x="5786232" y="3116972"/>
                  </a:lnTo>
                  <a:lnTo>
                    <a:pt x="5784521" y="3116972"/>
                  </a:lnTo>
                  <a:lnTo>
                    <a:pt x="5782809" y="3116972"/>
                  </a:lnTo>
                  <a:lnTo>
                    <a:pt x="5781098" y="3116972"/>
                  </a:lnTo>
                  <a:lnTo>
                    <a:pt x="5779386" y="3116972"/>
                  </a:lnTo>
                  <a:lnTo>
                    <a:pt x="5777675" y="3116972"/>
                  </a:lnTo>
                  <a:lnTo>
                    <a:pt x="5775964" y="3116972"/>
                  </a:lnTo>
                  <a:lnTo>
                    <a:pt x="5774252" y="3116972"/>
                  </a:lnTo>
                  <a:lnTo>
                    <a:pt x="5772541" y="3116972"/>
                  </a:lnTo>
                  <a:lnTo>
                    <a:pt x="5770829" y="3116972"/>
                  </a:lnTo>
                  <a:lnTo>
                    <a:pt x="5769118" y="3116972"/>
                  </a:lnTo>
                  <a:lnTo>
                    <a:pt x="5767407" y="3116972"/>
                  </a:lnTo>
                  <a:lnTo>
                    <a:pt x="5765695" y="3116972"/>
                  </a:lnTo>
                  <a:lnTo>
                    <a:pt x="5763984" y="3116972"/>
                  </a:lnTo>
                  <a:lnTo>
                    <a:pt x="5762272" y="3116972"/>
                  </a:lnTo>
                  <a:lnTo>
                    <a:pt x="5760561" y="3116972"/>
                  </a:lnTo>
                  <a:lnTo>
                    <a:pt x="5758850" y="3116972"/>
                  </a:lnTo>
                  <a:lnTo>
                    <a:pt x="5757138" y="3116972"/>
                  </a:lnTo>
                  <a:lnTo>
                    <a:pt x="5755427" y="3116972"/>
                  </a:lnTo>
                  <a:lnTo>
                    <a:pt x="5753715" y="3116972"/>
                  </a:lnTo>
                  <a:lnTo>
                    <a:pt x="5752004" y="3116972"/>
                  </a:lnTo>
                  <a:lnTo>
                    <a:pt x="5750293" y="3116972"/>
                  </a:lnTo>
                  <a:lnTo>
                    <a:pt x="5748581" y="3116972"/>
                  </a:lnTo>
                  <a:lnTo>
                    <a:pt x="5746870" y="3116972"/>
                  </a:lnTo>
                  <a:lnTo>
                    <a:pt x="5745158" y="3116972"/>
                  </a:lnTo>
                  <a:lnTo>
                    <a:pt x="5743447" y="3116972"/>
                  </a:lnTo>
                  <a:lnTo>
                    <a:pt x="5741736" y="3116972"/>
                  </a:lnTo>
                  <a:lnTo>
                    <a:pt x="5740024" y="3116972"/>
                  </a:lnTo>
                  <a:lnTo>
                    <a:pt x="5738313" y="3116972"/>
                  </a:lnTo>
                  <a:lnTo>
                    <a:pt x="5736601" y="3116972"/>
                  </a:lnTo>
                  <a:lnTo>
                    <a:pt x="5734890" y="3116972"/>
                  </a:lnTo>
                  <a:lnTo>
                    <a:pt x="5733179" y="3116972"/>
                  </a:lnTo>
                  <a:lnTo>
                    <a:pt x="5731467" y="3116972"/>
                  </a:lnTo>
                  <a:lnTo>
                    <a:pt x="5729756" y="3116972"/>
                  </a:lnTo>
                  <a:lnTo>
                    <a:pt x="5728044" y="3116972"/>
                  </a:lnTo>
                  <a:lnTo>
                    <a:pt x="5726333" y="3116972"/>
                  </a:lnTo>
                  <a:lnTo>
                    <a:pt x="5724622" y="3116972"/>
                  </a:lnTo>
                  <a:lnTo>
                    <a:pt x="5722910" y="3116972"/>
                  </a:lnTo>
                  <a:lnTo>
                    <a:pt x="5721199" y="3116972"/>
                  </a:lnTo>
                  <a:lnTo>
                    <a:pt x="5719487" y="3116972"/>
                  </a:lnTo>
                  <a:lnTo>
                    <a:pt x="5717776" y="3116972"/>
                  </a:lnTo>
                  <a:lnTo>
                    <a:pt x="5716065" y="3116972"/>
                  </a:lnTo>
                  <a:lnTo>
                    <a:pt x="5714353" y="3116972"/>
                  </a:lnTo>
                  <a:lnTo>
                    <a:pt x="5712642" y="3116972"/>
                  </a:lnTo>
                  <a:lnTo>
                    <a:pt x="5710930" y="3116972"/>
                  </a:lnTo>
                  <a:lnTo>
                    <a:pt x="5709219" y="3116972"/>
                  </a:lnTo>
                  <a:lnTo>
                    <a:pt x="5707508" y="3116972"/>
                  </a:lnTo>
                  <a:lnTo>
                    <a:pt x="5705796" y="3116972"/>
                  </a:lnTo>
                  <a:lnTo>
                    <a:pt x="5704085" y="3116972"/>
                  </a:lnTo>
                  <a:lnTo>
                    <a:pt x="5702373" y="3116972"/>
                  </a:lnTo>
                  <a:lnTo>
                    <a:pt x="5700662" y="3116972"/>
                  </a:lnTo>
                  <a:lnTo>
                    <a:pt x="5698951" y="3116972"/>
                  </a:lnTo>
                  <a:lnTo>
                    <a:pt x="5697239" y="3116972"/>
                  </a:lnTo>
                  <a:lnTo>
                    <a:pt x="5695528" y="3116972"/>
                  </a:lnTo>
                  <a:lnTo>
                    <a:pt x="5693816" y="3116972"/>
                  </a:lnTo>
                  <a:lnTo>
                    <a:pt x="5692105" y="3116972"/>
                  </a:lnTo>
                  <a:lnTo>
                    <a:pt x="5690394" y="3116972"/>
                  </a:lnTo>
                  <a:lnTo>
                    <a:pt x="5688682" y="3116972"/>
                  </a:lnTo>
                  <a:lnTo>
                    <a:pt x="5686971" y="3116972"/>
                  </a:lnTo>
                  <a:lnTo>
                    <a:pt x="5685260" y="3116972"/>
                  </a:lnTo>
                  <a:lnTo>
                    <a:pt x="5683548" y="3116972"/>
                  </a:lnTo>
                  <a:lnTo>
                    <a:pt x="5681837" y="3116972"/>
                  </a:lnTo>
                  <a:lnTo>
                    <a:pt x="5680125" y="3116972"/>
                  </a:lnTo>
                  <a:lnTo>
                    <a:pt x="5678414" y="3116972"/>
                  </a:lnTo>
                  <a:lnTo>
                    <a:pt x="5676703" y="3116972"/>
                  </a:lnTo>
                  <a:lnTo>
                    <a:pt x="5674991" y="3116972"/>
                  </a:lnTo>
                  <a:lnTo>
                    <a:pt x="5673280" y="3116972"/>
                  </a:lnTo>
                  <a:lnTo>
                    <a:pt x="5671568" y="3116972"/>
                  </a:lnTo>
                  <a:lnTo>
                    <a:pt x="5669857" y="3116972"/>
                  </a:lnTo>
                  <a:lnTo>
                    <a:pt x="5668146" y="3116972"/>
                  </a:lnTo>
                  <a:lnTo>
                    <a:pt x="5666434" y="3116972"/>
                  </a:lnTo>
                  <a:lnTo>
                    <a:pt x="5664723" y="3116972"/>
                  </a:lnTo>
                  <a:lnTo>
                    <a:pt x="5663011" y="3116972"/>
                  </a:lnTo>
                  <a:lnTo>
                    <a:pt x="5661300" y="3116972"/>
                  </a:lnTo>
                  <a:lnTo>
                    <a:pt x="5659589" y="3116972"/>
                  </a:lnTo>
                  <a:lnTo>
                    <a:pt x="5657877" y="3116972"/>
                  </a:lnTo>
                  <a:lnTo>
                    <a:pt x="5656166" y="3116972"/>
                  </a:lnTo>
                  <a:lnTo>
                    <a:pt x="5654454" y="3116972"/>
                  </a:lnTo>
                  <a:lnTo>
                    <a:pt x="5652743" y="3116972"/>
                  </a:lnTo>
                  <a:lnTo>
                    <a:pt x="5651032" y="3116972"/>
                  </a:lnTo>
                  <a:lnTo>
                    <a:pt x="5649320" y="3116972"/>
                  </a:lnTo>
                  <a:lnTo>
                    <a:pt x="5647609" y="3116972"/>
                  </a:lnTo>
                  <a:lnTo>
                    <a:pt x="5645897" y="3116972"/>
                  </a:lnTo>
                  <a:lnTo>
                    <a:pt x="5644186" y="3116972"/>
                  </a:lnTo>
                  <a:lnTo>
                    <a:pt x="5642475" y="3116972"/>
                  </a:lnTo>
                  <a:lnTo>
                    <a:pt x="5640763" y="3116972"/>
                  </a:lnTo>
                  <a:lnTo>
                    <a:pt x="5639052" y="3116972"/>
                  </a:lnTo>
                  <a:lnTo>
                    <a:pt x="5637340" y="3116972"/>
                  </a:lnTo>
                  <a:lnTo>
                    <a:pt x="5635629" y="3116972"/>
                  </a:lnTo>
                  <a:lnTo>
                    <a:pt x="5633918" y="3116972"/>
                  </a:lnTo>
                  <a:lnTo>
                    <a:pt x="5632206" y="3116972"/>
                  </a:lnTo>
                  <a:lnTo>
                    <a:pt x="5630495" y="3116972"/>
                  </a:lnTo>
                  <a:lnTo>
                    <a:pt x="5628783" y="3116972"/>
                  </a:lnTo>
                  <a:lnTo>
                    <a:pt x="5627072" y="3116972"/>
                  </a:lnTo>
                  <a:lnTo>
                    <a:pt x="5625361" y="3116972"/>
                  </a:lnTo>
                  <a:lnTo>
                    <a:pt x="5623649" y="3116972"/>
                  </a:lnTo>
                  <a:lnTo>
                    <a:pt x="5621938" y="3116972"/>
                  </a:lnTo>
                  <a:lnTo>
                    <a:pt x="5620226" y="3116972"/>
                  </a:lnTo>
                  <a:lnTo>
                    <a:pt x="5618515" y="3116972"/>
                  </a:lnTo>
                  <a:lnTo>
                    <a:pt x="5616804" y="3116972"/>
                  </a:lnTo>
                  <a:lnTo>
                    <a:pt x="5615092" y="3116972"/>
                  </a:lnTo>
                  <a:lnTo>
                    <a:pt x="5613381" y="3116972"/>
                  </a:lnTo>
                  <a:lnTo>
                    <a:pt x="5611669" y="3116972"/>
                  </a:lnTo>
                  <a:lnTo>
                    <a:pt x="5609958" y="3116972"/>
                  </a:lnTo>
                  <a:lnTo>
                    <a:pt x="5608247" y="3116972"/>
                  </a:lnTo>
                  <a:lnTo>
                    <a:pt x="5606535" y="3116972"/>
                  </a:lnTo>
                  <a:lnTo>
                    <a:pt x="5604824" y="3116972"/>
                  </a:lnTo>
                  <a:lnTo>
                    <a:pt x="5603112" y="3116972"/>
                  </a:lnTo>
                  <a:lnTo>
                    <a:pt x="5601401" y="3116972"/>
                  </a:lnTo>
                  <a:lnTo>
                    <a:pt x="5599690" y="3116972"/>
                  </a:lnTo>
                  <a:lnTo>
                    <a:pt x="5597978" y="3116972"/>
                  </a:lnTo>
                  <a:lnTo>
                    <a:pt x="5596267" y="3116972"/>
                  </a:lnTo>
                  <a:lnTo>
                    <a:pt x="5594555" y="3116972"/>
                  </a:lnTo>
                  <a:lnTo>
                    <a:pt x="5592844" y="3116972"/>
                  </a:lnTo>
                  <a:lnTo>
                    <a:pt x="5591133" y="3116972"/>
                  </a:lnTo>
                  <a:lnTo>
                    <a:pt x="5589421" y="3116972"/>
                  </a:lnTo>
                  <a:lnTo>
                    <a:pt x="5587710" y="3116972"/>
                  </a:lnTo>
                  <a:lnTo>
                    <a:pt x="5585999" y="3116972"/>
                  </a:lnTo>
                  <a:lnTo>
                    <a:pt x="5584287" y="3116972"/>
                  </a:lnTo>
                  <a:lnTo>
                    <a:pt x="5582576" y="3116972"/>
                  </a:lnTo>
                  <a:lnTo>
                    <a:pt x="5580864" y="3116972"/>
                  </a:lnTo>
                  <a:lnTo>
                    <a:pt x="5579153" y="3116972"/>
                  </a:lnTo>
                  <a:lnTo>
                    <a:pt x="5577442" y="3116972"/>
                  </a:lnTo>
                  <a:lnTo>
                    <a:pt x="5575730" y="3116972"/>
                  </a:lnTo>
                  <a:lnTo>
                    <a:pt x="5574019" y="3116972"/>
                  </a:lnTo>
                  <a:lnTo>
                    <a:pt x="5572307" y="3116972"/>
                  </a:lnTo>
                  <a:lnTo>
                    <a:pt x="5570596" y="3116972"/>
                  </a:lnTo>
                  <a:lnTo>
                    <a:pt x="5568885" y="3116972"/>
                  </a:lnTo>
                  <a:lnTo>
                    <a:pt x="5567173" y="3116972"/>
                  </a:lnTo>
                  <a:lnTo>
                    <a:pt x="5565462" y="3116972"/>
                  </a:lnTo>
                  <a:lnTo>
                    <a:pt x="5563750" y="3116972"/>
                  </a:lnTo>
                  <a:lnTo>
                    <a:pt x="5562039" y="3116972"/>
                  </a:lnTo>
                  <a:lnTo>
                    <a:pt x="5560328" y="3116972"/>
                  </a:lnTo>
                  <a:lnTo>
                    <a:pt x="5558616" y="3116972"/>
                  </a:lnTo>
                  <a:lnTo>
                    <a:pt x="5556905" y="3116972"/>
                  </a:lnTo>
                  <a:lnTo>
                    <a:pt x="5555193" y="3116972"/>
                  </a:lnTo>
                  <a:lnTo>
                    <a:pt x="5553482" y="3116972"/>
                  </a:lnTo>
                  <a:lnTo>
                    <a:pt x="5551771" y="3116972"/>
                  </a:lnTo>
                  <a:lnTo>
                    <a:pt x="5550059" y="3116972"/>
                  </a:lnTo>
                  <a:lnTo>
                    <a:pt x="5548348" y="3116972"/>
                  </a:lnTo>
                  <a:lnTo>
                    <a:pt x="5546636" y="3116972"/>
                  </a:lnTo>
                  <a:lnTo>
                    <a:pt x="5544925" y="3116972"/>
                  </a:lnTo>
                  <a:lnTo>
                    <a:pt x="5543214" y="3116972"/>
                  </a:lnTo>
                  <a:lnTo>
                    <a:pt x="5541502" y="3116972"/>
                  </a:lnTo>
                  <a:lnTo>
                    <a:pt x="5539791" y="3116972"/>
                  </a:lnTo>
                  <a:lnTo>
                    <a:pt x="5538079" y="3116972"/>
                  </a:lnTo>
                  <a:lnTo>
                    <a:pt x="5536368" y="3116972"/>
                  </a:lnTo>
                  <a:lnTo>
                    <a:pt x="5534657" y="3116972"/>
                  </a:lnTo>
                  <a:lnTo>
                    <a:pt x="5532945" y="3116972"/>
                  </a:lnTo>
                  <a:lnTo>
                    <a:pt x="5531234" y="3116972"/>
                  </a:lnTo>
                  <a:lnTo>
                    <a:pt x="5529522" y="3116972"/>
                  </a:lnTo>
                  <a:lnTo>
                    <a:pt x="5527811" y="3116972"/>
                  </a:lnTo>
                  <a:lnTo>
                    <a:pt x="5526100" y="3116972"/>
                  </a:lnTo>
                  <a:lnTo>
                    <a:pt x="5524388" y="3116972"/>
                  </a:lnTo>
                  <a:lnTo>
                    <a:pt x="5522677" y="3116972"/>
                  </a:lnTo>
                  <a:lnTo>
                    <a:pt x="5520965" y="3116972"/>
                  </a:lnTo>
                  <a:lnTo>
                    <a:pt x="5519254" y="3116972"/>
                  </a:lnTo>
                  <a:lnTo>
                    <a:pt x="5517543" y="3116972"/>
                  </a:lnTo>
                  <a:lnTo>
                    <a:pt x="5515831" y="3116972"/>
                  </a:lnTo>
                  <a:lnTo>
                    <a:pt x="5514120" y="3116972"/>
                  </a:lnTo>
                  <a:lnTo>
                    <a:pt x="5512408" y="3116972"/>
                  </a:lnTo>
                  <a:lnTo>
                    <a:pt x="5510697" y="3116972"/>
                  </a:lnTo>
                  <a:lnTo>
                    <a:pt x="5508986" y="3116972"/>
                  </a:lnTo>
                  <a:lnTo>
                    <a:pt x="5507274" y="3116972"/>
                  </a:lnTo>
                  <a:lnTo>
                    <a:pt x="5505563" y="3116972"/>
                  </a:lnTo>
                  <a:lnTo>
                    <a:pt x="5503851" y="3116972"/>
                  </a:lnTo>
                  <a:lnTo>
                    <a:pt x="5502140" y="3116972"/>
                  </a:lnTo>
                  <a:lnTo>
                    <a:pt x="5500429" y="3116972"/>
                  </a:lnTo>
                  <a:lnTo>
                    <a:pt x="5498717" y="3116972"/>
                  </a:lnTo>
                  <a:lnTo>
                    <a:pt x="5497006" y="3116972"/>
                  </a:lnTo>
                  <a:lnTo>
                    <a:pt x="5495294" y="3116972"/>
                  </a:lnTo>
                  <a:lnTo>
                    <a:pt x="5493583" y="3116972"/>
                  </a:lnTo>
                  <a:lnTo>
                    <a:pt x="5491872" y="3116972"/>
                  </a:lnTo>
                  <a:lnTo>
                    <a:pt x="5490160" y="3116972"/>
                  </a:lnTo>
                  <a:lnTo>
                    <a:pt x="5488449" y="3116972"/>
                  </a:lnTo>
                  <a:lnTo>
                    <a:pt x="5486737" y="3116972"/>
                  </a:lnTo>
                  <a:lnTo>
                    <a:pt x="5485026" y="3116972"/>
                  </a:lnTo>
                  <a:lnTo>
                    <a:pt x="5483315" y="3116972"/>
                  </a:lnTo>
                  <a:lnTo>
                    <a:pt x="5481603" y="3116972"/>
                  </a:lnTo>
                  <a:lnTo>
                    <a:pt x="5479892" y="3116972"/>
                  </a:lnTo>
                  <a:lnTo>
                    <a:pt x="5478181" y="3116972"/>
                  </a:lnTo>
                  <a:lnTo>
                    <a:pt x="5476469" y="3116972"/>
                  </a:lnTo>
                  <a:lnTo>
                    <a:pt x="5474758" y="3116972"/>
                  </a:lnTo>
                  <a:lnTo>
                    <a:pt x="5473046" y="3116972"/>
                  </a:lnTo>
                  <a:lnTo>
                    <a:pt x="5471335" y="3116972"/>
                  </a:lnTo>
                  <a:lnTo>
                    <a:pt x="5469624" y="3116972"/>
                  </a:lnTo>
                  <a:lnTo>
                    <a:pt x="5467912" y="3116972"/>
                  </a:lnTo>
                  <a:lnTo>
                    <a:pt x="5466201" y="3116972"/>
                  </a:lnTo>
                  <a:lnTo>
                    <a:pt x="5464489" y="3116972"/>
                  </a:lnTo>
                  <a:lnTo>
                    <a:pt x="5462778" y="3116972"/>
                  </a:lnTo>
                  <a:lnTo>
                    <a:pt x="5461067" y="3116972"/>
                  </a:lnTo>
                  <a:lnTo>
                    <a:pt x="5459355" y="3116972"/>
                  </a:lnTo>
                  <a:lnTo>
                    <a:pt x="5457644" y="3116972"/>
                  </a:lnTo>
                  <a:lnTo>
                    <a:pt x="5455932" y="3116972"/>
                  </a:lnTo>
                  <a:lnTo>
                    <a:pt x="5454221" y="3116972"/>
                  </a:lnTo>
                  <a:lnTo>
                    <a:pt x="5452510" y="3116972"/>
                  </a:lnTo>
                  <a:lnTo>
                    <a:pt x="5450798" y="3116972"/>
                  </a:lnTo>
                  <a:lnTo>
                    <a:pt x="5449087" y="3116972"/>
                  </a:lnTo>
                  <a:lnTo>
                    <a:pt x="5447375" y="3116972"/>
                  </a:lnTo>
                  <a:lnTo>
                    <a:pt x="5445664" y="3116972"/>
                  </a:lnTo>
                  <a:lnTo>
                    <a:pt x="5443953" y="3116972"/>
                  </a:lnTo>
                  <a:lnTo>
                    <a:pt x="5442241" y="3116972"/>
                  </a:lnTo>
                  <a:lnTo>
                    <a:pt x="5440530" y="3116972"/>
                  </a:lnTo>
                  <a:lnTo>
                    <a:pt x="5438818" y="3116972"/>
                  </a:lnTo>
                  <a:lnTo>
                    <a:pt x="5437107" y="3116972"/>
                  </a:lnTo>
                  <a:lnTo>
                    <a:pt x="5435396" y="3116972"/>
                  </a:lnTo>
                  <a:lnTo>
                    <a:pt x="5433684" y="3116972"/>
                  </a:lnTo>
                  <a:lnTo>
                    <a:pt x="5431973" y="3116972"/>
                  </a:lnTo>
                  <a:lnTo>
                    <a:pt x="5430261" y="3116972"/>
                  </a:lnTo>
                  <a:lnTo>
                    <a:pt x="5428550" y="3116972"/>
                  </a:lnTo>
                  <a:lnTo>
                    <a:pt x="5426839" y="3116972"/>
                  </a:lnTo>
                  <a:lnTo>
                    <a:pt x="5425127" y="3116972"/>
                  </a:lnTo>
                  <a:lnTo>
                    <a:pt x="5423416" y="3116972"/>
                  </a:lnTo>
                  <a:lnTo>
                    <a:pt x="5421704" y="3116972"/>
                  </a:lnTo>
                  <a:lnTo>
                    <a:pt x="5419993" y="3116972"/>
                  </a:lnTo>
                  <a:lnTo>
                    <a:pt x="5418282" y="3116972"/>
                  </a:lnTo>
                  <a:lnTo>
                    <a:pt x="5416570" y="3116972"/>
                  </a:lnTo>
                  <a:lnTo>
                    <a:pt x="5414859" y="3116972"/>
                  </a:lnTo>
                  <a:lnTo>
                    <a:pt x="5413147" y="3116972"/>
                  </a:lnTo>
                  <a:lnTo>
                    <a:pt x="5411436" y="3116972"/>
                  </a:lnTo>
                  <a:lnTo>
                    <a:pt x="5409725" y="3116972"/>
                  </a:lnTo>
                  <a:lnTo>
                    <a:pt x="5408013" y="3116972"/>
                  </a:lnTo>
                  <a:lnTo>
                    <a:pt x="5406302" y="3116972"/>
                  </a:lnTo>
                  <a:lnTo>
                    <a:pt x="5404590" y="3116972"/>
                  </a:lnTo>
                  <a:lnTo>
                    <a:pt x="5402879" y="3116972"/>
                  </a:lnTo>
                  <a:lnTo>
                    <a:pt x="5401168" y="3116972"/>
                  </a:lnTo>
                  <a:lnTo>
                    <a:pt x="5399456" y="3116972"/>
                  </a:lnTo>
                  <a:lnTo>
                    <a:pt x="5397745" y="3116972"/>
                  </a:lnTo>
                  <a:lnTo>
                    <a:pt x="5396033" y="3116972"/>
                  </a:lnTo>
                  <a:lnTo>
                    <a:pt x="5394322" y="3116972"/>
                  </a:lnTo>
                  <a:lnTo>
                    <a:pt x="5392611" y="3116972"/>
                  </a:lnTo>
                  <a:lnTo>
                    <a:pt x="5390899" y="3116972"/>
                  </a:lnTo>
                  <a:lnTo>
                    <a:pt x="5389188" y="3116972"/>
                  </a:lnTo>
                  <a:lnTo>
                    <a:pt x="5387476" y="3116972"/>
                  </a:lnTo>
                  <a:lnTo>
                    <a:pt x="5385765" y="3116972"/>
                  </a:lnTo>
                  <a:lnTo>
                    <a:pt x="5384054" y="3116972"/>
                  </a:lnTo>
                  <a:lnTo>
                    <a:pt x="5382342" y="3116972"/>
                  </a:lnTo>
                  <a:lnTo>
                    <a:pt x="5380631" y="3116972"/>
                  </a:lnTo>
                  <a:lnTo>
                    <a:pt x="5378919" y="3116972"/>
                  </a:lnTo>
                  <a:lnTo>
                    <a:pt x="5377208" y="3116972"/>
                  </a:lnTo>
                  <a:lnTo>
                    <a:pt x="5375497" y="3116972"/>
                  </a:lnTo>
                  <a:lnTo>
                    <a:pt x="5373785" y="3116972"/>
                  </a:lnTo>
                  <a:lnTo>
                    <a:pt x="5372074" y="3116972"/>
                  </a:lnTo>
                  <a:lnTo>
                    <a:pt x="5370363" y="3116972"/>
                  </a:lnTo>
                  <a:lnTo>
                    <a:pt x="5368651" y="3116972"/>
                  </a:lnTo>
                  <a:lnTo>
                    <a:pt x="5366940" y="3116972"/>
                  </a:lnTo>
                  <a:lnTo>
                    <a:pt x="5365228" y="3116972"/>
                  </a:lnTo>
                  <a:lnTo>
                    <a:pt x="5363517" y="3116972"/>
                  </a:lnTo>
                  <a:lnTo>
                    <a:pt x="5361806" y="3116972"/>
                  </a:lnTo>
                  <a:lnTo>
                    <a:pt x="5360094" y="3116972"/>
                  </a:lnTo>
                  <a:lnTo>
                    <a:pt x="5358383" y="3116972"/>
                  </a:lnTo>
                  <a:lnTo>
                    <a:pt x="5356671" y="3116972"/>
                  </a:lnTo>
                  <a:lnTo>
                    <a:pt x="5354960" y="3116972"/>
                  </a:lnTo>
                  <a:lnTo>
                    <a:pt x="5353249" y="3116972"/>
                  </a:lnTo>
                  <a:lnTo>
                    <a:pt x="5351537" y="3116972"/>
                  </a:lnTo>
                  <a:lnTo>
                    <a:pt x="5349826" y="3116972"/>
                  </a:lnTo>
                  <a:lnTo>
                    <a:pt x="5348114" y="3116972"/>
                  </a:lnTo>
                  <a:lnTo>
                    <a:pt x="5346403" y="3116972"/>
                  </a:lnTo>
                  <a:lnTo>
                    <a:pt x="5344692" y="3116972"/>
                  </a:lnTo>
                  <a:lnTo>
                    <a:pt x="5342980" y="3116972"/>
                  </a:lnTo>
                  <a:lnTo>
                    <a:pt x="5341269" y="3116972"/>
                  </a:lnTo>
                  <a:lnTo>
                    <a:pt x="5339557" y="3116972"/>
                  </a:lnTo>
                  <a:lnTo>
                    <a:pt x="5337846" y="3116972"/>
                  </a:lnTo>
                  <a:lnTo>
                    <a:pt x="5336135" y="3116972"/>
                  </a:lnTo>
                  <a:lnTo>
                    <a:pt x="5334423" y="3116972"/>
                  </a:lnTo>
                  <a:lnTo>
                    <a:pt x="5332712" y="3116972"/>
                  </a:lnTo>
                  <a:lnTo>
                    <a:pt x="5331000" y="3116972"/>
                  </a:lnTo>
                  <a:lnTo>
                    <a:pt x="5329289" y="3116972"/>
                  </a:lnTo>
                  <a:lnTo>
                    <a:pt x="5327578" y="3116972"/>
                  </a:lnTo>
                  <a:lnTo>
                    <a:pt x="5325866" y="3116972"/>
                  </a:lnTo>
                  <a:lnTo>
                    <a:pt x="5324155" y="3116972"/>
                  </a:lnTo>
                  <a:lnTo>
                    <a:pt x="5322443" y="3116972"/>
                  </a:lnTo>
                  <a:lnTo>
                    <a:pt x="5320732" y="3116972"/>
                  </a:lnTo>
                  <a:lnTo>
                    <a:pt x="5319021" y="3116972"/>
                  </a:lnTo>
                  <a:lnTo>
                    <a:pt x="5317309" y="3116972"/>
                  </a:lnTo>
                  <a:lnTo>
                    <a:pt x="5315598" y="3116972"/>
                  </a:lnTo>
                  <a:lnTo>
                    <a:pt x="5313886" y="3116972"/>
                  </a:lnTo>
                  <a:lnTo>
                    <a:pt x="5312175" y="3116972"/>
                  </a:lnTo>
                  <a:lnTo>
                    <a:pt x="5310464" y="3116972"/>
                  </a:lnTo>
                  <a:lnTo>
                    <a:pt x="5308752" y="3116972"/>
                  </a:lnTo>
                  <a:lnTo>
                    <a:pt x="5307041" y="3116972"/>
                  </a:lnTo>
                  <a:lnTo>
                    <a:pt x="5305329" y="3116972"/>
                  </a:lnTo>
                  <a:lnTo>
                    <a:pt x="5303618" y="3116972"/>
                  </a:lnTo>
                  <a:lnTo>
                    <a:pt x="5301907" y="3116972"/>
                  </a:lnTo>
                  <a:lnTo>
                    <a:pt x="5300195" y="3116972"/>
                  </a:lnTo>
                  <a:lnTo>
                    <a:pt x="5298484" y="3116972"/>
                  </a:lnTo>
                  <a:lnTo>
                    <a:pt x="5296772" y="3116972"/>
                  </a:lnTo>
                  <a:lnTo>
                    <a:pt x="5295061" y="3116972"/>
                  </a:lnTo>
                  <a:lnTo>
                    <a:pt x="5293350" y="3116972"/>
                  </a:lnTo>
                  <a:lnTo>
                    <a:pt x="5291638" y="3116972"/>
                  </a:lnTo>
                  <a:lnTo>
                    <a:pt x="5289927" y="3116972"/>
                  </a:lnTo>
                  <a:lnTo>
                    <a:pt x="5288215" y="3116972"/>
                  </a:lnTo>
                  <a:lnTo>
                    <a:pt x="5286504" y="3116972"/>
                  </a:lnTo>
                  <a:lnTo>
                    <a:pt x="5284793" y="3116972"/>
                  </a:lnTo>
                  <a:lnTo>
                    <a:pt x="5283081" y="3116972"/>
                  </a:lnTo>
                  <a:lnTo>
                    <a:pt x="5281370" y="3116972"/>
                  </a:lnTo>
                  <a:lnTo>
                    <a:pt x="5279658" y="3116972"/>
                  </a:lnTo>
                  <a:lnTo>
                    <a:pt x="5277947" y="3116972"/>
                  </a:lnTo>
                  <a:lnTo>
                    <a:pt x="5276236" y="3116972"/>
                  </a:lnTo>
                  <a:lnTo>
                    <a:pt x="5274524" y="3116972"/>
                  </a:lnTo>
                  <a:lnTo>
                    <a:pt x="5272813" y="3116972"/>
                  </a:lnTo>
                  <a:lnTo>
                    <a:pt x="5271101" y="3116972"/>
                  </a:lnTo>
                  <a:lnTo>
                    <a:pt x="5269390" y="3116972"/>
                  </a:lnTo>
                  <a:lnTo>
                    <a:pt x="5267679" y="3116972"/>
                  </a:lnTo>
                  <a:lnTo>
                    <a:pt x="5265967" y="3116972"/>
                  </a:lnTo>
                  <a:lnTo>
                    <a:pt x="5264256" y="3116972"/>
                  </a:lnTo>
                  <a:lnTo>
                    <a:pt x="5262545" y="3116972"/>
                  </a:lnTo>
                  <a:lnTo>
                    <a:pt x="5260833" y="3116972"/>
                  </a:lnTo>
                  <a:lnTo>
                    <a:pt x="5259122" y="3116972"/>
                  </a:lnTo>
                  <a:lnTo>
                    <a:pt x="5257410" y="3116972"/>
                  </a:lnTo>
                  <a:lnTo>
                    <a:pt x="5255699" y="3116972"/>
                  </a:lnTo>
                  <a:lnTo>
                    <a:pt x="5253988" y="3116972"/>
                  </a:lnTo>
                  <a:lnTo>
                    <a:pt x="5252276" y="3116972"/>
                  </a:lnTo>
                  <a:lnTo>
                    <a:pt x="5250565" y="3116972"/>
                  </a:lnTo>
                  <a:lnTo>
                    <a:pt x="5248853" y="3116972"/>
                  </a:lnTo>
                  <a:lnTo>
                    <a:pt x="5247142" y="3116972"/>
                  </a:lnTo>
                  <a:lnTo>
                    <a:pt x="5245431" y="3116972"/>
                  </a:lnTo>
                  <a:lnTo>
                    <a:pt x="5243719" y="3116972"/>
                  </a:lnTo>
                  <a:lnTo>
                    <a:pt x="5242008" y="3116972"/>
                  </a:lnTo>
                  <a:lnTo>
                    <a:pt x="5240296" y="3116972"/>
                  </a:lnTo>
                  <a:lnTo>
                    <a:pt x="5238585" y="3116972"/>
                  </a:lnTo>
                  <a:lnTo>
                    <a:pt x="5236874" y="3116972"/>
                  </a:lnTo>
                  <a:lnTo>
                    <a:pt x="5235162" y="3116972"/>
                  </a:lnTo>
                  <a:lnTo>
                    <a:pt x="5233451" y="3116972"/>
                  </a:lnTo>
                  <a:lnTo>
                    <a:pt x="5231739" y="3116972"/>
                  </a:lnTo>
                  <a:lnTo>
                    <a:pt x="5230028" y="3116972"/>
                  </a:lnTo>
                  <a:lnTo>
                    <a:pt x="5228317" y="3116972"/>
                  </a:lnTo>
                  <a:lnTo>
                    <a:pt x="5226605" y="3116972"/>
                  </a:lnTo>
                  <a:lnTo>
                    <a:pt x="5224894" y="3116972"/>
                  </a:lnTo>
                  <a:lnTo>
                    <a:pt x="5223182" y="3116972"/>
                  </a:lnTo>
                  <a:lnTo>
                    <a:pt x="5221471" y="3116972"/>
                  </a:lnTo>
                  <a:lnTo>
                    <a:pt x="5219760" y="3116972"/>
                  </a:lnTo>
                  <a:lnTo>
                    <a:pt x="5218048" y="3116972"/>
                  </a:lnTo>
                  <a:lnTo>
                    <a:pt x="5216337" y="3116972"/>
                  </a:lnTo>
                  <a:lnTo>
                    <a:pt x="5214625" y="3116972"/>
                  </a:lnTo>
                  <a:lnTo>
                    <a:pt x="5212914" y="3116972"/>
                  </a:lnTo>
                  <a:lnTo>
                    <a:pt x="5211203" y="3116972"/>
                  </a:lnTo>
                  <a:lnTo>
                    <a:pt x="5209491" y="3116972"/>
                  </a:lnTo>
                  <a:lnTo>
                    <a:pt x="5207780" y="3116972"/>
                  </a:lnTo>
                  <a:lnTo>
                    <a:pt x="5206068" y="3116972"/>
                  </a:lnTo>
                  <a:lnTo>
                    <a:pt x="5204357" y="3116972"/>
                  </a:lnTo>
                  <a:lnTo>
                    <a:pt x="5202646" y="3116972"/>
                  </a:lnTo>
                  <a:lnTo>
                    <a:pt x="5200934" y="3116972"/>
                  </a:lnTo>
                  <a:lnTo>
                    <a:pt x="5199223" y="3116972"/>
                  </a:lnTo>
                  <a:lnTo>
                    <a:pt x="5197511" y="3116972"/>
                  </a:lnTo>
                  <a:lnTo>
                    <a:pt x="5195800" y="3116972"/>
                  </a:lnTo>
                  <a:lnTo>
                    <a:pt x="5194089" y="3116972"/>
                  </a:lnTo>
                  <a:lnTo>
                    <a:pt x="5192377" y="3116972"/>
                  </a:lnTo>
                  <a:lnTo>
                    <a:pt x="5190666" y="3116972"/>
                  </a:lnTo>
                  <a:lnTo>
                    <a:pt x="5188954" y="3116972"/>
                  </a:lnTo>
                  <a:lnTo>
                    <a:pt x="5187243" y="3116972"/>
                  </a:lnTo>
                  <a:lnTo>
                    <a:pt x="5185532" y="3116972"/>
                  </a:lnTo>
                  <a:lnTo>
                    <a:pt x="5183820" y="3116972"/>
                  </a:lnTo>
                  <a:lnTo>
                    <a:pt x="5182109" y="3116972"/>
                  </a:lnTo>
                  <a:lnTo>
                    <a:pt x="5180397" y="3116972"/>
                  </a:lnTo>
                  <a:lnTo>
                    <a:pt x="5178686" y="3116972"/>
                  </a:lnTo>
                  <a:lnTo>
                    <a:pt x="5176975" y="3116972"/>
                  </a:lnTo>
                  <a:lnTo>
                    <a:pt x="5175263" y="3116972"/>
                  </a:lnTo>
                  <a:lnTo>
                    <a:pt x="5173552" y="3116972"/>
                  </a:lnTo>
                  <a:lnTo>
                    <a:pt x="5171840" y="3116972"/>
                  </a:lnTo>
                  <a:lnTo>
                    <a:pt x="5170129" y="3116972"/>
                  </a:lnTo>
                  <a:lnTo>
                    <a:pt x="5168418" y="3116972"/>
                  </a:lnTo>
                  <a:lnTo>
                    <a:pt x="5166706" y="3116972"/>
                  </a:lnTo>
                  <a:lnTo>
                    <a:pt x="5164995" y="3116972"/>
                  </a:lnTo>
                  <a:lnTo>
                    <a:pt x="5163284" y="3116972"/>
                  </a:lnTo>
                  <a:lnTo>
                    <a:pt x="5161572" y="3116972"/>
                  </a:lnTo>
                  <a:lnTo>
                    <a:pt x="5159861" y="3116972"/>
                  </a:lnTo>
                  <a:lnTo>
                    <a:pt x="5158149" y="3116972"/>
                  </a:lnTo>
                  <a:lnTo>
                    <a:pt x="5156438" y="3116972"/>
                  </a:lnTo>
                  <a:lnTo>
                    <a:pt x="5154727" y="3116972"/>
                  </a:lnTo>
                  <a:lnTo>
                    <a:pt x="5153015" y="3116972"/>
                  </a:lnTo>
                  <a:lnTo>
                    <a:pt x="5151304" y="3116972"/>
                  </a:lnTo>
                  <a:lnTo>
                    <a:pt x="5149592" y="3116972"/>
                  </a:lnTo>
                  <a:lnTo>
                    <a:pt x="5147881" y="3116972"/>
                  </a:lnTo>
                  <a:lnTo>
                    <a:pt x="5146170" y="3116972"/>
                  </a:lnTo>
                  <a:lnTo>
                    <a:pt x="5144458" y="3116972"/>
                  </a:lnTo>
                  <a:lnTo>
                    <a:pt x="5142747" y="3116972"/>
                  </a:lnTo>
                  <a:lnTo>
                    <a:pt x="5141035" y="3116972"/>
                  </a:lnTo>
                  <a:lnTo>
                    <a:pt x="5139324" y="3116972"/>
                  </a:lnTo>
                  <a:lnTo>
                    <a:pt x="5137613" y="3116972"/>
                  </a:lnTo>
                  <a:lnTo>
                    <a:pt x="5135901" y="3116972"/>
                  </a:lnTo>
                  <a:lnTo>
                    <a:pt x="5134190" y="3116972"/>
                  </a:lnTo>
                  <a:lnTo>
                    <a:pt x="5132478" y="3116972"/>
                  </a:lnTo>
                  <a:lnTo>
                    <a:pt x="5130767" y="3116972"/>
                  </a:lnTo>
                  <a:lnTo>
                    <a:pt x="5129056" y="3116972"/>
                  </a:lnTo>
                  <a:lnTo>
                    <a:pt x="5127344" y="3116972"/>
                  </a:lnTo>
                  <a:lnTo>
                    <a:pt x="5125633" y="3116972"/>
                  </a:lnTo>
                  <a:lnTo>
                    <a:pt x="5123921" y="3116972"/>
                  </a:lnTo>
                  <a:lnTo>
                    <a:pt x="5122210" y="3116972"/>
                  </a:lnTo>
                  <a:lnTo>
                    <a:pt x="5120499" y="3116972"/>
                  </a:lnTo>
                  <a:lnTo>
                    <a:pt x="5118787" y="3116972"/>
                  </a:lnTo>
                  <a:lnTo>
                    <a:pt x="5117076" y="3116972"/>
                  </a:lnTo>
                  <a:lnTo>
                    <a:pt x="5115364" y="3116972"/>
                  </a:lnTo>
                  <a:lnTo>
                    <a:pt x="5113653" y="3116972"/>
                  </a:lnTo>
                  <a:lnTo>
                    <a:pt x="5111942" y="3116972"/>
                  </a:lnTo>
                  <a:lnTo>
                    <a:pt x="5110230" y="3116972"/>
                  </a:lnTo>
                  <a:lnTo>
                    <a:pt x="5108519" y="3116972"/>
                  </a:lnTo>
                  <a:lnTo>
                    <a:pt x="5106807" y="3116972"/>
                  </a:lnTo>
                  <a:lnTo>
                    <a:pt x="5105096" y="3116972"/>
                  </a:lnTo>
                  <a:lnTo>
                    <a:pt x="5103385" y="3116972"/>
                  </a:lnTo>
                  <a:lnTo>
                    <a:pt x="5101673" y="3116972"/>
                  </a:lnTo>
                  <a:lnTo>
                    <a:pt x="5099962" y="3116972"/>
                  </a:lnTo>
                  <a:lnTo>
                    <a:pt x="5098250" y="3116972"/>
                  </a:lnTo>
                  <a:lnTo>
                    <a:pt x="5096539" y="3116972"/>
                  </a:lnTo>
                  <a:lnTo>
                    <a:pt x="5094828" y="3116972"/>
                  </a:lnTo>
                  <a:lnTo>
                    <a:pt x="5093116" y="3116972"/>
                  </a:lnTo>
                  <a:lnTo>
                    <a:pt x="5091405" y="3116972"/>
                  </a:lnTo>
                  <a:lnTo>
                    <a:pt x="5089693" y="3116972"/>
                  </a:lnTo>
                  <a:lnTo>
                    <a:pt x="5087982" y="3116972"/>
                  </a:lnTo>
                  <a:lnTo>
                    <a:pt x="5086271" y="3116972"/>
                  </a:lnTo>
                  <a:lnTo>
                    <a:pt x="5084559" y="3116972"/>
                  </a:lnTo>
                  <a:lnTo>
                    <a:pt x="5082848" y="3116972"/>
                  </a:lnTo>
                  <a:lnTo>
                    <a:pt x="5081136" y="3116972"/>
                  </a:lnTo>
                  <a:lnTo>
                    <a:pt x="5079425" y="3116972"/>
                  </a:lnTo>
                  <a:lnTo>
                    <a:pt x="5077714" y="3116972"/>
                  </a:lnTo>
                  <a:lnTo>
                    <a:pt x="5076002" y="3116972"/>
                  </a:lnTo>
                  <a:lnTo>
                    <a:pt x="5074291" y="3116972"/>
                  </a:lnTo>
                  <a:lnTo>
                    <a:pt x="5072579" y="3116972"/>
                  </a:lnTo>
                  <a:lnTo>
                    <a:pt x="5070868" y="3116972"/>
                  </a:lnTo>
                  <a:lnTo>
                    <a:pt x="5069157" y="3116972"/>
                  </a:lnTo>
                  <a:lnTo>
                    <a:pt x="5067445" y="3116972"/>
                  </a:lnTo>
                  <a:lnTo>
                    <a:pt x="5065734" y="3116972"/>
                  </a:lnTo>
                  <a:lnTo>
                    <a:pt x="5064022" y="3116972"/>
                  </a:lnTo>
                  <a:lnTo>
                    <a:pt x="5062311" y="3116972"/>
                  </a:lnTo>
                  <a:lnTo>
                    <a:pt x="5060600" y="3116972"/>
                  </a:lnTo>
                  <a:lnTo>
                    <a:pt x="5058888" y="3116972"/>
                  </a:lnTo>
                  <a:lnTo>
                    <a:pt x="5057177" y="3116972"/>
                  </a:lnTo>
                  <a:lnTo>
                    <a:pt x="5055466" y="3116972"/>
                  </a:lnTo>
                  <a:lnTo>
                    <a:pt x="5053754" y="3116972"/>
                  </a:lnTo>
                  <a:lnTo>
                    <a:pt x="5052043" y="3116972"/>
                  </a:lnTo>
                  <a:lnTo>
                    <a:pt x="5050331" y="3116972"/>
                  </a:lnTo>
                  <a:lnTo>
                    <a:pt x="5048620" y="3116972"/>
                  </a:lnTo>
                  <a:lnTo>
                    <a:pt x="5046909" y="3116972"/>
                  </a:lnTo>
                  <a:lnTo>
                    <a:pt x="5045197" y="3116972"/>
                  </a:lnTo>
                  <a:lnTo>
                    <a:pt x="5043486" y="3116972"/>
                  </a:lnTo>
                  <a:lnTo>
                    <a:pt x="5041774" y="3116972"/>
                  </a:lnTo>
                  <a:lnTo>
                    <a:pt x="5040063" y="3116972"/>
                  </a:lnTo>
                  <a:lnTo>
                    <a:pt x="5038352" y="3116972"/>
                  </a:lnTo>
                  <a:lnTo>
                    <a:pt x="5036640" y="3116972"/>
                  </a:lnTo>
                  <a:lnTo>
                    <a:pt x="5034929" y="3116972"/>
                  </a:lnTo>
                  <a:lnTo>
                    <a:pt x="5033217" y="3116972"/>
                  </a:lnTo>
                  <a:lnTo>
                    <a:pt x="5031506" y="3116972"/>
                  </a:lnTo>
                  <a:lnTo>
                    <a:pt x="5029795" y="3116972"/>
                  </a:lnTo>
                  <a:lnTo>
                    <a:pt x="5028083" y="3116972"/>
                  </a:lnTo>
                  <a:lnTo>
                    <a:pt x="5026372" y="3116972"/>
                  </a:lnTo>
                  <a:lnTo>
                    <a:pt x="5024660" y="3116972"/>
                  </a:lnTo>
                  <a:lnTo>
                    <a:pt x="5022949" y="3116972"/>
                  </a:lnTo>
                  <a:lnTo>
                    <a:pt x="5021238" y="3116972"/>
                  </a:lnTo>
                  <a:lnTo>
                    <a:pt x="5019526" y="3116972"/>
                  </a:lnTo>
                  <a:lnTo>
                    <a:pt x="5017815" y="3116972"/>
                  </a:lnTo>
                  <a:lnTo>
                    <a:pt x="5016103" y="3116972"/>
                  </a:lnTo>
                  <a:lnTo>
                    <a:pt x="5014392" y="3116972"/>
                  </a:lnTo>
                  <a:lnTo>
                    <a:pt x="5012681" y="3116972"/>
                  </a:lnTo>
                  <a:lnTo>
                    <a:pt x="5010969" y="3116972"/>
                  </a:lnTo>
                  <a:lnTo>
                    <a:pt x="5009258" y="3116972"/>
                  </a:lnTo>
                  <a:lnTo>
                    <a:pt x="5007546" y="3116972"/>
                  </a:lnTo>
                  <a:lnTo>
                    <a:pt x="5005835" y="3116972"/>
                  </a:lnTo>
                  <a:lnTo>
                    <a:pt x="5004124" y="3116972"/>
                  </a:lnTo>
                  <a:lnTo>
                    <a:pt x="5002412" y="3116972"/>
                  </a:lnTo>
                  <a:lnTo>
                    <a:pt x="5000701" y="3116972"/>
                  </a:lnTo>
                  <a:lnTo>
                    <a:pt x="4998989" y="3116972"/>
                  </a:lnTo>
                  <a:lnTo>
                    <a:pt x="4997278" y="3116972"/>
                  </a:lnTo>
                  <a:lnTo>
                    <a:pt x="4995567" y="3116972"/>
                  </a:lnTo>
                  <a:lnTo>
                    <a:pt x="4993855" y="3116972"/>
                  </a:lnTo>
                  <a:lnTo>
                    <a:pt x="4992144" y="3116972"/>
                  </a:lnTo>
                  <a:lnTo>
                    <a:pt x="4990432" y="3116972"/>
                  </a:lnTo>
                  <a:lnTo>
                    <a:pt x="4988721" y="3116972"/>
                  </a:lnTo>
                  <a:lnTo>
                    <a:pt x="4987010" y="3116972"/>
                  </a:lnTo>
                  <a:lnTo>
                    <a:pt x="4985298" y="3116972"/>
                  </a:lnTo>
                  <a:lnTo>
                    <a:pt x="4983587" y="3116972"/>
                  </a:lnTo>
                  <a:lnTo>
                    <a:pt x="4981875" y="3116972"/>
                  </a:lnTo>
                  <a:lnTo>
                    <a:pt x="4980164" y="3116972"/>
                  </a:lnTo>
                  <a:lnTo>
                    <a:pt x="4978453" y="3116972"/>
                  </a:lnTo>
                  <a:lnTo>
                    <a:pt x="4976741" y="3116972"/>
                  </a:lnTo>
                  <a:lnTo>
                    <a:pt x="4975030" y="3116972"/>
                  </a:lnTo>
                  <a:lnTo>
                    <a:pt x="4973318" y="3116972"/>
                  </a:lnTo>
                  <a:lnTo>
                    <a:pt x="4971607" y="3116972"/>
                  </a:lnTo>
                  <a:lnTo>
                    <a:pt x="4969896" y="3116972"/>
                  </a:lnTo>
                  <a:lnTo>
                    <a:pt x="4968184" y="3116972"/>
                  </a:lnTo>
                  <a:lnTo>
                    <a:pt x="4966473" y="3116972"/>
                  </a:lnTo>
                  <a:lnTo>
                    <a:pt x="4964761" y="3116972"/>
                  </a:lnTo>
                  <a:lnTo>
                    <a:pt x="4963050" y="3116972"/>
                  </a:lnTo>
                  <a:lnTo>
                    <a:pt x="4961339" y="3116972"/>
                  </a:lnTo>
                  <a:lnTo>
                    <a:pt x="4959627" y="3116972"/>
                  </a:lnTo>
                  <a:lnTo>
                    <a:pt x="4957916" y="3116972"/>
                  </a:lnTo>
                  <a:lnTo>
                    <a:pt x="4956204" y="3116972"/>
                  </a:lnTo>
                  <a:lnTo>
                    <a:pt x="4954493" y="3116972"/>
                  </a:lnTo>
                  <a:lnTo>
                    <a:pt x="4952782" y="3116972"/>
                  </a:lnTo>
                  <a:lnTo>
                    <a:pt x="4951070" y="3116972"/>
                  </a:lnTo>
                  <a:lnTo>
                    <a:pt x="4949359" y="3116972"/>
                  </a:lnTo>
                  <a:lnTo>
                    <a:pt x="4947648" y="3116972"/>
                  </a:lnTo>
                  <a:lnTo>
                    <a:pt x="4945936" y="3116972"/>
                  </a:lnTo>
                  <a:lnTo>
                    <a:pt x="4944225" y="3116972"/>
                  </a:lnTo>
                  <a:lnTo>
                    <a:pt x="4942513" y="3116972"/>
                  </a:lnTo>
                  <a:lnTo>
                    <a:pt x="4940802" y="3116972"/>
                  </a:lnTo>
                  <a:lnTo>
                    <a:pt x="4939091" y="3116972"/>
                  </a:lnTo>
                  <a:lnTo>
                    <a:pt x="4937379" y="3116972"/>
                  </a:lnTo>
                  <a:lnTo>
                    <a:pt x="4935668" y="3116972"/>
                  </a:lnTo>
                  <a:lnTo>
                    <a:pt x="4933956" y="3116972"/>
                  </a:lnTo>
                  <a:lnTo>
                    <a:pt x="4932245" y="3116972"/>
                  </a:lnTo>
                  <a:lnTo>
                    <a:pt x="4930534" y="3116972"/>
                  </a:lnTo>
                  <a:lnTo>
                    <a:pt x="4928822" y="3116972"/>
                  </a:lnTo>
                  <a:lnTo>
                    <a:pt x="4927111" y="3116972"/>
                  </a:lnTo>
                  <a:lnTo>
                    <a:pt x="4925399" y="3116972"/>
                  </a:lnTo>
                  <a:lnTo>
                    <a:pt x="4923688" y="3116972"/>
                  </a:lnTo>
                  <a:lnTo>
                    <a:pt x="4921977" y="3116972"/>
                  </a:lnTo>
                  <a:lnTo>
                    <a:pt x="4920265" y="3116972"/>
                  </a:lnTo>
                  <a:lnTo>
                    <a:pt x="4918554" y="3116972"/>
                  </a:lnTo>
                  <a:lnTo>
                    <a:pt x="4916842" y="3116972"/>
                  </a:lnTo>
                  <a:lnTo>
                    <a:pt x="4915131" y="3116972"/>
                  </a:lnTo>
                  <a:lnTo>
                    <a:pt x="4913420" y="3116972"/>
                  </a:lnTo>
                  <a:lnTo>
                    <a:pt x="4911708" y="3116972"/>
                  </a:lnTo>
                  <a:lnTo>
                    <a:pt x="4909997" y="3116972"/>
                  </a:lnTo>
                  <a:lnTo>
                    <a:pt x="4908285" y="3116972"/>
                  </a:lnTo>
                  <a:lnTo>
                    <a:pt x="4906574" y="3116972"/>
                  </a:lnTo>
                  <a:lnTo>
                    <a:pt x="4904863" y="3116972"/>
                  </a:lnTo>
                  <a:lnTo>
                    <a:pt x="4903151" y="3116972"/>
                  </a:lnTo>
                  <a:lnTo>
                    <a:pt x="4901440" y="3116972"/>
                  </a:lnTo>
                  <a:lnTo>
                    <a:pt x="4899728" y="3116972"/>
                  </a:lnTo>
                  <a:lnTo>
                    <a:pt x="4898017" y="3116972"/>
                  </a:lnTo>
                  <a:lnTo>
                    <a:pt x="4896306" y="3116972"/>
                  </a:lnTo>
                  <a:lnTo>
                    <a:pt x="4894594" y="3116972"/>
                  </a:lnTo>
                  <a:lnTo>
                    <a:pt x="4892883" y="3116972"/>
                  </a:lnTo>
                  <a:lnTo>
                    <a:pt x="4891171" y="3116972"/>
                  </a:lnTo>
                  <a:lnTo>
                    <a:pt x="4889460" y="3116972"/>
                  </a:lnTo>
                  <a:lnTo>
                    <a:pt x="4887749" y="3116972"/>
                  </a:lnTo>
                  <a:lnTo>
                    <a:pt x="4886037" y="3116972"/>
                  </a:lnTo>
                  <a:lnTo>
                    <a:pt x="4884326" y="3116972"/>
                  </a:lnTo>
                  <a:lnTo>
                    <a:pt x="4882614" y="3116972"/>
                  </a:lnTo>
                  <a:lnTo>
                    <a:pt x="4880903" y="3116972"/>
                  </a:lnTo>
                  <a:lnTo>
                    <a:pt x="4879192" y="3116972"/>
                  </a:lnTo>
                  <a:lnTo>
                    <a:pt x="4877480" y="3116972"/>
                  </a:lnTo>
                  <a:lnTo>
                    <a:pt x="4875769" y="3116972"/>
                  </a:lnTo>
                  <a:lnTo>
                    <a:pt x="4874057" y="3116972"/>
                  </a:lnTo>
                  <a:lnTo>
                    <a:pt x="4872346" y="3116972"/>
                  </a:lnTo>
                  <a:lnTo>
                    <a:pt x="4870635" y="3116972"/>
                  </a:lnTo>
                  <a:lnTo>
                    <a:pt x="4868923" y="3116972"/>
                  </a:lnTo>
                  <a:lnTo>
                    <a:pt x="4867212" y="3116972"/>
                  </a:lnTo>
                  <a:lnTo>
                    <a:pt x="4865500" y="3116972"/>
                  </a:lnTo>
                  <a:lnTo>
                    <a:pt x="4863789" y="3116972"/>
                  </a:lnTo>
                  <a:lnTo>
                    <a:pt x="4862078" y="3116972"/>
                  </a:lnTo>
                  <a:lnTo>
                    <a:pt x="4860366" y="3116972"/>
                  </a:lnTo>
                  <a:lnTo>
                    <a:pt x="4858655" y="3116972"/>
                  </a:lnTo>
                  <a:lnTo>
                    <a:pt x="4856943" y="3116972"/>
                  </a:lnTo>
                  <a:lnTo>
                    <a:pt x="4855232" y="3116972"/>
                  </a:lnTo>
                  <a:lnTo>
                    <a:pt x="4853521" y="3116972"/>
                  </a:lnTo>
                  <a:lnTo>
                    <a:pt x="4851809" y="3116972"/>
                  </a:lnTo>
                  <a:lnTo>
                    <a:pt x="4850098" y="3116972"/>
                  </a:lnTo>
                  <a:lnTo>
                    <a:pt x="4848387" y="3116972"/>
                  </a:lnTo>
                  <a:lnTo>
                    <a:pt x="4846675" y="3116972"/>
                  </a:lnTo>
                  <a:lnTo>
                    <a:pt x="4844964" y="3116972"/>
                  </a:lnTo>
                  <a:lnTo>
                    <a:pt x="4843252" y="3116972"/>
                  </a:lnTo>
                  <a:lnTo>
                    <a:pt x="4841541" y="3116972"/>
                  </a:lnTo>
                  <a:lnTo>
                    <a:pt x="4839830" y="3116972"/>
                  </a:lnTo>
                  <a:lnTo>
                    <a:pt x="4838118" y="3116972"/>
                  </a:lnTo>
                  <a:lnTo>
                    <a:pt x="4836407" y="3116972"/>
                  </a:lnTo>
                  <a:lnTo>
                    <a:pt x="4834695" y="3116972"/>
                  </a:lnTo>
                  <a:lnTo>
                    <a:pt x="4832984" y="3116972"/>
                  </a:lnTo>
                  <a:lnTo>
                    <a:pt x="4831273" y="3116972"/>
                  </a:lnTo>
                  <a:lnTo>
                    <a:pt x="4829561" y="3116972"/>
                  </a:lnTo>
                  <a:lnTo>
                    <a:pt x="4827850" y="3116972"/>
                  </a:lnTo>
                  <a:lnTo>
                    <a:pt x="4826138" y="3116972"/>
                  </a:lnTo>
                  <a:lnTo>
                    <a:pt x="4824427" y="3116972"/>
                  </a:lnTo>
                  <a:lnTo>
                    <a:pt x="4822716" y="3116972"/>
                  </a:lnTo>
                  <a:lnTo>
                    <a:pt x="4821004" y="3116972"/>
                  </a:lnTo>
                  <a:lnTo>
                    <a:pt x="4819293" y="3116972"/>
                  </a:lnTo>
                  <a:lnTo>
                    <a:pt x="4817581" y="3116972"/>
                  </a:lnTo>
                  <a:lnTo>
                    <a:pt x="4815870" y="3116972"/>
                  </a:lnTo>
                  <a:lnTo>
                    <a:pt x="4814159" y="3116972"/>
                  </a:lnTo>
                  <a:lnTo>
                    <a:pt x="4812447" y="3116972"/>
                  </a:lnTo>
                  <a:lnTo>
                    <a:pt x="4810736" y="3116972"/>
                  </a:lnTo>
                  <a:lnTo>
                    <a:pt x="4809024" y="3116972"/>
                  </a:lnTo>
                  <a:lnTo>
                    <a:pt x="4807313" y="3116972"/>
                  </a:lnTo>
                  <a:lnTo>
                    <a:pt x="4805602" y="3116972"/>
                  </a:lnTo>
                  <a:lnTo>
                    <a:pt x="4803890" y="3116972"/>
                  </a:lnTo>
                  <a:lnTo>
                    <a:pt x="4802179" y="3116972"/>
                  </a:lnTo>
                  <a:lnTo>
                    <a:pt x="4800467" y="3116972"/>
                  </a:lnTo>
                  <a:lnTo>
                    <a:pt x="4798756" y="3116972"/>
                  </a:lnTo>
                  <a:lnTo>
                    <a:pt x="4797045" y="3116972"/>
                  </a:lnTo>
                  <a:lnTo>
                    <a:pt x="4795333" y="3116972"/>
                  </a:lnTo>
                  <a:lnTo>
                    <a:pt x="4793622" y="3116972"/>
                  </a:lnTo>
                  <a:lnTo>
                    <a:pt x="4791910" y="3116972"/>
                  </a:lnTo>
                  <a:lnTo>
                    <a:pt x="4790199" y="3116972"/>
                  </a:lnTo>
                  <a:lnTo>
                    <a:pt x="4788488" y="3116972"/>
                  </a:lnTo>
                  <a:lnTo>
                    <a:pt x="4786776" y="3116972"/>
                  </a:lnTo>
                  <a:lnTo>
                    <a:pt x="4785065" y="3116972"/>
                  </a:lnTo>
                  <a:lnTo>
                    <a:pt x="4783353" y="3116972"/>
                  </a:lnTo>
                  <a:lnTo>
                    <a:pt x="4781642" y="3116972"/>
                  </a:lnTo>
                  <a:lnTo>
                    <a:pt x="4779931" y="3116972"/>
                  </a:lnTo>
                  <a:lnTo>
                    <a:pt x="4778219" y="3116972"/>
                  </a:lnTo>
                  <a:lnTo>
                    <a:pt x="4776508" y="3116972"/>
                  </a:lnTo>
                  <a:lnTo>
                    <a:pt x="4774796" y="3116972"/>
                  </a:lnTo>
                  <a:lnTo>
                    <a:pt x="4773085" y="3116972"/>
                  </a:lnTo>
                  <a:lnTo>
                    <a:pt x="4771374" y="3116972"/>
                  </a:lnTo>
                  <a:lnTo>
                    <a:pt x="4769662" y="3116972"/>
                  </a:lnTo>
                  <a:lnTo>
                    <a:pt x="4767951" y="3116972"/>
                  </a:lnTo>
                  <a:lnTo>
                    <a:pt x="4766239" y="3116972"/>
                  </a:lnTo>
                  <a:lnTo>
                    <a:pt x="4764528" y="3116972"/>
                  </a:lnTo>
                  <a:lnTo>
                    <a:pt x="4762817" y="3116972"/>
                  </a:lnTo>
                  <a:lnTo>
                    <a:pt x="4761105" y="3116972"/>
                  </a:lnTo>
                  <a:lnTo>
                    <a:pt x="4759394" y="3116972"/>
                  </a:lnTo>
                  <a:lnTo>
                    <a:pt x="4757682" y="3116972"/>
                  </a:lnTo>
                  <a:lnTo>
                    <a:pt x="4755971" y="3116972"/>
                  </a:lnTo>
                  <a:lnTo>
                    <a:pt x="4754260" y="3116972"/>
                  </a:lnTo>
                  <a:lnTo>
                    <a:pt x="4752548" y="3116972"/>
                  </a:lnTo>
                  <a:lnTo>
                    <a:pt x="4750837" y="3116972"/>
                  </a:lnTo>
                  <a:lnTo>
                    <a:pt x="4749125" y="3116972"/>
                  </a:lnTo>
                  <a:lnTo>
                    <a:pt x="4747414" y="3116972"/>
                  </a:lnTo>
                  <a:lnTo>
                    <a:pt x="4745703" y="3116972"/>
                  </a:lnTo>
                  <a:lnTo>
                    <a:pt x="4743991" y="3116972"/>
                  </a:lnTo>
                  <a:lnTo>
                    <a:pt x="4742280" y="3116972"/>
                  </a:lnTo>
                  <a:lnTo>
                    <a:pt x="4740569" y="3116972"/>
                  </a:lnTo>
                  <a:lnTo>
                    <a:pt x="4738857" y="3116972"/>
                  </a:lnTo>
                  <a:lnTo>
                    <a:pt x="4737146" y="3116972"/>
                  </a:lnTo>
                  <a:lnTo>
                    <a:pt x="4735434" y="3116972"/>
                  </a:lnTo>
                  <a:lnTo>
                    <a:pt x="4733723" y="3116972"/>
                  </a:lnTo>
                  <a:lnTo>
                    <a:pt x="4732012" y="3116972"/>
                  </a:lnTo>
                  <a:lnTo>
                    <a:pt x="4730300" y="3116972"/>
                  </a:lnTo>
                  <a:lnTo>
                    <a:pt x="4728589" y="3116972"/>
                  </a:lnTo>
                  <a:lnTo>
                    <a:pt x="4726877" y="3116972"/>
                  </a:lnTo>
                  <a:lnTo>
                    <a:pt x="4725166" y="3116972"/>
                  </a:lnTo>
                  <a:lnTo>
                    <a:pt x="4723455" y="3116972"/>
                  </a:lnTo>
                  <a:lnTo>
                    <a:pt x="4721743" y="3116972"/>
                  </a:lnTo>
                  <a:lnTo>
                    <a:pt x="4720032" y="3116972"/>
                  </a:lnTo>
                  <a:lnTo>
                    <a:pt x="4718320" y="3116972"/>
                  </a:lnTo>
                  <a:lnTo>
                    <a:pt x="4716609" y="3116972"/>
                  </a:lnTo>
                  <a:lnTo>
                    <a:pt x="4714898" y="3116972"/>
                  </a:lnTo>
                  <a:lnTo>
                    <a:pt x="4713186" y="3116972"/>
                  </a:lnTo>
                  <a:lnTo>
                    <a:pt x="4711475" y="3116972"/>
                  </a:lnTo>
                  <a:lnTo>
                    <a:pt x="4709763" y="3116972"/>
                  </a:lnTo>
                  <a:lnTo>
                    <a:pt x="4708052" y="3116972"/>
                  </a:lnTo>
                  <a:lnTo>
                    <a:pt x="4706341" y="3116972"/>
                  </a:lnTo>
                  <a:lnTo>
                    <a:pt x="4704629" y="3116972"/>
                  </a:lnTo>
                  <a:lnTo>
                    <a:pt x="4702918" y="3116972"/>
                  </a:lnTo>
                  <a:lnTo>
                    <a:pt x="4701206" y="3116972"/>
                  </a:lnTo>
                  <a:lnTo>
                    <a:pt x="4699495" y="3116972"/>
                  </a:lnTo>
                  <a:lnTo>
                    <a:pt x="4697784" y="3116972"/>
                  </a:lnTo>
                  <a:lnTo>
                    <a:pt x="4696072" y="3116972"/>
                  </a:lnTo>
                  <a:lnTo>
                    <a:pt x="4694361" y="3116972"/>
                  </a:lnTo>
                  <a:lnTo>
                    <a:pt x="4692649" y="3116972"/>
                  </a:lnTo>
                  <a:lnTo>
                    <a:pt x="4690938" y="3116972"/>
                  </a:lnTo>
                  <a:lnTo>
                    <a:pt x="4689227" y="3116972"/>
                  </a:lnTo>
                  <a:lnTo>
                    <a:pt x="4687515" y="3116972"/>
                  </a:lnTo>
                  <a:lnTo>
                    <a:pt x="4685804" y="3116972"/>
                  </a:lnTo>
                  <a:lnTo>
                    <a:pt x="4684092" y="3116972"/>
                  </a:lnTo>
                  <a:lnTo>
                    <a:pt x="4682381" y="3116972"/>
                  </a:lnTo>
                  <a:lnTo>
                    <a:pt x="4680670" y="3116972"/>
                  </a:lnTo>
                  <a:lnTo>
                    <a:pt x="4678958" y="3116972"/>
                  </a:lnTo>
                  <a:lnTo>
                    <a:pt x="4677247" y="3116972"/>
                  </a:lnTo>
                  <a:lnTo>
                    <a:pt x="4675535" y="3116972"/>
                  </a:lnTo>
                  <a:lnTo>
                    <a:pt x="4673824" y="3116972"/>
                  </a:lnTo>
                  <a:lnTo>
                    <a:pt x="4672113" y="3116972"/>
                  </a:lnTo>
                  <a:lnTo>
                    <a:pt x="4670401" y="3116972"/>
                  </a:lnTo>
                  <a:lnTo>
                    <a:pt x="4668690" y="3116972"/>
                  </a:lnTo>
                  <a:lnTo>
                    <a:pt x="4666978" y="3116972"/>
                  </a:lnTo>
                  <a:lnTo>
                    <a:pt x="4665267" y="3116972"/>
                  </a:lnTo>
                  <a:lnTo>
                    <a:pt x="4663556" y="3116972"/>
                  </a:lnTo>
                  <a:lnTo>
                    <a:pt x="4661844" y="3116972"/>
                  </a:lnTo>
                  <a:lnTo>
                    <a:pt x="4660133" y="3116972"/>
                  </a:lnTo>
                  <a:lnTo>
                    <a:pt x="4658421" y="3116972"/>
                  </a:lnTo>
                  <a:lnTo>
                    <a:pt x="4656710" y="3116972"/>
                  </a:lnTo>
                  <a:lnTo>
                    <a:pt x="4654999" y="3116972"/>
                  </a:lnTo>
                  <a:lnTo>
                    <a:pt x="4653287" y="3116972"/>
                  </a:lnTo>
                  <a:lnTo>
                    <a:pt x="4651576" y="3116972"/>
                  </a:lnTo>
                  <a:lnTo>
                    <a:pt x="4649864" y="3116972"/>
                  </a:lnTo>
                  <a:lnTo>
                    <a:pt x="4648153" y="3116972"/>
                  </a:lnTo>
                  <a:lnTo>
                    <a:pt x="4646442" y="3116972"/>
                  </a:lnTo>
                  <a:lnTo>
                    <a:pt x="4644730" y="3116972"/>
                  </a:lnTo>
                  <a:lnTo>
                    <a:pt x="4643019" y="3116972"/>
                  </a:lnTo>
                  <a:lnTo>
                    <a:pt x="4641307" y="3116972"/>
                  </a:lnTo>
                  <a:lnTo>
                    <a:pt x="4639596" y="3116972"/>
                  </a:lnTo>
                  <a:lnTo>
                    <a:pt x="4637885" y="3116972"/>
                  </a:lnTo>
                  <a:lnTo>
                    <a:pt x="4636173" y="3116972"/>
                  </a:lnTo>
                  <a:lnTo>
                    <a:pt x="4634462" y="3116972"/>
                  </a:lnTo>
                  <a:lnTo>
                    <a:pt x="4632751" y="3116972"/>
                  </a:lnTo>
                  <a:lnTo>
                    <a:pt x="4631039" y="3116972"/>
                  </a:lnTo>
                  <a:lnTo>
                    <a:pt x="4629328" y="3116972"/>
                  </a:lnTo>
                  <a:lnTo>
                    <a:pt x="4627616" y="3116972"/>
                  </a:lnTo>
                  <a:lnTo>
                    <a:pt x="4625905" y="3116972"/>
                  </a:lnTo>
                  <a:lnTo>
                    <a:pt x="4624194" y="3116972"/>
                  </a:lnTo>
                  <a:lnTo>
                    <a:pt x="4622482" y="3116972"/>
                  </a:lnTo>
                  <a:lnTo>
                    <a:pt x="4620771" y="3116972"/>
                  </a:lnTo>
                  <a:lnTo>
                    <a:pt x="4619059" y="3116972"/>
                  </a:lnTo>
                  <a:lnTo>
                    <a:pt x="4617348" y="3116972"/>
                  </a:lnTo>
                  <a:lnTo>
                    <a:pt x="4615637" y="3116972"/>
                  </a:lnTo>
                  <a:lnTo>
                    <a:pt x="4613925" y="3116972"/>
                  </a:lnTo>
                  <a:lnTo>
                    <a:pt x="4612214" y="3116972"/>
                  </a:lnTo>
                  <a:lnTo>
                    <a:pt x="4610502" y="3116972"/>
                  </a:lnTo>
                  <a:lnTo>
                    <a:pt x="4608791" y="3116972"/>
                  </a:lnTo>
                  <a:lnTo>
                    <a:pt x="4607080" y="3116972"/>
                  </a:lnTo>
                  <a:lnTo>
                    <a:pt x="4605368" y="3116972"/>
                  </a:lnTo>
                  <a:lnTo>
                    <a:pt x="4603657" y="3116972"/>
                  </a:lnTo>
                  <a:lnTo>
                    <a:pt x="4601945" y="3116972"/>
                  </a:lnTo>
                  <a:lnTo>
                    <a:pt x="4600234" y="3116972"/>
                  </a:lnTo>
                  <a:lnTo>
                    <a:pt x="4598523" y="3116972"/>
                  </a:lnTo>
                  <a:lnTo>
                    <a:pt x="4596811" y="3116972"/>
                  </a:lnTo>
                  <a:lnTo>
                    <a:pt x="4595100" y="3116972"/>
                  </a:lnTo>
                  <a:lnTo>
                    <a:pt x="4593388" y="3116972"/>
                  </a:lnTo>
                  <a:lnTo>
                    <a:pt x="4591677" y="3116972"/>
                  </a:lnTo>
                  <a:lnTo>
                    <a:pt x="4589966" y="3116972"/>
                  </a:lnTo>
                  <a:lnTo>
                    <a:pt x="4588254" y="3116972"/>
                  </a:lnTo>
                  <a:lnTo>
                    <a:pt x="4586543" y="3116972"/>
                  </a:lnTo>
                  <a:lnTo>
                    <a:pt x="4584831" y="3116972"/>
                  </a:lnTo>
                  <a:lnTo>
                    <a:pt x="4583120" y="3116972"/>
                  </a:lnTo>
                  <a:lnTo>
                    <a:pt x="4581409" y="3116972"/>
                  </a:lnTo>
                  <a:lnTo>
                    <a:pt x="4579697" y="3116972"/>
                  </a:lnTo>
                  <a:lnTo>
                    <a:pt x="4577986" y="3116972"/>
                  </a:lnTo>
                  <a:lnTo>
                    <a:pt x="4576274" y="3116972"/>
                  </a:lnTo>
                  <a:lnTo>
                    <a:pt x="4574563" y="3116972"/>
                  </a:lnTo>
                  <a:lnTo>
                    <a:pt x="4572852" y="3116972"/>
                  </a:lnTo>
                  <a:lnTo>
                    <a:pt x="4571140" y="3116972"/>
                  </a:lnTo>
                  <a:lnTo>
                    <a:pt x="4569429" y="3116972"/>
                  </a:lnTo>
                  <a:lnTo>
                    <a:pt x="4567717" y="3116972"/>
                  </a:lnTo>
                  <a:lnTo>
                    <a:pt x="4566006" y="3116972"/>
                  </a:lnTo>
                  <a:lnTo>
                    <a:pt x="4564295" y="3116972"/>
                  </a:lnTo>
                  <a:lnTo>
                    <a:pt x="4562583" y="3116972"/>
                  </a:lnTo>
                  <a:lnTo>
                    <a:pt x="4560872" y="3116972"/>
                  </a:lnTo>
                  <a:lnTo>
                    <a:pt x="4559160" y="3116972"/>
                  </a:lnTo>
                  <a:lnTo>
                    <a:pt x="4557449" y="3116972"/>
                  </a:lnTo>
                  <a:lnTo>
                    <a:pt x="4555738" y="3116972"/>
                  </a:lnTo>
                  <a:lnTo>
                    <a:pt x="4554026" y="3116972"/>
                  </a:lnTo>
                  <a:lnTo>
                    <a:pt x="4552315" y="3116972"/>
                  </a:lnTo>
                  <a:lnTo>
                    <a:pt x="4550603" y="3116972"/>
                  </a:lnTo>
                  <a:lnTo>
                    <a:pt x="4548892" y="3116972"/>
                  </a:lnTo>
                  <a:lnTo>
                    <a:pt x="4547181" y="3116972"/>
                  </a:lnTo>
                  <a:lnTo>
                    <a:pt x="4545469" y="3116972"/>
                  </a:lnTo>
                  <a:lnTo>
                    <a:pt x="4543758" y="3116972"/>
                  </a:lnTo>
                  <a:lnTo>
                    <a:pt x="4542046" y="3116972"/>
                  </a:lnTo>
                  <a:lnTo>
                    <a:pt x="4540335" y="3116972"/>
                  </a:lnTo>
                  <a:lnTo>
                    <a:pt x="4538624" y="3116972"/>
                  </a:lnTo>
                  <a:lnTo>
                    <a:pt x="4536912" y="3116972"/>
                  </a:lnTo>
                  <a:lnTo>
                    <a:pt x="4535201" y="3116972"/>
                  </a:lnTo>
                  <a:lnTo>
                    <a:pt x="4533489" y="3116972"/>
                  </a:lnTo>
                  <a:lnTo>
                    <a:pt x="4531778" y="3116972"/>
                  </a:lnTo>
                  <a:lnTo>
                    <a:pt x="4530067" y="3116972"/>
                  </a:lnTo>
                  <a:lnTo>
                    <a:pt x="4528355" y="3116972"/>
                  </a:lnTo>
                  <a:lnTo>
                    <a:pt x="4526644" y="3116972"/>
                  </a:lnTo>
                  <a:lnTo>
                    <a:pt x="4524933" y="3116972"/>
                  </a:lnTo>
                  <a:lnTo>
                    <a:pt x="4523221" y="3116972"/>
                  </a:lnTo>
                  <a:lnTo>
                    <a:pt x="4521510" y="3116972"/>
                  </a:lnTo>
                  <a:lnTo>
                    <a:pt x="4519798" y="3116972"/>
                  </a:lnTo>
                  <a:lnTo>
                    <a:pt x="4518087" y="3116972"/>
                  </a:lnTo>
                  <a:lnTo>
                    <a:pt x="4516376" y="3116972"/>
                  </a:lnTo>
                  <a:lnTo>
                    <a:pt x="4514664" y="3116972"/>
                  </a:lnTo>
                  <a:lnTo>
                    <a:pt x="4512953" y="3116972"/>
                  </a:lnTo>
                  <a:lnTo>
                    <a:pt x="4511241" y="3116972"/>
                  </a:lnTo>
                  <a:lnTo>
                    <a:pt x="4509530" y="3116972"/>
                  </a:lnTo>
                  <a:lnTo>
                    <a:pt x="4507819" y="3116972"/>
                  </a:lnTo>
                  <a:lnTo>
                    <a:pt x="4506107" y="3116972"/>
                  </a:lnTo>
                  <a:lnTo>
                    <a:pt x="4504396" y="3116972"/>
                  </a:lnTo>
                  <a:lnTo>
                    <a:pt x="4502684" y="3116972"/>
                  </a:lnTo>
                  <a:lnTo>
                    <a:pt x="4500973" y="3116972"/>
                  </a:lnTo>
                  <a:lnTo>
                    <a:pt x="4499262" y="3116972"/>
                  </a:lnTo>
                  <a:lnTo>
                    <a:pt x="4497550" y="3116972"/>
                  </a:lnTo>
                  <a:lnTo>
                    <a:pt x="4495839" y="3116972"/>
                  </a:lnTo>
                  <a:lnTo>
                    <a:pt x="4494127" y="3116972"/>
                  </a:lnTo>
                  <a:lnTo>
                    <a:pt x="4492416" y="3116972"/>
                  </a:lnTo>
                  <a:lnTo>
                    <a:pt x="4490705" y="3116972"/>
                  </a:lnTo>
                  <a:lnTo>
                    <a:pt x="4488993" y="3116972"/>
                  </a:lnTo>
                  <a:lnTo>
                    <a:pt x="4487282" y="3116972"/>
                  </a:lnTo>
                  <a:lnTo>
                    <a:pt x="4485570" y="3116972"/>
                  </a:lnTo>
                  <a:lnTo>
                    <a:pt x="4483859" y="3116972"/>
                  </a:lnTo>
                  <a:lnTo>
                    <a:pt x="4482148" y="3116972"/>
                  </a:lnTo>
                  <a:lnTo>
                    <a:pt x="4480436" y="3116972"/>
                  </a:lnTo>
                  <a:lnTo>
                    <a:pt x="4478725" y="3116972"/>
                  </a:lnTo>
                  <a:lnTo>
                    <a:pt x="4477013" y="3116972"/>
                  </a:lnTo>
                  <a:lnTo>
                    <a:pt x="4475302" y="3116972"/>
                  </a:lnTo>
                  <a:lnTo>
                    <a:pt x="4473591" y="3116972"/>
                  </a:lnTo>
                  <a:lnTo>
                    <a:pt x="4471879" y="3116972"/>
                  </a:lnTo>
                  <a:lnTo>
                    <a:pt x="4470168" y="3116972"/>
                  </a:lnTo>
                  <a:lnTo>
                    <a:pt x="4468456" y="3116972"/>
                  </a:lnTo>
                  <a:lnTo>
                    <a:pt x="4466745" y="3116972"/>
                  </a:lnTo>
                  <a:lnTo>
                    <a:pt x="4465034" y="3116972"/>
                  </a:lnTo>
                  <a:lnTo>
                    <a:pt x="4463322" y="3116972"/>
                  </a:lnTo>
                  <a:lnTo>
                    <a:pt x="4461611" y="3116972"/>
                  </a:lnTo>
                  <a:lnTo>
                    <a:pt x="4459899" y="3116972"/>
                  </a:lnTo>
                  <a:lnTo>
                    <a:pt x="4458188" y="3116972"/>
                  </a:lnTo>
                  <a:lnTo>
                    <a:pt x="4456477" y="3116972"/>
                  </a:lnTo>
                  <a:lnTo>
                    <a:pt x="4454765" y="3116972"/>
                  </a:lnTo>
                  <a:lnTo>
                    <a:pt x="4453054" y="3116972"/>
                  </a:lnTo>
                  <a:lnTo>
                    <a:pt x="4451342" y="3116972"/>
                  </a:lnTo>
                  <a:lnTo>
                    <a:pt x="4449631" y="3116972"/>
                  </a:lnTo>
                  <a:lnTo>
                    <a:pt x="4447920" y="3116972"/>
                  </a:lnTo>
                  <a:lnTo>
                    <a:pt x="4446208" y="3116972"/>
                  </a:lnTo>
                  <a:lnTo>
                    <a:pt x="4444497" y="3116972"/>
                  </a:lnTo>
                  <a:lnTo>
                    <a:pt x="4442785" y="3116972"/>
                  </a:lnTo>
                  <a:lnTo>
                    <a:pt x="4441074" y="3116972"/>
                  </a:lnTo>
                  <a:lnTo>
                    <a:pt x="4439363" y="3116972"/>
                  </a:lnTo>
                  <a:lnTo>
                    <a:pt x="4437651" y="3116972"/>
                  </a:lnTo>
                  <a:lnTo>
                    <a:pt x="4435940" y="3116972"/>
                  </a:lnTo>
                  <a:lnTo>
                    <a:pt x="4434228" y="3116972"/>
                  </a:lnTo>
                  <a:lnTo>
                    <a:pt x="4432517" y="3116972"/>
                  </a:lnTo>
                  <a:lnTo>
                    <a:pt x="4430806" y="3116972"/>
                  </a:lnTo>
                  <a:lnTo>
                    <a:pt x="4429094" y="3116972"/>
                  </a:lnTo>
                  <a:lnTo>
                    <a:pt x="4427383" y="3116972"/>
                  </a:lnTo>
                  <a:lnTo>
                    <a:pt x="4425672" y="3116972"/>
                  </a:lnTo>
                  <a:lnTo>
                    <a:pt x="4423960" y="3116972"/>
                  </a:lnTo>
                  <a:lnTo>
                    <a:pt x="4422249" y="3116972"/>
                  </a:lnTo>
                  <a:lnTo>
                    <a:pt x="4420537" y="3116972"/>
                  </a:lnTo>
                  <a:lnTo>
                    <a:pt x="4418826" y="3116972"/>
                  </a:lnTo>
                  <a:lnTo>
                    <a:pt x="4417115" y="3116972"/>
                  </a:lnTo>
                  <a:lnTo>
                    <a:pt x="4415403" y="3116972"/>
                  </a:lnTo>
                  <a:lnTo>
                    <a:pt x="4413692" y="3116972"/>
                  </a:lnTo>
                  <a:lnTo>
                    <a:pt x="4411980" y="3116972"/>
                  </a:lnTo>
                  <a:lnTo>
                    <a:pt x="4410269" y="3116972"/>
                  </a:lnTo>
                  <a:lnTo>
                    <a:pt x="4408558" y="3116972"/>
                  </a:lnTo>
                  <a:lnTo>
                    <a:pt x="4406846" y="3116972"/>
                  </a:lnTo>
                  <a:lnTo>
                    <a:pt x="4405135" y="3116972"/>
                  </a:lnTo>
                  <a:lnTo>
                    <a:pt x="4403423" y="3116972"/>
                  </a:lnTo>
                  <a:lnTo>
                    <a:pt x="4401712" y="3116972"/>
                  </a:lnTo>
                  <a:lnTo>
                    <a:pt x="4400001" y="3116972"/>
                  </a:lnTo>
                  <a:lnTo>
                    <a:pt x="4398289" y="3116972"/>
                  </a:lnTo>
                  <a:lnTo>
                    <a:pt x="4396578" y="3116972"/>
                  </a:lnTo>
                  <a:lnTo>
                    <a:pt x="4394866" y="3116972"/>
                  </a:lnTo>
                  <a:lnTo>
                    <a:pt x="4393155" y="3116972"/>
                  </a:lnTo>
                  <a:lnTo>
                    <a:pt x="4391444" y="3116972"/>
                  </a:lnTo>
                  <a:lnTo>
                    <a:pt x="4389732" y="3116972"/>
                  </a:lnTo>
                  <a:lnTo>
                    <a:pt x="4388021" y="3116972"/>
                  </a:lnTo>
                  <a:lnTo>
                    <a:pt x="4386309" y="3116972"/>
                  </a:lnTo>
                  <a:lnTo>
                    <a:pt x="4384598" y="3116972"/>
                  </a:lnTo>
                  <a:lnTo>
                    <a:pt x="4382887" y="3116972"/>
                  </a:lnTo>
                  <a:lnTo>
                    <a:pt x="4381175" y="3116972"/>
                  </a:lnTo>
                  <a:lnTo>
                    <a:pt x="4379464" y="3116972"/>
                  </a:lnTo>
                  <a:lnTo>
                    <a:pt x="4377752" y="3116972"/>
                  </a:lnTo>
                  <a:lnTo>
                    <a:pt x="4376041" y="3116972"/>
                  </a:lnTo>
                  <a:lnTo>
                    <a:pt x="4374330" y="3116972"/>
                  </a:lnTo>
                  <a:lnTo>
                    <a:pt x="4372618" y="3116972"/>
                  </a:lnTo>
                  <a:lnTo>
                    <a:pt x="4370907" y="3116972"/>
                  </a:lnTo>
                  <a:lnTo>
                    <a:pt x="4369195" y="3116972"/>
                  </a:lnTo>
                  <a:lnTo>
                    <a:pt x="4367484" y="3116972"/>
                  </a:lnTo>
                  <a:lnTo>
                    <a:pt x="4365773" y="3116972"/>
                  </a:lnTo>
                  <a:lnTo>
                    <a:pt x="4364061" y="3116972"/>
                  </a:lnTo>
                  <a:lnTo>
                    <a:pt x="4362350" y="3116972"/>
                  </a:lnTo>
                  <a:lnTo>
                    <a:pt x="4360638" y="3116972"/>
                  </a:lnTo>
                  <a:lnTo>
                    <a:pt x="4358927" y="3116972"/>
                  </a:lnTo>
                  <a:lnTo>
                    <a:pt x="4357216" y="3116972"/>
                  </a:lnTo>
                  <a:lnTo>
                    <a:pt x="4355504" y="3116972"/>
                  </a:lnTo>
                  <a:lnTo>
                    <a:pt x="4353793" y="3116972"/>
                  </a:lnTo>
                  <a:lnTo>
                    <a:pt x="4352081" y="3116972"/>
                  </a:lnTo>
                  <a:lnTo>
                    <a:pt x="4350370" y="3116972"/>
                  </a:lnTo>
                  <a:lnTo>
                    <a:pt x="4348659" y="3116972"/>
                  </a:lnTo>
                  <a:lnTo>
                    <a:pt x="4346947" y="3116972"/>
                  </a:lnTo>
                  <a:lnTo>
                    <a:pt x="4345236" y="3116972"/>
                  </a:lnTo>
                  <a:lnTo>
                    <a:pt x="4343524" y="3116972"/>
                  </a:lnTo>
                  <a:lnTo>
                    <a:pt x="4341813" y="3116972"/>
                  </a:lnTo>
                  <a:lnTo>
                    <a:pt x="4340102" y="3116972"/>
                  </a:lnTo>
                  <a:lnTo>
                    <a:pt x="4338390" y="3116972"/>
                  </a:lnTo>
                  <a:lnTo>
                    <a:pt x="4336679" y="3116972"/>
                  </a:lnTo>
                  <a:lnTo>
                    <a:pt x="4334967" y="3116972"/>
                  </a:lnTo>
                  <a:lnTo>
                    <a:pt x="4333256" y="3116972"/>
                  </a:lnTo>
                  <a:lnTo>
                    <a:pt x="4331545" y="3116972"/>
                  </a:lnTo>
                  <a:lnTo>
                    <a:pt x="4329833" y="3116972"/>
                  </a:lnTo>
                  <a:lnTo>
                    <a:pt x="4328122" y="3116972"/>
                  </a:lnTo>
                  <a:lnTo>
                    <a:pt x="4326410" y="3116972"/>
                  </a:lnTo>
                  <a:lnTo>
                    <a:pt x="4324699" y="3116972"/>
                  </a:lnTo>
                  <a:lnTo>
                    <a:pt x="4322988" y="3116972"/>
                  </a:lnTo>
                  <a:lnTo>
                    <a:pt x="4321276" y="3116972"/>
                  </a:lnTo>
                  <a:lnTo>
                    <a:pt x="4319565" y="3116972"/>
                  </a:lnTo>
                  <a:lnTo>
                    <a:pt x="4317854" y="3116972"/>
                  </a:lnTo>
                  <a:lnTo>
                    <a:pt x="4316142" y="3116972"/>
                  </a:lnTo>
                  <a:lnTo>
                    <a:pt x="4314431" y="3116972"/>
                  </a:lnTo>
                  <a:lnTo>
                    <a:pt x="4312719" y="3116972"/>
                  </a:lnTo>
                  <a:lnTo>
                    <a:pt x="4311008" y="3116972"/>
                  </a:lnTo>
                  <a:lnTo>
                    <a:pt x="4309297" y="3116972"/>
                  </a:lnTo>
                  <a:lnTo>
                    <a:pt x="4307585" y="3116972"/>
                  </a:lnTo>
                  <a:lnTo>
                    <a:pt x="4305874" y="3116972"/>
                  </a:lnTo>
                  <a:lnTo>
                    <a:pt x="4304162" y="3116972"/>
                  </a:lnTo>
                  <a:lnTo>
                    <a:pt x="4302451" y="3116972"/>
                  </a:lnTo>
                  <a:lnTo>
                    <a:pt x="4300740" y="3116972"/>
                  </a:lnTo>
                  <a:lnTo>
                    <a:pt x="4299028" y="3116972"/>
                  </a:lnTo>
                  <a:lnTo>
                    <a:pt x="4297317" y="3116972"/>
                  </a:lnTo>
                  <a:lnTo>
                    <a:pt x="4295605" y="3116972"/>
                  </a:lnTo>
                  <a:lnTo>
                    <a:pt x="4293894" y="3116972"/>
                  </a:lnTo>
                  <a:lnTo>
                    <a:pt x="4292183" y="3116972"/>
                  </a:lnTo>
                  <a:lnTo>
                    <a:pt x="4290471" y="3116972"/>
                  </a:lnTo>
                  <a:lnTo>
                    <a:pt x="4288760" y="3116972"/>
                  </a:lnTo>
                  <a:lnTo>
                    <a:pt x="4287048" y="3116972"/>
                  </a:lnTo>
                  <a:lnTo>
                    <a:pt x="4285337" y="3116972"/>
                  </a:lnTo>
                  <a:lnTo>
                    <a:pt x="4283626" y="3116972"/>
                  </a:lnTo>
                  <a:lnTo>
                    <a:pt x="4281914" y="3116972"/>
                  </a:lnTo>
                  <a:lnTo>
                    <a:pt x="4280203" y="3116972"/>
                  </a:lnTo>
                  <a:lnTo>
                    <a:pt x="4278491" y="3116972"/>
                  </a:lnTo>
                  <a:lnTo>
                    <a:pt x="4276780" y="3116972"/>
                  </a:lnTo>
                  <a:lnTo>
                    <a:pt x="4275069" y="3116972"/>
                  </a:lnTo>
                  <a:lnTo>
                    <a:pt x="4273357" y="3116972"/>
                  </a:lnTo>
                  <a:lnTo>
                    <a:pt x="4271646" y="3116972"/>
                  </a:lnTo>
                  <a:lnTo>
                    <a:pt x="4269934" y="3116972"/>
                  </a:lnTo>
                  <a:lnTo>
                    <a:pt x="4268223" y="3116972"/>
                  </a:lnTo>
                  <a:lnTo>
                    <a:pt x="4266512" y="3116972"/>
                  </a:lnTo>
                  <a:lnTo>
                    <a:pt x="4264800" y="3116972"/>
                  </a:lnTo>
                  <a:lnTo>
                    <a:pt x="4263089" y="3116972"/>
                  </a:lnTo>
                  <a:lnTo>
                    <a:pt x="4261377" y="3116972"/>
                  </a:lnTo>
                  <a:lnTo>
                    <a:pt x="4259666" y="3116972"/>
                  </a:lnTo>
                  <a:lnTo>
                    <a:pt x="4257955" y="3116972"/>
                  </a:lnTo>
                  <a:lnTo>
                    <a:pt x="4256243" y="3116972"/>
                  </a:lnTo>
                  <a:lnTo>
                    <a:pt x="4254532" y="3116972"/>
                  </a:lnTo>
                  <a:lnTo>
                    <a:pt x="4252820" y="3116972"/>
                  </a:lnTo>
                  <a:lnTo>
                    <a:pt x="4251109" y="3116972"/>
                  </a:lnTo>
                  <a:lnTo>
                    <a:pt x="4249398" y="3116972"/>
                  </a:lnTo>
                  <a:lnTo>
                    <a:pt x="4247686" y="3116972"/>
                  </a:lnTo>
                  <a:lnTo>
                    <a:pt x="4245975" y="3116972"/>
                  </a:lnTo>
                  <a:lnTo>
                    <a:pt x="4244263" y="3116972"/>
                  </a:lnTo>
                  <a:lnTo>
                    <a:pt x="4242552" y="3116972"/>
                  </a:lnTo>
                  <a:lnTo>
                    <a:pt x="4240841" y="3116972"/>
                  </a:lnTo>
                  <a:lnTo>
                    <a:pt x="4239129" y="3116972"/>
                  </a:lnTo>
                  <a:lnTo>
                    <a:pt x="4237418" y="3116972"/>
                  </a:lnTo>
                  <a:lnTo>
                    <a:pt x="4235706" y="3116972"/>
                  </a:lnTo>
                  <a:lnTo>
                    <a:pt x="4233995" y="3116972"/>
                  </a:lnTo>
                  <a:lnTo>
                    <a:pt x="4232284" y="3116972"/>
                  </a:lnTo>
                  <a:lnTo>
                    <a:pt x="4230572" y="3116972"/>
                  </a:lnTo>
                  <a:lnTo>
                    <a:pt x="4228861" y="3116972"/>
                  </a:lnTo>
                  <a:lnTo>
                    <a:pt x="4227149" y="3116972"/>
                  </a:lnTo>
                  <a:lnTo>
                    <a:pt x="4225438" y="3116972"/>
                  </a:lnTo>
                  <a:lnTo>
                    <a:pt x="4223727" y="3116972"/>
                  </a:lnTo>
                  <a:lnTo>
                    <a:pt x="4222015" y="3116972"/>
                  </a:lnTo>
                  <a:lnTo>
                    <a:pt x="4220304" y="3116972"/>
                  </a:lnTo>
                  <a:lnTo>
                    <a:pt x="4218592" y="3116972"/>
                  </a:lnTo>
                  <a:lnTo>
                    <a:pt x="4216881" y="3116972"/>
                  </a:lnTo>
                  <a:lnTo>
                    <a:pt x="4215170" y="3116972"/>
                  </a:lnTo>
                  <a:lnTo>
                    <a:pt x="4213458" y="3116972"/>
                  </a:lnTo>
                  <a:lnTo>
                    <a:pt x="4211747" y="3116972"/>
                  </a:lnTo>
                  <a:lnTo>
                    <a:pt x="4210036" y="3116972"/>
                  </a:lnTo>
                  <a:lnTo>
                    <a:pt x="4208324" y="3116972"/>
                  </a:lnTo>
                  <a:lnTo>
                    <a:pt x="4206613" y="3116972"/>
                  </a:lnTo>
                  <a:lnTo>
                    <a:pt x="4204901" y="3116972"/>
                  </a:lnTo>
                  <a:lnTo>
                    <a:pt x="4203190" y="3116972"/>
                  </a:lnTo>
                  <a:lnTo>
                    <a:pt x="4201479" y="3116972"/>
                  </a:lnTo>
                  <a:lnTo>
                    <a:pt x="4199767" y="3116972"/>
                  </a:lnTo>
                  <a:lnTo>
                    <a:pt x="4198056" y="3116972"/>
                  </a:lnTo>
                  <a:lnTo>
                    <a:pt x="4196344" y="3116972"/>
                  </a:lnTo>
                  <a:lnTo>
                    <a:pt x="4194633" y="3116972"/>
                  </a:lnTo>
                  <a:lnTo>
                    <a:pt x="4192922" y="3116972"/>
                  </a:lnTo>
                  <a:lnTo>
                    <a:pt x="4191210" y="3116972"/>
                  </a:lnTo>
                  <a:lnTo>
                    <a:pt x="4189499" y="3116972"/>
                  </a:lnTo>
                  <a:lnTo>
                    <a:pt x="4187787" y="3116972"/>
                  </a:lnTo>
                  <a:lnTo>
                    <a:pt x="4186076" y="3116972"/>
                  </a:lnTo>
                  <a:lnTo>
                    <a:pt x="4184365" y="3116972"/>
                  </a:lnTo>
                  <a:lnTo>
                    <a:pt x="4182653" y="3116972"/>
                  </a:lnTo>
                  <a:lnTo>
                    <a:pt x="4180942" y="3116972"/>
                  </a:lnTo>
                  <a:lnTo>
                    <a:pt x="4179230" y="3116972"/>
                  </a:lnTo>
                  <a:lnTo>
                    <a:pt x="4177519" y="3116972"/>
                  </a:lnTo>
                  <a:lnTo>
                    <a:pt x="4175808" y="3116972"/>
                  </a:lnTo>
                  <a:lnTo>
                    <a:pt x="4174096" y="3116972"/>
                  </a:lnTo>
                  <a:lnTo>
                    <a:pt x="4172385" y="3116972"/>
                  </a:lnTo>
                  <a:lnTo>
                    <a:pt x="4170673" y="3116972"/>
                  </a:lnTo>
                  <a:lnTo>
                    <a:pt x="4168962" y="3116972"/>
                  </a:lnTo>
                  <a:lnTo>
                    <a:pt x="4167251" y="3116972"/>
                  </a:lnTo>
                  <a:lnTo>
                    <a:pt x="4165539" y="3116972"/>
                  </a:lnTo>
                  <a:lnTo>
                    <a:pt x="4163828" y="3116972"/>
                  </a:lnTo>
                  <a:lnTo>
                    <a:pt x="4162116" y="3116972"/>
                  </a:lnTo>
                  <a:lnTo>
                    <a:pt x="4160405" y="3116972"/>
                  </a:lnTo>
                  <a:lnTo>
                    <a:pt x="4158694" y="3116972"/>
                  </a:lnTo>
                  <a:lnTo>
                    <a:pt x="4156982" y="3116972"/>
                  </a:lnTo>
                  <a:lnTo>
                    <a:pt x="4155271" y="3116972"/>
                  </a:lnTo>
                  <a:lnTo>
                    <a:pt x="4153559" y="3116972"/>
                  </a:lnTo>
                  <a:lnTo>
                    <a:pt x="4151848" y="3116972"/>
                  </a:lnTo>
                  <a:lnTo>
                    <a:pt x="4150137" y="3116972"/>
                  </a:lnTo>
                  <a:lnTo>
                    <a:pt x="4148425" y="3116972"/>
                  </a:lnTo>
                  <a:lnTo>
                    <a:pt x="4146714" y="3116972"/>
                  </a:lnTo>
                  <a:lnTo>
                    <a:pt x="4145002" y="3116972"/>
                  </a:lnTo>
                  <a:lnTo>
                    <a:pt x="4143291" y="3116972"/>
                  </a:lnTo>
                  <a:lnTo>
                    <a:pt x="4141580" y="3116972"/>
                  </a:lnTo>
                  <a:lnTo>
                    <a:pt x="4139868" y="3116972"/>
                  </a:lnTo>
                  <a:lnTo>
                    <a:pt x="4138157" y="3116972"/>
                  </a:lnTo>
                  <a:lnTo>
                    <a:pt x="4136445" y="3116972"/>
                  </a:lnTo>
                  <a:lnTo>
                    <a:pt x="4134734" y="3116972"/>
                  </a:lnTo>
                  <a:lnTo>
                    <a:pt x="4133023" y="3116972"/>
                  </a:lnTo>
                  <a:lnTo>
                    <a:pt x="4131311" y="3116972"/>
                  </a:lnTo>
                  <a:lnTo>
                    <a:pt x="4129600" y="3116972"/>
                  </a:lnTo>
                  <a:lnTo>
                    <a:pt x="4127888" y="3116972"/>
                  </a:lnTo>
                  <a:lnTo>
                    <a:pt x="4126177" y="3116972"/>
                  </a:lnTo>
                  <a:lnTo>
                    <a:pt x="4124466" y="3116972"/>
                  </a:lnTo>
                  <a:lnTo>
                    <a:pt x="4122754" y="3116972"/>
                  </a:lnTo>
                  <a:lnTo>
                    <a:pt x="4121043" y="3116972"/>
                  </a:lnTo>
                  <a:lnTo>
                    <a:pt x="4119331" y="3116972"/>
                  </a:lnTo>
                  <a:lnTo>
                    <a:pt x="4117620" y="3116972"/>
                  </a:lnTo>
                  <a:lnTo>
                    <a:pt x="4115909" y="3116972"/>
                  </a:lnTo>
                  <a:lnTo>
                    <a:pt x="4114197" y="3116972"/>
                  </a:lnTo>
                  <a:lnTo>
                    <a:pt x="4112486" y="3116972"/>
                  </a:lnTo>
                  <a:lnTo>
                    <a:pt x="4110775" y="3116972"/>
                  </a:lnTo>
                  <a:lnTo>
                    <a:pt x="4109063" y="3116972"/>
                  </a:lnTo>
                  <a:lnTo>
                    <a:pt x="4107352" y="3116972"/>
                  </a:lnTo>
                  <a:lnTo>
                    <a:pt x="4105640" y="3116972"/>
                  </a:lnTo>
                  <a:lnTo>
                    <a:pt x="4103929" y="3116972"/>
                  </a:lnTo>
                  <a:lnTo>
                    <a:pt x="4102218" y="3116972"/>
                  </a:lnTo>
                  <a:lnTo>
                    <a:pt x="4100506" y="3116972"/>
                  </a:lnTo>
                  <a:lnTo>
                    <a:pt x="4098795" y="3116972"/>
                  </a:lnTo>
                  <a:lnTo>
                    <a:pt x="4097083" y="3116972"/>
                  </a:lnTo>
                  <a:lnTo>
                    <a:pt x="4095372" y="3116972"/>
                  </a:lnTo>
                  <a:lnTo>
                    <a:pt x="4093661" y="3116972"/>
                  </a:lnTo>
                  <a:lnTo>
                    <a:pt x="4091949" y="3116972"/>
                  </a:lnTo>
                  <a:lnTo>
                    <a:pt x="4090238" y="3116972"/>
                  </a:lnTo>
                  <a:lnTo>
                    <a:pt x="4088526" y="3116972"/>
                  </a:lnTo>
                  <a:lnTo>
                    <a:pt x="4086815" y="3116972"/>
                  </a:lnTo>
                  <a:lnTo>
                    <a:pt x="4085104" y="3116972"/>
                  </a:lnTo>
                  <a:lnTo>
                    <a:pt x="4083392" y="3116972"/>
                  </a:lnTo>
                  <a:lnTo>
                    <a:pt x="4081681" y="3116972"/>
                  </a:lnTo>
                  <a:lnTo>
                    <a:pt x="4079969" y="3116972"/>
                  </a:lnTo>
                  <a:lnTo>
                    <a:pt x="4078258" y="3116972"/>
                  </a:lnTo>
                  <a:lnTo>
                    <a:pt x="4076547" y="3116972"/>
                  </a:lnTo>
                  <a:lnTo>
                    <a:pt x="4074835" y="3116972"/>
                  </a:lnTo>
                  <a:lnTo>
                    <a:pt x="4073124" y="3116972"/>
                  </a:lnTo>
                  <a:lnTo>
                    <a:pt x="4071412" y="3116972"/>
                  </a:lnTo>
                  <a:lnTo>
                    <a:pt x="4069701" y="3116972"/>
                  </a:lnTo>
                  <a:lnTo>
                    <a:pt x="4067990" y="3116972"/>
                  </a:lnTo>
                  <a:lnTo>
                    <a:pt x="4066278" y="3116972"/>
                  </a:lnTo>
                  <a:lnTo>
                    <a:pt x="4064567" y="3116972"/>
                  </a:lnTo>
                  <a:lnTo>
                    <a:pt x="4062855" y="3116972"/>
                  </a:lnTo>
                  <a:lnTo>
                    <a:pt x="4061144" y="3116972"/>
                  </a:lnTo>
                  <a:lnTo>
                    <a:pt x="4059433" y="3116972"/>
                  </a:lnTo>
                  <a:lnTo>
                    <a:pt x="4057721" y="3116972"/>
                  </a:lnTo>
                  <a:lnTo>
                    <a:pt x="4056010" y="3116972"/>
                  </a:lnTo>
                  <a:lnTo>
                    <a:pt x="4054298" y="3116972"/>
                  </a:lnTo>
                  <a:lnTo>
                    <a:pt x="4052587" y="3116972"/>
                  </a:lnTo>
                  <a:lnTo>
                    <a:pt x="4050876" y="3116972"/>
                  </a:lnTo>
                  <a:lnTo>
                    <a:pt x="4049164" y="3116972"/>
                  </a:lnTo>
                  <a:lnTo>
                    <a:pt x="4047453" y="3116972"/>
                  </a:lnTo>
                  <a:lnTo>
                    <a:pt x="4045741" y="3116972"/>
                  </a:lnTo>
                  <a:lnTo>
                    <a:pt x="4044030" y="3116972"/>
                  </a:lnTo>
                  <a:lnTo>
                    <a:pt x="4042319" y="3116972"/>
                  </a:lnTo>
                  <a:lnTo>
                    <a:pt x="4040607" y="3116972"/>
                  </a:lnTo>
                  <a:lnTo>
                    <a:pt x="4038896" y="3116972"/>
                  </a:lnTo>
                  <a:lnTo>
                    <a:pt x="4037184" y="3116972"/>
                  </a:lnTo>
                  <a:lnTo>
                    <a:pt x="4035473" y="3116972"/>
                  </a:lnTo>
                  <a:lnTo>
                    <a:pt x="4033762" y="3116972"/>
                  </a:lnTo>
                  <a:lnTo>
                    <a:pt x="4032050" y="3116972"/>
                  </a:lnTo>
                  <a:lnTo>
                    <a:pt x="4030339" y="3116972"/>
                  </a:lnTo>
                  <a:lnTo>
                    <a:pt x="4028627" y="3116972"/>
                  </a:lnTo>
                  <a:lnTo>
                    <a:pt x="4026916" y="3116972"/>
                  </a:lnTo>
                  <a:lnTo>
                    <a:pt x="4025205" y="3116972"/>
                  </a:lnTo>
                  <a:lnTo>
                    <a:pt x="4023493" y="3116972"/>
                  </a:lnTo>
                  <a:lnTo>
                    <a:pt x="4021782" y="3116972"/>
                  </a:lnTo>
                  <a:lnTo>
                    <a:pt x="4020070" y="3116972"/>
                  </a:lnTo>
                  <a:lnTo>
                    <a:pt x="4018359" y="3116972"/>
                  </a:lnTo>
                  <a:lnTo>
                    <a:pt x="4016648" y="3116972"/>
                  </a:lnTo>
                  <a:lnTo>
                    <a:pt x="4014936" y="3116972"/>
                  </a:lnTo>
                  <a:lnTo>
                    <a:pt x="4013225" y="3116972"/>
                  </a:lnTo>
                  <a:lnTo>
                    <a:pt x="4011513" y="3116972"/>
                  </a:lnTo>
                  <a:lnTo>
                    <a:pt x="4009802" y="3116972"/>
                  </a:lnTo>
                  <a:lnTo>
                    <a:pt x="4008091" y="3116972"/>
                  </a:lnTo>
                  <a:lnTo>
                    <a:pt x="4006379" y="3116972"/>
                  </a:lnTo>
                  <a:lnTo>
                    <a:pt x="4004668" y="3116972"/>
                  </a:lnTo>
                  <a:lnTo>
                    <a:pt x="4002957" y="3116972"/>
                  </a:lnTo>
                  <a:lnTo>
                    <a:pt x="4001245" y="3116972"/>
                  </a:lnTo>
                  <a:lnTo>
                    <a:pt x="3999534" y="3116972"/>
                  </a:lnTo>
                  <a:lnTo>
                    <a:pt x="3997822" y="3116972"/>
                  </a:lnTo>
                  <a:lnTo>
                    <a:pt x="3996111" y="3116972"/>
                  </a:lnTo>
                  <a:lnTo>
                    <a:pt x="3994400" y="3116972"/>
                  </a:lnTo>
                  <a:lnTo>
                    <a:pt x="3992688" y="3116972"/>
                  </a:lnTo>
                  <a:lnTo>
                    <a:pt x="3990977" y="3116972"/>
                  </a:lnTo>
                  <a:lnTo>
                    <a:pt x="3989265" y="3116972"/>
                  </a:lnTo>
                  <a:lnTo>
                    <a:pt x="3987554" y="3116972"/>
                  </a:lnTo>
                  <a:lnTo>
                    <a:pt x="3985843" y="3116972"/>
                  </a:lnTo>
                  <a:lnTo>
                    <a:pt x="3984131" y="3116972"/>
                  </a:lnTo>
                  <a:lnTo>
                    <a:pt x="3982420" y="3116972"/>
                  </a:lnTo>
                  <a:lnTo>
                    <a:pt x="3980708" y="3116972"/>
                  </a:lnTo>
                  <a:lnTo>
                    <a:pt x="3978997" y="3116972"/>
                  </a:lnTo>
                  <a:lnTo>
                    <a:pt x="3977286" y="3116972"/>
                  </a:lnTo>
                  <a:lnTo>
                    <a:pt x="3975574" y="3116972"/>
                  </a:lnTo>
                  <a:lnTo>
                    <a:pt x="3973863" y="3116972"/>
                  </a:lnTo>
                  <a:lnTo>
                    <a:pt x="3972151" y="3116972"/>
                  </a:lnTo>
                  <a:lnTo>
                    <a:pt x="3970440" y="3116972"/>
                  </a:lnTo>
                  <a:lnTo>
                    <a:pt x="3968729" y="3116972"/>
                  </a:lnTo>
                  <a:lnTo>
                    <a:pt x="3967017" y="3116972"/>
                  </a:lnTo>
                  <a:lnTo>
                    <a:pt x="3965306" y="3116972"/>
                  </a:lnTo>
                  <a:lnTo>
                    <a:pt x="3963594" y="3116972"/>
                  </a:lnTo>
                  <a:lnTo>
                    <a:pt x="3961883" y="3116972"/>
                  </a:lnTo>
                  <a:lnTo>
                    <a:pt x="3960172" y="3116972"/>
                  </a:lnTo>
                  <a:lnTo>
                    <a:pt x="3958460" y="3116972"/>
                  </a:lnTo>
                  <a:lnTo>
                    <a:pt x="3956749" y="3116972"/>
                  </a:lnTo>
                  <a:lnTo>
                    <a:pt x="3955037" y="3116972"/>
                  </a:lnTo>
                  <a:lnTo>
                    <a:pt x="3953326" y="3116972"/>
                  </a:lnTo>
                  <a:lnTo>
                    <a:pt x="3951615" y="3116972"/>
                  </a:lnTo>
                  <a:lnTo>
                    <a:pt x="3949903" y="3116972"/>
                  </a:lnTo>
                  <a:lnTo>
                    <a:pt x="3948192" y="3116972"/>
                  </a:lnTo>
                  <a:lnTo>
                    <a:pt x="3946480" y="3116972"/>
                  </a:lnTo>
                  <a:lnTo>
                    <a:pt x="3944769" y="3116972"/>
                  </a:lnTo>
                  <a:lnTo>
                    <a:pt x="3943058" y="3116972"/>
                  </a:lnTo>
                  <a:lnTo>
                    <a:pt x="3941346" y="3116972"/>
                  </a:lnTo>
                  <a:lnTo>
                    <a:pt x="3939635" y="3116972"/>
                  </a:lnTo>
                  <a:lnTo>
                    <a:pt x="3937923" y="3116972"/>
                  </a:lnTo>
                  <a:lnTo>
                    <a:pt x="3936212" y="3116972"/>
                  </a:lnTo>
                  <a:lnTo>
                    <a:pt x="3934501" y="3116972"/>
                  </a:lnTo>
                  <a:lnTo>
                    <a:pt x="3932789" y="3116972"/>
                  </a:lnTo>
                  <a:lnTo>
                    <a:pt x="3931078" y="3116972"/>
                  </a:lnTo>
                  <a:lnTo>
                    <a:pt x="3929366" y="3116972"/>
                  </a:lnTo>
                  <a:lnTo>
                    <a:pt x="3927655" y="3116972"/>
                  </a:lnTo>
                  <a:lnTo>
                    <a:pt x="3925944" y="3116972"/>
                  </a:lnTo>
                  <a:lnTo>
                    <a:pt x="3924232" y="3116972"/>
                  </a:lnTo>
                  <a:lnTo>
                    <a:pt x="3922521" y="3116972"/>
                  </a:lnTo>
                  <a:lnTo>
                    <a:pt x="3920809" y="3116972"/>
                  </a:lnTo>
                  <a:lnTo>
                    <a:pt x="3919098" y="3116972"/>
                  </a:lnTo>
                  <a:lnTo>
                    <a:pt x="3917387" y="3116972"/>
                  </a:lnTo>
                  <a:lnTo>
                    <a:pt x="3915675" y="3116972"/>
                  </a:lnTo>
                  <a:lnTo>
                    <a:pt x="3913964" y="3116972"/>
                  </a:lnTo>
                  <a:lnTo>
                    <a:pt x="3912252" y="3116972"/>
                  </a:lnTo>
                  <a:lnTo>
                    <a:pt x="3910541" y="3116972"/>
                  </a:lnTo>
                  <a:lnTo>
                    <a:pt x="3908830" y="3116972"/>
                  </a:lnTo>
                  <a:lnTo>
                    <a:pt x="3907118" y="3116972"/>
                  </a:lnTo>
                  <a:lnTo>
                    <a:pt x="3905407" y="3116972"/>
                  </a:lnTo>
                  <a:lnTo>
                    <a:pt x="3903695" y="3116972"/>
                  </a:lnTo>
                  <a:lnTo>
                    <a:pt x="3901984" y="3116972"/>
                  </a:lnTo>
                  <a:lnTo>
                    <a:pt x="3900273" y="3116972"/>
                  </a:lnTo>
                  <a:lnTo>
                    <a:pt x="3898561" y="3116972"/>
                  </a:lnTo>
                  <a:lnTo>
                    <a:pt x="3896850" y="3116972"/>
                  </a:lnTo>
                  <a:lnTo>
                    <a:pt x="3895139" y="3116972"/>
                  </a:lnTo>
                  <a:lnTo>
                    <a:pt x="3893427" y="3116972"/>
                  </a:lnTo>
                  <a:lnTo>
                    <a:pt x="3891716" y="3116972"/>
                  </a:lnTo>
                  <a:lnTo>
                    <a:pt x="3890004" y="3116972"/>
                  </a:lnTo>
                  <a:lnTo>
                    <a:pt x="3888293" y="3116972"/>
                  </a:lnTo>
                  <a:lnTo>
                    <a:pt x="3886582" y="3116972"/>
                  </a:lnTo>
                  <a:lnTo>
                    <a:pt x="3884870" y="3116972"/>
                  </a:lnTo>
                  <a:lnTo>
                    <a:pt x="3883159" y="3116972"/>
                  </a:lnTo>
                  <a:lnTo>
                    <a:pt x="3881447" y="3116972"/>
                  </a:lnTo>
                  <a:lnTo>
                    <a:pt x="3879736" y="3116972"/>
                  </a:lnTo>
                  <a:lnTo>
                    <a:pt x="3878025" y="3116972"/>
                  </a:lnTo>
                  <a:lnTo>
                    <a:pt x="3876313" y="3116972"/>
                  </a:lnTo>
                  <a:lnTo>
                    <a:pt x="3874602" y="3116972"/>
                  </a:lnTo>
                  <a:lnTo>
                    <a:pt x="3872890" y="3116972"/>
                  </a:lnTo>
                  <a:lnTo>
                    <a:pt x="3871179" y="3116972"/>
                  </a:lnTo>
                  <a:lnTo>
                    <a:pt x="3869468" y="3116972"/>
                  </a:lnTo>
                  <a:lnTo>
                    <a:pt x="3867756" y="3116972"/>
                  </a:lnTo>
                  <a:lnTo>
                    <a:pt x="3866045" y="3116972"/>
                  </a:lnTo>
                  <a:lnTo>
                    <a:pt x="3864333" y="3116972"/>
                  </a:lnTo>
                  <a:lnTo>
                    <a:pt x="3862622" y="3116972"/>
                  </a:lnTo>
                  <a:lnTo>
                    <a:pt x="3860911" y="3116972"/>
                  </a:lnTo>
                  <a:lnTo>
                    <a:pt x="3859199" y="3116972"/>
                  </a:lnTo>
                  <a:lnTo>
                    <a:pt x="3857488" y="3116972"/>
                  </a:lnTo>
                  <a:lnTo>
                    <a:pt x="3855776" y="3116972"/>
                  </a:lnTo>
                  <a:lnTo>
                    <a:pt x="3854065" y="3116972"/>
                  </a:lnTo>
                  <a:lnTo>
                    <a:pt x="3852354" y="3116972"/>
                  </a:lnTo>
                  <a:lnTo>
                    <a:pt x="3850642" y="3116972"/>
                  </a:lnTo>
                  <a:lnTo>
                    <a:pt x="3848931" y="3116972"/>
                  </a:lnTo>
                  <a:lnTo>
                    <a:pt x="3847219" y="3116972"/>
                  </a:lnTo>
                  <a:lnTo>
                    <a:pt x="3845508" y="3116972"/>
                  </a:lnTo>
                  <a:lnTo>
                    <a:pt x="3843797" y="3116972"/>
                  </a:lnTo>
                  <a:lnTo>
                    <a:pt x="3842085" y="3116972"/>
                  </a:lnTo>
                  <a:lnTo>
                    <a:pt x="3840374" y="3116972"/>
                  </a:lnTo>
                  <a:lnTo>
                    <a:pt x="3838662" y="3116972"/>
                  </a:lnTo>
                  <a:lnTo>
                    <a:pt x="3836951" y="3116972"/>
                  </a:lnTo>
                  <a:lnTo>
                    <a:pt x="3835240" y="3116972"/>
                  </a:lnTo>
                  <a:lnTo>
                    <a:pt x="3833528" y="3116972"/>
                  </a:lnTo>
                  <a:lnTo>
                    <a:pt x="3831817" y="3116972"/>
                  </a:lnTo>
                  <a:lnTo>
                    <a:pt x="3830105" y="3116972"/>
                  </a:lnTo>
                  <a:lnTo>
                    <a:pt x="3828394" y="3116972"/>
                  </a:lnTo>
                  <a:lnTo>
                    <a:pt x="3826683" y="3116972"/>
                  </a:lnTo>
                  <a:lnTo>
                    <a:pt x="3824971" y="3116972"/>
                  </a:lnTo>
                  <a:lnTo>
                    <a:pt x="3823260" y="3116972"/>
                  </a:lnTo>
                  <a:lnTo>
                    <a:pt x="3821548" y="3116972"/>
                  </a:lnTo>
                  <a:lnTo>
                    <a:pt x="3819837" y="3116972"/>
                  </a:lnTo>
                  <a:lnTo>
                    <a:pt x="3818126" y="3116972"/>
                  </a:lnTo>
                  <a:lnTo>
                    <a:pt x="3816414" y="3116972"/>
                  </a:lnTo>
                  <a:lnTo>
                    <a:pt x="3814703" y="3116972"/>
                  </a:lnTo>
                  <a:lnTo>
                    <a:pt x="3812991" y="3116972"/>
                  </a:lnTo>
                  <a:lnTo>
                    <a:pt x="3811280" y="3116972"/>
                  </a:lnTo>
                  <a:lnTo>
                    <a:pt x="3809569" y="3116972"/>
                  </a:lnTo>
                  <a:lnTo>
                    <a:pt x="3807857" y="3116972"/>
                  </a:lnTo>
                  <a:lnTo>
                    <a:pt x="3806146" y="3116972"/>
                  </a:lnTo>
                  <a:lnTo>
                    <a:pt x="3804434" y="3116972"/>
                  </a:lnTo>
                  <a:lnTo>
                    <a:pt x="3802723" y="3116972"/>
                  </a:lnTo>
                  <a:lnTo>
                    <a:pt x="3801012" y="3116972"/>
                  </a:lnTo>
                  <a:lnTo>
                    <a:pt x="3799300" y="3116972"/>
                  </a:lnTo>
                  <a:lnTo>
                    <a:pt x="3797589" y="3116972"/>
                  </a:lnTo>
                  <a:lnTo>
                    <a:pt x="3795877" y="3116972"/>
                  </a:lnTo>
                  <a:lnTo>
                    <a:pt x="3794166" y="3116972"/>
                  </a:lnTo>
                  <a:lnTo>
                    <a:pt x="3792455" y="3116972"/>
                  </a:lnTo>
                  <a:lnTo>
                    <a:pt x="3790743" y="3116972"/>
                  </a:lnTo>
                  <a:lnTo>
                    <a:pt x="3789032" y="3116972"/>
                  </a:lnTo>
                  <a:lnTo>
                    <a:pt x="3787321" y="3116972"/>
                  </a:lnTo>
                  <a:lnTo>
                    <a:pt x="3785609" y="3116972"/>
                  </a:lnTo>
                  <a:lnTo>
                    <a:pt x="3783898" y="3116972"/>
                  </a:lnTo>
                  <a:lnTo>
                    <a:pt x="3782186" y="3116972"/>
                  </a:lnTo>
                  <a:lnTo>
                    <a:pt x="3780475" y="3116972"/>
                  </a:lnTo>
                  <a:lnTo>
                    <a:pt x="3778764" y="3116972"/>
                  </a:lnTo>
                  <a:lnTo>
                    <a:pt x="3777052" y="3116972"/>
                  </a:lnTo>
                  <a:lnTo>
                    <a:pt x="3775341" y="3116972"/>
                  </a:lnTo>
                  <a:lnTo>
                    <a:pt x="3773629" y="3116972"/>
                  </a:lnTo>
                  <a:lnTo>
                    <a:pt x="3771918" y="3116972"/>
                  </a:lnTo>
                  <a:lnTo>
                    <a:pt x="3770207" y="3116972"/>
                  </a:lnTo>
                  <a:lnTo>
                    <a:pt x="3768495" y="3116972"/>
                  </a:lnTo>
                  <a:lnTo>
                    <a:pt x="3766784" y="3116972"/>
                  </a:lnTo>
                  <a:lnTo>
                    <a:pt x="3765072" y="3116972"/>
                  </a:lnTo>
                  <a:lnTo>
                    <a:pt x="3763361" y="3116972"/>
                  </a:lnTo>
                  <a:lnTo>
                    <a:pt x="3761650" y="3116972"/>
                  </a:lnTo>
                  <a:lnTo>
                    <a:pt x="3759938" y="3116972"/>
                  </a:lnTo>
                  <a:lnTo>
                    <a:pt x="3758227" y="3116972"/>
                  </a:lnTo>
                  <a:lnTo>
                    <a:pt x="3756515" y="3116972"/>
                  </a:lnTo>
                  <a:lnTo>
                    <a:pt x="3754804" y="3116972"/>
                  </a:lnTo>
                  <a:lnTo>
                    <a:pt x="3753093" y="3116972"/>
                  </a:lnTo>
                  <a:lnTo>
                    <a:pt x="3751381" y="3116972"/>
                  </a:lnTo>
                  <a:lnTo>
                    <a:pt x="3749670" y="3116972"/>
                  </a:lnTo>
                  <a:lnTo>
                    <a:pt x="3747958" y="3116972"/>
                  </a:lnTo>
                  <a:lnTo>
                    <a:pt x="3746247" y="3116972"/>
                  </a:lnTo>
                  <a:lnTo>
                    <a:pt x="3744536" y="3116972"/>
                  </a:lnTo>
                  <a:lnTo>
                    <a:pt x="3742824" y="3116972"/>
                  </a:lnTo>
                  <a:lnTo>
                    <a:pt x="3741113" y="3116972"/>
                  </a:lnTo>
                  <a:lnTo>
                    <a:pt x="3739401" y="3116972"/>
                  </a:lnTo>
                  <a:lnTo>
                    <a:pt x="3737690" y="3116972"/>
                  </a:lnTo>
                  <a:lnTo>
                    <a:pt x="3735979" y="3116972"/>
                  </a:lnTo>
                  <a:lnTo>
                    <a:pt x="3734267" y="3116972"/>
                  </a:lnTo>
                  <a:lnTo>
                    <a:pt x="3732556" y="3116972"/>
                  </a:lnTo>
                  <a:lnTo>
                    <a:pt x="3730844" y="3116972"/>
                  </a:lnTo>
                  <a:lnTo>
                    <a:pt x="3729133" y="3116972"/>
                  </a:lnTo>
                  <a:lnTo>
                    <a:pt x="3727422" y="3116972"/>
                  </a:lnTo>
                  <a:lnTo>
                    <a:pt x="3725710" y="3116972"/>
                  </a:lnTo>
                  <a:lnTo>
                    <a:pt x="3723999" y="3116972"/>
                  </a:lnTo>
                  <a:lnTo>
                    <a:pt x="3722287" y="3116972"/>
                  </a:lnTo>
                  <a:lnTo>
                    <a:pt x="3720576" y="3116972"/>
                  </a:lnTo>
                  <a:lnTo>
                    <a:pt x="3718865" y="3116972"/>
                  </a:lnTo>
                  <a:lnTo>
                    <a:pt x="3717153" y="3116972"/>
                  </a:lnTo>
                  <a:lnTo>
                    <a:pt x="3715442" y="3116972"/>
                  </a:lnTo>
                  <a:lnTo>
                    <a:pt x="3713730" y="3116972"/>
                  </a:lnTo>
                  <a:lnTo>
                    <a:pt x="3712019" y="3116972"/>
                  </a:lnTo>
                  <a:lnTo>
                    <a:pt x="3710308" y="3116972"/>
                  </a:lnTo>
                  <a:lnTo>
                    <a:pt x="3708596" y="3116972"/>
                  </a:lnTo>
                  <a:lnTo>
                    <a:pt x="3706885" y="3116972"/>
                  </a:lnTo>
                  <a:lnTo>
                    <a:pt x="3705173" y="3116972"/>
                  </a:lnTo>
                  <a:lnTo>
                    <a:pt x="3703462" y="3116972"/>
                  </a:lnTo>
                  <a:lnTo>
                    <a:pt x="3701751" y="3116972"/>
                  </a:lnTo>
                  <a:lnTo>
                    <a:pt x="3700039" y="3116972"/>
                  </a:lnTo>
                  <a:lnTo>
                    <a:pt x="3698328" y="3116972"/>
                  </a:lnTo>
                  <a:lnTo>
                    <a:pt x="3696616" y="3116972"/>
                  </a:lnTo>
                  <a:lnTo>
                    <a:pt x="3694905" y="3116972"/>
                  </a:lnTo>
                  <a:lnTo>
                    <a:pt x="3693194" y="3116972"/>
                  </a:lnTo>
                  <a:lnTo>
                    <a:pt x="3691482" y="3116972"/>
                  </a:lnTo>
                  <a:lnTo>
                    <a:pt x="3689771" y="3116972"/>
                  </a:lnTo>
                  <a:lnTo>
                    <a:pt x="3688060" y="3116972"/>
                  </a:lnTo>
                  <a:lnTo>
                    <a:pt x="3686348" y="3116972"/>
                  </a:lnTo>
                  <a:lnTo>
                    <a:pt x="3684637" y="3116972"/>
                  </a:lnTo>
                  <a:lnTo>
                    <a:pt x="3682925" y="3116972"/>
                  </a:lnTo>
                  <a:lnTo>
                    <a:pt x="3681214" y="3116972"/>
                  </a:lnTo>
                  <a:lnTo>
                    <a:pt x="3679503" y="3116972"/>
                  </a:lnTo>
                  <a:lnTo>
                    <a:pt x="3677791" y="3116972"/>
                  </a:lnTo>
                  <a:lnTo>
                    <a:pt x="3676080" y="3116972"/>
                  </a:lnTo>
                  <a:lnTo>
                    <a:pt x="3674368" y="3116972"/>
                  </a:lnTo>
                  <a:lnTo>
                    <a:pt x="3672657" y="3116972"/>
                  </a:lnTo>
                  <a:lnTo>
                    <a:pt x="3670946" y="3116972"/>
                  </a:lnTo>
                  <a:lnTo>
                    <a:pt x="3669234" y="3116972"/>
                  </a:lnTo>
                  <a:lnTo>
                    <a:pt x="3667523" y="3116972"/>
                  </a:lnTo>
                  <a:lnTo>
                    <a:pt x="3665811" y="3116972"/>
                  </a:lnTo>
                  <a:lnTo>
                    <a:pt x="3664100" y="3116972"/>
                  </a:lnTo>
                  <a:lnTo>
                    <a:pt x="3662389" y="3116972"/>
                  </a:lnTo>
                  <a:lnTo>
                    <a:pt x="3660677" y="3116972"/>
                  </a:lnTo>
                  <a:lnTo>
                    <a:pt x="3658966" y="3116972"/>
                  </a:lnTo>
                  <a:lnTo>
                    <a:pt x="3657254" y="3116972"/>
                  </a:lnTo>
                  <a:lnTo>
                    <a:pt x="3655543" y="3116972"/>
                  </a:lnTo>
                  <a:lnTo>
                    <a:pt x="3653832" y="3116972"/>
                  </a:lnTo>
                  <a:lnTo>
                    <a:pt x="3652120" y="3116972"/>
                  </a:lnTo>
                  <a:lnTo>
                    <a:pt x="3650409" y="3116972"/>
                  </a:lnTo>
                  <a:lnTo>
                    <a:pt x="3648697" y="3116972"/>
                  </a:lnTo>
                  <a:lnTo>
                    <a:pt x="3646986" y="3116972"/>
                  </a:lnTo>
                  <a:lnTo>
                    <a:pt x="3645275" y="3116972"/>
                  </a:lnTo>
                  <a:lnTo>
                    <a:pt x="3643563" y="3116972"/>
                  </a:lnTo>
                  <a:lnTo>
                    <a:pt x="3641852" y="3116972"/>
                  </a:lnTo>
                  <a:lnTo>
                    <a:pt x="3640140" y="3116972"/>
                  </a:lnTo>
                  <a:lnTo>
                    <a:pt x="3638429" y="3116972"/>
                  </a:lnTo>
                  <a:lnTo>
                    <a:pt x="3636718" y="3116972"/>
                  </a:lnTo>
                  <a:lnTo>
                    <a:pt x="3635006" y="3116972"/>
                  </a:lnTo>
                  <a:lnTo>
                    <a:pt x="3633295" y="3116972"/>
                  </a:lnTo>
                  <a:lnTo>
                    <a:pt x="3631583" y="3116972"/>
                  </a:lnTo>
                  <a:lnTo>
                    <a:pt x="3629872" y="3116972"/>
                  </a:lnTo>
                  <a:lnTo>
                    <a:pt x="3628161" y="3116972"/>
                  </a:lnTo>
                  <a:lnTo>
                    <a:pt x="3626449" y="3116972"/>
                  </a:lnTo>
                  <a:lnTo>
                    <a:pt x="3624738" y="3116972"/>
                  </a:lnTo>
                  <a:lnTo>
                    <a:pt x="3623026" y="3116972"/>
                  </a:lnTo>
                  <a:lnTo>
                    <a:pt x="3621315" y="3116972"/>
                  </a:lnTo>
                  <a:lnTo>
                    <a:pt x="3619604" y="3116972"/>
                  </a:lnTo>
                  <a:lnTo>
                    <a:pt x="3617892" y="3116972"/>
                  </a:lnTo>
                  <a:lnTo>
                    <a:pt x="3616181" y="3116972"/>
                  </a:lnTo>
                  <a:lnTo>
                    <a:pt x="3614469" y="3116972"/>
                  </a:lnTo>
                  <a:lnTo>
                    <a:pt x="3612758" y="3116972"/>
                  </a:lnTo>
                  <a:lnTo>
                    <a:pt x="3611047" y="3116972"/>
                  </a:lnTo>
                  <a:lnTo>
                    <a:pt x="3609335" y="3116972"/>
                  </a:lnTo>
                  <a:lnTo>
                    <a:pt x="3607624" y="3116972"/>
                  </a:lnTo>
                  <a:lnTo>
                    <a:pt x="3605912" y="3116972"/>
                  </a:lnTo>
                  <a:lnTo>
                    <a:pt x="3604201" y="3116972"/>
                  </a:lnTo>
                  <a:lnTo>
                    <a:pt x="3602490" y="3116972"/>
                  </a:lnTo>
                  <a:lnTo>
                    <a:pt x="3600778" y="3116972"/>
                  </a:lnTo>
                  <a:lnTo>
                    <a:pt x="3599067" y="3116972"/>
                  </a:lnTo>
                  <a:lnTo>
                    <a:pt x="3597355" y="3116972"/>
                  </a:lnTo>
                  <a:lnTo>
                    <a:pt x="3595644" y="3116972"/>
                  </a:lnTo>
                  <a:lnTo>
                    <a:pt x="3593933" y="3116972"/>
                  </a:lnTo>
                  <a:lnTo>
                    <a:pt x="3592221" y="3116972"/>
                  </a:lnTo>
                  <a:lnTo>
                    <a:pt x="3590510" y="3116972"/>
                  </a:lnTo>
                  <a:lnTo>
                    <a:pt x="3588798" y="3116972"/>
                  </a:lnTo>
                  <a:lnTo>
                    <a:pt x="3587087" y="3116972"/>
                  </a:lnTo>
                  <a:lnTo>
                    <a:pt x="3585376" y="3116972"/>
                  </a:lnTo>
                  <a:lnTo>
                    <a:pt x="3583664" y="3116972"/>
                  </a:lnTo>
                  <a:lnTo>
                    <a:pt x="3581953" y="3116972"/>
                  </a:lnTo>
                  <a:lnTo>
                    <a:pt x="3580242" y="3116972"/>
                  </a:lnTo>
                  <a:lnTo>
                    <a:pt x="3578530" y="3116972"/>
                  </a:lnTo>
                  <a:lnTo>
                    <a:pt x="3576819" y="3116972"/>
                  </a:lnTo>
                  <a:lnTo>
                    <a:pt x="3575107" y="3116972"/>
                  </a:lnTo>
                  <a:lnTo>
                    <a:pt x="3573396" y="3116972"/>
                  </a:lnTo>
                  <a:lnTo>
                    <a:pt x="3571685" y="3116972"/>
                  </a:lnTo>
                  <a:lnTo>
                    <a:pt x="3569973" y="3116972"/>
                  </a:lnTo>
                  <a:lnTo>
                    <a:pt x="3568262" y="3116972"/>
                  </a:lnTo>
                  <a:lnTo>
                    <a:pt x="3566550" y="3116972"/>
                  </a:lnTo>
                  <a:lnTo>
                    <a:pt x="3564839" y="3116972"/>
                  </a:lnTo>
                  <a:lnTo>
                    <a:pt x="3563128" y="3116972"/>
                  </a:lnTo>
                  <a:lnTo>
                    <a:pt x="3561416" y="3116972"/>
                  </a:lnTo>
                  <a:lnTo>
                    <a:pt x="3559705" y="3116972"/>
                  </a:lnTo>
                  <a:lnTo>
                    <a:pt x="3557993" y="3116972"/>
                  </a:lnTo>
                  <a:lnTo>
                    <a:pt x="3556282" y="3116972"/>
                  </a:lnTo>
                  <a:lnTo>
                    <a:pt x="3554571" y="3116972"/>
                  </a:lnTo>
                  <a:lnTo>
                    <a:pt x="3552859" y="3116972"/>
                  </a:lnTo>
                  <a:lnTo>
                    <a:pt x="3551148" y="3116972"/>
                  </a:lnTo>
                  <a:lnTo>
                    <a:pt x="3549436" y="3116972"/>
                  </a:lnTo>
                  <a:lnTo>
                    <a:pt x="3547725" y="3116972"/>
                  </a:lnTo>
                  <a:lnTo>
                    <a:pt x="3546014" y="3116972"/>
                  </a:lnTo>
                  <a:lnTo>
                    <a:pt x="3544302" y="3116972"/>
                  </a:lnTo>
                  <a:lnTo>
                    <a:pt x="3542591" y="3116972"/>
                  </a:lnTo>
                  <a:lnTo>
                    <a:pt x="3540879" y="3116972"/>
                  </a:lnTo>
                  <a:lnTo>
                    <a:pt x="3539168" y="3116972"/>
                  </a:lnTo>
                  <a:lnTo>
                    <a:pt x="3537457" y="3116972"/>
                  </a:lnTo>
                  <a:lnTo>
                    <a:pt x="3535745" y="3116972"/>
                  </a:lnTo>
                  <a:lnTo>
                    <a:pt x="3534034" y="3116972"/>
                  </a:lnTo>
                  <a:lnTo>
                    <a:pt x="3532322" y="3116972"/>
                  </a:lnTo>
                  <a:lnTo>
                    <a:pt x="3530611" y="3116972"/>
                  </a:lnTo>
                  <a:lnTo>
                    <a:pt x="3528900" y="3116972"/>
                  </a:lnTo>
                  <a:lnTo>
                    <a:pt x="3527188" y="3116972"/>
                  </a:lnTo>
                  <a:lnTo>
                    <a:pt x="3525477" y="3116972"/>
                  </a:lnTo>
                  <a:lnTo>
                    <a:pt x="3523765" y="3116972"/>
                  </a:lnTo>
                  <a:lnTo>
                    <a:pt x="3522054" y="3116972"/>
                  </a:lnTo>
                  <a:lnTo>
                    <a:pt x="3520343" y="3116972"/>
                  </a:lnTo>
                  <a:lnTo>
                    <a:pt x="3518631" y="3116972"/>
                  </a:lnTo>
                  <a:lnTo>
                    <a:pt x="3516920" y="3116972"/>
                  </a:lnTo>
                  <a:lnTo>
                    <a:pt x="3515208" y="3116972"/>
                  </a:lnTo>
                  <a:lnTo>
                    <a:pt x="3513497" y="3116972"/>
                  </a:lnTo>
                  <a:lnTo>
                    <a:pt x="3511786" y="3116972"/>
                  </a:lnTo>
                  <a:lnTo>
                    <a:pt x="3510074" y="3116972"/>
                  </a:lnTo>
                  <a:lnTo>
                    <a:pt x="3508363" y="3116972"/>
                  </a:lnTo>
                  <a:lnTo>
                    <a:pt x="3506651" y="3116972"/>
                  </a:lnTo>
                  <a:lnTo>
                    <a:pt x="3504940" y="3116972"/>
                  </a:lnTo>
                  <a:lnTo>
                    <a:pt x="3503229" y="3116972"/>
                  </a:lnTo>
                  <a:lnTo>
                    <a:pt x="3501517" y="3116972"/>
                  </a:lnTo>
                  <a:lnTo>
                    <a:pt x="3499806" y="3116972"/>
                  </a:lnTo>
                  <a:lnTo>
                    <a:pt x="3498094" y="3116972"/>
                  </a:lnTo>
                  <a:lnTo>
                    <a:pt x="3496383" y="3116972"/>
                  </a:lnTo>
                  <a:lnTo>
                    <a:pt x="3494672" y="3116972"/>
                  </a:lnTo>
                  <a:lnTo>
                    <a:pt x="3492960" y="3116972"/>
                  </a:lnTo>
                  <a:lnTo>
                    <a:pt x="3491249" y="3116972"/>
                  </a:lnTo>
                  <a:lnTo>
                    <a:pt x="3489537" y="3116972"/>
                  </a:lnTo>
                  <a:lnTo>
                    <a:pt x="3487826" y="3116972"/>
                  </a:lnTo>
                  <a:lnTo>
                    <a:pt x="3486115" y="3116972"/>
                  </a:lnTo>
                  <a:lnTo>
                    <a:pt x="3484403" y="3116972"/>
                  </a:lnTo>
                  <a:lnTo>
                    <a:pt x="3482692" y="3116972"/>
                  </a:lnTo>
                  <a:lnTo>
                    <a:pt x="3480980" y="3116972"/>
                  </a:lnTo>
                  <a:lnTo>
                    <a:pt x="3479269" y="3116972"/>
                  </a:lnTo>
                  <a:lnTo>
                    <a:pt x="3477558" y="3116972"/>
                  </a:lnTo>
                  <a:lnTo>
                    <a:pt x="3475846" y="3116972"/>
                  </a:lnTo>
                  <a:lnTo>
                    <a:pt x="3474135" y="3116972"/>
                  </a:lnTo>
                  <a:lnTo>
                    <a:pt x="3472424" y="3116972"/>
                  </a:lnTo>
                  <a:lnTo>
                    <a:pt x="3470712" y="3116972"/>
                  </a:lnTo>
                  <a:lnTo>
                    <a:pt x="3469001" y="3116972"/>
                  </a:lnTo>
                  <a:lnTo>
                    <a:pt x="3467289" y="3116972"/>
                  </a:lnTo>
                  <a:lnTo>
                    <a:pt x="3465578" y="3116972"/>
                  </a:lnTo>
                  <a:lnTo>
                    <a:pt x="3463867" y="3116972"/>
                  </a:lnTo>
                  <a:lnTo>
                    <a:pt x="3462155" y="3116972"/>
                  </a:lnTo>
                  <a:lnTo>
                    <a:pt x="3460444" y="3116972"/>
                  </a:lnTo>
                  <a:lnTo>
                    <a:pt x="3458732" y="3116972"/>
                  </a:lnTo>
                  <a:lnTo>
                    <a:pt x="3457021" y="3116972"/>
                  </a:lnTo>
                  <a:lnTo>
                    <a:pt x="3455310" y="3116972"/>
                  </a:lnTo>
                  <a:lnTo>
                    <a:pt x="3453598" y="3116972"/>
                  </a:lnTo>
                  <a:lnTo>
                    <a:pt x="3451887" y="3116972"/>
                  </a:lnTo>
                  <a:lnTo>
                    <a:pt x="3450175" y="3116972"/>
                  </a:lnTo>
                  <a:lnTo>
                    <a:pt x="3448464" y="3116972"/>
                  </a:lnTo>
                  <a:lnTo>
                    <a:pt x="3446753" y="3116972"/>
                  </a:lnTo>
                  <a:lnTo>
                    <a:pt x="3445041" y="3116972"/>
                  </a:lnTo>
                  <a:lnTo>
                    <a:pt x="3443330" y="3116972"/>
                  </a:lnTo>
                  <a:lnTo>
                    <a:pt x="3441618" y="3116972"/>
                  </a:lnTo>
                  <a:lnTo>
                    <a:pt x="3439907" y="3116972"/>
                  </a:lnTo>
                  <a:lnTo>
                    <a:pt x="3438196" y="3116972"/>
                  </a:lnTo>
                  <a:lnTo>
                    <a:pt x="3436484" y="3116972"/>
                  </a:lnTo>
                  <a:lnTo>
                    <a:pt x="3434773" y="3116972"/>
                  </a:lnTo>
                  <a:lnTo>
                    <a:pt x="3433061" y="3116972"/>
                  </a:lnTo>
                  <a:lnTo>
                    <a:pt x="3431350" y="3116972"/>
                  </a:lnTo>
                  <a:lnTo>
                    <a:pt x="3429639" y="3116972"/>
                  </a:lnTo>
                  <a:lnTo>
                    <a:pt x="3427927" y="3116972"/>
                  </a:lnTo>
                  <a:lnTo>
                    <a:pt x="3426216" y="3116972"/>
                  </a:lnTo>
                  <a:lnTo>
                    <a:pt x="3424504" y="3116972"/>
                  </a:lnTo>
                  <a:lnTo>
                    <a:pt x="3422793" y="3116972"/>
                  </a:lnTo>
                  <a:lnTo>
                    <a:pt x="3421082" y="3116972"/>
                  </a:lnTo>
                  <a:lnTo>
                    <a:pt x="3419370" y="3116972"/>
                  </a:lnTo>
                  <a:lnTo>
                    <a:pt x="3417659" y="3116972"/>
                  </a:lnTo>
                  <a:lnTo>
                    <a:pt x="3415947" y="3116972"/>
                  </a:lnTo>
                  <a:lnTo>
                    <a:pt x="3414236" y="3116972"/>
                  </a:lnTo>
                  <a:lnTo>
                    <a:pt x="3412525" y="3116972"/>
                  </a:lnTo>
                  <a:lnTo>
                    <a:pt x="3410813" y="3116972"/>
                  </a:lnTo>
                  <a:lnTo>
                    <a:pt x="3409102" y="3116972"/>
                  </a:lnTo>
                  <a:lnTo>
                    <a:pt x="3407390" y="3116972"/>
                  </a:lnTo>
                  <a:lnTo>
                    <a:pt x="3405679" y="3116972"/>
                  </a:lnTo>
                  <a:lnTo>
                    <a:pt x="3403968" y="3116972"/>
                  </a:lnTo>
                  <a:lnTo>
                    <a:pt x="3402256" y="3116972"/>
                  </a:lnTo>
                  <a:lnTo>
                    <a:pt x="3400545" y="3116972"/>
                  </a:lnTo>
                  <a:lnTo>
                    <a:pt x="3398833" y="3116972"/>
                  </a:lnTo>
                  <a:lnTo>
                    <a:pt x="3397122" y="3116972"/>
                  </a:lnTo>
                  <a:lnTo>
                    <a:pt x="3395411" y="3116972"/>
                  </a:lnTo>
                  <a:lnTo>
                    <a:pt x="3393699" y="3116972"/>
                  </a:lnTo>
                  <a:lnTo>
                    <a:pt x="3391988" y="3116972"/>
                  </a:lnTo>
                  <a:lnTo>
                    <a:pt x="3390276" y="3116972"/>
                  </a:lnTo>
                  <a:lnTo>
                    <a:pt x="3388565" y="3116972"/>
                  </a:lnTo>
                  <a:lnTo>
                    <a:pt x="3386854" y="3116972"/>
                  </a:lnTo>
                  <a:lnTo>
                    <a:pt x="3385142" y="3116972"/>
                  </a:lnTo>
                  <a:lnTo>
                    <a:pt x="3383431" y="3116972"/>
                  </a:lnTo>
                  <a:lnTo>
                    <a:pt x="3381719" y="3116972"/>
                  </a:lnTo>
                  <a:lnTo>
                    <a:pt x="3380008" y="3116972"/>
                  </a:lnTo>
                  <a:lnTo>
                    <a:pt x="3378297" y="3116972"/>
                  </a:lnTo>
                  <a:lnTo>
                    <a:pt x="3376585" y="3116972"/>
                  </a:lnTo>
                  <a:lnTo>
                    <a:pt x="3374874" y="3116972"/>
                  </a:lnTo>
                  <a:lnTo>
                    <a:pt x="3373162" y="3116972"/>
                  </a:lnTo>
                  <a:lnTo>
                    <a:pt x="3371451" y="3116972"/>
                  </a:lnTo>
                  <a:lnTo>
                    <a:pt x="3369740" y="3116972"/>
                  </a:lnTo>
                  <a:lnTo>
                    <a:pt x="3368028" y="3116972"/>
                  </a:lnTo>
                  <a:lnTo>
                    <a:pt x="3366317" y="3116972"/>
                  </a:lnTo>
                  <a:lnTo>
                    <a:pt x="3364606" y="3116972"/>
                  </a:lnTo>
                  <a:lnTo>
                    <a:pt x="3362894" y="3116972"/>
                  </a:lnTo>
                  <a:lnTo>
                    <a:pt x="3361183" y="3116972"/>
                  </a:lnTo>
                  <a:lnTo>
                    <a:pt x="3359471" y="3116972"/>
                  </a:lnTo>
                  <a:lnTo>
                    <a:pt x="3357760" y="3116972"/>
                  </a:lnTo>
                  <a:lnTo>
                    <a:pt x="3356049" y="3116972"/>
                  </a:lnTo>
                  <a:lnTo>
                    <a:pt x="3354337" y="3116972"/>
                  </a:lnTo>
                  <a:lnTo>
                    <a:pt x="3352626" y="3116972"/>
                  </a:lnTo>
                  <a:lnTo>
                    <a:pt x="3350914" y="3116972"/>
                  </a:lnTo>
                  <a:lnTo>
                    <a:pt x="3349203" y="3116972"/>
                  </a:lnTo>
                  <a:lnTo>
                    <a:pt x="3347492" y="3116972"/>
                  </a:lnTo>
                  <a:lnTo>
                    <a:pt x="3345780" y="3116972"/>
                  </a:lnTo>
                  <a:lnTo>
                    <a:pt x="3344069" y="3116972"/>
                  </a:lnTo>
                  <a:lnTo>
                    <a:pt x="3342357" y="3116972"/>
                  </a:lnTo>
                  <a:lnTo>
                    <a:pt x="3340646" y="3116972"/>
                  </a:lnTo>
                  <a:lnTo>
                    <a:pt x="3338935" y="3116972"/>
                  </a:lnTo>
                  <a:lnTo>
                    <a:pt x="3337223" y="3116972"/>
                  </a:lnTo>
                  <a:lnTo>
                    <a:pt x="3335512" y="3116972"/>
                  </a:lnTo>
                  <a:lnTo>
                    <a:pt x="3333800" y="3116972"/>
                  </a:lnTo>
                  <a:lnTo>
                    <a:pt x="3332089" y="3116972"/>
                  </a:lnTo>
                  <a:lnTo>
                    <a:pt x="3330378" y="3116972"/>
                  </a:lnTo>
                  <a:lnTo>
                    <a:pt x="3328666" y="3116972"/>
                  </a:lnTo>
                  <a:lnTo>
                    <a:pt x="3326955" y="3116972"/>
                  </a:lnTo>
                  <a:lnTo>
                    <a:pt x="3325243" y="3116972"/>
                  </a:lnTo>
                  <a:lnTo>
                    <a:pt x="3323532" y="3116972"/>
                  </a:lnTo>
                  <a:lnTo>
                    <a:pt x="3321821" y="3116972"/>
                  </a:lnTo>
                  <a:lnTo>
                    <a:pt x="3320109" y="3116972"/>
                  </a:lnTo>
                  <a:lnTo>
                    <a:pt x="3318398" y="3116972"/>
                  </a:lnTo>
                  <a:lnTo>
                    <a:pt x="3316686" y="3116972"/>
                  </a:lnTo>
                  <a:lnTo>
                    <a:pt x="3314975" y="3116972"/>
                  </a:lnTo>
                  <a:lnTo>
                    <a:pt x="3313264" y="3116972"/>
                  </a:lnTo>
                  <a:lnTo>
                    <a:pt x="3311552" y="3116972"/>
                  </a:lnTo>
                  <a:lnTo>
                    <a:pt x="3309841" y="3116972"/>
                  </a:lnTo>
                  <a:lnTo>
                    <a:pt x="3308129" y="3116972"/>
                  </a:lnTo>
                  <a:lnTo>
                    <a:pt x="3306418" y="3116972"/>
                  </a:lnTo>
                  <a:lnTo>
                    <a:pt x="3304707" y="3116972"/>
                  </a:lnTo>
                  <a:lnTo>
                    <a:pt x="3302995" y="3116972"/>
                  </a:lnTo>
                  <a:lnTo>
                    <a:pt x="3301284" y="3116972"/>
                  </a:lnTo>
                  <a:lnTo>
                    <a:pt x="3299572" y="3116972"/>
                  </a:lnTo>
                  <a:lnTo>
                    <a:pt x="3297861" y="3116972"/>
                  </a:lnTo>
                  <a:lnTo>
                    <a:pt x="3296150" y="3116972"/>
                  </a:lnTo>
                  <a:lnTo>
                    <a:pt x="3294438" y="3116972"/>
                  </a:lnTo>
                  <a:lnTo>
                    <a:pt x="3292727" y="3116972"/>
                  </a:lnTo>
                  <a:lnTo>
                    <a:pt x="3291015" y="3116972"/>
                  </a:lnTo>
                  <a:lnTo>
                    <a:pt x="3289304" y="3116972"/>
                  </a:lnTo>
                  <a:lnTo>
                    <a:pt x="3287593" y="3116972"/>
                  </a:lnTo>
                  <a:lnTo>
                    <a:pt x="3285881" y="3116972"/>
                  </a:lnTo>
                  <a:lnTo>
                    <a:pt x="3284170" y="3116972"/>
                  </a:lnTo>
                  <a:lnTo>
                    <a:pt x="3282458" y="3116972"/>
                  </a:lnTo>
                  <a:lnTo>
                    <a:pt x="3280747" y="3116972"/>
                  </a:lnTo>
                  <a:lnTo>
                    <a:pt x="3279036" y="3116972"/>
                  </a:lnTo>
                  <a:lnTo>
                    <a:pt x="3277324" y="3116972"/>
                  </a:lnTo>
                  <a:lnTo>
                    <a:pt x="3275613" y="3116972"/>
                  </a:lnTo>
                  <a:lnTo>
                    <a:pt x="3273901" y="3116972"/>
                  </a:lnTo>
                  <a:lnTo>
                    <a:pt x="3272190" y="3116972"/>
                  </a:lnTo>
                  <a:lnTo>
                    <a:pt x="3270479" y="3116972"/>
                  </a:lnTo>
                  <a:lnTo>
                    <a:pt x="3268767" y="3116972"/>
                  </a:lnTo>
                  <a:lnTo>
                    <a:pt x="3267056" y="3116972"/>
                  </a:lnTo>
                  <a:lnTo>
                    <a:pt x="3265345" y="3116972"/>
                  </a:lnTo>
                  <a:lnTo>
                    <a:pt x="3263633" y="3116972"/>
                  </a:lnTo>
                  <a:lnTo>
                    <a:pt x="3261922" y="3116972"/>
                  </a:lnTo>
                  <a:lnTo>
                    <a:pt x="3260210" y="3116972"/>
                  </a:lnTo>
                  <a:lnTo>
                    <a:pt x="3258499" y="3116972"/>
                  </a:lnTo>
                  <a:lnTo>
                    <a:pt x="3256788" y="3116972"/>
                  </a:lnTo>
                  <a:lnTo>
                    <a:pt x="3255076" y="3116972"/>
                  </a:lnTo>
                  <a:lnTo>
                    <a:pt x="3253365" y="3116972"/>
                  </a:lnTo>
                  <a:lnTo>
                    <a:pt x="3251653" y="3116972"/>
                  </a:lnTo>
                  <a:lnTo>
                    <a:pt x="3249942" y="3116972"/>
                  </a:lnTo>
                  <a:lnTo>
                    <a:pt x="3248231" y="3116972"/>
                  </a:lnTo>
                  <a:lnTo>
                    <a:pt x="3246519" y="3116972"/>
                  </a:lnTo>
                  <a:lnTo>
                    <a:pt x="3244808" y="3116972"/>
                  </a:lnTo>
                  <a:lnTo>
                    <a:pt x="3243096" y="3116972"/>
                  </a:lnTo>
                  <a:lnTo>
                    <a:pt x="3241385" y="3116972"/>
                  </a:lnTo>
                  <a:lnTo>
                    <a:pt x="3239674" y="3116972"/>
                  </a:lnTo>
                  <a:lnTo>
                    <a:pt x="3237962" y="3116972"/>
                  </a:lnTo>
                  <a:lnTo>
                    <a:pt x="3236251" y="3116972"/>
                  </a:lnTo>
                  <a:lnTo>
                    <a:pt x="3234539" y="3116972"/>
                  </a:lnTo>
                  <a:lnTo>
                    <a:pt x="3232828" y="3116972"/>
                  </a:lnTo>
                  <a:lnTo>
                    <a:pt x="3231117" y="3116972"/>
                  </a:lnTo>
                  <a:lnTo>
                    <a:pt x="3229405" y="3116972"/>
                  </a:lnTo>
                  <a:lnTo>
                    <a:pt x="3227694" y="3116972"/>
                  </a:lnTo>
                  <a:lnTo>
                    <a:pt x="3225982" y="3116972"/>
                  </a:lnTo>
                  <a:lnTo>
                    <a:pt x="3224271" y="3116972"/>
                  </a:lnTo>
                  <a:lnTo>
                    <a:pt x="3222560" y="3116972"/>
                  </a:lnTo>
                  <a:lnTo>
                    <a:pt x="3220848" y="3116972"/>
                  </a:lnTo>
                  <a:lnTo>
                    <a:pt x="3219137" y="3116972"/>
                  </a:lnTo>
                  <a:lnTo>
                    <a:pt x="3217425" y="3116972"/>
                  </a:lnTo>
                  <a:lnTo>
                    <a:pt x="3215714" y="3116972"/>
                  </a:lnTo>
                  <a:lnTo>
                    <a:pt x="3214003" y="3116972"/>
                  </a:lnTo>
                  <a:lnTo>
                    <a:pt x="3212291" y="3116972"/>
                  </a:lnTo>
                  <a:lnTo>
                    <a:pt x="3210580" y="3116972"/>
                  </a:lnTo>
                  <a:lnTo>
                    <a:pt x="3208868" y="3116972"/>
                  </a:lnTo>
                  <a:lnTo>
                    <a:pt x="3207157" y="3116972"/>
                  </a:lnTo>
                  <a:lnTo>
                    <a:pt x="3205446" y="3116972"/>
                  </a:lnTo>
                  <a:lnTo>
                    <a:pt x="3203734" y="3116972"/>
                  </a:lnTo>
                  <a:lnTo>
                    <a:pt x="3202023" y="3116972"/>
                  </a:lnTo>
                  <a:lnTo>
                    <a:pt x="3200311" y="3116972"/>
                  </a:lnTo>
                  <a:lnTo>
                    <a:pt x="3198600" y="3116972"/>
                  </a:lnTo>
                  <a:lnTo>
                    <a:pt x="3196889" y="3116972"/>
                  </a:lnTo>
                  <a:lnTo>
                    <a:pt x="3195177" y="3116972"/>
                  </a:lnTo>
                  <a:lnTo>
                    <a:pt x="3193466" y="3116972"/>
                  </a:lnTo>
                  <a:lnTo>
                    <a:pt x="3191754" y="3116972"/>
                  </a:lnTo>
                  <a:lnTo>
                    <a:pt x="3190043" y="3116972"/>
                  </a:lnTo>
                  <a:lnTo>
                    <a:pt x="3188332" y="3116972"/>
                  </a:lnTo>
                  <a:lnTo>
                    <a:pt x="3186620" y="3116972"/>
                  </a:lnTo>
                  <a:lnTo>
                    <a:pt x="3184909" y="3116972"/>
                  </a:lnTo>
                  <a:lnTo>
                    <a:pt x="3183197" y="3116972"/>
                  </a:lnTo>
                  <a:lnTo>
                    <a:pt x="3181486" y="3116972"/>
                  </a:lnTo>
                  <a:lnTo>
                    <a:pt x="3179775" y="3116972"/>
                  </a:lnTo>
                  <a:lnTo>
                    <a:pt x="3178063" y="3116972"/>
                  </a:lnTo>
                  <a:lnTo>
                    <a:pt x="3176352" y="3116972"/>
                  </a:lnTo>
                  <a:lnTo>
                    <a:pt x="3174640" y="3116972"/>
                  </a:lnTo>
                  <a:lnTo>
                    <a:pt x="3172929" y="3116972"/>
                  </a:lnTo>
                  <a:lnTo>
                    <a:pt x="3171218" y="3116972"/>
                  </a:lnTo>
                  <a:lnTo>
                    <a:pt x="3169506" y="3116972"/>
                  </a:lnTo>
                  <a:lnTo>
                    <a:pt x="3167795" y="3116972"/>
                  </a:lnTo>
                  <a:lnTo>
                    <a:pt x="3166083" y="3116972"/>
                  </a:lnTo>
                  <a:lnTo>
                    <a:pt x="3164372" y="3116972"/>
                  </a:lnTo>
                  <a:lnTo>
                    <a:pt x="3162661" y="3116972"/>
                  </a:lnTo>
                  <a:lnTo>
                    <a:pt x="3160949" y="3116972"/>
                  </a:lnTo>
                  <a:lnTo>
                    <a:pt x="3159238" y="3116972"/>
                  </a:lnTo>
                  <a:lnTo>
                    <a:pt x="3157527" y="3116972"/>
                  </a:lnTo>
                  <a:lnTo>
                    <a:pt x="3155815" y="3116972"/>
                  </a:lnTo>
                  <a:lnTo>
                    <a:pt x="3154104" y="3116972"/>
                  </a:lnTo>
                  <a:lnTo>
                    <a:pt x="3152392" y="3116972"/>
                  </a:lnTo>
                  <a:lnTo>
                    <a:pt x="3150681" y="3116972"/>
                  </a:lnTo>
                  <a:lnTo>
                    <a:pt x="3148970" y="3116972"/>
                  </a:lnTo>
                  <a:lnTo>
                    <a:pt x="3147258" y="3116972"/>
                  </a:lnTo>
                  <a:lnTo>
                    <a:pt x="3145547" y="3116972"/>
                  </a:lnTo>
                  <a:lnTo>
                    <a:pt x="3143835" y="3116972"/>
                  </a:lnTo>
                  <a:lnTo>
                    <a:pt x="3142124" y="3116972"/>
                  </a:lnTo>
                  <a:lnTo>
                    <a:pt x="3140413" y="3116972"/>
                  </a:lnTo>
                  <a:lnTo>
                    <a:pt x="3138701" y="3116972"/>
                  </a:lnTo>
                  <a:lnTo>
                    <a:pt x="3136990" y="3116972"/>
                  </a:lnTo>
                  <a:lnTo>
                    <a:pt x="3135278" y="3116972"/>
                  </a:lnTo>
                  <a:lnTo>
                    <a:pt x="3133567" y="3116972"/>
                  </a:lnTo>
                  <a:lnTo>
                    <a:pt x="3131856" y="3116972"/>
                  </a:lnTo>
                  <a:lnTo>
                    <a:pt x="3130144" y="3116972"/>
                  </a:lnTo>
                  <a:lnTo>
                    <a:pt x="3128433" y="3116972"/>
                  </a:lnTo>
                  <a:lnTo>
                    <a:pt x="3126721" y="3116972"/>
                  </a:lnTo>
                  <a:lnTo>
                    <a:pt x="3125010" y="3116972"/>
                  </a:lnTo>
                  <a:lnTo>
                    <a:pt x="3123299" y="3116972"/>
                  </a:lnTo>
                  <a:lnTo>
                    <a:pt x="3121587" y="3116972"/>
                  </a:lnTo>
                  <a:lnTo>
                    <a:pt x="3119876" y="3116972"/>
                  </a:lnTo>
                  <a:lnTo>
                    <a:pt x="3118164" y="3116972"/>
                  </a:lnTo>
                  <a:lnTo>
                    <a:pt x="3116453" y="3116972"/>
                  </a:lnTo>
                  <a:lnTo>
                    <a:pt x="3114742" y="3116972"/>
                  </a:lnTo>
                  <a:lnTo>
                    <a:pt x="3113030" y="3116972"/>
                  </a:lnTo>
                  <a:lnTo>
                    <a:pt x="3111319" y="3116972"/>
                  </a:lnTo>
                  <a:lnTo>
                    <a:pt x="3109607" y="3116972"/>
                  </a:lnTo>
                  <a:lnTo>
                    <a:pt x="3107896" y="3116972"/>
                  </a:lnTo>
                  <a:lnTo>
                    <a:pt x="3106185" y="3116972"/>
                  </a:lnTo>
                  <a:lnTo>
                    <a:pt x="3104473" y="3116972"/>
                  </a:lnTo>
                  <a:lnTo>
                    <a:pt x="3102762" y="3116972"/>
                  </a:lnTo>
                  <a:lnTo>
                    <a:pt x="3101050" y="3116972"/>
                  </a:lnTo>
                  <a:lnTo>
                    <a:pt x="3099339" y="3116972"/>
                  </a:lnTo>
                  <a:lnTo>
                    <a:pt x="3097628" y="3116972"/>
                  </a:lnTo>
                  <a:lnTo>
                    <a:pt x="3095916" y="3116972"/>
                  </a:lnTo>
                  <a:lnTo>
                    <a:pt x="3094205" y="3116972"/>
                  </a:lnTo>
                  <a:lnTo>
                    <a:pt x="3092493" y="3116972"/>
                  </a:lnTo>
                  <a:lnTo>
                    <a:pt x="3090782" y="3116972"/>
                  </a:lnTo>
                  <a:lnTo>
                    <a:pt x="3089071" y="3116972"/>
                  </a:lnTo>
                  <a:lnTo>
                    <a:pt x="3087359" y="3116972"/>
                  </a:lnTo>
                  <a:lnTo>
                    <a:pt x="3085648" y="3116972"/>
                  </a:lnTo>
                  <a:lnTo>
                    <a:pt x="3083936" y="3116972"/>
                  </a:lnTo>
                  <a:lnTo>
                    <a:pt x="3082225" y="3116972"/>
                  </a:lnTo>
                  <a:lnTo>
                    <a:pt x="3080514" y="3116972"/>
                  </a:lnTo>
                  <a:lnTo>
                    <a:pt x="3078802" y="3116972"/>
                  </a:lnTo>
                  <a:lnTo>
                    <a:pt x="3077091" y="3116972"/>
                  </a:lnTo>
                  <a:lnTo>
                    <a:pt x="3075379" y="3116972"/>
                  </a:lnTo>
                  <a:lnTo>
                    <a:pt x="3073668" y="3116972"/>
                  </a:lnTo>
                  <a:lnTo>
                    <a:pt x="3071957" y="3116972"/>
                  </a:lnTo>
                  <a:lnTo>
                    <a:pt x="3070245" y="3116972"/>
                  </a:lnTo>
                  <a:lnTo>
                    <a:pt x="3068534" y="3116972"/>
                  </a:lnTo>
                  <a:lnTo>
                    <a:pt x="3066822" y="3116972"/>
                  </a:lnTo>
                  <a:lnTo>
                    <a:pt x="3065111" y="3116972"/>
                  </a:lnTo>
                  <a:lnTo>
                    <a:pt x="3063400" y="3116972"/>
                  </a:lnTo>
                  <a:lnTo>
                    <a:pt x="3061688" y="3116972"/>
                  </a:lnTo>
                  <a:lnTo>
                    <a:pt x="3059977" y="3116972"/>
                  </a:lnTo>
                  <a:lnTo>
                    <a:pt x="3058265" y="3116972"/>
                  </a:lnTo>
                  <a:lnTo>
                    <a:pt x="3056554" y="3116972"/>
                  </a:lnTo>
                  <a:lnTo>
                    <a:pt x="3054843" y="3116972"/>
                  </a:lnTo>
                  <a:lnTo>
                    <a:pt x="3053131" y="3116972"/>
                  </a:lnTo>
                  <a:lnTo>
                    <a:pt x="3051420" y="3116972"/>
                  </a:lnTo>
                  <a:lnTo>
                    <a:pt x="3049709" y="3116972"/>
                  </a:lnTo>
                  <a:lnTo>
                    <a:pt x="3047997" y="3116972"/>
                  </a:lnTo>
                  <a:lnTo>
                    <a:pt x="3046286" y="3116972"/>
                  </a:lnTo>
                  <a:lnTo>
                    <a:pt x="3044574" y="3116972"/>
                  </a:lnTo>
                  <a:lnTo>
                    <a:pt x="3042863" y="3116972"/>
                  </a:lnTo>
                  <a:lnTo>
                    <a:pt x="3041152" y="3116972"/>
                  </a:lnTo>
                  <a:lnTo>
                    <a:pt x="3039440" y="3116972"/>
                  </a:lnTo>
                  <a:lnTo>
                    <a:pt x="3037729" y="3116972"/>
                  </a:lnTo>
                  <a:lnTo>
                    <a:pt x="3036017" y="3116972"/>
                  </a:lnTo>
                  <a:lnTo>
                    <a:pt x="3034306" y="3116972"/>
                  </a:lnTo>
                  <a:lnTo>
                    <a:pt x="3032595" y="3116972"/>
                  </a:lnTo>
                  <a:lnTo>
                    <a:pt x="3030883" y="3116972"/>
                  </a:lnTo>
                  <a:lnTo>
                    <a:pt x="3029172" y="3116972"/>
                  </a:lnTo>
                  <a:lnTo>
                    <a:pt x="3027460" y="3116972"/>
                  </a:lnTo>
                  <a:lnTo>
                    <a:pt x="3025749" y="3116972"/>
                  </a:lnTo>
                  <a:lnTo>
                    <a:pt x="3024038" y="3116972"/>
                  </a:lnTo>
                  <a:lnTo>
                    <a:pt x="3022326" y="3116972"/>
                  </a:lnTo>
                  <a:lnTo>
                    <a:pt x="3020615" y="3116972"/>
                  </a:lnTo>
                  <a:lnTo>
                    <a:pt x="3018903" y="3116972"/>
                  </a:lnTo>
                  <a:lnTo>
                    <a:pt x="3017192" y="3116972"/>
                  </a:lnTo>
                  <a:lnTo>
                    <a:pt x="3015481" y="3116972"/>
                  </a:lnTo>
                  <a:lnTo>
                    <a:pt x="3013769" y="3116972"/>
                  </a:lnTo>
                  <a:lnTo>
                    <a:pt x="3012058" y="3116972"/>
                  </a:lnTo>
                  <a:lnTo>
                    <a:pt x="3010346" y="3116972"/>
                  </a:lnTo>
                  <a:lnTo>
                    <a:pt x="3008635" y="3116972"/>
                  </a:lnTo>
                  <a:lnTo>
                    <a:pt x="3006924" y="3116972"/>
                  </a:lnTo>
                  <a:lnTo>
                    <a:pt x="3005212" y="3116972"/>
                  </a:lnTo>
                  <a:lnTo>
                    <a:pt x="3003501" y="3116972"/>
                  </a:lnTo>
                  <a:lnTo>
                    <a:pt x="3001789" y="3116972"/>
                  </a:lnTo>
                  <a:lnTo>
                    <a:pt x="3000078" y="3116972"/>
                  </a:lnTo>
                  <a:lnTo>
                    <a:pt x="2998367" y="3116972"/>
                  </a:lnTo>
                  <a:lnTo>
                    <a:pt x="2996655" y="3116972"/>
                  </a:lnTo>
                  <a:lnTo>
                    <a:pt x="2994944" y="3116972"/>
                  </a:lnTo>
                  <a:lnTo>
                    <a:pt x="2993232" y="3116972"/>
                  </a:lnTo>
                  <a:lnTo>
                    <a:pt x="2991521" y="3116972"/>
                  </a:lnTo>
                  <a:lnTo>
                    <a:pt x="2989810" y="3116972"/>
                  </a:lnTo>
                  <a:lnTo>
                    <a:pt x="2988098" y="3116972"/>
                  </a:lnTo>
                  <a:lnTo>
                    <a:pt x="2986387" y="3116972"/>
                  </a:lnTo>
                  <a:lnTo>
                    <a:pt x="2984675" y="3116972"/>
                  </a:lnTo>
                  <a:lnTo>
                    <a:pt x="2982964" y="3116972"/>
                  </a:lnTo>
                  <a:lnTo>
                    <a:pt x="2981253" y="3116972"/>
                  </a:lnTo>
                  <a:lnTo>
                    <a:pt x="2979541" y="3116972"/>
                  </a:lnTo>
                  <a:lnTo>
                    <a:pt x="2977830" y="3116972"/>
                  </a:lnTo>
                  <a:lnTo>
                    <a:pt x="2976118" y="3116972"/>
                  </a:lnTo>
                  <a:lnTo>
                    <a:pt x="2974407" y="3116972"/>
                  </a:lnTo>
                  <a:lnTo>
                    <a:pt x="2972696" y="3116972"/>
                  </a:lnTo>
                  <a:lnTo>
                    <a:pt x="2970984" y="3116972"/>
                  </a:lnTo>
                  <a:lnTo>
                    <a:pt x="2969273" y="3116972"/>
                  </a:lnTo>
                  <a:lnTo>
                    <a:pt x="2967561" y="3116972"/>
                  </a:lnTo>
                  <a:lnTo>
                    <a:pt x="2965850" y="3116972"/>
                  </a:lnTo>
                  <a:lnTo>
                    <a:pt x="2964139" y="3116972"/>
                  </a:lnTo>
                  <a:lnTo>
                    <a:pt x="2962427" y="3116972"/>
                  </a:lnTo>
                  <a:lnTo>
                    <a:pt x="2960716" y="3116972"/>
                  </a:lnTo>
                  <a:lnTo>
                    <a:pt x="2959004" y="3116972"/>
                  </a:lnTo>
                  <a:lnTo>
                    <a:pt x="2957293" y="3116972"/>
                  </a:lnTo>
                  <a:lnTo>
                    <a:pt x="2955582" y="3116972"/>
                  </a:lnTo>
                  <a:lnTo>
                    <a:pt x="2953870" y="3116972"/>
                  </a:lnTo>
                  <a:lnTo>
                    <a:pt x="2952159" y="3116972"/>
                  </a:lnTo>
                  <a:lnTo>
                    <a:pt x="2950448" y="3116972"/>
                  </a:lnTo>
                  <a:lnTo>
                    <a:pt x="2948736" y="3116972"/>
                  </a:lnTo>
                  <a:lnTo>
                    <a:pt x="2947025" y="3116972"/>
                  </a:lnTo>
                  <a:lnTo>
                    <a:pt x="2945313" y="3116972"/>
                  </a:lnTo>
                  <a:lnTo>
                    <a:pt x="2943602" y="3116972"/>
                  </a:lnTo>
                  <a:lnTo>
                    <a:pt x="2941891" y="3116972"/>
                  </a:lnTo>
                  <a:lnTo>
                    <a:pt x="2940179" y="3116972"/>
                  </a:lnTo>
                  <a:lnTo>
                    <a:pt x="2938468" y="3116972"/>
                  </a:lnTo>
                  <a:lnTo>
                    <a:pt x="2936756" y="3116972"/>
                  </a:lnTo>
                  <a:lnTo>
                    <a:pt x="2935045" y="3116972"/>
                  </a:lnTo>
                  <a:lnTo>
                    <a:pt x="2933334" y="3116972"/>
                  </a:lnTo>
                  <a:lnTo>
                    <a:pt x="2931622" y="3116972"/>
                  </a:lnTo>
                  <a:lnTo>
                    <a:pt x="2929911" y="3116972"/>
                  </a:lnTo>
                  <a:lnTo>
                    <a:pt x="2928199" y="3116972"/>
                  </a:lnTo>
                  <a:lnTo>
                    <a:pt x="2926488" y="3116972"/>
                  </a:lnTo>
                  <a:lnTo>
                    <a:pt x="2924777" y="3116972"/>
                  </a:lnTo>
                  <a:lnTo>
                    <a:pt x="2923065" y="3116972"/>
                  </a:lnTo>
                  <a:lnTo>
                    <a:pt x="2921354" y="3116972"/>
                  </a:lnTo>
                  <a:lnTo>
                    <a:pt x="2919642" y="3116972"/>
                  </a:lnTo>
                  <a:lnTo>
                    <a:pt x="2917931" y="3116972"/>
                  </a:lnTo>
                  <a:lnTo>
                    <a:pt x="2916220" y="3116972"/>
                  </a:lnTo>
                  <a:lnTo>
                    <a:pt x="2914508" y="3116972"/>
                  </a:lnTo>
                  <a:lnTo>
                    <a:pt x="2912797" y="3116972"/>
                  </a:lnTo>
                  <a:lnTo>
                    <a:pt x="2911085" y="3116972"/>
                  </a:lnTo>
                  <a:lnTo>
                    <a:pt x="2909374" y="3116972"/>
                  </a:lnTo>
                  <a:lnTo>
                    <a:pt x="2907663" y="3116972"/>
                  </a:lnTo>
                  <a:lnTo>
                    <a:pt x="2905951" y="3116972"/>
                  </a:lnTo>
                  <a:lnTo>
                    <a:pt x="2904240" y="3116972"/>
                  </a:lnTo>
                  <a:lnTo>
                    <a:pt x="2902528" y="3116972"/>
                  </a:lnTo>
                  <a:lnTo>
                    <a:pt x="2900817" y="3116972"/>
                  </a:lnTo>
                  <a:lnTo>
                    <a:pt x="2899106" y="3116972"/>
                  </a:lnTo>
                  <a:lnTo>
                    <a:pt x="2897394" y="3116972"/>
                  </a:lnTo>
                  <a:lnTo>
                    <a:pt x="2895683" y="3116972"/>
                  </a:lnTo>
                  <a:lnTo>
                    <a:pt x="2893971" y="3116972"/>
                  </a:lnTo>
                  <a:lnTo>
                    <a:pt x="2892260" y="3116972"/>
                  </a:lnTo>
                  <a:lnTo>
                    <a:pt x="2890549" y="3116972"/>
                  </a:lnTo>
                  <a:lnTo>
                    <a:pt x="2888837" y="3116972"/>
                  </a:lnTo>
                  <a:lnTo>
                    <a:pt x="2887126" y="3116972"/>
                  </a:lnTo>
                  <a:lnTo>
                    <a:pt x="2885414" y="3116972"/>
                  </a:lnTo>
                  <a:lnTo>
                    <a:pt x="2883703" y="3116972"/>
                  </a:lnTo>
                  <a:lnTo>
                    <a:pt x="2881992" y="3116972"/>
                  </a:lnTo>
                  <a:lnTo>
                    <a:pt x="2880280" y="3116972"/>
                  </a:lnTo>
                  <a:lnTo>
                    <a:pt x="2878569" y="3116972"/>
                  </a:lnTo>
                  <a:lnTo>
                    <a:pt x="2876857" y="3116972"/>
                  </a:lnTo>
                  <a:lnTo>
                    <a:pt x="2875146" y="3116972"/>
                  </a:lnTo>
                  <a:lnTo>
                    <a:pt x="2873435" y="3116972"/>
                  </a:lnTo>
                  <a:lnTo>
                    <a:pt x="2871723" y="3116972"/>
                  </a:lnTo>
                  <a:lnTo>
                    <a:pt x="2870012" y="3116972"/>
                  </a:lnTo>
                  <a:lnTo>
                    <a:pt x="2868300" y="3116972"/>
                  </a:lnTo>
                  <a:lnTo>
                    <a:pt x="2866589" y="3116972"/>
                  </a:lnTo>
                  <a:lnTo>
                    <a:pt x="2864878" y="3116972"/>
                  </a:lnTo>
                  <a:lnTo>
                    <a:pt x="2863166" y="3116972"/>
                  </a:lnTo>
                  <a:lnTo>
                    <a:pt x="2861455" y="3116972"/>
                  </a:lnTo>
                  <a:lnTo>
                    <a:pt x="2859743" y="3116972"/>
                  </a:lnTo>
                  <a:lnTo>
                    <a:pt x="2858032" y="3116972"/>
                  </a:lnTo>
                  <a:lnTo>
                    <a:pt x="2856321" y="3116972"/>
                  </a:lnTo>
                  <a:lnTo>
                    <a:pt x="2854609" y="3116972"/>
                  </a:lnTo>
                  <a:lnTo>
                    <a:pt x="2852898" y="3116972"/>
                  </a:lnTo>
                  <a:lnTo>
                    <a:pt x="2851186" y="3116972"/>
                  </a:lnTo>
                  <a:lnTo>
                    <a:pt x="2849475" y="3116972"/>
                  </a:lnTo>
                  <a:lnTo>
                    <a:pt x="2847764" y="3116972"/>
                  </a:lnTo>
                  <a:lnTo>
                    <a:pt x="2846052" y="3116972"/>
                  </a:lnTo>
                  <a:lnTo>
                    <a:pt x="2844341" y="3116972"/>
                  </a:lnTo>
                  <a:lnTo>
                    <a:pt x="2842630" y="3116972"/>
                  </a:lnTo>
                  <a:lnTo>
                    <a:pt x="2840918" y="3116972"/>
                  </a:lnTo>
                  <a:lnTo>
                    <a:pt x="2839207" y="3116972"/>
                  </a:lnTo>
                  <a:lnTo>
                    <a:pt x="2837495" y="3116972"/>
                  </a:lnTo>
                  <a:lnTo>
                    <a:pt x="2835784" y="3116972"/>
                  </a:lnTo>
                  <a:lnTo>
                    <a:pt x="2834073" y="3116972"/>
                  </a:lnTo>
                  <a:lnTo>
                    <a:pt x="2832361" y="3116972"/>
                  </a:lnTo>
                  <a:lnTo>
                    <a:pt x="2830650" y="3116972"/>
                  </a:lnTo>
                  <a:lnTo>
                    <a:pt x="2828938" y="3116972"/>
                  </a:lnTo>
                  <a:lnTo>
                    <a:pt x="2827227" y="3116972"/>
                  </a:lnTo>
                  <a:lnTo>
                    <a:pt x="2825516" y="3116972"/>
                  </a:lnTo>
                  <a:lnTo>
                    <a:pt x="2823804" y="3116972"/>
                  </a:lnTo>
                  <a:lnTo>
                    <a:pt x="2822093" y="3116972"/>
                  </a:lnTo>
                  <a:lnTo>
                    <a:pt x="2820381" y="3116972"/>
                  </a:lnTo>
                  <a:lnTo>
                    <a:pt x="2818670" y="3116972"/>
                  </a:lnTo>
                  <a:lnTo>
                    <a:pt x="2816959" y="3116972"/>
                  </a:lnTo>
                  <a:lnTo>
                    <a:pt x="2815247" y="3116972"/>
                  </a:lnTo>
                  <a:lnTo>
                    <a:pt x="2813536" y="3116972"/>
                  </a:lnTo>
                  <a:lnTo>
                    <a:pt x="2811824" y="3116972"/>
                  </a:lnTo>
                  <a:lnTo>
                    <a:pt x="2810113" y="3116972"/>
                  </a:lnTo>
                  <a:lnTo>
                    <a:pt x="2808402" y="3116972"/>
                  </a:lnTo>
                  <a:lnTo>
                    <a:pt x="2806690" y="3116972"/>
                  </a:lnTo>
                  <a:lnTo>
                    <a:pt x="2804979" y="3116972"/>
                  </a:lnTo>
                  <a:lnTo>
                    <a:pt x="2803267" y="3116972"/>
                  </a:lnTo>
                  <a:lnTo>
                    <a:pt x="2801556" y="3116972"/>
                  </a:lnTo>
                  <a:lnTo>
                    <a:pt x="2799845" y="3116972"/>
                  </a:lnTo>
                  <a:lnTo>
                    <a:pt x="2798133" y="3116972"/>
                  </a:lnTo>
                  <a:lnTo>
                    <a:pt x="2796422" y="3116972"/>
                  </a:lnTo>
                  <a:lnTo>
                    <a:pt x="2794710" y="3116972"/>
                  </a:lnTo>
                  <a:lnTo>
                    <a:pt x="2792999" y="3116972"/>
                  </a:lnTo>
                  <a:lnTo>
                    <a:pt x="2791288" y="3116972"/>
                  </a:lnTo>
                  <a:lnTo>
                    <a:pt x="2789576" y="3116972"/>
                  </a:lnTo>
                  <a:lnTo>
                    <a:pt x="2787865" y="3116972"/>
                  </a:lnTo>
                  <a:lnTo>
                    <a:pt x="2786153" y="3116972"/>
                  </a:lnTo>
                  <a:lnTo>
                    <a:pt x="2784442" y="3116972"/>
                  </a:lnTo>
                  <a:lnTo>
                    <a:pt x="2782731" y="3116972"/>
                  </a:lnTo>
                  <a:lnTo>
                    <a:pt x="2781019" y="3116972"/>
                  </a:lnTo>
                  <a:lnTo>
                    <a:pt x="2779308" y="3116972"/>
                  </a:lnTo>
                  <a:lnTo>
                    <a:pt x="2777596" y="3116972"/>
                  </a:lnTo>
                  <a:lnTo>
                    <a:pt x="2775885" y="3116972"/>
                  </a:lnTo>
                  <a:lnTo>
                    <a:pt x="2774174" y="3116972"/>
                  </a:lnTo>
                  <a:lnTo>
                    <a:pt x="2772462" y="3116972"/>
                  </a:lnTo>
                  <a:lnTo>
                    <a:pt x="2770751" y="3116972"/>
                  </a:lnTo>
                  <a:lnTo>
                    <a:pt x="2769039" y="3116972"/>
                  </a:lnTo>
                  <a:lnTo>
                    <a:pt x="2767328" y="3116972"/>
                  </a:lnTo>
                  <a:lnTo>
                    <a:pt x="2765617" y="3116972"/>
                  </a:lnTo>
                  <a:lnTo>
                    <a:pt x="2763905" y="3116972"/>
                  </a:lnTo>
                  <a:lnTo>
                    <a:pt x="2762194" y="3116972"/>
                  </a:lnTo>
                  <a:lnTo>
                    <a:pt x="2760482" y="3116972"/>
                  </a:lnTo>
                  <a:lnTo>
                    <a:pt x="2758771" y="3116972"/>
                  </a:lnTo>
                  <a:lnTo>
                    <a:pt x="2757060" y="3116972"/>
                  </a:lnTo>
                  <a:lnTo>
                    <a:pt x="2755348" y="3116972"/>
                  </a:lnTo>
                  <a:lnTo>
                    <a:pt x="2753637" y="3116972"/>
                  </a:lnTo>
                  <a:lnTo>
                    <a:pt x="2751925" y="3116972"/>
                  </a:lnTo>
                  <a:lnTo>
                    <a:pt x="2750214" y="3116972"/>
                  </a:lnTo>
                  <a:lnTo>
                    <a:pt x="2748503" y="3116972"/>
                  </a:lnTo>
                  <a:lnTo>
                    <a:pt x="2746791" y="3116972"/>
                  </a:lnTo>
                  <a:lnTo>
                    <a:pt x="2745080" y="3116972"/>
                  </a:lnTo>
                  <a:lnTo>
                    <a:pt x="2743368" y="3116972"/>
                  </a:lnTo>
                  <a:lnTo>
                    <a:pt x="2741657" y="3116972"/>
                  </a:lnTo>
                  <a:lnTo>
                    <a:pt x="2739946" y="3116972"/>
                  </a:lnTo>
                  <a:lnTo>
                    <a:pt x="2738234" y="3116972"/>
                  </a:lnTo>
                  <a:lnTo>
                    <a:pt x="2736523" y="3116972"/>
                  </a:lnTo>
                  <a:lnTo>
                    <a:pt x="2734812" y="3116972"/>
                  </a:lnTo>
                  <a:lnTo>
                    <a:pt x="2733100" y="3116972"/>
                  </a:lnTo>
                  <a:lnTo>
                    <a:pt x="2731389" y="3116972"/>
                  </a:lnTo>
                  <a:lnTo>
                    <a:pt x="2729677" y="3116972"/>
                  </a:lnTo>
                  <a:lnTo>
                    <a:pt x="2727966" y="3116972"/>
                  </a:lnTo>
                  <a:lnTo>
                    <a:pt x="2726255" y="3116972"/>
                  </a:lnTo>
                  <a:lnTo>
                    <a:pt x="2724543" y="3116972"/>
                  </a:lnTo>
                  <a:lnTo>
                    <a:pt x="2722832" y="3116972"/>
                  </a:lnTo>
                  <a:lnTo>
                    <a:pt x="2721120" y="3116972"/>
                  </a:lnTo>
                  <a:lnTo>
                    <a:pt x="2719409" y="3116972"/>
                  </a:lnTo>
                  <a:lnTo>
                    <a:pt x="2717698" y="3116972"/>
                  </a:lnTo>
                  <a:lnTo>
                    <a:pt x="2715986" y="3116972"/>
                  </a:lnTo>
                  <a:lnTo>
                    <a:pt x="2714275" y="3116972"/>
                  </a:lnTo>
                  <a:lnTo>
                    <a:pt x="2712563" y="3116972"/>
                  </a:lnTo>
                  <a:lnTo>
                    <a:pt x="2710852" y="3116972"/>
                  </a:lnTo>
                  <a:lnTo>
                    <a:pt x="2709141" y="3116972"/>
                  </a:lnTo>
                  <a:lnTo>
                    <a:pt x="2707429" y="3116972"/>
                  </a:lnTo>
                  <a:lnTo>
                    <a:pt x="2705718" y="3116972"/>
                  </a:lnTo>
                  <a:lnTo>
                    <a:pt x="2704006" y="3116972"/>
                  </a:lnTo>
                  <a:lnTo>
                    <a:pt x="2702295" y="3116972"/>
                  </a:lnTo>
                  <a:lnTo>
                    <a:pt x="2700584" y="3116972"/>
                  </a:lnTo>
                  <a:lnTo>
                    <a:pt x="2698872" y="3116972"/>
                  </a:lnTo>
                  <a:lnTo>
                    <a:pt x="2697161" y="3116972"/>
                  </a:lnTo>
                  <a:lnTo>
                    <a:pt x="2695449" y="3116972"/>
                  </a:lnTo>
                  <a:lnTo>
                    <a:pt x="2693738" y="3116972"/>
                  </a:lnTo>
                  <a:lnTo>
                    <a:pt x="2692027" y="3116972"/>
                  </a:lnTo>
                  <a:lnTo>
                    <a:pt x="2690315" y="3116972"/>
                  </a:lnTo>
                  <a:lnTo>
                    <a:pt x="2688604" y="3116972"/>
                  </a:lnTo>
                  <a:lnTo>
                    <a:pt x="2686892" y="3116972"/>
                  </a:lnTo>
                  <a:lnTo>
                    <a:pt x="2685181" y="3116972"/>
                  </a:lnTo>
                  <a:lnTo>
                    <a:pt x="2683470" y="3116972"/>
                  </a:lnTo>
                  <a:lnTo>
                    <a:pt x="2681758" y="3116972"/>
                  </a:lnTo>
                  <a:lnTo>
                    <a:pt x="2680047" y="3116972"/>
                  </a:lnTo>
                  <a:lnTo>
                    <a:pt x="2678335" y="3116972"/>
                  </a:lnTo>
                  <a:lnTo>
                    <a:pt x="2676624" y="3116972"/>
                  </a:lnTo>
                  <a:lnTo>
                    <a:pt x="2674913" y="3116972"/>
                  </a:lnTo>
                  <a:lnTo>
                    <a:pt x="2673201" y="3116972"/>
                  </a:lnTo>
                  <a:lnTo>
                    <a:pt x="2671490" y="3116972"/>
                  </a:lnTo>
                  <a:lnTo>
                    <a:pt x="2669778" y="3116972"/>
                  </a:lnTo>
                  <a:lnTo>
                    <a:pt x="2668067" y="3116972"/>
                  </a:lnTo>
                  <a:lnTo>
                    <a:pt x="2666356" y="3116972"/>
                  </a:lnTo>
                  <a:lnTo>
                    <a:pt x="2664644" y="3116972"/>
                  </a:lnTo>
                  <a:lnTo>
                    <a:pt x="2662933" y="3116972"/>
                  </a:lnTo>
                  <a:lnTo>
                    <a:pt x="2661221" y="3116972"/>
                  </a:lnTo>
                  <a:lnTo>
                    <a:pt x="2659510" y="3116972"/>
                  </a:lnTo>
                  <a:lnTo>
                    <a:pt x="2657799" y="3116972"/>
                  </a:lnTo>
                  <a:lnTo>
                    <a:pt x="2656087" y="3116972"/>
                  </a:lnTo>
                  <a:lnTo>
                    <a:pt x="2654376" y="3116972"/>
                  </a:lnTo>
                  <a:lnTo>
                    <a:pt x="2652664" y="3116972"/>
                  </a:lnTo>
                  <a:lnTo>
                    <a:pt x="2650953" y="3116972"/>
                  </a:lnTo>
                  <a:lnTo>
                    <a:pt x="2649242" y="3116972"/>
                  </a:lnTo>
                  <a:lnTo>
                    <a:pt x="2647530" y="3116972"/>
                  </a:lnTo>
                  <a:lnTo>
                    <a:pt x="2645819" y="3116972"/>
                  </a:lnTo>
                  <a:lnTo>
                    <a:pt x="2644107" y="3116972"/>
                  </a:lnTo>
                  <a:lnTo>
                    <a:pt x="2642396" y="3116972"/>
                  </a:lnTo>
                  <a:lnTo>
                    <a:pt x="2640685" y="3116972"/>
                  </a:lnTo>
                  <a:lnTo>
                    <a:pt x="2638973" y="3116972"/>
                  </a:lnTo>
                  <a:lnTo>
                    <a:pt x="2637262" y="3116972"/>
                  </a:lnTo>
                  <a:lnTo>
                    <a:pt x="2635550" y="3116972"/>
                  </a:lnTo>
                  <a:lnTo>
                    <a:pt x="2633839" y="3116972"/>
                  </a:lnTo>
                  <a:lnTo>
                    <a:pt x="2632128" y="3116972"/>
                  </a:lnTo>
                  <a:lnTo>
                    <a:pt x="2630416" y="3116972"/>
                  </a:lnTo>
                  <a:lnTo>
                    <a:pt x="2628705" y="3116972"/>
                  </a:lnTo>
                  <a:lnTo>
                    <a:pt x="2626994" y="3116972"/>
                  </a:lnTo>
                  <a:lnTo>
                    <a:pt x="2625282" y="3116972"/>
                  </a:lnTo>
                  <a:lnTo>
                    <a:pt x="2623571" y="3116972"/>
                  </a:lnTo>
                  <a:lnTo>
                    <a:pt x="2621859" y="3116972"/>
                  </a:lnTo>
                  <a:lnTo>
                    <a:pt x="2620148" y="3116972"/>
                  </a:lnTo>
                  <a:lnTo>
                    <a:pt x="2618437" y="3116972"/>
                  </a:lnTo>
                  <a:lnTo>
                    <a:pt x="2616725" y="3116972"/>
                  </a:lnTo>
                  <a:lnTo>
                    <a:pt x="2615014" y="3116972"/>
                  </a:lnTo>
                  <a:lnTo>
                    <a:pt x="2613302" y="3116972"/>
                  </a:lnTo>
                  <a:lnTo>
                    <a:pt x="2611591" y="3116972"/>
                  </a:lnTo>
                  <a:lnTo>
                    <a:pt x="2609880" y="3116972"/>
                  </a:lnTo>
                  <a:lnTo>
                    <a:pt x="2608168" y="3116972"/>
                  </a:lnTo>
                  <a:lnTo>
                    <a:pt x="2606457" y="3116972"/>
                  </a:lnTo>
                  <a:lnTo>
                    <a:pt x="2604745" y="3116972"/>
                  </a:lnTo>
                  <a:lnTo>
                    <a:pt x="2603034" y="3116972"/>
                  </a:lnTo>
                  <a:lnTo>
                    <a:pt x="2601323" y="3116972"/>
                  </a:lnTo>
                  <a:lnTo>
                    <a:pt x="2599611" y="3116972"/>
                  </a:lnTo>
                  <a:lnTo>
                    <a:pt x="2597900" y="3116972"/>
                  </a:lnTo>
                  <a:lnTo>
                    <a:pt x="2596188" y="3116972"/>
                  </a:lnTo>
                  <a:lnTo>
                    <a:pt x="2594477" y="3116972"/>
                  </a:lnTo>
                  <a:lnTo>
                    <a:pt x="2592766" y="3116972"/>
                  </a:lnTo>
                  <a:lnTo>
                    <a:pt x="2591054" y="3116972"/>
                  </a:lnTo>
                  <a:lnTo>
                    <a:pt x="2589343" y="3116972"/>
                  </a:lnTo>
                  <a:lnTo>
                    <a:pt x="2587631" y="3116972"/>
                  </a:lnTo>
                  <a:lnTo>
                    <a:pt x="2585920" y="3116972"/>
                  </a:lnTo>
                  <a:lnTo>
                    <a:pt x="2584209" y="3116972"/>
                  </a:lnTo>
                  <a:lnTo>
                    <a:pt x="2582497" y="3116972"/>
                  </a:lnTo>
                  <a:lnTo>
                    <a:pt x="2580786" y="3116972"/>
                  </a:lnTo>
                  <a:lnTo>
                    <a:pt x="2579074" y="3116972"/>
                  </a:lnTo>
                  <a:lnTo>
                    <a:pt x="2577363" y="3116972"/>
                  </a:lnTo>
                  <a:lnTo>
                    <a:pt x="2575652" y="3116972"/>
                  </a:lnTo>
                  <a:lnTo>
                    <a:pt x="2573940" y="3116972"/>
                  </a:lnTo>
                  <a:lnTo>
                    <a:pt x="2572229" y="3116972"/>
                  </a:lnTo>
                  <a:lnTo>
                    <a:pt x="2570517" y="3116972"/>
                  </a:lnTo>
                  <a:lnTo>
                    <a:pt x="2568806" y="3116972"/>
                  </a:lnTo>
                  <a:lnTo>
                    <a:pt x="2567095" y="3116972"/>
                  </a:lnTo>
                  <a:lnTo>
                    <a:pt x="2565383" y="3116972"/>
                  </a:lnTo>
                  <a:lnTo>
                    <a:pt x="2563672" y="3116972"/>
                  </a:lnTo>
                  <a:lnTo>
                    <a:pt x="2561960" y="3116972"/>
                  </a:lnTo>
                  <a:lnTo>
                    <a:pt x="2560249" y="3116972"/>
                  </a:lnTo>
                  <a:lnTo>
                    <a:pt x="2558538" y="3116972"/>
                  </a:lnTo>
                  <a:lnTo>
                    <a:pt x="2556826" y="3116972"/>
                  </a:lnTo>
                  <a:lnTo>
                    <a:pt x="2555115" y="3116972"/>
                  </a:lnTo>
                  <a:lnTo>
                    <a:pt x="2553403" y="3116972"/>
                  </a:lnTo>
                  <a:lnTo>
                    <a:pt x="2551692" y="3116972"/>
                  </a:lnTo>
                  <a:lnTo>
                    <a:pt x="2549981" y="3116972"/>
                  </a:lnTo>
                  <a:lnTo>
                    <a:pt x="2548269" y="3116972"/>
                  </a:lnTo>
                  <a:lnTo>
                    <a:pt x="2546558" y="3116972"/>
                  </a:lnTo>
                  <a:lnTo>
                    <a:pt x="2544846" y="3116972"/>
                  </a:lnTo>
                  <a:lnTo>
                    <a:pt x="2543135" y="3116972"/>
                  </a:lnTo>
                  <a:lnTo>
                    <a:pt x="2541424" y="3116972"/>
                  </a:lnTo>
                  <a:lnTo>
                    <a:pt x="2539712" y="3116972"/>
                  </a:lnTo>
                  <a:lnTo>
                    <a:pt x="2538001" y="3116972"/>
                  </a:lnTo>
                  <a:lnTo>
                    <a:pt x="2536289" y="3116972"/>
                  </a:lnTo>
                  <a:lnTo>
                    <a:pt x="2534578" y="3116972"/>
                  </a:lnTo>
                  <a:lnTo>
                    <a:pt x="2532867" y="3116972"/>
                  </a:lnTo>
                  <a:lnTo>
                    <a:pt x="2531155" y="3116972"/>
                  </a:lnTo>
                  <a:lnTo>
                    <a:pt x="2529444" y="3116972"/>
                  </a:lnTo>
                  <a:lnTo>
                    <a:pt x="2527733" y="3116972"/>
                  </a:lnTo>
                  <a:lnTo>
                    <a:pt x="2526021" y="3116972"/>
                  </a:lnTo>
                  <a:lnTo>
                    <a:pt x="2524310" y="3116972"/>
                  </a:lnTo>
                  <a:lnTo>
                    <a:pt x="2522598" y="3116972"/>
                  </a:lnTo>
                  <a:lnTo>
                    <a:pt x="2520887" y="3116972"/>
                  </a:lnTo>
                  <a:lnTo>
                    <a:pt x="2519176" y="3116972"/>
                  </a:lnTo>
                  <a:lnTo>
                    <a:pt x="2517464" y="3116972"/>
                  </a:lnTo>
                  <a:lnTo>
                    <a:pt x="2515753" y="3116972"/>
                  </a:lnTo>
                  <a:lnTo>
                    <a:pt x="2514041" y="3116972"/>
                  </a:lnTo>
                  <a:lnTo>
                    <a:pt x="2512330" y="3116972"/>
                  </a:lnTo>
                  <a:lnTo>
                    <a:pt x="2510619" y="3116972"/>
                  </a:lnTo>
                  <a:lnTo>
                    <a:pt x="2508907" y="3116972"/>
                  </a:lnTo>
                  <a:lnTo>
                    <a:pt x="2507196" y="3116972"/>
                  </a:lnTo>
                  <a:lnTo>
                    <a:pt x="2505484" y="3116972"/>
                  </a:lnTo>
                  <a:lnTo>
                    <a:pt x="2503773" y="3116972"/>
                  </a:lnTo>
                  <a:lnTo>
                    <a:pt x="2502062" y="3116972"/>
                  </a:lnTo>
                  <a:lnTo>
                    <a:pt x="2500350" y="3116972"/>
                  </a:lnTo>
                  <a:lnTo>
                    <a:pt x="2498639" y="3116972"/>
                  </a:lnTo>
                  <a:lnTo>
                    <a:pt x="2496927" y="3116972"/>
                  </a:lnTo>
                  <a:lnTo>
                    <a:pt x="2495216" y="3116972"/>
                  </a:lnTo>
                  <a:lnTo>
                    <a:pt x="2493505" y="3116972"/>
                  </a:lnTo>
                  <a:lnTo>
                    <a:pt x="2491793" y="3116972"/>
                  </a:lnTo>
                  <a:lnTo>
                    <a:pt x="2490082" y="3116972"/>
                  </a:lnTo>
                  <a:lnTo>
                    <a:pt x="2488370" y="3116972"/>
                  </a:lnTo>
                  <a:lnTo>
                    <a:pt x="2486659" y="3116972"/>
                  </a:lnTo>
                  <a:lnTo>
                    <a:pt x="2484948" y="3116972"/>
                  </a:lnTo>
                  <a:lnTo>
                    <a:pt x="2483236" y="3116972"/>
                  </a:lnTo>
                  <a:lnTo>
                    <a:pt x="2481525" y="3116972"/>
                  </a:lnTo>
                  <a:lnTo>
                    <a:pt x="2479813" y="3116972"/>
                  </a:lnTo>
                  <a:lnTo>
                    <a:pt x="2478102" y="3116972"/>
                  </a:lnTo>
                  <a:lnTo>
                    <a:pt x="2476391" y="3116972"/>
                  </a:lnTo>
                  <a:lnTo>
                    <a:pt x="2474679" y="3116972"/>
                  </a:lnTo>
                  <a:lnTo>
                    <a:pt x="2472968" y="3116972"/>
                  </a:lnTo>
                  <a:lnTo>
                    <a:pt x="2471256" y="3116972"/>
                  </a:lnTo>
                  <a:lnTo>
                    <a:pt x="2469545" y="3116972"/>
                  </a:lnTo>
                  <a:lnTo>
                    <a:pt x="2467834" y="3116972"/>
                  </a:lnTo>
                  <a:lnTo>
                    <a:pt x="2466122" y="3116972"/>
                  </a:lnTo>
                  <a:lnTo>
                    <a:pt x="2464411" y="3116972"/>
                  </a:lnTo>
                  <a:lnTo>
                    <a:pt x="2462699" y="3116972"/>
                  </a:lnTo>
                  <a:lnTo>
                    <a:pt x="2460988" y="3116972"/>
                  </a:lnTo>
                  <a:lnTo>
                    <a:pt x="2459277" y="3116972"/>
                  </a:lnTo>
                  <a:lnTo>
                    <a:pt x="2457565" y="3116972"/>
                  </a:lnTo>
                  <a:lnTo>
                    <a:pt x="2455854" y="3116972"/>
                  </a:lnTo>
                  <a:lnTo>
                    <a:pt x="2454142" y="3116972"/>
                  </a:lnTo>
                  <a:lnTo>
                    <a:pt x="2452431" y="3116972"/>
                  </a:lnTo>
                  <a:lnTo>
                    <a:pt x="2450720" y="3116972"/>
                  </a:lnTo>
                  <a:lnTo>
                    <a:pt x="2449008" y="3116972"/>
                  </a:lnTo>
                  <a:lnTo>
                    <a:pt x="2447297" y="3116972"/>
                  </a:lnTo>
                  <a:lnTo>
                    <a:pt x="2445585" y="3116972"/>
                  </a:lnTo>
                  <a:lnTo>
                    <a:pt x="2443874" y="3116972"/>
                  </a:lnTo>
                  <a:lnTo>
                    <a:pt x="2442163" y="3116972"/>
                  </a:lnTo>
                  <a:lnTo>
                    <a:pt x="2440451" y="3116972"/>
                  </a:lnTo>
                  <a:lnTo>
                    <a:pt x="2438740" y="3116972"/>
                  </a:lnTo>
                  <a:lnTo>
                    <a:pt x="2437028" y="3116972"/>
                  </a:lnTo>
                  <a:lnTo>
                    <a:pt x="2435317" y="3116972"/>
                  </a:lnTo>
                  <a:lnTo>
                    <a:pt x="2433606" y="3116972"/>
                  </a:lnTo>
                  <a:lnTo>
                    <a:pt x="2431894" y="3116972"/>
                  </a:lnTo>
                  <a:lnTo>
                    <a:pt x="2430183" y="3116972"/>
                  </a:lnTo>
                  <a:lnTo>
                    <a:pt x="2428471" y="3116972"/>
                  </a:lnTo>
                  <a:lnTo>
                    <a:pt x="2426760" y="3116972"/>
                  </a:lnTo>
                  <a:lnTo>
                    <a:pt x="2425049" y="3116972"/>
                  </a:lnTo>
                  <a:lnTo>
                    <a:pt x="2423337" y="3116972"/>
                  </a:lnTo>
                  <a:lnTo>
                    <a:pt x="2421626" y="3116972"/>
                  </a:lnTo>
                  <a:lnTo>
                    <a:pt x="2419915" y="3116972"/>
                  </a:lnTo>
                  <a:lnTo>
                    <a:pt x="2418203" y="3116972"/>
                  </a:lnTo>
                  <a:lnTo>
                    <a:pt x="2416492" y="3116972"/>
                  </a:lnTo>
                  <a:lnTo>
                    <a:pt x="2414780" y="3116972"/>
                  </a:lnTo>
                  <a:lnTo>
                    <a:pt x="2413069" y="3116972"/>
                  </a:lnTo>
                  <a:lnTo>
                    <a:pt x="2411358" y="3116972"/>
                  </a:lnTo>
                  <a:lnTo>
                    <a:pt x="2409646" y="3116972"/>
                  </a:lnTo>
                  <a:lnTo>
                    <a:pt x="2407935" y="3116972"/>
                  </a:lnTo>
                  <a:lnTo>
                    <a:pt x="2406223" y="3116972"/>
                  </a:lnTo>
                  <a:lnTo>
                    <a:pt x="2404512" y="3116972"/>
                  </a:lnTo>
                  <a:lnTo>
                    <a:pt x="2402801" y="3116972"/>
                  </a:lnTo>
                  <a:lnTo>
                    <a:pt x="2401089" y="3116972"/>
                  </a:lnTo>
                  <a:lnTo>
                    <a:pt x="2399378" y="3116972"/>
                  </a:lnTo>
                  <a:lnTo>
                    <a:pt x="2397666" y="3116972"/>
                  </a:lnTo>
                  <a:lnTo>
                    <a:pt x="2395955" y="3116972"/>
                  </a:lnTo>
                  <a:lnTo>
                    <a:pt x="2394244" y="3116972"/>
                  </a:lnTo>
                  <a:lnTo>
                    <a:pt x="2392532" y="3116972"/>
                  </a:lnTo>
                  <a:lnTo>
                    <a:pt x="2390821" y="3116972"/>
                  </a:lnTo>
                  <a:lnTo>
                    <a:pt x="2389109" y="3116972"/>
                  </a:lnTo>
                  <a:lnTo>
                    <a:pt x="2387398" y="3116972"/>
                  </a:lnTo>
                  <a:lnTo>
                    <a:pt x="2385687" y="3116972"/>
                  </a:lnTo>
                  <a:lnTo>
                    <a:pt x="2383975" y="3116972"/>
                  </a:lnTo>
                  <a:lnTo>
                    <a:pt x="2382264" y="3116972"/>
                  </a:lnTo>
                  <a:lnTo>
                    <a:pt x="2380552" y="3116972"/>
                  </a:lnTo>
                  <a:lnTo>
                    <a:pt x="2378841" y="3116972"/>
                  </a:lnTo>
                  <a:lnTo>
                    <a:pt x="2377130" y="3116972"/>
                  </a:lnTo>
                  <a:lnTo>
                    <a:pt x="2375418" y="3116972"/>
                  </a:lnTo>
                  <a:lnTo>
                    <a:pt x="2373707" y="3116972"/>
                  </a:lnTo>
                  <a:lnTo>
                    <a:pt x="2371995" y="3116972"/>
                  </a:lnTo>
                  <a:lnTo>
                    <a:pt x="2370284" y="3116972"/>
                  </a:lnTo>
                  <a:lnTo>
                    <a:pt x="2368573" y="3116972"/>
                  </a:lnTo>
                  <a:lnTo>
                    <a:pt x="2366861" y="3116972"/>
                  </a:lnTo>
                  <a:lnTo>
                    <a:pt x="2365150" y="3116972"/>
                  </a:lnTo>
                  <a:lnTo>
                    <a:pt x="2363438" y="3116972"/>
                  </a:lnTo>
                  <a:lnTo>
                    <a:pt x="2361727" y="3116972"/>
                  </a:lnTo>
                  <a:lnTo>
                    <a:pt x="2360016" y="3116972"/>
                  </a:lnTo>
                  <a:lnTo>
                    <a:pt x="2358304" y="3116972"/>
                  </a:lnTo>
                  <a:lnTo>
                    <a:pt x="2356593" y="3116972"/>
                  </a:lnTo>
                  <a:lnTo>
                    <a:pt x="2354881" y="3116972"/>
                  </a:lnTo>
                  <a:lnTo>
                    <a:pt x="2353170" y="3116972"/>
                  </a:lnTo>
                  <a:lnTo>
                    <a:pt x="2351459" y="3116972"/>
                  </a:lnTo>
                  <a:lnTo>
                    <a:pt x="2349747" y="3116972"/>
                  </a:lnTo>
                  <a:lnTo>
                    <a:pt x="2348036" y="3116972"/>
                  </a:lnTo>
                  <a:lnTo>
                    <a:pt x="2346324" y="3116972"/>
                  </a:lnTo>
                  <a:lnTo>
                    <a:pt x="2344613" y="3116972"/>
                  </a:lnTo>
                  <a:lnTo>
                    <a:pt x="2342902" y="3116972"/>
                  </a:lnTo>
                  <a:lnTo>
                    <a:pt x="2341190" y="3116972"/>
                  </a:lnTo>
                  <a:lnTo>
                    <a:pt x="2339479" y="3116972"/>
                  </a:lnTo>
                  <a:lnTo>
                    <a:pt x="2337767" y="3116972"/>
                  </a:lnTo>
                  <a:lnTo>
                    <a:pt x="2336056" y="3116972"/>
                  </a:lnTo>
                  <a:lnTo>
                    <a:pt x="2334345" y="3116972"/>
                  </a:lnTo>
                  <a:lnTo>
                    <a:pt x="2332633" y="3116972"/>
                  </a:lnTo>
                  <a:lnTo>
                    <a:pt x="2330922" y="3116972"/>
                  </a:lnTo>
                  <a:lnTo>
                    <a:pt x="2329210" y="3116972"/>
                  </a:lnTo>
                  <a:lnTo>
                    <a:pt x="2327499" y="3116972"/>
                  </a:lnTo>
                  <a:lnTo>
                    <a:pt x="2325788" y="3116972"/>
                  </a:lnTo>
                  <a:lnTo>
                    <a:pt x="2324076" y="3116972"/>
                  </a:lnTo>
                  <a:lnTo>
                    <a:pt x="2322365" y="3116972"/>
                  </a:lnTo>
                  <a:lnTo>
                    <a:pt x="2320653" y="3116972"/>
                  </a:lnTo>
                  <a:lnTo>
                    <a:pt x="2318942" y="3116972"/>
                  </a:lnTo>
                  <a:lnTo>
                    <a:pt x="2317231" y="3116972"/>
                  </a:lnTo>
                  <a:lnTo>
                    <a:pt x="2315519" y="3116972"/>
                  </a:lnTo>
                  <a:lnTo>
                    <a:pt x="2313808" y="3116972"/>
                  </a:lnTo>
                  <a:lnTo>
                    <a:pt x="2312097" y="3116972"/>
                  </a:lnTo>
                  <a:lnTo>
                    <a:pt x="2310385" y="3116972"/>
                  </a:lnTo>
                  <a:lnTo>
                    <a:pt x="2308674" y="3116972"/>
                  </a:lnTo>
                  <a:lnTo>
                    <a:pt x="2306962" y="3116972"/>
                  </a:lnTo>
                  <a:lnTo>
                    <a:pt x="2305251" y="3116972"/>
                  </a:lnTo>
                  <a:lnTo>
                    <a:pt x="2303540" y="3116972"/>
                  </a:lnTo>
                  <a:lnTo>
                    <a:pt x="2301828" y="3116972"/>
                  </a:lnTo>
                  <a:lnTo>
                    <a:pt x="2300117" y="3116972"/>
                  </a:lnTo>
                  <a:lnTo>
                    <a:pt x="2298405" y="3116972"/>
                  </a:lnTo>
                  <a:lnTo>
                    <a:pt x="2296694" y="3116972"/>
                  </a:lnTo>
                  <a:lnTo>
                    <a:pt x="2294983" y="3116972"/>
                  </a:lnTo>
                  <a:lnTo>
                    <a:pt x="2293271" y="3116972"/>
                  </a:lnTo>
                  <a:lnTo>
                    <a:pt x="2291560" y="3116972"/>
                  </a:lnTo>
                  <a:lnTo>
                    <a:pt x="2289848" y="3116972"/>
                  </a:lnTo>
                  <a:lnTo>
                    <a:pt x="2288137" y="3116972"/>
                  </a:lnTo>
                  <a:lnTo>
                    <a:pt x="2286426" y="3116972"/>
                  </a:lnTo>
                  <a:lnTo>
                    <a:pt x="2284714" y="3116972"/>
                  </a:lnTo>
                  <a:lnTo>
                    <a:pt x="2283003" y="3116972"/>
                  </a:lnTo>
                  <a:lnTo>
                    <a:pt x="2281291" y="3116972"/>
                  </a:lnTo>
                  <a:lnTo>
                    <a:pt x="2279580" y="3116972"/>
                  </a:lnTo>
                  <a:lnTo>
                    <a:pt x="2277869" y="3116972"/>
                  </a:lnTo>
                  <a:lnTo>
                    <a:pt x="2276157" y="3116972"/>
                  </a:lnTo>
                  <a:lnTo>
                    <a:pt x="2274446" y="3116972"/>
                  </a:lnTo>
                  <a:lnTo>
                    <a:pt x="2272734" y="3116972"/>
                  </a:lnTo>
                  <a:lnTo>
                    <a:pt x="2271023" y="3116972"/>
                  </a:lnTo>
                  <a:lnTo>
                    <a:pt x="2269312" y="3116972"/>
                  </a:lnTo>
                  <a:lnTo>
                    <a:pt x="2267600" y="3116972"/>
                  </a:lnTo>
                  <a:lnTo>
                    <a:pt x="2265889" y="3116972"/>
                  </a:lnTo>
                  <a:lnTo>
                    <a:pt x="2264177" y="3116972"/>
                  </a:lnTo>
                  <a:lnTo>
                    <a:pt x="2262466" y="3116972"/>
                  </a:lnTo>
                  <a:lnTo>
                    <a:pt x="2260755" y="3116972"/>
                  </a:lnTo>
                  <a:lnTo>
                    <a:pt x="2259043" y="3116972"/>
                  </a:lnTo>
                  <a:lnTo>
                    <a:pt x="2257332" y="3116972"/>
                  </a:lnTo>
                  <a:lnTo>
                    <a:pt x="2255620" y="3116972"/>
                  </a:lnTo>
                  <a:lnTo>
                    <a:pt x="2253909" y="3116972"/>
                  </a:lnTo>
                  <a:lnTo>
                    <a:pt x="2252198" y="3116972"/>
                  </a:lnTo>
                  <a:lnTo>
                    <a:pt x="2250486" y="3116972"/>
                  </a:lnTo>
                  <a:lnTo>
                    <a:pt x="2248775" y="3116972"/>
                  </a:lnTo>
                  <a:lnTo>
                    <a:pt x="2247063" y="3116972"/>
                  </a:lnTo>
                  <a:lnTo>
                    <a:pt x="2245352" y="3116972"/>
                  </a:lnTo>
                  <a:lnTo>
                    <a:pt x="2243641" y="3116972"/>
                  </a:lnTo>
                  <a:lnTo>
                    <a:pt x="2241929" y="3116972"/>
                  </a:lnTo>
                  <a:lnTo>
                    <a:pt x="2240218" y="3116972"/>
                  </a:lnTo>
                  <a:lnTo>
                    <a:pt x="2238506" y="3116972"/>
                  </a:lnTo>
                  <a:lnTo>
                    <a:pt x="2236795" y="3116972"/>
                  </a:lnTo>
                  <a:lnTo>
                    <a:pt x="2235084" y="3116972"/>
                  </a:lnTo>
                  <a:lnTo>
                    <a:pt x="2233372" y="3116972"/>
                  </a:lnTo>
                  <a:lnTo>
                    <a:pt x="2231661" y="3116972"/>
                  </a:lnTo>
                  <a:lnTo>
                    <a:pt x="2229949" y="3116972"/>
                  </a:lnTo>
                  <a:lnTo>
                    <a:pt x="2228238" y="3116972"/>
                  </a:lnTo>
                  <a:lnTo>
                    <a:pt x="2226527" y="3116972"/>
                  </a:lnTo>
                  <a:lnTo>
                    <a:pt x="2224815" y="3116972"/>
                  </a:lnTo>
                  <a:lnTo>
                    <a:pt x="2223104" y="3116972"/>
                  </a:lnTo>
                  <a:lnTo>
                    <a:pt x="2221392" y="3116972"/>
                  </a:lnTo>
                  <a:lnTo>
                    <a:pt x="2219681" y="3116972"/>
                  </a:lnTo>
                  <a:lnTo>
                    <a:pt x="2217970" y="3116972"/>
                  </a:lnTo>
                  <a:lnTo>
                    <a:pt x="2216258" y="3116972"/>
                  </a:lnTo>
                  <a:lnTo>
                    <a:pt x="2214547" y="3116972"/>
                  </a:lnTo>
                  <a:lnTo>
                    <a:pt x="2212836" y="3116972"/>
                  </a:lnTo>
                  <a:lnTo>
                    <a:pt x="2211124" y="3116972"/>
                  </a:lnTo>
                  <a:lnTo>
                    <a:pt x="2209413" y="3116972"/>
                  </a:lnTo>
                  <a:lnTo>
                    <a:pt x="2207701" y="3116972"/>
                  </a:lnTo>
                  <a:lnTo>
                    <a:pt x="2205990" y="3116972"/>
                  </a:lnTo>
                  <a:lnTo>
                    <a:pt x="2204279" y="3116972"/>
                  </a:lnTo>
                  <a:lnTo>
                    <a:pt x="2202567" y="3116972"/>
                  </a:lnTo>
                  <a:lnTo>
                    <a:pt x="2200856" y="3116972"/>
                  </a:lnTo>
                  <a:lnTo>
                    <a:pt x="2199144" y="3116972"/>
                  </a:lnTo>
                  <a:lnTo>
                    <a:pt x="2197433" y="3116972"/>
                  </a:lnTo>
                  <a:lnTo>
                    <a:pt x="2195722" y="3116972"/>
                  </a:lnTo>
                  <a:lnTo>
                    <a:pt x="2194010" y="3116972"/>
                  </a:lnTo>
                  <a:lnTo>
                    <a:pt x="2192299" y="3116972"/>
                  </a:lnTo>
                  <a:lnTo>
                    <a:pt x="2190587" y="3116972"/>
                  </a:lnTo>
                  <a:lnTo>
                    <a:pt x="2188876" y="3116972"/>
                  </a:lnTo>
                  <a:lnTo>
                    <a:pt x="2187165" y="3116972"/>
                  </a:lnTo>
                  <a:lnTo>
                    <a:pt x="2185453" y="3116972"/>
                  </a:lnTo>
                  <a:lnTo>
                    <a:pt x="2183742" y="3116972"/>
                  </a:lnTo>
                  <a:lnTo>
                    <a:pt x="2182030" y="3116972"/>
                  </a:lnTo>
                  <a:lnTo>
                    <a:pt x="2180319" y="3116972"/>
                  </a:lnTo>
                  <a:lnTo>
                    <a:pt x="2178608" y="3116972"/>
                  </a:lnTo>
                  <a:lnTo>
                    <a:pt x="2176896" y="3116972"/>
                  </a:lnTo>
                  <a:lnTo>
                    <a:pt x="2175185" y="3116972"/>
                  </a:lnTo>
                  <a:lnTo>
                    <a:pt x="2173473" y="3116972"/>
                  </a:lnTo>
                  <a:lnTo>
                    <a:pt x="2171762" y="3116972"/>
                  </a:lnTo>
                  <a:lnTo>
                    <a:pt x="2170051" y="3116972"/>
                  </a:lnTo>
                  <a:lnTo>
                    <a:pt x="2168339" y="3116972"/>
                  </a:lnTo>
                  <a:lnTo>
                    <a:pt x="2166628" y="3116972"/>
                  </a:lnTo>
                  <a:lnTo>
                    <a:pt x="2164916" y="3116972"/>
                  </a:lnTo>
                  <a:lnTo>
                    <a:pt x="2163205" y="3116972"/>
                  </a:lnTo>
                  <a:lnTo>
                    <a:pt x="2161494" y="3116972"/>
                  </a:lnTo>
                  <a:lnTo>
                    <a:pt x="2159782" y="3116972"/>
                  </a:lnTo>
                  <a:lnTo>
                    <a:pt x="2158071" y="3116972"/>
                  </a:lnTo>
                  <a:lnTo>
                    <a:pt x="2156359" y="3116972"/>
                  </a:lnTo>
                  <a:lnTo>
                    <a:pt x="2154648" y="3116972"/>
                  </a:lnTo>
                  <a:lnTo>
                    <a:pt x="2152937" y="3116972"/>
                  </a:lnTo>
                  <a:lnTo>
                    <a:pt x="2151225" y="3116972"/>
                  </a:lnTo>
                  <a:lnTo>
                    <a:pt x="2149514" y="3116972"/>
                  </a:lnTo>
                  <a:lnTo>
                    <a:pt x="2147802" y="3116972"/>
                  </a:lnTo>
                  <a:lnTo>
                    <a:pt x="2146091" y="3116972"/>
                  </a:lnTo>
                  <a:lnTo>
                    <a:pt x="2144380" y="3116972"/>
                  </a:lnTo>
                  <a:lnTo>
                    <a:pt x="2142668" y="3116972"/>
                  </a:lnTo>
                  <a:lnTo>
                    <a:pt x="2140957" y="3116972"/>
                  </a:lnTo>
                  <a:lnTo>
                    <a:pt x="2139245" y="3116972"/>
                  </a:lnTo>
                  <a:lnTo>
                    <a:pt x="2137534" y="3116972"/>
                  </a:lnTo>
                  <a:lnTo>
                    <a:pt x="2135823" y="3116972"/>
                  </a:lnTo>
                  <a:lnTo>
                    <a:pt x="2134111" y="3116972"/>
                  </a:lnTo>
                  <a:lnTo>
                    <a:pt x="2132400" y="3116972"/>
                  </a:lnTo>
                  <a:lnTo>
                    <a:pt x="2130688" y="3116972"/>
                  </a:lnTo>
                  <a:lnTo>
                    <a:pt x="2128977" y="3116972"/>
                  </a:lnTo>
                  <a:lnTo>
                    <a:pt x="2127266" y="3116972"/>
                  </a:lnTo>
                  <a:lnTo>
                    <a:pt x="2125554" y="3116972"/>
                  </a:lnTo>
                  <a:lnTo>
                    <a:pt x="2123843" y="3116972"/>
                  </a:lnTo>
                  <a:lnTo>
                    <a:pt x="2122131" y="3116972"/>
                  </a:lnTo>
                  <a:lnTo>
                    <a:pt x="2120420" y="3116972"/>
                  </a:lnTo>
                  <a:lnTo>
                    <a:pt x="2118709" y="3116972"/>
                  </a:lnTo>
                  <a:lnTo>
                    <a:pt x="2116997" y="3116972"/>
                  </a:lnTo>
                  <a:lnTo>
                    <a:pt x="2115286" y="3116972"/>
                  </a:lnTo>
                  <a:lnTo>
                    <a:pt x="2113574" y="3116972"/>
                  </a:lnTo>
                  <a:lnTo>
                    <a:pt x="2111863" y="3116972"/>
                  </a:lnTo>
                  <a:lnTo>
                    <a:pt x="2110152" y="3116972"/>
                  </a:lnTo>
                  <a:lnTo>
                    <a:pt x="2108440" y="3116972"/>
                  </a:lnTo>
                  <a:lnTo>
                    <a:pt x="2106729" y="3116972"/>
                  </a:lnTo>
                  <a:lnTo>
                    <a:pt x="2105018" y="3116972"/>
                  </a:lnTo>
                  <a:lnTo>
                    <a:pt x="2103306" y="3116972"/>
                  </a:lnTo>
                  <a:lnTo>
                    <a:pt x="2101595" y="3116972"/>
                  </a:lnTo>
                  <a:lnTo>
                    <a:pt x="2099883" y="3116972"/>
                  </a:lnTo>
                  <a:lnTo>
                    <a:pt x="2098172" y="3116972"/>
                  </a:lnTo>
                  <a:lnTo>
                    <a:pt x="2096461" y="3116972"/>
                  </a:lnTo>
                  <a:lnTo>
                    <a:pt x="2094749" y="3116972"/>
                  </a:lnTo>
                  <a:lnTo>
                    <a:pt x="2093038" y="3116972"/>
                  </a:lnTo>
                  <a:lnTo>
                    <a:pt x="2091326" y="3116972"/>
                  </a:lnTo>
                  <a:lnTo>
                    <a:pt x="2089615" y="3116972"/>
                  </a:lnTo>
                  <a:lnTo>
                    <a:pt x="2087904" y="3116972"/>
                  </a:lnTo>
                  <a:lnTo>
                    <a:pt x="2086192" y="3116972"/>
                  </a:lnTo>
                  <a:lnTo>
                    <a:pt x="2084481" y="3116972"/>
                  </a:lnTo>
                  <a:lnTo>
                    <a:pt x="2082769" y="3116972"/>
                  </a:lnTo>
                  <a:lnTo>
                    <a:pt x="2081058" y="3116972"/>
                  </a:lnTo>
                  <a:lnTo>
                    <a:pt x="2079347" y="3116972"/>
                  </a:lnTo>
                  <a:lnTo>
                    <a:pt x="2077635" y="3116972"/>
                  </a:lnTo>
                  <a:lnTo>
                    <a:pt x="2075924" y="3116972"/>
                  </a:lnTo>
                  <a:lnTo>
                    <a:pt x="2074212" y="3116972"/>
                  </a:lnTo>
                  <a:lnTo>
                    <a:pt x="2072501" y="3116972"/>
                  </a:lnTo>
                  <a:lnTo>
                    <a:pt x="2070790" y="3116972"/>
                  </a:lnTo>
                  <a:lnTo>
                    <a:pt x="2069078" y="3116972"/>
                  </a:lnTo>
                  <a:lnTo>
                    <a:pt x="2067367" y="3116972"/>
                  </a:lnTo>
                  <a:lnTo>
                    <a:pt x="2065655" y="3116972"/>
                  </a:lnTo>
                  <a:lnTo>
                    <a:pt x="2063944" y="3116972"/>
                  </a:lnTo>
                  <a:lnTo>
                    <a:pt x="2062233" y="3116972"/>
                  </a:lnTo>
                  <a:lnTo>
                    <a:pt x="2060521" y="3116972"/>
                  </a:lnTo>
                  <a:lnTo>
                    <a:pt x="2058810" y="3116972"/>
                  </a:lnTo>
                  <a:lnTo>
                    <a:pt x="2057098" y="3116972"/>
                  </a:lnTo>
                  <a:lnTo>
                    <a:pt x="2055387" y="3116972"/>
                  </a:lnTo>
                  <a:lnTo>
                    <a:pt x="2053676" y="3116972"/>
                  </a:lnTo>
                  <a:lnTo>
                    <a:pt x="2051964" y="3116972"/>
                  </a:lnTo>
                  <a:lnTo>
                    <a:pt x="2050253" y="3116972"/>
                  </a:lnTo>
                  <a:lnTo>
                    <a:pt x="2048541" y="3116972"/>
                  </a:lnTo>
                  <a:lnTo>
                    <a:pt x="2046830" y="3116972"/>
                  </a:lnTo>
                  <a:lnTo>
                    <a:pt x="2045119" y="3116972"/>
                  </a:lnTo>
                  <a:lnTo>
                    <a:pt x="2043407" y="3116972"/>
                  </a:lnTo>
                  <a:lnTo>
                    <a:pt x="2041696" y="3116972"/>
                  </a:lnTo>
                  <a:lnTo>
                    <a:pt x="2039984" y="3116972"/>
                  </a:lnTo>
                  <a:lnTo>
                    <a:pt x="2038273" y="3116972"/>
                  </a:lnTo>
                  <a:lnTo>
                    <a:pt x="2036562" y="3116972"/>
                  </a:lnTo>
                  <a:lnTo>
                    <a:pt x="2034850" y="3116972"/>
                  </a:lnTo>
                  <a:lnTo>
                    <a:pt x="2033139" y="3116972"/>
                  </a:lnTo>
                  <a:lnTo>
                    <a:pt x="2031427" y="3116972"/>
                  </a:lnTo>
                  <a:lnTo>
                    <a:pt x="2029716" y="3116972"/>
                  </a:lnTo>
                  <a:lnTo>
                    <a:pt x="2028005" y="3116972"/>
                  </a:lnTo>
                  <a:lnTo>
                    <a:pt x="2026293" y="3116972"/>
                  </a:lnTo>
                  <a:lnTo>
                    <a:pt x="2024582" y="3116972"/>
                  </a:lnTo>
                  <a:lnTo>
                    <a:pt x="2022870" y="3116972"/>
                  </a:lnTo>
                  <a:lnTo>
                    <a:pt x="2021159" y="3116972"/>
                  </a:lnTo>
                  <a:lnTo>
                    <a:pt x="2019448" y="3116972"/>
                  </a:lnTo>
                  <a:lnTo>
                    <a:pt x="2017736" y="3116972"/>
                  </a:lnTo>
                  <a:lnTo>
                    <a:pt x="2016025" y="3116972"/>
                  </a:lnTo>
                  <a:lnTo>
                    <a:pt x="2014313" y="3116972"/>
                  </a:lnTo>
                  <a:lnTo>
                    <a:pt x="2012602" y="3116972"/>
                  </a:lnTo>
                  <a:lnTo>
                    <a:pt x="2010891" y="3116972"/>
                  </a:lnTo>
                  <a:lnTo>
                    <a:pt x="2009179" y="3116972"/>
                  </a:lnTo>
                  <a:lnTo>
                    <a:pt x="2007468" y="3116972"/>
                  </a:lnTo>
                  <a:lnTo>
                    <a:pt x="2005756" y="3116972"/>
                  </a:lnTo>
                  <a:lnTo>
                    <a:pt x="2004045" y="3116972"/>
                  </a:lnTo>
                  <a:lnTo>
                    <a:pt x="2002334" y="3116972"/>
                  </a:lnTo>
                  <a:lnTo>
                    <a:pt x="2000622" y="3116972"/>
                  </a:lnTo>
                  <a:lnTo>
                    <a:pt x="1998911" y="3116972"/>
                  </a:lnTo>
                  <a:lnTo>
                    <a:pt x="1997200" y="3116972"/>
                  </a:lnTo>
                  <a:lnTo>
                    <a:pt x="1995488" y="3116972"/>
                  </a:lnTo>
                  <a:lnTo>
                    <a:pt x="1993777" y="3116972"/>
                  </a:lnTo>
                  <a:lnTo>
                    <a:pt x="1992065" y="3116972"/>
                  </a:lnTo>
                  <a:lnTo>
                    <a:pt x="1990354" y="3116972"/>
                  </a:lnTo>
                  <a:lnTo>
                    <a:pt x="1988643" y="3116972"/>
                  </a:lnTo>
                  <a:lnTo>
                    <a:pt x="1986931" y="3116972"/>
                  </a:lnTo>
                  <a:lnTo>
                    <a:pt x="1985220" y="3116972"/>
                  </a:lnTo>
                  <a:lnTo>
                    <a:pt x="1983508" y="3116972"/>
                  </a:lnTo>
                  <a:lnTo>
                    <a:pt x="1981797" y="3116972"/>
                  </a:lnTo>
                  <a:lnTo>
                    <a:pt x="1980086" y="3116972"/>
                  </a:lnTo>
                  <a:lnTo>
                    <a:pt x="1978374" y="3116972"/>
                  </a:lnTo>
                  <a:lnTo>
                    <a:pt x="1976663" y="3116972"/>
                  </a:lnTo>
                  <a:lnTo>
                    <a:pt x="1974951" y="3116972"/>
                  </a:lnTo>
                  <a:lnTo>
                    <a:pt x="1973240" y="3116972"/>
                  </a:lnTo>
                  <a:lnTo>
                    <a:pt x="1971529" y="3116972"/>
                  </a:lnTo>
                  <a:lnTo>
                    <a:pt x="1969817" y="3116972"/>
                  </a:lnTo>
                  <a:lnTo>
                    <a:pt x="1968106" y="3116972"/>
                  </a:lnTo>
                  <a:lnTo>
                    <a:pt x="1966394" y="3116972"/>
                  </a:lnTo>
                  <a:lnTo>
                    <a:pt x="1964683" y="3116972"/>
                  </a:lnTo>
                  <a:lnTo>
                    <a:pt x="1962972" y="3116972"/>
                  </a:lnTo>
                  <a:lnTo>
                    <a:pt x="1961260" y="3116972"/>
                  </a:lnTo>
                  <a:lnTo>
                    <a:pt x="1959549" y="3116972"/>
                  </a:lnTo>
                  <a:lnTo>
                    <a:pt x="1957837" y="3116972"/>
                  </a:lnTo>
                  <a:lnTo>
                    <a:pt x="1956126" y="3116972"/>
                  </a:lnTo>
                  <a:lnTo>
                    <a:pt x="1954415" y="3116972"/>
                  </a:lnTo>
                  <a:lnTo>
                    <a:pt x="1952703" y="3116972"/>
                  </a:lnTo>
                  <a:lnTo>
                    <a:pt x="1950992" y="3116972"/>
                  </a:lnTo>
                  <a:lnTo>
                    <a:pt x="1949280" y="3116972"/>
                  </a:lnTo>
                  <a:lnTo>
                    <a:pt x="1947569" y="3116972"/>
                  </a:lnTo>
                  <a:lnTo>
                    <a:pt x="1945858" y="3116972"/>
                  </a:lnTo>
                  <a:lnTo>
                    <a:pt x="1944146" y="3116972"/>
                  </a:lnTo>
                  <a:lnTo>
                    <a:pt x="1942435" y="3116972"/>
                  </a:lnTo>
                  <a:lnTo>
                    <a:pt x="1940723" y="3116972"/>
                  </a:lnTo>
                  <a:lnTo>
                    <a:pt x="1939012" y="3116972"/>
                  </a:lnTo>
                  <a:lnTo>
                    <a:pt x="1937301" y="3116972"/>
                  </a:lnTo>
                  <a:lnTo>
                    <a:pt x="1935589" y="3116972"/>
                  </a:lnTo>
                  <a:lnTo>
                    <a:pt x="1933878" y="3116972"/>
                  </a:lnTo>
                  <a:lnTo>
                    <a:pt x="1932166" y="3116972"/>
                  </a:lnTo>
                  <a:lnTo>
                    <a:pt x="1930455" y="3116972"/>
                  </a:lnTo>
                  <a:lnTo>
                    <a:pt x="1928744" y="3116972"/>
                  </a:lnTo>
                  <a:lnTo>
                    <a:pt x="1927032" y="3116972"/>
                  </a:lnTo>
                  <a:lnTo>
                    <a:pt x="1925321" y="3116972"/>
                  </a:lnTo>
                  <a:lnTo>
                    <a:pt x="1923609" y="3116972"/>
                  </a:lnTo>
                  <a:lnTo>
                    <a:pt x="1921898" y="3116972"/>
                  </a:lnTo>
                  <a:lnTo>
                    <a:pt x="1920187" y="3116972"/>
                  </a:lnTo>
                  <a:lnTo>
                    <a:pt x="1918475" y="3116972"/>
                  </a:lnTo>
                  <a:lnTo>
                    <a:pt x="1916764" y="3116972"/>
                  </a:lnTo>
                  <a:lnTo>
                    <a:pt x="1915052" y="3116972"/>
                  </a:lnTo>
                  <a:lnTo>
                    <a:pt x="1913341" y="3116972"/>
                  </a:lnTo>
                  <a:lnTo>
                    <a:pt x="1911630" y="3116972"/>
                  </a:lnTo>
                  <a:lnTo>
                    <a:pt x="1909918" y="3116972"/>
                  </a:lnTo>
                  <a:lnTo>
                    <a:pt x="1908207" y="3116972"/>
                  </a:lnTo>
                  <a:lnTo>
                    <a:pt x="1906495" y="3116972"/>
                  </a:lnTo>
                  <a:lnTo>
                    <a:pt x="1904784" y="3116972"/>
                  </a:lnTo>
                  <a:lnTo>
                    <a:pt x="1903073" y="3116972"/>
                  </a:lnTo>
                  <a:lnTo>
                    <a:pt x="1901361" y="3116972"/>
                  </a:lnTo>
                  <a:lnTo>
                    <a:pt x="1899650" y="3116972"/>
                  </a:lnTo>
                  <a:lnTo>
                    <a:pt x="1897938" y="3116972"/>
                  </a:lnTo>
                  <a:lnTo>
                    <a:pt x="1896227" y="3116972"/>
                  </a:lnTo>
                  <a:lnTo>
                    <a:pt x="1894516" y="3116972"/>
                  </a:lnTo>
                  <a:lnTo>
                    <a:pt x="1892804" y="3116972"/>
                  </a:lnTo>
                  <a:lnTo>
                    <a:pt x="1891093" y="3116972"/>
                  </a:lnTo>
                  <a:lnTo>
                    <a:pt x="1889382" y="3116972"/>
                  </a:lnTo>
                  <a:lnTo>
                    <a:pt x="1887670" y="3116972"/>
                  </a:lnTo>
                  <a:lnTo>
                    <a:pt x="1885959" y="3116972"/>
                  </a:lnTo>
                  <a:lnTo>
                    <a:pt x="1884247" y="3116972"/>
                  </a:lnTo>
                  <a:lnTo>
                    <a:pt x="1882536" y="3116972"/>
                  </a:lnTo>
                  <a:lnTo>
                    <a:pt x="1880825" y="3116972"/>
                  </a:lnTo>
                  <a:lnTo>
                    <a:pt x="1879113" y="3116972"/>
                  </a:lnTo>
                  <a:lnTo>
                    <a:pt x="1877402" y="3116972"/>
                  </a:lnTo>
                  <a:lnTo>
                    <a:pt x="1875690" y="3116972"/>
                  </a:lnTo>
                  <a:lnTo>
                    <a:pt x="1873979" y="3116972"/>
                  </a:lnTo>
                  <a:lnTo>
                    <a:pt x="1872268" y="3116972"/>
                  </a:lnTo>
                  <a:lnTo>
                    <a:pt x="1870556" y="3116972"/>
                  </a:lnTo>
                  <a:lnTo>
                    <a:pt x="1868845" y="3116972"/>
                  </a:lnTo>
                  <a:lnTo>
                    <a:pt x="1867133" y="3116972"/>
                  </a:lnTo>
                  <a:lnTo>
                    <a:pt x="1865422" y="3116972"/>
                  </a:lnTo>
                  <a:lnTo>
                    <a:pt x="1863711" y="3116972"/>
                  </a:lnTo>
                  <a:lnTo>
                    <a:pt x="1861999" y="3116972"/>
                  </a:lnTo>
                  <a:lnTo>
                    <a:pt x="1860288" y="3116972"/>
                  </a:lnTo>
                  <a:lnTo>
                    <a:pt x="1858576" y="3116972"/>
                  </a:lnTo>
                  <a:lnTo>
                    <a:pt x="1856865" y="3116972"/>
                  </a:lnTo>
                  <a:lnTo>
                    <a:pt x="1855154" y="3116972"/>
                  </a:lnTo>
                  <a:lnTo>
                    <a:pt x="1853442" y="3116972"/>
                  </a:lnTo>
                  <a:lnTo>
                    <a:pt x="1851731" y="3116972"/>
                  </a:lnTo>
                  <a:lnTo>
                    <a:pt x="1850019" y="3116972"/>
                  </a:lnTo>
                  <a:lnTo>
                    <a:pt x="1848308" y="3116972"/>
                  </a:lnTo>
                  <a:lnTo>
                    <a:pt x="1846597" y="3116972"/>
                  </a:lnTo>
                  <a:lnTo>
                    <a:pt x="1844885" y="3116972"/>
                  </a:lnTo>
                  <a:lnTo>
                    <a:pt x="1843174" y="3116972"/>
                  </a:lnTo>
                  <a:lnTo>
                    <a:pt x="1841462" y="3116972"/>
                  </a:lnTo>
                  <a:lnTo>
                    <a:pt x="1839751" y="3116972"/>
                  </a:lnTo>
                  <a:lnTo>
                    <a:pt x="1838040" y="3116972"/>
                  </a:lnTo>
                  <a:lnTo>
                    <a:pt x="1836328" y="3116972"/>
                  </a:lnTo>
                  <a:lnTo>
                    <a:pt x="1834617" y="3116972"/>
                  </a:lnTo>
                  <a:lnTo>
                    <a:pt x="1832905" y="3116972"/>
                  </a:lnTo>
                  <a:lnTo>
                    <a:pt x="1831194" y="3116972"/>
                  </a:lnTo>
                  <a:lnTo>
                    <a:pt x="1829483" y="3116972"/>
                  </a:lnTo>
                  <a:lnTo>
                    <a:pt x="1827771" y="3116972"/>
                  </a:lnTo>
                  <a:lnTo>
                    <a:pt x="1826060" y="3116972"/>
                  </a:lnTo>
                  <a:lnTo>
                    <a:pt x="1824348" y="3116972"/>
                  </a:lnTo>
                  <a:lnTo>
                    <a:pt x="1822637" y="3116972"/>
                  </a:lnTo>
                  <a:lnTo>
                    <a:pt x="1820926" y="3116972"/>
                  </a:lnTo>
                  <a:lnTo>
                    <a:pt x="1819214" y="3116972"/>
                  </a:lnTo>
                  <a:lnTo>
                    <a:pt x="1817503" y="3116972"/>
                  </a:lnTo>
                  <a:lnTo>
                    <a:pt x="1815791" y="3116972"/>
                  </a:lnTo>
                  <a:lnTo>
                    <a:pt x="1814080" y="3116972"/>
                  </a:lnTo>
                  <a:lnTo>
                    <a:pt x="1812369" y="3116972"/>
                  </a:lnTo>
                  <a:lnTo>
                    <a:pt x="1810657" y="3116972"/>
                  </a:lnTo>
                  <a:lnTo>
                    <a:pt x="1808946" y="3116972"/>
                  </a:lnTo>
                  <a:lnTo>
                    <a:pt x="1807234" y="3116972"/>
                  </a:lnTo>
                  <a:lnTo>
                    <a:pt x="1805523" y="3116972"/>
                  </a:lnTo>
                  <a:lnTo>
                    <a:pt x="1803812" y="3116972"/>
                  </a:lnTo>
                  <a:lnTo>
                    <a:pt x="1802100" y="3116972"/>
                  </a:lnTo>
                  <a:lnTo>
                    <a:pt x="1800389" y="3116972"/>
                  </a:lnTo>
                  <a:lnTo>
                    <a:pt x="1798677" y="3116972"/>
                  </a:lnTo>
                  <a:lnTo>
                    <a:pt x="1796966" y="3116972"/>
                  </a:lnTo>
                  <a:lnTo>
                    <a:pt x="1795255" y="3116972"/>
                  </a:lnTo>
                  <a:lnTo>
                    <a:pt x="1793543" y="3116972"/>
                  </a:lnTo>
                  <a:lnTo>
                    <a:pt x="1791832" y="3116972"/>
                  </a:lnTo>
                  <a:lnTo>
                    <a:pt x="1790121" y="3116972"/>
                  </a:lnTo>
                  <a:lnTo>
                    <a:pt x="1788409" y="3116972"/>
                  </a:lnTo>
                  <a:lnTo>
                    <a:pt x="1786698" y="3116972"/>
                  </a:lnTo>
                  <a:lnTo>
                    <a:pt x="1784986" y="3116972"/>
                  </a:lnTo>
                  <a:lnTo>
                    <a:pt x="1783275" y="3116972"/>
                  </a:lnTo>
                  <a:lnTo>
                    <a:pt x="1781564" y="3116972"/>
                  </a:lnTo>
                  <a:lnTo>
                    <a:pt x="1779852" y="3116972"/>
                  </a:lnTo>
                  <a:lnTo>
                    <a:pt x="1778141" y="3116972"/>
                  </a:lnTo>
                  <a:lnTo>
                    <a:pt x="1776429" y="3116972"/>
                  </a:lnTo>
                  <a:lnTo>
                    <a:pt x="1774718" y="3116972"/>
                  </a:lnTo>
                  <a:lnTo>
                    <a:pt x="1773007" y="3116972"/>
                  </a:lnTo>
                  <a:lnTo>
                    <a:pt x="1771295" y="3116972"/>
                  </a:lnTo>
                  <a:lnTo>
                    <a:pt x="1769584" y="3116972"/>
                  </a:lnTo>
                  <a:lnTo>
                    <a:pt x="1767872" y="3116972"/>
                  </a:lnTo>
                  <a:lnTo>
                    <a:pt x="1766161" y="3116972"/>
                  </a:lnTo>
                  <a:lnTo>
                    <a:pt x="1764450" y="3116972"/>
                  </a:lnTo>
                  <a:lnTo>
                    <a:pt x="1762738" y="3116972"/>
                  </a:lnTo>
                  <a:lnTo>
                    <a:pt x="1761027" y="3116972"/>
                  </a:lnTo>
                  <a:lnTo>
                    <a:pt x="1759315" y="3116972"/>
                  </a:lnTo>
                  <a:lnTo>
                    <a:pt x="1757604" y="3116972"/>
                  </a:lnTo>
                  <a:lnTo>
                    <a:pt x="1755893" y="3116972"/>
                  </a:lnTo>
                  <a:lnTo>
                    <a:pt x="1754181" y="3116972"/>
                  </a:lnTo>
                  <a:lnTo>
                    <a:pt x="1752470" y="3116972"/>
                  </a:lnTo>
                  <a:lnTo>
                    <a:pt x="1750758" y="3116972"/>
                  </a:lnTo>
                  <a:lnTo>
                    <a:pt x="1749047" y="3116972"/>
                  </a:lnTo>
                  <a:lnTo>
                    <a:pt x="1747336" y="3116972"/>
                  </a:lnTo>
                  <a:lnTo>
                    <a:pt x="1745624" y="3116972"/>
                  </a:lnTo>
                  <a:lnTo>
                    <a:pt x="1743913" y="3116972"/>
                  </a:lnTo>
                  <a:lnTo>
                    <a:pt x="1742201" y="3116972"/>
                  </a:lnTo>
                  <a:lnTo>
                    <a:pt x="1740490" y="3116972"/>
                  </a:lnTo>
                  <a:lnTo>
                    <a:pt x="1738779" y="3116972"/>
                  </a:lnTo>
                  <a:lnTo>
                    <a:pt x="1737067" y="3116972"/>
                  </a:lnTo>
                  <a:lnTo>
                    <a:pt x="1735356" y="3116972"/>
                  </a:lnTo>
                  <a:lnTo>
                    <a:pt x="1733644" y="3116972"/>
                  </a:lnTo>
                  <a:lnTo>
                    <a:pt x="1731933" y="3116972"/>
                  </a:lnTo>
                  <a:lnTo>
                    <a:pt x="1730222" y="3116972"/>
                  </a:lnTo>
                  <a:lnTo>
                    <a:pt x="1728510" y="3116972"/>
                  </a:lnTo>
                  <a:lnTo>
                    <a:pt x="1726799" y="3116972"/>
                  </a:lnTo>
                  <a:lnTo>
                    <a:pt x="1725087" y="3116972"/>
                  </a:lnTo>
                  <a:lnTo>
                    <a:pt x="1723376" y="3116972"/>
                  </a:lnTo>
                  <a:lnTo>
                    <a:pt x="1721665" y="3116972"/>
                  </a:lnTo>
                  <a:lnTo>
                    <a:pt x="1719953" y="3116972"/>
                  </a:lnTo>
                  <a:lnTo>
                    <a:pt x="1718242" y="3116972"/>
                  </a:lnTo>
                  <a:lnTo>
                    <a:pt x="1716530" y="3116972"/>
                  </a:lnTo>
                  <a:lnTo>
                    <a:pt x="1714819" y="3116972"/>
                  </a:lnTo>
                  <a:lnTo>
                    <a:pt x="1713108" y="3116972"/>
                  </a:lnTo>
                  <a:lnTo>
                    <a:pt x="1711396" y="3116972"/>
                  </a:lnTo>
                  <a:lnTo>
                    <a:pt x="1709685" y="3116972"/>
                  </a:lnTo>
                  <a:lnTo>
                    <a:pt x="1707973" y="3116972"/>
                  </a:lnTo>
                  <a:lnTo>
                    <a:pt x="1706262" y="3116972"/>
                  </a:lnTo>
                  <a:lnTo>
                    <a:pt x="1704551" y="3116972"/>
                  </a:lnTo>
                  <a:lnTo>
                    <a:pt x="1702839" y="3116972"/>
                  </a:lnTo>
                  <a:lnTo>
                    <a:pt x="1701128" y="3116972"/>
                  </a:lnTo>
                  <a:lnTo>
                    <a:pt x="1699416" y="3116972"/>
                  </a:lnTo>
                  <a:lnTo>
                    <a:pt x="1697705" y="3116972"/>
                  </a:lnTo>
                  <a:lnTo>
                    <a:pt x="1695994" y="3116972"/>
                  </a:lnTo>
                  <a:lnTo>
                    <a:pt x="1694282" y="3116972"/>
                  </a:lnTo>
                  <a:lnTo>
                    <a:pt x="1692571" y="3116972"/>
                  </a:lnTo>
                  <a:lnTo>
                    <a:pt x="1690859" y="3116972"/>
                  </a:lnTo>
                  <a:lnTo>
                    <a:pt x="1689148" y="3116972"/>
                  </a:lnTo>
                  <a:lnTo>
                    <a:pt x="1687437" y="3116972"/>
                  </a:lnTo>
                  <a:lnTo>
                    <a:pt x="1685725" y="3116972"/>
                  </a:lnTo>
                  <a:lnTo>
                    <a:pt x="1684014" y="3116972"/>
                  </a:lnTo>
                  <a:lnTo>
                    <a:pt x="1682303" y="3116972"/>
                  </a:lnTo>
                  <a:lnTo>
                    <a:pt x="1680591" y="3116972"/>
                  </a:lnTo>
                  <a:lnTo>
                    <a:pt x="1678880" y="3116972"/>
                  </a:lnTo>
                  <a:lnTo>
                    <a:pt x="1677168" y="3116972"/>
                  </a:lnTo>
                  <a:lnTo>
                    <a:pt x="1675457" y="3116972"/>
                  </a:lnTo>
                  <a:lnTo>
                    <a:pt x="1673746" y="3116972"/>
                  </a:lnTo>
                  <a:lnTo>
                    <a:pt x="1672034" y="3116972"/>
                  </a:lnTo>
                  <a:lnTo>
                    <a:pt x="1670323" y="3116972"/>
                  </a:lnTo>
                  <a:lnTo>
                    <a:pt x="1668611" y="3116972"/>
                  </a:lnTo>
                  <a:lnTo>
                    <a:pt x="1666900" y="3116972"/>
                  </a:lnTo>
                  <a:lnTo>
                    <a:pt x="1665189" y="3116972"/>
                  </a:lnTo>
                  <a:lnTo>
                    <a:pt x="1663477" y="3116972"/>
                  </a:lnTo>
                  <a:lnTo>
                    <a:pt x="1661766" y="3116972"/>
                  </a:lnTo>
                  <a:lnTo>
                    <a:pt x="1660054" y="3116972"/>
                  </a:lnTo>
                  <a:lnTo>
                    <a:pt x="1658343" y="3116972"/>
                  </a:lnTo>
                  <a:lnTo>
                    <a:pt x="1656632" y="3116972"/>
                  </a:lnTo>
                  <a:lnTo>
                    <a:pt x="1654920" y="3116972"/>
                  </a:lnTo>
                  <a:lnTo>
                    <a:pt x="1653209" y="3116972"/>
                  </a:lnTo>
                  <a:lnTo>
                    <a:pt x="1651497" y="3116972"/>
                  </a:lnTo>
                  <a:lnTo>
                    <a:pt x="1649786" y="3116972"/>
                  </a:lnTo>
                  <a:lnTo>
                    <a:pt x="1648075" y="3116972"/>
                  </a:lnTo>
                  <a:lnTo>
                    <a:pt x="1646363" y="3116972"/>
                  </a:lnTo>
                  <a:lnTo>
                    <a:pt x="1644652" y="3116972"/>
                  </a:lnTo>
                  <a:lnTo>
                    <a:pt x="1642940" y="3116972"/>
                  </a:lnTo>
                  <a:lnTo>
                    <a:pt x="1641229" y="3116972"/>
                  </a:lnTo>
                  <a:lnTo>
                    <a:pt x="1639518" y="3116972"/>
                  </a:lnTo>
                  <a:lnTo>
                    <a:pt x="1637806" y="3116972"/>
                  </a:lnTo>
                  <a:lnTo>
                    <a:pt x="1636095" y="3116972"/>
                  </a:lnTo>
                  <a:lnTo>
                    <a:pt x="1634383" y="3116972"/>
                  </a:lnTo>
                  <a:lnTo>
                    <a:pt x="1632672" y="3116972"/>
                  </a:lnTo>
                  <a:lnTo>
                    <a:pt x="1630961" y="3116972"/>
                  </a:lnTo>
                  <a:lnTo>
                    <a:pt x="1629249" y="3116972"/>
                  </a:lnTo>
                  <a:lnTo>
                    <a:pt x="1627538" y="3116972"/>
                  </a:lnTo>
                  <a:lnTo>
                    <a:pt x="1625826" y="3116972"/>
                  </a:lnTo>
                  <a:lnTo>
                    <a:pt x="1624115" y="3116972"/>
                  </a:lnTo>
                  <a:lnTo>
                    <a:pt x="1622404" y="3116972"/>
                  </a:lnTo>
                  <a:lnTo>
                    <a:pt x="1620692" y="3116972"/>
                  </a:lnTo>
                  <a:lnTo>
                    <a:pt x="1618981" y="3116972"/>
                  </a:lnTo>
                  <a:lnTo>
                    <a:pt x="1617269" y="3116972"/>
                  </a:lnTo>
                  <a:lnTo>
                    <a:pt x="1615558" y="3116972"/>
                  </a:lnTo>
                  <a:lnTo>
                    <a:pt x="1613847" y="3116972"/>
                  </a:lnTo>
                  <a:lnTo>
                    <a:pt x="1612135" y="3116972"/>
                  </a:lnTo>
                  <a:lnTo>
                    <a:pt x="1610424" y="3116972"/>
                  </a:lnTo>
                  <a:lnTo>
                    <a:pt x="1608712" y="3116972"/>
                  </a:lnTo>
                  <a:lnTo>
                    <a:pt x="1607001" y="3116972"/>
                  </a:lnTo>
                  <a:lnTo>
                    <a:pt x="1605290" y="3116972"/>
                  </a:lnTo>
                  <a:lnTo>
                    <a:pt x="1603578" y="3116972"/>
                  </a:lnTo>
                  <a:lnTo>
                    <a:pt x="1601867" y="3116972"/>
                  </a:lnTo>
                  <a:lnTo>
                    <a:pt x="1600155" y="3116972"/>
                  </a:lnTo>
                  <a:lnTo>
                    <a:pt x="1598444" y="3116972"/>
                  </a:lnTo>
                  <a:lnTo>
                    <a:pt x="1596733" y="3116972"/>
                  </a:lnTo>
                  <a:lnTo>
                    <a:pt x="1595021" y="3116972"/>
                  </a:lnTo>
                  <a:lnTo>
                    <a:pt x="1593310" y="3116972"/>
                  </a:lnTo>
                  <a:lnTo>
                    <a:pt x="1591598" y="3116972"/>
                  </a:lnTo>
                  <a:lnTo>
                    <a:pt x="1589887" y="3116972"/>
                  </a:lnTo>
                  <a:lnTo>
                    <a:pt x="1588176" y="3116972"/>
                  </a:lnTo>
                  <a:lnTo>
                    <a:pt x="1586464" y="3116972"/>
                  </a:lnTo>
                  <a:lnTo>
                    <a:pt x="1584753" y="3116972"/>
                  </a:lnTo>
                  <a:lnTo>
                    <a:pt x="1583041" y="3116972"/>
                  </a:lnTo>
                  <a:lnTo>
                    <a:pt x="1581330" y="3116972"/>
                  </a:lnTo>
                  <a:lnTo>
                    <a:pt x="1579619" y="3116972"/>
                  </a:lnTo>
                  <a:lnTo>
                    <a:pt x="1577907" y="3116972"/>
                  </a:lnTo>
                  <a:lnTo>
                    <a:pt x="1576196" y="3116972"/>
                  </a:lnTo>
                  <a:lnTo>
                    <a:pt x="1574485" y="3116972"/>
                  </a:lnTo>
                  <a:lnTo>
                    <a:pt x="1572773" y="3116972"/>
                  </a:lnTo>
                  <a:lnTo>
                    <a:pt x="1571062" y="3116972"/>
                  </a:lnTo>
                  <a:lnTo>
                    <a:pt x="1569350" y="3116972"/>
                  </a:lnTo>
                  <a:lnTo>
                    <a:pt x="1567639" y="3116972"/>
                  </a:lnTo>
                  <a:lnTo>
                    <a:pt x="1565928" y="3116972"/>
                  </a:lnTo>
                  <a:lnTo>
                    <a:pt x="1564216" y="3116972"/>
                  </a:lnTo>
                  <a:lnTo>
                    <a:pt x="1562505" y="3116972"/>
                  </a:lnTo>
                  <a:lnTo>
                    <a:pt x="1560793" y="3116972"/>
                  </a:lnTo>
                  <a:lnTo>
                    <a:pt x="1559082" y="3116972"/>
                  </a:lnTo>
                  <a:lnTo>
                    <a:pt x="1557371" y="3116972"/>
                  </a:lnTo>
                  <a:lnTo>
                    <a:pt x="1555659" y="3116972"/>
                  </a:lnTo>
                  <a:lnTo>
                    <a:pt x="1553948" y="3116972"/>
                  </a:lnTo>
                  <a:lnTo>
                    <a:pt x="1552236" y="3116972"/>
                  </a:lnTo>
                  <a:lnTo>
                    <a:pt x="1550525" y="3116972"/>
                  </a:lnTo>
                  <a:lnTo>
                    <a:pt x="1548814" y="3116972"/>
                  </a:lnTo>
                  <a:lnTo>
                    <a:pt x="1547102" y="3116972"/>
                  </a:lnTo>
                  <a:lnTo>
                    <a:pt x="1545391" y="3116972"/>
                  </a:lnTo>
                  <a:lnTo>
                    <a:pt x="1543679" y="3116972"/>
                  </a:lnTo>
                  <a:lnTo>
                    <a:pt x="1541968" y="3116972"/>
                  </a:lnTo>
                  <a:lnTo>
                    <a:pt x="1540257" y="3116972"/>
                  </a:lnTo>
                  <a:lnTo>
                    <a:pt x="1538545" y="3116972"/>
                  </a:lnTo>
                  <a:lnTo>
                    <a:pt x="1536834" y="3116972"/>
                  </a:lnTo>
                  <a:lnTo>
                    <a:pt x="1535122" y="3116972"/>
                  </a:lnTo>
                  <a:lnTo>
                    <a:pt x="1533411" y="3116972"/>
                  </a:lnTo>
                  <a:lnTo>
                    <a:pt x="1531700" y="3116972"/>
                  </a:lnTo>
                  <a:lnTo>
                    <a:pt x="1529988" y="3116972"/>
                  </a:lnTo>
                  <a:lnTo>
                    <a:pt x="1528277" y="3116972"/>
                  </a:lnTo>
                  <a:lnTo>
                    <a:pt x="1526565" y="3116972"/>
                  </a:lnTo>
                  <a:lnTo>
                    <a:pt x="1524854" y="3116972"/>
                  </a:lnTo>
                  <a:lnTo>
                    <a:pt x="1523143" y="3116972"/>
                  </a:lnTo>
                  <a:lnTo>
                    <a:pt x="1521431" y="3116972"/>
                  </a:lnTo>
                  <a:lnTo>
                    <a:pt x="1519720" y="3116972"/>
                  </a:lnTo>
                  <a:lnTo>
                    <a:pt x="1518008" y="3116972"/>
                  </a:lnTo>
                  <a:lnTo>
                    <a:pt x="1516297" y="3116972"/>
                  </a:lnTo>
                  <a:lnTo>
                    <a:pt x="1514586" y="3116972"/>
                  </a:lnTo>
                  <a:lnTo>
                    <a:pt x="1512874" y="3116972"/>
                  </a:lnTo>
                  <a:lnTo>
                    <a:pt x="1511163" y="3116972"/>
                  </a:lnTo>
                  <a:lnTo>
                    <a:pt x="1509451" y="3116972"/>
                  </a:lnTo>
                  <a:lnTo>
                    <a:pt x="1507740" y="3116972"/>
                  </a:lnTo>
                  <a:lnTo>
                    <a:pt x="1506029" y="3116972"/>
                  </a:lnTo>
                  <a:lnTo>
                    <a:pt x="1504317" y="3116972"/>
                  </a:lnTo>
                  <a:lnTo>
                    <a:pt x="1502606" y="3116972"/>
                  </a:lnTo>
                  <a:lnTo>
                    <a:pt x="1500894" y="3116972"/>
                  </a:lnTo>
                  <a:lnTo>
                    <a:pt x="1499183" y="3116972"/>
                  </a:lnTo>
                  <a:lnTo>
                    <a:pt x="1497472" y="3116972"/>
                  </a:lnTo>
                  <a:lnTo>
                    <a:pt x="1495760" y="3116972"/>
                  </a:lnTo>
                  <a:lnTo>
                    <a:pt x="1494049" y="3116972"/>
                  </a:lnTo>
                  <a:lnTo>
                    <a:pt x="1492337" y="3116972"/>
                  </a:lnTo>
                  <a:lnTo>
                    <a:pt x="1490626" y="3116972"/>
                  </a:lnTo>
                  <a:lnTo>
                    <a:pt x="1488915" y="3116972"/>
                  </a:lnTo>
                  <a:lnTo>
                    <a:pt x="1487203" y="3116972"/>
                  </a:lnTo>
                  <a:lnTo>
                    <a:pt x="1485492" y="3116972"/>
                  </a:lnTo>
                  <a:lnTo>
                    <a:pt x="1483780" y="3116972"/>
                  </a:lnTo>
                  <a:lnTo>
                    <a:pt x="1482069" y="3116972"/>
                  </a:lnTo>
                  <a:lnTo>
                    <a:pt x="1480358" y="3116972"/>
                  </a:lnTo>
                  <a:lnTo>
                    <a:pt x="1478646" y="3116972"/>
                  </a:lnTo>
                  <a:lnTo>
                    <a:pt x="1476935" y="3116972"/>
                  </a:lnTo>
                  <a:lnTo>
                    <a:pt x="1475224" y="3116972"/>
                  </a:lnTo>
                  <a:lnTo>
                    <a:pt x="1473512" y="3116972"/>
                  </a:lnTo>
                  <a:lnTo>
                    <a:pt x="1471801" y="3116972"/>
                  </a:lnTo>
                  <a:lnTo>
                    <a:pt x="1470089" y="3116972"/>
                  </a:lnTo>
                  <a:lnTo>
                    <a:pt x="1468378" y="3116972"/>
                  </a:lnTo>
                  <a:lnTo>
                    <a:pt x="1466667" y="3116972"/>
                  </a:lnTo>
                  <a:lnTo>
                    <a:pt x="1464955" y="3116972"/>
                  </a:lnTo>
                  <a:lnTo>
                    <a:pt x="1463244" y="3116972"/>
                  </a:lnTo>
                  <a:lnTo>
                    <a:pt x="1461532" y="3116972"/>
                  </a:lnTo>
                  <a:lnTo>
                    <a:pt x="1459821" y="3116972"/>
                  </a:lnTo>
                  <a:lnTo>
                    <a:pt x="1458110" y="3116972"/>
                  </a:lnTo>
                  <a:lnTo>
                    <a:pt x="1456398" y="3116972"/>
                  </a:lnTo>
                  <a:lnTo>
                    <a:pt x="1454687" y="3116972"/>
                  </a:lnTo>
                  <a:lnTo>
                    <a:pt x="1452975" y="3116972"/>
                  </a:lnTo>
                  <a:lnTo>
                    <a:pt x="1451264" y="3116972"/>
                  </a:lnTo>
                  <a:lnTo>
                    <a:pt x="1449553" y="3116972"/>
                  </a:lnTo>
                  <a:lnTo>
                    <a:pt x="1447841" y="3116972"/>
                  </a:lnTo>
                  <a:lnTo>
                    <a:pt x="1446130" y="3116972"/>
                  </a:lnTo>
                  <a:lnTo>
                    <a:pt x="1444418" y="3116972"/>
                  </a:lnTo>
                  <a:lnTo>
                    <a:pt x="1442707" y="3116972"/>
                  </a:lnTo>
                  <a:lnTo>
                    <a:pt x="1440996" y="3116972"/>
                  </a:lnTo>
                  <a:lnTo>
                    <a:pt x="1439284" y="3116972"/>
                  </a:lnTo>
                  <a:lnTo>
                    <a:pt x="1437573" y="3116972"/>
                  </a:lnTo>
                  <a:lnTo>
                    <a:pt x="1435861" y="3116972"/>
                  </a:lnTo>
                  <a:lnTo>
                    <a:pt x="1434150" y="3116972"/>
                  </a:lnTo>
                  <a:lnTo>
                    <a:pt x="1432439" y="3116972"/>
                  </a:lnTo>
                  <a:lnTo>
                    <a:pt x="1430727" y="3116972"/>
                  </a:lnTo>
                  <a:lnTo>
                    <a:pt x="1429016" y="3116972"/>
                  </a:lnTo>
                  <a:lnTo>
                    <a:pt x="1427304" y="3116972"/>
                  </a:lnTo>
                  <a:lnTo>
                    <a:pt x="1425593" y="3116972"/>
                  </a:lnTo>
                  <a:lnTo>
                    <a:pt x="1423882" y="3116972"/>
                  </a:lnTo>
                  <a:lnTo>
                    <a:pt x="1422170" y="3116972"/>
                  </a:lnTo>
                  <a:lnTo>
                    <a:pt x="1420459" y="3116972"/>
                  </a:lnTo>
                  <a:lnTo>
                    <a:pt x="1418747" y="3116972"/>
                  </a:lnTo>
                  <a:lnTo>
                    <a:pt x="1417036" y="3116972"/>
                  </a:lnTo>
                  <a:lnTo>
                    <a:pt x="1415325" y="3116972"/>
                  </a:lnTo>
                  <a:lnTo>
                    <a:pt x="1413613" y="3116972"/>
                  </a:lnTo>
                  <a:lnTo>
                    <a:pt x="1411902" y="3116972"/>
                  </a:lnTo>
                  <a:lnTo>
                    <a:pt x="1410190" y="3116972"/>
                  </a:lnTo>
                  <a:lnTo>
                    <a:pt x="1408479" y="3116972"/>
                  </a:lnTo>
                  <a:lnTo>
                    <a:pt x="1406768" y="3116972"/>
                  </a:lnTo>
                  <a:lnTo>
                    <a:pt x="1405056" y="3116972"/>
                  </a:lnTo>
                  <a:lnTo>
                    <a:pt x="1403345" y="3116972"/>
                  </a:lnTo>
                  <a:lnTo>
                    <a:pt x="1401633" y="3116972"/>
                  </a:lnTo>
                  <a:lnTo>
                    <a:pt x="1399922" y="3116972"/>
                  </a:lnTo>
                  <a:lnTo>
                    <a:pt x="1398211" y="3116972"/>
                  </a:lnTo>
                  <a:lnTo>
                    <a:pt x="1396499" y="3116972"/>
                  </a:lnTo>
                  <a:lnTo>
                    <a:pt x="1394788" y="3116972"/>
                  </a:lnTo>
                  <a:lnTo>
                    <a:pt x="1393076" y="3116972"/>
                  </a:lnTo>
                  <a:lnTo>
                    <a:pt x="1391365" y="3116972"/>
                  </a:lnTo>
                  <a:lnTo>
                    <a:pt x="1389654" y="3116972"/>
                  </a:lnTo>
                  <a:lnTo>
                    <a:pt x="1387942" y="3116972"/>
                  </a:lnTo>
                  <a:lnTo>
                    <a:pt x="1386231" y="3116972"/>
                  </a:lnTo>
                  <a:lnTo>
                    <a:pt x="1384519" y="3116972"/>
                  </a:lnTo>
                  <a:lnTo>
                    <a:pt x="1382808" y="3116972"/>
                  </a:lnTo>
                  <a:lnTo>
                    <a:pt x="1381097" y="3116972"/>
                  </a:lnTo>
                  <a:lnTo>
                    <a:pt x="1379385" y="3116972"/>
                  </a:lnTo>
                  <a:lnTo>
                    <a:pt x="1377674" y="3116972"/>
                  </a:lnTo>
                  <a:lnTo>
                    <a:pt x="1375962" y="3116972"/>
                  </a:lnTo>
                  <a:lnTo>
                    <a:pt x="1374251" y="3116972"/>
                  </a:lnTo>
                  <a:lnTo>
                    <a:pt x="1372540" y="3116972"/>
                  </a:lnTo>
                  <a:lnTo>
                    <a:pt x="1370828" y="3116972"/>
                  </a:lnTo>
                  <a:lnTo>
                    <a:pt x="1369117" y="3116972"/>
                  </a:lnTo>
                  <a:lnTo>
                    <a:pt x="1367406" y="3116972"/>
                  </a:lnTo>
                  <a:lnTo>
                    <a:pt x="1365694" y="3116972"/>
                  </a:lnTo>
                  <a:lnTo>
                    <a:pt x="1363983" y="3116972"/>
                  </a:lnTo>
                  <a:lnTo>
                    <a:pt x="1362271" y="3116972"/>
                  </a:lnTo>
                  <a:lnTo>
                    <a:pt x="1360560" y="3116972"/>
                  </a:lnTo>
                  <a:lnTo>
                    <a:pt x="1358849" y="3116972"/>
                  </a:lnTo>
                  <a:lnTo>
                    <a:pt x="1357137" y="3116972"/>
                  </a:lnTo>
                  <a:lnTo>
                    <a:pt x="1355426" y="3116972"/>
                  </a:lnTo>
                  <a:lnTo>
                    <a:pt x="1353714" y="3116972"/>
                  </a:lnTo>
                  <a:lnTo>
                    <a:pt x="1352003" y="3116972"/>
                  </a:lnTo>
                  <a:lnTo>
                    <a:pt x="1350292" y="3116972"/>
                  </a:lnTo>
                  <a:lnTo>
                    <a:pt x="1348580" y="3116972"/>
                  </a:lnTo>
                  <a:lnTo>
                    <a:pt x="1346869" y="3116972"/>
                  </a:lnTo>
                  <a:lnTo>
                    <a:pt x="1345157" y="3116972"/>
                  </a:lnTo>
                  <a:lnTo>
                    <a:pt x="1343446" y="3116972"/>
                  </a:lnTo>
                  <a:lnTo>
                    <a:pt x="1341735" y="3116972"/>
                  </a:lnTo>
                  <a:lnTo>
                    <a:pt x="1340023" y="3116972"/>
                  </a:lnTo>
                  <a:lnTo>
                    <a:pt x="1338312" y="3116972"/>
                  </a:lnTo>
                  <a:lnTo>
                    <a:pt x="1336600" y="3116972"/>
                  </a:lnTo>
                  <a:lnTo>
                    <a:pt x="1334889" y="3116972"/>
                  </a:lnTo>
                  <a:lnTo>
                    <a:pt x="1333178" y="3116972"/>
                  </a:lnTo>
                  <a:lnTo>
                    <a:pt x="1331466" y="3116972"/>
                  </a:lnTo>
                  <a:lnTo>
                    <a:pt x="1329755" y="3116972"/>
                  </a:lnTo>
                  <a:lnTo>
                    <a:pt x="1328043" y="3116972"/>
                  </a:lnTo>
                  <a:lnTo>
                    <a:pt x="1326332" y="3116972"/>
                  </a:lnTo>
                  <a:lnTo>
                    <a:pt x="1324621" y="3116972"/>
                  </a:lnTo>
                  <a:lnTo>
                    <a:pt x="1322909" y="3116972"/>
                  </a:lnTo>
                  <a:lnTo>
                    <a:pt x="1321198" y="3116972"/>
                  </a:lnTo>
                  <a:lnTo>
                    <a:pt x="1319486" y="3116972"/>
                  </a:lnTo>
                  <a:lnTo>
                    <a:pt x="1317775" y="3116972"/>
                  </a:lnTo>
                  <a:lnTo>
                    <a:pt x="1316064" y="3116972"/>
                  </a:lnTo>
                  <a:lnTo>
                    <a:pt x="1314352" y="3116972"/>
                  </a:lnTo>
                  <a:lnTo>
                    <a:pt x="1312641" y="3116972"/>
                  </a:lnTo>
                  <a:lnTo>
                    <a:pt x="1310929" y="3116972"/>
                  </a:lnTo>
                  <a:lnTo>
                    <a:pt x="1309218" y="3116972"/>
                  </a:lnTo>
                  <a:lnTo>
                    <a:pt x="1307507" y="3116972"/>
                  </a:lnTo>
                  <a:lnTo>
                    <a:pt x="1305795" y="3116972"/>
                  </a:lnTo>
                  <a:lnTo>
                    <a:pt x="1304084" y="3116972"/>
                  </a:lnTo>
                  <a:lnTo>
                    <a:pt x="1302372" y="3116972"/>
                  </a:lnTo>
                  <a:lnTo>
                    <a:pt x="1300661" y="3116972"/>
                  </a:lnTo>
                  <a:lnTo>
                    <a:pt x="1298950" y="3116972"/>
                  </a:lnTo>
                  <a:lnTo>
                    <a:pt x="1297238" y="3116972"/>
                  </a:lnTo>
                  <a:lnTo>
                    <a:pt x="1295527" y="3116972"/>
                  </a:lnTo>
                  <a:lnTo>
                    <a:pt x="1293815" y="3116972"/>
                  </a:lnTo>
                  <a:lnTo>
                    <a:pt x="1292104" y="3116972"/>
                  </a:lnTo>
                  <a:lnTo>
                    <a:pt x="1290393" y="3116972"/>
                  </a:lnTo>
                  <a:lnTo>
                    <a:pt x="1288681" y="3116972"/>
                  </a:lnTo>
                  <a:lnTo>
                    <a:pt x="1286970" y="3116972"/>
                  </a:lnTo>
                  <a:lnTo>
                    <a:pt x="1285258" y="3116972"/>
                  </a:lnTo>
                  <a:lnTo>
                    <a:pt x="1283547" y="3116972"/>
                  </a:lnTo>
                  <a:lnTo>
                    <a:pt x="1281836" y="3116972"/>
                  </a:lnTo>
                  <a:lnTo>
                    <a:pt x="1280124" y="3116972"/>
                  </a:lnTo>
                  <a:lnTo>
                    <a:pt x="1278413" y="3116972"/>
                  </a:lnTo>
                  <a:lnTo>
                    <a:pt x="1276701" y="3116972"/>
                  </a:lnTo>
                  <a:lnTo>
                    <a:pt x="1274990" y="3116972"/>
                  </a:lnTo>
                  <a:lnTo>
                    <a:pt x="1273279" y="3116972"/>
                  </a:lnTo>
                  <a:lnTo>
                    <a:pt x="1271567" y="3116972"/>
                  </a:lnTo>
                  <a:lnTo>
                    <a:pt x="1269856" y="3116972"/>
                  </a:lnTo>
                  <a:lnTo>
                    <a:pt x="1268144" y="3116972"/>
                  </a:lnTo>
                  <a:lnTo>
                    <a:pt x="1266433" y="3116972"/>
                  </a:lnTo>
                  <a:lnTo>
                    <a:pt x="1264722" y="3116972"/>
                  </a:lnTo>
                  <a:lnTo>
                    <a:pt x="1263010" y="3116972"/>
                  </a:lnTo>
                  <a:lnTo>
                    <a:pt x="1261299" y="3116972"/>
                  </a:lnTo>
                  <a:lnTo>
                    <a:pt x="1259588" y="3116972"/>
                  </a:lnTo>
                  <a:lnTo>
                    <a:pt x="1257876" y="3116972"/>
                  </a:lnTo>
                  <a:lnTo>
                    <a:pt x="1256165" y="3116972"/>
                  </a:lnTo>
                  <a:lnTo>
                    <a:pt x="1254453" y="3116972"/>
                  </a:lnTo>
                  <a:lnTo>
                    <a:pt x="1252742" y="3116972"/>
                  </a:lnTo>
                  <a:lnTo>
                    <a:pt x="1251031" y="3116972"/>
                  </a:lnTo>
                  <a:lnTo>
                    <a:pt x="1249319" y="3116972"/>
                  </a:lnTo>
                  <a:lnTo>
                    <a:pt x="1247608" y="3116972"/>
                  </a:lnTo>
                  <a:lnTo>
                    <a:pt x="1245896" y="3116972"/>
                  </a:lnTo>
                  <a:lnTo>
                    <a:pt x="1244185" y="3116972"/>
                  </a:lnTo>
                  <a:lnTo>
                    <a:pt x="1242474" y="3116972"/>
                  </a:lnTo>
                  <a:lnTo>
                    <a:pt x="1240762" y="3116972"/>
                  </a:lnTo>
                  <a:lnTo>
                    <a:pt x="1239051" y="3116972"/>
                  </a:lnTo>
                  <a:lnTo>
                    <a:pt x="1237339" y="3116972"/>
                  </a:lnTo>
                  <a:lnTo>
                    <a:pt x="1235628" y="3116972"/>
                  </a:lnTo>
                  <a:lnTo>
                    <a:pt x="1233917" y="3116972"/>
                  </a:lnTo>
                  <a:lnTo>
                    <a:pt x="1232205" y="3116972"/>
                  </a:lnTo>
                  <a:lnTo>
                    <a:pt x="1230494" y="3116972"/>
                  </a:lnTo>
                  <a:lnTo>
                    <a:pt x="1228782" y="3116972"/>
                  </a:lnTo>
                  <a:lnTo>
                    <a:pt x="1227071" y="3116972"/>
                  </a:lnTo>
                  <a:lnTo>
                    <a:pt x="1225360" y="3116972"/>
                  </a:lnTo>
                  <a:lnTo>
                    <a:pt x="1223648" y="3116972"/>
                  </a:lnTo>
                  <a:lnTo>
                    <a:pt x="1221937" y="3116972"/>
                  </a:lnTo>
                  <a:lnTo>
                    <a:pt x="1220225" y="3116972"/>
                  </a:lnTo>
                  <a:lnTo>
                    <a:pt x="1218514" y="3116972"/>
                  </a:lnTo>
                  <a:lnTo>
                    <a:pt x="1216803" y="3116972"/>
                  </a:lnTo>
                  <a:lnTo>
                    <a:pt x="1215091" y="3116972"/>
                  </a:lnTo>
                  <a:lnTo>
                    <a:pt x="1213380" y="3116972"/>
                  </a:lnTo>
                  <a:lnTo>
                    <a:pt x="1211668" y="3116972"/>
                  </a:lnTo>
                  <a:lnTo>
                    <a:pt x="1209957" y="3116972"/>
                  </a:lnTo>
                  <a:lnTo>
                    <a:pt x="1208246" y="3116972"/>
                  </a:lnTo>
                  <a:lnTo>
                    <a:pt x="1206534" y="3116972"/>
                  </a:lnTo>
                  <a:lnTo>
                    <a:pt x="1204823" y="3116972"/>
                  </a:lnTo>
                  <a:lnTo>
                    <a:pt x="1203111" y="3116972"/>
                  </a:lnTo>
                  <a:lnTo>
                    <a:pt x="1201400" y="3116972"/>
                  </a:lnTo>
                  <a:lnTo>
                    <a:pt x="1199689" y="3116972"/>
                  </a:lnTo>
                  <a:lnTo>
                    <a:pt x="1197977" y="3116972"/>
                  </a:lnTo>
                  <a:lnTo>
                    <a:pt x="1196266" y="3116972"/>
                  </a:lnTo>
                  <a:lnTo>
                    <a:pt x="1194554" y="3116972"/>
                  </a:lnTo>
                  <a:lnTo>
                    <a:pt x="1192843" y="3116972"/>
                  </a:lnTo>
                  <a:lnTo>
                    <a:pt x="1191132" y="3116972"/>
                  </a:lnTo>
                  <a:lnTo>
                    <a:pt x="1189420" y="3116972"/>
                  </a:lnTo>
                  <a:lnTo>
                    <a:pt x="1187709" y="3116972"/>
                  </a:lnTo>
                  <a:lnTo>
                    <a:pt x="1185997" y="3116972"/>
                  </a:lnTo>
                  <a:lnTo>
                    <a:pt x="1184286" y="3116972"/>
                  </a:lnTo>
                  <a:lnTo>
                    <a:pt x="1182575" y="3116972"/>
                  </a:lnTo>
                  <a:lnTo>
                    <a:pt x="1180863" y="3116972"/>
                  </a:lnTo>
                  <a:lnTo>
                    <a:pt x="1179152" y="3116972"/>
                  </a:lnTo>
                  <a:lnTo>
                    <a:pt x="1177440" y="3116972"/>
                  </a:lnTo>
                  <a:lnTo>
                    <a:pt x="1175729" y="3116972"/>
                  </a:lnTo>
                  <a:lnTo>
                    <a:pt x="1174018" y="3116972"/>
                  </a:lnTo>
                  <a:lnTo>
                    <a:pt x="1172306" y="3116972"/>
                  </a:lnTo>
                  <a:lnTo>
                    <a:pt x="1170595" y="3116972"/>
                  </a:lnTo>
                  <a:lnTo>
                    <a:pt x="1168883" y="3116972"/>
                  </a:lnTo>
                  <a:lnTo>
                    <a:pt x="1167172" y="3116972"/>
                  </a:lnTo>
                  <a:lnTo>
                    <a:pt x="1165461" y="3116972"/>
                  </a:lnTo>
                  <a:lnTo>
                    <a:pt x="1163749" y="3116972"/>
                  </a:lnTo>
                  <a:lnTo>
                    <a:pt x="1162038" y="3116972"/>
                  </a:lnTo>
                  <a:lnTo>
                    <a:pt x="1160326" y="3116972"/>
                  </a:lnTo>
                  <a:lnTo>
                    <a:pt x="1158615" y="3116972"/>
                  </a:lnTo>
                  <a:lnTo>
                    <a:pt x="1156904" y="3116972"/>
                  </a:lnTo>
                  <a:lnTo>
                    <a:pt x="1155192" y="3116972"/>
                  </a:lnTo>
                  <a:lnTo>
                    <a:pt x="1153481" y="3116972"/>
                  </a:lnTo>
                  <a:lnTo>
                    <a:pt x="1151770" y="3116972"/>
                  </a:lnTo>
                  <a:lnTo>
                    <a:pt x="1150058" y="3116972"/>
                  </a:lnTo>
                  <a:lnTo>
                    <a:pt x="1148347" y="3116972"/>
                  </a:lnTo>
                  <a:lnTo>
                    <a:pt x="1146635" y="3116972"/>
                  </a:lnTo>
                  <a:lnTo>
                    <a:pt x="1144924" y="3116972"/>
                  </a:lnTo>
                  <a:lnTo>
                    <a:pt x="1143213" y="3116972"/>
                  </a:lnTo>
                  <a:lnTo>
                    <a:pt x="1141501" y="3116972"/>
                  </a:lnTo>
                  <a:lnTo>
                    <a:pt x="1139790" y="3116972"/>
                  </a:lnTo>
                  <a:lnTo>
                    <a:pt x="1138078" y="3116972"/>
                  </a:lnTo>
                  <a:lnTo>
                    <a:pt x="1136367" y="3116972"/>
                  </a:lnTo>
                  <a:lnTo>
                    <a:pt x="1134656" y="3116972"/>
                  </a:lnTo>
                  <a:lnTo>
                    <a:pt x="1132944" y="3116972"/>
                  </a:lnTo>
                  <a:lnTo>
                    <a:pt x="1131233" y="3116972"/>
                  </a:lnTo>
                  <a:lnTo>
                    <a:pt x="1129521" y="3116972"/>
                  </a:lnTo>
                  <a:lnTo>
                    <a:pt x="1127810" y="3116972"/>
                  </a:lnTo>
                  <a:lnTo>
                    <a:pt x="1126099" y="3116972"/>
                  </a:lnTo>
                  <a:lnTo>
                    <a:pt x="1124387" y="3116972"/>
                  </a:lnTo>
                  <a:lnTo>
                    <a:pt x="1122676" y="3116972"/>
                  </a:lnTo>
                  <a:lnTo>
                    <a:pt x="1120964" y="3116972"/>
                  </a:lnTo>
                  <a:lnTo>
                    <a:pt x="1119253" y="3116972"/>
                  </a:lnTo>
                  <a:lnTo>
                    <a:pt x="1117542" y="3116972"/>
                  </a:lnTo>
                  <a:lnTo>
                    <a:pt x="1115830" y="3116972"/>
                  </a:lnTo>
                  <a:lnTo>
                    <a:pt x="1114119" y="3116972"/>
                  </a:lnTo>
                  <a:lnTo>
                    <a:pt x="1112407" y="3116972"/>
                  </a:lnTo>
                  <a:lnTo>
                    <a:pt x="1110696" y="3116972"/>
                  </a:lnTo>
                  <a:lnTo>
                    <a:pt x="1108985" y="3116972"/>
                  </a:lnTo>
                  <a:lnTo>
                    <a:pt x="1107273" y="3116972"/>
                  </a:lnTo>
                  <a:lnTo>
                    <a:pt x="1105562" y="3116972"/>
                  </a:lnTo>
                  <a:lnTo>
                    <a:pt x="1103850" y="3116972"/>
                  </a:lnTo>
                  <a:lnTo>
                    <a:pt x="1102139" y="3116972"/>
                  </a:lnTo>
                  <a:lnTo>
                    <a:pt x="1100428" y="3116972"/>
                  </a:lnTo>
                  <a:lnTo>
                    <a:pt x="1098716" y="3116972"/>
                  </a:lnTo>
                  <a:lnTo>
                    <a:pt x="1097005" y="3116972"/>
                  </a:lnTo>
                  <a:lnTo>
                    <a:pt x="1095293" y="3116972"/>
                  </a:lnTo>
                  <a:lnTo>
                    <a:pt x="1093582" y="3116972"/>
                  </a:lnTo>
                  <a:lnTo>
                    <a:pt x="1091871" y="3116972"/>
                  </a:lnTo>
                  <a:lnTo>
                    <a:pt x="1090159" y="3116972"/>
                  </a:lnTo>
                  <a:lnTo>
                    <a:pt x="1088448" y="3116972"/>
                  </a:lnTo>
                  <a:lnTo>
                    <a:pt x="1086736" y="3116972"/>
                  </a:lnTo>
                  <a:lnTo>
                    <a:pt x="1085025" y="3116972"/>
                  </a:lnTo>
                  <a:lnTo>
                    <a:pt x="1083314" y="3116972"/>
                  </a:lnTo>
                  <a:lnTo>
                    <a:pt x="1081602" y="3116972"/>
                  </a:lnTo>
                  <a:lnTo>
                    <a:pt x="1079891" y="3116972"/>
                  </a:lnTo>
                  <a:lnTo>
                    <a:pt x="1078179" y="3116972"/>
                  </a:lnTo>
                  <a:lnTo>
                    <a:pt x="1076468" y="3116972"/>
                  </a:lnTo>
                  <a:lnTo>
                    <a:pt x="1074757" y="3116972"/>
                  </a:lnTo>
                  <a:lnTo>
                    <a:pt x="1073045" y="3116972"/>
                  </a:lnTo>
                  <a:lnTo>
                    <a:pt x="1071334" y="3116972"/>
                  </a:lnTo>
                  <a:lnTo>
                    <a:pt x="1069622" y="3116972"/>
                  </a:lnTo>
                  <a:lnTo>
                    <a:pt x="1067911" y="3116972"/>
                  </a:lnTo>
                  <a:lnTo>
                    <a:pt x="1066200" y="3116972"/>
                  </a:lnTo>
                  <a:lnTo>
                    <a:pt x="1064488" y="3116972"/>
                  </a:lnTo>
                  <a:lnTo>
                    <a:pt x="1062777" y="3116972"/>
                  </a:lnTo>
                  <a:lnTo>
                    <a:pt x="1061065" y="3116972"/>
                  </a:lnTo>
                  <a:lnTo>
                    <a:pt x="1059354" y="3116972"/>
                  </a:lnTo>
                  <a:lnTo>
                    <a:pt x="1057643" y="3116972"/>
                  </a:lnTo>
                  <a:lnTo>
                    <a:pt x="1055931" y="3116972"/>
                  </a:lnTo>
                  <a:lnTo>
                    <a:pt x="1054220" y="3116972"/>
                  </a:lnTo>
                  <a:lnTo>
                    <a:pt x="1052509" y="3116972"/>
                  </a:lnTo>
                  <a:lnTo>
                    <a:pt x="1050797" y="3116972"/>
                  </a:lnTo>
                  <a:lnTo>
                    <a:pt x="1049086" y="3116972"/>
                  </a:lnTo>
                  <a:lnTo>
                    <a:pt x="1047374" y="3116972"/>
                  </a:lnTo>
                  <a:lnTo>
                    <a:pt x="1045663" y="3116972"/>
                  </a:lnTo>
                  <a:lnTo>
                    <a:pt x="1043952" y="3116972"/>
                  </a:lnTo>
                  <a:lnTo>
                    <a:pt x="1042240" y="3116972"/>
                  </a:lnTo>
                  <a:lnTo>
                    <a:pt x="1040529" y="3116972"/>
                  </a:lnTo>
                  <a:lnTo>
                    <a:pt x="1038817" y="3116972"/>
                  </a:lnTo>
                  <a:lnTo>
                    <a:pt x="1037106" y="3116972"/>
                  </a:lnTo>
                  <a:lnTo>
                    <a:pt x="1035395" y="3116972"/>
                  </a:lnTo>
                  <a:lnTo>
                    <a:pt x="1033683" y="3116972"/>
                  </a:lnTo>
                  <a:lnTo>
                    <a:pt x="1031972" y="3116972"/>
                  </a:lnTo>
                  <a:lnTo>
                    <a:pt x="1030260" y="3116972"/>
                  </a:lnTo>
                  <a:lnTo>
                    <a:pt x="1028549" y="3116972"/>
                  </a:lnTo>
                  <a:lnTo>
                    <a:pt x="1026838" y="3116972"/>
                  </a:lnTo>
                  <a:lnTo>
                    <a:pt x="1025126" y="3116972"/>
                  </a:lnTo>
                  <a:lnTo>
                    <a:pt x="1023415" y="3116972"/>
                  </a:lnTo>
                  <a:lnTo>
                    <a:pt x="1021703" y="3116972"/>
                  </a:lnTo>
                  <a:lnTo>
                    <a:pt x="1019992" y="3116972"/>
                  </a:lnTo>
                  <a:lnTo>
                    <a:pt x="1018281" y="3116972"/>
                  </a:lnTo>
                  <a:lnTo>
                    <a:pt x="1016569" y="3116972"/>
                  </a:lnTo>
                  <a:lnTo>
                    <a:pt x="1014858" y="3116972"/>
                  </a:lnTo>
                  <a:lnTo>
                    <a:pt x="1013146" y="3116972"/>
                  </a:lnTo>
                  <a:lnTo>
                    <a:pt x="1011435" y="3116972"/>
                  </a:lnTo>
                  <a:lnTo>
                    <a:pt x="1009724" y="3116972"/>
                  </a:lnTo>
                  <a:lnTo>
                    <a:pt x="1008012" y="3116972"/>
                  </a:lnTo>
                  <a:lnTo>
                    <a:pt x="1006301" y="3116972"/>
                  </a:lnTo>
                  <a:lnTo>
                    <a:pt x="1004589" y="3116972"/>
                  </a:lnTo>
                  <a:lnTo>
                    <a:pt x="1002878" y="3116972"/>
                  </a:lnTo>
                  <a:lnTo>
                    <a:pt x="1001167" y="3116972"/>
                  </a:lnTo>
                  <a:lnTo>
                    <a:pt x="999455" y="3116972"/>
                  </a:lnTo>
                  <a:lnTo>
                    <a:pt x="997744" y="3116972"/>
                  </a:lnTo>
                  <a:lnTo>
                    <a:pt x="996032" y="3116972"/>
                  </a:lnTo>
                  <a:lnTo>
                    <a:pt x="994321" y="3116972"/>
                  </a:lnTo>
                  <a:lnTo>
                    <a:pt x="992610" y="3116972"/>
                  </a:lnTo>
                  <a:lnTo>
                    <a:pt x="990898" y="3116972"/>
                  </a:lnTo>
                  <a:lnTo>
                    <a:pt x="989187" y="3116972"/>
                  </a:lnTo>
                  <a:lnTo>
                    <a:pt x="987475" y="3116972"/>
                  </a:lnTo>
                  <a:lnTo>
                    <a:pt x="985764" y="3116972"/>
                  </a:lnTo>
                  <a:lnTo>
                    <a:pt x="984053" y="3116972"/>
                  </a:lnTo>
                  <a:lnTo>
                    <a:pt x="982341" y="3116972"/>
                  </a:lnTo>
                  <a:lnTo>
                    <a:pt x="980630" y="3116972"/>
                  </a:lnTo>
                  <a:lnTo>
                    <a:pt x="978918" y="3116972"/>
                  </a:lnTo>
                  <a:lnTo>
                    <a:pt x="977207" y="3116972"/>
                  </a:lnTo>
                  <a:lnTo>
                    <a:pt x="975496" y="3116972"/>
                  </a:lnTo>
                  <a:lnTo>
                    <a:pt x="973784" y="3116972"/>
                  </a:lnTo>
                  <a:lnTo>
                    <a:pt x="972073" y="3116972"/>
                  </a:lnTo>
                  <a:lnTo>
                    <a:pt x="970361" y="3116972"/>
                  </a:lnTo>
                  <a:lnTo>
                    <a:pt x="968650" y="3116972"/>
                  </a:lnTo>
                  <a:lnTo>
                    <a:pt x="966939" y="3116972"/>
                  </a:lnTo>
                  <a:lnTo>
                    <a:pt x="965227" y="3116972"/>
                  </a:lnTo>
                  <a:lnTo>
                    <a:pt x="963516" y="3116972"/>
                  </a:lnTo>
                  <a:lnTo>
                    <a:pt x="961804" y="3116972"/>
                  </a:lnTo>
                  <a:lnTo>
                    <a:pt x="960093" y="3116972"/>
                  </a:lnTo>
                  <a:lnTo>
                    <a:pt x="958382" y="3116972"/>
                  </a:lnTo>
                  <a:lnTo>
                    <a:pt x="956670" y="3116972"/>
                  </a:lnTo>
                  <a:lnTo>
                    <a:pt x="954959" y="3116972"/>
                  </a:lnTo>
                  <a:lnTo>
                    <a:pt x="953247" y="3116972"/>
                  </a:lnTo>
                  <a:lnTo>
                    <a:pt x="951536" y="3116972"/>
                  </a:lnTo>
                  <a:lnTo>
                    <a:pt x="949825" y="3116972"/>
                  </a:lnTo>
                  <a:lnTo>
                    <a:pt x="948113" y="3116972"/>
                  </a:lnTo>
                  <a:lnTo>
                    <a:pt x="946402" y="3116972"/>
                  </a:lnTo>
                  <a:lnTo>
                    <a:pt x="944691" y="3116972"/>
                  </a:lnTo>
                  <a:lnTo>
                    <a:pt x="942979" y="3116972"/>
                  </a:lnTo>
                  <a:lnTo>
                    <a:pt x="941268" y="3116972"/>
                  </a:lnTo>
                  <a:lnTo>
                    <a:pt x="939556" y="3116972"/>
                  </a:lnTo>
                  <a:lnTo>
                    <a:pt x="937845" y="3116972"/>
                  </a:lnTo>
                  <a:lnTo>
                    <a:pt x="936134" y="3116972"/>
                  </a:lnTo>
                  <a:lnTo>
                    <a:pt x="934422" y="3116972"/>
                  </a:lnTo>
                  <a:lnTo>
                    <a:pt x="932711" y="3116972"/>
                  </a:lnTo>
                  <a:lnTo>
                    <a:pt x="930999" y="3116972"/>
                  </a:lnTo>
                  <a:lnTo>
                    <a:pt x="929288" y="3116972"/>
                  </a:lnTo>
                  <a:lnTo>
                    <a:pt x="927577" y="3116972"/>
                  </a:lnTo>
                  <a:lnTo>
                    <a:pt x="925865" y="3116972"/>
                  </a:lnTo>
                  <a:lnTo>
                    <a:pt x="924154" y="3116972"/>
                  </a:lnTo>
                  <a:lnTo>
                    <a:pt x="922442" y="3116972"/>
                  </a:lnTo>
                  <a:lnTo>
                    <a:pt x="920731" y="3116972"/>
                  </a:lnTo>
                  <a:lnTo>
                    <a:pt x="919020" y="3116972"/>
                  </a:lnTo>
                  <a:lnTo>
                    <a:pt x="917308" y="3116972"/>
                  </a:lnTo>
                  <a:lnTo>
                    <a:pt x="915597" y="3116972"/>
                  </a:lnTo>
                  <a:lnTo>
                    <a:pt x="913885" y="3116972"/>
                  </a:lnTo>
                  <a:lnTo>
                    <a:pt x="912174" y="3116972"/>
                  </a:lnTo>
                  <a:lnTo>
                    <a:pt x="910463" y="3116972"/>
                  </a:lnTo>
                  <a:lnTo>
                    <a:pt x="908751" y="3116972"/>
                  </a:lnTo>
                  <a:lnTo>
                    <a:pt x="907040" y="3116972"/>
                  </a:lnTo>
                  <a:lnTo>
                    <a:pt x="905328" y="3116972"/>
                  </a:lnTo>
                  <a:lnTo>
                    <a:pt x="903617" y="3116972"/>
                  </a:lnTo>
                  <a:lnTo>
                    <a:pt x="901906" y="3116972"/>
                  </a:lnTo>
                  <a:lnTo>
                    <a:pt x="900194" y="3116972"/>
                  </a:lnTo>
                  <a:lnTo>
                    <a:pt x="898483" y="3116972"/>
                  </a:lnTo>
                  <a:lnTo>
                    <a:pt x="896771" y="3116972"/>
                  </a:lnTo>
                  <a:lnTo>
                    <a:pt x="895060" y="3116972"/>
                  </a:lnTo>
                  <a:lnTo>
                    <a:pt x="893349" y="3116972"/>
                  </a:lnTo>
                  <a:lnTo>
                    <a:pt x="891637" y="3116972"/>
                  </a:lnTo>
                  <a:lnTo>
                    <a:pt x="889926" y="3116972"/>
                  </a:lnTo>
                  <a:lnTo>
                    <a:pt x="888214" y="3116972"/>
                  </a:lnTo>
                  <a:lnTo>
                    <a:pt x="886503" y="3116972"/>
                  </a:lnTo>
                  <a:lnTo>
                    <a:pt x="884792" y="3116972"/>
                  </a:lnTo>
                  <a:lnTo>
                    <a:pt x="883080" y="3116972"/>
                  </a:lnTo>
                  <a:lnTo>
                    <a:pt x="881369" y="3116972"/>
                  </a:lnTo>
                  <a:lnTo>
                    <a:pt x="879657" y="3116972"/>
                  </a:lnTo>
                  <a:lnTo>
                    <a:pt x="877946" y="3116972"/>
                  </a:lnTo>
                  <a:lnTo>
                    <a:pt x="876235" y="3116972"/>
                  </a:lnTo>
                  <a:lnTo>
                    <a:pt x="874523" y="3116972"/>
                  </a:lnTo>
                  <a:lnTo>
                    <a:pt x="872812" y="3116972"/>
                  </a:lnTo>
                  <a:lnTo>
                    <a:pt x="871100" y="3116972"/>
                  </a:lnTo>
                  <a:lnTo>
                    <a:pt x="869389" y="3116972"/>
                  </a:lnTo>
                  <a:lnTo>
                    <a:pt x="867678" y="3116972"/>
                  </a:lnTo>
                  <a:lnTo>
                    <a:pt x="865966" y="3116972"/>
                  </a:lnTo>
                  <a:lnTo>
                    <a:pt x="864255" y="3116972"/>
                  </a:lnTo>
                  <a:lnTo>
                    <a:pt x="862543" y="3116972"/>
                  </a:lnTo>
                  <a:lnTo>
                    <a:pt x="860832" y="3116972"/>
                  </a:lnTo>
                  <a:lnTo>
                    <a:pt x="859121" y="3116972"/>
                  </a:lnTo>
                  <a:lnTo>
                    <a:pt x="857409" y="3116972"/>
                  </a:lnTo>
                  <a:lnTo>
                    <a:pt x="855698" y="3116972"/>
                  </a:lnTo>
                  <a:lnTo>
                    <a:pt x="853986" y="3116972"/>
                  </a:lnTo>
                  <a:lnTo>
                    <a:pt x="852275" y="3116972"/>
                  </a:lnTo>
                  <a:lnTo>
                    <a:pt x="850564" y="3116972"/>
                  </a:lnTo>
                  <a:lnTo>
                    <a:pt x="848852" y="3116972"/>
                  </a:lnTo>
                  <a:lnTo>
                    <a:pt x="847141" y="3116972"/>
                  </a:lnTo>
                  <a:lnTo>
                    <a:pt x="845429" y="3116972"/>
                  </a:lnTo>
                  <a:lnTo>
                    <a:pt x="843718" y="3116972"/>
                  </a:lnTo>
                  <a:lnTo>
                    <a:pt x="842007" y="3116972"/>
                  </a:lnTo>
                  <a:lnTo>
                    <a:pt x="840295" y="3116972"/>
                  </a:lnTo>
                  <a:lnTo>
                    <a:pt x="838584" y="3116972"/>
                  </a:lnTo>
                  <a:lnTo>
                    <a:pt x="836873" y="3116972"/>
                  </a:lnTo>
                  <a:lnTo>
                    <a:pt x="835161" y="3116972"/>
                  </a:lnTo>
                  <a:lnTo>
                    <a:pt x="833450" y="3116972"/>
                  </a:lnTo>
                  <a:lnTo>
                    <a:pt x="831738" y="3116972"/>
                  </a:lnTo>
                  <a:lnTo>
                    <a:pt x="830027" y="3116972"/>
                  </a:lnTo>
                  <a:lnTo>
                    <a:pt x="828316" y="3116972"/>
                  </a:lnTo>
                  <a:lnTo>
                    <a:pt x="826604" y="3116972"/>
                  </a:lnTo>
                  <a:lnTo>
                    <a:pt x="824893" y="3116972"/>
                  </a:lnTo>
                  <a:lnTo>
                    <a:pt x="823181" y="3116972"/>
                  </a:lnTo>
                  <a:lnTo>
                    <a:pt x="821470" y="3116972"/>
                  </a:lnTo>
                  <a:lnTo>
                    <a:pt x="819759" y="3116972"/>
                  </a:lnTo>
                  <a:lnTo>
                    <a:pt x="818047" y="3116972"/>
                  </a:lnTo>
                  <a:lnTo>
                    <a:pt x="816336" y="3116972"/>
                  </a:lnTo>
                  <a:lnTo>
                    <a:pt x="814624" y="3116972"/>
                  </a:lnTo>
                  <a:lnTo>
                    <a:pt x="812913" y="3116972"/>
                  </a:lnTo>
                  <a:lnTo>
                    <a:pt x="811202" y="3116972"/>
                  </a:lnTo>
                  <a:lnTo>
                    <a:pt x="809490" y="3116972"/>
                  </a:lnTo>
                  <a:lnTo>
                    <a:pt x="807779" y="3116972"/>
                  </a:lnTo>
                  <a:lnTo>
                    <a:pt x="806067" y="3116972"/>
                  </a:lnTo>
                  <a:lnTo>
                    <a:pt x="804356" y="3116972"/>
                  </a:lnTo>
                  <a:lnTo>
                    <a:pt x="802645" y="3116972"/>
                  </a:lnTo>
                  <a:lnTo>
                    <a:pt x="800933" y="3116972"/>
                  </a:lnTo>
                  <a:lnTo>
                    <a:pt x="799222" y="3116972"/>
                  </a:lnTo>
                  <a:lnTo>
                    <a:pt x="797510" y="3116972"/>
                  </a:lnTo>
                  <a:lnTo>
                    <a:pt x="795799" y="3116972"/>
                  </a:lnTo>
                  <a:lnTo>
                    <a:pt x="794088" y="3116972"/>
                  </a:lnTo>
                  <a:lnTo>
                    <a:pt x="792376" y="3116972"/>
                  </a:lnTo>
                  <a:lnTo>
                    <a:pt x="790665" y="3116972"/>
                  </a:lnTo>
                  <a:lnTo>
                    <a:pt x="788953" y="3116972"/>
                  </a:lnTo>
                  <a:lnTo>
                    <a:pt x="787242" y="3116972"/>
                  </a:lnTo>
                  <a:lnTo>
                    <a:pt x="785531" y="3116972"/>
                  </a:lnTo>
                  <a:lnTo>
                    <a:pt x="783819" y="3116972"/>
                  </a:lnTo>
                  <a:lnTo>
                    <a:pt x="782108" y="3116972"/>
                  </a:lnTo>
                  <a:lnTo>
                    <a:pt x="780396" y="3116972"/>
                  </a:lnTo>
                  <a:lnTo>
                    <a:pt x="778685" y="3116972"/>
                  </a:lnTo>
                  <a:lnTo>
                    <a:pt x="776974" y="3116972"/>
                  </a:lnTo>
                  <a:lnTo>
                    <a:pt x="775262" y="3116972"/>
                  </a:lnTo>
                  <a:lnTo>
                    <a:pt x="773551" y="3116972"/>
                  </a:lnTo>
                  <a:lnTo>
                    <a:pt x="771839" y="3116972"/>
                  </a:lnTo>
                  <a:lnTo>
                    <a:pt x="770128" y="3116972"/>
                  </a:lnTo>
                  <a:lnTo>
                    <a:pt x="768417" y="3116972"/>
                  </a:lnTo>
                  <a:lnTo>
                    <a:pt x="766705" y="3116972"/>
                  </a:lnTo>
                  <a:lnTo>
                    <a:pt x="764994" y="3116972"/>
                  </a:lnTo>
                  <a:lnTo>
                    <a:pt x="763282" y="3116972"/>
                  </a:lnTo>
                  <a:lnTo>
                    <a:pt x="761571" y="3116972"/>
                  </a:lnTo>
                  <a:lnTo>
                    <a:pt x="759860" y="3116972"/>
                  </a:lnTo>
                  <a:lnTo>
                    <a:pt x="758148" y="3116972"/>
                  </a:lnTo>
                  <a:lnTo>
                    <a:pt x="756437" y="3116972"/>
                  </a:lnTo>
                  <a:lnTo>
                    <a:pt x="754725" y="3116972"/>
                  </a:lnTo>
                  <a:lnTo>
                    <a:pt x="753014" y="3116972"/>
                  </a:lnTo>
                  <a:lnTo>
                    <a:pt x="751303" y="3116972"/>
                  </a:lnTo>
                  <a:lnTo>
                    <a:pt x="749591" y="3116972"/>
                  </a:lnTo>
                  <a:lnTo>
                    <a:pt x="747880" y="3116972"/>
                  </a:lnTo>
                  <a:lnTo>
                    <a:pt x="746168" y="3116972"/>
                  </a:lnTo>
                  <a:lnTo>
                    <a:pt x="744457" y="3116972"/>
                  </a:lnTo>
                  <a:lnTo>
                    <a:pt x="742746" y="3116972"/>
                  </a:lnTo>
                  <a:lnTo>
                    <a:pt x="741034" y="3116972"/>
                  </a:lnTo>
                  <a:lnTo>
                    <a:pt x="739323" y="3116972"/>
                  </a:lnTo>
                  <a:lnTo>
                    <a:pt x="737612" y="3116972"/>
                  </a:lnTo>
                  <a:lnTo>
                    <a:pt x="735900" y="3116972"/>
                  </a:lnTo>
                  <a:lnTo>
                    <a:pt x="734189" y="3116972"/>
                  </a:lnTo>
                  <a:lnTo>
                    <a:pt x="732477" y="3116972"/>
                  </a:lnTo>
                  <a:lnTo>
                    <a:pt x="730766" y="3116972"/>
                  </a:lnTo>
                  <a:lnTo>
                    <a:pt x="729055" y="3116972"/>
                  </a:lnTo>
                  <a:lnTo>
                    <a:pt x="727343" y="3116972"/>
                  </a:lnTo>
                  <a:lnTo>
                    <a:pt x="725632" y="3116972"/>
                  </a:lnTo>
                  <a:lnTo>
                    <a:pt x="723920" y="3116972"/>
                  </a:lnTo>
                  <a:lnTo>
                    <a:pt x="722209" y="3116972"/>
                  </a:lnTo>
                  <a:lnTo>
                    <a:pt x="720498" y="3116972"/>
                  </a:lnTo>
                  <a:lnTo>
                    <a:pt x="718786" y="3116972"/>
                  </a:lnTo>
                  <a:lnTo>
                    <a:pt x="717075" y="3116972"/>
                  </a:lnTo>
                  <a:lnTo>
                    <a:pt x="715363" y="3116972"/>
                  </a:lnTo>
                  <a:lnTo>
                    <a:pt x="713652" y="3116972"/>
                  </a:lnTo>
                  <a:lnTo>
                    <a:pt x="711941" y="3116972"/>
                  </a:lnTo>
                  <a:lnTo>
                    <a:pt x="710229" y="3116972"/>
                  </a:lnTo>
                  <a:lnTo>
                    <a:pt x="708518" y="3116972"/>
                  </a:lnTo>
                  <a:lnTo>
                    <a:pt x="706806" y="3116972"/>
                  </a:lnTo>
                  <a:lnTo>
                    <a:pt x="705095" y="3116972"/>
                  </a:lnTo>
                  <a:lnTo>
                    <a:pt x="703384" y="3116972"/>
                  </a:lnTo>
                  <a:lnTo>
                    <a:pt x="701672" y="3116972"/>
                  </a:lnTo>
                  <a:lnTo>
                    <a:pt x="699961" y="3116972"/>
                  </a:lnTo>
                  <a:lnTo>
                    <a:pt x="698249" y="3116972"/>
                  </a:lnTo>
                  <a:lnTo>
                    <a:pt x="696538" y="3116972"/>
                  </a:lnTo>
                  <a:lnTo>
                    <a:pt x="694827" y="3116972"/>
                  </a:lnTo>
                  <a:lnTo>
                    <a:pt x="693115" y="3116972"/>
                  </a:lnTo>
                  <a:lnTo>
                    <a:pt x="691404" y="3116972"/>
                  </a:lnTo>
                  <a:lnTo>
                    <a:pt x="689692" y="3116972"/>
                  </a:lnTo>
                  <a:lnTo>
                    <a:pt x="687981" y="3116972"/>
                  </a:lnTo>
                  <a:lnTo>
                    <a:pt x="686270" y="3116972"/>
                  </a:lnTo>
                  <a:lnTo>
                    <a:pt x="684558" y="3116972"/>
                  </a:lnTo>
                  <a:lnTo>
                    <a:pt x="682847" y="3116972"/>
                  </a:lnTo>
                  <a:lnTo>
                    <a:pt x="681135" y="3116972"/>
                  </a:lnTo>
                  <a:lnTo>
                    <a:pt x="679424" y="3116972"/>
                  </a:lnTo>
                  <a:lnTo>
                    <a:pt x="677713" y="3116972"/>
                  </a:lnTo>
                  <a:lnTo>
                    <a:pt x="676001" y="3116972"/>
                  </a:lnTo>
                  <a:lnTo>
                    <a:pt x="674290" y="3116972"/>
                  </a:lnTo>
                  <a:lnTo>
                    <a:pt x="672578" y="3116972"/>
                  </a:lnTo>
                  <a:lnTo>
                    <a:pt x="670867" y="3116972"/>
                  </a:lnTo>
                  <a:lnTo>
                    <a:pt x="669156" y="3116972"/>
                  </a:lnTo>
                  <a:lnTo>
                    <a:pt x="667444" y="3116972"/>
                  </a:lnTo>
                  <a:lnTo>
                    <a:pt x="665733" y="3116972"/>
                  </a:lnTo>
                  <a:lnTo>
                    <a:pt x="664021" y="3116972"/>
                  </a:lnTo>
                  <a:lnTo>
                    <a:pt x="662310" y="3116972"/>
                  </a:lnTo>
                  <a:lnTo>
                    <a:pt x="660599" y="3116972"/>
                  </a:lnTo>
                  <a:lnTo>
                    <a:pt x="658887" y="3116972"/>
                  </a:lnTo>
                  <a:lnTo>
                    <a:pt x="657176" y="3116972"/>
                  </a:lnTo>
                  <a:lnTo>
                    <a:pt x="655464" y="3116972"/>
                  </a:lnTo>
                  <a:lnTo>
                    <a:pt x="653753" y="3116972"/>
                  </a:lnTo>
                  <a:lnTo>
                    <a:pt x="652042" y="3116972"/>
                  </a:lnTo>
                  <a:lnTo>
                    <a:pt x="650330" y="3116972"/>
                  </a:lnTo>
                  <a:lnTo>
                    <a:pt x="648619" y="3116972"/>
                  </a:lnTo>
                  <a:lnTo>
                    <a:pt x="646907" y="3116972"/>
                  </a:lnTo>
                  <a:lnTo>
                    <a:pt x="645196" y="3116972"/>
                  </a:lnTo>
                  <a:lnTo>
                    <a:pt x="643485" y="3116972"/>
                  </a:lnTo>
                  <a:lnTo>
                    <a:pt x="641773" y="3116972"/>
                  </a:lnTo>
                  <a:lnTo>
                    <a:pt x="640062" y="3116972"/>
                  </a:lnTo>
                  <a:lnTo>
                    <a:pt x="638350" y="3116972"/>
                  </a:lnTo>
                  <a:lnTo>
                    <a:pt x="636639" y="3116972"/>
                  </a:lnTo>
                  <a:lnTo>
                    <a:pt x="634928" y="3116972"/>
                  </a:lnTo>
                  <a:lnTo>
                    <a:pt x="633216" y="3116972"/>
                  </a:lnTo>
                  <a:lnTo>
                    <a:pt x="631505" y="3116972"/>
                  </a:lnTo>
                  <a:lnTo>
                    <a:pt x="629794" y="3116972"/>
                  </a:lnTo>
                  <a:lnTo>
                    <a:pt x="628082" y="3116972"/>
                  </a:lnTo>
                  <a:lnTo>
                    <a:pt x="626371" y="3116972"/>
                  </a:lnTo>
                  <a:lnTo>
                    <a:pt x="624659" y="3116972"/>
                  </a:lnTo>
                  <a:lnTo>
                    <a:pt x="622948" y="3116972"/>
                  </a:lnTo>
                  <a:lnTo>
                    <a:pt x="621237" y="3116972"/>
                  </a:lnTo>
                  <a:lnTo>
                    <a:pt x="619525" y="3116972"/>
                  </a:lnTo>
                  <a:lnTo>
                    <a:pt x="617814" y="3116972"/>
                  </a:lnTo>
                  <a:lnTo>
                    <a:pt x="616102" y="3116972"/>
                  </a:lnTo>
                  <a:lnTo>
                    <a:pt x="614391" y="3116972"/>
                  </a:lnTo>
                  <a:lnTo>
                    <a:pt x="612680" y="3116972"/>
                  </a:lnTo>
                  <a:lnTo>
                    <a:pt x="610968" y="3116972"/>
                  </a:lnTo>
                  <a:lnTo>
                    <a:pt x="609257" y="3116972"/>
                  </a:lnTo>
                  <a:lnTo>
                    <a:pt x="607545" y="3116972"/>
                  </a:lnTo>
                  <a:lnTo>
                    <a:pt x="605834" y="3116972"/>
                  </a:lnTo>
                  <a:lnTo>
                    <a:pt x="604123" y="3116972"/>
                  </a:lnTo>
                  <a:lnTo>
                    <a:pt x="602411" y="3116972"/>
                  </a:lnTo>
                  <a:lnTo>
                    <a:pt x="600700" y="3116972"/>
                  </a:lnTo>
                  <a:lnTo>
                    <a:pt x="598988" y="3116972"/>
                  </a:lnTo>
                  <a:lnTo>
                    <a:pt x="597277" y="3116972"/>
                  </a:lnTo>
                  <a:lnTo>
                    <a:pt x="595566" y="3116972"/>
                  </a:lnTo>
                  <a:lnTo>
                    <a:pt x="593854" y="3116972"/>
                  </a:lnTo>
                  <a:lnTo>
                    <a:pt x="592143" y="3116972"/>
                  </a:lnTo>
                  <a:lnTo>
                    <a:pt x="590431" y="3116972"/>
                  </a:lnTo>
                  <a:lnTo>
                    <a:pt x="588720" y="3116972"/>
                  </a:lnTo>
                  <a:lnTo>
                    <a:pt x="587009" y="3116972"/>
                  </a:lnTo>
                  <a:lnTo>
                    <a:pt x="585297" y="3116972"/>
                  </a:lnTo>
                  <a:lnTo>
                    <a:pt x="583586" y="3116972"/>
                  </a:lnTo>
                  <a:lnTo>
                    <a:pt x="581874" y="3116972"/>
                  </a:lnTo>
                  <a:lnTo>
                    <a:pt x="580163" y="3116972"/>
                  </a:lnTo>
                  <a:lnTo>
                    <a:pt x="578452" y="3116972"/>
                  </a:lnTo>
                  <a:lnTo>
                    <a:pt x="576740" y="3116972"/>
                  </a:lnTo>
                  <a:lnTo>
                    <a:pt x="575029" y="3116972"/>
                  </a:lnTo>
                  <a:lnTo>
                    <a:pt x="573317" y="3116972"/>
                  </a:lnTo>
                  <a:lnTo>
                    <a:pt x="571606" y="3116972"/>
                  </a:lnTo>
                  <a:lnTo>
                    <a:pt x="569895" y="3116972"/>
                  </a:lnTo>
                  <a:lnTo>
                    <a:pt x="568183" y="3116972"/>
                  </a:lnTo>
                  <a:lnTo>
                    <a:pt x="566472" y="3116972"/>
                  </a:lnTo>
                  <a:lnTo>
                    <a:pt x="564760" y="3116972"/>
                  </a:lnTo>
                  <a:lnTo>
                    <a:pt x="563049" y="3116972"/>
                  </a:lnTo>
                  <a:lnTo>
                    <a:pt x="561338" y="3116972"/>
                  </a:lnTo>
                  <a:lnTo>
                    <a:pt x="559626" y="3116972"/>
                  </a:lnTo>
                  <a:lnTo>
                    <a:pt x="557915" y="3116972"/>
                  </a:lnTo>
                  <a:lnTo>
                    <a:pt x="556203" y="3116972"/>
                  </a:lnTo>
                  <a:lnTo>
                    <a:pt x="554492" y="3116972"/>
                  </a:lnTo>
                  <a:lnTo>
                    <a:pt x="552781" y="3116972"/>
                  </a:lnTo>
                  <a:lnTo>
                    <a:pt x="551069" y="3116972"/>
                  </a:lnTo>
                  <a:lnTo>
                    <a:pt x="549358" y="3116972"/>
                  </a:lnTo>
                  <a:lnTo>
                    <a:pt x="547646" y="3116972"/>
                  </a:lnTo>
                  <a:lnTo>
                    <a:pt x="545935" y="3116972"/>
                  </a:lnTo>
                  <a:lnTo>
                    <a:pt x="544224" y="3116972"/>
                  </a:lnTo>
                  <a:lnTo>
                    <a:pt x="542512" y="3116972"/>
                  </a:lnTo>
                  <a:lnTo>
                    <a:pt x="540801" y="3116972"/>
                  </a:lnTo>
                  <a:lnTo>
                    <a:pt x="539089" y="3116972"/>
                  </a:lnTo>
                  <a:lnTo>
                    <a:pt x="537378" y="3116972"/>
                  </a:lnTo>
                  <a:lnTo>
                    <a:pt x="535667" y="3116972"/>
                  </a:lnTo>
                  <a:lnTo>
                    <a:pt x="533955" y="3116972"/>
                  </a:lnTo>
                  <a:lnTo>
                    <a:pt x="532244" y="3116972"/>
                  </a:lnTo>
                  <a:lnTo>
                    <a:pt x="530532" y="3116972"/>
                  </a:lnTo>
                  <a:lnTo>
                    <a:pt x="528821" y="3116972"/>
                  </a:lnTo>
                  <a:lnTo>
                    <a:pt x="527110" y="3116972"/>
                  </a:lnTo>
                  <a:lnTo>
                    <a:pt x="525398" y="3116972"/>
                  </a:lnTo>
                  <a:lnTo>
                    <a:pt x="523687" y="3116972"/>
                  </a:lnTo>
                  <a:lnTo>
                    <a:pt x="521976" y="3116972"/>
                  </a:lnTo>
                  <a:lnTo>
                    <a:pt x="520264" y="3116972"/>
                  </a:lnTo>
                  <a:lnTo>
                    <a:pt x="518553" y="3116972"/>
                  </a:lnTo>
                  <a:lnTo>
                    <a:pt x="516841" y="3116972"/>
                  </a:lnTo>
                  <a:lnTo>
                    <a:pt x="515130" y="3116972"/>
                  </a:lnTo>
                  <a:lnTo>
                    <a:pt x="513419" y="3116972"/>
                  </a:lnTo>
                  <a:lnTo>
                    <a:pt x="511707" y="3116972"/>
                  </a:lnTo>
                  <a:lnTo>
                    <a:pt x="509996" y="3116972"/>
                  </a:lnTo>
                  <a:lnTo>
                    <a:pt x="508284" y="3116972"/>
                  </a:lnTo>
                  <a:lnTo>
                    <a:pt x="506573" y="3116972"/>
                  </a:lnTo>
                  <a:lnTo>
                    <a:pt x="504862" y="3116972"/>
                  </a:lnTo>
                  <a:lnTo>
                    <a:pt x="503150" y="3116972"/>
                  </a:lnTo>
                  <a:lnTo>
                    <a:pt x="501439" y="3116972"/>
                  </a:lnTo>
                  <a:lnTo>
                    <a:pt x="499727" y="3116972"/>
                  </a:lnTo>
                  <a:lnTo>
                    <a:pt x="498016" y="3116972"/>
                  </a:lnTo>
                  <a:lnTo>
                    <a:pt x="496305" y="3116972"/>
                  </a:lnTo>
                  <a:lnTo>
                    <a:pt x="494593" y="3116972"/>
                  </a:lnTo>
                  <a:lnTo>
                    <a:pt x="492882" y="3116972"/>
                  </a:lnTo>
                  <a:lnTo>
                    <a:pt x="491170" y="3116972"/>
                  </a:lnTo>
                  <a:lnTo>
                    <a:pt x="489459" y="3116972"/>
                  </a:lnTo>
                  <a:lnTo>
                    <a:pt x="487748" y="3116972"/>
                  </a:lnTo>
                  <a:lnTo>
                    <a:pt x="486036" y="3116972"/>
                  </a:lnTo>
                  <a:lnTo>
                    <a:pt x="484325" y="3116972"/>
                  </a:lnTo>
                  <a:lnTo>
                    <a:pt x="482613" y="3116972"/>
                  </a:lnTo>
                  <a:lnTo>
                    <a:pt x="480902" y="3116972"/>
                  </a:lnTo>
                  <a:lnTo>
                    <a:pt x="479191" y="3116972"/>
                  </a:lnTo>
                  <a:lnTo>
                    <a:pt x="477479" y="3116972"/>
                  </a:lnTo>
                  <a:lnTo>
                    <a:pt x="475768" y="3116972"/>
                  </a:lnTo>
                  <a:lnTo>
                    <a:pt x="474056" y="3116972"/>
                  </a:lnTo>
                  <a:lnTo>
                    <a:pt x="472345" y="3116972"/>
                  </a:lnTo>
                  <a:lnTo>
                    <a:pt x="470634" y="3116972"/>
                  </a:lnTo>
                  <a:lnTo>
                    <a:pt x="468922" y="3116972"/>
                  </a:lnTo>
                  <a:lnTo>
                    <a:pt x="467211" y="3116972"/>
                  </a:lnTo>
                  <a:lnTo>
                    <a:pt x="465499" y="3116972"/>
                  </a:lnTo>
                  <a:lnTo>
                    <a:pt x="463788" y="3116972"/>
                  </a:lnTo>
                  <a:lnTo>
                    <a:pt x="462077" y="3116972"/>
                  </a:lnTo>
                  <a:lnTo>
                    <a:pt x="460365" y="3116972"/>
                  </a:lnTo>
                  <a:lnTo>
                    <a:pt x="458654" y="3116972"/>
                  </a:lnTo>
                  <a:lnTo>
                    <a:pt x="456942" y="3116972"/>
                  </a:lnTo>
                  <a:lnTo>
                    <a:pt x="455231" y="3116972"/>
                  </a:lnTo>
                  <a:lnTo>
                    <a:pt x="453520" y="3116972"/>
                  </a:lnTo>
                  <a:lnTo>
                    <a:pt x="451808" y="3116972"/>
                  </a:lnTo>
                  <a:lnTo>
                    <a:pt x="450097" y="3116972"/>
                  </a:lnTo>
                  <a:lnTo>
                    <a:pt x="448385" y="3116972"/>
                  </a:lnTo>
                  <a:lnTo>
                    <a:pt x="446674" y="3116972"/>
                  </a:lnTo>
                  <a:lnTo>
                    <a:pt x="444963" y="3116972"/>
                  </a:lnTo>
                  <a:lnTo>
                    <a:pt x="443251" y="3116972"/>
                  </a:lnTo>
                  <a:lnTo>
                    <a:pt x="441540" y="3116972"/>
                  </a:lnTo>
                  <a:lnTo>
                    <a:pt x="439828" y="3116972"/>
                  </a:lnTo>
                  <a:lnTo>
                    <a:pt x="438117" y="3116972"/>
                  </a:lnTo>
                  <a:lnTo>
                    <a:pt x="436406" y="3116972"/>
                  </a:lnTo>
                  <a:lnTo>
                    <a:pt x="434694" y="3116972"/>
                  </a:lnTo>
                  <a:lnTo>
                    <a:pt x="432983" y="3116972"/>
                  </a:lnTo>
                  <a:lnTo>
                    <a:pt x="431271" y="3116972"/>
                  </a:lnTo>
                  <a:lnTo>
                    <a:pt x="429560" y="3116972"/>
                  </a:lnTo>
                  <a:lnTo>
                    <a:pt x="427849" y="3116972"/>
                  </a:lnTo>
                  <a:lnTo>
                    <a:pt x="426137" y="3116972"/>
                  </a:lnTo>
                  <a:lnTo>
                    <a:pt x="424426" y="3116972"/>
                  </a:lnTo>
                  <a:lnTo>
                    <a:pt x="422714" y="3116972"/>
                  </a:lnTo>
                  <a:lnTo>
                    <a:pt x="421003" y="3116972"/>
                  </a:lnTo>
                  <a:lnTo>
                    <a:pt x="419292" y="3116972"/>
                  </a:lnTo>
                  <a:lnTo>
                    <a:pt x="417580" y="3116972"/>
                  </a:lnTo>
                  <a:lnTo>
                    <a:pt x="415869" y="3116972"/>
                  </a:lnTo>
                  <a:lnTo>
                    <a:pt x="414158" y="3116972"/>
                  </a:lnTo>
                  <a:lnTo>
                    <a:pt x="412446" y="3116972"/>
                  </a:lnTo>
                  <a:lnTo>
                    <a:pt x="410735" y="3116972"/>
                  </a:lnTo>
                  <a:lnTo>
                    <a:pt x="409023" y="3116972"/>
                  </a:lnTo>
                  <a:lnTo>
                    <a:pt x="407312" y="3116972"/>
                  </a:lnTo>
                  <a:lnTo>
                    <a:pt x="405601" y="3116972"/>
                  </a:lnTo>
                  <a:lnTo>
                    <a:pt x="403889" y="3116972"/>
                  </a:lnTo>
                  <a:lnTo>
                    <a:pt x="402178" y="3116972"/>
                  </a:lnTo>
                  <a:lnTo>
                    <a:pt x="400466" y="3116972"/>
                  </a:lnTo>
                  <a:lnTo>
                    <a:pt x="398755" y="3116972"/>
                  </a:lnTo>
                  <a:lnTo>
                    <a:pt x="397044" y="3116972"/>
                  </a:lnTo>
                  <a:lnTo>
                    <a:pt x="395332" y="3116972"/>
                  </a:lnTo>
                  <a:lnTo>
                    <a:pt x="393621" y="3116972"/>
                  </a:lnTo>
                  <a:lnTo>
                    <a:pt x="391909" y="3116972"/>
                  </a:lnTo>
                  <a:lnTo>
                    <a:pt x="390198" y="3116972"/>
                  </a:lnTo>
                  <a:lnTo>
                    <a:pt x="388487" y="3116972"/>
                  </a:lnTo>
                  <a:lnTo>
                    <a:pt x="386775" y="3116972"/>
                  </a:lnTo>
                  <a:lnTo>
                    <a:pt x="385064" y="3116972"/>
                  </a:lnTo>
                  <a:lnTo>
                    <a:pt x="383352" y="3116972"/>
                  </a:lnTo>
                  <a:lnTo>
                    <a:pt x="381641" y="3116972"/>
                  </a:lnTo>
                  <a:lnTo>
                    <a:pt x="379930" y="3116972"/>
                  </a:lnTo>
                  <a:lnTo>
                    <a:pt x="378218" y="3116972"/>
                  </a:lnTo>
                  <a:lnTo>
                    <a:pt x="376507" y="3116972"/>
                  </a:lnTo>
                  <a:lnTo>
                    <a:pt x="374795" y="3116972"/>
                  </a:lnTo>
                  <a:lnTo>
                    <a:pt x="373084" y="3116972"/>
                  </a:lnTo>
                  <a:lnTo>
                    <a:pt x="371373" y="3116972"/>
                  </a:lnTo>
                  <a:lnTo>
                    <a:pt x="369661" y="3116972"/>
                  </a:lnTo>
                  <a:lnTo>
                    <a:pt x="367950" y="3116972"/>
                  </a:lnTo>
                  <a:lnTo>
                    <a:pt x="366238" y="3116972"/>
                  </a:lnTo>
                  <a:lnTo>
                    <a:pt x="364527" y="3116972"/>
                  </a:lnTo>
                  <a:lnTo>
                    <a:pt x="362816" y="3116972"/>
                  </a:lnTo>
                  <a:lnTo>
                    <a:pt x="361104" y="3116972"/>
                  </a:lnTo>
                  <a:lnTo>
                    <a:pt x="359393" y="3116972"/>
                  </a:lnTo>
                  <a:lnTo>
                    <a:pt x="357681" y="3116972"/>
                  </a:lnTo>
                  <a:lnTo>
                    <a:pt x="355970" y="3116972"/>
                  </a:lnTo>
                  <a:lnTo>
                    <a:pt x="354259" y="3116972"/>
                  </a:lnTo>
                  <a:lnTo>
                    <a:pt x="352547" y="3116972"/>
                  </a:lnTo>
                  <a:lnTo>
                    <a:pt x="350836" y="3116972"/>
                  </a:lnTo>
                  <a:lnTo>
                    <a:pt x="349124" y="3116972"/>
                  </a:lnTo>
                  <a:lnTo>
                    <a:pt x="347413" y="3116972"/>
                  </a:lnTo>
                  <a:lnTo>
                    <a:pt x="345702" y="3116972"/>
                  </a:lnTo>
                  <a:lnTo>
                    <a:pt x="343990" y="3116972"/>
                  </a:lnTo>
                  <a:lnTo>
                    <a:pt x="342279" y="3116972"/>
                  </a:lnTo>
                  <a:lnTo>
                    <a:pt x="340567" y="3116972"/>
                  </a:lnTo>
                  <a:lnTo>
                    <a:pt x="338856" y="3116972"/>
                  </a:lnTo>
                  <a:lnTo>
                    <a:pt x="337145" y="3116972"/>
                  </a:lnTo>
                  <a:lnTo>
                    <a:pt x="335433" y="3116972"/>
                  </a:lnTo>
                  <a:lnTo>
                    <a:pt x="333722" y="3116972"/>
                  </a:lnTo>
                  <a:lnTo>
                    <a:pt x="332010" y="3116972"/>
                  </a:lnTo>
                  <a:lnTo>
                    <a:pt x="330299" y="3116972"/>
                  </a:lnTo>
                  <a:lnTo>
                    <a:pt x="328588" y="3116972"/>
                  </a:lnTo>
                  <a:lnTo>
                    <a:pt x="326876" y="3116972"/>
                  </a:lnTo>
                  <a:lnTo>
                    <a:pt x="325165" y="3116972"/>
                  </a:lnTo>
                  <a:lnTo>
                    <a:pt x="323453" y="3116972"/>
                  </a:lnTo>
                  <a:lnTo>
                    <a:pt x="321742" y="3116972"/>
                  </a:lnTo>
                  <a:lnTo>
                    <a:pt x="320031" y="3116972"/>
                  </a:lnTo>
                  <a:lnTo>
                    <a:pt x="318319" y="3116972"/>
                  </a:lnTo>
                  <a:lnTo>
                    <a:pt x="316608" y="3116972"/>
                  </a:lnTo>
                  <a:lnTo>
                    <a:pt x="314897" y="3116972"/>
                  </a:lnTo>
                  <a:lnTo>
                    <a:pt x="313185" y="3116972"/>
                  </a:lnTo>
                  <a:lnTo>
                    <a:pt x="311474" y="3116972"/>
                  </a:lnTo>
                  <a:lnTo>
                    <a:pt x="309762" y="3116972"/>
                  </a:lnTo>
                  <a:lnTo>
                    <a:pt x="308051" y="3116972"/>
                  </a:lnTo>
                  <a:lnTo>
                    <a:pt x="306340" y="3116972"/>
                  </a:lnTo>
                  <a:lnTo>
                    <a:pt x="304628" y="3116972"/>
                  </a:lnTo>
                  <a:lnTo>
                    <a:pt x="302917" y="3116972"/>
                  </a:lnTo>
                  <a:lnTo>
                    <a:pt x="301205" y="3116972"/>
                  </a:lnTo>
                  <a:lnTo>
                    <a:pt x="299494" y="3116972"/>
                  </a:lnTo>
                  <a:lnTo>
                    <a:pt x="297783" y="3116972"/>
                  </a:lnTo>
                  <a:lnTo>
                    <a:pt x="296071" y="3116972"/>
                  </a:lnTo>
                  <a:lnTo>
                    <a:pt x="294360" y="3116972"/>
                  </a:lnTo>
                  <a:lnTo>
                    <a:pt x="292648" y="3116972"/>
                  </a:lnTo>
                  <a:lnTo>
                    <a:pt x="290937" y="3116972"/>
                  </a:lnTo>
                  <a:lnTo>
                    <a:pt x="289226" y="3116972"/>
                  </a:lnTo>
                  <a:lnTo>
                    <a:pt x="287514" y="3116972"/>
                  </a:lnTo>
                  <a:lnTo>
                    <a:pt x="285803" y="3116972"/>
                  </a:lnTo>
                  <a:lnTo>
                    <a:pt x="284091" y="3116972"/>
                  </a:lnTo>
                  <a:lnTo>
                    <a:pt x="282380" y="3116972"/>
                  </a:lnTo>
                  <a:lnTo>
                    <a:pt x="280669" y="3116972"/>
                  </a:lnTo>
                  <a:lnTo>
                    <a:pt x="278957" y="3116972"/>
                  </a:lnTo>
                  <a:lnTo>
                    <a:pt x="277246" y="3116972"/>
                  </a:lnTo>
                  <a:lnTo>
                    <a:pt x="275534" y="3116972"/>
                  </a:lnTo>
                  <a:lnTo>
                    <a:pt x="273823" y="3116972"/>
                  </a:lnTo>
                  <a:lnTo>
                    <a:pt x="272112" y="3116972"/>
                  </a:lnTo>
                  <a:lnTo>
                    <a:pt x="270400" y="3116972"/>
                  </a:lnTo>
                  <a:lnTo>
                    <a:pt x="268689" y="3116972"/>
                  </a:lnTo>
                  <a:lnTo>
                    <a:pt x="266977" y="3116972"/>
                  </a:lnTo>
                  <a:lnTo>
                    <a:pt x="265266" y="3116972"/>
                  </a:lnTo>
                  <a:lnTo>
                    <a:pt x="263555" y="3116972"/>
                  </a:lnTo>
                  <a:lnTo>
                    <a:pt x="261843" y="3116972"/>
                  </a:lnTo>
                  <a:lnTo>
                    <a:pt x="260132" y="3116972"/>
                  </a:lnTo>
                  <a:lnTo>
                    <a:pt x="258420" y="3116972"/>
                  </a:lnTo>
                  <a:lnTo>
                    <a:pt x="256709" y="3116972"/>
                  </a:lnTo>
                  <a:lnTo>
                    <a:pt x="254998" y="3116972"/>
                  </a:lnTo>
                  <a:lnTo>
                    <a:pt x="253286" y="3116972"/>
                  </a:lnTo>
                  <a:lnTo>
                    <a:pt x="251575" y="3116972"/>
                  </a:lnTo>
                  <a:lnTo>
                    <a:pt x="249863" y="3116972"/>
                  </a:lnTo>
                  <a:lnTo>
                    <a:pt x="248152" y="3116972"/>
                  </a:lnTo>
                  <a:lnTo>
                    <a:pt x="246441" y="3116972"/>
                  </a:lnTo>
                  <a:lnTo>
                    <a:pt x="244729" y="3116972"/>
                  </a:lnTo>
                  <a:lnTo>
                    <a:pt x="243018" y="3116972"/>
                  </a:lnTo>
                  <a:lnTo>
                    <a:pt x="241306" y="3116972"/>
                  </a:lnTo>
                  <a:lnTo>
                    <a:pt x="239595" y="3116972"/>
                  </a:lnTo>
                  <a:lnTo>
                    <a:pt x="237884" y="3116972"/>
                  </a:lnTo>
                  <a:lnTo>
                    <a:pt x="236172" y="3116972"/>
                  </a:lnTo>
                  <a:lnTo>
                    <a:pt x="234461" y="3116972"/>
                  </a:lnTo>
                  <a:lnTo>
                    <a:pt x="232749" y="3116972"/>
                  </a:lnTo>
                  <a:lnTo>
                    <a:pt x="231038" y="3116972"/>
                  </a:lnTo>
                  <a:lnTo>
                    <a:pt x="229327" y="3116972"/>
                  </a:lnTo>
                  <a:lnTo>
                    <a:pt x="227615" y="3116972"/>
                  </a:lnTo>
                  <a:lnTo>
                    <a:pt x="225904" y="3116972"/>
                  </a:lnTo>
                  <a:lnTo>
                    <a:pt x="224192" y="3116972"/>
                  </a:lnTo>
                  <a:lnTo>
                    <a:pt x="222481" y="3116972"/>
                  </a:lnTo>
                  <a:lnTo>
                    <a:pt x="220770" y="3116972"/>
                  </a:lnTo>
                  <a:lnTo>
                    <a:pt x="219058" y="3116972"/>
                  </a:lnTo>
                  <a:lnTo>
                    <a:pt x="217347" y="3116972"/>
                  </a:lnTo>
                  <a:lnTo>
                    <a:pt x="215635" y="3116972"/>
                  </a:lnTo>
                  <a:lnTo>
                    <a:pt x="213924" y="3116972"/>
                  </a:lnTo>
                  <a:lnTo>
                    <a:pt x="212213" y="3116972"/>
                  </a:lnTo>
                  <a:lnTo>
                    <a:pt x="210501" y="3116972"/>
                  </a:lnTo>
                  <a:lnTo>
                    <a:pt x="208790" y="3116972"/>
                  </a:lnTo>
                  <a:lnTo>
                    <a:pt x="207079" y="3116972"/>
                  </a:lnTo>
                  <a:lnTo>
                    <a:pt x="205367" y="3116972"/>
                  </a:lnTo>
                  <a:lnTo>
                    <a:pt x="203656" y="3116972"/>
                  </a:lnTo>
                  <a:lnTo>
                    <a:pt x="201944" y="3116972"/>
                  </a:lnTo>
                  <a:lnTo>
                    <a:pt x="200233" y="3116972"/>
                  </a:lnTo>
                  <a:lnTo>
                    <a:pt x="198522" y="3116972"/>
                  </a:lnTo>
                  <a:lnTo>
                    <a:pt x="196810" y="3116972"/>
                  </a:lnTo>
                  <a:lnTo>
                    <a:pt x="195099" y="3116972"/>
                  </a:lnTo>
                  <a:lnTo>
                    <a:pt x="193387" y="3116972"/>
                  </a:lnTo>
                  <a:lnTo>
                    <a:pt x="191676" y="3116972"/>
                  </a:lnTo>
                  <a:lnTo>
                    <a:pt x="189965" y="3116972"/>
                  </a:lnTo>
                  <a:lnTo>
                    <a:pt x="188253" y="3116972"/>
                  </a:lnTo>
                  <a:lnTo>
                    <a:pt x="186542" y="3116972"/>
                  </a:lnTo>
                  <a:lnTo>
                    <a:pt x="184830" y="3116972"/>
                  </a:lnTo>
                  <a:lnTo>
                    <a:pt x="183119" y="3116972"/>
                  </a:lnTo>
                  <a:lnTo>
                    <a:pt x="181408" y="3116972"/>
                  </a:lnTo>
                  <a:lnTo>
                    <a:pt x="179696" y="3116972"/>
                  </a:lnTo>
                  <a:lnTo>
                    <a:pt x="177985" y="3116972"/>
                  </a:lnTo>
                  <a:lnTo>
                    <a:pt x="176273" y="3116972"/>
                  </a:lnTo>
                  <a:lnTo>
                    <a:pt x="174562" y="3116972"/>
                  </a:lnTo>
                  <a:lnTo>
                    <a:pt x="172851" y="3116972"/>
                  </a:lnTo>
                  <a:lnTo>
                    <a:pt x="171139" y="3116972"/>
                  </a:lnTo>
                  <a:lnTo>
                    <a:pt x="169428" y="3116972"/>
                  </a:lnTo>
                  <a:lnTo>
                    <a:pt x="167716" y="3116972"/>
                  </a:lnTo>
                  <a:lnTo>
                    <a:pt x="166005" y="3116972"/>
                  </a:lnTo>
                  <a:lnTo>
                    <a:pt x="164294" y="3116972"/>
                  </a:lnTo>
                  <a:lnTo>
                    <a:pt x="162582" y="3116972"/>
                  </a:lnTo>
                  <a:lnTo>
                    <a:pt x="160871" y="3116972"/>
                  </a:lnTo>
                  <a:lnTo>
                    <a:pt x="159159" y="3116972"/>
                  </a:lnTo>
                  <a:lnTo>
                    <a:pt x="157448" y="3116972"/>
                  </a:lnTo>
                  <a:lnTo>
                    <a:pt x="155737" y="3116972"/>
                  </a:lnTo>
                  <a:lnTo>
                    <a:pt x="154025" y="3116972"/>
                  </a:lnTo>
                  <a:lnTo>
                    <a:pt x="152314" y="3116972"/>
                  </a:lnTo>
                  <a:lnTo>
                    <a:pt x="150602" y="3116972"/>
                  </a:lnTo>
                  <a:lnTo>
                    <a:pt x="148891" y="3116972"/>
                  </a:lnTo>
                  <a:lnTo>
                    <a:pt x="147180" y="3116972"/>
                  </a:lnTo>
                  <a:lnTo>
                    <a:pt x="145468" y="3116972"/>
                  </a:lnTo>
                  <a:lnTo>
                    <a:pt x="143757" y="3116972"/>
                  </a:lnTo>
                  <a:lnTo>
                    <a:pt x="142045" y="3116972"/>
                  </a:lnTo>
                  <a:lnTo>
                    <a:pt x="140334" y="3116972"/>
                  </a:lnTo>
                  <a:lnTo>
                    <a:pt x="138623" y="3116972"/>
                  </a:lnTo>
                  <a:lnTo>
                    <a:pt x="136911" y="3116972"/>
                  </a:lnTo>
                  <a:lnTo>
                    <a:pt x="135200" y="3116972"/>
                  </a:lnTo>
                  <a:lnTo>
                    <a:pt x="133488" y="3116972"/>
                  </a:lnTo>
                  <a:lnTo>
                    <a:pt x="131777" y="3116972"/>
                  </a:lnTo>
                  <a:lnTo>
                    <a:pt x="130066" y="3116972"/>
                  </a:lnTo>
                  <a:lnTo>
                    <a:pt x="128354" y="3116972"/>
                  </a:lnTo>
                  <a:lnTo>
                    <a:pt x="126643" y="3116972"/>
                  </a:lnTo>
                  <a:lnTo>
                    <a:pt x="124931" y="3116972"/>
                  </a:lnTo>
                  <a:lnTo>
                    <a:pt x="123220" y="3116972"/>
                  </a:lnTo>
                  <a:lnTo>
                    <a:pt x="121509" y="3116972"/>
                  </a:lnTo>
                  <a:lnTo>
                    <a:pt x="119797" y="3116972"/>
                  </a:lnTo>
                  <a:lnTo>
                    <a:pt x="118086" y="3116972"/>
                  </a:lnTo>
                  <a:lnTo>
                    <a:pt x="116374" y="3116972"/>
                  </a:lnTo>
                  <a:lnTo>
                    <a:pt x="114663" y="3116972"/>
                  </a:lnTo>
                  <a:lnTo>
                    <a:pt x="112952" y="3116972"/>
                  </a:lnTo>
                  <a:lnTo>
                    <a:pt x="111240" y="3116972"/>
                  </a:lnTo>
                  <a:lnTo>
                    <a:pt x="109529" y="3116972"/>
                  </a:lnTo>
                  <a:lnTo>
                    <a:pt x="107817" y="3116972"/>
                  </a:lnTo>
                  <a:lnTo>
                    <a:pt x="106106" y="3116972"/>
                  </a:lnTo>
                  <a:lnTo>
                    <a:pt x="104395" y="3116972"/>
                  </a:lnTo>
                  <a:lnTo>
                    <a:pt x="102683" y="3116972"/>
                  </a:lnTo>
                  <a:lnTo>
                    <a:pt x="100972" y="3116972"/>
                  </a:lnTo>
                  <a:lnTo>
                    <a:pt x="99261" y="3116972"/>
                  </a:lnTo>
                  <a:lnTo>
                    <a:pt x="97549" y="3116972"/>
                  </a:lnTo>
                  <a:lnTo>
                    <a:pt x="95838" y="3116972"/>
                  </a:lnTo>
                  <a:lnTo>
                    <a:pt x="94126" y="3116972"/>
                  </a:lnTo>
                  <a:lnTo>
                    <a:pt x="92415" y="3116972"/>
                  </a:lnTo>
                  <a:lnTo>
                    <a:pt x="90704" y="3116972"/>
                  </a:lnTo>
                  <a:lnTo>
                    <a:pt x="88992" y="3116972"/>
                  </a:lnTo>
                  <a:lnTo>
                    <a:pt x="87281" y="3116972"/>
                  </a:lnTo>
                  <a:lnTo>
                    <a:pt x="85569" y="3116972"/>
                  </a:lnTo>
                  <a:lnTo>
                    <a:pt x="83858" y="3116972"/>
                  </a:lnTo>
                  <a:lnTo>
                    <a:pt x="82147" y="3116972"/>
                  </a:lnTo>
                  <a:lnTo>
                    <a:pt x="80435" y="3116972"/>
                  </a:lnTo>
                  <a:lnTo>
                    <a:pt x="78724" y="3116972"/>
                  </a:lnTo>
                  <a:lnTo>
                    <a:pt x="77012" y="3116972"/>
                  </a:lnTo>
                  <a:lnTo>
                    <a:pt x="75301" y="3116972"/>
                  </a:lnTo>
                  <a:lnTo>
                    <a:pt x="73590" y="3116972"/>
                  </a:lnTo>
                  <a:lnTo>
                    <a:pt x="71878" y="3116972"/>
                  </a:lnTo>
                  <a:lnTo>
                    <a:pt x="70167" y="3116972"/>
                  </a:lnTo>
                  <a:lnTo>
                    <a:pt x="68455" y="3116972"/>
                  </a:lnTo>
                  <a:lnTo>
                    <a:pt x="66744" y="3116972"/>
                  </a:lnTo>
                  <a:lnTo>
                    <a:pt x="65033" y="3116972"/>
                  </a:lnTo>
                  <a:lnTo>
                    <a:pt x="63321" y="3116972"/>
                  </a:lnTo>
                  <a:lnTo>
                    <a:pt x="61610" y="3116972"/>
                  </a:lnTo>
                  <a:lnTo>
                    <a:pt x="59898" y="3116972"/>
                  </a:lnTo>
                  <a:lnTo>
                    <a:pt x="58187" y="3116972"/>
                  </a:lnTo>
                  <a:lnTo>
                    <a:pt x="56476" y="3116972"/>
                  </a:lnTo>
                  <a:lnTo>
                    <a:pt x="54764" y="3116972"/>
                  </a:lnTo>
                  <a:lnTo>
                    <a:pt x="53053" y="3116972"/>
                  </a:lnTo>
                  <a:lnTo>
                    <a:pt x="51341" y="3116972"/>
                  </a:lnTo>
                  <a:lnTo>
                    <a:pt x="49630" y="3116972"/>
                  </a:lnTo>
                  <a:lnTo>
                    <a:pt x="47919" y="3116972"/>
                  </a:lnTo>
                  <a:lnTo>
                    <a:pt x="46207" y="3116972"/>
                  </a:lnTo>
                  <a:lnTo>
                    <a:pt x="44496" y="3116972"/>
                  </a:lnTo>
                  <a:lnTo>
                    <a:pt x="42784" y="3116972"/>
                  </a:lnTo>
                  <a:lnTo>
                    <a:pt x="41073" y="3116972"/>
                  </a:lnTo>
                  <a:lnTo>
                    <a:pt x="39362" y="3116972"/>
                  </a:lnTo>
                  <a:lnTo>
                    <a:pt x="37650" y="3116972"/>
                  </a:lnTo>
                  <a:lnTo>
                    <a:pt x="35939" y="3116972"/>
                  </a:lnTo>
                  <a:lnTo>
                    <a:pt x="34227" y="3116972"/>
                  </a:lnTo>
                  <a:lnTo>
                    <a:pt x="32516" y="3116972"/>
                  </a:lnTo>
                  <a:lnTo>
                    <a:pt x="30805" y="3116972"/>
                  </a:lnTo>
                  <a:lnTo>
                    <a:pt x="29093" y="3116972"/>
                  </a:lnTo>
                  <a:lnTo>
                    <a:pt x="27382" y="3116972"/>
                  </a:lnTo>
                  <a:lnTo>
                    <a:pt x="25670" y="3116972"/>
                  </a:lnTo>
                  <a:lnTo>
                    <a:pt x="23959" y="3116972"/>
                  </a:lnTo>
                  <a:lnTo>
                    <a:pt x="22248" y="3116972"/>
                  </a:lnTo>
                  <a:lnTo>
                    <a:pt x="20536" y="3116972"/>
                  </a:lnTo>
                  <a:lnTo>
                    <a:pt x="18825" y="3116972"/>
                  </a:lnTo>
                  <a:lnTo>
                    <a:pt x="17113" y="3116972"/>
                  </a:lnTo>
                  <a:lnTo>
                    <a:pt x="15402" y="3116972"/>
                  </a:lnTo>
                  <a:lnTo>
                    <a:pt x="13691" y="3116972"/>
                  </a:lnTo>
                  <a:lnTo>
                    <a:pt x="11979" y="3116972"/>
                  </a:lnTo>
                  <a:lnTo>
                    <a:pt x="10268" y="3116972"/>
                  </a:lnTo>
                  <a:lnTo>
                    <a:pt x="8556" y="3116972"/>
                  </a:lnTo>
                  <a:lnTo>
                    <a:pt x="6845" y="3116972"/>
                  </a:lnTo>
                  <a:lnTo>
                    <a:pt x="5134" y="3116972"/>
                  </a:lnTo>
                  <a:lnTo>
                    <a:pt x="3422" y="3116972"/>
                  </a:lnTo>
                  <a:lnTo>
                    <a:pt x="1711" y="3116972"/>
                  </a:lnTo>
                  <a:lnTo>
                    <a:pt x="0" y="311697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2969351"/>
                  </a:moveTo>
                  <a:lnTo>
                    <a:pt x="1711" y="2943902"/>
                  </a:lnTo>
                  <a:lnTo>
                    <a:pt x="3422" y="2933416"/>
                  </a:lnTo>
                  <a:lnTo>
                    <a:pt x="5134" y="3016577"/>
                  </a:lnTo>
                  <a:lnTo>
                    <a:pt x="6845" y="3095870"/>
                  </a:lnTo>
                  <a:lnTo>
                    <a:pt x="8556" y="3098390"/>
                  </a:lnTo>
                  <a:lnTo>
                    <a:pt x="10268" y="3109034"/>
                  </a:lnTo>
                  <a:lnTo>
                    <a:pt x="11979" y="3116972"/>
                  </a:lnTo>
                  <a:lnTo>
                    <a:pt x="11979" y="3116972"/>
                  </a:lnTo>
                  <a:lnTo>
                    <a:pt x="13691" y="3116972"/>
                  </a:lnTo>
                  <a:lnTo>
                    <a:pt x="15402" y="3116972"/>
                  </a:lnTo>
                  <a:lnTo>
                    <a:pt x="17113" y="3066853"/>
                  </a:lnTo>
                  <a:lnTo>
                    <a:pt x="18825" y="3064334"/>
                  </a:lnTo>
                  <a:lnTo>
                    <a:pt x="20536" y="3052204"/>
                  </a:lnTo>
                  <a:lnTo>
                    <a:pt x="22248" y="2998089"/>
                  </a:lnTo>
                  <a:lnTo>
                    <a:pt x="23959" y="2981623"/>
                  </a:lnTo>
                  <a:lnTo>
                    <a:pt x="25670" y="2981623"/>
                  </a:lnTo>
                  <a:lnTo>
                    <a:pt x="27382" y="2978169"/>
                  </a:lnTo>
                  <a:lnTo>
                    <a:pt x="29093" y="2942052"/>
                  </a:lnTo>
                  <a:lnTo>
                    <a:pt x="30805" y="2861770"/>
                  </a:lnTo>
                  <a:lnTo>
                    <a:pt x="32516" y="2852190"/>
                  </a:lnTo>
                  <a:lnTo>
                    <a:pt x="34227" y="2880494"/>
                  </a:lnTo>
                  <a:lnTo>
                    <a:pt x="35939" y="2841825"/>
                  </a:lnTo>
                  <a:lnTo>
                    <a:pt x="37650" y="2733749"/>
                  </a:lnTo>
                  <a:lnTo>
                    <a:pt x="39362" y="2692326"/>
                  </a:lnTo>
                  <a:lnTo>
                    <a:pt x="41073" y="2780443"/>
                  </a:lnTo>
                  <a:lnTo>
                    <a:pt x="42784" y="2788290"/>
                  </a:lnTo>
                  <a:lnTo>
                    <a:pt x="44496" y="2714736"/>
                  </a:lnTo>
                  <a:lnTo>
                    <a:pt x="46207" y="2760701"/>
                  </a:lnTo>
                  <a:lnTo>
                    <a:pt x="47919" y="2844506"/>
                  </a:lnTo>
                  <a:lnTo>
                    <a:pt x="49630" y="2912076"/>
                  </a:lnTo>
                  <a:lnTo>
                    <a:pt x="51341" y="2916369"/>
                  </a:lnTo>
                  <a:lnTo>
                    <a:pt x="53053" y="2971882"/>
                  </a:lnTo>
                  <a:lnTo>
                    <a:pt x="54764" y="3019003"/>
                  </a:lnTo>
                  <a:lnTo>
                    <a:pt x="56476" y="2993994"/>
                  </a:lnTo>
                  <a:lnTo>
                    <a:pt x="58187" y="2994594"/>
                  </a:lnTo>
                  <a:lnTo>
                    <a:pt x="59898" y="2891609"/>
                  </a:lnTo>
                  <a:lnTo>
                    <a:pt x="61610" y="2781886"/>
                  </a:lnTo>
                  <a:lnTo>
                    <a:pt x="63321" y="2683591"/>
                  </a:lnTo>
                  <a:lnTo>
                    <a:pt x="65033" y="2663550"/>
                  </a:lnTo>
                  <a:lnTo>
                    <a:pt x="66744" y="2663096"/>
                  </a:lnTo>
                  <a:lnTo>
                    <a:pt x="68455" y="2686364"/>
                  </a:lnTo>
                  <a:lnTo>
                    <a:pt x="70167" y="2794687"/>
                  </a:lnTo>
                  <a:lnTo>
                    <a:pt x="71878" y="2882911"/>
                  </a:lnTo>
                  <a:lnTo>
                    <a:pt x="73590" y="2949540"/>
                  </a:lnTo>
                  <a:lnTo>
                    <a:pt x="75301" y="2953416"/>
                  </a:lnTo>
                  <a:lnTo>
                    <a:pt x="77012" y="2976602"/>
                  </a:lnTo>
                  <a:lnTo>
                    <a:pt x="78724" y="2992602"/>
                  </a:lnTo>
                  <a:lnTo>
                    <a:pt x="80435" y="2937751"/>
                  </a:lnTo>
                  <a:lnTo>
                    <a:pt x="82147" y="2881733"/>
                  </a:lnTo>
                  <a:lnTo>
                    <a:pt x="83858" y="2838345"/>
                  </a:lnTo>
                  <a:lnTo>
                    <a:pt x="85569" y="2792719"/>
                  </a:lnTo>
                  <a:lnTo>
                    <a:pt x="87281" y="2772374"/>
                  </a:lnTo>
                  <a:lnTo>
                    <a:pt x="88992" y="2786576"/>
                  </a:lnTo>
                  <a:lnTo>
                    <a:pt x="90704" y="2876208"/>
                  </a:lnTo>
                  <a:lnTo>
                    <a:pt x="92415" y="2888710"/>
                  </a:lnTo>
                  <a:lnTo>
                    <a:pt x="94126" y="2887253"/>
                  </a:lnTo>
                  <a:lnTo>
                    <a:pt x="95838" y="2902831"/>
                  </a:lnTo>
                  <a:lnTo>
                    <a:pt x="97549" y="2916365"/>
                  </a:lnTo>
                  <a:lnTo>
                    <a:pt x="99261" y="2884628"/>
                  </a:lnTo>
                  <a:lnTo>
                    <a:pt x="100972" y="2804763"/>
                  </a:lnTo>
                  <a:lnTo>
                    <a:pt x="102683" y="2841595"/>
                  </a:lnTo>
                  <a:lnTo>
                    <a:pt x="104395" y="2944929"/>
                  </a:lnTo>
                  <a:lnTo>
                    <a:pt x="106106" y="3013244"/>
                  </a:lnTo>
                  <a:lnTo>
                    <a:pt x="107817" y="2967889"/>
                  </a:lnTo>
                  <a:lnTo>
                    <a:pt x="109529" y="2967327"/>
                  </a:lnTo>
                  <a:lnTo>
                    <a:pt x="111240" y="3017046"/>
                  </a:lnTo>
                  <a:lnTo>
                    <a:pt x="112952" y="3045231"/>
                  </a:lnTo>
                  <a:lnTo>
                    <a:pt x="114663" y="2982768"/>
                  </a:lnTo>
                  <a:lnTo>
                    <a:pt x="116374" y="2888860"/>
                  </a:lnTo>
                  <a:lnTo>
                    <a:pt x="118086" y="2897268"/>
                  </a:lnTo>
                  <a:lnTo>
                    <a:pt x="119797" y="2914422"/>
                  </a:lnTo>
                  <a:lnTo>
                    <a:pt x="121509" y="2868702"/>
                  </a:lnTo>
                  <a:lnTo>
                    <a:pt x="123220" y="2796088"/>
                  </a:lnTo>
                  <a:lnTo>
                    <a:pt x="124931" y="2751410"/>
                  </a:lnTo>
                  <a:lnTo>
                    <a:pt x="126643" y="2781745"/>
                  </a:lnTo>
                  <a:lnTo>
                    <a:pt x="128354" y="2794593"/>
                  </a:lnTo>
                  <a:lnTo>
                    <a:pt x="130066" y="2750080"/>
                  </a:lnTo>
                  <a:lnTo>
                    <a:pt x="131777" y="2805687"/>
                  </a:lnTo>
                  <a:lnTo>
                    <a:pt x="133488" y="2825000"/>
                  </a:lnTo>
                  <a:lnTo>
                    <a:pt x="135200" y="2834895"/>
                  </a:lnTo>
                  <a:lnTo>
                    <a:pt x="136911" y="2848648"/>
                  </a:lnTo>
                  <a:lnTo>
                    <a:pt x="138623" y="2826023"/>
                  </a:lnTo>
                  <a:lnTo>
                    <a:pt x="140334" y="2783201"/>
                  </a:lnTo>
                  <a:lnTo>
                    <a:pt x="142045" y="2668730"/>
                  </a:lnTo>
                  <a:lnTo>
                    <a:pt x="143757" y="2672638"/>
                  </a:lnTo>
                  <a:lnTo>
                    <a:pt x="145468" y="2743394"/>
                  </a:lnTo>
                  <a:lnTo>
                    <a:pt x="147180" y="2758682"/>
                  </a:lnTo>
                  <a:lnTo>
                    <a:pt x="148891" y="2731397"/>
                  </a:lnTo>
                  <a:lnTo>
                    <a:pt x="150602" y="2706546"/>
                  </a:lnTo>
                  <a:lnTo>
                    <a:pt x="152314" y="2755847"/>
                  </a:lnTo>
                  <a:lnTo>
                    <a:pt x="154025" y="2770881"/>
                  </a:lnTo>
                  <a:lnTo>
                    <a:pt x="155737" y="2745805"/>
                  </a:lnTo>
                  <a:lnTo>
                    <a:pt x="157448" y="2757865"/>
                  </a:lnTo>
                  <a:lnTo>
                    <a:pt x="159159" y="2841182"/>
                  </a:lnTo>
                  <a:lnTo>
                    <a:pt x="160871" y="2908954"/>
                  </a:lnTo>
                  <a:lnTo>
                    <a:pt x="162582" y="2861831"/>
                  </a:lnTo>
                  <a:lnTo>
                    <a:pt x="164294" y="2820715"/>
                  </a:lnTo>
                  <a:lnTo>
                    <a:pt x="166005" y="2866117"/>
                  </a:lnTo>
                  <a:lnTo>
                    <a:pt x="167716" y="2890180"/>
                  </a:lnTo>
                  <a:lnTo>
                    <a:pt x="169428" y="2847634"/>
                  </a:lnTo>
                  <a:lnTo>
                    <a:pt x="171139" y="2796208"/>
                  </a:lnTo>
                  <a:lnTo>
                    <a:pt x="172851" y="2813956"/>
                  </a:lnTo>
                  <a:lnTo>
                    <a:pt x="174562" y="2872960"/>
                  </a:lnTo>
                  <a:lnTo>
                    <a:pt x="176273" y="2852635"/>
                  </a:lnTo>
                  <a:lnTo>
                    <a:pt x="177985" y="2834210"/>
                  </a:lnTo>
                  <a:lnTo>
                    <a:pt x="179696" y="2815604"/>
                  </a:lnTo>
                  <a:lnTo>
                    <a:pt x="181408" y="2853226"/>
                  </a:lnTo>
                  <a:lnTo>
                    <a:pt x="183119" y="2918190"/>
                  </a:lnTo>
                  <a:lnTo>
                    <a:pt x="184830" y="2974613"/>
                  </a:lnTo>
                  <a:lnTo>
                    <a:pt x="186542" y="2978453"/>
                  </a:lnTo>
                  <a:lnTo>
                    <a:pt x="188253" y="2891079"/>
                  </a:lnTo>
                  <a:lnTo>
                    <a:pt x="189965" y="2874554"/>
                  </a:lnTo>
                  <a:lnTo>
                    <a:pt x="191676" y="2887590"/>
                  </a:lnTo>
                  <a:lnTo>
                    <a:pt x="193387" y="2864934"/>
                  </a:lnTo>
                  <a:lnTo>
                    <a:pt x="195099" y="2805203"/>
                  </a:lnTo>
                  <a:lnTo>
                    <a:pt x="196810" y="2769155"/>
                  </a:lnTo>
                  <a:lnTo>
                    <a:pt x="198522" y="2875553"/>
                  </a:lnTo>
                  <a:lnTo>
                    <a:pt x="200233" y="2922135"/>
                  </a:lnTo>
                  <a:lnTo>
                    <a:pt x="201944" y="2897815"/>
                  </a:lnTo>
                  <a:lnTo>
                    <a:pt x="203656" y="2907228"/>
                  </a:lnTo>
                  <a:lnTo>
                    <a:pt x="205367" y="2849698"/>
                  </a:lnTo>
                  <a:lnTo>
                    <a:pt x="207079" y="2822608"/>
                  </a:lnTo>
                  <a:lnTo>
                    <a:pt x="208790" y="2847225"/>
                  </a:lnTo>
                  <a:lnTo>
                    <a:pt x="210501" y="2943115"/>
                  </a:lnTo>
                  <a:lnTo>
                    <a:pt x="212213" y="2990070"/>
                  </a:lnTo>
                  <a:lnTo>
                    <a:pt x="213924" y="2969488"/>
                  </a:lnTo>
                  <a:lnTo>
                    <a:pt x="215635" y="2973789"/>
                  </a:lnTo>
                  <a:lnTo>
                    <a:pt x="217347" y="2965432"/>
                  </a:lnTo>
                  <a:lnTo>
                    <a:pt x="219058" y="2911797"/>
                  </a:lnTo>
                  <a:lnTo>
                    <a:pt x="220770" y="2828548"/>
                  </a:lnTo>
                  <a:lnTo>
                    <a:pt x="222481" y="2818873"/>
                  </a:lnTo>
                  <a:lnTo>
                    <a:pt x="224192" y="2872394"/>
                  </a:lnTo>
                  <a:lnTo>
                    <a:pt x="225904" y="2945410"/>
                  </a:lnTo>
                  <a:lnTo>
                    <a:pt x="227615" y="3013061"/>
                  </a:lnTo>
                  <a:lnTo>
                    <a:pt x="229327" y="3032370"/>
                  </a:lnTo>
                  <a:lnTo>
                    <a:pt x="231038" y="3043311"/>
                  </a:lnTo>
                  <a:lnTo>
                    <a:pt x="232749" y="3064334"/>
                  </a:lnTo>
                  <a:lnTo>
                    <a:pt x="234461" y="3064334"/>
                  </a:lnTo>
                  <a:lnTo>
                    <a:pt x="236172" y="3034453"/>
                  </a:lnTo>
                  <a:lnTo>
                    <a:pt x="237884" y="2991599"/>
                  </a:lnTo>
                  <a:lnTo>
                    <a:pt x="239595" y="3009972"/>
                  </a:lnTo>
                  <a:lnTo>
                    <a:pt x="241306" y="3064731"/>
                  </a:lnTo>
                  <a:lnTo>
                    <a:pt x="243018" y="3073226"/>
                  </a:lnTo>
                  <a:lnTo>
                    <a:pt x="244729" y="3073227"/>
                  </a:lnTo>
                  <a:lnTo>
                    <a:pt x="246441" y="3103105"/>
                  </a:lnTo>
                  <a:lnTo>
                    <a:pt x="248152" y="3116972"/>
                  </a:lnTo>
                  <a:lnTo>
                    <a:pt x="248152" y="3116972"/>
                  </a:lnTo>
                  <a:lnTo>
                    <a:pt x="249863" y="3116972"/>
                  </a:lnTo>
                  <a:lnTo>
                    <a:pt x="251575" y="3083227"/>
                  </a:lnTo>
                  <a:lnTo>
                    <a:pt x="253286" y="3106802"/>
                  </a:lnTo>
                  <a:lnTo>
                    <a:pt x="254998" y="3116972"/>
                  </a:lnTo>
                  <a:lnTo>
                    <a:pt x="254998" y="3116972"/>
                  </a:lnTo>
                  <a:lnTo>
                    <a:pt x="256709" y="3094979"/>
                  </a:lnTo>
                  <a:lnTo>
                    <a:pt x="258420" y="3008555"/>
                  </a:lnTo>
                  <a:lnTo>
                    <a:pt x="260132" y="2969709"/>
                  </a:lnTo>
                  <a:lnTo>
                    <a:pt x="261843" y="2932356"/>
                  </a:lnTo>
                  <a:lnTo>
                    <a:pt x="263555" y="2854795"/>
                  </a:lnTo>
                  <a:lnTo>
                    <a:pt x="265266" y="2857587"/>
                  </a:lnTo>
                  <a:lnTo>
                    <a:pt x="266977" y="2865057"/>
                  </a:lnTo>
                  <a:lnTo>
                    <a:pt x="268689" y="2912090"/>
                  </a:lnTo>
                  <a:lnTo>
                    <a:pt x="270400" y="2910164"/>
                  </a:lnTo>
                  <a:lnTo>
                    <a:pt x="272112" y="2837338"/>
                  </a:lnTo>
                  <a:lnTo>
                    <a:pt x="273823" y="2840770"/>
                  </a:lnTo>
                  <a:lnTo>
                    <a:pt x="275534" y="2780664"/>
                  </a:lnTo>
                  <a:lnTo>
                    <a:pt x="277246" y="2777428"/>
                  </a:lnTo>
                  <a:lnTo>
                    <a:pt x="278957" y="2816824"/>
                  </a:lnTo>
                  <a:lnTo>
                    <a:pt x="280669" y="2857598"/>
                  </a:lnTo>
                  <a:lnTo>
                    <a:pt x="282380" y="2930864"/>
                  </a:lnTo>
                  <a:lnTo>
                    <a:pt x="284091" y="2921436"/>
                  </a:lnTo>
                  <a:lnTo>
                    <a:pt x="285803" y="2957665"/>
                  </a:lnTo>
                  <a:lnTo>
                    <a:pt x="287514" y="2945837"/>
                  </a:lnTo>
                  <a:lnTo>
                    <a:pt x="289226" y="2856842"/>
                  </a:lnTo>
                  <a:lnTo>
                    <a:pt x="290937" y="2869854"/>
                  </a:lnTo>
                  <a:lnTo>
                    <a:pt x="292648" y="2911654"/>
                  </a:lnTo>
                  <a:lnTo>
                    <a:pt x="294360" y="2963140"/>
                  </a:lnTo>
                  <a:lnTo>
                    <a:pt x="296071" y="2967401"/>
                  </a:lnTo>
                  <a:lnTo>
                    <a:pt x="297783" y="3003639"/>
                  </a:lnTo>
                  <a:lnTo>
                    <a:pt x="299494" y="3092633"/>
                  </a:lnTo>
                  <a:lnTo>
                    <a:pt x="301205" y="3079621"/>
                  </a:lnTo>
                  <a:lnTo>
                    <a:pt x="302917" y="3032486"/>
                  </a:lnTo>
                  <a:lnTo>
                    <a:pt x="304628" y="2982516"/>
                  </a:lnTo>
                  <a:lnTo>
                    <a:pt x="306340" y="2971190"/>
                  </a:lnTo>
                  <a:lnTo>
                    <a:pt x="308051" y="2923561"/>
                  </a:lnTo>
                  <a:lnTo>
                    <a:pt x="309762" y="2917604"/>
                  </a:lnTo>
                  <a:lnTo>
                    <a:pt x="311474" y="2917605"/>
                  </a:lnTo>
                  <a:lnTo>
                    <a:pt x="313185" y="2949455"/>
                  </a:lnTo>
                  <a:lnTo>
                    <a:pt x="314897" y="2999425"/>
                  </a:lnTo>
                  <a:lnTo>
                    <a:pt x="316608" y="3010750"/>
                  </a:lnTo>
                  <a:lnTo>
                    <a:pt x="318319" y="3058378"/>
                  </a:lnTo>
                  <a:lnTo>
                    <a:pt x="320031" y="3064334"/>
                  </a:lnTo>
                  <a:lnTo>
                    <a:pt x="321742" y="3064334"/>
                  </a:lnTo>
                  <a:lnTo>
                    <a:pt x="323453" y="3064334"/>
                  </a:lnTo>
                  <a:lnTo>
                    <a:pt x="325165" y="3064334"/>
                  </a:lnTo>
                  <a:lnTo>
                    <a:pt x="326876" y="3064334"/>
                  </a:lnTo>
                  <a:lnTo>
                    <a:pt x="328588" y="3064334"/>
                  </a:lnTo>
                  <a:lnTo>
                    <a:pt x="330299" y="3064334"/>
                  </a:lnTo>
                  <a:lnTo>
                    <a:pt x="332010" y="3064334"/>
                  </a:lnTo>
                  <a:lnTo>
                    <a:pt x="333722" y="3064334"/>
                  </a:lnTo>
                  <a:lnTo>
                    <a:pt x="335433" y="3064334"/>
                  </a:lnTo>
                  <a:lnTo>
                    <a:pt x="337145" y="3064334"/>
                  </a:lnTo>
                  <a:lnTo>
                    <a:pt x="338856" y="3064334"/>
                  </a:lnTo>
                  <a:lnTo>
                    <a:pt x="340567" y="3064334"/>
                  </a:lnTo>
                  <a:lnTo>
                    <a:pt x="342279" y="3064334"/>
                  </a:lnTo>
                  <a:lnTo>
                    <a:pt x="343990" y="3064334"/>
                  </a:lnTo>
                  <a:lnTo>
                    <a:pt x="345702" y="3064334"/>
                  </a:lnTo>
                  <a:lnTo>
                    <a:pt x="347413" y="3064334"/>
                  </a:lnTo>
                  <a:lnTo>
                    <a:pt x="349124" y="3064334"/>
                  </a:lnTo>
                  <a:lnTo>
                    <a:pt x="350836" y="3064334"/>
                  </a:lnTo>
                  <a:lnTo>
                    <a:pt x="352547" y="3064334"/>
                  </a:lnTo>
                  <a:lnTo>
                    <a:pt x="354259" y="3064334"/>
                  </a:lnTo>
                  <a:lnTo>
                    <a:pt x="355970" y="3064334"/>
                  </a:lnTo>
                  <a:lnTo>
                    <a:pt x="357681" y="3064334"/>
                  </a:lnTo>
                  <a:lnTo>
                    <a:pt x="359393" y="3064334"/>
                  </a:lnTo>
                  <a:lnTo>
                    <a:pt x="361104" y="3075091"/>
                  </a:lnTo>
                  <a:lnTo>
                    <a:pt x="362816" y="3086693"/>
                  </a:lnTo>
                  <a:lnTo>
                    <a:pt x="364527" y="3116972"/>
                  </a:lnTo>
                  <a:lnTo>
                    <a:pt x="364527" y="3116972"/>
                  </a:lnTo>
                  <a:lnTo>
                    <a:pt x="366238" y="3116972"/>
                  </a:lnTo>
                  <a:lnTo>
                    <a:pt x="367950" y="3116972"/>
                  </a:lnTo>
                  <a:lnTo>
                    <a:pt x="369661" y="3116972"/>
                  </a:lnTo>
                  <a:lnTo>
                    <a:pt x="371373" y="3116972"/>
                  </a:lnTo>
                  <a:lnTo>
                    <a:pt x="373084" y="3116972"/>
                  </a:lnTo>
                  <a:lnTo>
                    <a:pt x="374795" y="3116972"/>
                  </a:lnTo>
                  <a:lnTo>
                    <a:pt x="376507" y="3116972"/>
                  </a:lnTo>
                  <a:lnTo>
                    <a:pt x="378218" y="3116972"/>
                  </a:lnTo>
                  <a:lnTo>
                    <a:pt x="379930" y="3116972"/>
                  </a:lnTo>
                  <a:lnTo>
                    <a:pt x="381641" y="3116972"/>
                  </a:lnTo>
                  <a:lnTo>
                    <a:pt x="383352" y="3072625"/>
                  </a:lnTo>
                  <a:lnTo>
                    <a:pt x="385064" y="2998144"/>
                  </a:lnTo>
                  <a:lnTo>
                    <a:pt x="386775" y="2900467"/>
                  </a:lnTo>
                  <a:lnTo>
                    <a:pt x="388487" y="2795259"/>
                  </a:lnTo>
                  <a:lnTo>
                    <a:pt x="390198" y="2767094"/>
                  </a:lnTo>
                  <a:lnTo>
                    <a:pt x="391909" y="2784566"/>
                  </a:lnTo>
                  <a:lnTo>
                    <a:pt x="393621" y="2793429"/>
                  </a:lnTo>
                  <a:lnTo>
                    <a:pt x="395332" y="2808403"/>
                  </a:lnTo>
                  <a:lnTo>
                    <a:pt x="397044" y="2768386"/>
                  </a:lnTo>
                  <a:lnTo>
                    <a:pt x="398755" y="2812169"/>
                  </a:lnTo>
                  <a:lnTo>
                    <a:pt x="400466" y="2866000"/>
                  </a:lnTo>
                  <a:lnTo>
                    <a:pt x="402178" y="2870965"/>
                  </a:lnTo>
                  <a:lnTo>
                    <a:pt x="403889" y="2884062"/>
                  </a:lnTo>
                  <a:lnTo>
                    <a:pt x="405601" y="2867392"/>
                  </a:lnTo>
                  <a:lnTo>
                    <a:pt x="407312" y="2934248"/>
                  </a:lnTo>
                  <a:lnTo>
                    <a:pt x="409023" y="2963113"/>
                  </a:lnTo>
                  <a:lnTo>
                    <a:pt x="410735" y="2959103"/>
                  </a:lnTo>
                  <a:lnTo>
                    <a:pt x="412446" y="2979677"/>
                  </a:lnTo>
                  <a:lnTo>
                    <a:pt x="414158" y="2962754"/>
                  </a:lnTo>
                  <a:lnTo>
                    <a:pt x="415869" y="2977510"/>
                  </a:lnTo>
                  <a:lnTo>
                    <a:pt x="417580" y="2982625"/>
                  </a:lnTo>
                  <a:lnTo>
                    <a:pt x="419292" y="2982625"/>
                  </a:lnTo>
                  <a:lnTo>
                    <a:pt x="421003" y="2957776"/>
                  </a:lnTo>
                  <a:lnTo>
                    <a:pt x="422714" y="2908492"/>
                  </a:lnTo>
                  <a:lnTo>
                    <a:pt x="424426" y="2874823"/>
                  </a:lnTo>
                  <a:lnTo>
                    <a:pt x="426137" y="2866568"/>
                  </a:lnTo>
                  <a:lnTo>
                    <a:pt x="427849" y="2866570"/>
                  </a:lnTo>
                  <a:lnTo>
                    <a:pt x="429560" y="2866570"/>
                  </a:lnTo>
                  <a:lnTo>
                    <a:pt x="431271" y="2844477"/>
                  </a:lnTo>
                  <a:lnTo>
                    <a:pt x="432983" y="2799730"/>
                  </a:lnTo>
                  <a:lnTo>
                    <a:pt x="434694" y="2831115"/>
                  </a:lnTo>
                  <a:lnTo>
                    <a:pt x="436406" y="2837697"/>
                  </a:lnTo>
                  <a:lnTo>
                    <a:pt x="438117" y="2810532"/>
                  </a:lnTo>
                  <a:lnTo>
                    <a:pt x="439828" y="2758399"/>
                  </a:lnTo>
                  <a:lnTo>
                    <a:pt x="441540" y="2802711"/>
                  </a:lnTo>
                  <a:lnTo>
                    <a:pt x="443251" y="2925494"/>
                  </a:lnTo>
                  <a:lnTo>
                    <a:pt x="444963" y="3012647"/>
                  </a:lnTo>
                  <a:lnTo>
                    <a:pt x="446674" y="3034880"/>
                  </a:lnTo>
                  <a:lnTo>
                    <a:pt x="448385" y="3062047"/>
                  </a:lnTo>
                  <a:lnTo>
                    <a:pt x="450097" y="3114183"/>
                  </a:lnTo>
                  <a:lnTo>
                    <a:pt x="451808" y="3116812"/>
                  </a:lnTo>
                  <a:lnTo>
                    <a:pt x="453520" y="3095091"/>
                  </a:lnTo>
                  <a:lnTo>
                    <a:pt x="455231" y="3064334"/>
                  </a:lnTo>
                  <a:lnTo>
                    <a:pt x="456942" y="3064334"/>
                  </a:lnTo>
                  <a:lnTo>
                    <a:pt x="458654" y="3079891"/>
                  </a:lnTo>
                  <a:lnTo>
                    <a:pt x="460365" y="3112061"/>
                  </a:lnTo>
                  <a:lnTo>
                    <a:pt x="462077" y="3114579"/>
                  </a:lnTo>
                  <a:lnTo>
                    <a:pt x="463788" y="3114579"/>
                  </a:lnTo>
                  <a:lnTo>
                    <a:pt x="465499" y="3114581"/>
                  </a:lnTo>
                  <a:lnTo>
                    <a:pt x="467211" y="3114582"/>
                  </a:lnTo>
                  <a:lnTo>
                    <a:pt x="468922" y="3101451"/>
                  </a:lnTo>
                  <a:lnTo>
                    <a:pt x="470634" y="3116972"/>
                  </a:lnTo>
                  <a:lnTo>
                    <a:pt x="470634" y="3116972"/>
                  </a:lnTo>
                  <a:lnTo>
                    <a:pt x="472345" y="3116972"/>
                  </a:lnTo>
                  <a:lnTo>
                    <a:pt x="474056" y="3108426"/>
                  </a:lnTo>
                  <a:lnTo>
                    <a:pt x="475768" y="3093549"/>
                  </a:lnTo>
                  <a:lnTo>
                    <a:pt x="477479" y="3116972"/>
                  </a:lnTo>
                  <a:lnTo>
                    <a:pt x="477479" y="3116972"/>
                  </a:lnTo>
                  <a:lnTo>
                    <a:pt x="479191" y="3116972"/>
                  </a:lnTo>
                  <a:lnTo>
                    <a:pt x="480902" y="3068172"/>
                  </a:lnTo>
                  <a:lnTo>
                    <a:pt x="482613" y="2969428"/>
                  </a:lnTo>
                  <a:lnTo>
                    <a:pt x="484325" y="2928906"/>
                  </a:lnTo>
                  <a:lnTo>
                    <a:pt x="486036" y="2889979"/>
                  </a:lnTo>
                  <a:lnTo>
                    <a:pt x="487748" y="2798764"/>
                  </a:lnTo>
                  <a:lnTo>
                    <a:pt x="489459" y="2689171"/>
                  </a:lnTo>
                  <a:lnTo>
                    <a:pt x="491170" y="2658396"/>
                  </a:lnTo>
                  <a:lnTo>
                    <a:pt x="492882" y="2708113"/>
                  </a:lnTo>
                  <a:lnTo>
                    <a:pt x="494593" y="2742083"/>
                  </a:lnTo>
                  <a:lnTo>
                    <a:pt x="496305" y="2775429"/>
                  </a:lnTo>
                  <a:lnTo>
                    <a:pt x="498016" y="2817610"/>
                  </a:lnTo>
                  <a:lnTo>
                    <a:pt x="499727" y="2867102"/>
                  </a:lnTo>
                  <a:lnTo>
                    <a:pt x="501439" y="2896816"/>
                  </a:lnTo>
                  <a:lnTo>
                    <a:pt x="503150" y="2912083"/>
                  </a:lnTo>
                  <a:lnTo>
                    <a:pt x="504862" y="2960460"/>
                  </a:lnTo>
                  <a:lnTo>
                    <a:pt x="506573" y="2980915"/>
                  </a:lnTo>
                  <a:lnTo>
                    <a:pt x="508284" y="2998407"/>
                  </a:lnTo>
                  <a:lnTo>
                    <a:pt x="509996" y="3050800"/>
                  </a:lnTo>
                  <a:lnTo>
                    <a:pt x="511707" y="3064334"/>
                  </a:lnTo>
                  <a:lnTo>
                    <a:pt x="513419" y="3015583"/>
                  </a:lnTo>
                  <a:lnTo>
                    <a:pt x="515130" y="2936233"/>
                  </a:lnTo>
                  <a:lnTo>
                    <a:pt x="516841" y="2908485"/>
                  </a:lnTo>
                  <a:lnTo>
                    <a:pt x="518553" y="2908487"/>
                  </a:lnTo>
                  <a:lnTo>
                    <a:pt x="520264" y="2879591"/>
                  </a:lnTo>
                  <a:lnTo>
                    <a:pt x="521976" y="2764980"/>
                  </a:lnTo>
                  <a:lnTo>
                    <a:pt x="523687" y="2669018"/>
                  </a:lnTo>
                  <a:lnTo>
                    <a:pt x="525398" y="2639927"/>
                  </a:lnTo>
                  <a:lnTo>
                    <a:pt x="527110" y="2608820"/>
                  </a:lnTo>
                  <a:lnTo>
                    <a:pt x="528821" y="2548321"/>
                  </a:lnTo>
                  <a:lnTo>
                    <a:pt x="530532" y="2543926"/>
                  </a:lnTo>
                  <a:lnTo>
                    <a:pt x="532244" y="2652558"/>
                  </a:lnTo>
                  <a:lnTo>
                    <a:pt x="533955" y="2756007"/>
                  </a:lnTo>
                  <a:lnTo>
                    <a:pt x="535667" y="2759956"/>
                  </a:lnTo>
                  <a:lnTo>
                    <a:pt x="537378" y="2752233"/>
                  </a:lnTo>
                  <a:lnTo>
                    <a:pt x="539089" y="2820751"/>
                  </a:lnTo>
                  <a:lnTo>
                    <a:pt x="540801" y="2885686"/>
                  </a:lnTo>
                  <a:lnTo>
                    <a:pt x="542512" y="2884397"/>
                  </a:lnTo>
                  <a:lnTo>
                    <a:pt x="544224" y="2836779"/>
                  </a:lnTo>
                  <a:lnTo>
                    <a:pt x="545935" y="2809716"/>
                  </a:lnTo>
                  <a:lnTo>
                    <a:pt x="547646" y="2727360"/>
                  </a:lnTo>
                  <a:lnTo>
                    <a:pt x="549358" y="2636565"/>
                  </a:lnTo>
                  <a:lnTo>
                    <a:pt x="551069" y="2466529"/>
                  </a:lnTo>
                  <a:lnTo>
                    <a:pt x="552781" y="2329897"/>
                  </a:lnTo>
                  <a:lnTo>
                    <a:pt x="554492" y="2289735"/>
                  </a:lnTo>
                  <a:lnTo>
                    <a:pt x="556203" y="2327240"/>
                  </a:lnTo>
                  <a:lnTo>
                    <a:pt x="557915" y="2473002"/>
                  </a:lnTo>
                  <a:lnTo>
                    <a:pt x="559626" y="2555781"/>
                  </a:lnTo>
                  <a:lnTo>
                    <a:pt x="561338" y="2694174"/>
                  </a:lnTo>
                  <a:lnTo>
                    <a:pt x="563049" y="2838075"/>
                  </a:lnTo>
                  <a:lnTo>
                    <a:pt x="564760" y="2962982"/>
                  </a:lnTo>
                  <a:lnTo>
                    <a:pt x="566472" y="2987095"/>
                  </a:lnTo>
                  <a:lnTo>
                    <a:pt x="568183" y="2903450"/>
                  </a:lnTo>
                  <a:lnTo>
                    <a:pt x="569895" y="2886134"/>
                  </a:lnTo>
                  <a:lnTo>
                    <a:pt x="571606" y="2826331"/>
                  </a:lnTo>
                  <a:lnTo>
                    <a:pt x="573317" y="2744129"/>
                  </a:lnTo>
                  <a:lnTo>
                    <a:pt x="575029" y="2711731"/>
                  </a:lnTo>
                  <a:lnTo>
                    <a:pt x="576740" y="2773377"/>
                  </a:lnTo>
                  <a:lnTo>
                    <a:pt x="578452" y="2881390"/>
                  </a:lnTo>
                  <a:lnTo>
                    <a:pt x="580163" y="2917231"/>
                  </a:lnTo>
                  <a:lnTo>
                    <a:pt x="581874" y="2962492"/>
                  </a:lnTo>
                  <a:lnTo>
                    <a:pt x="583586" y="3037395"/>
                  </a:lnTo>
                  <a:lnTo>
                    <a:pt x="585297" y="3100651"/>
                  </a:lnTo>
                  <a:lnTo>
                    <a:pt x="587009" y="3116972"/>
                  </a:lnTo>
                  <a:lnTo>
                    <a:pt x="587009" y="3116972"/>
                  </a:lnTo>
                  <a:lnTo>
                    <a:pt x="588720" y="3116972"/>
                  </a:lnTo>
                  <a:lnTo>
                    <a:pt x="590431" y="3112190"/>
                  </a:lnTo>
                  <a:lnTo>
                    <a:pt x="592143" y="3116972"/>
                  </a:lnTo>
                  <a:lnTo>
                    <a:pt x="592143" y="3116972"/>
                  </a:lnTo>
                  <a:lnTo>
                    <a:pt x="593854" y="3116972"/>
                  </a:lnTo>
                  <a:lnTo>
                    <a:pt x="595566" y="3051803"/>
                  </a:lnTo>
                  <a:lnTo>
                    <a:pt x="597277" y="2995293"/>
                  </a:lnTo>
                  <a:lnTo>
                    <a:pt x="598988" y="2941009"/>
                  </a:lnTo>
                  <a:lnTo>
                    <a:pt x="600700" y="2899570"/>
                  </a:lnTo>
                  <a:lnTo>
                    <a:pt x="602411" y="2859338"/>
                  </a:lnTo>
                  <a:lnTo>
                    <a:pt x="604123" y="2785928"/>
                  </a:lnTo>
                  <a:lnTo>
                    <a:pt x="605834" y="2733778"/>
                  </a:lnTo>
                  <a:lnTo>
                    <a:pt x="607545" y="2683996"/>
                  </a:lnTo>
                  <a:lnTo>
                    <a:pt x="609257" y="2663522"/>
                  </a:lnTo>
                  <a:lnTo>
                    <a:pt x="610968" y="2655168"/>
                  </a:lnTo>
                  <a:lnTo>
                    <a:pt x="612680" y="2704377"/>
                  </a:lnTo>
                  <a:lnTo>
                    <a:pt x="614391" y="2781894"/>
                  </a:lnTo>
                  <a:lnTo>
                    <a:pt x="616102" y="2883733"/>
                  </a:lnTo>
                  <a:lnTo>
                    <a:pt x="617814" y="2947961"/>
                  </a:lnTo>
                  <a:lnTo>
                    <a:pt x="619525" y="3004337"/>
                  </a:lnTo>
                  <a:lnTo>
                    <a:pt x="621237" y="3086298"/>
                  </a:lnTo>
                  <a:lnTo>
                    <a:pt x="622948" y="3088672"/>
                  </a:lnTo>
                  <a:lnTo>
                    <a:pt x="624659" y="3088829"/>
                  </a:lnTo>
                  <a:lnTo>
                    <a:pt x="626371" y="3100220"/>
                  </a:lnTo>
                  <a:lnTo>
                    <a:pt x="628082" y="3111138"/>
                  </a:lnTo>
                  <a:lnTo>
                    <a:pt x="629794" y="3088853"/>
                  </a:lnTo>
                  <a:lnTo>
                    <a:pt x="631505" y="3079216"/>
                  </a:lnTo>
                  <a:lnTo>
                    <a:pt x="633216" y="3088534"/>
                  </a:lnTo>
                  <a:lnTo>
                    <a:pt x="634928" y="3077759"/>
                  </a:lnTo>
                  <a:lnTo>
                    <a:pt x="636639" y="3017664"/>
                  </a:lnTo>
                  <a:lnTo>
                    <a:pt x="638350" y="2996929"/>
                  </a:lnTo>
                  <a:lnTo>
                    <a:pt x="640062" y="3024151"/>
                  </a:lnTo>
                  <a:lnTo>
                    <a:pt x="641773" y="3015550"/>
                  </a:lnTo>
                  <a:lnTo>
                    <a:pt x="643485" y="3046505"/>
                  </a:lnTo>
                  <a:lnTo>
                    <a:pt x="645196" y="3056933"/>
                  </a:lnTo>
                  <a:lnTo>
                    <a:pt x="646907" y="3066108"/>
                  </a:lnTo>
                  <a:lnTo>
                    <a:pt x="648619" y="3026178"/>
                  </a:lnTo>
                  <a:lnTo>
                    <a:pt x="650330" y="2970835"/>
                  </a:lnTo>
                  <a:lnTo>
                    <a:pt x="652042" y="2846965"/>
                  </a:lnTo>
                  <a:lnTo>
                    <a:pt x="653753" y="2682470"/>
                  </a:lnTo>
                  <a:lnTo>
                    <a:pt x="655464" y="2649272"/>
                  </a:lnTo>
                  <a:lnTo>
                    <a:pt x="657176" y="2690363"/>
                  </a:lnTo>
                  <a:lnTo>
                    <a:pt x="658887" y="2747665"/>
                  </a:lnTo>
                  <a:lnTo>
                    <a:pt x="660599" y="2752496"/>
                  </a:lnTo>
                  <a:lnTo>
                    <a:pt x="662310" y="2835348"/>
                  </a:lnTo>
                  <a:lnTo>
                    <a:pt x="664021" y="2898931"/>
                  </a:lnTo>
                  <a:lnTo>
                    <a:pt x="665733" y="2899967"/>
                  </a:lnTo>
                  <a:lnTo>
                    <a:pt x="667444" y="2899967"/>
                  </a:lnTo>
                  <a:lnTo>
                    <a:pt x="669156" y="2881040"/>
                  </a:lnTo>
                  <a:lnTo>
                    <a:pt x="670867" y="2817282"/>
                  </a:lnTo>
                  <a:lnTo>
                    <a:pt x="672578" y="2769617"/>
                  </a:lnTo>
                  <a:lnTo>
                    <a:pt x="674290" y="2827386"/>
                  </a:lnTo>
                  <a:lnTo>
                    <a:pt x="676001" y="2868133"/>
                  </a:lnTo>
                  <a:lnTo>
                    <a:pt x="677713" y="2920056"/>
                  </a:lnTo>
                  <a:lnTo>
                    <a:pt x="679424" y="2942121"/>
                  </a:lnTo>
                  <a:lnTo>
                    <a:pt x="681135" y="3000459"/>
                  </a:lnTo>
                  <a:lnTo>
                    <a:pt x="682847" y="3020871"/>
                  </a:lnTo>
                  <a:lnTo>
                    <a:pt x="684558" y="2992085"/>
                  </a:lnTo>
                  <a:lnTo>
                    <a:pt x="686270" y="2983849"/>
                  </a:lnTo>
                  <a:lnTo>
                    <a:pt x="687981" y="2931926"/>
                  </a:lnTo>
                  <a:lnTo>
                    <a:pt x="689692" y="2933765"/>
                  </a:lnTo>
                  <a:lnTo>
                    <a:pt x="691404" y="2989700"/>
                  </a:lnTo>
                  <a:lnTo>
                    <a:pt x="693115" y="3044036"/>
                  </a:lnTo>
                  <a:lnTo>
                    <a:pt x="694827" y="3064334"/>
                  </a:lnTo>
                  <a:lnTo>
                    <a:pt x="696538" y="3084047"/>
                  </a:lnTo>
                  <a:lnTo>
                    <a:pt x="698249" y="3086163"/>
                  </a:lnTo>
                  <a:lnTo>
                    <a:pt x="699961" y="3058707"/>
                  </a:lnTo>
                  <a:lnTo>
                    <a:pt x="701672" y="3032145"/>
                  </a:lnTo>
                  <a:lnTo>
                    <a:pt x="703384" y="3032147"/>
                  </a:lnTo>
                  <a:lnTo>
                    <a:pt x="705095" y="3032147"/>
                  </a:lnTo>
                  <a:lnTo>
                    <a:pt x="706806" y="3012434"/>
                  </a:lnTo>
                  <a:lnTo>
                    <a:pt x="708518" y="3043198"/>
                  </a:lnTo>
                  <a:lnTo>
                    <a:pt x="710229" y="3116972"/>
                  </a:lnTo>
                  <a:lnTo>
                    <a:pt x="710229" y="3116972"/>
                  </a:lnTo>
                  <a:lnTo>
                    <a:pt x="711941" y="3116972"/>
                  </a:lnTo>
                  <a:lnTo>
                    <a:pt x="713652" y="3116972"/>
                  </a:lnTo>
                  <a:lnTo>
                    <a:pt x="715363" y="3116972"/>
                  </a:lnTo>
                  <a:lnTo>
                    <a:pt x="717075" y="3086909"/>
                  </a:lnTo>
                  <a:lnTo>
                    <a:pt x="718786" y="3049533"/>
                  </a:lnTo>
                  <a:lnTo>
                    <a:pt x="720498" y="2977419"/>
                  </a:lnTo>
                  <a:lnTo>
                    <a:pt x="722209" y="2949444"/>
                  </a:lnTo>
                  <a:lnTo>
                    <a:pt x="723920" y="2897960"/>
                  </a:lnTo>
                  <a:lnTo>
                    <a:pt x="725632" y="2920403"/>
                  </a:lnTo>
                  <a:lnTo>
                    <a:pt x="727343" y="2913549"/>
                  </a:lnTo>
                  <a:lnTo>
                    <a:pt x="729055" y="2864879"/>
                  </a:lnTo>
                  <a:lnTo>
                    <a:pt x="730766" y="2796267"/>
                  </a:lnTo>
                  <a:lnTo>
                    <a:pt x="732477" y="2669413"/>
                  </a:lnTo>
                  <a:lnTo>
                    <a:pt x="734189" y="2659737"/>
                  </a:lnTo>
                  <a:lnTo>
                    <a:pt x="735900" y="2624780"/>
                  </a:lnTo>
                  <a:lnTo>
                    <a:pt x="737612" y="2602167"/>
                  </a:lnTo>
                  <a:lnTo>
                    <a:pt x="739323" y="2617009"/>
                  </a:lnTo>
                  <a:lnTo>
                    <a:pt x="741034" y="2601608"/>
                  </a:lnTo>
                  <a:lnTo>
                    <a:pt x="742746" y="2648595"/>
                  </a:lnTo>
                  <a:lnTo>
                    <a:pt x="744457" y="2639529"/>
                  </a:lnTo>
                  <a:lnTo>
                    <a:pt x="746168" y="2652255"/>
                  </a:lnTo>
                  <a:lnTo>
                    <a:pt x="747880" y="2728818"/>
                  </a:lnTo>
                  <a:lnTo>
                    <a:pt x="749591" y="2767138"/>
                  </a:lnTo>
                  <a:lnTo>
                    <a:pt x="751303" y="2851152"/>
                  </a:lnTo>
                  <a:lnTo>
                    <a:pt x="753014" y="2940451"/>
                  </a:lnTo>
                  <a:lnTo>
                    <a:pt x="754725" y="2951215"/>
                  </a:lnTo>
                  <a:lnTo>
                    <a:pt x="756437" y="2918380"/>
                  </a:lnTo>
                  <a:lnTo>
                    <a:pt x="758148" y="2817229"/>
                  </a:lnTo>
                  <a:lnTo>
                    <a:pt x="759860" y="2746361"/>
                  </a:lnTo>
                  <a:lnTo>
                    <a:pt x="761571" y="2725157"/>
                  </a:lnTo>
                  <a:lnTo>
                    <a:pt x="763282" y="2729104"/>
                  </a:lnTo>
                  <a:lnTo>
                    <a:pt x="764994" y="2686290"/>
                  </a:lnTo>
                  <a:lnTo>
                    <a:pt x="766705" y="2654529"/>
                  </a:lnTo>
                  <a:lnTo>
                    <a:pt x="768417" y="2701086"/>
                  </a:lnTo>
                  <a:lnTo>
                    <a:pt x="770128" y="2763659"/>
                  </a:lnTo>
                  <a:lnTo>
                    <a:pt x="771839" y="2735785"/>
                  </a:lnTo>
                  <a:lnTo>
                    <a:pt x="773551" y="2645127"/>
                  </a:lnTo>
                  <a:lnTo>
                    <a:pt x="775262" y="2672838"/>
                  </a:lnTo>
                  <a:lnTo>
                    <a:pt x="776974" y="2706425"/>
                  </a:lnTo>
                  <a:lnTo>
                    <a:pt x="778685" y="2701600"/>
                  </a:lnTo>
                  <a:lnTo>
                    <a:pt x="780396" y="2686565"/>
                  </a:lnTo>
                  <a:lnTo>
                    <a:pt x="782108" y="2688430"/>
                  </a:lnTo>
                  <a:lnTo>
                    <a:pt x="783819" y="2719908"/>
                  </a:lnTo>
                  <a:lnTo>
                    <a:pt x="785531" y="2732621"/>
                  </a:lnTo>
                  <a:lnTo>
                    <a:pt x="787242" y="2773772"/>
                  </a:lnTo>
                  <a:lnTo>
                    <a:pt x="788953" y="2762095"/>
                  </a:lnTo>
                  <a:lnTo>
                    <a:pt x="790665" y="2678277"/>
                  </a:lnTo>
                  <a:lnTo>
                    <a:pt x="792376" y="2628862"/>
                  </a:lnTo>
                  <a:lnTo>
                    <a:pt x="794088" y="2622126"/>
                  </a:lnTo>
                  <a:lnTo>
                    <a:pt x="795799" y="2642876"/>
                  </a:lnTo>
                  <a:lnTo>
                    <a:pt x="797510" y="2601572"/>
                  </a:lnTo>
                  <a:lnTo>
                    <a:pt x="799222" y="2588500"/>
                  </a:lnTo>
                  <a:lnTo>
                    <a:pt x="800933" y="2513854"/>
                  </a:lnTo>
                  <a:lnTo>
                    <a:pt x="802645" y="2427773"/>
                  </a:lnTo>
                  <a:lnTo>
                    <a:pt x="804356" y="2413345"/>
                  </a:lnTo>
                  <a:lnTo>
                    <a:pt x="806067" y="2322306"/>
                  </a:lnTo>
                  <a:lnTo>
                    <a:pt x="807779" y="2211781"/>
                  </a:lnTo>
                  <a:lnTo>
                    <a:pt x="809490" y="2114946"/>
                  </a:lnTo>
                  <a:lnTo>
                    <a:pt x="811202" y="2184949"/>
                  </a:lnTo>
                  <a:lnTo>
                    <a:pt x="812913" y="2259569"/>
                  </a:lnTo>
                  <a:lnTo>
                    <a:pt x="814624" y="2243166"/>
                  </a:lnTo>
                  <a:lnTo>
                    <a:pt x="816336" y="2350542"/>
                  </a:lnTo>
                  <a:lnTo>
                    <a:pt x="818047" y="2502116"/>
                  </a:lnTo>
                  <a:lnTo>
                    <a:pt x="819759" y="2617890"/>
                  </a:lnTo>
                  <a:lnTo>
                    <a:pt x="821470" y="2637171"/>
                  </a:lnTo>
                  <a:lnTo>
                    <a:pt x="823181" y="2599314"/>
                  </a:lnTo>
                  <a:lnTo>
                    <a:pt x="824893" y="2558141"/>
                  </a:lnTo>
                  <a:lnTo>
                    <a:pt x="826604" y="2486619"/>
                  </a:lnTo>
                  <a:lnTo>
                    <a:pt x="828316" y="2402490"/>
                  </a:lnTo>
                  <a:lnTo>
                    <a:pt x="830027" y="2391552"/>
                  </a:lnTo>
                  <a:lnTo>
                    <a:pt x="831738" y="2366875"/>
                  </a:lnTo>
                  <a:lnTo>
                    <a:pt x="833450" y="2366255"/>
                  </a:lnTo>
                  <a:lnTo>
                    <a:pt x="835161" y="2418342"/>
                  </a:lnTo>
                  <a:lnTo>
                    <a:pt x="836873" y="2418970"/>
                  </a:lnTo>
                  <a:lnTo>
                    <a:pt x="838584" y="2329664"/>
                  </a:lnTo>
                  <a:lnTo>
                    <a:pt x="840295" y="2233542"/>
                  </a:lnTo>
                  <a:lnTo>
                    <a:pt x="842007" y="2189132"/>
                  </a:lnTo>
                  <a:lnTo>
                    <a:pt x="843718" y="2210537"/>
                  </a:lnTo>
                  <a:lnTo>
                    <a:pt x="845429" y="2242858"/>
                  </a:lnTo>
                  <a:lnTo>
                    <a:pt x="847141" y="2268625"/>
                  </a:lnTo>
                  <a:lnTo>
                    <a:pt x="848852" y="2439422"/>
                  </a:lnTo>
                  <a:lnTo>
                    <a:pt x="850564" y="2599183"/>
                  </a:lnTo>
                  <a:lnTo>
                    <a:pt x="852275" y="2669366"/>
                  </a:lnTo>
                  <a:lnTo>
                    <a:pt x="853986" y="2729954"/>
                  </a:lnTo>
                  <a:lnTo>
                    <a:pt x="855698" y="2712586"/>
                  </a:lnTo>
                  <a:lnTo>
                    <a:pt x="857409" y="2671161"/>
                  </a:lnTo>
                  <a:lnTo>
                    <a:pt x="859121" y="2570424"/>
                  </a:lnTo>
                  <a:lnTo>
                    <a:pt x="860832" y="2514809"/>
                  </a:lnTo>
                  <a:lnTo>
                    <a:pt x="862543" y="2517718"/>
                  </a:lnTo>
                  <a:lnTo>
                    <a:pt x="864255" y="2500802"/>
                  </a:lnTo>
                  <a:lnTo>
                    <a:pt x="865966" y="2521026"/>
                  </a:lnTo>
                  <a:lnTo>
                    <a:pt x="867678" y="2566344"/>
                  </a:lnTo>
                  <a:lnTo>
                    <a:pt x="869389" y="2601032"/>
                  </a:lnTo>
                  <a:lnTo>
                    <a:pt x="871100" y="2617266"/>
                  </a:lnTo>
                  <a:lnTo>
                    <a:pt x="872812" y="2637021"/>
                  </a:lnTo>
                  <a:lnTo>
                    <a:pt x="874523" y="2647219"/>
                  </a:lnTo>
                  <a:lnTo>
                    <a:pt x="876235" y="2632745"/>
                  </a:lnTo>
                  <a:lnTo>
                    <a:pt x="877946" y="2631280"/>
                  </a:lnTo>
                  <a:lnTo>
                    <a:pt x="879657" y="2626804"/>
                  </a:lnTo>
                  <a:lnTo>
                    <a:pt x="881369" y="2564214"/>
                  </a:lnTo>
                  <a:lnTo>
                    <a:pt x="883080" y="2526402"/>
                  </a:lnTo>
                  <a:lnTo>
                    <a:pt x="884792" y="2528558"/>
                  </a:lnTo>
                  <a:lnTo>
                    <a:pt x="886503" y="2477657"/>
                  </a:lnTo>
                  <a:lnTo>
                    <a:pt x="888214" y="2498657"/>
                  </a:lnTo>
                  <a:lnTo>
                    <a:pt x="889926" y="2556376"/>
                  </a:lnTo>
                  <a:lnTo>
                    <a:pt x="891637" y="2594441"/>
                  </a:lnTo>
                  <a:lnTo>
                    <a:pt x="893349" y="2668643"/>
                  </a:lnTo>
                  <a:lnTo>
                    <a:pt x="895060" y="2740709"/>
                  </a:lnTo>
                  <a:lnTo>
                    <a:pt x="896771" y="2849503"/>
                  </a:lnTo>
                  <a:lnTo>
                    <a:pt x="898483" y="2831058"/>
                  </a:lnTo>
                  <a:lnTo>
                    <a:pt x="900194" y="2846062"/>
                  </a:lnTo>
                  <a:lnTo>
                    <a:pt x="901906" y="2931301"/>
                  </a:lnTo>
                  <a:lnTo>
                    <a:pt x="903617" y="2950308"/>
                  </a:lnTo>
                  <a:lnTo>
                    <a:pt x="905328" y="2871764"/>
                  </a:lnTo>
                  <a:lnTo>
                    <a:pt x="907040" y="2796636"/>
                  </a:lnTo>
                  <a:lnTo>
                    <a:pt x="908751" y="2761791"/>
                  </a:lnTo>
                  <a:lnTo>
                    <a:pt x="910463" y="2717882"/>
                  </a:lnTo>
                  <a:lnTo>
                    <a:pt x="912174" y="2681043"/>
                  </a:lnTo>
                  <a:lnTo>
                    <a:pt x="913885" y="2604711"/>
                  </a:lnTo>
                  <a:lnTo>
                    <a:pt x="915597" y="2633150"/>
                  </a:lnTo>
                  <a:lnTo>
                    <a:pt x="917308" y="2703849"/>
                  </a:lnTo>
                  <a:lnTo>
                    <a:pt x="919020" y="2795620"/>
                  </a:lnTo>
                  <a:lnTo>
                    <a:pt x="920731" y="2822439"/>
                  </a:lnTo>
                  <a:lnTo>
                    <a:pt x="922442" y="2784844"/>
                  </a:lnTo>
                  <a:lnTo>
                    <a:pt x="924154" y="2812478"/>
                  </a:lnTo>
                  <a:lnTo>
                    <a:pt x="925865" y="2837661"/>
                  </a:lnTo>
                  <a:lnTo>
                    <a:pt x="927577" y="2862154"/>
                  </a:lnTo>
                  <a:lnTo>
                    <a:pt x="929288" y="2872450"/>
                  </a:lnTo>
                  <a:lnTo>
                    <a:pt x="930999" y="2793203"/>
                  </a:lnTo>
                  <a:lnTo>
                    <a:pt x="932711" y="2675507"/>
                  </a:lnTo>
                  <a:lnTo>
                    <a:pt x="934422" y="2622851"/>
                  </a:lnTo>
                  <a:lnTo>
                    <a:pt x="936134" y="2565374"/>
                  </a:lnTo>
                  <a:lnTo>
                    <a:pt x="937845" y="2465327"/>
                  </a:lnTo>
                  <a:lnTo>
                    <a:pt x="939556" y="2392755"/>
                  </a:lnTo>
                  <a:lnTo>
                    <a:pt x="941268" y="2530747"/>
                  </a:lnTo>
                  <a:lnTo>
                    <a:pt x="942979" y="2605351"/>
                  </a:lnTo>
                  <a:lnTo>
                    <a:pt x="944691" y="2568418"/>
                  </a:lnTo>
                  <a:lnTo>
                    <a:pt x="946402" y="2540664"/>
                  </a:lnTo>
                  <a:lnTo>
                    <a:pt x="948113" y="2610002"/>
                  </a:lnTo>
                  <a:lnTo>
                    <a:pt x="949825" y="2651263"/>
                  </a:lnTo>
                  <a:lnTo>
                    <a:pt x="951536" y="2599815"/>
                  </a:lnTo>
                  <a:lnTo>
                    <a:pt x="953247" y="2680996"/>
                  </a:lnTo>
                  <a:lnTo>
                    <a:pt x="954959" y="2832627"/>
                  </a:lnTo>
                  <a:lnTo>
                    <a:pt x="956670" y="2939853"/>
                  </a:lnTo>
                  <a:lnTo>
                    <a:pt x="958382" y="2959015"/>
                  </a:lnTo>
                  <a:lnTo>
                    <a:pt x="960093" y="2979312"/>
                  </a:lnTo>
                  <a:lnTo>
                    <a:pt x="961804" y="2947476"/>
                  </a:lnTo>
                  <a:lnTo>
                    <a:pt x="963516" y="2921463"/>
                  </a:lnTo>
                  <a:lnTo>
                    <a:pt x="965227" y="2905332"/>
                  </a:lnTo>
                  <a:lnTo>
                    <a:pt x="966939" y="2826920"/>
                  </a:lnTo>
                  <a:lnTo>
                    <a:pt x="968650" y="2697945"/>
                  </a:lnTo>
                  <a:lnTo>
                    <a:pt x="970361" y="2651393"/>
                  </a:lnTo>
                  <a:lnTo>
                    <a:pt x="972073" y="2685644"/>
                  </a:lnTo>
                  <a:lnTo>
                    <a:pt x="973784" y="2614132"/>
                  </a:lnTo>
                  <a:lnTo>
                    <a:pt x="975496" y="2488017"/>
                  </a:lnTo>
                  <a:lnTo>
                    <a:pt x="977207" y="2526809"/>
                  </a:lnTo>
                  <a:lnTo>
                    <a:pt x="978918" y="2671073"/>
                  </a:lnTo>
                  <a:lnTo>
                    <a:pt x="980630" y="2758497"/>
                  </a:lnTo>
                  <a:lnTo>
                    <a:pt x="982341" y="2801172"/>
                  </a:lnTo>
                  <a:lnTo>
                    <a:pt x="984053" y="2935040"/>
                  </a:lnTo>
                  <a:lnTo>
                    <a:pt x="985764" y="3089309"/>
                  </a:lnTo>
                  <a:lnTo>
                    <a:pt x="987475" y="3116972"/>
                  </a:lnTo>
                  <a:lnTo>
                    <a:pt x="987475" y="3116972"/>
                  </a:lnTo>
                  <a:lnTo>
                    <a:pt x="989187" y="3044695"/>
                  </a:lnTo>
                  <a:lnTo>
                    <a:pt x="990898" y="2962865"/>
                  </a:lnTo>
                  <a:lnTo>
                    <a:pt x="992610" y="2947986"/>
                  </a:lnTo>
                  <a:lnTo>
                    <a:pt x="994321" y="2947986"/>
                  </a:lnTo>
                  <a:lnTo>
                    <a:pt x="996032" y="2935498"/>
                  </a:lnTo>
                  <a:lnTo>
                    <a:pt x="997744" y="2896270"/>
                  </a:lnTo>
                  <a:lnTo>
                    <a:pt x="999455" y="2927210"/>
                  </a:lnTo>
                  <a:lnTo>
                    <a:pt x="1001167" y="2948176"/>
                  </a:lnTo>
                  <a:lnTo>
                    <a:pt x="1002878" y="2919956"/>
                  </a:lnTo>
                  <a:lnTo>
                    <a:pt x="1004589" y="2878501"/>
                  </a:lnTo>
                  <a:lnTo>
                    <a:pt x="1006301" y="2797671"/>
                  </a:lnTo>
                  <a:lnTo>
                    <a:pt x="1008012" y="2698580"/>
                  </a:lnTo>
                  <a:lnTo>
                    <a:pt x="1009724" y="2568661"/>
                  </a:lnTo>
                  <a:lnTo>
                    <a:pt x="1011435" y="2465024"/>
                  </a:lnTo>
                  <a:lnTo>
                    <a:pt x="1013146" y="2438046"/>
                  </a:lnTo>
                  <a:lnTo>
                    <a:pt x="1014858" y="2363017"/>
                  </a:lnTo>
                  <a:lnTo>
                    <a:pt x="1016569" y="2378462"/>
                  </a:lnTo>
                  <a:lnTo>
                    <a:pt x="1018281" y="2515336"/>
                  </a:lnTo>
                  <a:lnTo>
                    <a:pt x="1019992" y="2659518"/>
                  </a:lnTo>
                  <a:lnTo>
                    <a:pt x="1021703" y="2749856"/>
                  </a:lnTo>
                  <a:lnTo>
                    <a:pt x="1023415" y="2792446"/>
                  </a:lnTo>
                  <a:lnTo>
                    <a:pt x="1025126" y="2908934"/>
                  </a:lnTo>
                  <a:lnTo>
                    <a:pt x="1026838" y="2989642"/>
                  </a:lnTo>
                  <a:lnTo>
                    <a:pt x="1028549" y="3026238"/>
                  </a:lnTo>
                  <a:lnTo>
                    <a:pt x="1030260" y="3052207"/>
                  </a:lnTo>
                  <a:lnTo>
                    <a:pt x="1031972" y="3094197"/>
                  </a:lnTo>
                  <a:lnTo>
                    <a:pt x="1033683" y="3090874"/>
                  </a:lnTo>
                  <a:lnTo>
                    <a:pt x="1035395" y="3005968"/>
                  </a:lnTo>
                  <a:lnTo>
                    <a:pt x="1037106" y="2879395"/>
                  </a:lnTo>
                  <a:lnTo>
                    <a:pt x="1038817" y="2830621"/>
                  </a:lnTo>
                  <a:lnTo>
                    <a:pt x="1040529" y="2811306"/>
                  </a:lnTo>
                  <a:lnTo>
                    <a:pt x="1042240" y="2781351"/>
                  </a:lnTo>
                  <a:lnTo>
                    <a:pt x="1043952" y="2767563"/>
                  </a:lnTo>
                  <a:lnTo>
                    <a:pt x="1045663" y="2836876"/>
                  </a:lnTo>
                  <a:lnTo>
                    <a:pt x="1047374" y="2978870"/>
                  </a:lnTo>
                  <a:lnTo>
                    <a:pt x="1049086" y="3024805"/>
                  </a:lnTo>
                  <a:lnTo>
                    <a:pt x="1050797" y="2994274"/>
                  </a:lnTo>
                  <a:lnTo>
                    <a:pt x="1052509" y="2994314"/>
                  </a:lnTo>
                  <a:lnTo>
                    <a:pt x="1054220" y="3021601"/>
                  </a:lnTo>
                  <a:lnTo>
                    <a:pt x="1055931" y="3025222"/>
                  </a:lnTo>
                  <a:lnTo>
                    <a:pt x="1057643" y="2934091"/>
                  </a:lnTo>
                  <a:lnTo>
                    <a:pt x="1059354" y="2799040"/>
                  </a:lnTo>
                  <a:lnTo>
                    <a:pt x="1061065" y="2712268"/>
                  </a:lnTo>
                  <a:lnTo>
                    <a:pt x="1062777" y="2695403"/>
                  </a:lnTo>
                  <a:lnTo>
                    <a:pt x="1064488" y="2710293"/>
                  </a:lnTo>
                  <a:lnTo>
                    <a:pt x="1066200" y="2724085"/>
                  </a:lnTo>
                  <a:lnTo>
                    <a:pt x="1067911" y="2702142"/>
                  </a:lnTo>
                  <a:lnTo>
                    <a:pt x="1069622" y="2691646"/>
                  </a:lnTo>
                  <a:lnTo>
                    <a:pt x="1071334" y="2718460"/>
                  </a:lnTo>
                  <a:lnTo>
                    <a:pt x="1073045" y="2728928"/>
                  </a:lnTo>
                  <a:lnTo>
                    <a:pt x="1074757" y="2726239"/>
                  </a:lnTo>
                  <a:lnTo>
                    <a:pt x="1076468" y="2748739"/>
                  </a:lnTo>
                  <a:lnTo>
                    <a:pt x="1078179" y="2862187"/>
                  </a:lnTo>
                  <a:lnTo>
                    <a:pt x="1079891" y="2953422"/>
                  </a:lnTo>
                  <a:lnTo>
                    <a:pt x="1081602" y="3013709"/>
                  </a:lnTo>
                  <a:lnTo>
                    <a:pt x="1083314" y="3030921"/>
                  </a:lnTo>
                  <a:lnTo>
                    <a:pt x="1085025" y="2994622"/>
                  </a:lnTo>
                  <a:lnTo>
                    <a:pt x="1086736" y="2894985"/>
                  </a:lnTo>
                  <a:lnTo>
                    <a:pt x="1088448" y="2774708"/>
                  </a:lnTo>
                  <a:lnTo>
                    <a:pt x="1090159" y="2717226"/>
                  </a:lnTo>
                  <a:lnTo>
                    <a:pt x="1091871" y="2622957"/>
                  </a:lnTo>
                  <a:lnTo>
                    <a:pt x="1093582" y="2577660"/>
                  </a:lnTo>
                  <a:lnTo>
                    <a:pt x="1095293" y="2519492"/>
                  </a:lnTo>
                  <a:lnTo>
                    <a:pt x="1097005" y="2460317"/>
                  </a:lnTo>
                  <a:lnTo>
                    <a:pt x="1098716" y="2484901"/>
                  </a:lnTo>
                  <a:lnTo>
                    <a:pt x="1100428" y="2491658"/>
                  </a:lnTo>
                  <a:lnTo>
                    <a:pt x="1102139" y="2512059"/>
                  </a:lnTo>
                  <a:lnTo>
                    <a:pt x="1103850" y="2562132"/>
                  </a:lnTo>
                  <a:lnTo>
                    <a:pt x="1105562" y="2656601"/>
                  </a:lnTo>
                  <a:lnTo>
                    <a:pt x="1107273" y="2785073"/>
                  </a:lnTo>
                  <a:lnTo>
                    <a:pt x="1108985" y="2835567"/>
                  </a:lnTo>
                  <a:lnTo>
                    <a:pt x="1110696" y="2902196"/>
                  </a:lnTo>
                  <a:lnTo>
                    <a:pt x="1112407" y="3020372"/>
                  </a:lnTo>
                  <a:lnTo>
                    <a:pt x="1114119" y="3041184"/>
                  </a:lnTo>
                  <a:lnTo>
                    <a:pt x="1115830" y="3031170"/>
                  </a:lnTo>
                  <a:lnTo>
                    <a:pt x="1117542" y="2994489"/>
                  </a:lnTo>
                  <a:lnTo>
                    <a:pt x="1119253" y="2956749"/>
                  </a:lnTo>
                  <a:lnTo>
                    <a:pt x="1120964" y="2861057"/>
                  </a:lnTo>
                  <a:lnTo>
                    <a:pt x="1122676" y="2726022"/>
                  </a:lnTo>
                  <a:lnTo>
                    <a:pt x="1124387" y="2591996"/>
                  </a:lnTo>
                  <a:lnTo>
                    <a:pt x="1126099" y="2534056"/>
                  </a:lnTo>
                  <a:lnTo>
                    <a:pt x="1127810" y="2567289"/>
                  </a:lnTo>
                  <a:lnTo>
                    <a:pt x="1129521" y="2619574"/>
                  </a:lnTo>
                  <a:lnTo>
                    <a:pt x="1131233" y="2716047"/>
                  </a:lnTo>
                  <a:lnTo>
                    <a:pt x="1132944" y="2805683"/>
                  </a:lnTo>
                  <a:lnTo>
                    <a:pt x="1134656" y="2881077"/>
                  </a:lnTo>
                  <a:lnTo>
                    <a:pt x="1136367" y="2827872"/>
                  </a:lnTo>
                  <a:lnTo>
                    <a:pt x="1138078" y="2712255"/>
                  </a:lnTo>
                  <a:lnTo>
                    <a:pt x="1139790" y="2660338"/>
                  </a:lnTo>
                  <a:lnTo>
                    <a:pt x="1141501" y="2621378"/>
                  </a:lnTo>
                  <a:lnTo>
                    <a:pt x="1143213" y="2553952"/>
                  </a:lnTo>
                  <a:lnTo>
                    <a:pt x="1144924" y="2404465"/>
                  </a:lnTo>
                  <a:lnTo>
                    <a:pt x="1146635" y="2368570"/>
                  </a:lnTo>
                  <a:lnTo>
                    <a:pt x="1148347" y="2389516"/>
                  </a:lnTo>
                  <a:lnTo>
                    <a:pt x="1150058" y="2404559"/>
                  </a:lnTo>
                  <a:lnTo>
                    <a:pt x="1151770" y="2443934"/>
                  </a:lnTo>
                  <a:lnTo>
                    <a:pt x="1153481" y="2527761"/>
                  </a:lnTo>
                  <a:lnTo>
                    <a:pt x="1155192" y="2727149"/>
                  </a:lnTo>
                  <a:lnTo>
                    <a:pt x="1156904" y="2899498"/>
                  </a:lnTo>
                  <a:lnTo>
                    <a:pt x="1158615" y="2992098"/>
                  </a:lnTo>
                  <a:lnTo>
                    <a:pt x="1160326" y="2998441"/>
                  </a:lnTo>
                  <a:lnTo>
                    <a:pt x="1162038" y="2998178"/>
                  </a:lnTo>
                  <a:lnTo>
                    <a:pt x="1163749" y="2964407"/>
                  </a:lnTo>
                  <a:lnTo>
                    <a:pt x="1165461" y="2896847"/>
                  </a:lnTo>
                  <a:lnTo>
                    <a:pt x="1167172" y="2806291"/>
                  </a:lnTo>
                  <a:lnTo>
                    <a:pt x="1168883" y="2763414"/>
                  </a:lnTo>
                  <a:lnTo>
                    <a:pt x="1170595" y="2741738"/>
                  </a:lnTo>
                  <a:lnTo>
                    <a:pt x="1172306" y="2771599"/>
                  </a:lnTo>
                  <a:lnTo>
                    <a:pt x="1174018" y="2845362"/>
                  </a:lnTo>
                  <a:lnTo>
                    <a:pt x="1175729" y="2866942"/>
                  </a:lnTo>
                  <a:lnTo>
                    <a:pt x="1177440" y="2812789"/>
                  </a:lnTo>
                  <a:lnTo>
                    <a:pt x="1179152" y="2739318"/>
                  </a:lnTo>
                  <a:lnTo>
                    <a:pt x="1180863" y="2707914"/>
                  </a:lnTo>
                  <a:lnTo>
                    <a:pt x="1182575" y="2545866"/>
                  </a:lnTo>
                  <a:lnTo>
                    <a:pt x="1184286" y="2400823"/>
                  </a:lnTo>
                  <a:lnTo>
                    <a:pt x="1185997" y="2338203"/>
                  </a:lnTo>
                  <a:lnTo>
                    <a:pt x="1187709" y="2407330"/>
                  </a:lnTo>
                  <a:lnTo>
                    <a:pt x="1189420" y="2474331"/>
                  </a:lnTo>
                  <a:lnTo>
                    <a:pt x="1191132" y="2503667"/>
                  </a:lnTo>
                  <a:lnTo>
                    <a:pt x="1192843" y="2564256"/>
                  </a:lnTo>
                  <a:lnTo>
                    <a:pt x="1194554" y="2659496"/>
                  </a:lnTo>
                  <a:lnTo>
                    <a:pt x="1196266" y="2751830"/>
                  </a:lnTo>
                  <a:lnTo>
                    <a:pt x="1197977" y="2752871"/>
                  </a:lnTo>
                  <a:lnTo>
                    <a:pt x="1199689" y="2767492"/>
                  </a:lnTo>
                  <a:lnTo>
                    <a:pt x="1201400" y="2764412"/>
                  </a:lnTo>
                  <a:lnTo>
                    <a:pt x="1203111" y="2771880"/>
                  </a:lnTo>
                  <a:lnTo>
                    <a:pt x="1204823" y="2773916"/>
                  </a:lnTo>
                  <a:lnTo>
                    <a:pt x="1206534" y="2830849"/>
                  </a:lnTo>
                  <a:lnTo>
                    <a:pt x="1208246" y="2910914"/>
                  </a:lnTo>
                  <a:lnTo>
                    <a:pt x="1209957" y="2919571"/>
                  </a:lnTo>
                  <a:lnTo>
                    <a:pt x="1211668" y="2820555"/>
                  </a:lnTo>
                  <a:lnTo>
                    <a:pt x="1213380" y="2728774"/>
                  </a:lnTo>
                  <a:lnTo>
                    <a:pt x="1215091" y="2712409"/>
                  </a:lnTo>
                  <a:lnTo>
                    <a:pt x="1216803" y="2552901"/>
                  </a:lnTo>
                  <a:lnTo>
                    <a:pt x="1218514" y="2392576"/>
                  </a:lnTo>
                  <a:lnTo>
                    <a:pt x="1220225" y="2361133"/>
                  </a:lnTo>
                  <a:lnTo>
                    <a:pt x="1221937" y="2454949"/>
                  </a:lnTo>
                  <a:lnTo>
                    <a:pt x="1223648" y="2584774"/>
                  </a:lnTo>
                  <a:lnTo>
                    <a:pt x="1225360" y="2646129"/>
                  </a:lnTo>
                  <a:lnTo>
                    <a:pt x="1227071" y="2773395"/>
                  </a:lnTo>
                  <a:lnTo>
                    <a:pt x="1228782" y="2841471"/>
                  </a:lnTo>
                  <a:lnTo>
                    <a:pt x="1230494" y="2817248"/>
                  </a:lnTo>
                  <a:lnTo>
                    <a:pt x="1232205" y="2790041"/>
                  </a:lnTo>
                  <a:lnTo>
                    <a:pt x="1233917" y="2710814"/>
                  </a:lnTo>
                  <a:lnTo>
                    <a:pt x="1235628" y="2601010"/>
                  </a:lnTo>
                  <a:lnTo>
                    <a:pt x="1237339" y="2505032"/>
                  </a:lnTo>
                  <a:lnTo>
                    <a:pt x="1239051" y="2466613"/>
                  </a:lnTo>
                  <a:lnTo>
                    <a:pt x="1240762" y="2471682"/>
                  </a:lnTo>
                  <a:lnTo>
                    <a:pt x="1242474" y="2559940"/>
                  </a:lnTo>
                  <a:lnTo>
                    <a:pt x="1244185" y="2672033"/>
                  </a:lnTo>
                  <a:lnTo>
                    <a:pt x="1245896" y="2744618"/>
                  </a:lnTo>
                  <a:lnTo>
                    <a:pt x="1247608" y="2798314"/>
                  </a:lnTo>
                  <a:lnTo>
                    <a:pt x="1249319" y="2938759"/>
                  </a:lnTo>
                  <a:lnTo>
                    <a:pt x="1251031" y="3074499"/>
                  </a:lnTo>
                  <a:lnTo>
                    <a:pt x="1252742" y="3000233"/>
                  </a:lnTo>
                  <a:lnTo>
                    <a:pt x="1254453" y="2905253"/>
                  </a:lnTo>
                  <a:lnTo>
                    <a:pt x="1256165" y="2866136"/>
                  </a:lnTo>
                  <a:lnTo>
                    <a:pt x="1257876" y="2862986"/>
                  </a:lnTo>
                  <a:lnTo>
                    <a:pt x="1259588" y="2804045"/>
                  </a:lnTo>
                  <a:lnTo>
                    <a:pt x="1261299" y="2672315"/>
                  </a:lnTo>
                  <a:lnTo>
                    <a:pt x="1263010" y="2705242"/>
                  </a:lnTo>
                  <a:lnTo>
                    <a:pt x="1264722" y="2798684"/>
                  </a:lnTo>
                  <a:lnTo>
                    <a:pt x="1266433" y="2866801"/>
                  </a:lnTo>
                  <a:lnTo>
                    <a:pt x="1268144" y="2853730"/>
                  </a:lnTo>
                  <a:lnTo>
                    <a:pt x="1269856" y="2774995"/>
                  </a:lnTo>
                  <a:lnTo>
                    <a:pt x="1271567" y="2769657"/>
                  </a:lnTo>
                  <a:lnTo>
                    <a:pt x="1273279" y="2717056"/>
                  </a:lnTo>
                  <a:lnTo>
                    <a:pt x="1274990" y="2707453"/>
                  </a:lnTo>
                  <a:lnTo>
                    <a:pt x="1276701" y="2741477"/>
                  </a:lnTo>
                  <a:lnTo>
                    <a:pt x="1278413" y="2805875"/>
                  </a:lnTo>
                  <a:lnTo>
                    <a:pt x="1280124" y="2911013"/>
                  </a:lnTo>
                  <a:lnTo>
                    <a:pt x="1281836" y="2949541"/>
                  </a:lnTo>
                  <a:lnTo>
                    <a:pt x="1283547" y="3023282"/>
                  </a:lnTo>
                  <a:lnTo>
                    <a:pt x="1285258" y="3048989"/>
                  </a:lnTo>
                  <a:lnTo>
                    <a:pt x="1286970" y="3020319"/>
                  </a:lnTo>
                  <a:lnTo>
                    <a:pt x="1288681" y="3025068"/>
                  </a:lnTo>
                  <a:lnTo>
                    <a:pt x="1290393" y="3053193"/>
                  </a:lnTo>
                  <a:lnTo>
                    <a:pt x="1292104" y="3106893"/>
                  </a:lnTo>
                  <a:lnTo>
                    <a:pt x="1293815" y="3069100"/>
                  </a:lnTo>
                  <a:lnTo>
                    <a:pt x="1295527" y="2954825"/>
                  </a:lnTo>
                  <a:lnTo>
                    <a:pt x="1297238" y="2938739"/>
                  </a:lnTo>
                  <a:lnTo>
                    <a:pt x="1298950" y="2921007"/>
                  </a:lnTo>
                  <a:lnTo>
                    <a:pt x="1300661" y="2813941"/>
                  </a:lnTo>
                  <a:lnTo>
                    <a:pt x="1302372" y="2753507"/>
                  </a:lnTo>
                  <a:lnTo>
                    <a:pt x="1304084" y="2690554"/>
                  </a:lnTo>
                  <a:lnTo>
                    <a:pt x="1305795" y="2704730"/>
                  </a:lnTo>
                  <a:lnTo>
                    <a:pt x="1307507" y="2592985"/>
                  </a:lnTo>
                  <a:lnTo>
                    <a:pt x="1309218" y="2530486"/>
                  </a:lnTo>
                  <a:lnTo>
                    <a:pt x="1310929" y="2574210"/>
                  </a:lnTo>
                  <a:lnTo>
                    <a:pt x="1312641" y="2555426"/>
                  </a:lnTo>
                  <a:lnTo>
                    <a:pt x="1314352" y="2619313"/>
                  </a:lnTo>
                  <a:lnTo>
                    <a:pt x="1316064" y="2697425"/>
                  </a:lnTo>
                  <a:lnTo>
                    <a:pt x="1317775" y="2791484"/>
                  </a:lnTo>
                  <a:lnTo>
                    <a:pt x="1319486" y="2770154"/>
                  </a:lnTo>
                  <a:lnTo>
                    <a:pt x="1321198" y="2766394"/>
                  </a:lnTo>
                  <a:lnTo>
                    <a:pt x="1322909" y="2842920"/>
                  </a:lnTo>
                  <a:lnTo>
                    <a:pt x="1324621" y="2901477"/>
                  </a:lnTo>
                  <a:lnTo>
                    <a:pt x="1326332" y="2898041"/>
                  </a:lnTo>
                  <a:lnTo>
                    <a:pt x="1328043" y="2877368"/>
                  </a:lnTo>
                  <a:lnTo>
                    <a:pt x="1329755" y="2939776"/>
                  </a:lnTo>
                  <a:lnTo>
                    <a:pt x="1331466" y="2980692"/>
                  </a:lnTo>
                  <a:lnTo>
                    <a:pt x="1333178" y="2980692"/>
                  </a:lnTo>
                  <a:lnTo>
                    <a:pt x="1334889" y="2941535"/>
                  </a:lnTo>
                  <a:lnTo>
                    <a:pt x="1336600" y="2910259"/>
                  </a:lnTo>
                  <a:lnTo>
                    <a:pt x="1338312" y="2959351"/>
                  </a:lnTo>
                  <a:lnTo>
                    <a:pt x="1340023" y="2981685"/>
                  </a:lnTo>
                  <a:lnTo>
                    <a:pt x="1341735" y="2951685"/>
                  </a:lnTo>
                  <a:lnTo>
                    <a:pt x="1343446" y="2860705"/>
                  </a:lnTo>
                  <a:lnTo>
                    <a:pt x="1345157" y="2869573"/>
                  </a:lnTo>
                  <a:lnTo>
                    <a:pt x="1346869" y="2840298"/>
                  </a:lnTo>
                  <a:lnTo>
                    <a:pt x="1348580" y="2802753"/>
                  </a:lnTo>
                  <a:lnTo>
                    <a:pt x="1350292" y="2829125"/>
                  </a:lnTo>
                  <a:lnTo>
                    <a:pt x="1352003" y="2892882"/>
                  </a:lnTo>
                  <a:lnTo>
                    <a:pt x="1353714" y="2982067"/>
                  </a:lnTo>
                  <a:lnTo>
                    <a:pt x="1355426" y="3008243"/>
                  </a:lnTo>
                  <a:lnTo>
                    <a:pt x="1357137" y="3081011"/>
                  </a:lnTo>
                  <a:lnTo>
                    <a:pt x="1358849" y="3116972"/>
                  </a:lnTo>
                  <a:lnTo>
                    <a:pt x="1358849" y="3116972"/>
                  </a:lnTo>
                  <a:lnTo>
                    <a:pt x="1360560" y="3092181"/>
                  </a:lnTo>
                  <a:lnTo>
                    <a:pt x="1362271" y="3058423"/>
                  </a:lnTo>
                  <a:lnTo>
                    <a:pt x="1363983" y="3037174"/>
                  </a:lnTo>
                  <a:lnTo>
                    <a:pt x="1365694" y="2950704"/>
                  </a:lnTo>
                  <a:lnTo>
                    <a:pt x="1367406" y="2886264"/>
                  </a:lnTo>
                  <a:lnTo>
                    <a:pt x="1369117" y="2818469"/>
                  </a:lnTo>
                  <a:lnTo>
                    <a:pt x="1370828" y="2756257"/>
                  </a:lnTo>
                  <a:lnTo>
                    <a:pt x="1372540" y="2661981"/>
                  </a:lnTo>
                  <a:lnTo>
                    <a:pt x="1374251" y="2552237"/>
                  </a:lnTo>
                  <a:lnTo>
                    <a:pt x="1375962" y="2505320"/>
                  </a:lnTo>
                  <a:lnTo>
                    <a:pt x="1377674" y="2514825"/>
                  </a:lnTo>
                  <a:lnTo>
                    <a:pt x="1379385" y="2560695"/>
                  </a:lnTo>
                  <a:lnTo>
                    <a:pt x="1381097" y="2536056"/>
                  </a:lnTo>
                  <a:lnTo>
                    <a:pt x="1382808" y="2594209"/>
                  </a:lnTo>
                  <a:lnTo>
                    <a:pt x="1384519" y="2642220"/>
                  </a:lnTo>
                  <a:lnTo>
                    <a:pt x="1386231" y="2718809"/>
                  </a:lnTo>
                  <a:lnTo>
                    <a:pt x="1387942" y="2774470"/>
                  </a:lnTo>
                  <a:lnTo>
                    <a:pt x="1389654" y="2796394"/>
                  </a:lnTo>
                  <a:lnTo>
                    <a:pt x="1391365" y="2883246"/>
                  </a:lnTo>
                  <a:lnTo>
                    <a:pt x="1393076" y="2919369"/>
                  </a:lnTo>
                  <a:lnTo>
                    <a:pt x="1394788" y="3004149"/>
                  </a:lnTo>
                  <a:lnTo>
                    <a:pt x="1396499" y="3065060"/>
                  </a:lnTo>
                  <a:lnTo>
                    <a:pt x="1398211" y="3064334"/>
                  </a:lnTo>
                  <a:lnTo>
                    <a:pt x="1399922" y="3064334"/>
                  </a:lnTo>
                  <a:lnTo>
                    <a:pt x="1401633" y="3064334"/>
                  </a:lnTo>
                  <a:lnTo>
                    <a:pt x="1403345" y="3064334"/>
                  </a:lnTo>
                  <a:lnTo>
                    <a:pt x="1405056" y="3064334"/>
                  </a:lnTo>
                  <a:lnTo>
                    <a:pt x="1406768" y="3064334"/>
                  </a:lnTo>
                  <a:lnTo>
                    <a:pt x="1408479" y="3064334"/>
                  </a:lnTo>
                  <a:lnTo>
                    <a:pt x="1410190" y="3064334"/>
                  </a:lnTo>
                  <a:lnTo>
                    <a:pt x="1411902" y="3064334"/>
                  </a:lnTo>
                  <a:lnTo>
                    <a:pt x="1413613" y="3064334"/>
                  </a:lnTo>
                  <a:lnTo>
                    <a:pt x="1415325" y="3064334"/>
                  </a:lnTo>
                  <a:lnTo>
                    <a:pt x="1417036" y="3064334"/>
                  </a:lnTo>
                  <a:lnTo>
                    <a:pt x="1418747" y="3043417"/>
                  </a:lnTo>
                  <a:lnTo>
                    <a:pt x="1420459" y="3002813"/>
                  </a:lnTo>
                  <a:lnTo>
                    <a:pt x="1422170" y="2978998"/>
                  </a:lnTo>
                  <a:lnTo>
                    <a:pt x="1423882" y="2978999"/>
                  </a:lnTo>
                  <a:lnTo>
                    <a:pt x="1425593" y="2979000"/>
                  </a:lnTo>
                  <a:lnTo>
                    <a:pt x="1427304" y="2976270"/>
                  </a:lnTo>
                  <a:lnTo>
                    <a:pt x="1429016" y="2939866"/>
                  </a:lnTo>
                  <a:lnTo>
                    <a:pt x="1430727" y="2897117"/>
                  </a:lnTo>
                  <a:lnTo>
                    <a:pt x="1432439" y="2846237"/>
                  </a:lnTo>
                  <a:lnTo>
                    <a:pt x="1434150" y="2839702"/>
                  </a:lnTo>
                  <a:lnTo>
                    <a:pt x="1435861" y="2781414"/>
                  </a:lnTo>
                  <a:lnTo>
                    <a:pt x="1437573" y="2687937"/>
                  </a:lnTo>
                  <a:lnTo>
                    <a:pt x="1439284" y="2686086"/>
                  </a:lnTo>
                  <a:lnTo>
                    <a:pt x="1440996" y="2636035"/>
                  </a:lnTo>
                  <a:lnTo>
                    <a:pt x="1442707" y="2591413"/>
                  </a:lnTo>
                  <a:lnTo>
                    <a:pt x="1444418" y="2504665"/>
                  </a:lnTo>
                  <a:lnTo>
                    <a:pt x="1446130" y="2474087"/>
                  </a:lnTo>
                  <a:lnTo>
                    <a:pt x="1447841" y="2512737"/>
                  </a:lnTo>
                  <a:lnTo>
                    <a:pt x="1449553" y="2474751"/>
                  </a:lnTo>
                  <a:lnTo>
                    <a:pt x="1451264" y="2476032"/>
                  </a:lnTo>
                  <a:lnTo>
                    <a:pt x="1452975" y="2503833"/>
                  </a:lnTo>
                  <a:lnTo>
                    <a:pt x="1454687" y="2412392"/>
                  </a:lnTo>
                  <a:lnTo>
                    <a:pt x="1456398" y="2294120"/>
                  </a:lnTo>
                  <a:lnTo>
                    <a:pt x="1458110" y="2220809"/>
                  </a:lnTo>
                  <a:lnTo>
                    <a:pt x="1459821" y="2276972"/>
                  </a:lnTo>
                  <a:lnTo>
                    <a:pt x="1461532" y="2407593"/>
                  </a:lnTo>
                  <a:lnTo>
                    <a:pt x="1463244" y="2468725"/>
                  </a:lnTo>
                  <a:lnTo>
                    <a:pt x="1464955" y="2601581"/>
                  </a:lnTo>
                  <a:lnTo>
                    <a:pt x="1466667" y="2798145"/>
                  </a:lnTo>
                  <a:lnTo>
                    <a:pt x="1468378" y="2789625"/>
                  </a:lnTo>
                  <a:lnTo>
                    <a:pt x="1470089" y="2692448"/>
                  </a:lnTo>
                  <a:lnTo>
                    <a:pt x="1471801" y="2624736"/>
                  </a:lnTo>
                  <a:lnTo>
                    <a:pt x="1473512" y="2560854"/>
                  </a:lnTo>
                  <a:lnTo>
                    <a:pt x="1475224" y="2469503"/>
                  </a:lnTo>
                  <a:lnTo>
                    <a:pt x="1476935" y="2351815"/>
                  </a:lnTo>
                  <a:lnTo>
                    <a:pt x="1478646" y="2392478"/>
                  </a:lnTo>
                  <a:lnTo>
                    <a:pt x="1480358" y="2429487"/>
                  </a:lnTo>
                  <a:lnTo>
                    <a:pt x="1482069" y="2445628"/>
                  </a:lnTo>
                  <a:lnTo>
                    <a:pt x="1483780" y="2539896"/>
                  </a:lnTo>
                  <a:lnTo>
                    <a:pt x="1485492" y="2645257"/>
                  </a:lnTo>
                  <a:lnTo>
                    <a:pt x="1487203" y="2678928"/>
                  </a:lnTo>
                  <a:lnTo>
                    <a:pt x="1488915" y="2658501"/>
                  </a:lnTo>
                  <a:lnTo>
                    <a:pt x="1490626" y="2732520"/>
                  </a:lnTo>
                  <a:lnTo>
                    <a:pt x="1492337" y="2846740"/>
                  </a:lnTo>
                  <a:lnTo>
                    <a:pt x="1494049" y="2843310"/>
                  </a:lnTo>
                  <a:lnTo>
                    <a:pt x="1495760" y="2843552"/>
                  </a:lnTo>
                  <a:lnTo>
                    <a:pt x="1497472" y="2849224"/>
                  </a:lnTo>
                  <a:lnTo>
                    <a:pt x="1499183" y="2916837"/>
                  </a:lnTo>
                  <a:lnTo>
                    <a:pt x="1500894" y="2960171"/>
                  </a:lnTo>
                  <a:lnTo>
                    <a:pt x="1502606" y="2864767"/>
                  </a:lnTo>
                  <a:lnTo>
                    <a:pt x="1504317" y="2836550"/>
                  </a:lnTo>
                  <a:lnTo>
                    <a:pt x="1506029" y="2846404"/>
                  </a:lnTo>
                  <a:lnTo>
                    <a:pt x="1507740" y="2892013"/>
                  </a:lnTo>
                  <a:lnTo>
                    <a:pt x="1509451" y="2895143"/>
                  </a:lnTo>
                  <a:lnTo>
                    <a:pt x="1511163" y="2824831"/>
                  </a:lnTo>
                  <a:lnTo>
                    <a:pt x="1512874" y="2853222"/>
                  </a:lnTo>
                  <a:lnTo>
                    <a:pt x="1514586" y="2884866"/>
                  </a:lnTo>
                  <a:lnTo>
                    <a:pt x="1516297" y="2880036"/>
                  </a:lnTo>
                  <a:lnTo>
                    <a:pt x="1518008" y="2853126"/>
                  </a:lnTo>
                  <a:lnTo>
                    <a:pt x="1519720" y="2861907"/>
                  </a:lnTo>
                  <a:lnTo>
                    <a:pt x="1521431" y="2889445"/>
                  </a:lnTo>
                  <a:lnTo>
                    <a:pt x="1523143" y="2848848"/>
                  </a:lnTo>
                  <a:lnTo>
                    <a:pt x="1524854" y="2836183"/>
                  </a:lnTo>
                  <a:lnTo>
                    <a:pt x="1526565" y="2868780"/>
                  </a:lnTo>
                  <a:lnTo>
                    <a:pt x="1528277" y="2939002"/>
                  </a:lnTo>
                  <a:lnTo>
                    <a:pt x="1529988" y="2978629"/>
                  </a:lnTo>
                  <a:lnTo>
                    <a:pt x="1531700" y="2928052"/>
                  </a:lnTo>
                  <a:lnTo>
                    <a:pt x="1533411" y="2891130"/>
                  </a:lnTo>
                  <a:lnTo>
                    <a:pt x="1535122" y="2905915"/>
                  </a:lnTo>
                  <a:lnTo>
                    <a:pt x="1536834" y="2859492"/>
                  </a:lnTo>
                  <a:lnTo>
                    <a:pt x="1538545" y="2736547"/>
                  </a:lnTo>
                  <a:lnTo>
                    <a:pt x="1540257" y="2618539"/>
                  </a:lnTo>
                  <a:lnTo>
                    <a:pt x="1541968" y="2656781"/>
                  </a:lnTo>
                  <a:lnTo>
                    <a:pt x="1543679" y="2740167"/>
                  </a:lnTo>
                  <a:lnTo>
                    <a:pt x="1545391" y="2760550"/>
                  </a:lnTo>
                  <a:lnTo>
                    <a:pt x="1547102" y="2814650"/>
                  </a:lnTo>
                  <a:lnTo>
                    <a:pt x="1548814" y="2958218"/>
                  </a:lnTo>
                  <a:lnTo>
                    <a:pt x="1550525" y="3103860"/>
                  </a:lnTo>
                  <a:lnTo>
                    <a:pt x="1552236" y="3116972"/>
                  </a:lnTo>
                  <a:lnTo>
                    <a:pt x="1552236" y="3116972"/>
                  </a:lnTo>
                  <a:lnTo>
                    <a:pt x="1553948" y="3116972"/>
                  </a:lnTo>
                  <a:lnTo>
                    <a:pt x="1555659" y="3116972"/>
                  </a:lnTo>
                  <a:lnTo>
                    <a:pt x="1557371" y="3113382"/>
                  </a:lnTo>
                  <a:lnTo>
                    <a:pt x="1559082" y="3022715"/>
                  </a:lnTo>
                  <a:lnTo>
                    <a:pt x="1560793" y="2958546"/>
                  </a:lnTo>
                  <a:lnTo>
                    <a:pt x="1562505" y="2953210"/>
                  </a:lnTo>
                  <a:lnTo>
                    <a:pt x="1564216" y="2873690"/>
                  </a:lnTo>
                  <a:lnTo>
                    <a:pt x="1565928" y="2803856"/>
                  </a:lnTo>
                  <a:lnTo>
                    <a:pt x="1567639" y="2760847"/>
                  </a:lnTo>
                  <a:lnTo>
                    <a:pt x="1569350" y="2767220"/>
                  </a:lnTo>
                  <a:lnTo>
                    <a:pt x="1571062" y="2735081"/>
                  </a:lnTo>
                  <a:lnTo>
                    <a:pt x="1572773" y="2679941"/>
                  </a:lnTo>
                  <a:lnTo>
                    <a:pt x="1574485" y="2710553"/>
                  </a:lnTo>
                  <a:lnTo>
                    <a:pt x="1576196" y="2687621"/>
                  </a:lnTo>
                  <a:lnTo>
                    <a:pt x="1577907" y="2717695"/>
                  </a:lnTo>
                  <a:lnTo>
                    <a:pt x="1579619" y="2740882"/>
                  </a:lnTo>
                  <a:lnTo>
                    <a:pt x="1581330" y="2741455"/>
                  </a:lnTo>
                  <a:lnTo>
                    <a:pt x="1583041" y="2693554"/>
                  </a:lnTo>
                  <a:lnTo>
                    <a:pt x="1584753" y="2576811"/>
                  </a:lnTo>
                  <a:lnTo>
                    <a:pt x="1586464" y="2526704"/>
                  </a:lnTo>
                  <a:lnTo>
                    <a:pt x="1588176" y="2504327"/>
                  </a:lnTo>
                  <a:lnTo>
                    <a:pt x="1589887" y="2541149"/>
                  </a:lnTo>
                  <a:lnTo>
                    <a:pt x="1591598" y="2587342"/>
                  </a:lnTo>
                  <a:lnTo>
                    <a:pt x="1593310" y="2610674"/>
                  </a:lnTo>
                  <a:lnTo>
                    <a:pt x="1595021" y="2664918"/>
                  </a:lnTo>
                  <a:lnTo>
                    <a:pt x="1596733" y="2659881"/>
                  </a:lnTo>
                  <a:lnTo>
                    <a:pt x="1598444" y="2607245"/>
                  </a:lnTo>
                  <a:lnTo>
                    <a:pt x="1600155" y="2532272"/>
                  </a:lnTo>
                  <a:lnTo>
                    <a:pt x="1601867" y="2504997"/>
                  </a:lnTo>
                  <a:lnTo>
                    <a:pt x="1603578" y="2565298"/>
                  </a:lnTo>
                  <a:lnTo>
                    <a:pt x="1605290" y="2558325"/>
                  </a:lnTo>
                  <a:lnTo>
                    <a:pt x="1607001" y="2603021"/>
                  </a:lnTo>
                  <a:lnTo>
                    <a:pt x="1608712" y="2678471"/>
                  </a:lnTo>
                  <a:lnTo>
                    <a:pt x="1610424" y="2729612"/>
                  </a:lnTo>
                  <a:lnTo>
                    <a:pt x="1612135" y="2733680"/>
                  </a:lnTo>
                  <a:lnTo>
                    <a:pt x="1613847" y="2725104"/>
                  </a:lnTo>
                  <a:lnTo>
                    <a:pt x="1615558" y="2811841"/>
                  </a:lnTo>
                  <a:lnTo>
                    <a:pt x="1617269" y="2898629"/>
                  </a:lnTo>
                  <a:lnTo>
                    <a:pt x="1618981" y="2958027"/>
                  </a:lnTo>
                  <a:lnTo>
                    <a:pt x="1620692" y="2932741"/>
                  </a:lnTo>
                  <a:lnTo>
                    <a:pt x="1622404" y="2951658"/>
                  </a:lnTo>
                  <a:lnTo>
                    <a:pt x="1624115" y="2994004"/>
                  </a:lnTo>
                  <a:lnTo>
                    <a:pt x="1625826" y="2987246"/>
                  </a:lnTo>
                  <a:lnTo>
                    <a:pt x="1627538" y="2893516"/>
                  </a:lnTo>
                  <a:lnTo>
                    <a:pt x="1629249" y="2800887"/>
                  </a:lnTo>
                  <a:lnTo>
                    <a:pt x="1630961" y="2816390"/>
                  </a:lnTo>
                  <a:lnTo>
                    <a:pt x="1632672" y="2703131"/>
                  </a:lnTo>
                  <a:lnTo>
                    <a:pt x="1634383" y="2594007"/>
                  </a:lnTo>
                  <a:lnTo>
                    <a:pt x="1636095" y="2600766"/>
                  </a:lnTo>
                  <a:lnTo>
                    <a:pt x="1637806" y="2694497"/>
                  </a:lnTo>
                  <a:lnTo>
                    <a:pt x="1639518" y="2795532"/>
                  </a:lnTo>
                  <a:lnTo>
                    <a:pt x="1641229" y="2913010"/>
                  </a:lnTo>
                  <a:lnTo>
                    <a:pt x="1642940" y="3057740"/>
                  </a:lnTo>
                  <a:lnTo>
                    <a:pt x="1644652" y="3116972"/>
                  </a:lnTo>
                  <a:lnTo>
                    <a:pt x="1644652" y="3116972"/>
                  </a:lnTo>
                  <a:lnTo>
                    <a:pt x="1646363" y="3082981"/>
                  </a:lnTo>
                  <a:lnTo>
                    <a:pt x="1648075" y="3020423"/>
                  </a:lnTo>
                  <a:lnTo>
                    <a:pt x="1649786" y="2909362"/>
                  </a:lnTo>
                  <a:lnTo>
                    <a:pt x="1651497" y="2778958"/>
                  </a:lnTo>
                  <a:lnTo>
                    <a:pt x="1653209" y="2773680"/>
                  </a:lnTo>
                  <a:lnTo>
                    <a:pt x="1654920" y="2804664"/>
                  </a:lnTo>
                  <a:lnTo>
                    <a:pt x="1656632" y="2843121"/>
                  </a:lnTo>
                  <a:lnTo>
                    <a:pt x="1658343" y="2867481"/>
                  </a:lnTo>
                  <a:lnTo>
                    <a:pt x="1660054" y="2975828"/>
                  </a:lnTo>
                  <a:lnTo>
                    <a:pt x="1661766" y="3048007"/>
                  </a:lnTo>
                  <a:lnTo>
                    <a:pt x="1663477" y="3044055"/>
                  </a:lnTo>
                  <a:lnTo>
                    <a:pt x="1665189" y="3013977"/>
                  </a:lnTo>
                  <a:lnTo>
                    <a:pt x="1666900" y="3009287"/>
                  </a:lnTo>
                  <a:lnTo>
                    <a:pt x="1668611" y="3047485"/>
                  </a:lnTo>
                  <a:lnTo>
                    <a:pt x="1670323" y="2995948"/>
                  </a:lnTo>
                  <a:lnTo>
                    <a:pt x="1672034" y="2862583"/>
                  </a:lnTo>
                  <a:lnTo>
                    <a:pt x="1673746" y="2671983"/>
                  </a:lnTo>
                  <a:lnTo>
                    <a:pt x="1675457" y="2484607"/>
                  </a:lnTo>
                  <a:lnTo>
                    <a:pt x="1677168" y="2309989"/>
                  </a:lnTo>
                  <a:lnTo>
                    <a:pt x="1678880" y="2147427"/>
                  </a:lnTo>
                  <a:lnTo>
                    <a:pt x="1680591" y="2068459"/>
                  </a:lnTo>
                  <a:lnTo>
                    <a:pt x="1682303" y="2156925"/>
                  </a:lnTo>
                  <a:lnTo>
                    <a:pt x="1684014" y="2283774"/>
                  </a:lnTo>
                  <a:lnTo>
                    <a:pt x="1685725" y="2434084"/>
                  </a:lnTo>
                  <a:lnTo>
                    <a:pt x="1687437" y="2565411"/>
                  </a:lnTo>
                  <a:lnTo>
                    <a:pt x="1689148" y="2739942"/>
                  </a:lnTo>
                  <a:lnTo>
                    <a:pt x="1690859" y="2888642"/>
                  </a:lnTo>
                  <a:lnTo>
                    <a:pt x="1692571" y="2882558"/>
                  </a:lnTo>
                  <a:lnTo>
                    <a:pt x="1694282" y="2913172"/>
                  </a:lnTo>
                  <a:lnTo>
                    <a:pt x="1695994" y="2960842"/>
                  </a:lnTo>
                  <a:lnTo>
                    <a:pt x="1697705" y="2935689"/>
                  </a:lnTo>
                  <a:lnTo>
                    <a:pt x="1699416" y="2791756"/>
                  </a:lnTo>
                  <a:lnTo>
                    <a:pt x="1701128" y="2684136"/>
                  </a:lnTo>
                  <a:lnTo>
                    <a:pt x="1702839" y="2696279"/>
                  </a:lnTo>
                  <a:lnTo>
                    <a:pt x="1704551" y="2733367"/>
                  </a:lnTo>
                  <a:lnTo>
                    <a:pt x="1706262" y="2752842"/>
                  </a:lnTo>
                  <a:lnTo>
                    <a:pt x="1707973" y="2828883"/>
                  </a:lnTo>
                  <a:lnTo>
                    <a:pt x="1709685" y="2960845"/>
                  </a:lnTo>
                  <a:lnTo>
                    <a:pt x="1711396" y="3012135"/>
                  </a:lnTo>
                  <a:lnTo>
                    <a:pt x="1713108" y="2948600"/>
                  </a:lnTo>
                  <a:lnTo>
                    <a:pt x="1714819" y="2891001"/>
                  </a:lnTo>
                  <a:lnTo>
                    <a:pt x="1716530" y="2867801"/>
                  </a:lnTo>
                  <a:lnTo>
                    <a:pt x="1718242" y="2867802"/>
                  </a:lnTo>
                  <a:lnTo>
                    <a:pt x="1719953" y="2909950"/>
                  </a:lnTo>
                  <a:lnTo>
                    <a:pt x="1721665" y="2971824"/>
                  </a:lnTo>
                  <a:lnTo>
                    <a:pt x="1723376" y="2987556"/>
                  </a:lnTo>
                  <a:lnTo>
                    <a:pt x="1725087" y="2934904"/>
                  </a:lnTo>
                  <a:lnTo>
                    <a:pt x="1726799" y="2863018"/>
                  </a:lnTo>
                  <a:lnTo>
                    <a:pt x="1728510" y="2813727"/>
                  </a:lnTo>
                  <a:lnTo>
                    <a:pt x="1730222" y="2691171"/>
                  </a:lnTo>
                  <a:lnTo>
                    <a:pt x="1731933" y="2621115"/>
                  </a:lnTo>
                  <a:lnTo>
                    <a:pt x="1733644" y="2644218"/>
                  </a:lnTo>
                  <a:lnTo>
                    <a:pt x="1735356" y="2679605"/>
                  </a:lnTo>
                  <a:lnTo>
                    <a:pt x="1737067" y="2756938"/>
                  </a:lnTo>
                  <a:lnTo>
                    <a:pt x="1738779" y="2806230"/>
                  </a:lnTo>
                  <a:lnTo>
                    <a:pt x="1740490" y="2900732"/>
                  </a:lnTo>
                  <a:lnTo>
                    <a:pt x="1742201" y="2961144"/>
                  </a:lnTo>
                  <a:lnTo>
                    <a:pt x="1743913" y="2970414"/>
                  </a:lnTo>
                  <a:lnTo>
                    <a:pt x="1745624" y="2989314"/>
                  </a:lnTo>
                  <a:lnTo>
                    <a:pt x="1747336" y="3004707"/>
                  </a:lnTo>
                  <a:lnTo>
                    <a:pt x="1749047" y="3010251"/>
                  </a:lnTo>
                  <a:lnTo>
                    <a:pt x="1750758" y="3028332"/>
                  </a:lnTo>
                  <a:lnTo>
                    <a:pt x="1752470" y="3026546"/>
                  </a:lnTo>
                  <a:lnTo>
                    <a:pt x="1754181" y="3058828"/>
                  </a:lnTo>
                  <a:lnTo>
                    <a:pt x="1755893" y="3114791"/>
                  </a:lnTo>
                  <a:lnTo>
                    <a:pt x="1757604" y="3116972"/>
                  </a:lnTo>
                  <a:lnTo>
                    <a:pt x="1757604" y="3116972"/>
                  </a:lnTo>
                  <a:lnTo>
                    <a:pt x="1759315" y="3116972"/>
                  </a:lnTo>
                  <a:lnTo>
                    <a:pt x="1761027" y="3116972"/>
                  </a:lnTo>
                  <a:lnTo>
                    <a:pt x="1762738" y="3116972"/>
                  </a:lnTo>
                  <a:lnTo>
                    <a:pt x="1764450" y="3116972"/>
                  </a:lnTo>
                  <a:lnTo>
                    <a:pt x="1766161" y="3116972"/>
                  </a:lnTo>
                  <a:lnTo>
                    <a:pt x="1767872" y="3116972"/>
                  </a:lnTo>
                  <a:lnTo>
                    <a:pt x="1769584" y="3089570"/>
                  </a:lnTo>
                  <a:lnTo>
                    <a:pt x="1771295" y="2994957"/>
                  </a:lnTo>
                  <a:lnTo>
                    <a:pt x="1773007" y="2945545"/>
                  </a:lnTo>
                  <a:lnTo>
                    <a:pt x="1774718" y="2929603"/>
                  </a:lnTo>
                  <a:lnTo>
                    <a:pt x="1776429" y="2919373"/>
                  </a:lnTo>
                  <a:lnTo>
                    <a:pt x="1778141" y="2924956"/>
                  </a:lnTo>
                  <a:lnTo>
                    <a:pt x="1779852" y="2930668"/>
                  </a:lnTo>
                  <a:lnTo>
                    <a:pt x="1781564" y="2994165"/>
                  </a:lnTo>
                  <a:lnTo>
                    <a:pt x="1783275" y="3041055"/>
                  </a:lnTo>
                  <a:lnTo>
                    <a:pt x="1784986" y="3056998"/>
                  </a:lnTo>
                  <a:lnTo>
                    <a:pt x="1786698" y="3067229"/>
                  </a:lnTo>
                  <a:lnTo>
                    <a:pt x="1788409" y="3061645"/>
                  </a:lnTo>
                  <a:lnTo>
                    <a:pt x="1790121" y="3064334"/>
                  </a:lnTo>
                  <a:lnTo>
                    <a:pt x="1791832" y="3064334"/>
                  </a:lnTo>
                  <a:lnTo>
                    <a:pt x="1793543" y="3095178"/>
                  </a:lnTo>
                  <a:lnTo>
                    <a:pt x="1795255" y="3116972"/>
                  </a:lnTo>
                  <a:lnTo>
                    <a:pt x="1795255" y="3116972"/>
                  </a:lnTo>
                  <a:lnTo>
                    <a:pt x="1796966" y="3116972"/>
                  </a:lnTo>
                  <a:lnTo>
                    <a:pt x="1798677" y="3116972"/>
                  </a:lnTo>
                  <a:lnTo>
                    <a:pt x="1800389" y="3085555"/>
                  </a:lnTo>
                  <a:lnTo>
                    <a:pt x="1802100" y="3018768"/>
                  </a:lnTo>
                  <a:lnTo>
                    <a:pt x="1803812" y="2924532"/>
                  </a:lnTo>
                  <a:lnTo>
                    <a:pt x="1805523" y="2882047"/>
                  </a:lnTo>
                  <a:lnTo>
                    <a:pt x="1807234" y="2882048"/>
                  </a:lnTo>
                  <a:lnTo>
                    <a:pt x="1808946" y="2833653"/>
                  </a:lnTo>
                  <a:lnTo>
                    <a:pt x="1810657" y="2785706"/>
                  </a:lnTo>
                  <a:lnTo>
                    <a:pt x="1812369" y="2824074"/>
                  </a:lnTo>
                  <a:lnTo>
                    <a:pt x="1814080" y="2887466"/>
                  </a:lnTo>
                  <a:lnTo>
                    <a:pt x="1815791" y="2930999"/>
                  </a:lnTo>
                  <a:lnTo>
                    <a:pt x="1817503" y="2962014"/>
                  </a:lnTo>
                  <a:lnTo>
                    <a:pt x="1819214" y="3008838"/>
                  </a:lnTo>
                  <a:lnTo>
                    <a:pt x="1820926" y="2989565"/>
                  </a:lnTo>
                  <a:lnTo>
                    <a:pt x="1822637" y="2924033"/>
                  </a:lnTo>
                  <a:lnTo>
                    <a:pt x="1824348" y="2853257"/>
                  </a:lnTo>
                  <a:lnTo>
                    <a:pt x="1826060" y="2819869"/>
                  </a:lnTo>
                  <a:lnTo>
                    <a:pt x="1827771" y="2823481"/>
                  </a:lnTo>
                  <a:lnTo>
                    <a:pt x="1829483" y="2828576"/>
                  </a:lnTo>
                  <a:lnTo>
                    <a:pt x="1831194" y="2877028"/>
                  </a:lnTo>
                  <a:lnTo>
                    <a:pt x="1832905" y="2911168"/>
                  </a:lnTo>
                  <a:lnTo>
                    <a:pt x="1834617" y="2931534"/>
                  </a:lnTo>
                  <a:lnTo>
                    <a:pt x="1836328" y="2919699"/>
                  </a:lnTo>
                  <a:lnTo>
                    <a:pt x="1838040" y="2885074"/>
                  </a:lnTo>
                  <a:lnTo>
                    <a:pt x="1839751" y="2881549"/>
                  </a:lnTo>
                  <a:lnTo>
                    <a:pt x="1841462" y="2948597"/>
                  </a:lnTo>
                  <a:lnTo>
                    <a:pt x="1843174" y="3040577"/>
                  </a:lnTo>
                  <a:lnTo>
                    <a:pt x="1844885" y="3096792"/>
                  </a:lnTo>
                  <a:lnTo>
                    <a:pt x="1846597" y="3116972"/>
                  </a:lnTo>
                  <a:lnTo>
                    <a:pt x="1846597" y="3116972"/>
                  </a:lnTo>
                  <a:lnTo>
                    <a:pt x="1848308" y="3116972"/>
                  </a:lnTo>
                  <a:lnTo>
                    <a:pt x="1850019" y="3116972"/>
                  </a:lnTo>
                  <a:lnTo>
                    <a:pt x="1851731" y="3116972"/>
                  </a:lnTo>
                  <a:lnTo>
                    <a:pt x="1853442" y="3116972"/>
                  </a:lnTo>
                  <a:lnTo>
                    <a:pt x="1855154" y="3116972"/>
                  </a:lnTo>
                  <a:lnTo>
                    <a:pt x="1856865" y="3116972"/>
                  </a:lnTo>
                  <a:lnTo>
                    <a:pt x="1858576" y="3116972"/>
                  </a:lnTo>
                  <a:lnTo>
                    <a:pt x="1860288" y="3077500"/>
                  </a:lnTo>
                  <a:lnTo>
                    <a:pt x="1861999" y="3045130"/>
                  </a:lnTo>
                  <a:lnTo>
                    <a:pt x="1863711" y="3035814"/>
                  </a:lnTo>
                  <a:lnTo>
                    <a:pt x="1865422" y="3035815"/>
                  </a:lnTo>
                  <a:lnTo>
                    <a:pt x="1867133" y="3035816"/>
                  </a:lnTo>
                  <a:lnTo>
                    <a:pt x="1868845" y="3035816"/>
                  </a:lnTo>
                  <a:lnTo>
                    <a:pt x="1870556" y="3064120"/>
                  </a:lnTo>
                  <a:lnTo>
                    <a:pt x="1872268" y="3107256"/>
                  </a:lnTo>
                  <a:lnTo>
                    <a:pt x="1873979" y="3114216"/>
                  </a:lnTo>
                  <a:lnTo>
                    <a:pt x="1875690" y="3097300"/>
                  </a:lnTo>
                  <a:lnTo>
                    <a:pt x="1877402" y="3080965"/>
                  </a:lnTo>
                  <a:lnTo>
                    <a:pt x="1879113" y="3071312"/>
                  </a:lnTo>
                  <a:lnTo>
                    <a:pt x="1880825" y="3025536"/>
                  </a:lnTo>
                  <a:lnTo>
                    <a:pt x="1882536" y="2998125"/>
                  </a:lnTo>
                  <a:lnTo>
                    <a:pt x="1884247" y="3000480"/>
                  </a:lnTo>
                  <a:lnTo>
                    <a:pt x="1885959" y="3017397"/>
                  </a:lnTo>
                  <a:lnTo>
                    <a:pt x="1887670" y="3033735"/>
                  </a:lnTo>
                  <a:lnTo>
                    <a:pt x="1889382" y="3043387"/>
                  </a:lnTo>
                  <a:lnTo>
                    <a:pt x="1891093" y="3089069"/>
                  </a:lnTo>
                  <a:lnTo>
                    <a:pt x="1892804" y="3116972"/>
                  </a:lnTo>
                  <a:lnTo>
                    <a:pt x="1892804" y="3116972"/>
                  </a:lnTo>
                  <a:lnTo>
                    <a:pt x="1894516" y="3112814"/>
                  </a:lnTo>
                  <a:lnTo>
                    <a:pt x="1896227" y="3073636"/>
                  </a:lnTo>
                  <a:lnTo>
                    <a:pt x="1897938" y="3035682"/>
                  </a:lnTo>
                  <a:lnTo>
                    <a:pt x="1899650" y="3030425"/>
                  </a:lnTo>
                  <a:lnTo>
                    <a:pt x="1901361" y="2949272"/>
                  </a:lnTo>
                  <a:lnTo>
                    <a:pt x="1903073" y="2898450"/>
                  </a:lnTo>
                  <a:lnTo>
                    <a:pt x="1904784" y="2926601"/>
                  </a:lnTo>
                  <a:lnTo>
                    <a:pt x="1906495" y="2954305"/>
                  </a:lnTo>
                  <a:lnTo>
                    <a:pt x="1908207" y="2951841"/>
                  </a:lnTo>
                  <a:lnTo>
                    <a:pt x="1909918" y="2957099"/>
                  </a:lnTo>
                  <a:lnTo>
                    <a:pt x="1911630" y="3025479"/>
                  </a:lnTo>
                  <a:lnTo>
                    <a:pt x="1913341" y="3083362"/>
                  </a:lnTo>
                  <a:lnTo>
                    <a:pt x="1915052" y="3064679"/>
                  </a:lnTo>
                  <a:lnTo>
                    <a:pt x="1916764" y="3076152"/>
                  </a:lnTo>
                  <a:lnTo>
                    <a:pt x="1918475" y="3116573"/>
                  </a:lnTo>
                  <a:lnTo>
                    <a:pt x="1920187" y="3116574"/>
                  </a:lnTo>
                  <a:lnTo>
                    <a:pt x="1921898" y="3101713"/>
                  </a:lnTo>
                  <a:lnTo>
                    <a:pt x="1923609" y="3069543"/>
                  </a:lnTo>
                  <a:lnTo>
                    <a:pt x="1925321" y="3049693"/>
                  </a:lnTo>
                  <a:lnTo>
                    <a:pt x="1927032" y="3049641"/>
                  </a:lnTo>
                  <a:lnTo>
                    <a:pt x="1928744" y="3018246"/>
                  </a:lnTo>
                  <a:lnTo>
                    <a:pt x="1930455" y="2979839"/>
                  </a:lnTo>
                  <a:lnTo>
                    <a:pt x="1932166" y="2969425"/>
                  </a:lnTo>
                  <a:lnTo>
                    <a:pt x="1933878" y="2959039"/>
                  </a:lnTo>
                  <a:lnTo>
                    <a:pt x="1935589" y="2921546"/>
                  </a:lnTo>
                  <a:lnTo>
                    <a:pt x="1937301" y="2903198"/>
                  </a:lnTo>
                  <a:lnTo>
                    <a:pt x="1939012" y="2882090"/>
                  </a:lnTo>
                  <a:lnTo>
                    <a:pt x="1940723" y="2809969"/>
                  </a:lnTo>
                  <a:lnTo>
                    <a:pt x="1942435" y="2794677"/>
                  </a:lnTo>
                  <a:lnTo>
                    <a:pt x="1944146" y="2801744"/>
                  </a:lnTo>
                  <a:lnTo>
                    <a:pt x="1945858" y="2819825"/>
                  </a:lnTo>
                  <a:lnTo>
                    <a:pt x="1947569" y="2822230"/>
                  </a:lnTo>
                  <a:lnTo>
                    <a:pt x="1949280" y="2874732"/>
                  </a:lnTo>
                  <a:lnTo>
                    <a:pt x="1950992" y="2996810"/>
                  </a:lnTo>
                  <a:lnTo>
                    <a:pt x="1952703" y="3066055"/>
                  </a:lnTo>
                  <a:lnTo>
                    <a:pt x="1954415" y="3081853"/>
                  </a:lnTo>
                  <a:lnTo>
                    <a:pt x="1956126" y="3040660"/>
                  </a:lnTo>
                  <a:lnTo>
                    <a:pt x="1957837" y="2956327"/>
                  </a:lnTo>
                  <a:lnTo>
                    <a:pt x="1959549" y="2845045"/>
                  </a:lnTo>
                  <a:lnTo>
                    <a:pt x="1961260" y="2746238"/>
                  </a:lnTo>
                  <a:lnTo>
                    <a:pt x="1962972" y="2639999"/>
                  </a:lnTo>
                  <a:lnTo>
                    <a:pt x="1964683" y="2601370"/>
                  </a:lnTo>
                  <a:lnTo>
                    <a:pt x="1966394" y="2577984"/>
                  </a:lnTo>
                  <a:lnTo>
                    <a:pt x="1968106" y="2620030"/>
                  </a:lnTo>
                  <a:lnTo>
                    <a:pt x="1969817" y="2649467"/>
                  </a:lnTo>
                  <a:lnTo>
                    <a:pt x="1971529" y="2664342"/>
                  </a:lnTo>
                  <a:lnTo>
                    <a:pt x="1973240" y="2669097"/>
                  </a:lnTo>
                  <a:lnTo>
                    <a:pt x="1974951" y="2584459"/>
                  </a:lnTo>
                  <a:lnTo>
                    <a:pt x="1976663" y="2591773"/>
                  </a:lnTo>
                  <a:lnTo>
                    <a:pt x="1978374" y="2620484"/>
                  </a:lnTo>
                  <a:lnTo>
                    <a:pt x="1980086" y="2667887"/>
                  </a:lnTo>
                  <a:lnTo>
                    <a:pt x="1981797" y="2609325"/>
                  </a:lnTo>
                  <a:lnTo>
                    <a:pt x="1983508" y="2575603"/>
                  </a:lnTo>
                  <a:lnTo>
                    <a:pt x="1985220" y="2685440"/>
                  </a:lnTo>
                  <a:lnTo>
                    <a:pt x="1986931" y="2726926"/>
                  </a:lnTo>
                  <a:lnTo>
                    <a:pt x="1988643" y="2644304"/>
                  </a:lnTo>
                  <a:lnTo>
                    <a:pt x="1990354" y="2614818"/>
                  </a:lnTo>
                  <a:lnTo>
                    <a:pt x="1992065" y="2666684"/>
                  </a:lnTo>
                  <a:lnTo>
                    <a:pt x="1993777" y="2654941"/>
                  </a:lnTo>
                  <a:lnTo>
                    <a:pt x="1995488" y="2599486"/>
                  </a:lnTo>
                  <a:lnTo>
                    <a:pt x="1997200" y="2659620"/>
                  </a:lnTo>
                  <a:lnTo>
                    <a:pt x="1998911" y="2766662"/>
                  </a:lnTo>
                  <a:lnTo>
                    <a:pt x="2000622" y="2804562"/>
                  </a:lnTo>
                  <a:lnTo>
                    <a:pt x="2002334" y="2878667"/>
                  </a:lnTo>
                  <a:lnTo>
                    <a:pt x="2004045" y="2982074"/>
                  </a:lnTo>
                  <a:lnTo>
                    <a:pt x="2005756" y="3005580"/>
                  </a:lnTo>
                  <a:lnTo>
                    <a:pt x="2007468" y="2949897"/>
                  </a:lnTo>
                  <a:lnTo>
                    <a:pt x="2009179" y="2876732"/>
                  </a:lnTo>
                  <a:lnTo>
                    <a:pt x="2010891" y="2763055"/>
                  </a:lnTo>
                  <a:lnTo>
                    <a:pt x="2012602" y="2676581"/>
                  </a:lnTo>
                  <a:lnTo>
                    <a:pt x="2014313" y="2638624"/>
                  </a:lnTo>
                  <a:lnTo>
                    <a:pt x="2016025" y="2665564"/>
                  </a:lnTo>
                  <a:lnTo>
                    <a:pt x="2017736" y="2732842"/>
                  </a:lnTo>
                  <a:lnTo>
                    <a:pt x="2019448" y="2810969"/>
                  </a:lnTo>
                  <a:lnTo>
                    <a:pt x="2021159" y="2901542"/>
                  </a:lnTo>
                  <a:lnTo>
                    <a:pt x="2022870" y="2912205"/>
                  </a:lnTo>
                  <a:lnTo>
                    <a:pt x="2024582" y="2887711"/>
                  </a:lnTo>
                  <a:lnTo>
                    <a:pt x="2026293" y="2925838"/>
                  </a:lnTo>
                  <a:lnTo>
                    <a:pt x="2028005" y="2918516"/>
                  </a:lnTo>
                  <a:lnTo>
                    <a:pt x="2029716" y="2918702"/>
                  </a:lnTo>
                  <a:lnTo>
                    <a:pt x="2031427" y="2967838"/>
                  </a:lnTo>
                  <a:lnTo>
                    <a:pt x="2033139" y="3048626"/>
                  </a:lnTo>
                  <a:lnTo>
                    <a:pt x="2034850" y="3089004"/>
                  </a:lnTo>
                  <a:lnTo>
                    <a:pt x="2036562" y="2985275"/>
                  </a:lnTo>
                  <a:lnTo>
                    <a:pt x="2038273" y="2913730"/>
                  </a:lnTo>
                  <a:lnTo>
                    <a:pt x="2039984" y="2905438"/>
                  </a:lnTo>
                  <a:lnTo>
                    <a:pt x="2041696" y="2905439"/>
                  </a:lnTo>
                  <a:lnTo>
                    <a:pt x="2043407" y="2905441"/>
                  </a:lnTo>
                  <a:lnTo>
                    <a:pt x="2045119" y="2927512"/>
                  </a:lnTo>
                  <a:lnTo>
                    <a:pt x="2046830" y="3007207"/>
                  </a:lnTo>
                  <a:lnTo>
                    <a:pt x="2048541" y="3096349"/>
                  </a:lnTo>
                  <a:lnTo>
                    <a:pt x="2050253" y="3116972"/>
                  </a:lnTo>
                  <a:lnTo>
                    <a:pt x="2050253" y="3116972"/>
                  </a:lnTo>
                  <a:lnTo>
                    <a:pt x="2051964" y="3113714"/>
                  </a:lnTo>
                  <a:lnTo>
                    <a:pt x="2053676" y="3116927"/>
                  </a:lnTo>
                  <a:lnTo>
                    <a:pt x="2055387" y="3116972"/>
                  </a:lnTo>
                  <a:lnTo>
                    <a:pt x="2055387" y="3116972"/>
                  </a:lnTo>
                  <a:lnTo>
                    <a:pt x="2057098" y="3116972"/>
                  </a:lnTo>
                  <a:lnTo>
                    <a:pt x="2058810" y="3089845"/>
                  </a:lnTo>
                  <a:lnTo>
                    <a:pt x="2060521" y="3075275"/>
                  </a:lnTo>
                  <a:lnTo>
                    <a:pt x="2062233" y="3101972"/>
                  </a:lnTo>
                  <a:lnTo>
                    <a:pt x="2063944" y="3116972"/>
                  </a:lnTo>
                  <a:lnTo>
                    <a:pt x="2063944" y="3116972"/>
                  </a:lnTo>
                  <a:lnTo>
                    <a:pt x="2065655" y="3116972"/>
                  </a:lnTo>
                  <a:lnTo>
                    <a:pt x="2067367" y="3116813"/>
                  </a:lnTo>
                  <a:lnTo>
                    <a:pt x="2069078" y="3116972"/>
                  </a:lnTo>
                  <a:lnTo>
                    <a:pt x="2069078" y="3116972"/>
                  </a:lnTo>
                  <a:lnTo>
                    <a:pt x="2070790" y="3116972"/>
                  </a:lnTo>
                  <a:lnTo>
                    <a:pt x="2072501" y="3116972"/>
                  </a:lnTo>
                  <a:lnTo>
                    <a:pt x="2074212" y="3114305"/>
                  </a:lnTo>
                  <a:lnTo>
                    <a:pt x="2075924" y="3076855"/>
                  </a:lnTo>
                  <a:lnTo>
                    <a:pt x="2077635" y="3039405"/>
                  </a:lnTo>
                  <a:lnTo>
                    <a:pt x="2079347" y="3032241"/>
                  </a:lnTo>
                  <a:lnTo>
                    <a:pt x="2081058" y="3001127"/>
                  </a:lnTo>
                  <a:lnTo>
                    <a:pt x="2082769" y="3001057"/>
                  </a:lnTo>
                  <a:lnTo>
                    <a:pt x="2084481" y="3036837"/>
                  </a:lnTo>
                  <a:lnTo>
                    <a:pt x="2086192" y="3082618"/>
                  </a:lnTo>
                  <a:lnTo>
                    <a:pt x="2087904" y="3116972"/>
                  </a:lnTo>
                  <a:lnTo>
                    <a:pt x="2087904" y="3116972"/>
                  </a:lnTo>
                  <a:lnTo>
                    <a:pt x="2089615" y="3116972"/>
                  </a:lnTo>
                  <a:lnTo>
                    <a:pt x="2091326" y="3116972"/>
                  </a:lnTo>
                  <a:lnTo>
                    <a:pt x="2093038" y="3083167"/>
                  </a:lnTo>
                  <a:lnTo>
                    <a:pt x="2094749" y="2998382"/>
                  </a:lnTo>
                  <a:lnTo>
                    <a:pt x="2096461" y="2990049"/>
                  </a:lnTo>
                  <a:lnTo>
                    <a:pt x="2098172" y="2935291"/>
                  </a:lnTo>
                  <a:lnTo>
                    <a:pt x="2099883" y="2922274"/>
                  </a:lnTo>
                  <a:lnTo>
                    <a:pt x="2101595" y="2948528"/>
                  </a:lnTo>
                  <a:lnTo>
                    <a:pt x="2103306" y="3003482"/>
                  </a:lnTo>
                  <a:lnTo>
                    <a:pt x="2105018" y="3022638"/>
                  </a:lnTo>
                  <a:lnTo>
                    <a:pt x="2106729" y="2999803"/>
                  </a:lnTo>
                  <a:lnTo>
                    <a:pt x="2108440" y="2985196"/>
                  </a:lnTo>
                  <a:lnTo>
                    <a:pt x="2110152" y="2951835"/>
                  </a:lnTo>
                  <a:lnTo>
                    <a:pt x="2111863" y="2949207"/>
                  </a:lnTo>
                  <a:lnTo>
                    <a:pt x="2113574" y="2956221"/>
                  </a:lnTo>
                  <a:lnTo>
                    <a:pt x="2115286" y="2990903"/>
                  </a:lnTo>
                  <a:lnTo>
                    <a:pt x="2116997" y="3018854"/>
                  </a:lnTo>
                  <a:lnTo>
                    <a:pt x="2118709" y="3085968"/>
                  </a:lnTo>
                  <a:lnTo>
                    <a:pt x="2120420" y="3116972"/>
                  </a:lnTo>
                  <a:lnTo>
                    <a:pt x="2120420" y="3116972"/>
                  </a:lnTo>
                  <a:lnTo>
                    <a:pt x="2122131" y="3116972"/>
                  </a:lnTo>
                  <a:lnTo>
                    <a:pt x="2123843" y="3116972"/>
                  </a:lnTo>
                  <a:lnTo>
                    <a:pt x="2125554" y="3116972"/>
                  </a:lnTo>
                  <a:lnTo>
                    <a:pt x="2127266" y="3116972"/>
                  </a:lnTo>
                  <a:lnTo>
                    <a:pt x="2128977" y="3100084"/>
                  </a:lnTo>
                  <a:lnTo>
                    <a:pt x="2130688" y="3064334"/>
                  </a:lnTo>
                  <a:lnTo>
                    <a:pt x="2132400" y="3064334"/>
                  </a:lnTo>
                  <a:lnTo>
                    <a:pt x="2134111" y="3056884"/>
                  </a:lnTo>
                  <a:lnTo>
                    <a:pt x="2135823" y="2998000"/>
                  </a:lnTo>
                  <a:lnTo>
                    <a:pt x="2137534" y="2947112"/>
                  </a:lnTo>
                  <a:lnTo>
                    <a:pt x="2139245" y="2943467"/>
                  </a:lnTo>
                  <a:lnTo>
                    <a:pt x="2140957" y="2911017"/>
                  </a:lnTo>
                  <a:lnTo>
                    <a:pt x="2142668" y="2864073"/>
                  </a:lnTo>
                  <a:lnTo>
                    <a:pt x="2144380" y="2810865"/>
                  </a:lnTo>
                  <a:lnTo>
                    <a:pt x="2146091" y="2769224"/>
                  </a:lnTo>
                  <a:lnTo>
                    <a:pt x="2147802" y="2728768"/>
                  </a:lnTo>
                  <a:lnTo>
                    <a:pt x="2149514" y="2671219"/>
                  </a:lnTo>
                  <a:lnTo>
                    <a:pt x="2151225" y="2607999"/>
                  </a:lnTo>
                  <a:lnTo>
                    <a:pt x="2152937" y="2613903"/>
                  </a:lnTo>
                  <a:lnTo>
                    <a:pt x="2154648" y="2681694"/>
                  </a:lnTo>
                  <a:lnTo>
                    <a:pt x="2156359" y="2741167"/>
                  </a:lnTo>
                  <a:lnTo>
                    <a:pt x="2158071" y="2786208"/>
                  </a:lnTo>
                  <a:lnTo>
                    <a:pt x="2159782" y="2757382"/>
                  </a:lnTo>
                  <a:lnTo>
                    <a:pt x="2161494" y="2697239"/>
                  </a:lnTo>
                  <a:lnTo>
                    <a:pt x="2163205" y="2604024"/>
                  </a:lnTo>
                  <a:lnTo>
                    <a:pt x="2164916" y="2553084"/>
                  </a:lnTo>
                  <a:lnTo>
                    <a:pt x="2166628" y="2569591"/>
                  </a:lnTo>
                  <a:lnTo>
                    <a:pt x="2168339" y="2570251"/>
                  </a:lnTo>
                  <a:lnTo>
                    <a:pt x="2170051" y="2555658"/>
                  </a:lnTo>
                  <a:lnTo>
                    <a:pt x="2171762" y="2571314"/>
                  </a:lnTo>
                  <a:lnTo>
                    <a:pt x="2173473" y="2583551"/>
                  </a:lnTo>
                  <a:lnTo>
                    <a:pt x="2175185" y="2654839"/>
                  </a:lnTo>
                  <a:lnTo>
                    <a:pt x="2176896" y="2707726"/>
                  </a:lnTo>
                  <a:lnTo>
                    <a:pt x="2178608" y="2714129"/>
                  </a:lnTo>
                  <a:lnTo>
                    <a:pt x="2180319" y="2773882"/>
                  </a:lnTo>
                  <a:lnTo>
                    <a:pt x="2182030" y="2913885"/>
                  </a:lnTo>
                  <a:lnTo>
                    <a:pt x="2183742" y="3019280"/>
                  </a:lnTo>
                  <a:lnTo>
                    <a:pt x="2185453" y="2923360"/>
                  </a:lnTo>
                  <a:lnTo>
                    <a:pt x="2187165" y="2837138"/>
                  </a:lnTo>
                  <a:lnTo>
                    <a:pt x="2188876" y="2839147"/>
                  </a:lnTo>
                  <a:lnTo>
                    <a:pt x="2190587" y="2830529"/>
                  </a:lnTo>
                  <a:lnTo>
                    <a:pt x="2192299" y="2749789"/>
                  </a:lnTo>
                  <a:lnTo>
                    <a:pt x="2194010" y="2664804"/>
                  </a:lnTo>
                  <a:lnTo>
                    <a:pt x="2195722" y="2645095"/>
                  </a:lnTo>
                  <a:lnTo>
                    <a:pt x="2197433" y="2665441"/>
                  </a:lnTo>
                  <a:lnTo>
                    <a:pt x="2199144" y="2684654"/>
                  </a:lnTo>
                  <a:lnTo>
                    <a:pt x="2200856" y="2693750"/>
                  </a:lnTo>
                  <a:lnTo>
                    <a:pt x="2202567" y="2739571"/>
                  </a:lnTo>
                  <a:lnTo>
                    <a:pt x="2204279" y="2724068"/>
                  </a:lnTo>
                  <a:lnTo>
                    <a:pt x="2205990" y="2653447"/>
                  </a:lnTo>
                  <a:lnTo>
                    <a:pt x="2207701" y="2597518"/>
                  </a:lnTo>
                  <a:lnTo>
                    <a:pt x="2209413" y="2594770"/>
                  </a:lnTo>
                  <a:lnTo>
                    <a:pt x="2211124" y="2627634"/>
                  </a:lnTo>
                  <a:lnTo>
                    <a:pt x="2212836" y="2543670"/>
                  </a:lnTo>
                  <a:lnTo>
                    <a:pt x="2214547" y="2496400"/>
                  </a:lnTo>
                  <a:lnTo>
                    <a:pt x="2216258" y="2617666"/>
                  </a:lnTo>
                  <a:lnTo>
                    <a:pt x="2217970" y="2641865"/>
                  </a:lnTo>
                  <a:lnTo>
                    <a:pt x="2219681" y="2605586"/>
                  </a:lnTo>
                  <a:lnTo>
                    <a:pt x="2221392" y="2550716"/>
                  </a:lnTo>
                  <a:lnTo>
                    <a:pt x="2223104" y="2571689"/>
                  </a:lnTo>
                  <a:lnTo>
                    <a:pt x="2224815" y="2652937"/>
                  </a:lnTo>
                  <a:lnTo>
                    <a:pt x="2226527" y="2648574"/>
                  </a:lnTo>
                  <a:lnTo>
                    <a:pt x="2228238" y="2662055"/>
                  </a:lnTo>
                  <a:lnTo>
                    <a:pt x="2229949" y="2631979"/>
                  </a:lnTo>
                  <a:lnTo>
                    <a:pt x="2231661" y="2654265"/>
                  </a:lnTo>
                  <a:lnTo>
                    <a:pt x="2233372" y="2709549"/>
                  </a:lnTo>
                  <a:lnTo>
                    <a:pt x="2235084" y="2757034"/>
                  </a:lnTo>
                  <a:lnTo>
                    <a:pt x="2236795" y="2750285"/>
                  </a:lnTo>
                  <a:lnTo>
                    <a:pt x="2238506" y="2791840"/>
                  </a:lnTo>
                  <a:lnTo>
                    <a:pt x="2240218" y="2921422"/>
                  </a:lnTo>
                  <a:lnTo>
                    <a:pt x="2241929" y="2997352"/>
                  </a:lnTo>
                  <a:lnTo>
                    <a:pt x="2243641" y="3013466"/>
                  </a:lnTo>
                  <a:lnTo>
                    <a:pt x="2245352" y="3047536"/>
                  </a:lnTo>
                  <a:lnTo>
                    <a:pt x="2247063" y="3116972"/>
                  </a:lnTo>
                  <a:lnTo>
                    <a:pt x="2247063" y="3116972"/>
                  </a:lnTo>
                  <a:lnTo>
                    <a:pt x="2248775" y="3116972"/>
                  </a:lnTo>
                  <a:lnTo>
                    <a:pt x="2250486" y="3116972"/>
                  </a:lnTo>
                  <a:lnTo>
                    <a:pt x="2252198" y="3116972"/>
                  </a:lnTo>
                  <a:lnTo>
                    <a:pt x="2253909" y="3116972"/>
                  </a:lnTo>
                  <a:lnTo>
                    <a:pt x="2255620" y="3116972"/>
                  </a:lnTo>
                  <a:lnTo>
                    <a:pt x="2257332" y="3116972"/>
                  </a:lnTo>
                  <a:lnTo>
                    <a:pt x="2259043" y="3075575"/>
                  </a:lnTo>
                  <a:lnTo>
                    <a:pt x="2260755" y="2989917"/>
                  </a:lnTo>
                  <a:lnTo>
                    <a:pt x="2262466" y="2982609"/>
                  </a:lnTo>
                  <a:lnTo>
                    <a:pt x="2264177" y="2974734"/>
                  </a:lnTo>
                  <a:lnTo>
                    <a:pt x="2265889" y="2927021"/>
                  </a:lnTo>
                  <a:lnTo>
                    <a:pt x="2267600" y="2859418"/>
                  </a:lnTo>
                  <a:lnTo>
                    <a:pt x="2269312" y="2820283"/>
                  </a:lnTo>
                  <a:lnTo>
                    <a:pt x="2271023" y="2865824"/>
                  </a:lnTo>
                  <a:lnTo>
                    <a:pt x="2272734" y="2852193"/>
                  </a:lnTo>
                  <a:lnTo>
                    <a:pt x="2274446" y="2809807"/>
                  </a:lnTo>
                  <a:lnTo>
                    <a:pt x="2276157" y="2850952"/>
                  </a:lnTo>
                  <a:lnTo>
                    <a:pt x="2277869" y="2918557"/>
                  </a:lnTo>
                  <a:lnTo>
                    <a:pt x="2279580" y="2977992"/>
                  </a:lnTo>
                  <a:lnTo>
                    <a:pt x="2281291" y="2957880"/>
                  </a:lnTo>
                  <a:lnTo>
                    <a:pt x="2283003" y="2824985"/>
                  </a:lnTo>
                  <a:lnTo>
                    <a:pt x="2284714" y="2785471"/>
                  </a:lnTo>
                  <a:lnTo>
                    <a:pt x="2286426" y="2806653"/>
                  </a:lnTo>
                  <a:lnTo>
                    <a:pt x="2288137" y="2820894"/>
                  </a:lnTo>
                  <a:lnTo>
                    <a:pt x="2289848" y="2792418"/>
                  </a:lnTo>
                  <a:lnTo>
                    <a:pt x="2291560" y="2770714"/>
                  </a:lnTo>
                  <a:lnTo>
                    <a:pt x="2293271" y="2921029"/>
                  </a:lnTo>
                  <a:lnTo>
                    <a:pt x="2294983" y="3010808"/>
                  </a:lnTo>
                  <a:lnTo>
                    <a:pt x="2296694" y="2996191"/>
                  </a:lnTo>
                  <a:lnTo>
                    <a:pt x="2298405" y="2981952"/>
                  </a:lnTo>
                  <a:lnTo>
                    <a:pt x="2300117" y="3010427"/>
                  </a:lnTo>
                  <a:lnTo>
                    <a:pt x="2301828" y="3060817"/>
                  </a:lnTo>
                  <a:lnTo>
                    <a:pt x="2303540" y="3064334"/>
                  </a:lnTo>
                  <a:lnTo>
                    <a:pt x="2305251" y="3067023"/>
                  </a:lnTo>
                  <a:lnTo>
                    <a:pt x="2306962" y="3098137"/>
                  </a:lnTo>
                  <a:lnTo>
                    <a:pt x="2308674" y="3116972"/>
                  </a:lnTo>
                  <a:lnTo>
                    <a:pt x="2308674" y="3116972"/>
                  </a:lnTo>
                  <a:lnTo>
                    <a:pt x="2310385" y="3116972"/>
                  </a:lnTo>
                  <a:lnTo>
                    <a:pt x="2312097" y="3116972"/>
                  </a:lnTo>
                  <a:lnTo>
                    <a:pt x="2313808" y="3116972"/>
                  </a:lnTo>
                  <a:lnTo>
                    <a:pt x="2315519" y="3116972"/>
                  </a:lnTo>
                  <a:lnTo>
                    <a:pt x="2317231" y="3100818"/>
                  </a:lnTo>
                  <a:lnTo>
                    <a:pt x="2318942" y="3116972"/>
                  </a:lnTo>
                  <a:lnTo>
                    <a:pt x="2318942" y="3116972"/>
                  </a:lnTo>
                  <a:lnTo>
                    <a:pt x="2320653" y="3116972"/>
                  </a:lnTo>
                  <a:lnTo>
                    <a:pt x="2322365" y="3116972"/>
                  </a:lnTo>
                  <a:lnTo>
                    <a:pt x="2324076" y="3110082"/>
                  </a:lnTo>
                  <a:lnTo>
                    <a:pt x="2325788" y="3116972"/>
                  </a:lnTo>
                  <a:lnTo>
                    <a:pt x="2325788" y="3116972"/>
                  </a:lnTo>
                  <a:lnTo>
                    <a:pt x="2327499" y="3104835"/>
                  </a:lnTo>
                  <a:lnTo>
                    <a:pt x="2329210" y="3012661"/>
                  </a:lnTo>
                  <a:lnTo>
                    <a:pt x="2330922" y="2901573"/>
                  </a:lnTo>
                  <a:lnTo>
                    <a:pt x="2332633" y="2778231"/>
                  </a:lnTo>
                  <a:lnTo>
                    <a:pt x="2334345" y="2723457"/>
                  </a:lnTo>
                  <a:lnTo>
                    <a:pt x="2336056" y="2707883"/>
                  </a:lnTo>
                  <a:lnTo>
                    <a:pt x="2337767" y="2671948"/>
                  </a:lnTo>
                  <a:lnTo>
                    <a:pt x="2339479" y="2667452"/>
                  </a:lnTo>
                  <a:lnTo>
                    <a:pt x="2341190" y="2722486"/>
                  </a:lnTo>
                  <a:lnTo>
                    <a:pt x="2342902" y="2864934"/>
                  </a:lnTo>
                  <a:lnTo>
                    <a:pt x="2344613" y="2948666"/>
                  </a:lnTo>
                  <a:lnTo>
                    <a:pt x="2346324" y="2934055"/>
                  </a:lnTo>
                  <a:lnTo>
                    <a:pt x="2348036" y="2976473"/>
                  </a:lnTo>
                  <a:lnTo>
                    <a:pt x="2349747" y="2954831"/>
                  </a:lnTo>
                  <a:lnTo>
                    <a:pt x="2351459" y="2891580"/>
                  </a:lnTo>
                  <a:lnTo>
                    <a:pt x="2353170" y="2715825"/>
                  </a:lnTo>
                  <a:lnTo>
                    <a:pt x="2354881" y="2576095"/>
                  </a:lnTo>
                  <a:lnTo>
                    <a:pt x="2356593" y="2564773"/>
                  </a:lnTo>
                  <a:lnTo>
                    <a:pt x="2358304" y="2598472"/>
                  </a:lnTo>
                  <a:lnTo>
                    <a:pt x="2360016" y="2665210"/>
                  </a:lnTo>
                  <a:lnTo>
                    <a:pt x="2361727" y="2727247"/>
                  </a:lnTo>
                  <a:lnTo>
                    <a:pt x="2363438" y="2820215"/>
                  </a:lnTo>
                  <a:lnTo>
                    <a:pt x="2365150" y="2873065"/>
                  </a:lnTo>
                  <a:lnTo>
                    <a:pt x="2366861" y="2862144"/>
                  </a:lnTo>
                  <a:lnTo>
                    <a:pt x="2368573" y="2827604"/>
                  </a:lnTo>
                  <a:lnTo>
                    <a:pt x="2370284" y="2739598"/>
                  </a:lnTo>
                  <a:lnTo>
                    <a:pt x="2371995" y="2628151"/>
                  </a:lnTo>
                  <a:lnTo>
                    <a:pt x="2373707" y="2621810"/>
                  </a:lnTo>
                  <a:lnTo>
                    <a:pt x="2375418" y="2640474"/>
                  </a:lnTo>
                  <a:lnTo>
                    <a:pt x="2377130" y="2617480"/>
                  </a:lnTo>
                  <a:lnTo>
                    <a:pt x="2378841" y="2536836"/>
                  </a:lnTo>
                  <a:lnTo>
                    <a:pt x="2380552" y="2493166"/>
                  </a:lnTo>
                  <a:lnTo>
                    <a:pt x="2382264" y="2538535"/>
                  </a:lnTo>
                  <a:lnTo>
                    <a:pt x="2383975" y="2523708"/>
                  </a:lnTo>
                  <a:lnTo>
                    <a:pt x="2385687" y="2435766"/>
                  </a:lnTo>
                  <a:lnTo>
                    <a:pt x="2387398" y="2380274"/>
                  </a:lnTo>
                  <a:lnTo>
                    <a:pt x="2389109" y="2436608"/>
                  </a:lnTo>
                  <a:lnTo>
                    <a:pt x="2390821" y="2580102"/>
                  </a:lnTo>
                  <a:lnTo>
                    <a:pt x="2392532" y="2617334"/>
                  </a:lnTo>
                  <a:lnTo>
                    <a:pt x="2394244" y="2700281"/>
                  </a:lnTo>
                  <a:lnTo>
                    <a:pt x="2395955" y="2877748"/>
                  </a:lnTo>
                  <a:lnTo>
                    <a:pt x="2397666" y="2951887"/>
                  </a:lnTo>
                  <a:lnTo>
                    <a:pt x="2399378" y="2859957"/>
                  </a:lnTo>
                  <a:lnTo>
                    <a:pt x="2401089" y="2748384"/>
                  </a:lnTo>
                  <a:lnTo>
                    <a:pt x="2402801" y="2732538"/>
                  </a:lnTo>
                  <a:lnTo>
                    <a:pt x="2404512" y="2663234"/>
                  </a:lnTo>
                  <a:lnTo>
                    <a:pt x="2406223" y="2508197"/>
                  </a:lnTo>
                  <a:lnTo>
                    <a:pt x="2407935" y="2532686"/>
                  </a:lnTo>
                  <a:lnTo>
                    <a:pt x="2409646" y="2675936"/>
                  </a:lnTo>
                  <a:lnTo>
                    <a:pt x="2411358" y="2665243"/>
                  </a:lnTo>
                  <a:lnTo>
                    <a:pt x="2413069" y="2606197"/>
                  </a:lnTo>
                  <a:lnTo>
                    <a:pt x="2414780" y="2620153"/>
                  </a:lnTo>
                  <a:lnTo>
                    <a:pt x="2416492" y="2747474"/>
                  </a:lnTo>
                  <a:lnTo>
                    <a:pt x="2418203" y="2806740"/>
                  </a:lnTo>
                  <a:lnTo>
                    <a:pt x="2419915" y="2803262"/>
                  </a:lnTo>
                  <a:lnTo>
                    <a:pt x="2421626" y="2906149"/>
                  </a:lnTo>
                  <a:lnTo>
                    <a:pt x="2423337" y="2995777"/>
                  </a:lnTo>
                  <a:lnTo>
                    <a:pt x="2425049" y="3023011"/>
                  </a:lnTo>
                  <a:lnTo>
                    <a:pt x="2426760" y="2927527"/>
                  </a:lnTo>
                  <a:lnTo>
                    <a:pt x="2428471" y="2822661"/>
                  </a:lnTo>
                  <a:lnTo>
                    <a:pt x="2430183" y="2779104"/>
                  </a:lnTo>
                  <a:lnTo>
                    <a:pt x="2431894" y="2759645"/>
                  </a:lnTo>
                  <a:lnTo>
                    <a:pt x="2433606" y="2774972"/>
                  </a:lnTo>
                  <a:lnTo>
                    <a:pt x="2435317" y="2799873"/>
                  </a:lnTo>
                  <a:lnTo>
                    <a:pt x="2437028" y="2882915"/>
                  </a:lnTo>
                  <a:lnTo>
                    <a:pt x="2438740" y="2941542"/>
                  </a:lnTo>
                  <a:lnTo>
                    <a:pt x="2440451" y="2960428"/>
                  </a:lnTo>
                  <a:lnTo>
                    <a:pt x="2442163" y="2958972"/>
                  </a:lnTo>
                  <a:lnTo>
                    <a:pt x="2443874" y="2846351"/>
                  </a:lnTo>
                  <a:lnTo>
                    <a:pt x="2445585" y="2705625"/>
                  </a:lnTo>
                  <a:lnTo>
                    <a:pt x="2447297" y="2587966"/>
                  </a:lnTo>
                  <a:lnTo>
                    <a:pt x="2449008" y="2524913"/>
                  </a:lnTo>
                  <a:lnTo>
                    <a:pt x="2450720" y="2486236"/>
                  </a:lnTo>
                  <a:lnTo>
                    <a:pt x="2452431" y="2487091"/>
                  </a:lnTo>
                  <a:lnTo>
                    <a:pt x="2454142" y="2552343"/>
                  </a:lnTo>
                  <a:lnTo>
                    <a:pt x="2455854" y="2706328"/>
                  </a:lnTo>
                  <a:lnTo>
                    <a:pt x="2457565" y="2835396"/>
                  </a:lnTo>
                  <a:lnTo>
                    <a:pt x="2459277" y="2913766"/>
                  </a:lnTo>
                  <a:lnTo>
                    <a:pt x="2460988" y="2982573"/>
                  </a:lnTo>
                  <a:lnTo>
                    <a:pt x="2462699" y="2973508"/>
                  </a:lnTo>
                  <a:lnTo>
                    <a:pt x="2464411" y="2950947"/>
                  </a:lnTo>
                  <a:lnTo>
                    <a:pt x="2466122" y="2826176"/>
                  </a:lnTo>
                  <a:lnTo>
                    <a:pt x="2467834" y="2721516"/>
                  </a:lnTo>
                  <a:lnTo>
                    <a:pt x="2469545" y="2656232"/>
                  </a:lnTo>
                  <a:lnTo>
                    <a:pt x="2471256" y="2613690"/>
                  </a:lnTo>
                  <a:lnTo>
                    <a:pt x="2472968" y="2637947"/>
                  </a:lnTo>
                  <a:lnTo>
                    <a:pt x="2474679" y="2754693"/>
                  </a:lnTo>
                  <a:lnTo>
                    <a:pt x="2476391" y="2867635"/>
                  </a:lnTo>
                  <a:lnTo>
                    <a:pt x="2478102" y="2854638"/>
                  </a:lnTo>
                  <a:lnTo>
                    <a:pt x="2479813" y="2783981"/>
                  </a:lnTo>
                  <a:lnTo>
                    <a:pt x="2481525" y="2747570"/>
                  </a:lnTo>
                  <a:lnTo>
                    <a:pt x="2483236" y="2737232"/>
                  </a:lnTo>
                  <a:lnTo>
                    <a:pt x="2484948" y="2602788"/>
                  </a:lnTo>
                  <a:lnTo>
                    <a:pt x="2486659" y="2521896"/>
                  </a:lnTo>
                  <a:lnTo>
                    <a:pt x="2488370" y="2540134"/>
                  </a:lnTo>
                  <a:lnTo>
                    <a:pt x="2490082" y="2620899"/>
                  </a:lnTo>
                  <a:lnTo>
                    <a:pt x="2491793" y="2621003"/>
                  </a:lnTo>
                  <a:lnTo>
                    <a:pt x="2493505" y="2620660"/>
                  </a:lnTo>
                  <a:lnTo>
                    <a:pt x="2495216" y="2737823"/>
                  </a:lnTo>
                  <a:lnTo>
                    <a:pt x="2496927" y="2821202"/>
                  </a:lnTo>
                  <a:lnTo>
                    <a:pt x="2498639" y="2857664"/>
                  </a:lnTo>
                  <a:lnTo>
                    <a:pt x="2500350" y="2889003"/>
                  </a:lnTo>
                  <a:lnTo>
                    <a:pt x="2502062" y="2970899"/>
                  </a:lnTo>
                  <a:lnTo>
                    <a:pt x="2503773" y="2991545"/>
                  </a:lnTo>
                  <a:lnTo>
                    <a:pt x="2505484" y="2978038"/>
                  </a:lnTo>
                  <a:lnTo>
                    <a:pt x="2507196" y="2974120"/>
                  </a:lnTo>
                  <a:lnTo>
                    <a:pt x="2508907" y="2988623"/>
                  </a:lnTo>
                  <a:lnTo>
                    <a:pt x="2510619" y="2943991"/>
                  </a:lnTo>
                  <a:lnTo>
                    <a:pt x="2512330" y="2893003"/>
                  </a:lnTo>
                  <a:lnTo>
                    <a:pt x="2514041" y="2876346"/>
                  </a:lnTo>
                  <a:lnTo>
                    <a:pt x="2515753" y="2876098"/>
                  </a:lnTo>
                  <a:lnTo>
                    <a:pt x="2517464" y="2889282"/>
                  </a:lnTo>
                  <a:lnTo>
                    <a:pt x="2519176" y="2960242"/>
                  </a:lnTo>
                  <a:lnTo>
                    <a:pt x="2520887" y="3063958"/>
                  </a:lnTo>
                  <a:lnTo>
                    <a:pt x="2522598" y="3089194"/>
                  </a:lnTo>
                  <a:lnTo>
                    <a:pt x="2524310" y="3034972"/>
                  </a:lnTo>
                  <a:lnTo>
                    <a:pt x="2526021" y="2978334"/>
                  </a:lnTo>
                  <a:lnTo>
                    <a:pt x="2527733" y="2906231"/>
                  </a:lnTo>
                  <a:lnTo>
                    <a:pt x="2529444" y="2814305"/>
                  </a:lnTo>
                  <a:lnTo>
                    <a:pt x="2531155" y="2754766"/>
                  </a:lnTo>
                  <a:lnTo>
                    <a:pt x="2532867" y="2775849"/>
                  </a:lnTo>
                  <a:lnTo>
                    <a:pt x="2534578" y="2837971"/>
                  </a:lnTo>
                  <a:lnTo>
                    <a:pt x="2536289" y="2827732"/>
                  </a:lnTo>
                  <a:lnTo>
                    <a:pt x="2538001" y="2820342"/>
                  </a:lnTo>
                  <a:lnTo>
                    <a:pt x="2539712" y="2772795"/>
                  </a:lnTo>
                  <a:lnTo>
                    <a:pt x="2541424" y="2730770"/>
                  </a:lnTo>
                  <a:lnTo>
                    <a:pt x="2543135" y="2551065"/>
                  </a:lnTo>
                  <a:lnTo>
                    <a:pt x="2544846" y="2402041"/>
                  </a:lnTo>
                  <a:lnTo>
                    <a:pt x="2546558" y="2335912"/>
                  </a:lnTo>
                  <a:lnTo>
                    <a:pt x="2548269" y="2221622"/>
                  </a:lnTo>
                  <a:lnTo>
                    <a:pt x="2549981" y="2178615"/>
                  </a:lnTo>
                  <a:lnTo>
                    <a:pt x="2551692" y="2258783"/>
                  </a:lnTo>
                  <a:lnTo>
                    <a:pt x="2553403" y="2422343"/>
                  </a:lnTo>
                  <a:lnTo>
                    <a:pt x="2555115" y="2512691"/>
                  </a:lnTo>
                  <a:lnTo>
                    <a:pt x="2556826" y="2574443"/>
                  </a:lnTo>
                  <a:lnTo>
                    <a:pt x="2558538" y="2681285"/>
                  </a:lnTo>
                  <a:lnTo>
                    <a:pt x="2560249" y="2762875"/>
                  </a:lnTo>
                  <a:lnTo>
                    <a:pt x="2561960" y="2713547"/>
                  </a:lnTo>
                  <a:lnTo>
                    <a:pt x="2563672" y="2719306"/>
                  </a:lnTo>
                  <a:lnTo>
                    <a:pt x="2565383" y="2789212"/>
                  </a:lnTo>
                  <a:lnTo>
                    <a:pt x="2567095" y="2839025"/>
                  </a:lnTo>
                  <a:lnTo>
                    <a:pt x="2568806" y="2867568"/>
                  </a:lnTo>
                  <a:lnTo>
                    <a:pt x="2570517" y="2844766"/>
                  </a:lnTo>
                  <a:lnTo>
                    <a:pt x="2572229" y="2801998"/>
                  </a:lnTo>
                  <a:lnTo>
                    <a:pt x="2573940" y="2778820"/>
                  </a:lnTo>
                  <a:lnTo>
                    <a:pt x="2575652" y="2809246"/>
                  </a:lnTo>
                  <a:lnTo>
                    <a:pt x="2577363" y="2858223"/>
                  </a:lnTo>
                  <a:lnTo>
                    <a:pt x="2579074" y="2892481"/>
                  </a:lnTo>
                  <a:lnTo>
                    <a:pt x="2580786" y="2925874"/>
                  </a:lnTo>
                  <a:lnTo>
                    <a:pt x="2582497" y="3004122"/>
                  </a:lnTo>
                  <a:lnTo>
                    <a:pt x="2584209" y="3033715"/>
                  </a:lnTo>
                  <a:lnTo>
                    <a:pt x="2585920" y="2957676"/>
                  </a:lnTo>
                  <a:lnTo>
                    <a:pt x="2587631" y="2889952"/>
                  </a:lnTo>
                  <a:lnTo>
                    <a:pt x="2589343" y="2893460"/>
                  </a:lnTo>
                  <a:lnTo>
                    <a:pt x="2591054" y="2908146"/>
                  </a:lnTo>
                  <a:lnTo>
                    <a:pt x="2592766" y="2913996"/>
                  </a:lnTo>
                  <a:lnTo>
                    <a:pt x="2594477" y="2940536"/>
                  </a:lnTo>
                  <a:lnTo>
                    <a:pt x="2596188" y="2897524"/>
                  </a:lnTo>
                  <a:lnTo>
                    <a:pt x="2597900" y="2823625"/>
                  </a:lnTo>
                  <a:lnTo>
                    <a:pt x="2599611" y="2805132"/>
                  </a:lnTo>
                  <a:lnTo>
                    <a:pt x="2601323" y="2807456"/>
                  </a:lnTo>
                  <a:lnTo>
                    <a:pt x="2603034" y="2865088"/>
                  </a:lnTo>
                  <a:lnTo>
                    <a:pt x="2604745" y="2893031"/>
                  </a:lnTo>
                  <a:lnTo>
                    <a:pt x="2606457" y="3020817"/>
                  </a:lnTo>
                  <a:lnTo>
                    <a:pt x="2608168" y="3079829"/>
                  </a:lnTo>
                  <a:lnTo>
                    <a:pt x="2609880" y="3077508"/>
                  </a:lnTo>
                  <a:lnTo>
                    <a:pt x="2611591" y="3116972"/>
                  </a:lnTo>
                  <a:lnTo>
                    <a:pt x="2611591" y="3116972"/>
                  </a:lnTo>
                  <a:lnTo>
                    <a:pt x="2613302" y="3059721"/>
                  </a:lnTo>
                  <a:lnTo>
                    <a:pt x="2615014" y="2994544"/>
                  </a:lnTo>
                  <a:lnTo>
                    <a:pt x="2616725" y="2859998"/>
                  </a:lnTo>
                  <a:lnTo>
                    <a:pt x="2618437" y="2855256"/>
                  </a:lnTo>
                  <a:lnTo>
                    <a:pt x="2620148" y="2838500"/>
                  </a:lnTo>
                  <a:lnTo>
                    <a:pt x="2621859" y="2775642"/>
                  </a:lnTo>
                  <a:lnTo>
                    <a:pt x="2623571" y="2744990"/>
                  </a:lnTo>
                  <a:lnTo>
                    <a:pt x="2625282" y="2770375"/>
                  </a:lnTo>
                  <a:lnTo>
                    <a:pt x="2626994" y="2845189"/>
                  </a:lnTo>
                  <a:lnTo>
                    <a:pt x="2628705" y="2908318"/>
                  </a:lnTo>
                  <a:lnTo>
                    <a:pt x="2630416" y="2986905"/>
                  </a:lnTo>
                  <a:lnTo>
                    <a:pt x="2632128" y="3041182"/>
                  </a:lnTo>
                  <a:lnTo>
                    <a:pt x="2633839" y="3071006"/>
                  </a:lnTo>
                  <a:lnTo>
                    <a:pt x="2635550" y="2975152"/>
                  </a:lnTo>
                  <a:lnTo>
                    <a:pt x="2637262" y="2860865"/>
                  </a:lnTo>
                  <a:lnTo>
                    <a:pt x="2638973" y="2763392"/>
                  </a:lnTo>
                  <a:lnTo>
                    <a:pt x="2640685" y="2740916"/>
                  </a:lnTo>
                  <a:lnTo>
                    <a:pt x="2642396" y="2749847"/>
                  </a:lnTo>
                  <a:lnTo>
                    <a:pt x="2644107" y="2766523"/>
                  </a:lnTo>
                  <a:lnTo>
                    <a:pt x="2645819" y="2816102"/>
                  </a:lnTo>
                  <a:lnTo>
                    <a:pt x="2647530" y="2834179"/>
                  </a:lnTo>
                  <a:lnTo>
                    <a:pt x="2649242" y="2892874"/>
                  </a:lnTo>
                  <a:lnTo>
                    <a:pt x="2650953" y="2897655"/>
                  </a:lnTo>
                  <a:lnTo>
                    <a:pt x="2652664" y="2914179"/>
                  </a:lnTo>
                  <a:lnTo>
                    <a:pt x="2654376" y="2917199"/>
                  </a:lnTo>
                  <a:lnTo>
                    <a:pt x="2656087" y="2987410"/>
                  </a:lnTo>
                  <a:lnTo>
                    <a:pt x="2657799" y="3116972"/>
                  </a:lnTo>
                  <a:lnTo>
                    <a:pt x="2657799" y="3116972"/>
                  </a:lnTo>
                  <a:lnTo>
                    <a:pt x="2659510" y="3116972"/>
                  </a:lnTo>
                  <a:lnTo>
                    <a:pt x="2661221" y="3116972"/>
                  </a:lnTo>
                  <a:lnTo>
                    <a:pt x="2662933" y="3115343"/>
                  </a:lnTo>
                  <a:lnTo>
                    <a:pt x="2664644" y="3112325"/>
                  </a:lnTo>
                  <a:lnTo>
                    <a:pt x="2666356" y="3088196"/>
                  </a:lnTo>
                  <a:lnTo>
                    <a:pt x="2668067" y="3024675"/>
                  </a:lnTo>
                  <a:lnTo>
                    <a:pt x="2669778" y="2967667"/>
                  </a:lnTo>
                  <a:lnTo>
                    <a:pt x="2671490" y="2939095"/>
                  </a:lnTo>
                  <a:lnTo>
                    <a:pt x="2673201" y="2888319"/>
                  </a:lnTo>
                  <a:lnTo>
                    <a:pt x="2674913" y="2859591"/>
                  </a:lnTo>
                  <a:lnTo>
                    <a:pt x="2676624" y="2820791"/>
                  </a:lnTo>
                  <a:lnTo>
                    <a:pt x="2678335" y="2779214"/>
                  </a:lnTo>
                  <a:lnTo>
                    <a:pt x="2680047" y="2795721"/>
                  </a:lnTo>
                  <a:lnTo>
                    <a:pt x="2681758" y="2845829"/>
                  </a:lnTo>
                  <a:lnTo>
                    <a:pt x="2683470" y="2890232"/>
                  </a:lnTo>
                  <a:lnTo>
                    <a:pt x="2685181" y="2898857"/>
                  </a:lnTo>
                  <a:lnTo>
                    <a:pt x="2686892" y="2898800"/>
                  </a:lnTo>
                  <a:lnTo>
                    <a:pt x="2688604" y="2905062"/>
                  </a:lnTo>
                  <a:lnTo>
                    <a:pt x="2690315" y="2906526"/>
                  </a:lnTo>
                  <a:lnTo>
                    <a:pt x="2692027" y="2860626"/>
                  </a:lnTo>
                  <a:lnTo>
                    <a:pt x="2693738" y="2796634"/>
                  </a:lnTo>
                  <a:lnTo>
                    <a:pt x="2695449" y="2736785"/>
                  </a:lnTo>
                  <a:lnTo>
                    <a:pt x="2697161" y="2771956"/>
                  </a:lnTo>
                  <a:lnTo>
                    <a:pt x="2698872" y="2770829"/>
                  </a:lnTo>
                  <a:lnTo>
                    <a:pt x="2700584" y="2742421"/>
                  </a:lnTo>
                  <a:lnTo>
                    <a:pt x="2702295" y="2742593"/>
                  </a:lnTo>
                  <a:lnTo>
                    <a:pt x="2704006" y="2759680"/>
                  </a:lnTo>
                  <a:lnTo>
                    <a:pt x="2705718" y="2803775"/>
                  </a:lnTo>
                  <a:lnTo>
                    <a:pt x="2707429" y="2754769"/>
                  </a:lnTo>
                  <a:lnTo>
                    <a:pt x="2709141" y="2747294"/>
                  </a:lnTo>
                  <a:lnTo>
                    <a:pt x="2710852" y="2833685"/>
                  </a:lnTo>
                  <a:lnTo>
                    <a:pt x="2712563" y="2875600"/>
                  </a:lnTo>
                  <a:lnTo>
                    <a:pt x="2714275" y="2922507"/>
                  </a:lnTo>
                  <a:lnTo>
                    <a:pt x="2715986" y="2978200"/>
                  </a:lnTo>
                  <a:lnTo>
                    <a:pt x="2717698" y="3059492"/>
                  </a:lnTo>
                  <a:lnTo>
                    <a:pt x="2719409" y="3116972"/>
                  </a:lnTo>
                  <a:lnTo>
                    <a:pt x="2719409" y="3116972"/>
                  </a:lnTo>
                  <a:lnTo>
                    <a:pt x="2721120" y="3116972"/>
                  </a:lnTo>
                  <a:lnTo>
                    <a:pt x="2722832" y="3103591"/>
                  </a:lnTo>
                  <a:lnTo>
                    <a:pt x="2724543" y="3019393"/>
                  </a:lnTo>
                  <a:lnTo>
                    <a:pt x="2726255" y="2983772"/>
                  </a:lnTo>
                  <a:lnTo>
                    <a:pt x="2727966" y="2955178"/>
                  </a:lnTo>
                  <a:lnTo>
                    <a:pt x="2729677" y="2923636"/>
                  </a:lnTo>
                  <a:lnTo>
                    <a:pt x="2731389" y="2922897"/>
                  </a:lnTo>
                  <a:lnTo>
                    <a:pt x="2733100" y="2985935"/>
                  </a:lnTo>
                  <a:lnTo>
                    <a:pt x="2734812" y="3045779"/>
                  </a:lnTo>
                  <a:lnTo>
                    <a:pt x="2736523" y="3040179"/>
                  </a:lnTo>
                  <a:lnTo>
                    <a:pt x="2738234" y="2986138"/>
                  </a:lnTo>
                  <a:lnTo>
                    <a:pt x="2739946" y="2905083"/>
                  </a:lnTo>
                  <a:lnTo>
                    <a:pt x="2741657" y="2837144"/>
                  </a:lnTo>
                  <a:lnTo>
                    <a:pt x="2743368" y="2812010"/>
                  </a:lnTo>
                  <a:lnTo>
                    <a:pt x="2745080" y="2797835"/>
                  </a:lnTo>
                  <a:lnTo>
                    <a:pt x="2746791" y="2741561"/>
                  </a:lnTo>
                  <a:lnTo>
                    <a:pt x="2748503" y="2734080"/>
                  </a:lnTo>
                  <a:lnTo>
                    <a:pt x="2750214" y="2800554"/>
                  </a:lnTo>
                  <a:lnTo>
                    <a:pt x="2751925" y="2825041"/>
                  </a:lnTo>
                  <a:lnTo>
                    <a:pt x="2753637" y="2711655"/>
                  </a:lnTo>
                  <a:lnTo>
                    <a:pt x="2755348" y="2614838"/>
                  </a:lnTo>
                  <a:lnTo>
                    <a:pt x="2757060" y="2604583"/>
                  </a:lnTo>
                  <a:lnTo>
                    <a:pt x="2758771" y="2581893"/>
                  </a:lnTo>
                  <a:lnTo>
                    <a:pt x="2760482" y="2617819"/>
                  </a:lnTo>
                  <a:lnTo>
                    <a:pt x="2762194" y="2703185"/>
                  </a:lnTo>
                  <a:lnTo>
                    <a:pt x="2763905" y="2811412"/>
                  </a:lnTo>
                  <a:lnTo>
                    <a:pt x="2765617" y="2933558"/>
                  </a:lnTo>
                  <a:lnTo>
                    <a:pt x="2767328" y="2995530"/>
                  </a:lnTo>
                  <a:lnTo>
                    <a:pt x="2769039" y="3033516"/>
                  </a:lnTo>
                  <a:lnTo>
                    <a:pt x="2770751" y="3011479"/>
                  </a:lnTo>
                  <a:lnTo>
                    <a:pt x="2772462" y="2892143"/>
                  </a:lnTo>
                  <a:lnTo>
                    <a:pt x="2774174" y="2866014"/>
                  </a:lnTo>
                  <a:lnTo>
                    <a:pt x="2775885" y="2924096"/>
                  </a:lnTo>
                  <a:lnTo>
                    <a:pt x="2777596" y="3021566"/>
                  </a:lnTo>
                  <a:lnTo>
                    <a:pt x="2779308" y="3085009"/>
                  </a:lnTo>
                  <a:lnTo>
                    <a:pt x="2781019" y="3099337"/>
                  </a:lnTo>
                  <a:lnTo>
                    <a:pt x="2782731" y="3116972"/>
                  </a:lnTo>
                  <a:lnTo>
                    <a:pt x="2782731" y="3116972"/>
                  </a:lnTo>
                  <a:lnTo>
                    <a:pt x="2784442" y="3083012"/>
                  </a:lnTo>
                  <a:lnTo>
                    <a:pt x="2786153" y="2933128"/>
                  </a:lnTo>
                  <a:lnTo>
                    <a:pt x="2787865" y="2722323"/>
                  </a:lnTo>
                  <a:lnTo>
                    <a:pt x="2789576" y="2524608"/>
                  </a:lnTo>
                  <a:lnTo>
                    <a:pt x="2791288" y="2418205"/>
                  </a:lnTo>
                  <a:lnTo>
                    <a:pt x="2792999" y="2364762"/>
                  </a:lnTo>
                  <a:lnTo>
                    <a:pt x="2794710" y="2278824"/>
                  </a:lnTo>
                  <a:lnTo>
                    <a:pt x="2796422" y="2198092"/>
                  </a:lnTo>
                  <a:lnTo>
                    <a:pt x="2798133" y="2236846"/>
                  </a:lnTo>
                  <a:lnTo>
                    <a:pt x="2799845" y="2346747"/>
                  </a:lnTo>
                  <a:lnTo>
                    <a:pt x="2801556" y="2375712"/>
                  </a:lnTo>
                  <a:lnTo>
                    <a:pt x="2803267" y="2449598"/>
                  </a:lnTo>
                  <a:lnTo>
                    <a:pt x="2804979" y="2507310"/>
                  </a:lnTo>
                  <a:lnTo>
                    <a:pt x="2806690" y="2614139"/>
                  </a:lnTo>
                  <a:lnTo>
                    <a:pt x="2808402" y="2641201"/>
                  </a:lnTo>
                  <a:lnTo>
                    <a:pt x="2810113" y="2585167"/>
                  </a:lnTo>
                  <a:lnTo>
                    <a:pt x="2811824" y="2455336"/>
                  </a:lnTo>
                  <a:lnTo>
                    <a:pt x="2813536" y="2294574"/>
                  </a:lnTo>
                  <a:lnTo>
                    <a:pt x="2815247" y="2314042"/>
                  </a:lnTo>
                  <a:lnTo>
                    <a:pt x="2816959" y="2279687"/>
                  </a:lnTo>
                  <a:lnTo>
                    <a:pt x="2818670" y="2212311"/>
                  </a:lnTo>
                  <a:lnTo>
                    <a:pt x="2820381" y="2279500"/>
                  </a:lnTo>
                  <a:lnTo>
                    <a:pt x="2822093" y="2409359"/>
                  </a:lnTo>
                  <a:lnTo>
                    <a:pt x="2823804" y="2474324"/>
                  </a:lnTo>
                  <a:lnTo>
                    <a:pt x="2825516" y="2530409"/>
                  </a:lnTo>
                  <a:lnTo>
                    <a:pt x="2827227" y="2643668"/>
                  </a:lnTo>
                  <a:lnTo>
                    <a:pt x="2828938" y="2749293"/>
                  </a:lnTo>
                  <a:lnTo>
                    <a:pt x="2830650" y="2761631"/>
                  </a:lnTo>
                  <a:lnTo>
                    <a:pt x="2832361" y="2788926"/>
                  </a:lnTo>
                  <a:lnTo>
                    <a:pt x="2834073" y="2795501"/>
                  </a:lnTo>
                  <a:lnTo>
                    <a:pt x="2835784" y="2682928"/>
                  </a:lnTo>
                  <a:lnTo>
                    <a:pt x="2837495" y="2580894"/>
                  </a:lnTo>
                  <a:lnTo>
                    <a:pt x="2839207" y="2514346"/>
                  </a:lnTo>
                  <a:lnTo>
                    <a:pt x="2840918" y="2484861"/>
                  </a:lnTo>
                  <a:lnTo>
                    <a:pt x="2842630" y="2454317"/>
                  </a:lnTo>
                  <a:lnTo>
                    <a:pt x="2844341" y="2534982"/>
                  </a:lnTo>
                  <a:lnTo>
                    <a:pt x="2846052" y="2638266"/>
                  </a:lnTo>
                  <a:lnTo>
                    <a:pt x="2847764" y="2675914"/>
                  </a:lnTo>
                  <a:lnTo>
                    <a:pt x="2849475" y="2729777"/>
                  </a:lnTo>
                  <a:lnTo>
                    <a:pt x="2851186" y="2861517"/>
                  </a:lnTo>
                  <a:lnTo>
                    <a:pt x="2852898" y="2886669"/>
                  </a:lnTo>
                  <a:lnTo>
                    <a:pt x="2854609" y="2742726"/>
                  </a:lnTo>
                  <a:lnTo>
                    <a:pt x="2856321" y="2584593"/>
                  </a:lnTo>
                  <a:lnTo>
                    <a:pt x="2858032" y="2380352"/>
                  </a:lnTo>
                  <a:lnTo>
                    <a:pt x="2859743" y="2222857"/>
                  </a:lnTo>
                  <a:lnTo>
                    <a:pt x="2861455" y="1976335"/>
                  </a:lnTo>
                  <a:lnTo>
                    <a:pt x="2863166" y="1789578"/>
                  </a:lnTo>
                  <a:lnTo>
                    <a:pt x="2864878" y="1716655"/>
                  </a:lnTo>
                  <a:lnTo>
                    <a:pt x="2866589" y="1736493"/>
                  </a:lnTo>
                  <a:lnTo>
                    <a:pt x="2868300" y="1902443"/>
                  </a:lnTo>
                  <a:lnTo>
                    <a:pt x="2870012" y="1986716"/>
                  </a:lnTo>
                  <a:lnTo>
                    <a:pt x="2871723" y="2011696"/>
                  </a:lnTo>
                  <a:lnTo>
                    <a:pt x="2873435" y="2067989"/>
                  </a:lnTo>
                  <a:lnTo>
                    <a:pt x="2875146" y="2144625"/>
                  </a:lnTo>
                  <a:lnTo>
                    <a:pt x="2876857" y="2163405"/>
                  </a:lnTo>
                  <a:lnTo>
                    <a:pt x="2878569" y="2118463"/>
                  </a:lnTo>
                  <a:lnTo>
                    <a:pt x="2880280" y="2077086"/>
                  </a:lnTo>
                  <a:lnTo>
                    <a:pt x="2881992" y="2054170"/>
                  </a:lnTo>
                  <a:lnTo>
                    <a:pt x="2883703" y="1929795"/>
                  </a:lnTo>
                  <a:lnTo>
                    <a:pt x="2885414" y="1843091"/>
                  </a:lnTo>
                  <a:lnTo>
                    <a:pt x="2887126" y="1891151"/>
                  </a:lnTo>
                  <a:lnTo>
                    <a:pt x="2888837" y="1878229"/>
                  </a:lnTo>
                  <a:lnTo>
                    <a:pt x="2890549" y="1863058"/>
                  </a:lnTo>
                  <a:lnTo>
                    <a:pt x="2892260" y="1907972"/>
                  </a:lnTo>
                  <a:lnTo>
                    <a:pt x="2893971" y="2047158"/>
                  </a:lnTo>
                  <a:lnTo>
                    <a:pt x="2895683" y="2109879"/>
                  </a:lnTo>
                  <a:lnTo>
                    <a:pt x="2897394" y="2028542"/>
                  </a:lnTo>
                  <a:lnTo>
                    <a:pt x="2899106" y="2044856"/>
                  </a:lnTo>
                  <a:lnTo>
                    <a:pt x="2900817" y="2138981"/>
                  </a:lnTo>
                  <a:lnTo>
                    <a:pt x="2902528" y="2174498"/>
                  </a:lnTo>
                  <a:lnTo>
                    <a:pt x="2904240" y="2207775"/>
                  </a:lnTo>
                  <a:lnTo>
                    <a:pt x="2905951" y="2236822"/>
                  </a:lnTo>
                  <a:lnTo>
                    <a:pt x="2907663" y="2268400"/>
                  </a:lnTo>
                  <a:lnTo>
                    <a:pt x="2909374" y="2276031"/>
                  </a:lnTo>
                  <a:lnTo>
                    <a:pt x="2911085" y="2209882"/>
                  </a:lnTo>
                  <a:lnTo>
                    <a:pt x="2912797" y="2192685"/>
                  </a:lnTo>
                  <a:lnTo>
                    <a:pt x="2914508" y="2277373"/>
                  </a:lnTo>
                  <a:lnTo>
                    <a:pt x="2916220" y="2297236"/>
                  </a:lnTo>
                  <a:lnTo>
                    <a:pt x="2917931" y="2358425"/>
                  </a:lnTo>
                  <a:lnTo>
                    <a:pt x="2919642" y="2476526"/>
                  </a:lnTo>
                  <a:lnTo>
                    <a:pt x="2921354" y="2585746"/>
                  </a:lnTo>
                  <a:lnTo>
                    <a:pt x="2923065" y="2649861"/>
                  </a:lnTo>
                  <a:lnTo>
                    <a:pt x="2924777" y="2551160"/>
                  </a:lnTo>
                  <a:lnTo>
                    <a:pt x="2926488" y="2494489"/>
                  </a:lnTo>
                  <a:lnTo>
                    <a:pt x="2928199" y="2356410"/>
                  </a:lnTo>
                  <a:lnTo>
                    <a:pt x="2929911" y="2067944"/>
                  </a:lnTo>
                  <a:lnTo>
                    <a:pt x="2931622" y="1856712"/>
                  </a:lnTo>
                  <a:lnTo>
                    <a:pt x="2933334" y="1757687"/>
                  </a:lnTo>
                  <a:lnTo>
                    <a:pt x="2935045" y="1730162"/>
                  </a:lnTo>
                  <a:lnTo>
                    <a:pt x="2936756" y="1721277"/>
                  </a:lnTo>
                  <a:lnTo>
                    <a:pt x="2938468" y="1793267"/>
                  </a:lnTo>
                  <a:lnTo>
                    <a:pt x="2940179" y="1908850"/>
                  </a:lnTo>
                  <a:lnTo>
                    <a:pt x="2941891" y="1883122"/>
                  </a:lnTo>
                  <a:lnTo>
                    <a:pt x="2943602" y="1788645"/>
                  </a:lnTo>
                  <a:lnTo>
                    <a:pt x="2945313" y="1744245"/>
                  </a:lnTo>
                  <a:lnTo>
                    <a:pt x="2947025" y="1709342"/>
                  </a:lnTo>
                  <a:lnTo>
                    <a:pt x="2948736" y="1712161"/>
                  </a:lnTo>
                  <a:lnTo>
                    <a:pt x="2950448" y="1743805"/>
                  </a:lnTo>
                  <a:lnTo>
                    <a:pt x="2952159" y="1881451"/>
                  </a:lnTo>
                  <a:lnTo>
                    <a:pt x="2953870" y="1940802"/>
                  </a:lnTo>
                  <a:lnTo>
                    <a:pt x="2955582" y="1875891"/>
                  </a:lnTo>
                  <a:lnTo>
                    <a:pt x="2957293" y="2006417"/>
                  </a:lnTo>
                  <a:lnTo>
                    <a:pt x="2959004" y="2158263"/>
                  </a:lnTo>
                  <a:lnTo>
                    <a:pt x="2960716" y="2229359"/>
                  </a:lnTo>
                  <a:lnTo>
                    <a:pt x="2962427" y="2173993"/>
                  </a:lnTo>
                  <a:lnTo>
                    <a:pt x="2964139" y="2161363"/>
                  </a:lnTo>
                  <a:lnTo>
                    <a:pt x="2965850" y="2206741"/>
                  </a:lnTo>
                  <a:lnTo>
                    <a:pt x="2967561" y="2119920"/>
                  </a:lnTo>
                  <a:lnTo>
                    <a:pt x="2969273" y="1945655"/>
                  </a:lnTo>
                  <a:lnTo>
                    <a:pt x="2970984" y="1872095"/>
                  </a:lnTo>
                  <a:lnTo>
                    <a:pt x="2972696" y="1811234"/>
                  </a:lnTo>
                  <a:lnTo>
                    <a:pt x="2974407" y="1704457"/>
                  </a:lnTo>
                  <a:lnTo>
                    <a:pt x="2976118" y="1649407"/>
                  </a:lnTo>
                  <a:lnTo>
                    <a:pt x="2977830" y="1574764"/>
                  </a:lnTo>
                  <a:lnTo>
                    <a:pt x="2979541" y="1531425"/>
                  </a:lnTo>
                  <a:lnTo>
                    <a:pt x="2981253" y="1499017"/>
                  </a:lnTo>
                  <a:lnTo>
                    <a:pt x="2982964" y="1582881"/>
                  </a:lnTo>
                  <a:lnTo>
                    <a:pt x="2984675" y="1714816"/>
                  </a:lnTo>
                  <a:lnTo>
                    <a:pt x="2986387" y="1788223"/>
                  </a:lnTo>
                  <a:lnTo>
                    <a:pt x="2988098" y="1841675"/>
                  </a:lnTo>
                  <a:lnTo>
                    <a:pt x="2989810" y="1842474"/>
                  </a:lnTo>
                  <a:lnTo>
                    <a:pt x="2991521" y="1846874"/>
                  </a:lnTo>
                  <a:lnTo>
                    <a:pt x="2993232" y="1815507"/>
                  </a:lnTo>
                  <a:lnTo>
                    <a:pt x="2994944" y="1757327"/>
                  </a:lnTo>
                  <a:lnTo>
                    <a:pt x="2996655" y="1739586"/>
                  </a:lnTo>
                  <a:lnTo>
                    <a:pt x="2998367" y="1804320"/>
                  </a:lnTo>
                  <a:lnTo>
                    <a:pt x="3000078" y="2013012"/>
                  </a:lnTo>
                  <a:lnTo>
                    <a:pt x="3001789" y="2154846"/>
                  </a:lnTo>
                  <a:lnTo>
                    <a:pt x="3003501" y="2318573"/>
                  </a:lnTo>
                  <a:lnTo>
                    <a:pt x="3005212" y="2529651"/>
                  </a:lnTo>
                  <a:lnTo>
                    <a:pt x="3006924" y="2693746"/>
                  </a:lnTo>
                  <a:lnTo>
                    <a:pt x="3008635" y="2773702"/>
                  </a:lnTo>
                  <a:lnTo>
                    <a:pt x="3010346" y="2773650"/>
                  </a:lnTo>
                  <a:lnTo>
                    <a:pt x="3012058" y="2731856"/>
                  </a:lnTo>
                  <a:lnTo>
                    <a:pt x="3013769" y="2652471"/>
                  </a:lnTo>
                  <a:lnTo>
                    <a:pt x="3015481" y="2627037"/>
                  </a:lnTo>
                  <a:lnTo>
                    <a:pt x="3017192" y="2685148"/>
                  </a:lnTo>
                  <a:lnTo>
                    <a:pt x="3018903" y="2767370"/>
                  </a:lnTo>
                  <a:lnTo>
                    <a:pt x="3020615" y="2703479"/>
                  </a:lnTo>
                  <a:lnTo>
                    <a:pt x="3022326" y="2577616"/>
                  </a:lnTo>
                  <a:lnTo>
                    <a:pt x="3024038" y="2482286"/>
                  </a:lnTo>
                  <a:lnTo>
                    <a:pt x="3025749" y="2365817"/>
                  </a:lnTo>
                  <a:lnTo>
                    <a:pt x="3027460" y="2252657"/>
                  </a:lnTo>
                  <a:lnTo>
                    <a:pt x="3029172" y="2114682"/>
                  </a:lnTo>
                  <a:lnTo>
                    <a:pt x="3030883" y="2058542"/>
                  </a:lnTo>
                  <a:lnTo>
                    <a:pt x="3032595" y="2148153"/>
                  </a:lnTo>
                  <a:lnTo>
                    <a:pt x="3034306" y="2199889"/>
                  </a:lnTo>
                  <a:lnTo>
                    <a:pt x="3036017" y="2239593"/>
                  </a:lnTo>
                  <a:lnTo>
                    <a:pt x="3037729" y="2218225"/>
                  </a:lnTo>
                  <a:lnTo>
                    <a:pt x="3039440" y="2248970"/>
                  </a:lnTo>
                  <a:lnTo>
                    <a:pt x="3041152" y="2295120"/>
                  </a:lnTo>
                  <a:lnTo>
                    <a:pt x="3042863" y="2320765"/>
                  </a:lnTo>
                  <a:lnTo>
                    <a:pt x="3044574" y="2383783"/>
                  </a:lnTo>
                  <a:lnTo>
                    <a:pt x="3046286" y="2413757"/>
                  </a:lnTo>
                  <a:lnTo>
                    <a:pt x="3047997" y="2443226"/>
                  </a:lnTo>
                  <a:lnTo>
                    <a:pt x="3049709" y="2342293"/>
                  </a:lnTo>
                  <a:lnTo>
                    <a:pt x="3051420" y="2254755"/>
                  </a:lnTo>
                  <a:lnTo>
                    <a:pt x="3053131" y="2177651"/>
                  </a:lnTo>
                  <a:lnTo>
                    <a:pt x="3054843" y="2121302"/>
                  </a:lnTo>
                  <a:lnTo>
                    <a:pt x="3056554" y="2140180"/>
                  </a:lnTo>
                  <a:lnTo>
                    <a:pt x="3058265" y="2228519"/>
                  </a:lnTo>
                  <a:lnTo>
                    <a:pt x="3059977" y="2376845"/>
                  </a:lnTo>
                  <a:lnTo>
                    <a:pt x="3061688" y="2418882"/>
                  </a:lnTo>
                  <a:lnTo>
                    <a:pt x="3063400" y="2435513"/>
                  </a:lnTo>
                  <a:lnTo>
                    <a:pt x="3065111" y="2538426"/>
                  </a:lnTo>
                  <a:lnTo>
                    <a:pt x="3066822" y="2558966"/>
                  </a:lnTo>
                  <a:lnTo>
                    <a:pt x="3068534" y="2426326"/>
                  </a:lnTo>
                  <a:lnTo>
                    <a:pt x="3070245" y="2382835"/>
                  </a:lnTo>
                  <a:lnTo>
                    <a:pt x="3071957" y="2487433"/>
                  </a:lnTo>
                  <a:lnTo>
                    <a:pt x="3073668" y="2614779"/>
                  </a:lnTo>
                  <a:lnTo>
                    <a:pt x="3075379" y="2569149"/>
                  </a:lnTo>
                  <a:lnTo>
                    <a:pt x="3077091" y="2349213"/>
                  </a:lnTo>
                  <a:lnTo>
                    <a:pt x="3078802" y="2252027"/>
                  </a:lnTo>
                  <a:lnTo>
                    <a:pt x="3080514" y="2153449"/>
                  </a:lnTo>
                  <a:lnTo>
                    <a:pt x="3082225" y="2002298"/>
                  </a:lnTo>
                  <a:lnTo>
                    <a:pt x="3083936" y="1856365"/>
                  </a:lnTo>
                  <a:lnTo>
                    <a:pt x="3085648" y="1833940"/>
                  </a:lnTo>
                  <a:lnTo>
                    <a:pt x="3087359" y="1990780"/>
                  </a:lnTo>
                  <a:lnTo>
                    <a:pt x="3089071" y="2075011"/>
                  </a:lnTo>
                  <a:lnTo>
                    <a:pt x="3090782" y="2084661"/>
                  </a:lnTo>
                  <a:lnTo>
                    <a:pt x="3092493" y="2110143"/>
                  </a:lnTo>
                  <a:lnTo>
                    <a:pt x="3094205" y="2161219"/>
                  </a:lnTo>
                  <a:lnTo>
                    <a:pt x="3095916" y="2146056"/>
                  </a:lnTo>
                  <a:lnTo>
                    <a:pt x="3097628" y="2075138"/>
                  </a:lnTo>
                  <a:lnTo>
                    <a:pt x="3099339" y="2075242"/>
                  </a:lnTo>
                  <a:lnTo>
                    <a:pt x="3101050" y="2174094"/>
                  </a:lnTo>
                  <a:lnTo>
                    <a:pt x="3102762" y="2251668"/>
                  </a:lnTo>
                  <a:lnTo>
                    <a:pt x="3104473" y="2303196"/>
                  </a:lnTo>
                  <a:lnTo>
                    <a:pt x="3106185" y="2407296"/>
                  </a:lnTo>
                  <a:lnTo>
                    <a:pt x="3107896" y="2556674"/>
                  </a:lnTo>
                  <a:lnTo>
                    <a:pt x="3109607" y="2635534"/>
                  </a:lnTo>
                  <a:lnTo>
                    <a:pt x="3111319" y="2528071"/>
                  </a:lnTo>
                  <a:lnTo>
                    <a:pt x="3113030" y="2456502"/>
                  </a:lnTo>
                  <a:lnTo>
                    <a:pt x="3114742" y="2478975"/>
                  </a:lnTo>
                  <a:lnTo>
                    <a:pt x="3116453" y="2432366"/>
                  </a:lnTo>
                  <a:lnTo>
                    <a:pt x="3118164" y="2341552"/>
                  </a:lnTo>
                  <a:lnTo>
                    <a:pt x="3119876" y="2216407"/>
                  </a:lnTo>
                  <a:lnTo>
                    <a:pt x="3121587" y="2192661"/>
                  </a:lnTo>
                  <a:lnTo>
                    <a:pt x="3123299" y="2137529"/>
                  </a:lnTo>
                  <a:lnTo>
                    <a:pt x="3125010" y="2001441"/>
                  </a:lnTo>
                  <a:lnTo>
                    <a:pt x="3126721" y="1939376"/>
                  </a:lnTo>
                  <a:lnTo>
                    <a:pt x="3128433" y="1954130"/>
                  </a:lnTo>
                  <a:lnTo>
                    <a:pt x="3130144" y="2106607"/>
                  </a:lnTo>
                  <a:lnTo>
                    <a:pt x="3131856" y="2205740"/>
                  </a:lnTo>
                  <a:lnTo>
                    <a:pt x="3133567" y="2291882"/>
                  </a:lnTo>
                  <a:lnTo>
                    <a:pt x="3135278" y="2329628"/>
                  </a:lnTo>
                  <a:lnTo>
                    <a:pt x="3136990" y="2282522"/>
                  </a:lnTo>
                  <a:lnTo>
                    <a:pt x="3138701" y="2224273"/>
                  </a:lnTo>
                  <a:lnTo>
                    <a:pt x="3140413" y="2126447"/>
                  </a:lnTo>
                  <a:lnTo>
                    <a:pt x="3142124" y="2136191"/>
                  </a:lnTo>
                  <a:lnTo>
                    <a:pt x="3143835" y="2212477"/>
                  </a:lnTo>
                  <a:lnTo>
                    <a:pt x="3145547" y="2266364"/>
                  </a:lnTo>
                  <a:lnTo>
                    <a:pt x="3147258" y="2323537"/>
                  </a:lnTo>
                  <a:lnTo>
                    <a:pt x="3148970" y="2442314"/>
                  </a:lnTo>
                  <a:lnTo>
                    <a:pt x="3150681" y="2563281"/>
                  </a:lnTo>
                  <a:lnTo>
                    <a:pt x="3152392" y="2618339"/>
                  </a:lnTo>
                  <a:lnTo>
                    <a:pt x="3154104" y="2595005"/>
                  </a:lnTo>
                  <a:lnTo>
                    <a:pt x="3155815" y="2547382"/>
                  </a:lnTo>
                  <a:lnTo>
                    <a:pt x="3157527" y="2612364"/>
                  </a:lnTo>
                  <a:lnTo>
                    <a:pt x="3159238" y="2553907"/>
                  </a:lnTo>
                  <a:lnTo>
                    <a:pt x="3160949" y="2384929"/>
                  </a:lnTo>
                  <a:lnTo>
                    <a:pt x="3162661" y="2225890"/>
                  </a:lnTo>
                  <a:lnTo>
                    <a:pt x="3164372" y="2108732"/>
                  </a:lnTo>
                  <a:lnTo>
                    <a:pt x="3166083" y="2148305"/>
                  </a:lnTo>
                  <a:lnTo>
                    <a:pt x="3167795" y="2168632"/>
                  </a:lnTo>
                  <a:lnTo>
                    <a:pt x="3169506" y="2200849"/>
                  </a:lnTo>
                  <a:lnTo>
                    <a:pt x="3171218" y="2280621"/>
                  </a:lnTo>
                  <a:lnTo>
                    <a:pt x="3172929" y="2322361"/>
                  </a:lnTo>
                  <a:lnTo>
                    <a:pt x="3174640" y="2447223"/>
                  </a:lnTo>
                  <a:lnTo>
                    <a:pt x="3176352" y="2515679"/>
                  </a:lnTo>
                  <a:lnTo>
                    <a:pt x="3178063" y="2461037"/>
                  </a:lnTo>
                  <a:lnTo>
                    <a:pt x="3179775" y="2426024"/>
                  </a:lnTo>
                  <a:lnTo>
                    <a:pt x="3181486" y="2459640"/>
                  </a:lnTo>
                  <a:lnTo>
                    <a:pt x="3183197" y="2432871"/>
                  </a:lnTo>
                  <a:lnTo>
                    <a:pt x="3184909" y="2310663"/>
                  </a:lnTo>
                  <a:lnTo>
                    <a:pt x="3186620" y="2295703"/>
                  </a:lnTo>
                  <a:lnTo>
                    <a:pt x="3188332" y="2354345"/>
                  </a:lnTo>
                  <a:lnTo>
                    <a:pt x="3190043" y="2395757"/>
                  </a:lnTo>
                  <a:lnTo>
                    <a:pt x="3191754" y="2383082"/>
                  </a:lnTo>
                  <a:lnTo>
                    <a:pt x="3193466" y="2451570"/>
                  </a:lnTo>
                  <a:lnTo>
                    <a:pt x="3195177" y="2566573"/>
                  </a:lnTo>
                  <a:lnTo>
                    <a:pt x="3196889" y="2620342"/>
                  </a:lnTo>
                  <a:lnTo>
                    <a:pt x="3198600" y="2661941"/>
                  </a:lnTo>
                  <a:lnTo>
                    <a:pt x="3200311" y="2742816"/>
                  </a:lnTo>
                  <a:lnTo>
                    <a:pt x="3202023" y="2756826"/>
                  </a:lnTo>
                  <a:lnTo>
                    <a:pt x="3203734" y="2750703"/>
                  </a:lnTo>
                  <a:lnTo>
                    <a:pt x="3205446" y="2732057"/>
                  </a:lnTo>
                  <a:lnTo>
                    <a:pt x="3207157" y="2654564"/>
                  </a:lnTo>
                  <a:lnTo>
                    <a:pt x="3208868" y="2609870"/>
                  </a:lnTo>
                  <a:lnTo>
                    <a:pt x="3210580" y="2508484"/>
                  </a:lnTo>
                  <a:lnTo>
                    <a:pt x="3212291" y="2395898"/>
                  </a:lnTo>
                  <a:lnTo>
                    <a:pt x="3214003" y="2297324"/>
                  </a:lnTo>
                  <a:lnTo>
                    <a:pt x="3215714" y="2197898"/>
                  </a:lnTo>
                  <a:lnTo>
                    <a:pt x="3217425" y="2143308"/>
                  </a:lnTo>
                  <a:lnTo>
                    <a:pt x="3219137" y="2121891"/>
                  </a:lnTo>
                  <a:lnTo>
                    <a:pt x="3220848" y="2186051"/>
                  </a:lnTo>
                  <a:lnTo>
                    <a:pt x="3222560" y="2321890"/>
                  </a:lnTo>
                  <a:lnTo>
                    <a:pt x="3224271" y="2404995"/>
                  </a:lnTo>
                  <a:lnTo>
                    <a:pt x="3225982" y="2487118"/>
                  </a:lnTo>
                  <a:lnTo>
                    <a:pt x="3227694" y="2465380"/>
                  </a:lnTo>
                  <a:lnTo>
                    <a:pt x="3229405" y="2366870"/>
                  </a:lnTo>
                  <a:lnTo>
                    <a:pt x="3231117" y="2250340"/>
                  </a:lnTo>
                  <a:lnTo>
                    <a:pt x="3232828" y="2164160"/>
                  </a:lnTo>
                  <a:lnTo>
                    <a:pt x="3234539" y="2174954"/>
                  </a:lnTo>
                  <a:lnTo>
                    <a:pt x="3236251" y="2092740"/>
                  </a:lnTo>
                  <a:lnTo>
                    <a:pt x="3237962" y="2037345"/>
                  </a:lnTo>
                  <a:lnTo>
                    <a:pt x="3239674" y="2120000"/>
                  </a:lnTo>
                  <a:lnTo>
                    <a:pt x="3241385" y="2267573"/>
                  </a:lnTo>
                  <a:lnTo>
                    <a:pt x="3243096" y="2362457"/>
                  </a:lnTo>
                  <a:lnTo>
                    <a:pt x="3244808" y="2401146"/>
                  </a:lnTo>
                  <a:lnTo>
                    <a:pt x="3246519" y="2581549"/>
                  </a:lnTo>
                  <a:lnTo>
                    <a:pt x="3248231" y="2790765"/>
                  </a:lnTo>
                  <a:lnTo>
                    <a:pt x="3249942" y="2829678"/>
                  </a:lnTo>
                  <a:lnTo>
                    <a:pt x="3251653" y="2783615"/>
                  </a:lnTo>
                  <a:lnTo>
                    <a:pt x="3253365" y="2788019"/>
                  </a:lnTo>
                  <a:lnTo>
                    <a:pt x="3255076" y="2812966"/>
                  </a:lnTo>
                  <a:lnTo>
                    <a:pt x="3256788" y="2761931"/>
                  </a:lnTo>
                  <a:lnTo>
                    <a:pt x="3258499" y="2736993"/>
                  </a:lnTo>
                  <a:lnTo>
                    <a:pt x="3260210" y="2762150"/>
                  </a:lnTo>
                  <a:lnTo>
                    <a:pt x="3261922" y="2800308"/>
                  </a:lnTo>
                  <a:lnTo>
                    <a:pt x="3263633" y="2779763"/>
                  </a:lnTo>
                  <a:lnTo>
                    <a:pt x="3265345" y="2723541"/>
                  </a:lnTo>
                  <a:lnTo>
                    <a:pt x="3267056" y="2653753"/>
                  </a:lnTo>
                  <a:lnTo>
                    <a:pt x="3268767" y="2598880"/>
                  </a:lnTo>
                  <a:lnTo>
                    <a:pt x="3270479" y="2674328"/>
                  </a:lnTo>
                  <a:lnTo>
                    <a:pt x="3272190" y="2705740"/>
                  </a:lnTo>
                  <a:lnTo>
                    <a:pt x="3273901" y="2695858"/>
                  </a:lnTo>
                  <a:lnTo>
                    <a:pt x="3275613" y="2778393"/>
                  </a:lnTo>
                  <a:lnTo>
                    <a:pt x="3277324" y="2859183"/>
                  </a:lnTo>
                  <a:lnTo>
                    <a:pt x="3279036" y="2842305"/>
                  </a:lnTo>
                  <a:lnTo>
                    <a:pt x="3280747" y="2645003"/>
                  </a:lnTo>
                  <a:lnTo>
                    <a:pt x="3282458" y="2574357"/>
                  </a:lnTo>
                  <a:lnTo>
                    <a:pt x="3284170" y="2652401"/>
                  </a:lnTo>
                  <a:lnTo>
                    <a:pt x="3285881" y="2619872"/>
                  </a:lnTo>
                  <a:lnTo>
                    <a:pt x="3287593" y="2548272"/>
                  </a:lnTo>
                  <a:lnTo>
                    <a:pt x="3289304" y="2541171"/>
                  </a:lnTo>
                  <a:lnTo>
                    <a:pt x="3291015" y="2598636"/>
                  </a:lnTo>
                  <a:lnTo>
                    <a:pt x="3292727" y="2589827"/>
                  </a:lnTo>
                  <a:lnTo>
                    <a:pt x="3294438" y="2587956"/>
                  </a:lnTo>
                  <a:lnTo>
                    <a:pt x="3296150" y="2592271"/>
                  </a:lnTo>
                  <a:lnTo>
                    <a:pt x="3297861" y="2625092"/>
                  </a:lnTo>
                  <a:lnTo>
                    <a:pt x="3299572" y="2653751"/>
                  </a:lnTo>
                  <a:lnTo>
                    <a:pt x="3301284" y="2564059"/>
                  </a:lnTo>
                  <a:lnTo>
                    <a:pt x="3302995" y="2421539"/>
                  </a:lnTo>
                  <a:lnTo>
                    <a:pt x="3304707" y="2294140"/>
                  </a:lnTo>
                  <a:lnTo>
                    <a:pt x="3306418" y="2302758"/>
                  </a:lnTo>
                  <a:lnTo>
                    <a:pt x="3308129" y="2342868"/>
                  </a:lnTo>
                  <a:lnTo>
                    <a:pt x="3309841" y="2339552"/>
                  </a:lnTo>
                  <a:lnTo>
                    <a:pt x="3311552" y="2425915"/>
                  </a:lnTo>
                  <a:lnTo>
                    <a:pt x="3313264" y="2544637"/>
                  </a:lnTo>
                  <a:lnTo>
                    <a:pt x="3314975" y="2595503"/>
                  </a:lnTo>
                  <a:lnTo>
                    <a:pt x="3316686" y="2590529"/>
                  </a:lnTo>
                  <a:lnTo>
                    <a:pt x="3318398" y="2527834"/>
                  </a:lnTo>
                  <a:lnTo>
                    <a:pt x="3320109" y="2442658"/>
                  </a:lnTo>
                  <a:lnTo>
                    <a:pt x="3321821" y="2355769"/>
                  </a:lnTo>
                  <a:lnTo>
                    <a:pt x="3323532" y="2316187"/>
                  </a:lnTo>
                  <a:lnTo>
                    <a:pt x="3325243" y="2259554"/>
                  </a:lnTo>
                  <a:lnTo>
                    <a:pt x="3326955" y="2212495"/>
                  </a:lnTo>
                  <a:lnTo>
                    <a:pt x="3328666" y="2223797"/>
                  </a:lnTo>
                  <a:lnTo>
                    <a:pt x="3330378" y="2252740"/>
                  </a:lnTo>
                  <a:lnTo>
                    <a:pt x="3332089" y="2275620"/>
                  </a:lnTo>
                  <a:lnTo>
                    <a:pt x="3333800" y="2301369"/>
                  </a:lnTo>
                  <a:lnTo>
                    <a:pt x="3335512" y="2308414"/>
                  </a:lnTo>
                  <a:lnTo>
                    <a:pt x="3337223" y="2350370"/>
                  </a:lnTo>
                  <a:lnTo>
                    <a:pt x="3338935" y="2447395"/>
                  </a:lnTo>
                  <a:lnTo>
                    <a:pt x="3340646" y="2526779"/>
                  </a:lnTo>
                  <a:lnTo>
                    <a:pt x="3342357" y="2608470"/>
                  </a:lnTo>
                  <a:lnTo>
                    <a:pt x="3344069" y="2654011"/>
                  </a:lnTo>
                  <a:lnTo>
                    <a:pt x="3345780" y="2756773"/>
                  </a:lnTo>
                  <a:lnTo>
                    <a:pt x="3347492" y="2773262"/>
                  </a:lnTo>
                  <a:lnTo>
                    <a:pt x="3349203" y="2674505"/>
                  </a:lnTo>
                  <a:lnTo>
                    <a:pt x="3350914" y="2620333"/>
                  </a:lnTo>
                  <a:lnTo>
                    <a:pt x="3352626" y="2574474"/>
                  </a:lnTo>
                  <a:lnTo>
                    <a:pt x="3354337" y="2507839"/>
                  </a:lnTo>
                  <a:lnTo>
                    <a:pt x="3356049" y="2454349"/>
                  </a:lnTo>
                  <a:lnTo>
                    <a:pt x="3357760" y="2407293"/>
                  </a:lnTo>
                  <a:lnTo>
                    <a:pt x="3359471" y="2361097"/>
                  </a:lnTo>
                  <a:lnTo>
                    <a:pt x="3361183" y="2377592"/>
                  </a:lnTo>
                  <a:lnTo>
                    <a:pt x="3362894" y="2441168"/>
                  </a:lnTo>
                  <a:lnTo>
                    <a:pt x="3364606" y="2373650"/>
                  </a:lnTo>
                  <a:lnTo>
                    <a:pt x="3366317" y="2325892"/>
                  </a:lnTo>
                  <a:lnTo>
                    <a:pt x="3368028" y="2356239"/>
                  </a:lnTo>
                  <a:lnTo>
                    <a:pt x="3369740" y="2376220"/>
                  </a:lnTo>
                  <a:lnTo>
                    <a:pt x="3371451" y="2265900"/>
                  </a:lnTo>
                  <a:lnTo>
                    <a:pt x="3373162" y="2055558"/>
                  </a:lnTo>
                  <a:lnTo>
                    <a:pt x="3374874" y="1979713"/>
                  </a:lnTo>
                  <a:lnTo>
                    <a:pt x="3376585" y="1909504"/>
                  </a:lnTo>
                  <a:lnTo>
                    <a:pt x="3378297" y="1796238"/>
                  </a:lnTo>
                  <a:lnTo>
                    <a:pt x="3380008" y="1749129"/>
                  </a:lnTo>
                  <a:lnTo>
                    <a:pt x="3381719" y="1792462"/>
                  </a:lnTo>
                  <a:lnTo>
                    <a:pt x="3383431" y="1950469"/>
                  </a:lnTo>
                  <a:lnTo>
                    <a:pt x="3385142" y="2179733"/>
                  </a:lnTo>
                  <a:lnTo>
                    <a:pt x="3386854" y="2417236"/>
                  </a:lnTo>
                  <a:lnTo>
                    <a:pt x="3388565" y="2630689"/>
                  </a:lnTo>
                  <a:lnTo>
                    <a:pt x="3390276" y="2803286"/>
                  </a:lnTo>
                  <a:lnTo>
                    <a:pt x="3391988" y="2875976"/>
                  </a:lnTo>
                  <a:lnTo>
                    <a:pt x="3393699" y="2864391"/>
                  </a:lnTo>
                  <a:lnTo>
                    <a:pt x="3395411" y="2827635"/>
                  </a:lnTo>
                  <a:lnTo>
                    <a:pt x="3397122" y="2723083"/>
                  </a:lnTo>
                  <a:lnTo>
                    <a:pt x="3398833" y="2636938"/>
                  </a:lnTo>
                  <a:lnTo>
                    <a:pt x="3400545" y="2510721"/>
                  </a:lnTo>
                  <a:lnTo>
                    <a:pt x="3402256" y="2407635"/>
                  </a:lnTo>
                  <a:lnTo>
                    <a:pt x="3403968" y="2428871"/>
                  </a:lnTo>
                  <a:lnTo>
                    <a:pt x="3405679" y="2474302"/>
                  </a:lnTo>
                  <a:lnTo>
                    <a:pt x="3407390" y="2529200"/>
                  </a:lnTo>
                  <a:lnTo>
                    <a:pt x="3409102" y="2519674"/>
                  </a:lnTo>
                  <a:lnTo>
                    <a:pt x="3410813" y="2556862"/>
                  </a:lnTo>
                  <a:lnTo>
                    <a:pt x="3412525" y="2618249"/>
                  </a:lnTo>
                  <a:lnTo>
                    <a:pt x="3414236" y="2567029"/>
                  </a:lnTo>
                  <a:lnTo>
                    <a:pt x="3415947" y="2503340"/>
                  </a:lnTo>
                  <a:lnTo>
                    <a:pt x="3417659" y="2510769"/>
                  </a:lnTo>
                  <a:lnTo>
                    <a:pt x="3419370" y="2530605"/>
                  </a:lnTo>
                  <a:lnTo>
                    <a:pt x="3421082" y="2601445"/>
                  </a:lnTo>
                  <a:lnTo>
                    <a:pt x="3422793" y="2627948"/>
                  </a:lnTo>
                  <a:lnTo>
                    <a:pt x="3424504" y="2696522"/>
                  </a:lnTo>
                  <a:lnTo>
                    <a:pt x="3426216" y="2670267"/>
                  </a:lnTo>
                  <a:lnTo>
                    <a:pt x="3427927" y="2588006"/>
                  </a:lnTo>
                  <a:lnTo>
                    <a:pt x="3429639" y="2668844"/>
                  </a:lnTo>
                  <a:lnTo>
                    <a:pt x="3431350" y="2663161"/>
                  </a:lnTo>
                  <a:lnTo>
                    <a:pt x="3433061" y="2655040"/>
                  </a:lnTo>
                  <a:lnTo>
                    <a:pt x="3434773" y="2632696"/>
                  </a:lnTo>
                  <a:lnTo>
                    <a:pt x="3436484" y="2735769"/>
                  </a:lnTo>
                  <a:lnTo>
                    <a:pt x="3438196" y="2839851"/>
                  </a:lnTo>
                  <a:lnTo>
                    <a:pt x="3439907" y="2731443"/>
                  </a:lnTo>
                  <a:lnTo>
                    <a:pt x="3441618" y="2666492"/>
                  </a:lnTo>
                  <a:lnTo>
                    <a:pt x="3443330" y="2775346"/>
                  </a:lnTo>
                  <a:lnTo>
                    <a:pt x="3445041" y="2875150"/>
                  </a:lnTo>
                  <a:lnTo>
                    <a:pt x="3446753" y="2912023"/>
                  </a:lnTo>
                  <a:lnTo>
                    <a:pt x="3448464" y="2895507"/>
                  </a:lnTo>
                  <a:lnTo>
                    <a:pt x="3450175" y="2894327"/>
                  </a:lnTo>
                  <a:lnTo>
                    <a:pt x="3451887" y="2828414"/>
                  </a:lnTo>
                  <a:lnTo>
                    <a:pt x="3453598" y="2651802"/>
                  </a:lnTo>
                  <a:lnTo>
                    <a:pt x="3455310" y="2560724"/>
                  </a:lnTo>
                  <a:lnTo>
                    <a:pt x="3457021" y="2535784"/>
                  </a:lnTo>
                  <a:lnTo>
                    <a:pt x="3458732" y="2529477"/>
                  </a:lnTo>
                  <a:lnTo>
                    <a:pt x="3460444" y="2464105"/>
                  </a:lnTo>
                  <a:lnTo>
                    <a:pt x="3462155" y="2401773"/>
                  </a:lnTo>
                  <a:lnTo>
                    <a:pt x="3463867" y="2472673"/>
                  </a:lnTo>
                  <a:lnTo>
                    <a:pt x="3465578" y="2540744"/>
                  </a:lnTo>
                  <a:lnTo>
                    <a:pt x="3467289" y="2498222"/>
                  </a:lnTo>
                  <a:lnTo>
                    <a:pt x="3469001" y="2453536"/>
                  </a:lnTo>
                  <a:lnTo>
                    <a:pt x="3470712" y="2518026"/>
                  </a:lnTo>
                  <a:lnTo>
                    <a:pt x="3472424" y="2669483"/>
                  </a:lnTo>
                  <a:lnTo>
                    <a:pt x="3474135" y="2722636"/>
                  </a:lnTo>
                  <a:lnTo>
                    <a:pt x="3475846" y="2716416"/>
                  </a:lnTo>
                  <a:lnTo>
                    <a:pt x="3477558" y="2760844"/>
                  </a:lnTo>
                  <a:lnTo>
                    <a:pt x="3479269" y="2783673"/>
                  </a:lnTo>
                  <a:lnTo>
                    <a:pt x="3480980" y="2814545"/>
                  </a:lnTo>
                  <a:lnTo>
                    <a:pt x="3482692" y="2793682"/>
                  </a:lnTo>
                  <a:lnTo>
                    <a:pt x="3484403" y="2767184"/>
                  </a:lnTo>
                  <a:lnTo>
                    <a:pt x="3486115" y="2789540"/>
                  </a:lnTo>
                  <a:lnTo>
                    <a:pt x="3487826" y="2740540"/>
                  </a:lnTo>
                  <a:lnTo>
                    <a:pt x="3489537" y="2744292"/>
                  </a:lnTo>
                  <a:lnTo>
                    <a:pt x="3491249" y="2797171"/>
                  </a:lnTo>
                  <a:lnTo>
                    <a:pt x="3492960" y="2891389"/>
                  </a:lnTo>
                  <a:lnTo>
                    <a:pt x="3494672" y="2921186"/>
                  </a:lnTo>
                  <a:lnTo>
                    <a:pt x="3496383" y="2884022"/>
                  </a:lnTo>
                  <a:lnTo>
                    <a:pt x="3498094" y="2934958"/>
                  </a:lnTo>
                  <a:lnTo>
                    <a:pt x="3499806" y="2965533"/>
                  </a:lnTo>
                  <a:lnTo>
                    <a:pt x="3501517" y="2960004"/>
                  </a:lnTo>
                  <a:lnTo>
                    <a:pt x="3503229" y="2924243"/>
                  </a:lnTo>
                  <a:lnTo>
                    <a:pt x="3504940" y="2932623"/>
                  </a:lnTo>
                  <a:lnTo>
                    <a:pt x="3506651" y="2999667"/>
                  </a:lnTo>
                  <a:lnTo>
                    <a:pt x="3508363" y="3035875"/>
                  </a:lnTo>
                  <a:lnTo>
                    <a:pt x="3510074" y="3033110"/>
                  </a:lnTo>
                  <a:lnTo>
                    <a:pt x="3511786" y="3043665"/>
                  </a:lnTo>
                  <a:lnTo>
                    <a:pt x="3513497" y="3101253"/>
                  </a:lnTo>
                  <a:lnTo>
                    <a:pt x="3515208" y="3116972"/>
                  </a:lnTo>
                  <a:lnTo>
                    <a:pt x="3515208" y="3116972"/>
                  </a:lnTo>
                  <a:lnTo>
                    <a:pt x="3516920" y="3116972"/>
                  </a:lnTo>
                  <a:lnTo>
                    <a:pt x="3518631" y="3082732"/>
                  </a:lnTo>
                  <a:lnTo>
                    <a:pt x="3520343" y="3085496"/>
                  </a:lnTo>
                  <a:lnTo>
                    <a:pt x="3522054" y="3110786"/>
                  </a:lnTo>
                  <a:lnTo>
                    <a:pt x="3523765" y="3116972"/>
                  </a:lnTo>
                  <a:lnTo>
                    <a:pt x="3523765" y="3116972"/>
                  </a:lnTo>
                  <a:lnTo>
                    <a:pt x="3525477" y="3093915"/>
                  </a:lnTo>
                  <a:lnTo>
                    <a:pt x="3527188" y="3025594"/>
                  </a:lnTo>
                  <a:lnTo>
                    <a:pt x="3528900" y="2965833"/>
                  </a:lnTo>
                  <a:lnTo>
                    <a:pt x="3530611" y="2973749"/>
                  </a:lnTo>
                  <a:lnTo>
                    <a:pt x="3532322" y="2975603"/>
                  </a:lnTo>
                  <a:lnTo>
                    <a:pt x="3534034" y="2957783"/>
                  </a:lnTo>
                  <a:lnTo>
                    <a:pt x="3535745" y="2985095"/>
                  </a:lnTo>
                  <a:lnTo>
                    <a:pt x="3537457" y="3045683"/>
                  </a:lnTo>
                  <a:lnTo>
                    <a:pt x="3539168" y="3062844"/>
                  </a:lnTo>
                  <a:lnTo>
                    <a:pt x="3540879" y="3021095"/>
                  </a:lnTo>
                  <a:lnTo>
                    <a:pt x="3542591" y="2988925"/>
                  </a:lnTo>
                  <a:lnTo>
                    <a:pt x="3544302" y="2980166"/>
                  </a:lnTo>
                  <a:lnTo>
                    <a:pt x="3546014" y="2980166"/>
                  </a:lnTo>
                  <a:lnTo>
                    <a:pt x="3547725" y="2986395"/>
                  </a:lnTo>
                  <a:lnTo>
                    <a:pt x="3549436" y="2999996"/>
                  </a:lnTo>
                  <a:lnTo>
                    <a:pt x="3551148" y="2994944"/>
                  </a:lnTo>
                  <a:lnTo>
                    <a:pt x="3552859" y="2919419"/>
                  </a:lnTo>
                  <a:lnTo>
                    <a:pt x="3554571" y="2835790"/>
                  </a:lnTo>
                  <a:lnTo>
                    <a:pt x="3556282" y="2769592"/>
                  </a:lnTo>
                  <a:lnTo>
                    <a:pt x="3557993" y="2722038"/>
                  </a:lnTo>
                  <a:lnTo>
                    <a:pt x="3559705" y="2698633"/>
                  </a:lnTo>
                  <a:lnTo>
                    <a:pt x="3561416" y="2688637"/>
                  </a:lnTo>
                  <a:lnTo>
                    <a:pt x="3563128" y="2732289"/>
                  </a:lnTo>
                  <a:lnTo>
                    <a:pt x="3564839" y="2815919"/>
                  </a:lnTo>
                  <a:lnTo>
                    <a:pt x="3566550" y="2882115"/>
                  </a:lnTo>
                  <a:lnTo>
                    <a:pt x="3568262" y="2931175"/>
                  </a:lnTo>
                  <a:lnTo>
                    <a:pt x="3569973" y="2983580"/>
                  </a:lnTo>
                  <a:lnTo>
                    <a:pt x="3571685" y="3032462"/>
                  </a:lnTo>
                  <a:lnTo>
                    <a:pt x="3573396" y="3064334"/>
                  </a:lnTo>
                  <a:lnTo>
                    <a:pt x="3575107" y="3064334"/>
                  </a:lnTo>
                  <a:lnTo>
                    <a:pt x="3576819" y="3038462"/>
                  </a:lnTo>
                  <a:lnTo>
                    <a:pt x="3578530" y="2984083"/>
                  </a:lnTo>
                  <a:lnTo>
                    <a:pt x="3580242" y="2925088"/>
                  </a:lnTo>
                  <a:lnTo>
                    <a:pt x="3581953" y="2891662"/>
                  </a:lnTo>
                  <a:lnTo>
                    <a:pt x="3583664" y="2883624"/>
                  </a:lnTo>
                  <a:lnTo>
                    <a:pt x="3585376" y="2815250"/>
                  </a:lnTo>
                  <a:lnTo>
                    <a:pt x="3587087" y="2745807"/>
                  </a:lnTo>
                  <a:lnTo>
                    <a:pt x="3588798" y="2701490"/>
                  </a:lnTo>
                  <a:lnTo>
                    <a:pt x="3590510" y="2684009"/>
                  </a:lnTo>
                  <a:lnTo>
                    <a:pt x="3592221" y="2684682"/>
                  </a:lnTo>
                  <a:lnTo>
                    <a:pt x="3593933" y="2675019"/>
                  </a:lnTo>
                  <a:lnTo>
                    <a:pt x="3595644" y="2678192"/>
                  </a:lnTo>
                  <a:lnTo>
                    <a:pt x="3597355" y="2695192"/>
                  </a:lnTo>
                  <a:lnTo>
                    <a:pt x="3599067" y="2800553"/>
                  </a:lnTo>
                  <a:lnTo>
                    <a:pt x="3600778" y="2889689"/>
                  </a:lnTo>
                  <a:lnTo>
                    <a:pt x="3602490" y="2887619"/>
                  </a:lnTo>
                  <a:lnTo>
                    <a:pt x="3604201" y="2834530"/>
                  </a:lnTo>
                  <a:lnTo>
                    <a:pt x="3605912" y="2797499"/>
                  </a:lnTo>
                  <a:lnTo>
                    <a:pt x="3607624" y="2747967"/>
                  </a:lnTo>
                  <a:lnTo>
                    <a:pt x="3609335" y="2608181"/>
                  </a:lnTo>
                  <a:lnTo>
                    <a:pt x="3611047" y="2542921"/>
                  </a:lnTo>
                  <a:lnTo>
                    <a:pt x="3612758" y="2572985"/>
                  </a:lnTo>
                  <a:lnTo>
                    <a:pt x="3614469" y="2596745"/>
                  </a:lnTo>
                  <a:lnTo>
                    <a:pt x="3616181" y="2677614"/>
                  </a:lnTo>
                  <a:lnTo>
                    <a:pt x="3617892" y="2788253"/>
                  </a:lnTo>
                  <a:lnTo>
                    <a:pt x="3619604" y="2871075"/>
                  </a:lnTo>
                  <a:lnTo>
                    <a:pt x="3621315" y="2858762"/>
                  </a:lnTo>
                  <a:lnTo>
                    <a:pt x="3623026" y="2818127"/>
                  </a:lnTo>
                  <a:lnTo>
                    <a:pt x="3624738" y="2816335"/>
                  </a:lnTo>
                  <a:lnTo>
                    <a:pt x="3626449" y="2839958"/>
                  </a:lnTo>
                  <a:lnTo>
                    <a:pt x="3628161" y="2877156"/>
                  </a:lnTo>
                  <a:lnTo>
                    <a:pt x="3629872" y="2959528"/>
                  </a:lnTo>
                  <a:lnTo>
                    <a:pt x="3631583" y="3032426"/>
                  </a:lnTo>
                  <a:lnTo>
                    <a:pt x="3633295" y="3044883"/>
                  </a:lnTo>
                  <a:lnTo>
                    <a:pt x="3635006" y="3054532"/>
                  </a:lnTo>
                  <a:lnTo>
                    <a:pt x="3636718" y="3042215"/>
                  </a:lnTo>
                  <a:lnTo>
                    <a:pt x="3638429" y="2952055"/>
                  </a:lnTo>
                  <a:lnTo>
                    <a:pt x="3640140" y="2797322"/>
                  </a:lnTo>
                  <a:lnTo>
                    <a:pt x="3641852" y="2697995"/>
                  </a:lnTo>
                  <a:lnTo>
                    <a:pt x="3643563" y="2626894"/>
                  </a:lnTo>
                  <a:lnTo>
                    <a:pt x="3645275" y="2570842"/>
                  </a:lnTo>
                  <a:lnTo>
                    <a:pt x="3646986" y="2520466"/>
                  </a:lnTo>
                  <a:lnTo>
                    <a:pt x="3648697" y="2531034"/>
                  </a:lnTo>
                  <a:lnTo>
                    <a:pt x="3650409" y="2536570"/>
                  </a:lnTo>
                  <a:lnTo>
                    <a:pt x="3652120" y="2538904"/>
                  </a:lnTo>
                  <a:lnTo>
                    <a:pt x="3653832" y="2563939"/>
                  </a:lnTo>
                  <a:lnTo>
                    <a:pt x="3655543" y="2546498"/>
                  </a:lnTo>
                  <a:lnTo>
                    <a:pt x="3657254" y="2560813"/>
                  </a:lnTo>
                  <a:lnTo>
                    <a:pt x="3658966" y="2566600"/>
                  </a:lnTo>
                  <a:lnTo>
                    <a:pt x="3660677" y="2611170"/>
                  </a:lnTo>
                  <a:lnTo>
                    <a:pt x="3662389" y="2633596"/>
                  </a:lnTo>
                  <a:lnTo>
                    <a:pt x="3664100" y="2620072"/>
                  </a:lnTo>
                  <a:lnTo>
                    <a:pt x="3665811" y="2683439"/>
                  </a:lnTo>
                  <a:lnTo>
                    <a:pt x="3667523" y="2616324"/>
                  </a:lnTo>
                  <a:lnTo>
                    <a:pt x="3669234" y="2522750"/>
                  </a:lnTo>
                  <a:lnTo>
                    <a:pt x="3670946" y="2422797"/>
                  </a:lnTo>
                  <a:lnTo>
                    <a:pt x="3672657" y="2375866"/>
                  </a:lnTo>
                  <a:lnTo>
                    <a:pt x="3674368" y="2418830"/>
                  </a:lnTo>
                  <a:lnTo>
                    <a:pt x="3676080" y="2405900"/>
                  </a:lnTo>
                  <a:lnTo>
                    <a:pt x="3677791" y="2403982"/>
                  </a:lnTo>
                  <a:lnTo>
                    <a:pt x="3679503" y="2475757"/>
                  </a:lnTo>
                  <a:lnTo>
                    <a:pt x="3681214" y="2631644"/>
                  </a:lnTo>
                  <a:lnTo>
                    <a:pt x="3682925" y="2748649"/>
                  </a:lnTo>
                  <a:lnTo>
                    <a:pt x="3684637" y="2794166"/>
                  </a:lnTo>
                  <a:lnTo>
                    <a:pt x="3686348" y="2797552"/>
                  </a:lnTo>
                  <a:lnTo>
                    <a:pt x="3688060" y="2855172"/>
                  </a:lnTo>
                  <a:lnTo>
                    <a:pt x="3689771" y="2869410"/>
                  </a:lnTo>
                  <a:lnTo>
                    <a:pt x="3691482" y="2838180"/>
                  </a:lnTo>
                  <a:lnTo>
                    <a:pt x="3693194" y="2702906"/>
                  </a:lnTo>
                  <a:lnTo>
                    <a:pt x="3694905" y="2566131"/>
                  </a:lnTo>
                  <a:lnTo>
                    <a:pt x="3696616" y="2494855"/>
                  </a:lnTo>
                  <a:lnTo>
                    <a:pt x="3698328" y="2339669"/>
                  </a:lnTo>
                  <a:lnTo>
                    <a:pt x="3700039" y="2222489"/>
                  </a:lnTo>
                  <a:lnTo>
                    <a:pt x="3701751" y="2156024"/>
                  </a:lnTo>
                  <a:lnTo>
                    <a:pt x="3703462" y="2157692"/>
                  </a:lnTo>
                  <a:lnTo>
                    <a:pt x="3705173" y="2192209"/>
                  </a:lnTo>
                  <a:lnTo>
                    <a:pt x="3706885" y="2221673"/>
                  </a:lnTo>
                  <a:lnTo>
                    <a:pt x="3708596" y="2232819"/>
                  </a:lnTo>
                  <a:lnTo>
                    <a:pt x="3710308" y="2143852"/>
                  </a:lnTo>
                  <a:lnTo>
                    <a:pt x="3712019" y="2031066"/>
                  </a:lnTo>
                  <a:lnTo>
                    <a:pt x="3713730" y="1950233"/>
                  </a:lnTo>
                  <a:lnTo>
                    <a:pt x="3715442" y="1906230"/>
                  </a:lnTo>
                  <a:lnTo>
                    <a:pt x="3717153" y="1951827"/>
                  </a:lnTo>
                  <a:lnTo>
                    <a:pt x="3718865" y="2098035"/>
                  </a:lnTo>
                  <a:lnTo>
                    <a:pt x="3720576" y="2241219"/>
                  </a:lnTo>
                  <a:lnTo>
                    <a:pt x="3722287" y="2328710"/>
                  </a:lnTo>
                  <a:lnTo>
                    <a:pt x="3723999" y="2357531"/>
                  </a:lnTo>
                  <a:lnTo>
                    <a:pt x="3725710" y="2415277"/>
                  </a:lnTo>
                  <a:lnTo>
                    <a:pt x="3727422" y="2396179"/>
                  </a:lnTo>
                  <a:lnTo>
                    <a:pt x="3729133" y="2384271"/>
                  </a:lnTo>
                  <a:lnTo>
                    <a:pt x="3730844" y="2455689"/>
                  </a:lnTo>
                  <a:lnTo>
                    <a:pt x="3732556" y="2433968"/>
                  </a:lnTo>
                  <a:lnTo>
                    <a:pt x="3734267" y="2365598"/>
                  </a:lnTo>
                  <a:lnTo>
                    <a:pt x="3735979" y="2147535"/>
                  </a:lnTo>
                  <a:lnTo>
                    <a:pt x="3737690" y="1917985"/>
                  </a:lnTo>
                  <a:lnTo>
                    <a:pt x="3739401" y="1646053"/>
                  </a:lnTo>
                  <a:lnTo>
                    <a:pt x="3741113" y="1318331"/>
                  </a:lnTo>
                  <a:lnTo>
                    <a:pt x="3742824" y="1143537"/>
                  </a:lnTo>
                  <a:lnTo>
                    <a:pt x="3744536" y="1110667"/>
                  </a:lnTo>
                  <a:lnTo>
                    <a:pt x="3746247" y="1253658"/>
                  </a:lnTo>
                  <a:lnTo>
                    <a:pt x="3747958" y="1416383"/>
                  </a:lnTo>
                  <a:lnTo>
                    <a:pt x="3749670" y="1566491"/>
                  </a:lnTo>
                  <a:lnTo>
                    <a:pt x="3751381" y="1625597"/>
                  </a:lnTo>
                  <a:lnTo>
                    <a:pt x="3753093" y="1592360"/>
                  </a:lnTo>
                  <a:lnTo>
                    <a:pt x="3754804" y="1593787"/>
                  </a:lnTo>
                  <a:lnTo>
                    <a:pt x="3756515" y="1499722"/>
                  </a:lnTo>
                  <a:lnTo>
                    <a:pt x="3758227" y="1307913"/>
                  </a:lnTo>
                  <a:lnTo>
                    <a:pt x="3759938" y="1246368"/>
                  </a:lnTo>
                  <a:lnTo>
                    <a:pt x="3761650" y="1425109"/>
                  </a:lnTo>
                  <a:lnTo>
                    <a:pt x="3763361" y="1633160"/>
                  </a:lnTo>
                  <a:lnTo>
                    <a:pt x="3765072" y="1693267"/>
                  </a:lnTo>
                  <a:lnTo>
                    <a:pt x="3766784" y="1811291"/>
                  </a:lnTo>
                  <a:lnTo>
                    <a:pt x="3768495" y="2048873"/>
                  </a:lnTo>
                  <a:lnTo>
                    <a:pt x="3770207" y="2111960"/>
                  </a:lnTo>
                  <a:lnTo>
                    <a:pt x="3771918" y="2094227"/>
                  </a:lnTo>
                  <a:lnTo>
                    <a:pt x="3773629" y="2111373"/>
                  </a:lnTo>
                  <a:lnTo>
                    <a:pt x="3775341" y="2161766"/>
                  </a:lnTo>
                  <a:lnTo>
                    <a:pt x="3777052" y="2182668"/>
                  </a:lnTo>
                  <a:lnTo>
                    <a:pt x="3778764" y="2178846"/>
                  </a:lnTo>
                  <a:lnTo>
                    <a:pt x="3780475" y="2316572"/>
                  </a:lnTo>
                  <a:lnTo>
                    <a:pt x="3782186" y="2400132"/>
                  </a:lnTo>
                  <a:lnTo>
                    <a:pt x="3783898" y="2465768"/>
                  </a:lnTo>
                  <a:lnTo>
                    <a:pt x="3785609" y="2530938"/>
                  </a:lnTo>
                  <a:lnTo>
                    <a:pt x="3787321" y="2527447"/>
                  </a:lnTo>
                  <a:lnTo>
                    <a:pt x="3789032" y="2491891"/>
                  </a:lnTo>
                  <a:lnTo>
                    <a:pt x="3790743" y="2499654"/>
                  </a:lnTo>
                  <a:lnTo>
                    <a:pt x="3792455" y="2576624"/>
                  </a:lnTo>
                  <a:lnTo>
                    <a:pt x="3794166" y="2655159"/>
                  </a:lnTo>
                  <a:lnTo>
                    <a:pt x="3795877" y="2750927"/>
                  </a:lnTo>
                  <a:lnTo>
                    <a:pt x="3797589" y="2799672"/>
                  </a:lnTo>
                  <a:lnTo>
                    <a:pt x="3799300" y="2790500"/>
                  </a:lnTo>
                  <a:lnTo>
                    <a:pt x="3801012" y="2717687"/>
                  </a:lnTo>
                  <a:lnTo>
                    <a:pt x="3802723" y="2625085"/>
                  </a:lnTo>
                  <a:lnTo>
                    <a:pt x="3804434" y="2547499"/>
                  </a:lnTo>
                  <a:lnTo>
                    <a:pt x="3806146" y="2454903"/>
                  </a:lnTo>
                  <a:lnTo>
                    <a:pt x="3807857" y="2433114"/>
                  </a:lnTo>
                  <a:lnTo>
                    <a:pt x="3809569" y="2478413"/>
                  </a:lnTo>
                  <a:lnTo>
                    <a:pt x="3811280" y="2503973"/>
                  </a:lnTo>
                  <a:lnTo>
                    <a:pt x="3812991" y="2484954"/>
                  </a:lnTo>
                  <a:lnTo>
                    <a:pt x="3814703" y="2520578"/>
                  </a:lnTo>
                  <a:lnTo>
                    <a:pt x="3816414" y="2682329"/>
                  </a:lnTo>
                  <a:lnTo>
                    <a:pt x="3818126" y="2758915"/>
                  </a:lnTo>
                  <a:lnTo>
                    <a:pt x="3819837" y="2756407"/>
                  </a:lnTo>
                  <a:lnTo>
                    <a:pt x="3821548" y="2821577"/>
                  </a:lnTo>
                  <a:lnTo>
                    <a:pt x="3823260" y="2878419"/>
                  </a:lnTo>
                  <a:lnTo>
                    <a:pt x="3824971" y="2822985"/>
                  </a:lnTo>
                  <a:lnTo>
                    <a:pt x="3826683" y="2662499"/>
                  </a:lnTo>
                  <a:lnTo>
                    <a:pt x="3828394" y="2623714"/>
                  </a:lnTo>
                  <a:lnTo>
                    <a:pt x="3830105" y="2671534"/>
                  </a:lnTo>
                  <a:lnTo>
                    <a:pt x="3831817" y="2690160"/>
                  </a:lnTo>
                  <a:lnTo>
                    <a:pt x="3833528" y="2744941"/>
                  </a:lnTo>
                  <a:lnTo>
                    <a:pt x="3835240" y="2842336"/>
                  </a:lnTo>
                  <a:lnTo>
                    <a:pt x="3836951" y="2917905"/>
                  </a:lnTo>
                  <a:lnTo>
                    <a:pt x="3838662" y="2937283"/>
                  </a:lnTo>
                  <a:lnTo>
                    <a:pt x="3840374" y="2852134"/>
                  </a:lnTo>
                  <a:lnTo>
                    <a:pt x="3842085" y="2733753"/>
                  </a:lnTo>
                  <a:lnTo>
                    <a:pt x="3843797" y="2684642"/>
                  </a:lnTo>
                  <a:lnTo>
                    <a:pt x="3845508" y="2661248"/>
                  </a:lnTo>
                  <a:lnTo>
                    <a:pt x="3847219" y="2684754"/>
                  </a:lnTo>
                  <a:lnTo>
                    <a:pt x="3848931" y="2753403"/>
                  </a:lnTo>
                  <a:lnTo>
                    <a:pt x="3850642" y="2908821"/>
                  </a:lnTo>
                  <a:lnTo>
                    <a:pt x="3852354" y="2999769"/>
                  </a:lnTo>
                  <a:lnTo>
                    <a:pt x="3854065" y="2991429"/>
                  </a:lnTo>
                  <a:lnTo>
                    <a:pt x="3855776" y="2889531"/>
                  </a:lnTo>
                  <a:lnTo>
                    <a:pt x="3857488" y="2742227"/>
                  </a:lnTo>
                  <a:lnTo>
                    <a:pt x="3859199" y="2638114"/>
                  </a:lnTo>
                  <a:lnTo>
                    <a:pt x="3860911" y="2571764"/>
                  </a:lnTo>
                  <a:lnTo>
                    <a:pt x="3862622" y="2487333"/>
                  </a:lnTo>
                  <a:lnTo>
                    <a:pt x="3864333" y="2425038"/>
                  </a:lnTo>
                  <a:lnTo>
                    <a:pt x="3866045" y="2448121"/>
                  </a:lnTo>
                  <a:lnTo>
                    <a:pt x="3867756" y="2521494"/>
                  </a:lnTo>
                  <a:lnTo>
                    <a:pt x="3869468" y="2551205"/>
                  </a:lnTo>
                  <a:lnTo>
                    <a:pt x="3871179" y="2587044"/>
                  </a:lnTo>
                  <a:lnTo>
                    <a:pt x="3872890" y="2622838"/>
                  </a:lnTo>
                  <a:lnTo>
                    <a:pt x="3874602" y="2599699"/>
                  </a:lnTo>
                  <a:lnTo>
                    <a:pt x="3876313" y="2661173"/>
                  </a:lnTo>
                  <a:lnTo>
                    <a:pt x="3878025" y="2737854"/>
                  </a:lnTo>
                  <a:lnTo>
                    <a:pt x="3879736" y="2773811"/>
                  </a:lnTo>
                  <a:lnTo>
                    <a:pt x="3881447" y="2749624"/>
                  </a:lnTo>
                  <a:lnTo>
                    <a:pt x="3883159" y="2799951"/>
                  </a:lnTo>
                  <a:lnTo>
                    <a:pt x="3884870" y="2938144"/>
                  </a:lnTo>
                  <a:lnTo>
                    <a:pt x="3886582" y="2978881"/>
                  </a:lnTo>
                  <a:lnTo>
                    <a:pt x="3888293" y="2978881"/>
                  </a:lnTo>
                  <a:lnTo>
                    <a:pt x="3890004" y="3011727"/>
                  </a:lnTo>
                  <a:lnTo>
                    <a:pt x="3891716" y="3080417"/>
                  </a:lnTo>
                  <a:lnTo>
                    <a:pt x="3893427" y="3103716"/>
                  </a:lnTo>
                  <a:lnTo>
                    <a:pt x="3895139" y="3032552"/>
                  </a:lnTo>
                  <a:lnTo>
                    <a:pt x="3896850" y="2884434"/>
                  </a:lnTo>
                  <a:lnTo>
                    <a:pt x="3898561" y="2729989"/>
                  </a:lnTo>
                  <a:lnTo>
                    <a:pt x="3900273" y="2630940"/>
                  </a:lnTo>
                  <a:lnTo>
                    <a:pt x="3901984" y="2599826"/>
                  </a:lnTo>
                  <a:lnTo>
                    <a:pt x="3903695" y="2524350"/>
                  </a:lnTo>
                  <a:lnTo>
                    <a:pt x="3905407" y="2426443"/>
                  </a:lnTo>
                  <a:lnTo>
                    <a:pt x="3907118" y="2386734"/>
                  </a:lnTo>
                  <a:lnTo>
                    <a:pt x="3908830" y="2372114"/>
                  </a:lnTo>
                  <a:lnTo>
                    <a:pt x="3910541" y="2240339"/>
                  </a:lnTo>
                  <a:lnTo>
                    <a:pt x="3912252" y="1989106"/>
                  </a:lnTo>
                  <a:lnTo>
                    <a:pt x="3913964" y="1866564"/>
                  </a:lnTo>
                  <a:lnTo>
                    <a:pt x="3915675" y="1874475"/>
                  </a:lnTo>
                  <a:lnTo>
                    <a:pt x="3917387" y="1923855"/>
                  </a:lnTo>
                  <a:lnTo>
                    <a:pt x="3919098" y="1985619"/>
                  </a:lnTo>
                  <a:lnTo>
                    <a:pt x="3920809" y="2072594"/>
                  </a:lnTo>
                  <a:lnTo>
                    <a:pt x="3922521" y="2165749"/>
                  </a:lnTo>
                  <a:lnTo>
                    <a:pt x="3924232" y="2197451"/>
                  </a:lnTo>
                  <a:lnTo>
                    <a:pt x="3925944" y="2156010"/>
                  </a:lnTo>
                  <a:lnTo>
                    <a:pt x="3927655" y="2083665"/>
                  </a:lnTo>
                  <a:lnTo>
                    <a:pt x="3929366" y="2051270"/>
                  </a:lnTo>
                  <a:lnTo>
                    <a:pt x="3931078" y="1998665"/>
                  </a:lnTo>
                  <a:lnTo>
                    <a:pt x="3932789" y="1966174"/>
                  </a:lnTo>
                  <a:lnTo>
                    <a:pt x="3934501" y="1987428"/>
                  </a:lnTo>
                  <a:lnTo>
                    <a:pt x="3936212" y="2033885"/>
                  </a:lnTo>
                  <a:lnTo>
                    <a:pt x="3937923" y="2046542"/>
                  </a:lnTo>
                  <a:lnTo>
                    <a:pt x="3939635" y="2082348"/>
                  </a:lnTo>
                  <a:lnTo>
                    <a:pt x="3941346" y="2228432"/>
                  </a:lnTo>
                  <a:lnTo>
                    <a:pt x="3943058" y="2402647"/>
                  </a:lnTo>
                  <a:lnTo>
                    <a:pt x="3944769" y="2475313"/>
                  </a:lnTo>
                  <a:lnTo>
                    <a:pt x="3946480" y="2511304"/>
                  </a:lnTo>
                  <a:lnTo>
                    <a:pt x="3948192" y="2536814"/>
                  </a:lnTo>
                  <a:lnTo>
                    <a:pt x="3949903" y="2471499"/>
                  </a:lnTo>
                  <a:lnTo>
                    <a:pt x="3951615" y="2326533"/>
                  </a:lnTo>
                  <a:lnTo>
                    <a:pt x="3953326" y="2204710"/>
                  </a:lnTo>
                  <a:lnTo>
                    <a:pt x="3955037" y="2219409"/>
                  </a:lnTo>
                  <a:lnTo>
                    <a:pt x="3956749" y="2248120"/>
                  </a:lnTo>
                  <a:lnTo>
                    <a:pt x="3958460" y="2253126"/>
                  </a:lnTo>
                  <a:lnTo>
                    <a:pt x="3960172" y="2303813"/>
                  </a:lnTo>
                  <a:lnTo>
                    <a:pt x="3961883" y="2403834"/>
                  </a:lnTo>
                  <a:lnTo>
                    <a:pt x="3963594" y="2446461"/>
                  </a:lnTo>
                  <a:lnTo>
                    <a:pt x="3965306" y="2468118"/>
                  </a:lnTo>
                  <a:lnTo>
                    <a:pt x="3967017" y="2424684"/>
                  </a:lnTo>
                  <a:lnTo>
                    <a:pt x="3968729" y="2402485"/>
                  </a:lnTo>
                  <a:lnTo>
                    <a:pt x="3970440" y="2336586"/>
                  </a:lnTo>
                  <a:lnTo>
                    <a:pt x="3972151" y="2251899"/>
                  </a:lnTo>
                  <a:lnTo>
                    <a:pt x="3973863" y="2247749"/>
                  </a:lnTo>
                  <a:lnTo>
                    <a:pt x="3975574" y="2188267"/>
                  </a:lnTo>
                  <a:lnTo>
                    <a:pt x="3977286" y="2197107"/>
                  </a:lnTo>
                  <a:lnTo>
                    <a:pt x="3978997" y="2298079"/>
                  </a:lnTo>
                  <a:lnTo>
                    <a:pt x="3980708" y="2408166"/>
                  </a:lnTo>
                  <a:lnTo>
                    <a:pt x="3982420" y="2437468"/>
                  </a:lnTo>
                  <a:lnTo>
                    <a:pt x="3984131" y="2330554"/>
                  </a:lnTo>
                  <a:lnTo>
                    <a:pt x="3985843" y="2292210"/>
                  </a:lnTo>
                  <a:lnTo>
                    <a:pt x="3987554" y="2324353"/>
                  </a:lnTo>
                  <a:lnTo>
                    <a:pt x="3989265" y="2332795"/>
                  </a:lnTo>
                  <a:lnTo>
                    <a:pt x="3990977" y="2355687"/>
                  </a:lnTo>
                  <a:lnTo>
                    <a:pt x="3992688" y="2278109"/>
                  </a:lnTo>
                  <a:lnTo>
                    <a:pt x="3994400" y="2290532"/>
                  </a:lnTo>
                  <a:lnTo>
                    <a:pt x="3996111" y="2367008"/>
                  </a:lnTo>
                  <a:lnTo>
                    <a:pt x="3997822" y="2359944"/>
                  </a:lnTo>
                  <a:lnTo>
                    <a:pt x="3999534" y="2341946"/>
                  </a:lnTo>
                  <a:lnTo>
                    <a:pt x="4001245" y="2284376"/>
                  </a:lnTo>
                  <a:lnTo>
                    <a:pt x="4002957" y="2428666"/>
                  </a:lnTo>
                  <a:lnTo>
                    <a:pt x="4004668" y="2515245"/>
                  </a:lnTo>
                  <a:lnTo>
                    <a:pt x="4006379" y="2497774"/>
                  </a:lnTo>
                  <a:lnTo>
                    <a:pt x="4008091" y="2622566"/>
                  </a:lnTo>
                  <a:lnTo>
                    <a:pt x="4009802" y="2716581"/>
                  </a:lnTo>
                  <a:lnTo>
                    <a:pt x="4011513" y="2731544"/>
                  </a:lnTo>
                  <a:lnTo>
                    <a:pt x="4013225" y="2730874"/>
                  </a:lnTo>
                  <a:lnTo>
                    <a:pt x="4014936" y="2803114"/>
                  </a:lnTo>
                  <a:lnTo>
                    <a:pt x="4016648" y="2796779"/>
                  </a:lnTo>
                  <a:lnTo>
                    <a:pt x="4018359" y="2598105"/>
                  </a:lnTo>
                  <a:lnTo>
                    <a:pt x="4020070" y="2377085"/>
                  </a:lnTo>
                  <a:lnTo>
                    <a:pt x="4021782" y="2243212"/>
                  </a:lnTo>
                  <a:lnTo>
                    <a:pt x="4023493" y="2066080"/>
                  </a:lnTo>
                  <a:lnTo>
                    <a:pt x="4025205" y="1909161"/>
                  </a:lnTo>
                  <a:lnTo>
                    <a:pt x="4026916" y="1890512"/>
                  </a:lnTo>
                  <a:lnTo>
                    <a:pt x="4028627" y="1976795"/>
                  </a:lnTo>
                  <a:lnTo>
                    <a:pt x="4030339" y="2113097"/>
                  </a:lnTo>
                  <a:lnTo>
                    <a:pt x="4032050" y="2256888"/>
                  </a:lnTo>
                  <a:lnTo>
                    <a:pt x="4033762" y="2473206"/>
                  </a:lnTo>
                  <a:lnTo>
                    <a:pt x="4035473" y="2622911"/>
                  </a:lnTo>
                  <a:lnTo>
                    <a:pt x="4037184" y="2636646"/>
                  </a:lnTo>
                  <a:lnTo>
                    <a:pt x="4038896" y="2549672"/>
                  </a:lnTo>
                  <a:lnTo>
                    <a:pt x="4040607" y="2503237"/>
                  </a:lnTo>
                  <a:lnTo>
                    <a:pt x="4042319" y="2509919"/>
                  </a:lnTo>
                  <a:lnTo>
                    <a:pt x="4044030" y="2379729"/>
                  </a:lnTo>
                  <a:lnTo>
                    <a:pt x="4045741" y="2278551"/>
                  </a:lnTo>
                  <a:lnTo>
                    <a:pt x="4047453" y="2231333"/>
                  </a:lnTo>
                  <a:lnTo>
                    <a:pt x="4049164" y="2214435"/>
                  </a:lnTo>
                  <a:lnTo>
                    <a:pt x="4050876" y="2081059"/>
                  </a:lnTo>
                  <a:lnTo>
                    <a:pt x="4052587" y="1947519"/>
                  </a:lnTo>
                  <a:lnTo>
                    <a:pt x="4054298" y="1968222"/>
                  </a:lnTo>
                  <a:lnTo>
                    <a:pt x="4056010" y="2010732"/>
                  </a:lnTo>
                  <a:lnTo>
                    <a:pt x="4057721" y="2081157"/>
                  </a:lnTo>
                  <a:lnTo>
                    <a:pt x="4059433" y="2193810"/>
                  </a:lnTo>
                  <a:lnTo>
                    <a:pt x="4061144" y="2357941"/>
                  </a:lnTo>
                  <a:lnTo>
                    <a:pt x="4062855" y="2533846"/>
                  </a:lnTo>
                  <a:lnTo>
                    <a:pt x="4064567" y="2639809"/>
                  </a:lnTo>
                  <a:lnTo>
                    <a:pt x="4066278" y="2615627"/>
                  </a:lnTo>
                  <a:lnTo>
                    <a:pt x="4067990" y="2528522"/>
                  </a:lnTo>
                  <a:lnTo>
                    <a:pt x="4069701" y="2477166"/>
                  </a:lnTo>
                  <a:lnTo>
                    <a:pt x="4071412" y="2418379"/>
                  </a:lnTo>
                  <a:lnTo>
                    <a:pt x="4073124" y="2290157"/>
                  </a:lnTo>
                  <a:lnTo>
                    <a:pt x="4074835" y="2215522"/>
                  </a:lnTo>
                  <a:lnTo>
                    <a:pt x="4076547" y="2184378"/>
                  </a:lnTo>
                  <a:lnTo>
                    <a:pt x="4078258" y="2242766"/>
                  </a:lnTo>
                  <a:lnTo>
                    <a:pt x="4079969" y="2308482"/>
                  </a:lnTo>
                  <a:lnTo>
                    <a:pt x="4081681" y="2452587"/>
                  </a:lnTo>
                  <a:lnTo>
                    <a:pt x="4083392" y="2612199"/>
                  </a:lnTo>
                  <a:lnTo>
                    <a:pt x="4085104" y="2599566"/>
                  </a:lnTo>
                  <a:lnTo>
                    <a:pt x="4086815" y="2588544"/>
                  </a:lnTo>
                  <a:lnTo>
                    <a:pt x="4088526" y="2504202"/>
                  </a:lnTo>
                  <a:lnTo>
                    <a:pt x="4090238" y="2409182"/>
                  </a:lnTo>
                  <a:lnTo>
                    <a:pt x="4091949" y="2322172"/>
                  </a:lnTo>
                  <a:lnTo>
                    <a:pt x="4093661" y="2169517"/>
                  </a:lnTo>
                  <a:lnTo>
                    <a:pt x="4095372" y="2013466"/>
                  </a:lnTo>
                  <a:lnTo>
                    <a:pt x="4097083" y="1883311"/>
                  </a:lnTo>
                  <a:lnTo>
                    <a:pt x="4098795" y="1692408"/>
                  </a:lnTo>
                  <a:lnTo>
                    <a:pt x="4100506" y="1510337"/>
                  </a:lnTo>
                  <a:lnTo>
                    <a:pt x="4102218" y="1287466"/>
                  </a:lnTo>
                  <a:lnTo>
                    <a:pt x="4103929" y="1108944"/>
                  </a:lnTo>
                  <a:lnTo>
                    <a:pt x="4105640" y="1045194"/>
                  </a:lnTo>
                  <a:lnTo>
                    <a:pt x="4107352" y="1041646"/>
                  </a:lnTo>
                  <a:lnTo>
                    <a:pt x="4109063" y="1246032"/>
                  </a:lnTo>
                  <a:lnTo>
                    <a:pt x="4110775" y="1518497"/>
                  </a:lnTo>
                  <a:lnTo>
                    <a:pt x="4112486" y="1762936"/>
                  </a:lnTo>
                  <a:lnTo>
                    <a:pt x="4114197" y="2056512"/>
                  </a:lnTo>
                  <a:lnTo>
                    <a:pt x="4115909" y="2361673"/>
                  </a:lnTo>
                  <a:lnTo>
                    <a:pt x="4117620" y="2574354"/>
                  </a:lnTo>
                  <a:lnTo>
                    <a:pt x="4119331" y="2635932"/>
                  </a:lnTo>
                  <a:lnTo>
                    <a:pt x="4121043" y="2544229"/>
                  </a:lnTo>
                  <a:lnTo>
                    <a:pt x="4122754" y="2478433"/>
                  </a:lnTo>
                  <a:lnTo>
                    <a:pt x="4124466" y="2410051"/>
                  </a:lnTo>
                  <a:lnTo>
                    <a:pt x="4126177" y="2363259"/>
                  </a:lnTo>
                  <a:lnTo>
                    <a:pt x="4127888" y="2271772"/>
                  </a:lnTo>
                  <a:lnTo>
                    <a:pt x="4129600" y="2220791"/>
                  </a:lnTo>
                  <a:lnTo>
                    <a:pt x="4131311" y="2310057"/>
                  </a:lnTo>
                  <a:lnTo>
                    <a:pt x="4133023" y="2317521"/>
                  </a:lnTo>
                  <a:lnTo>
                    <a:pt x="4134734" y="2239574"/>
                  </a:lnTo>
                  <a:lnTo>
                    <a:pt x="4136445" y="2144612"/>
                  </a:lnTo>
                  <a:lnTo>
                    <a:pt x="4138157" y="2124069"/>
                  </a:lnTo>
                  <a:lnTo>
                    <a:pt x="4139868" y="2149786"/>
                  </a:lnTo>
                  <a:lnTo>
                    <a:pt x="4141580" y="2205907"/>
                  </a:lnTo>
                  <a:lnTo>
                    <a:pt x="4143291" y="2271136"/>
                  </a:lnTo>
                  <a:lnTo>
                    <a:pt x="4145002" y="2293450"/>
                  </a:lnTo>
                  <a:lnTo>
                    <a:pt x="4146714" y="2222093"/>
                  </a:lnTo>
                  <a:lnTo>
                    <a:pt x="4148425" y="2170000"/>
                  </a:lnTo>
                  <a:lnTo>
                    <a:pt x="4150137" y="2140673"/>
                  </a:lnTo>
                  <a:lnTo>
                    <a:pt x="4151848" y="2073146"/>
                  </a:lnTo>
                  <a:lnTo>
                    <a:pt x="4153559" y="2131402"/>
                  </a:lnTo>
                  <a:lnTo>
                    <a:pt x="4155271" y="2273908"/>
                  </a:lnTo>
                  <a:lnTo>
                    <a:pt x="4156982" y="2469187"/>
                  </a:lnTo>
                  <a:lnTo>
                    <a:pt x="4158694" y="2661921"/>
                  </a:lnTo>
                  <a:lnTo>
                    <a:pt x="4160405" y="2715114"/>
                  </a:lnTo>
                  <a:lnTo>
                    <a:pt x="4162116" y="2593043"/>
                  </a:lnTo>
                  <a:lnTo>
                    <a:pt x="4163828" y="2412041"/>
                  </a:lnTo>
                  <a:lnTo>
                    <a:pt x="4165539" y="2245362"/>
                  </a:lnTo>
                  <a:lnTo>
                    <a:pt x="4167251" y="2159166"/>
                  </a:lnTo>
                  <a:lnTo>
                    <a:pt x="4168962" y="2039754"/>
                  </a:lnTo>
                  <a:lnTo>
                    <a:pt x="4170673" y="1926174"/>
                  </a:lnTo>
                  <a:lnTo>
                    <a:pt x="4172385" y="1958692"/>
                  </a:lnTo>
                  <a:lnTo>
                    <a:pt x="4174096" y="1932208"/>
                  </a:lnTo>
                  <a:lnTo>
                    <a:pt x="4175808" y="1910763"/>
                  </a:lnTo>
                  <a:lnTo>
                    <a:pt x="4177519" y="1840244"/>
                  </a:lnTo>
                  <a:lnTo>
                    <a:pt x="4179230" y="1736335"/>
                  </a:lnTo>
                  <a:lnTo>
                    <a:pt x="4180942" y="1625946"/>
                  </a:lnTo>
                  <a:lnTo>
                    <a:pt x="4182653" y="1442058"/>
                  </a:lnTo>
                  <a:lnTo>
                    <a:pt x="4184365" y="1344562"/>
                  </a:lnTo>
                  <a:lnTo>
                    <a:pt x="4186076" y="1380612"/>
                  </a:lnTo>
                  <a:lnTo>
                    <a:pt x="4187787" y="1426843"/>
                  </a:lnTo>
                  <a:lnTo>
                    <a:pt x="4189499" y="1611638"/>
                  </a:lnTo>
                  <a:lnTo>
                    <a:pt x="4191210" y="1854596"/>
                  </a:lnTo>
                  <a:lnTo>
                    <a:pt x="4192922" y="2013833"/>
                  </a:lnTo>
                  <a:lnTo>
                    <a:pt x="4194633" y="2140651"/>
                  </a:lnTo>
                  <a:lnTo>
                    <a:pt x="4196344" y="2100956"/>
                  </a:lnTo>
                  <a:lnTo>
                    <a:pt x="4198056" y="2029866"/>
                  </a:lnTo>
                  <a:lnTo>
                    <a:pt x="4199767" y="1892877"/>
                  </a:lnTo>
                  <a:lnTo>
                    <a:pt x="4201479" y="1830221"/>
                  </a:lnTo>
                  <a:lnTo>
                    <a:pt x="4203190" y="1836852"/>
                  </a:lnTo>
                  <a:lnTo>
                    <a:pt x="4204901" y="1802751"/>
                  </a:lnTo>
                  <a:lnTo>
                    <a:pt x="4206613" y="1782115"/>
                  </a:lnTo>
                  <a:lnTo>
                    <a:pt x="4208324" y="1834116"/>
                  </a:lnTo>
                  <a:lnTo>
                    <a:pt x="4210036" y="1981025"/>
                  </a:lnTo>
                  <a:lnTo>
                    <a:pt x="4211747" y="2092694"/>
                  </a:lnTo>
                  <a:lnTo>
                    <a:pt x="4213458" y="2231158"/>
                  </a:lnTo>
                  <a:lnTo>
                    <a:pt x="4215170" y="2329720"/>
                  </a:lnTo>
                  <a:lnTo>
                    <a:pt x="4216881" y="2302087"/>
                  </a:lnTo>
                  <a:lnTo>
                    <a:pt x="4218592" y="2299305"/>
                  </a:lnTo>
                  <a:lnTo>
                    <a:pt x="4220304" y="2360279"/>
                  </a:lnTo>
                  <a:lnTo>
                    <a:pt x="4222015" y="2402548"/>
                  </a:lnTo>
                  <a:lnTo>
                    <a:pt x="4223727" y="2460240"/>
                  </a:lnTo>
                  <a:lnTo>
                    <a:pt x="4225438" y="2581870"/>
                  </a:lnTo>
                  <a:lnTo>
                    <a:pt x="4227149" y="2747921"/>
                  </a:lnTo>
                  <a:lnTo>
                    <a:pt x="4228861" y="2766899"/>
                  </a:lnTo>
                  <a:lnTo>
                    <a:pt x="4230572" y="2685003"/>
                  </a:lnTo>
                  <a:lnTo>
                    <a:pt x="4232284" y="2584238"/>
                  </a:lnTo>
                  <a:lnTo>
                    <a:pt x="4233995" y="2417095"/>
                  </a:lnTo>
                  <a:lnTo>
                    <a:pt x="4235706" y="2271061"/>
                  </a:lnTo>
                  <a:lnTo>
                    <a:pt x="4237418" y="2222357"/>
                  </a:lnTo>
                  <a:lnTo>
                    <a:pt x="4239129" y="2256271"/>
                  </a:lnTo>
                  <a:lnTo>
                    <a:pt x="4240841" y="2342735"/>
                  </a:lnTo>
                  <a:lnTo>
                    <a:pt x="4242552" y="2388688"/>
                  </a:lnTo>
                  <a:lnTo>
                    <a:pt x="4244263" y="2479210"/>
                  </a:lnTo>
                  <a:lnTo>
                    <a:pt x="4245975" y="2543090"/>
                  </a:lnTo>
                  <a:lnTo>
                    <a:pt x="4247686" y="2615435"/>
                  </a:lnTo>
                  <a:lnTo>
                    <a:pt x="4249398" y="2636728"/>
                  </a:lnTo>
                  <a:lnTo>
                    <a:pt x="4251109" y="2513739"/>
                  </a:lnTo>
                  <a:lnTo>
                    <a:pt x="4252820" y="2486383"/>
                  </a:lnTo>
                  <a:lnTo>
                    <a:pt x="4254532" y="2474347"/>
                  </a:lnTo>
                  <a:lnTo>
                    <a:pt x="4256243" y="2399637"/>
                  </a:lnTo>
                  <a:lnTo>
                    <a:pt x="4257955" y="2315087"/>
                  </a:lnTo>
                  <a:lnTo>
                    <a:pt x="4259666" y="2384409"/>
                  </a:lnTo>
                  <a:lnTo>
                    <a:pt x="4261377" y="2400245"/>
                  </a:lnTo>
                  <a:lnTo>
                    <a:pt x="4263089" y="2358099"/>
                  </a:lnTo>
                  <a:lnTo>
                    <a:pt x="4264800" y="2362404"/>
                  </a:lnTo>
                  <a:lnTo>
                    <a:pt x="4266512" y="2507968"/>
                  </a:lnTo>
                  <a:lnTo>
                    <a:pt x="4268223" y="2643804"/>
                  </a:lnTo>
                  <a:lnTo>
                    <a:pt x="4269934" y="2684480"/>
                  </a:lnTo>
                  <a:lnTo>
                    <a:pt x="4271646" y="2849787"/>
                  </a:lnTo>
                  <a:lnTo>
                    <a:pt x="4273357" y="2980635"/>
                  </a:lnTo>
                  <a:lnTo>
                    <a:pt x="4275069" y="3064988"/>
                  </a:lnTo>
                  <a:lnTo>
                    <a:pt x="4276780" y="3088121"/>
                  </a:lnTo>
                  <a:lnTo>
                    <a:pt x="4278491" y="3079020"/>
                  </a:lnTo>
                  <a:lnTo>
                    <a:pt x="4280203" y="3019241"/>
                  </a:lnTo>
                  <a:lnTo>
                    <a:pt x="4281914" y="2969532"/>
                  </a:lnTo>
                  <a:lnTo>
                    <a:pt x="4283626" y="2985395"/>
                  </a:lnTo>
                  <a:lnTo>
                    <a:pt x="4285337" y="2979010"/>
                  </a:lnTo>
                  <a:lnTo>
                    <a:pt x="4287048" y="2973737"/>
                  </a:lnTo>
                  <a:lnTo>
                    <a:pt x="4288760" y="2937226"/>
                  </a:lnTo>
                  <a:lnTo>
                    <a:pt x="4290471" y="2891400"/>
                  </a:lnTo>
                  <a:lnTo>
                    <a:pt x="4292183" y="2865344"/>
                  </a:lnTo>
                  <a:lnTo>
                    <a:pt x="4293894" y="2832669"/>
                  </a:lnTo>
                  <a:lnTo>
                    <a:pt x="4295605" y="2751800"/>
                  </a:lnTo>
                  <a:lnTo>
                    <a:pt x="4297317" y="2688860"/>
                  </a:lnTo>
                  <a:lnTo>
                    <a:pt x="4299028" y="2734032"/>
                  </a:lnTo>
                  <a:lnTo>
                    <a:pt x="4300740" y="2835608"/>
                  </a:lnTo>
                  <a:lnTo>
                    <a:pt x="4302451" y="2854346"/>
                  </a:lnTo>
                  <a:lnTo>
                    <a:pt x="4304162" y="2789471"/>
                  </a:lnTo>
                  <a:lnTo>
                    <a:pt x="4305874" y="2793561"/>
                  </a:lnTo>
                  <a:lnTo>
                    <a:pt x="4307585" y="2756215"/>
                  </a:lnTo>
                  <a:lnTo>
                    <a:pt x="4309297" y="2714133"/>
                  </a:lnTo>
                  <a:lnTo>
                    <a:pt x="4311008" y="2669381"/>
                  </a:lnTo>
                  <a:lnTo>
                    <a:pt x="4312719" y="2582308"/>
                  </a:lnTo>
                  <a:lnTo>
                    <a:pt x="4314431" y="2547399"/>
                  </a:lnTo>
                  <a:lnTo>
                    <a:pt x="4316142" y="2539153"/>
                  </a:lnTo>
                  <a:lnTo>
                    <a:pt x="4317854" y="2607440"/>
                  </a:lnTo>
                  <a:lnTo>
                    <a:pt x="4319565" y="2658126"/>
                  </a:lnTo>
                  <a:lnTo>
                    <a:pt x="4321276" y="2623537"/>
                  </a:lnTo>
                  <a:lnTo>
                    <a:pt x="4322988" y="2641741"/>
                  </a:lnTo>
                  <a:lnTo>
                    <a:pt x="4324699" y="2652604"/>
                  </a:lnTo>
                  <a:lnTo>
                    <a:pt x="4326410" y="2613117"/>
                  </a:lnTo>
                  <a:lnTo>
                    <a:pt x="4328122" y="2574707"/>
                  </a:lnTo>
                  <a:lnTo>
                    <a:pt x="4329833" y="2484587"/>
                  </a:lnTo>
                  <a:lnTo>
                    <a:pt x="4331545" y="2486192"/>
                  </a:lnTo>
                  <a:lnTo>
                    <a:pt x="4333256" y="2419852"/>
                  </a:lnTo>
                  <a:lnTo>
                    <a:pt x="4334967" y="2315128"/>
                  </a:lnTo>
                  <a:lnTo>
                    <a:pt x="4336679" y="2222367"/>
                  </a:lnTo>
                  <a:lnTo>
                    <a:pt x="4338390" y="2134485"/>
                  </a:lnTo>
                  <a:lnTo>
                    <a:pt x="4340102" y="2102077"/>
                  </a:lnTo>
                  <a:lnTo>
                    <a:pt x="4341813" y="2044282"/>
                  </a:lnTo>
                  <a:lnTo>
                    <a:pt x="4343524" y="2132523"/>
                  </a:lnTo>
                  <a:lnTo>
                    <a:pt x="4345236" y="2257425"/>
                  </a:lnTo>
                  <a:lnTo>
                    <a:pt x="4346947" y="2351563"/>
                  </a:lnTo>
                  <a:lnTo>
                    <a:pt x="4348659" y="2331729"/>
                  </a:lnTo>
                  <a:lnTo>
                    <a:pt x="4350370" y="2329731"/>
                  </a:lnTo>
                  <a:lnTo>
                    <a:pt x="4352081" y="2316643"/>
                  </a:lnTo>
                  <a:lnTo>
                    <a:pt x="4353793" y="2201465"/>
                  </a:lnTo>
                  <a:lnTo>
                    <a:pt x="4355504" y="2102304"/>
                  </a:lnTo>
                  <a:lnTo>
                    <a:pt x="4357216" y="2072006"/>
                  </a:lnTo>
                  <a:lnTo>
                    <a:pt x="4358927" y="2062297"/>
                  </a:lnTo>
                  <a:lnTo>
                    <a:pt x="4360638" y="2021503"/>
                  </a:lnTo>
                  <a:lnTo>
                    <a:pt x="4362350" y="2142550"/>
                  </a:lnTo>
                  <a:lnTo>
                    <a:pt x="4364061" y="2328626"/>
                  </a:lnTo>
                  <a:lnTo>
                    <a:pt x="4365773" y="2403291"/>
                  </a:lnTo>
                  <a:lnTo>
                    <a:pt x="4367484" y="2389514"/>
                  </a:lnTo>
                  <a:lnTo>
                    <a:pt x="4369195" y="2486747"/>
                  </a:lnTo>
                  <a:lnTo>
                    <a:pt x="4370907" y="2602123"/>
                  </a:lnTo>
                  <a:lnTo>
                    <a:pt x="4372618" y="2604118"/>
                  </a:lnTo>
                  <a:lnTo>
                    <a:pt x="4374330" y="2488418"/>
                  </a:lnTo>
                  <a:lnTo>
                    <a:pt x="4376041" y="2500219"/>
                  </a:lnTo>
                  <a:lnTo>
                    <a:pt x="4377752" y="2588433"/>
                  </a:lnTo>
                  <a:lnTo>
                    <a:pt x="4379464" y="2577074"/>
                  </a:lnTo>
                  <a:lnTo>
                    <a:pt x="4381175" y="2543049"/>
                  </a:lnTo>
                  <a:lnTo>
                    <a:pt x="4382887" y="2486110"/>
                  </a:lnTo>
                  <a:lnTo>
                    <a:pt x="4384598" y="2532703"/>
                  </a:lnTo>
                  <a:lnTo>
                    <a:pt x="4386309" y="2524304"/>
                  </a:lnTo>
                  <a:lnTo>
                    <a:pt x="4388021" y="2572702"/>
                  </a:lnTo>
                  <a:lnTo>
                    <a:pt x="4389732" y="2677959"/>
                  </a:lnTo>
                  <a:lnTo>
                    <a:pt x="4391444" y="2755286"/>
                  </a:lnTo>
                  <a:lnTo>
                    <a:pt x="4393155" y="2832202"/>
                  </a:lnTo>
                  <a:lnTo>
                    <a:pt x="4394866" y="2878870"/>
                  </a:lnTo>
                  <a:lnTo>
                    <a:pt x="4396578" y="3035479"/>
                  </a:lnTo>
                  <a:lnTo>
                    <a:pt x="4398289" y="3116972"/>
                  </a:lnTo>
                  <a:lnTo>
                    <a:pt x="4398289" y="3116972"/>
                  </a:lnTo>
                  <a:lnTo>
                    <a:pt x="4400001" y="3116972"/>
                  </a:lnTo>
                  <a:lnTo>
                    <a:pt x="4401712" y="3116972"/>
                  </a:lnTo>
                  <a:lnTo>
                    <a:pt x="4403423" y="3116972"/>
                  </a:lnTo>
                  <a:lnTo>
                    <a:pt x="4405135" y="3116972"/>
                  </a:lnTo>
                  <a:lnTo>
                    <a:pt x="4406846" y="3096539"/>
                  </a:lnTo>
                  <a:lnTo>
                    <a:pt x="4408558" y="3022307"/>
                  </a:lnTo>
                  <a:lnTo>
                    <a:pt x="4410269" y="3039151"/>
                  </a:lnTo>
                  <a:lnTo>
                    <a:pt x="4411980" y="3064334"/>
                  </a:lnTo>
                  <a:lnTo>
                    <a:pt x="4413692" y="3055905"/>
                  </a:lnTo>
                  <a:lnTo>
                    <a:pt x="4415403" y="3062031"/>
                  </a:lnTo>
                  <a:lnTo>
                    <a:pt x="4417115" y="3009219"/>
                  </a:lnTo>
                  <a:lnTo>
                    <a:pt x="4418826" y="2887713"/>
                  </a:lnTo>
                  <a:lnTo>
                    <a:pt x="4420537" y="2765970"/>
                  </a:lnTo>
                  <a:lnTo>
                    <a:pt x="4422249" y="2693955"/>
                  </a:lnTo>
                  <a:lnTo>
                    <a:pt x="4423960" y="2705943"/>
                  </a:lnTo>
                  <a:lnTo>
                    <a:pt x="4425672" y="2635720"/>
                  </a:lnTo>
                  <a:lnTo>
                    <a:pt x="4427383" y="2607857"/>
                  </a:lnTo>
                  <a:lnTo>
                    <a:pt x="4429094" y="2724247"/>
                  </a:lnTo>
                  <a:lnTo>
                    <a:pt x="4430806" y="2833906"/>
                  </a:lnTo>
                  <a:lnTo>
                    <a:pt x="4432517" y="2821669"/>
                  </a:lnTo>
                  <a:lnTo>
                    <a:pt x="4434228" y="2728359"/>
                  </a:lnTo>
                  <a:lnTo>
                    <a:pt x="4435940" y="2743956"/>
                  </a:lnTo>
                  <a:lnTo>
                    <a:pt x="4437651" y="2803485"/>
                  </a:lnTo>
                  <a:lnTo>
                    <a:pt x="4439363" y="2764233"/>
                  </a:lnTo>
                  <a:lnTo>
                    <a:pt x="4441074" y="2692496"/>
                  </a:lnTo>
                  <a:lnTo>
                    <a:pt x="4442785" y="2736166"/>
                  </a:lnTo>
                  <a:lnTo>
                    <a:pt x="4444497" y="2748215"/>
                  </a:lnTo>
                  <a:lnTo>
                    <a:pt x="4446208" y="2744874"/>
                  </a:lnTo>
                  <a:lnTo>
                    <a:pt x="4447920" y="2699688"/>
                  </a:lnTo>
                  <a:lnTo>
                    <a:pt x="4449631" y="2671208"/>
                  </a:lnTo>
                  <a:lnTo>
                    <a:pt x="4451342" y="2666465"/>
                  </a:lnTo>
                  <a:lnTo>
                    <a:pt x="4453054" y="2652403"/>
                  </a:lnTo>
                  <a:lnTo>
                    <a:pt x="4454765" y="2718834"/>
                  </a:lnTo>
                  <a:lnTo>
                    <a:pt x="4456477" y="2802844"/>
                  </a:lnTo>
                  <a:lnTo>
                    <a:pt x="4458188" y="2884635"/>
                  </a:lnTo>
                  <a:lnTo>
                    <a:pt x="4459899" y="2957483"/>
                  </a:lnTo>
                  <a:lnTo>
                    <a:pt x="4461611" y="3070271"/>
                  </a:lnTo>
                  <a:lnTo>
                    <a:pt x="4463322" y="3116972"/>
                  </a:lnTo>
                  <a:lnTo>
                    <a:pt x="4463322" y="3116972"/>
                  </a:lnTo>
                  <a:lnTo>
                    <a:pt x="4465034" y="3116972"/>
                  </a:lnTo>
                  <a:lnTo>
                    <a:pt x="4466745" y="3047983"/>
                  </a:lnTo>
                  <a:lnTo>
                    <a:pt x="4468456" y="2944170"/>
                  </a:lnTo>
                  <a:lnTo>
                    <a:pt x="4470168" y="2816789"/>
                  </a:lnTo>
                  <a:lnTo>
                    <a:pt x="4471879" y="2746434"/>
                  </a:lnTo>
                  <a:lnTo>
                    <a:pt x="4473591" y="2685390"/>
                  </a:lnTo>
                  <a:lnTo>
                    <a:pt x="4475302" y="2652895"/>
                  </a:lnTo>
                  <a:lnTo>
                    <a:pt x="4477013" y="2672550"/>
                  </a:lnTo>
                  <a:lnTo>
                    <a:pt x="4478725" y="2648371"/>
                  </a:lnTo>
                  <a:lnTo>
                    <a:pt x="4480436" y="2703860"/>
                  </a:lnTo>
                  <a:lnTo>
                    <a:pt x="4482148" y="2729839"/>
                  </a:lnTo>
                  <a:lnTo>
                    <a:pt x="4483859" y="2784106"/>
                  </a:lnTo>
                  <a:lnTo>
                    <a:pt x="4485570" y="2801333"/>
                  </a:lnTo>
                  <a:lnTo>
                    <a:pt x="4487282" y="2793381"/>
                  </a:lnTo>
                  <a:lnTo>
                    <a:pt x="4488993" y="2904963"/>
                  </a:lnTo>
                  <a:lnTo>
                    <a:pt x="4490705" y="2880603"/>
                  </a:lnTo>
                  <a:lnTo>
                    <a:pt x="4492416" y="2784106"/>
                  </a:lnTo>
                  <a:lnTo>
                    <a:pt x="4494127" y="2641298"/>
                  </a:lnTo>
                  <a:lnTo>
                    <a:pt x="4495839" y="2557283"/>
                  </a:lnTo>
                  <a:lnTo>
                    <a:pt x="4497550" y="2506249"/>
                  </a:lnTo>
                  <a:lnTo>
                    <a:pt x="4499262" y="2500000"/>
                  </a:lnTo>
                  <a:lnTo>
                    <a:pt x="4500973" y="2584496"/>
                  </a:lnTo>
                  <a:lnTo>
                    <a:pt x="4502684" y="2656301"/>
                  </a:lnTo>
                  <a:lnTo>
                    <a:pt x="4504396" y="2703252"/>
                  </a:lnTo>
                  <a:lnTo>
                    <a:pt x="4506107" y="2809932"/>
                  </a:lnTo>
                  <a:lnTo>
                    <a:pt x="4507819" y="2892009"/>
                  </a:lnTo>
                  <a:lnTo>
                    <a:pt x="4509530" y="2896969"/>
                  </a:lnTo>
                  <a:lnTo>
                    <a:pt x="4511241" y="2924512"/>
                  </a:lnTo>
                  <a:lnTo>
                    <a:pt x="4512953" y="2918431"/>
                  </a:lnTo>
                  <a:lnTo>
                    <a:pt x="4514664" y="2933357"/>
                  </a:lnTo>
                  <a:lnTo>
                    <a:pt x="4516376" y="2864661"/>
                  </a:lnTo>
                  <a:lnTo>
                    <a:pt x="4518087" y="2736532"/>
                  </a:lnTo>
                  <a:lnTo>
                    <a:pt x="4519798" y="2590278"/>
                  </a:lnTo>
                  <a:lnTo>
                    <a:pt x="4521510" y="2365602"/>
                  </a:lnTo>
                  <a:lnTo>
                    <a:pt x="4523221" y="2169537"/>
                  </a:lnTo>
                  <a:lnTo>
                    <a:pt x="4524933" y="1967724"/>
                  </a:lnTo>
                  <a:lnTo>
                    <a:pt x="4526644" y="1876937"/>
                  </a:lnTo>
                  <a:lnTo>
                    <a:pt x="4528355" y="1875708"/>
                  </a:lnTo>
                  <a:lnTo>
                    <a:pt x="4530067" y="1882534"/>
                  </a:lnTo>
                  <a:lnTo>
                    <a:pt x="4531778" y="1931394"/>
                  </a:lnTo>
                  <a:lnTo>
                    <a:pt x="4533489" y="2083031"/>
                  </a:lnTo>
                  <a:lnTo>
                    <a:pt x="4535201" y="2249877"/>
                  </a:lnTo>
                  <a:lnTo>
                    <a:pt x="4536912" y="2337091"/>
                  </a:lnTo>
                  <a:lnTo>
                    <a:pt x="4538624" y="2375807"/>
                  </a:lnTo>
                  <a:lnTo>
                    <a:pt x="4540335" y="2455622"/>
                  </a:lnTo>
                  <a:lnTo>
                    <a:pt x="4542046" y="2596311"/>
                  </a:lnTo>
                  <a:lnTo>
                    <a:pt x="4543758" y="2634239"/>
                  </a:lnTo>
                  <a:lnTo>
                    <a:pt x="4545469" y="2705400"/>
                  </a:lnTo>
                  <a:lnTo>
                    <a:pt x="4547181" y="2813308"/>
                  </a:lnTo>
                  <a:lnTo>
                    <a:pt x="4548892" y="2906070"/>
                  </a:lnTo>
                  <a:lnTo>
                    <a:pt x="4550603" y="2967598"/>
                  </a:lnTo>
                  <a:lnTo>
                    <a:pt x="4552315" y="2966571"/>
                  </a:lnTo>
                  <a:lnTo>
                    <a:pt x="4554026" y="3017883"/>
                  </a:lnTo>
                  <a:lnTo>
                    <a:pt x="4555738" y="3044853"/>
                  </a:lnTo>
                  <a:lnTo>
                    <a:pt x="4557449" y="3028566"/>
                  </a:lnTo>
                  <a:lnTo>
                    <a:pt x="4559160" y="2978782"/>
                  </a:lnTo>
                  <a:lnTo>
                    <a:pt x="4560872" y="2825753"/>
                  </a:lnTo>
                  <a:lnTo>
                    <a:pt x="4562583" y="2627604"/>
                  </a:lnTo>
                  <a:lnTo>
                    <a:pt x="4564295" y="2469455"/>
                  </a:lnTo>
                  <a:lnTo>
                    <a:pt x="4566006" y="2292939"/>
                  </a:lnTo>
                  <a:lnTo>
                    <a:pt x="4567717" y="2138152"/>
                  </a:lnTo>
                  <a:lnTo>
                    <a:pt x="4569429" y="2094614"/>
                  </a:lnTo>
                  <a:lnTo>
                    <a:pt x="4571140" y="2034655"/>
                  </a:lnTo>
                  <a:lnTo>
                    <a:pt x="4572852" y="2095349"/>
                  </a:lnTo>
                  <a:lnTo>
                    <a:pt x="4574563" y="2184086"/>
                  </a:lnTo>
                  <a:lnTo>
                    <a:pt x="4576274" y="2316822"/>
                  </a:lnTo>
                  <a:lnTo>
                    <a:pt x="4577986" y="2385239"/>
                  </a:lnTo>
                  <a:lnTo>
                    <a:pt x="4579697" y="2404240"/>
                  </a:lnTo>
                  <a:lnTo>
                    <a:pt x="4581409" y="2551417"/>
                  </a:lnTo>
                  <a:lnTo>
                    <a:pt x="4583120" y="2603170"/>
                  </a:lnTo>
                  <a:lnTo>
                    <a:pt x="4584831" y="2580181"/>
                  </a:lnTo>
                  <a:lnTo>
                    <a:pt x="4586543" y="2567865"/>
                  </a:lnTo>
                  <a:lnTo>
                    <a:pt x="4588254" y="2509766"/>
                  </a:lnTo>
                  <a:lnTo>
                    <a:pt x="4589966" y="2467186"/>
                  </a:lnTo>
                  <a:lnTo>
                    <a:pt x="4591677" y="2450270"/>
                  </a:lnTo>
                  <a:lnTo>
                    <a:pt x="4593388" y="2513675"/>
                  </a:lnTo>
                  <a:lnTo>
                    <a:pt x="4595100" y="2570340"/>
                  </a:lnTo>
                  <a:lnTo>
                    <a:pt x="4596811" y="2541723"/>
                  </a:lnTo>
                  <a:lnTo>
                    <a:pt x="4598523" y="2672113"/>
                  </a:lnTo>
                  <a:lnTo>
                    <a:pt x="4600234" y="2780627"/>
                  </a:lnTo>
                  <a:lnTo>
                    <a:pt x="4601945" y="2783389"/>
                  </a:lnTo>
                  <a:lnTo>
                    <a:pt x="4603657" y="2704349"/>
                  </a:lnTo>
                  <a:lnTo>
                    <a:pt x="4605368" y="2706828"/>
                  </a:lnTo>
                  <a:lnTo>
                    <a:pt x="4607080" y="2794597"/>
                  </a:lnTo>
                  <a:lnTo>
                    <a:pt x="4608791" y="2802473"/>
                  </a:lnTo>
                  <a:lnTo>
                    <a:pt x="4610502" y="2711639"/>
                  </a:lnTo>
                  <a:lnTo>
                    <a:pt x="4612214" y="2616085"/>
                  </a:lnTo>
                  <a:lnTo>
                    <a:pt x="4613925" y="2580346"/>
                  </a:lnTo>
                  <a:lnTo>
                    <a:pt x="4615637" y="2415879"/>
                  </a:lnTo>
                  <a:lnTo>
                    <a:pt x="4617348" y="2162785"/>
                  </a:lnTo>
                  <a:lnTo>
                    <a:pt x="4619059" y="1980787"/>
                  </a:lnTo>
                  <a:lnTo>
                    <a:pt x="4620771" y="1933308"/>
                  </a:lnTo>
                  <a:lnTo>
                    <a:pt x="4622482" y="1926983"/>
                  </a:lnTo>
                  <a:lnTo>
                    <a:pt x="4624194" y="1869765"/>
                  </a:lnTo>
                  <a:lnTo>
                    <a:pt x="4625905" y="1960569"/>
                  </a:lnTo>
                  <a:lnTo>
                    <a:pt x="4627616" y="2191958"/>
                  </a:lnTo>
                  <a:lnTo>
                    <a:pt x="4629328" y="2391240"/>
                  </a:lnTo>
                  <a:lnTo>
                    <a:pt x="4631039" y="2535820"/>
                  </a:lnTo>
                  <a:lnTo>
                    <a:pt x="4632751" y="2663293"/>
                  </a:lnTo>
                  <a:lnTo>
                    <a:pt x="4634462" y="2801858"/>
                  </a:lnTo>
                  <a:lnTo>
                    <a:pt x="4636173" y="2754710"/>
                  </a:lnTo>
                  <a:lnTo>
                    <a:pt x="4637885" y="2514519"/>
                  </a:lnTo>
                  <a:lnTo>
                    <a:pt x="4639596" y="2298587"/>
                  </a:lnTo>
                  <a:lnTo>
                    <a:pt x="4641307" y="2047383"/>
                  </a:lnTo>
                  <a:lnTo>
                    <a:pt x="4643019" y="1835937"/>
                  </a:lnTo>
                  <a:lnTo>
                    <a:pt x="4644730" y="1716865"/>
                  </a:lnTo>
                  <a:lnTo>
                    <a:pt x="4646442" y="1755667"/>
                  </a:lnTo>
                  <a:lnTo>
                    <a:pt x="4648153" y="1888330"/>
                  </a:lnTo>
                  <a:lnTo>
                    <a:pt x="4649864" y="1928562"/>
                  </a:lnTo>
                  <a:lnTo>
                    <a:pt x="4651576" y="2026724"/>
                  </a:lnTo>
                  <a:lnTo>
                    <a:pt x="4653287" y="2138336"/>
                  </a:lnTo>
                  <a:lnTo>
                    <a:pt x="4654999" y="2175274"/>
                  </a:lnTo>
                  <a:lnTo>
                    <a:pt x="4656710" y="2192128"/>
                  </a:lnTo>
                  <a:lnTo>
                    <a:pt x="4658421" y="2189563"/>
                  </a:lnTo>
                  <a:lnTo>
                    <a:pt x="4660133" y="2235123"/>
                  </a:lnTo>
                  <a:lnTo>
                    <a:pt x="4661844" y="2174580"/>
                  </a:lnTo>
                  <a:lnTo>
                    <a:pt x="4663556" y="2126460"/>
                  </a:lnTo>
                  <a:lnTo>
                    <a:pt x="4665267" y="2203014"/>
                  </a:lnTo>
                  <a:lnTo>
                    <a:pt x="4666978" y="2192597"/>
                  </a:lnTo>
                  <a:lnTo>
                    <a:pt x="4668690" y="2155149"/>
                  </a:lnTo>
                  <a:lnTo>
                    <a:pt x="4670401" y="2187220"/>
                  </a:lnTo>
                  <a:lnTo>
                    <a:pt x="4672113" y="2336564"/>
                  </a:lnTo>
                  <a:lnTo>
                    <a:pt x="4673824" y="2436523"/>
                  </a:lnTo>
                  <a:lnTo>
                    <a:pt x="4675535" y="2455318"/>
                  </a:lnTo>
                  <a:lnTo>
                    <a:pt x="4677247" y="2526319"/>
                  </a:lnTo>
                  <a:lnTo>
                    <a:pt x="4678958" y="2625048"/>
                  </a:lnTo>
                  <a:lnTo>
                    <a:pt x="4680670" y="2610870"/>
                  </a:lnTo>
                  <a:lnTo>
                    <a:pt x="4682381" y="2515989"/>
                  </a:lnTo>
                  <a:lnTo>
                    <a:pt x="4684092" y="2436927"/>
                  </a:lnTo>
                  <a:lnTo>
                    <a:pt x="4685804" y="2286949"/>
                  </a:lnTo>
                  <a:lnTo>
                    <a:pt x="4687515" y="2130723"/>
                  </a:lnTo>
                  <a:lnTo>
                    <a:pt x="4689227" y="1999776"/>
                  </a:lnTo>
                  <a:lnTo>
                    <a:pt x="4690938" y="1999242"/>
                  </a:lnTo>
                  <a:lnTo>
                    <a:pt x="4692649" y="2053584"/>
                  </a:lnTo>
                  <a:lnTo>
                    <a:pt x="4694361" y="2078776"/>
                  </a:lnTo>
                  <a:lnTo>
                    <a:pt x="4696072" y="2117473"/>
                  </a:lnTo>
                  <a:lnTo>
                    <a:pt x="4697784" y="2103845"/>
                  </a:lnTo>
                  <a:lnTo>
                    <a:pt x="4699495" y="2091821"/>
                  </a:lnTo>
                  <a:lnTo>
                    <a:pt x="4701206" y="2046875"/>
                  </a:lnTo>
                  <a:lnTo>
                    <a:pt x="4702918" y="1983482"/>
                  </a:lnTo>
                  <a:lnTo>
                    <a:pt x="4704629" y="1924574"/>
                  </a:lnTo>
                  <a:lnTo>
                    <a:pt x="4706341" y="1913239"/>
                  </a:lnTo>
                  <a:lnTo>
                    <a:pt x="4708052" y="1961016"/>
                  </a:lnTo>
                  <a:lnTo>
                    <a:pt x="4709763" y="2007018"/>
                  </a:lnTo>
                  <a:lnTo>
                    <a:pt x="4711475" y="1970470"/>
                  </a:lnTo>
                  <a:lnTo>
                    <a:pt x="4713186" y="1899361"/>
                  </a:lnTo>
                  <a:lnTo>
                    <a:pt x="4714898" y="1853629"/>
                  </a:lnTo>
                  <a:lnTo>
                    <a:pt x="4716609" y="1800088"/>
                  </a:lnTo>
                  <a:lnTo>
                    <a:pt x="4718320" y="1709670"/>
                  </a:lnTo>
                  <a:lnTo>
                    <a:pt x="4720032" y="1634839"/>
                  </a:lnTo>
                  <a:lnTo>
                    <a:pt x="4721743" y="1569964"/>
                  </a:lnTo>
                  <a:lnTo>
                    <a:pt x="4723455" y="1629526"/>
                  </a:lnTo>
                  <a:lnTo>
                    <a:pt x="4725166" y="1732050"/>
                  </a:lnTo>
                  <a:lnTo>
                    <a:pt x="4726877" y="1763444"/>
                  </a:lnTo>
                  <a:lnTo>
                    <a:pt x="4728589" y="1856756"/>
                  </a:lnTo>
                  <a:lnTo>
                    <a:pt x="4730300" y="2023216"/>
                  </a:lnTo>
                  <a:lnTo>
                    <a:pt x="4732012" y="2169405"/>
                  </a:lnTo>
                  <a:lnTo>
                    <a:pt x="4733723" y="2238284"/>
                  </a:lnTo>
                  <a:lnTo>
                    <a:pt x="4735434" y="2325233"/>
                  </a:lnTo>
                  <a:lnTo>
                    <a:pt x="4737146" y="2460354"/>
                  </a:lnTo>
                  <a:lnTo>
                    <a:pt x="4738857" y="2556040"/>
                  </a:lnTo>
                  <a:lnTo>
                    <a:pt x="4740569" y="2436237"/>
                  </a:lnTo>
                  <a:lnTo>
                    <a:pt x="4742280" y="2347853"/>
                  </a:lnTo>
                  <a:lnTo>
                    <a:pt x="4743991" y="2304647"/>
                  </a:lnTo>
                  <a:lnTo>
                    <a:pt x="4745703" y="2249196"/>
                  </a:lnTo>
                  <a:lnTo>
                    <a:pt x="4747414" y="2205561"/>
                  </a:lnTo>
                  <a:lnTo>
                    <a:pt x="4749125" y="2185689"/>
                  </a:lnTo>
                  <a:lnTo>
                    <a:pt x="4750837" y="2262818"/>
                  </a:lnTo>
                  <a:lnTo>
                    <a:pt x="4752548" y="2306581"/>
                  </a:lnTo>
                  <a:lnTo>
                    <a:pt x="4754260" y="2319551"/>
                  </a:lnTo>
                  <a:lnTo>
                    <a:pt x="4755971" y="2305089"/>
                  </a:lnTo>
                  <a:lnTo>
                    <a:pt x="4757682" y="2281655"/>
                  </a:lnTo>
                  <a:lnTo>
                    <a:pt x="4759394" y="2225307"/>
                  </a:lnTo>
                  <a:lnTo>
                    <a:pt x="4761105" y="2215103"/>
                  </a:lnTo>
                  <a:lnTo>
                    <a:pt x="4762817" y="2321710"/>
                  </a:lnTo>
                  <a:lnTo>
                    <a:pt x="4764528" y="2430600"/>
                  </a:lnTo>
                  <a:lnTo>
                    <a:pt x="4766239" y="2382829"/>
                  </a:lnTo>
                  <a:lnTo>
                    <a:pt x="4767951" y="2336552"/>
                  </a:lnTo>
                  <a:lnTo>
                    <a:pt x="4769662" y="2357356"/>
                  </a:lnTo>
                  <a:lnTo>
                    <a:pt x="4771374" y="2300251"/>
                  </a:lnTo>
                  <a:lnTo>
                    <a:pt x="4773085" y="2123871"/>
                  </a:lnTo>
                  <a:lnTo>
                    <a:pt x="4774796" y="1867621"/>
                  </a:lnTo>
                  <a:lnTo>
                    <a:pt x="4776508" y="1787660"/>
                  </a:lnTo>
                  <a:lnTo>
                    <a:pt x="4778219" y="1714164"/>
                  </a:lnTo>
                  <a:lnTo>
                    <a:pt x="4779931" y="1669067"/>
                  </a:lnTo>
                  <a:lnTo>
                    <a:pt x="4781642" y="1673263"/>
                  </a:lnTo>
                  <a:lnTo>
                    <a:pt x="4783353" y="1671791"/>
                  </a:lnTo>
                  <a:lnTo>
                    <a:pt x="4785065" y="1747216"/>
                  </a:lnTo>
                  <a:lnTo>
                    <a:pt x="4786776" y="1907839"/>
                  </a:lnTo>
                  <a:lnTo>
                    <a:pt x="4788488" y="2114147"/>
                  </a:lnTo>
                  <a:lnTo>
                    <a:pt x="4790199" y="2204698"/>
                  </a:lnTo>
                  <a:lnTo>
                    <a:pt x="4791910" y="2207086"/>
                  </a:lnTo>
                  <a:lnTo>
                    <a:pt x="4793622" y="2195096"/>
                  </a:lnTo>
                  <a:lnTo>
                    <a:pt x="4795333" y="2191024"/>
                  </a:lnTo>
                  <a:lnTo>
                    <a:pt x="4797045" y="2159932"/>
                  </a:lnTo>
                  <a:lnTo>
                    <a:pt x="4798756" y="2119559"/>
                  </a:lnTo>
                  <a:lnTo>
                    <a:pt x="4800467" y="2063451"/>
                  </a:lnTo>
                  <a:lnTo>
                    <a:pt x="4802179" y="2029613"/>
                  </a:lnTo>
                  <a:lnTo>
                    <a:pt x="4803890" y="2043767"/>
                  </a:lnTo>
                  <a:lnTo>
                    <a:pt x="4805602" y="2062363"/>
                  </a:lnTo>
                  <a:lnTo>
                    <a:pt x="4807313" y="2032839"/>
                  </a:lnTo>
                  <a:lnTo>
                    <a:pt x="4809024" y="2006852"/>
                  </a:lnTo>
                  <a:lnTo>
                    <a:pt x="4810736" y="2060228"/>
                  </a:lnTo>
                  <a:lnTo>
                    <a:pt x="4812447" y="2294947"/>
                  </a:lnTo>
                  <a:lnTo>
                    <a:pt x="4814159" y="2534124"/>
                  </a:lnTo>
                  <a:lnTo>
                    <a:pt x="4815870" y="2718673"/>
                  </a:lnTo>
                  <a:lnTo>
                    <a:pt x="4817581" y="2916801"/>
                  </a:lnTo>
                  <a:lnTo>
                    <a:pt x="4819293" y="3009991"/>
                  </a:lnTo>
                  <a:lnTo>
                    <a:pt x="4821004" y="3055767"/>
                  </a:lnTo>
                  <a:lnTo>
                    <a:pt x="4822716" y="3067479"/>
                  </a:lnTo>
                  <a:lnTo>
                    <a:pt x="4824427" y="3079192"/>
                  </a:lnTo>
                  <a:lnTo>
                    <a:pt x="4826138" y="3053719"/>
                  </a:lnTo>
                  <a:lnTo>
                    <a:pt x="4827850" y="2935396"/>
                  </a:lnTo>
                  <a:lnTo>
                    <a:pt x="4829561" y="2938254"/>
                  </a:lnTo>
                  <a:lnTo>
                    <a:pt x="4831273" y="2972609"/>
                  </a:lnTo>
                  <a:lnTo>
                    <a:pt x="4832984" y="2936205"/>
                  </a:lnTo>
                  <a:lnTo>
                    <a:pt x="4834695" y="2858358"/>
                  </a:lnTo>
                  <a:lnTo>
                    <a:pt x="4836407" y="2715891"/>
                  </a:lnTo>
                  <a:lnTo>
                    <a:pt x="4838118" y="2607307"/>
                  </a:lnTo>
                  <a:lnTo>
                    <a:pt x="4839830" y="2485936"/>
                  </a:lnTo>
                  <a:lnTo>
                    <a:pt x="4841541" y="2374412"/>
                  </a:lnTo>
                  <a:lnTo>
                    <a:pt x="4843252" y="2227636"/>
                  </a:lnTo>
                  <a:lnTo>
                    <a:pt x="4844964" y="2182402"/>
                  </a:lnTo>
                  <a:lnTo>
                    <a:pt x="4846675" y="2223864"/>
                  </a:lnTo>
                  <a:lnTo>
                    <a:pt x="4848387" y="2188402"/>
                  </a:lnTo>
                  <a:lnTo>
                    <a:pt x="4850098" y="2065452"/>
                  </a:lnTo>
                  <a:lnTo>
                    <a:pt x="4851809" y="1884740"/>
                  </a:lnTo>
                  <a:lnTo>
                    <a:pt x="4853521" y="1795287"/>
                  </a:lnTo>
                  <a:lnTo>
                    <a:pt x="4855232" y="1612979"/>
                  </a:lnTo>
                  <a:lnTo>
                    <a:pt x="4856943" y="1466872"/>
                  </a:lnTo>
                  <a:lnTo>
                    <a:pt x="4858655" y="1380596"/>
                  </a:lnTo>
                  <a:lnTo>
                    <a:pt x="4860366" y="1362609"/>
                  </a:lnTo>
                  <a:lnTo>
                    <a:pt x="4862078" y="1498932"/>
                  </a:lnTo>
                  <a:lnTo>
                    <a:pt x="4863789" y="1560509"/>
                  </a:lnTo>
                  <a:lnTo>
                    <a:pt x="4865500" y="1627196"/>
                  </a:lnTo>
                  <a:lnTo>
                    <a:pt x="4867212" y="1628479"/>
                  </a:lnTo>
                  <a:lnTo>
                    <a:pt x="4868923" y="1654159"/>
                  </a:lnTo>
                  <a:lnTo>
                    <a:pt x="4870635" y="1751095"/>
                  </a:lnTo>
                  <a:lnTo>
                    <a:pt x="4872346" y="1848566"/>
                  </a:lnTo>
                  <a:lnTo>
                    <a:pt x="4874057" y="1969103"/>
                  </a:lnTo>
                  <a:lnTo>
                    <a:pt x="4875769" y="2162871"/>
                  </a:lnTo>
                  <a:lnTo>
                    <a:pt x="4877480" y="2448118"/>
                  </a:lnTo>
                  <a:lnTo>
                    <a:pt x="4879192" y="2706202"/>
                  </a:lnTo>
                  <a:lnTo>
                    <a:pt x="4880903" y="2766620"/>
                  </a:lnTo>
                  <a:lnTo>
                    <a:pt x="4882614" y="2655684"/>
                  </a:lnTo>
                  <a:lnTo>
                    <a:pt x="4884326" y="2550027"/>
                  </a:lnTo>
                  <a:lnTo>
                    <a:pt x="4886037" y="2446254"/>
                  </a:lnTo>
                  <a:lnTo>
                    <a:pt x="4887749" y="2299228"/>
                  </a:lnTo>
                  <a:lnTo>
                    <a:pt x="4889460" y="2149747"/>
                  </a:lnTo>
                  <a:lnTo>
                    <a:pt x="4891171" y="2175727"/>
                  </a:lnTo>
                  <a:lnTo>
                    <a:pt x="4892883" y="2349364"/>
                  </a:lnTo>
                  <a:lnTo>
                    <a:pt x="4894594" y="2504590"/>
                  </a:lnTo>
                  <a:lnTo>
                    <a:pt x="4896306" y="2523581"/>
                  </a:lnTo>
                  <a:lnTo>
                    <a:pt x="4898017" y="2516414"/>
                  </a:lnTo>
                  <a:lnTo>
                    <a:pt x="4899728" y="2509713"/>
                  </a:lnTo>
                  <a:lnTo>
                    <a:pt x="4901440" y="2382043"/>
                  </a:lnTo>
                  <a:lnTo>
                    <a:pt x="4903151" y="2164369"/>
                  </a:lnTo>
                  <a:lnTo>
                    <a:pt x="4904863" y="1948954"/>
                  </a:lnTo>
                  <a:lnTo>
                    <a:pt x="4906574" y="1901952"/>
                  </a:lnTo>
                  <a:lnTo>
                    <a:pt x="4908285" y="1960396"/>
                  </a:lnTo>
                  <a:lnTo>
                    <a:pt x="4909997" y="2063987"/>
                  </a:lnTo>
                  <a:lnTo>
                    <a:pt x="4911708" y="2116537"/>
                  </a:lnTo>
                  <a:lnTo>
                    <a:pt x="4913420" y="2247812"/>
                  </a:lnTo>
                  <a:lnTo>
                    <a:pt x="4915131" y="2456176"/>
                  </a:lnTo>
                  <a:lnTo>
                    <a:pt x="4916842" y="2608672"/>
                  </a:lnTo>
                  <a:lnTo>
                    <a:pt x="4918554" y="2704424"/>
                  </a:lnTo>
                  <a:lnTo>
                    <a:pt x="4920265" y="2793131"/>
                  </a:lnTo>
                  <a:lnTo>
                    <a:pt x="4921977" y="2934078"/>
                  </a:lnTo>
                  <a:lnTo>
                    <a:pt x="4923688" y="2989433"/>
                  </a:lnTo>
                  <a:lnTo>
                    <a:pt x="4925399" y="3003236"/>
                  </a:lnTo>
                  <a:lnTo>
                    <a:pt x="4927111" y="2984981"/>
                  </a:lnTo>
                  <a:lnTo>
                    <a:pt x="4928822" y="2901414"/>
                  </a:lnTo>
                  <a:lnTo>
                    <a:pt x="4930534" y="2778279"/>
                  </a:lnTo>
                  <a:lnTo>
                    <a:pt x="4932245" y="2748649"/>
                  </a:lnTo>
                  <a:lnTo>
                    <a:pt x="4933956" y="2607687"/>
                  </a:lnTo>
                  <a:lnTo>
                    <a:pt x="4935668" y="2361286"/>
                  </a:lnTo>
                  <a:lnTo>
                    <a:pt x="4937379" y="2147991"/>
                  </a:lnTo>
                  <a:lnTo>
                    <a:pt x="4939091" y="1984839"/>
                  </a:lnTo>
                  <a:lnTo>
                    <a:pt x="4940802" y="1911964"/>
                  </a:lnTo>
                  <a:lnTo>
                    <a:pt x="4942513" y="1860018"/>
                  </a:lnTo>
                  <a:lnTo>
                    <a:pt x="4944225" y="1873121"/>
                  </a:lnTo>
                  <a:lnTo>
                    <a:pt x="4945936" y="1989248"/>
                  </a:lnTo>
                  <a:lnTo>
                    <a:pt x="4947648" y="2056086"/>
                  </a:lnTo>
                  <a:lnTo>
                    <a:pt x="4949359" y="2143880"/>
                  </a:lnTo>
                  <a:lnTo>
                    <a:pt x="4951070" y="2227003"/>
                  </a:lnTo>
                  <a:lnTo>
                    <a:pt x="4952782" y="2209232"/>
                  </a:lnTo>
                  <a:lnTo>
                    <a:pt x="4954493" y="2226318"/>
                  </a:lnTo>
                  <a:lnTo>
                    <a:pt x="4956204" y="2243760"/>
                  </a:lnTo>
                  <a:lnTo>
                    <a:pt x="4957916" y="2361836"/>
                  </a:lnTo>
                  <a:lnTo>
                    <a:pt x="4959627" y="2421478"/>
                  </a:lnTo>
                  <a:lnTo>
                    <a:pt x="4961339" y="2393745"/>
                  </a:lnTo>
                  <a:lnTo>
                    <a:pt x="4963050" y="2399950"/>
                  </a:lnTo>
                  <a:lnTo>
                    <a:pt x="4964761" y="2401330"/>
                  </a:lnTo>
                  <a:lnTo>
                    <a:pt x="4966473" y="2322727"/>
                  </a:lnTo>
                  <a:lnTo>
                    <a:pt x="4968184" y="2211012"/>
                  </a:lnTo>
                  <a:lnTo>
                    <a:pt x="4969896" y="2226411"/>
                  </a:lnTo>
                  <a:lnTo>
                    <a:pt x="4971607" y="2232276"/>
                  </a:lnTo>
                  <a:lnTo>
                    <a:pt x="4973318" y="2111271"/>
                  </a:lnTo>
                  <a:lnTo>
                    <a:pt x="4975030" y="2005585"/>
                  </a:lnTo>
                  <a:lnTo>
                    <a:pt x="4976741" y="1959983"/>
                  </a:lnTo>
                  <a:lnTo>
                    <a:pt x="4978453" y="1865144"/>
                  </a:lnTo>
                  <a:lnTo>
                    <a:pt x="4980164" y="1725137"/>
                  </a:lnTo>
                  <a:lnTo>
                    <a:pt x="4981875" y="1646817"/>
                  </a:lnTo>
                  <a:lnTo>
                    <a:pt x="4983587" y="1725387"/>
                  </a:lnTo>
                  <a:lnTo>
                    <a:pt x="4985298" y="1786941"/>
                  </a:lnTo>
                  <a:lnTo>
                    <a:pt x="4987010" y="1956151"/>
                  </a:lnTo>
                  <a:lnTo>
                    <a:pt x="4988721" y="2135397"/>
                  </a:lnTo>
                  <a:lnTo>
                    <a:pt x="4990432" y="2241555"/>
                  </a:lnTo>
                  <a:lnTo>
                    <a:pt x="4992144" y="2298508"/>
                  </a:lnTo>
                  <a:lnTo>
                    <a:pt x="4993855" y="2244799"/>
                  </a:lnTo>
                  <a:lnTo>
                    <a:pt x="4995567" y="2196412"/>
                  </a:lnTo>
                  <a:lnTo>
                    <a:pt x="4997278" y="2090836"/>
                  </a:lnTo>
                  <a:lnTo>
                    <a:pt x="4998989" y="2075108"/>
                  </a:lnTo>
                  <a:lnTo>
                    <a:pt x="5000701" y="2005574"/>
                  </a:lnTo>
                  <a:lnTo>
                    <a:pt x="5002412" y="1884882"/>
                  </a:lnTo>
                  <a:lnTo>
                    <a:pt x="5004124" y="1886779"/>
                  </a:lnTo>
                  <a:lnTo>
                    <a:pt x="5005835" y="1944329"/>
                  </a:lnTo>
                  <a:lnTo>
                    <a:pt x="5007546" y="2017297"/>
                  </a:lnTo>
                  <a:lnTo>
                    <a:pt x="5009258" y="2022573"/>
                  </a:lnTo>
                  <a:lnTo>
                    <a:pt x="5010969" y="1952428"/>
                  </a:lnTo>
                  <a:lnTo>
                    <a:pt x="5012681" y="1973263"/>
                  </a:lnTo>
                  <a:lnTo>
                    <a:pt x="5014392" y="1931836"/>
                  </a:lnTo>
                  <a:lnTo>
                    <a:pt x="5016103" y="1824990"/>
                  </a:lnTo>
                  <a:lnTo>
                    <a:pt x="5017815" y="1664399"/>
                  </a:lnTo>
                  <a:lnTo>
                    <a:pt x="5019526" y="1450901"/>
                  </a:lnTo>
                  <a:lnTo>
                    <a:pt x="5021238" y="1529377"/>
                  </a:lnTo>
                  <a:lnTo>
                    <a:pt x="5022949" y="1731972"/>
                  </a:lnTo>
                  <a:lnTo>
                    <a:pt x="5024660" y="1917543"/>
                  </a:lnTo>
                  <a:lnTo>
                    <a:pt x="5026372" y="2149162"/>
                  </a:lnTo>
                  <a:lnTo>
                    <a:pt x="5028083" y="2293924"/>
                  </a:lnTo>
                  <a:lnTo>
                    <a:pt x="5029795" y="2459542"/>
                  </a:lnTo>
                  <a:lnTo>
                    <a:pt x="5031506" y="2584175"/>
                  </a:lnTo>
                  <a:lnTo>
                    <a:pt x="5033217" y="2613892"/>
                  </a:lnTo>
                  <a:lnTo>
                    <a:pt x="5034929" y="2659260"/>
                  </a:lnTo>
                  <a:lnTo>
                    <a:pt x="5036640" y="2624468"/>
                  </a:lnTo>
                  <a:lnTo>
                    <a:pt x="5038352" y="2643681"/>
                  </a:lnTo>
                  <a:lnTo>
                    <a:pt x="5040063" y="2653993"/>
                  </a:lnTo>
                  <a:lnTo>
                    <a:pt x="5041774" y="2625925"/>
                  </a:lnTo>
                  <a:lnTo>
                    <a:pt x="5043486" y="2517567"/>
                  </a:lnTo>
                  <a:lnTo>
                    <a:pt x="5045197" y="2370438"/>
                  </a:lnTo>
                  <a:lnTo>
                    <a:pt x="5046909" y="2419007"/>
                  </a:lnTo>
                  <a:lnTo>
                    <a:pt x="5048620" y="2487562"/>
                  </a:lnTo>
                  <a:lnTo>
                    <a:pt x="5050331" y="2523942"/>
                  </a:lnTo>
                  <a:lnTo>
                    <a:pt x="5052043" y="2474746"/>
                  </a:lnTo>
                  <a:lnTo>
                    <a:pt x="5053754" y="2428683"/>
                  </a:lnTo>
                  <a:lnTo>
                    <a:pt x="5055466" y="2396832"/>
                  </a:lnTo>
                  <a:lnTo>
                    <a:pt x="5057177" y="2218375"/>
                  </a:lnTo>
                  <a:lnTo>
                    <a:pt x="5058888" y="2014959"/>
                  </a:lnTo>
                  <a:lnTo>
                    <a:pt x="5060600" y="1877318"/>
                  </a:lnTo>
                  <a:lnTo>
                    <a:pt x="5062311" y="1832485"/>
                  </a:lnTo>
                  <a:lnTo>
                    <a:pt x="5064022" y="1972080"/>
                  </a:lnTo>
                  <a:lnTo>
                    <a:pt x="5065734" y="2144814"/>
                  </a:lnTo>
                  <a:lnTo>
                    <a:pt x="5067445" y="2280319"/>
                  </a:lnTo>
                  <a:lnTo>
                    <a:pt x="5069157" y="2442598"/>
                  </a:lnTo>
                  <a:lnTo>
                    <a:pt x="5070868" y="2522266"/>
                  </a:lnTo>
                  <a:lnTo>
                    <a:pt x="5072579" y="2550983"/>
                  </a:lnTo>
                  <a:lnTo>
                    <a:pt x="5074291" y="2473031"/>
                  </a:lnTo>
                  <a:lnTo>
                    <a:pt x="5076002" y="2447631"/>
                  </a:lnTo>
                  <a:lnTo>
                    <a:pt x="5077714" y="2489864"/>
                  </a:lnTo>
                  <a:lnTo>
                    <a:pt x="5079425" y="2408964"/>
                  </a:lnTo>
                  <a:lnTo>
                    <a:pt x="5081136" y="2366614"/>
                  </a:lnTo>
                  <a:lnTo>
                    <a:pt x="5082848" y="2357083"/>
                  </a:lnTo>
                  <a:lnTo>
                    <a:pt x="5084559" y="2350654"/>
                  </a:lnTo>
                  <a:lnTo>
                    <a:pt x="5086271" y="2284957"/>
                  </a:lnTo>
                  <a:lnTo>
                    <a:pt x="5087982" y="2194194"/>
                  </a:lnTo>
                  <a:lnTo>
                    <a:pt x="5089693" y="2169281"/>
                  </a:lnTo>
                  <a:lnTo>
                    <a:pt x="5091405" y="2217894"/>
                  </a:lnTo>
                  <a:lnTo>
                    <a:pt x="5093116" y="2364073"/>
                  </a:lnTo>
                  <a:lnTo>
                    <a:pt x="5094828" y="2486941"/>
                  </a:lnTo>
                  <a:lnTo>
                    <a:pt x="5096539" y="2603120"/>
                  </a:lnTo>
                  <a:lnTo>
                    <a:pt x="5098250" y="2649642"/>
                  </a:lnTo>
                  <a:lnTo>
                    <a:pt x="5099962" y="2764201"/>
                  </a:lnTo>
                  <a:lnTo>
                    <a:pt x="5101673" y="2912216"/>
                  </a:lnTo>
                  <a:lnTo>
                    <a:pt x="5103385" y="2868717"/>
                  </a:lnTo>
                  <a:lnTo>
                    <a:pt x="5105096" y="2709328"/>
                  </a:lnTo>
                  <a:lnTo>
                    <a:pt x="5106807" y="2435826"/>
                  </a:lnTo>
                  <a:lnTo>
                    <a:pt x="5108519" y="2145707"/>
                  </a:lnTo>
                  <a:lnTo>
                    <a:pt x="5110230" y="1845663"/>
                  </a:lnTo>
                  <a:lnTo>
                    <a:pt x="5111942" y="1509860"/>
                  </a:lnTo>
                  <a:lnTo>
                    <a:pt x="5113653" y="1313343"/>
                  </a:lnTo>
                  <a:lnTo>
                    <a:pt x="5115364" y="1346289"/>
                  </a:lnTo>
                  <a:lnTo>
                    <a:pt x="5117076" y="1364903"/>
                  </a:lnTo>
                  <a:lnTo>
                    <a:pt x="5118787" y="1357047"/>
                  </a:lnTo>
                  <a:lnTo>
                    <a:pt x="5120499" y="1332119"/>
                  </a:lnTo>
                  <a:lnTo>
                    <a:pt x="5122210" y="1392495"/>
                  </a:lnTo>
                  <a:lnTo>
                    <a:pt x="5123921" y="1415800"/>
                  </a:lnTo>
                  <a:lnTo>
                    <a:pt x="5125633" y="1272188"/>
                  </a:lnTo>
                  <a:lnTo>
                    <a:pt x="5127344" y="1364423"/>
                  </a:lnTo>
                  <a:lnTo>
                    <a:pt x="5129056" y="1487826"/>
                  </a:lnTo>
                  <a:lnTo>
                    <a:pt x="5130767" y="1694925"/>
                  </a:lnTo>
                  <a:lnTo>
                    <a:pt x="5132478" y="1939085"/>
                  </a:lnTo>
                  <a:lnTo>
                    <a:pt x="5134190" y="2166827"/>
                  </a:lnTo>
                  <a:lnTo>
                    <a:pt x="5135901" y="2411676"/>
                  </a:lnTo>
                  <a:lnTo>
                    <a:pt x="5137613" y="2406576"/>
                  </a:lnTo>
                  <a:lnTo>
                    <a:pt x="5139324" y="2453039"/>
                  </a:lnTo>
                  <a:lnTo>
                    <a:pt x="5141035" y="2505573"/>
                  </a:lnTo>
                  <a:lnTo>
                    <a:pt x="5142747" y="2454650"/>
                  </a:lnTo>
                  <a:lnTo>
                    <a:pt x="5144458" y="2457993"/>
                  </a:lnTo>
                  <a:lnTo>
                    <a:pt x="5146170" y="2498490"/>
                  </a:lnTo>
                  <a:lnTo>
                    <a:pt x="5147881" y="2632920"/>
                  </a:lnTo>
                  <a:lnTo>
                    <a:pt x="5149592" y="2800227"/>
                  </a:lnTo>
                  <a:lnTo>
                    <a:pt x="5151304" y="2854340"/>
                  </a:lnTo>
                  <a:lnTo>
                    <a:pt x="5153015" y="2737731"/>
                  </a:lnTo>
                  <a:lnTo>
                    <a:pt x="5154727" y="2510519"/>
                  </a:lnTo>
                  <a:lnTo>
                    <a:pt x="5156438" y="2298826"/>
                  </a:lnTo>
                  <a:lnTo>
                    <a:pt x="5158149" y="2098304"/>
                  </a:lnTo>
                  <a:lnTo>
                    <a:pt x="5159861" y="1877672"/>
                  </a:lnTo>
                  <a:lnTo>
                    <a:pt x="5161572" y="1774044"/>
                  </a:lnTo>
                  <a:lnTo>
                    <a:pt x="5163284" y="1842684"/>
                  </a:lnTo>
                  <a:lnTo>
                    <a:pt x="5164995" y="1969888"/>
                  </a:lnTo>
                  <a:lnTo>
                    <a:pt x="5166706" y="1980541"/>
                  </a:lnTo>
                  <a:lnTo>
                    <a:pt x="5168418" y="2035713"/>
                  </a:lnTo>
                  <a:lnTo>
                    <a:pt x="5170129" y="2151501"/>
                  </a:lnTo>
                  <a:lnTo>
                    <a:pt x="5171840" y="2253970"/>
                  </a:lnTo>
                  <a:lnTo>
                    <a:pt x="5173552" y="2233652"/>
                  </a:lnTo>
                  <a:lnTo>
                    <a:pt x="5175263" y="2114816"/>
                  </a:lnTo>
                  <a:lnTo>
                    <a:pt x="5176975" y="2126256"/>
                  </a:lnTo>
                  <a:lnTo>
                    <a:pt x="5178686" y="2166484"/>
                  </a:lnTo>
                  <a:lnTo>
                    <a:pt x="5180397" y="2170310"/>
                  </a:lnTo>
                  <a:lnTo>
                    <a:pt x="5182109" y="2167829"/>
                  </a:lnTo>
                  <a:lnTo>
                    <a:pt x="5183820" y="2085718"/>
                  </a:lnTo>
                  <a:lnTo>
                    <a:pt x="5185532" y="2118291"/>
                  </a:lnTo>
                  <a:lnTo>
                    <a:pt x="5187243" y="2202475"/>
                  </a:lnTo>
                  <a:lnTo>
                    <a:pt x="5188954" y="2207127"/>
                  </a:lnTo>
                  <a:lnTo>
                    <a:pt x="5190666" y="2173844"/>
                  </a:lnTo>
                  <a:lnTo>
                    <a:pt x="5192377" y="2108656"/>
                  </a:lnTo>
                  <a:lnTo>
                    <a:pt x="5194089" y="2133852"/>
                  </a:lnTo>
                  <a:lnTo>
                    <a:pt x="5195800" y="2046120"/>
                  </a:lnTo>
                  <a:lnTo>
                    <a:pt x="5197511" y="1836379"/>
                  </a:lnTo>
                  <a:lnTo>
                    <a:pt x="5199223" y="1682060"/>
                  </a:lnTo>
                  <a:lnTo>
                    <a:pt x="5200934" y="1560750"/>
                  </a:lnTo>
                  <a:lnTo>
                    <a:pt x="5202646" y="1502641"/>
                  </a:lnTo>
                  <a:lnTo>
                    <a:pt x="5204357" y="1544297"/>
                  </a:lnTo>
                  <a:lnTo>
                    <a:pt x="5206068" y="1612554"/>
                  </a:lnTo>
                  <a:lnTo>
                    <a:pt x="5207780" y="1666822"/>
                  </a:lnTo>
                  <a:lnTo>
                    <a:pt x="5209491" y="1695937"/>
                  </a:lnTo>
                  <a:lnTo>
                    <a:pt x="5211203" y="1680766"/>
                  </a:lnTo>
                  <a:lnTo>
                    <a:pt x="5212914" y="1554545"/>
                  </a:lnTo>
                  <a:lnTo>
                    <a:pt x="5214625" y="1354183"/>
                  </a:lnTo>
                  <a:lnTo>
                    <a:pt x="5216337" y="1220894"/>
                  </a:lnTo>
                  <a:lnTo>
                    <a:pt x="5218048" y="1149478"/>
                  </a:lnTo>
                  <a:lnTo>
                    <a:pt x="5219760" y="1126378"/>
                  </a:lnTo>
                  <a:lnTo>
                    <a:pt x="5221471" y="1116875"/>
                  </a:lnTo>
                  <a:lnTo>
                    <a:pt x="5223182" y="1121519"/>
                  </a:lnTo>
                  <a:lnTo>
                    <a:pt x="5224894" y="1200989"/>
                  </a:lnTo>
                  <a:lnTo>
                    <a:pt x="5226605" y="1341433"/>
                  </a:lnTo>
                  <a:lnTo>
                    <a:pt x="5228317" y="1444067"/>
                  </a:lnTo>
                  <a:lnTo>
                    <a:pt x="5230028" y="1531856"/>
                  </a:lnTo>
                  <a:lnTo>
                    <a:pt x="5231739" y="1721474"/>
                  </a:lnTo>
                  <a:lnTo>
                    <a:pt x="5233451" y="1948389"/>
                  </a:lnTo>
                  <a:lnTo>
                    <a:pt x="5235162" y="2097656"/>
                  </a:lnTo>
                  <a:lnTo>
                    <a:pt x="5236874" y="2128557"/>
                  </a:lnTo>
                  <a:lnTo>
                    <a:pt x="5238585" y="2267545"/>
                  </a:lnTo>
                  <a:lnTo>
                    <a:pt x="5240296" y="2470853"/>
                  </a:lnTo>
                  <a:lnTo>
                    <a:pt x="5242008" y="2599871"/>
                  </a:lnTo>
                  <a:lnTo>
                    <a:pt x="5243719" y="2682933"/>
                  </a:lnTo>
                  <a:lnTo>
                    <a:pt x="5245431" y="2691473"/>
                  </a:lnTo>
                  <a:lnTo>
                    <a:pt x="5247142" y="2584713"/>
                  </a:lnTo>
                  <a:lnTo>
                    <a:pt x="5248853" y="2339470"/>
                  </a:lnTo>
                  <a:lnTo>
                    <a:pt x="5250565" y="2038675"/>
                  </a:lnTo>
                  <a:lnTo>
                    <a:pt x="5252276" y="1752677"/>
                  </a:lnTo>
                  <a:lnTo>
                    <a:pt x="5253988" y="1456757"/>
                  </a:lnTo>
                  <a:lnTo>
                    <a:pt x="5255699" y="1340169"/>
                  </a:lnTo>
                  <a:lnTo>
                    <a:pt x="5257410" y="1512630"/>
                  </a:lnTo>
                  <a:lnTo>
                    <a:pt x="5259122" y="1674908"/>
                  </a:lnTo>
                  <a:lnTo>
                    <a:pt x="5260833" y="1747674"/>
                  </a:lnTo>
                  <a:lnTo>
                    <a:pt x="5262545" y="1761818"/>
                  </a:lnTo>
                  <a:lnTo>
                    <a:pt x="5264256" y="1777573"/>
                  </a:lnTo>
                  <a:lnTo>
                    <a:pt x="5265967" y="1769950"/>
                  </a:lnTo>
                  <a:lnTo>
                    <a:pt x="5267679" y="1589908"/>
                  </a:lnTo>
                  <a:lnTo>
                    <a:pt x="5269390" y="1429359"/>
                  </a:lnTo>
                  <a:lnTo>
                    <a:pt x="5271101" y="1442100"/>
                  </a:lnTo>
                  <a:lnTo>
                    <a:pt x="5272813" y="1527791"/>
                  </a:lnTo>
                  <a:lnTo>
                    <a:pt x="5274524" y="1599727"/>
                  </a:lnTo>
                  <a:lnTo>
                    <a:pt x="5276236" y="1618785"/>
                  </a:lnTo>
                  <a:lnTo>
                    <a:pt x="5277947" y="1650874"/>
                  </a:lnTo>
                  <a:lnTo>
                    <a:pt x="5279658" y="1760962"/>
                  </a:lnTo>
                  <a:lnTo>
                    <a:pt x="5281370" y="1703559"/>
                  </a:lnTo>
                  <a:lnTo>
                    <a:pt x="5283081" y="1583107"/>
                  </a:lnTo>
                  <a:lnTo>
                    <a:pt x="5284793" y="1534239"/>
                  </a:lnTo>
                  <a:lnTo>
                    <a:pt x="5286504" y="1545557"/>
                  </a:lnTo>
                  <a:lnTo>
                    <a:pt x="5288215" y="1631449"/>
                  </a:lnTo>
                  <a:lnTo>
                    <a:pt x="5289927" y="1654746"/>
                  </a:lnTo>
                  <a:lnTo>
                    <a:pt x="5291638" y="1672362"/>
                  </a:lnTo>
                  <a:lnTo>
                    <a:pt x="5293350" y="1741203"/>
                  </a:lnTo>
                  <a:lnTo>
                    <a:pt x="5295061" y="1718145"/>
                  </a:lnTo>
                  <a:lnTo>
                    <a:pt x="5296772" y="1539842"/>
                  </a:lnTo>
                  <a:lnTo>
                    <a:pt x="5298484" y="1290207"/>
                  </a:lnTo>
                  <a:lnTo>
                    <a:pt x="5300195" y="1098293"/>
                  </a:lnTo>
                  <a:lnTo>
                    <a:pt x="5301907" y="1016243"/>
                  </a:lnTo>
                  <a:lnTo>
                    <a:pt x="5303618" y="955029"/>
                  </a:lnTo>
                  <a:lnTo>
                    <a:pt x="5305329" y="1024686"/>
                  </a:lnTo>
                  <a:lnTo>
                    <a:pt x="5307041" y="1173120"/>
                  </a:lnTo>
                  <a:lnTo>
                    <a:pt x="5308752" y="1354764"/>
                  </a:lnTo>
                  <a:lnTo>
                    <a:pt x="5310464" y="1627621"/>
                  </a:lnTo>
                  <a:lnTo>
                    <a:pt x="5312175" y="1711549"/>
                  </a:lnTo>
                  <a:lnTo>
                    <a:pt x="5313886" y="1661735"/>
                  </a:lnTo>
                  <a:lnTo>
                    <a:pt x="5315598" y="1511272"/>
                  </a:lnTo>
                  <a:lnTo>
                    <a:pt x="5317309" y="1340303"/>
                  </a:lnTo>
                  <a:lnTo>
                    <a:pt x="5319021" y="1122430"/>
                  </a:lnTo>
                  <a:lnTo>
                    <a:pt x="5320732" y="752332"/>
                  </a:lnTo>
                  <a:lnTo>
                    <a:pt x="5322443" y="597896"/>
                  </a:lnTo>
                  <a:lnTo>
                    <a:pt x="5324155" y="546182"/>
                  </a:lnTo>
                  <a:lnTo>
                    <a:pt x="5325866" y="447496"/>
                  </a:lnTo>
                  <a:lnTo>
                    <a:pt x="5327578" y="355726"/>
                  </a:lnTo>
                  <a:lnTo>
                    <a:pt x="5329289" y="283712"/>
                  </a:lnTo>
                  <a:lnTo>
                    <a:pt x="5331000" y="239347"/>
                  </a:lnTo>
                  <a:lnTo>
                    <a:pt x="5332712" y="206618"/>
                  </a:lnTo>
                  <a:lnTo>
                    <a:pt x="5334423" y="269234"/>
                  </a:lnTo>
                  <a:lnTo>
                    <a:pt x="5336135" y="420299"/>
                  </a:lnTo>
                  <a:lnTo>
                    <a:pt x="5337846" y="534437"/>
                  </a:lnTo>
                  <a:lnTo>
                    <a:pt x="5339557" y="753896"/>
                  </a:lnTo>
                  <a:lnTo>
                    <a:pt x="5341269" y="1072880"/>
                  </a:lnTo>
                  <a:lnTo>
                    <a:pt x="5342980" y="1305050"/>
                  </a:lnTo>
                  <a:lnTo>
                    <a:pt x="5344692" y="1552103"/>
                  </a:lnTo>
                  <a:lnTo>
                    <a:pt x="5346403" y="1794546"/>
                  </a:lnTo>
                  <a:lnTo>
                    <a:pt x="5348114" y="2059577"/>
                  </a:lnTo>
                  <a:lnTo>
                    <a:pt x="5349826" y="2250104"/>
                  </a:lnTo>
                  <a:lnTo>
                    <a:pt x="5351537" y="2355906"/>
                  </a:lnTo>
                  <a:lnTo>
                    <a:pt x="5353249" y="2416543"/>
                  </a:lnTo>
                  <a:lnTo>
                    <a:pt x="5354960" y="2374163"/>
                  </a:lnTo>
                  <a:lnTo>
                    <a:pt x="5356671" y="2384795"/>
                  </a:lnTo>
                  <a:lnTo>
                    <a:pt x="5358383" y="2352465"/>
                  </a:lnTo>
                  <a:lnTo>
                    <a:pt x="5360094" y="2169813"/>
                  </a:lnTo>
                  <a:lnTo>
                    <a:pt x="5361806" y="1957634"/>
                  </a:lnTo>
                  <a:lnTo>
                    <a:pt x="5363517" y="1834922"/>
                  </a:lnTo>
                  <a:lnTo>
                    <a:pt x="5365228" y="1822762"/>
                  </a:lnTo>
                  <a:lnTo>
                    <a:pt x="5366940" y="1741932"/>
                  </a:lnTo>
                  <a:lnTo>
                    <a:pt x="5368651" y="1718803"/>
                  </a:lnTo>
                  <a:lnTo>
                    <a:pt x="5370363" y="1859178"/>
                  </a:lnTo>
                  <a:lnTo>
                    <a:pt x="5372074" y="2107153"/>
                  </a:lnTo>
                  <a:lnTo>
                    <a:pt x="5373785" y="2348271"/>
                  </a:lnTo>
                  <a:lnTo>
                    <a:pt x="5375497" y="2513887"/>
                  </a:lnTo>
                  <a:lnTo>
                    <a:pt x="5377208" y="2560064"/>
                  </a:lnTo>
                  <a:lnTo>
                    <a:pt x="5378919" y="2542132"/>
                  </a:lnTo>
                  <a:lnTo>
                    <a:pt x="5380631" y="2511277"/>
                  </a:lnTo>
                  <a:lnTo>
                    <a:pt x="5382342" y="2450793"/>
                  </a:lnTo>
                  <a:lnTo>
                    <a:pt x="5384054" y="2358120"/>
                  </a:lnTo>
                  <a:lnTo>
                    <a:pt x="5385765" y="2176181"/>
                  </a:lnTo>
                  <a:lnTo>
                    <a:pt x="5387476" y="2133777"/>
                  </a:lnTo>
                  <a:lnTo>
                    <a:pt x="5389188" y="2074073"/>
                  </a:lnTo>
                  <a:lnTo>
                    <a:pt x="5390899" y="1942975"/>
                  </a:lnTo>
                  <a:lnTo>
                    <a:pt x="5392611" y="1772180"/>
                  </a:lnTo>
                  <a:lnTo>
                    <a:pt x="5394322" y="1609578"/>
                  </a:lnTo>
                  <a:lnTo>
                    <a:pt x="5396033" y="1521824"/>
                  </a:lnTo>
                  <a:lnTo>
                    <a:pt x="5397745" y="1525433"/>
                  </a:lnTo>
                  <a:lnTo>
                    <a:pt x="5399456" y="1691445"/>
                  </a:lnTo>
                  <a:lnTo>
                    <a:pt x="5401168" y="1936060"/>
                  </a:lnTo>
                  <a:lnTo>
                    <a:pt x="5402879" y="2105494"/>
                  </a:lnTo>
                  <a:lnTo>
                    <a:pt x="5404590" y="2253658"/>
                  </a:lnTo>
                  <a:lnTo>
                    <a:pt x="5406302" y="2440274"/>
                  </a:lnTo>
                  <a:lnTo>
                    <a:pt x="5408013" y="2526426"/>
                  </a:lnTo>
                  <a:lnTo>
                    <a:pt x="5409725" y="2610998"/>
                  </a:lnTo>
                  <a:lnTo>
                    <a:pt x="5411436" y="2600661"/>
                  </a:lnTo>
                  <a:lnTo>
                    <a:pt x="5413147" y="2596930"/>
                  </a:lnTo>
                  <a:lnTo>
                    <a:pt x="5414859" y="2573426"/>
                  </a:lnTo>
                  <a:lnTo>
                    <a:pt x="5416570" y="2580877"/>
                  </a:lnTo>
                  <a:lnTo>
                    <a:pt x="5418282" y="2550348"/>
                  </a:lnTo>
                  <a:lnTo>
                    <a:pt x="5419993" y="2435317"/>
                  </a:lnTo>
                  <a:lnTo>
                    <a:pt x="5421704" y="2377301"/>
                  </a:lnTo>
                  <a:lnTo>
                    <a:pt x="5423416" y="2414972"/>
                  </a:lnTo>
                  <a:lnTo>
                    <a:pt x="5425127" y="2542682"/>
                  </a:lnTo>
                  <a:lnTo>
                    <a:pt x="5426839" y="2526506"/>
                  </a:lnTo>
                  <a:lnTo>
                    <a:pt x="5428550" y="2463416"/>
                  </a:lnTo>
                  <a:lnTo>
                    <a:pt x="5430261" y="2383983"/>
                  </a:lnTo>
                  <a:lnTo>
                    <a:pt x="5431973" y="2368110"/>
                  </a:lnTo>
                  <a:lnTo>
                    <a:pt x="5433684" y="2398108"/>
                  </a:lnTo>
                  <a:lnTo>
                    <a:pt x="5435396" y="2359396"/>
                  </a:lnTo>
                  <a:lnTo>
                    <a:pt x="5437107" y="2310944"/>
                  </a:lnTo>
                  <a:lnTo>
                    <a:pt x="5438818" y="2356051"/>
                  </a:lnTo>
                  <a:lnTo>
                    <a:pt x="5440530" y="2474904"/>
                  </a:lnTo>
                  <a:lnTo>
                    <a:pt x="5442241" y="2576577"/>
                  </a:lnTo>
                  <a:lnTo>
                    <a:pt x="5443953" y="2635167"/>
                  </a:lnTo>
                  <a:lnTo>
                    <a:pt x="5445664" y="2724569"/>
                  </a:lnTo>
                  <a:lnTo>
                    <a:pt x="5447375" y="2791211"/>
                  </a:lnTo>
                  <a:lnTo>
                    <a:pt x="5449087" y="2708488"/>
                  </a:lnTo>
                  <a:lnTo>
                    <a:pt x="5450798" y="2622464"/>
                  </a:lnTo>
                  <a:lnTo>
                    <a:pt x="5452510" y="2589739"/>
                  </a:lnTo>
                  <a:lnTo>
                    <a:pt x="5454221" y="2586599"/>
                  </a:lnTo>
                  <a:lnTo>
                    <a:pt x="5455932" y="2460533"/>
                  </a:lnTo>
                  <a:lnTo>
                    <a:pt x="5457644" y="2344067"/>
                  </a:lnTo>
                  <a:lnTo>
                    <a:pt x="5459355" y="2425932"/>
                  </a:lnTo>
                  <a:lnTo>
                    <a:pt x="5461067" y="2472664"/>
                  </a:lnTo>
                  <a:lnTo>
                    <a:pt x="5462778" y="2364697"/>
                  </a:lnTo>
                  <a:lnTo>
                    <a:pt x="5464489" y="2268163"/>
                  </a:lnTo>
                  <a:lnTo>
                    <a:pt x="5466201" y="2382161"/>
                  </a:lnTo>
                  <a:lnTo>
                    <a:pt x="5467912" y="2496729"/>
                  </a:lnTo>
                  <a:lnTo>
                    <a:pt x="5469624" y="2502433"/>
                  </a:lnTo>
                  <a:lnTo>
                    <a:pt x="5471335" y="2542046"/>
                  </a:lnTo>
                  <a:lnTo>
                    <a:pt x="5473046" y="2667517"/>
                  </a:lnTo>
                  <a:lnTo>
                    <a:pt x="5474758" y="2681041"/>
                  </a:lnTo>
                  <a:lnTo>
                    <a:pt x="5476469" y="2582655"/>
                  </a:lnTo>
                  <a:lnTo>
                    <a:pt x="5478181" y="2439929"/>
                  </a:lnTo>
                  <a:lnTo>
                    <a:pt x="5479892" y="2316548"/>
                  </a:lnTo>
                  <a:lnTo>
                    <a:pt x="5481603" y="2206795"/>
                  </a:lnTo>
                  <a:lnTo>
                    <a:pt x="5483315" y="2140622"/>
                  </a:lnTo>
                  <a:lnTo>
                    <a:pt x="5485026" y="2117943"/>
                  </a:lnTo>
                  <a:lnTo>
                    <a:pt x="5486737" y="2207154"/>
                  </a:lnTo>
                  <a:lnTo>
                    <a:pt x="5488449" y="2366595"/>
                  </a:lnTo>
                  <a:lnTo>
                    <a:pt x="5490160" y="2508867"/>
                  </a:lnTo>
                  <a:lnTo>
                    <a:pt x="5491872" y="2593814"/>
                  </a:lnTo>
                  <a:lnTo>
                    <a:pt x="5493583" y="2528603"/>
                  </a:lnTo>
                  <a:lnTo>
                    <a:pt x="5495294" y="2503623"/>
                  </a:lnTo>
                  <a:lnTo>
                    <a:pt x="5497006" y="2375940"/>
                  </a:lnTo>
                  <a:lnTo>
                    <a:pt x="5498717" y="2242391"/>
                  </a:lnTo>
                  <a:lnTo>
                    <a:pt x="5500429" y="2209550"/>
                  </a:lnTo>
                  <a:lnTo>
                    <a:pt x="5502140" y="2264747"/>
                  </a:lnTo>
                  <a:lnTo>
                    <a:pt x="5503851" y="2423541"/>
                  </a:lnTo>
                  <a:lnTo>
                    <a:pt x="5505563" y="2542459"/>
                  </a:lnTo>
                  <a:lnTo>
                    <a:pt x="5507274" y="2679321"/>
                  </a:lnTo>
                  <a:lnTo>
                    <a:pt x="5508986" y="2837261"/>
                  </a:lnTo>
                  <a:lnTo>
                    <a:pt x="5510697" y="2863384"/>
                  </a:lnTo>
                  <a:lnTo>
                    <a:pt x="5512408" y="2814723"/>
                  </a:lnTo>
                  <a:lnTo>
                    <a:pt x="5514120" y="2746248"/>
                  </a:lnTo>
                  <a:lnTo>
                    <a:pt x="5515831" y="2688143"/>
                  </a:lnTo>
                  <a:lnTo>
                    <a:pt x="5517543" y="2682496"/>
                  </a:lnTo>
                  <a:lnTo>
                    <a:pt x="5519254" y="2696678"/>
                  </a:lnTo>
                  <a:lnTo>
                    <a:pt x="5520965" y="2779416"/>
                  </a:lnTo>
                  <a:lnTo>
                    <a:pt x="5522677" y="2846372"/>
                  </a:lnTo>
                  <a:lnTo>
                    <a:pt x="5524388" y="2879895"/>
                  </a:lnTo>
                  <a:lnTo>
                    <a:pt x="5526100" y="2885968"/>
                  </a:lnTo>
                  <a:lnTo>
                    <a:pt x="5527811" y="2856296"/>
                  </a:lnTo>
                  <a:lnTo>
                    <a:pt x="5529522" y="2738507"/>
                  </a:lnTo>
                  <a:lnTo>
                    <a:pt x="5531234" y="2653618"/>
                  </a:lnTo>
                  <a:lnTo>
                    <a:pt x="5532945" y="2658825"/>
                  </a:lnTo>
                  <a:lnTo>
                    <a:pt x="5534657" y="2705172"/>
                  </a:lnTo>
                  <a:lnTo>
                    <a:pt x="5536368" y="2674638"/>
                  </a:lnTo>
                  <a:lnTo>
                    <a:pt x="5538079" y="2607334"/>
                  </a:lnTo>
                  <a:lnTo>
                    <a:pt x="5539791" y="2667117"/>
                  </a:lnTo>
                  <a:lnTo>
                    <a:pt x="5541502" y="2708422"/>
                  </a:lnTo>
                  <a:lnTo>
                    <a:pt x="5543214" y="2669729"/>
                  </a:lnTo>
                  <a:lnTo>
                    <a:pt x="5544925" y="2549344"/>
                  </a:lnTo>
                  <a:lnTo>
                    <a:pt x="5546636" y="2619303"/>
                  </a:lnTo>
                  <a:lnTo>
                    <a:pt x="5548348" y="2719831"/>
                  </a:lnTo>
                  <a:lnTo>
                    <a:pt x="5550059" y="2707179"/>
                  </a:lnTo>
                  <a:lnTo>
                    <a:pt x="5551771" y="2583981"/>
                  </a:lnTo>
                  <a:lnTo>
                    <a:pt x="5553482" y="2539761"/>
                  </a:lnTo>
                  <a:lnTo>
                    <a:pt x="5555193" y="2666708"/>
                  </a:lnTo>
                  <a:lnTo>
                    <a:pt x="5556905" y="2634567"/>
                  </a:lnTo>
                  <a:lnTo>
                    <a:pt x="5558616" y="2592683"/>
                  </a:lnTo>
                  <a:lnTo>
                    <a:pt x="5560328" y="2647103"/>
                  </a:lnTo>
                  <a:lnTo>
                    <a:pt x="5562039" y="2741777"/>
                  </a:lnTo>
                  <a:lnTo>
                    <a:pt x="5563750" y="2797806"/>
                  </a:lnTo>
                  <a:lnTo>
                    <a:pt x="5565462" y="2806950"/>
                  </a:lnTo>
                  <a:lnTo>
                    <a:pt x="5567173" y="2864366"/>
                  </a:lnTo>
                  <a:lnTo>
                    <a:pt x="5568885" y="2908343"/>
                  </a:lnTo>
                  <a:lnTo>
                    <a:pt x="5570596" y="2924582"/>
                  </a:lnTo>
                  <a:lnTo>
                    <a:pt x="5572307" y="2996694"/>
                  </a:lnTo>
                  <a:lnTo>
                    <a:pt x="5574019" y="3000720"/>
                  </a:lnTo>
                  <a:lnTo>
                    <a:pt x="5575730" y="2934546"/>
                  </a:lnTo>
                  <a:lnTo>
                    <a:pt x="5577442" y="2859047"/>
                  </a:lnTo>
                  <a:lnTo>
                    <a:pt x="5579153" y="2836300"/>
                  </a:lnTo>
                  <a:lnTo>
                    <a:pt x="5580864" y="2825125"/>
                  </a:lnTo>
                  <a:lnTo>
                    <a:pt x="5582576" y="2785105"/>
                  </a:lnTo>
                  <a:lnTo>
                    <a:pt x="5584287" y="2836037"/>
                  </a:lnTo>
                  <a:lnTo>
                    <a:pt x="5585999" y="2946425"/>
                  </a:lnTo>
                  <a:lnTo>
                    <a:pt x="5587710" y="3047542"/>
                  </a:lnTo>
                  <a:lnTo>
                    <a:pt x="5589421" y="3070673"/>
                  </a:lnTo>
                  <a:lnTo>
                    <a:pt x="5591133" y="3081848"/>
                  </a:lnTo>
                  <a:lnTo>
                    <a:pt x="5592844" y="3116972"/>
                  </a:lnTo>
                  <a:lnTo>
                    <a:pt x="5592844" y="3116972"/>
                  </a:lnTo>
                  <a:lnTo>
                    <a:pt x="5594555" y="3090741"/>
                  </a:lnTo>
                  <a:lnTo>
                    <a:pt x="5596267" y="2976435"/>
                  </a:lnTo>
                  <a:lnTo>
                    <a:pt x="5597978" y="2908177"/>
                  </a:lnTo>
                  <a:lnTo>
                    <a:pt x="5599690" y="2907795"/>
                  </a:lnTo>
                  <a:lnTo>
                    <a:pt x="5601401" y="2889931"/>
                  </a:lnTo>
                  <a:lnTo>
                    <a:pt x="5603112" y="2836665"/>
                  </a:lnTo>
                  <a:lnTo>
                    <a:pt x="5604824" y="2802841"/>
                  </a:lnTo>
                  <a:lnTo>
                    <a:pt x="5606535" y="2842172"/>
                  </a:lnTo>
                  <a:lnTo>
                    <a:pt x="5608247" y="2831952"/>
                  </a:lnTo>
                  <a:lnTo>
                    <a:pt x="5609958" y="2775317"/>
                  </a:lnTo>
                  <a:lnTo>
                    <a:pt x="5611669" y="2743542"/>
                  </a:lnTo>
                  <a:lnTo>
                    <a:pt x="5613381" y="2772595"/>
                  </a:lnTo>
                  <a:lnTo>
                    <a:pt x="5615092" y="2801429"/>
                  </a:lnTo>
                  <a:lnTo>
                    <a:pt x="5616804" y="2702168"/>
                  </a:lnTo>
                  <a:lnTo>
                    <a:pt x="5618515" y="2622326"/>
                  </a:lnTo>
                  <a:lnTo>
                    <a:pt x="5620226" y="2636692"/>
                  </a:lnTo>
                  <a:lnTo>
                    <a:pt x="5621938" y="2630549"/>
                  </a:lnTo>
                  <a:lnTo>
                    <a:pt x="5623649" y="2623972"/>
                  </a:lnTo>
                  <a:lnTo>
                    <a:pt x="5625361" y="2623231"/>
                  </a:lnTo>
                  <a:lnTo>
                    <a:pt x="5627072" y="2702779"/>
                  </a:lnTo>
                  <a:lnTo>
                    <a:pt x="5628783" y="2699206"/>
                  </a:lnTo>
                  <a:lnTo>
                    <a:pt x="5630495" y="2609864"/>
                  </a:lnTo>
                  <a:lnTo>
                    <a:pt x="5632206" y="2553264"/>
                  </a:lnTo>
                  <a:lnTo>
                    <a:pt x="5633918" y="2518140"/>
                  </a:lnTo>
                  <a:lnTo>
                    <a:pt x="5635629" y="2556220"/>
                  </a:lnTo>
                  <a:lnTo>
                    <a:pt x="5637340" y="2618156"/>
                  </a:lnTo>
                  <a:lnTo>
                    <a:pt x="5639052" y="2754428"/>
                  </a:lnTo>
                  <a:lnTo>
                    <a:pt x="5640763" y="2886039"/>
                  </a:lnTo>
                  <a:lnTo>
                    <a:pt x="5642475" y="2994306"/>
                  </a:lnTo>
                  <a:lnTo>
                    <a:pt x="5644186" y="3049001"/>
                  </a:lnTo>
                  <a:lnTo>
                    <a:pt x="5645897" y="3011186"/>
                  </a:lnTo>
                  <a:lnTo>
                    <a:pt x="5647609" y="2966864"/>
                  </a:lnTo>
                  <a:lnTo>
                    <a:pt x="5649320" y="2956712"/>
                  </a:lnTo>
                  <a:lnTo>
                    <a:pt x="5651032" y="2874237"/>
                  </a:lnTo>
                  <a:lnTo>
                    <a:pt x="5652743" y="2746777"/>
                  </a:lnTo>
                  <a:lnTo>
                    <a:pt x="5654454" y="2594118"/>
                  </a:lnTo>
                  <a:lnTo>
                    <a:pt x="5656166" y="2422698"/>
                  </a:lnTo>
                  <a:lnTo>
                    <a:pt x="5657877" y="2271445"/>
                  </a:lnTo>
                  <a:lnTo>
                    <a:pt x="5659589" y="2139294"/>
                  </a:lnTo>
                  <a:lnTo>
                    <a:pt x="5661300" y="2085743"/>
                  </a:lnTo>
                  <a:lnTo>
                    <a:pt x="5663011" y="2033567"/>
                  </a:lnTo>
                  <a:lnTo>
                    <a:pt x="5664723" y="2077311"/>
                  </a:lnTo>
                  <a:lnTo>
                    <a:pt x="5666434" y="2219650"/>
                  </a:lnTo>
                  <a:lnTo>
                    <a:pt x="5668146" y="2331520"/>
                  </a:lnTo>
                  <a:lnTo>
                    <a:pt x="5669857" y="2440667"/>
                  </a:lnTo>
                  <a:lnTo>
                    <a:pt x="5671568" y="2524591"/>
                  </a:lnTo>
                  <a:lnTo>
                    <a:pt x="5673280" y="2655054"/>
                  </a:lnTo>
                  <a:lnTo>
                    <a:pt x="5674991" y="2735388"/>
                  </a:lnTo>
                  <a:lnTo>
                    <a:pt x="5676703" y="2818291"/>
                  </a:lnTo>
                  <a:lnTo>
                    <a:pt x="5678414" y="2864877"/>
                  </a:lnTo>
                  <a:lnTo>
                    <a:pt x="5680125" y="2791454"/>
                  </a:lnTo>
                  <a:lnTo>
                    <a:pt x="5681837" y="2774194"/>
                  </a:lnTo>
                  <a:lnTo>
                    <a:pt x="5683548" y="2705964"/>
                  </a:lnTo>
                  <a:lnTo>
                    <a:pt x="5685260" y="2559875"/>
                  </a:lnTo>
                  <a:lnTo>
                    <a:pt x="5686971" y="2419006"/>
                  </a:lnTo>
                  <a:lnTo>
                    <a:pt x="5688682" y="2427125"/>
                  </a:lnTo>
                  <a:lnTo>
                    <a:pt x="5690394" y="2533243"/>
                  </a:lnTo>
                  <a:lnTo>
                    <a:pt x="5692105" y="2602605"/>
                  </a:lnTo>
                  <a:lnTo>
                    <a:pt x="5693816" y="2710886"/>
                  </a:lnTo>
                  <a:lnTo>
                    <a:pt x="5695528" y="2811980"/>
                  </a:lnTo>
                  <a:lnTo>
                    <a:pt x="5697239" y="2866288"/>
                  </a:lnTo>
                  <a:lnTo>
                    <a:pt x="5698951" y="2900352"/>
                  </a:lnTo>
                  <a:lnTo>
                    <a:pt x="5700662" y="2901343"/>
                  </a:lnTo>
                  <a:lnTo>
                    <a:pt x="5702373" y="2855959"/>
                  </a:lnTo>
                  <a:lnTo>
                    <a:pt x="5704085" y="2859688"/>
                  </a:lnTo>
                  <a:lnTo>
                    <a:pt x="5705796" y="2900465"/>
                  </a:lnTo>
                  <a:lnTo>
                    <a:pt x="5707508" y="2858389"/>
                  </a:lnTo>
                  <a:lnTo>
                    <a:pt x="5709219" y="2787020"/>
                  </a:lnTo>
                  <a:lnTo>
                    <a:pt x="5710930" y="2730752"/>
                  </a:lnTo>
                  <a:lnTo>
                    <a:pt x="5712642" y="2659195"/>
                  </a:lnTo>
                  <a:lnTo>
                    <a:pt x="5714353" y="2628546"/>
                  </a:lnTo>
                  <a:lnTo>
                    <a:pt x="5716065" y="2712167"/>
                  </a:lnTo>
                  <a:lnTo>
                    <a:pt x="5717776" y="2740559"/>
                  </a:lnTo>
                  <a:lnTo>
                    <a:pt x="5719487" y="2627822"/>
                  </a:lnTo>
                  <a:lnTo>
                    <a:pt x="5721199" y="2473069"/>
                  </a:lnTo>
                  <a:lnTo>
                    <a:pt x="5722910" y="2382328"/>
                  </a:lnTo>
                  <a:lnTo>
                    <a:pt x="5724622" y="2212585"/>
                  </a:lnTo>
                  <a:lnTo>
                    <a:pt x="5726333" y="2015549"/>
                  </a:lnTo>
                  <a:lnTo>
                    <a:pt x="5728044" y="1894150"/>
                  </a:lnTo>
                  <a:lnTo>
                    <a:pt x="5729756" y="1872290"/>
                  </a:lnTo>
                  <a:lnTo>
                    <a:pt x="5731467" y="2008767"/>
                  </a:lnTo>
                  <a:lnTo>
                    <a:pt x="5733179" y="2214802"/>
                  </a:lnTo>
                  <a:lnTo>
                    <a:pt x="5734890" y="2382506"/>
                  </a:lnTo>
                  <a:lnTo>
                    <a:pt x="5736601" y="2495502"/>
                  </a:lnTo>
                  <a:lnTo>
                    <a:pt x="5738313" y="2663347"/>
                  </a:lnTo>
                  <a:lnTo>
                    <a:pt x="5740024" y="2786223"/>
                  </a:lnTo>
                  <a:lnTo>
                    <a:pt x="5741736" y="2807863"/>
                  </a:lnTo>
                  <a:lnTo>
                    <a:pt x="5743447" y="2836851"/>
                  </a:lnTo>
                  <a:lnTo>
                    <a:pt x="5745158" y="2886100"/>
                  </a:lnTo>
                  <a:lnTo>
                    <a:pt x="5746870" y="2891157"/>
                  </a:lnTo>
                  <a:lnTo>
                    <a:pt x="5748581" y="2837460"/>
                  </a:lnTo>
                  <a:lnTo>
                    <a:pt x="5750293" y="2741425"/>
                  </a:lnTo>
                  <a:lnTo>
                    <a:pt x="5752004" y="2632766"/>
                  </a:lnTo>
                  <a:lnTo>
                    <a:pt x="5753715" y="2491953"/>
                  </a:lnTo>
                  <a:lnTo>
                    <a:pt x="5755427" y="2421393"/>
                  </a:lnTo>
                  <a:lnTo>
                    <a:pt x="5757138" y="2414209"/>
                  </a:lnTo>
                  <a:lnTo>
                    <a:pt x="5758850" y="2430645"/>
                  </a:lnTo>
                  <a:lnTo>
                    <a:pt x="5760561" y="2522853"/>
                  </a:lnTo>
                  <a:lnTo>
                    <a:pt x="5762272" y="2583250"/>
                  </a:lnTo>
                  <a:lnTo>
                    <a:pt x="5763984" y="2649707"/>
                  </a:lnTo>
                  <a:lnTo>
                    <a:pt x="5765695" y="2621453"/>
                  </a:lnTo>
                  <a:lnTo>
                    <a:pt x="5767407" y="2481074"/>
                  </a:lnTo>
                  <a:lnTo>
                    <a:pt x="5769118" y="2420736"/>
                  </a:lnTo>
                  <a:lnTo>
                    <a:pt x="5770829" y="2377141"/>
                  </a:lnTo>
                  <a:lnTo>
                    <a:pt x="5772541" y="2372171"/>
                  </a:lnTo>
                  <a:lnTo>
                    <a:pt x="5774252" y="2286684"/>
                  </a:lnTo>
                  <a:lnTo>
                    <a:pt x="5775964" y="2278706"/>
                  </a:lnTo>
                  <a:lnTo>
                    <a:pt x="5777675" y="2402333"/>
                  </a:lnTo>
                  <a:lnTo>
                    <a:pt x="5779386" y="2454075"/>
                  </a:lnTo>
                  <a:lnTo>
                    <a:pt x="5781098" y="2526664"/>
                  </a:lnTo>
                  <a:lnTo>
                    <a:pt x="5782809" y="2593038"/>
                  </a:lnTo>
                  <a:lnTo>
                    <a:pt x="5784521" y="2720263"/>
                  </a:lnTo>
                  <a:lnTo>
                    <a:pt x="5786232" y="2790107"/>
                  </a:lnTo>
                  <a:lnTo>
                    <a:pt x="5787943" y="2790873"/>
                  </a:lnTo>
                  <a:lnTo>
                    <a:pt x="5789655" y="2837586"/>
                  </a:lnTo>
                  <a:lnTo>
                    <a:pt x="5791366" y="2867376"/>
                  </a:lnTo>
                  <a:lnTo>
                    <a:pt x="5793078" y="2893422"/>
                  </a:lnTo>
                  <a:lnTo>
                    <a:pt x="5794789" y="2830264"/>
                  </a:lnTo>
                  <a:lnTo>
                    <a:pt x="5796500" y="2801878"/>
                  </a:lnTo>
                  <a:lnTo>
                    <a:pt x="5798212" y="2825978"/>
                  </a:lnTo>
                  <a:lnTo>
                    <a:pt x="5799923" y="2789560"/>
                  </a:lnTo>
                  <a:lnTo>
                    <a:pt x="5801634" y="2688319"/>
                  </a:lnTo>
                  <a:lnTo>
                    <a:pt x="5803346" y="2635452"/>
                  </a:lnTo>
                  <a:lnTo>
                    <a:pt x="5805057" y="2658913"/>
                  </a:lnTo>
                  <a:lnTo>
                    <a:pt x="5806769" y="2663318"/>
                  </a:lnTo>
                  <a:lnTo>
                    <a:pt x="5808480" y="2624376"/>
                  </a:lnTo>
                  <a:lnTo>
                    <a:pt x="5810191" y="2598430"/>
                  </a:lnTo>
                  <a:lnTo>
                    <a:pt x="5811903" y="2688879"/>
                  </a:lnTo>
                  <a:lnTo>
                    <a:pt x="5813614" y="2754938"/>
                  </a:lnTo>
                  <a:lnTo>
                    <a:pt x="5815326" y="2799918"/>
                  </a:lnTo>
                  <a:lnTo>
                    <a:pt x="5817037" y="2853793"/>
                  </a:lnTo>
                  <a:lnTo>
                    <a:pt x="5818748" y="2931182"/>
                  </a:lnTo>
                  <a:lnTo>
                    <a:pt x="5820460" y="3030481"/>
                  </a:lnTo>
                  <a:lnTo>
                    <a:pt x="5822171" y="3064334"/>
                  </a:lnTo>
                  <a:lnTo>
                    <a:pt x="5823883" y="3061123"/>
                  </a:lnTo>
                  <a:lnTo>
                    <a:pt x="5825594" y="3037144"/>
                  </a:lnTo>
                  <a:lnTo>
                    <a:pt x="5827305" y="2957073"/>
                  </a:lnTo>
                  <a:lnTo>
                    <a:pt x="5829017" y="2819728"/>
                  </a:lnTo>
                  <a:lnTo>
                    <a:pt x="5830728" y="2774631"/>
                  </a:lnTo>
                  <a:lnTo>
                    <a:pt x="5832440" y="2709519"/>
                  </a:lnTo>
                  <a:lnTo>
                    <a:pt x="5834151" y="2646558"/>
                  </a:lnTo>
                  <a:lnTo>
                    <a:pt x="5835862" y="2629385"/>
                  </a:lnTo>
                  <a:lnTo>
                    <a:pt x="5837574" y="2662563"/>
                  </a:lnTo>
                  <a:lnTo>
                    <a:pt x="5839285" y="2740787"/>
                  </a:lnTo>
                  <a:lnTo>
                    <a:pt x="5840997" y="2762317"/>
                  </a:lnTo>
                  <a:lnTo>
                    <a:pt x="5842708" y="2827430"/>
                  </a:lnTo>
                  <a:lnTo>
                    <a:pt x="5844419" y="2893604"/>
                  </a:lnTo>
                  <a:lnTo>
                    <a:pt x="5846131" y="2934753"/>
                  </a:lnTo>
                  <a:lnTo>
                    <a:pt x="5847842" y="2931494"/>
                  </a:lnTo>
                  <a:lnTo>
                    <a:pt x="5849554" y="2834536"/>
                  </a:lnTo>
                  <a:lnTo>
                    <a:pt x="5851265" y="2656667"/>
                  </a:lnTo>
                  <a:lnTo>
                    <a:pt x="5852976" y="2496924"/>
                  </a:lnTo>
                  <a:lnTo>
                    <a:pt x="5854688" y="2350077"/>
                  </a:lnTo>
                  <a:lnTo>
                    <a:pt x="5856399" y="2170135"/>
                  </a:lnTo>
                  <a:lnTo>
                    <a:pt x="5858111" y="2087812"/>
                  </a:lnTo>
                  <a:lnTo>
                    <a:pt x="5859822" y="2185173"/>
                  </a:lnTo>
                  <a:lnTo>
                    <a:pt x="5861533" y="2284778"/>
                  </a:lnTo>
                  <a:lnTo>
                    <a:pt x="5863245" y="2329094"/>
                  </a:lnTo>
                  <a:lnTo>
                    <a:pt x="5864956" y="2373227"/>
                  </a:lnTo>
                  <a:lnTo>
                    <a:pt x="5866668" y="2442867"/>
                  </a:lnTo>
                  <a:lnTo>
                    <a:pt x="5868379" y="2514526"/>
                  </a:lnTo>
                  <a:lnTo>
                    <a:pt x="5870090" y="2516184"/>
                  </a:lnTo>
                  <a:lnTo>
                    <a:pt x="5871802" y="2515382"/>
                  </a:lnTo>
                  <a:lnTo>
                    <a:pt x="5873513" y="2572251"/>
                  </a:lnTo>
                  <a:lnTo>
                    <a:pt x="5875225" y="2633383"/>
                  </a:lnTo>
                  <a:lnTo>
                    <a:pt x="5876936" y="2683245"/>
                  </a:lnTo>
                  <a:lnTo>
                    <a:pt x="5878647" y="2682896"/>
                  </a:lnTo>
                  <a:lnTo>
                    <a:pt x="5880359" y="2729312"/>
                  </a:lnTo>
                  <a:lnTo>
                    <a:pt x="5882070" y="2774499"/>
                  </a:lnTo>
                  <a:lnTo>
                    <a:pt x="5883782" y="2744566"/>
                  </a:lnTo>
                  <a:lnTo>
                    <a:pt x="5885493" y="2771043"/>
                  </a:lnTo>
                  <a:lnTo>
                    <a:pt x="5887204" y="2816889"/>
                  </a:lnTo>
                  <a:lnTo>
                    <a:pt x="5888916" y="2802380"/>
                  </a:lnTo>
                  <a:lnTo>
                    <a:pt x="5890627" y="2681384"/>
                  </a:lnTo>
                  <a:lnTo>
                    <a:pt x="5892339" y="2636240"/>
                  </a:lnTo>
                  <a:lnTo>
                    <a:pt x="5894050" y="2666287"/>
                  </a:lnTo>
                  <a:lnTo>
                    <a:pt x="5895761" y="2631744"/>
                  </a:lnTo>
                  <a:lnTo>
                    <a:pt x="5897473" y="2549807"/>
                  </a:lnTo>
                  <a:lnTo>
                    <a:pt x="5899184" y="2523145"/>
                  </a:lnTo>
                  <a:lnTo>
                    <a:pt x="5900896" y="2644942"/>
                  </a:lnTo>
                  <a:lnTo>
                    <a:pt x="5902607" y="2756664"/>
                  </a:lnTo>
                  <a:lnTo>
                    <a:pt x="5904318" y="2780610"/>
                  </a:lnTo>
                  <a:lnTo>
                    <a:pt x="5906030" y="2768028"/>
                  </a:lnTo>
                  <a:lnTo>
                    <a:pt x="5907741" y="2848060"/>
                  </a:lnTo>
                  <a:lnTo>
                    <a:pt x="5909452" y="2911541"/>
                  </a:lnTo>
                  <a:lnTo>
                    <a:pt x="5911164" y="2861603"/>
                  </a:lnTo>
                  <a:lnTo>
                    <a:pt x="5912875" y="2789395"/>
                  </a:lnTo>
                  <a:lnTo>
                    <a:pt x="5914587" y="2769745"/>
                  </a:lnTo>
                  <a:lnTo>
                    <a:pt x="5916298" y="2737164"/>
                  </a:lnTo>
                  <a:lnTo>
                    <a:pt x="5918009" y="2606157"/>
                  </a:lnTo>
                  <a:lnTo>
                    <a:pt x="5919721" y="2534937"/>
                  </a:lnTo>
                  <a:lnTo>
                    <a:pt x="5921432" y="2442855"/>
                  </a:lnTo>
                  <a:lnTo>
                    <a:pt x="5923144" y="2310046"/>
                  </a:lnTo>
                  <a:lnTo>
                    <a:pt x="5924855" y="2216443"/>
                  </a:lnTo>
                  <a:lnTo>
                    <a:pt x="5926566" y="2301308"/>
                  </a:lnTo>
                  <a:lnTo>
                    <a:pt x="5928278" y="2448814"/>
                  </a:lnTo>
                  <a:lnTo>
                    <a:pt x="5929989" y="2558888"/>
                  </a:lnTo>
                  <a:lnTo>
                    <a:pt x="5931701" y="2727574"/>
                  </a:lnTo>
                  <a:lnTo>
                    <a:pt x="5933412" y="2916601"/>
                  </a:lnTo>
                  <a:lnTo>
                    <a:pt x="5935123" y="3016588"/>
                  </a:lnTo>
                  <a:lnTo>
                    <a:pt x="5936835" y="2997940"/>
                  </a:lnTo>
                  <a:lnTo>
                    <a:pt x="5938546" y="2974505"/>
                  </a:lnTo>
                  <a:lnTo>
                    <a:pt x="5940258" y="2925179"/>
                  </a:lnTo>
                  <a:lnTo>
                    <a:pt x="5941969" y="2773571"/>
                  </a:lnTo>
                  <a:lnTo>
                    <a:pt x="5943680" y="2654435"/>
                  </a:lnTo>
                  <a:lnTo>
                    <a:pt x="5945392" y="2539978"/>
                  </a:lnTo>
                  <a:lnTo>
                    <a:pt x="5947103" y="2473666"/>
                  </a:lnTo>
                  <a:lnTo>
                    <a:pt x="5948815" y="2460715"/>
                  </a:lnTo>
                  <a:lnTo>
                    <a:pt x="5950526" y="2427856"/>
                  </a:lnTo>
                  <a:lnTo>
                    <a:pt x="5952237" y="2436271"/>
                  </a:lnTo>
                  <a:lnTo>
                    <a:pt x="5953949" y="2414629"/>
                  </a:lnTo>
                  <a:lnTo>
                    <a:pt x="5955660" y="2444302"/>
                  </a:lnTo>
                  <a:lnTo>
                    <a:pt x="5957372" y="2399879"/>
                  </a:lnTo>
                  <a:lnTo>
                    <a:pt x="5959083" y="2342192"/>
                  </a:lnTo>
                  <a:lnTo>
                    <a:pt x="5960794" y="2341417"/>
                  </a:lnTo>
                  <a:lnTo>
                    <a:pt x="5962506" y="2311850"/>
                  </a:lnTo>
                  <a:lnTo>
                    <a:pt x="5964217" y="2345453"/>
                  </a:lnTo>
                  <a:lnTo>
                    <a:pt x="5965929" y="2369204"/>
                  </a:lnTo>
                  <a:lnTo>
                    <a:pt x="5967640" y="2374783"/>
                  </a:lnTo>
                  <a:lnTo>
                    <a:pt x="5969351" y="2289956"/>
                  </a:lnTo>
                  <a:lnTo>
                    <a:pt x="5971063" y="2261720"/>
                  </a:lnTo>
                  <a:lnTo>
                    <a:pt x="5972774" y="2320957"/>
                  </a:lnTo>
                  <a:lnTo>
                    <a:pt x="5974486" y="2358928"/>
                  </a:lnTo>
                  <a:lnTo>
                    <a:pt x="5976197" y="2447524"/>
                  </a:lnTo>
                  <a:lnTo>
                    <a:pt x="5977908" y="2518502"/>
                  </a:lnTo>
                  <a:lnTo>
                    <a:pt x="5979620" y="2654603"/>
                  </a:lnTo>
                  <a:lnTo>
                    <a:pt x="5981331" y="2810006"/>
                  </a:lnTo>
                  <a:lnTo>
                    <a:pt x="5983043" y="2986793"/>
                  </a:lnTo>
                  <a:lnTo>
                    <a:pt x="5984754" y="3116972"/>
                  </a:lnTo>
                  <a:lnTo>
                    <a:pt x="5984754" y="3116972"/>
                  </a:lnTo>
                  <a:lnTo>
                    <a:pt x="5986465" y="3116972"/>
                  </a:lnTo>
                  <a:lnTo>
                    <a:pt x="5988177" y="3116972"/>
                  </a:lnTo>
                  <a:lnTo>
                    <a:pt x="5989888" y="3116972"/>
                  </a:lnTo>
                  <a:lnTo>
                    <a:pt x="5991600" y="3116972"/>
                  </a:lnTo>
                  <a:lnTo>
                    <a:pt x="5993311" y="3116972"/>
                  </a:lnTo>
                  <a:lnTo>
                    <a:pt x="5995022" y="3116972"/>
                  </a:lnTo>
                  <a:lnTo>
                    <a:pt x="5996734" y="3061841"/>
                  </a:lnTo>
                  <a:lnTo>
                    <a:pt x="5998445" y="2993923"/>
                  </a:lnTo>
                  <a:lnTo>
                    <a:pt x="6000157" y="2896835"/>
                  </a:lnTo>
                  <a:lnTo>
                    <a:pt x="6001868" y="2882062"/>
                  </a:lnTo>
                  <a:lnTo>
                    <a:pt x="6003579" y="2866097"/>
                  </a:lnTo>
                  <a:lnTo>
                    <a:pt x="6005291" y="2700768"/>
                  </a:lnTo>
                  <a:lnTo>
                    <a:pt x="6007002" y="2545138"/>
                  </a:lnTo>
                  <a:lnTo>
                    <a:pt x="6008713" y="2497545"/>
                  </a:lnTo>
                  <a:lnTo>
                    <a:pt x="6010425" y="2467740"/>
                  </a:lnTo>
                  <a:lnTo>
                    <a:pt x="6012136" y="2384973"/>
                  </a:lnTo>
                  <a:lnTo>
                    <a:pt x="6013848" y="2316355"/>
                  </a:lnTo>
                  <a:lnTo>
                    <a:pt x="6015559" y="2359179"/>
                  </a:lnTo>
                  <a:lnTo>
                    <a:pt x="6017270" y="2406375"/>
                  </a:lnTo>
                  <a:lnTo>
                    <a:pt x="6018982" y="2440232"/>
                  </a:lnTo>
                  <a:lnTo>
                    <a:pt x="6020693" y="2426740"/>
                  </a:lnTo>
                  <a:lnTo>
                    <a:pt x="6022405" y="2342146"/>
                  </a:lnTo>
                  <a:lnTo>
                    <a:pt x="6024116" y="2299969"/>
                  </a:lnTo>
                  <a:lnTo>
                    <a:pt x="6025827" y="2336194"/>
                  </a:lnTo>
                  <a:lnTo>
                    <a:pt x="6027539" y="2337388"/>
                  </a:lnTo>
                  <a:lnTo>
                    <a:pt x="6029250" y="2384173"/>
                  </a:lnTo>
                  <a:lnTo>
                    <a:pt x="6030962" y="2500103"/>
                  </a:lnTo>
                  <a:lnTo>
                    <a:pt x="6032673" y="2638881"/>
                  </a:lnTo>
                  <a:lnTo>
                    <a:pt x="6034384" y="2689071"/>
                  </a:lnTo>
                  <a:lnTo>
                    <a:pt x="6036096" y="2570114"/>
                  </a:lnTo>
                  <a:lnTo>
                    <a:pt x="6037807" y="2446999"/>
                  </a:lnTo>
                  <a:lnTo>
                    <a:pt x="6039519" y="2365491"/>
                  </a:lnTo>
                  <a:lnTo>
                    <a:pt x="6041230" y="2262581"/>
                  </a:lnTo>
                  <a:lnTo>
                    <a:pt x="6042941" y="2117725"/>
                  </a:lnTo>
                  <a:lnTo>
                    <a:pt x="6044653" y="1961071"/>
                  </a:lnTo>
                  <a:lnTo>
                    <a:pt x="6046364" y="2004712"/>
                  </a:lnTo>
                  <a:lnTo>
                    <a:pt x="6048076" y="2218194"/>
                  </a:lnTo>
                  <a:lnTo>
                    <a:pt x="6049787" y="2266303"/>
                  </a:lnTo>
                  <a:lnTo>
                    <a:pt x="6051498" y="2268804"/>
                  </a:lnTo>
                  <a:lnTo>
                    <a:pt x="6053210" y="2336190"/>
                  </a:lnTo>
                  <a:lnTo>
                    <a:pt x="6054921" y="2430619"/>
                  </a:lnTo>
                  <a:lnTo>
                    <a:pt x="6056633" y="2433935"/>
                  </a:lnTo>
                  <a:lnTo>
                    <a:pt x="6058344" y="2339869"/>
                  </a:lnTo>
                  <a:lnTo>
                    <a:pt x="6060055" y="2262821"/>
                  </a:lnTo>
                  <a:lnTo>
                    <a:pt x="6061767" y="2265075"/>
                  </a:lnTo>
                  <a:lnTo>
                    <a:pt x="6063478" y="2306917"/>
                  </a:lnTo>
                  <a:lnTo>
                    <a:pt x="6065190" y="2414620"/>
                  </a:lnTo>
                  <a:lnTo>
                    <a:pt x="6066901" y="2546547"/>
                  </a:lnTo>
                  <a:lnTo>
                    <a:pt x="6068612" y="2649675"/>
                  </a:lnTo>
                  <a:lnTo>
                    <a:pt x="6070324" y="2800278"/>
                  </a:lnTo>
                  <a:lnTo>
                    <a:pt x="6072035" y="2900821"/>
                  </a:lnTo>
                  <a:lnTo>
                    <a:pt x="6073747" y="2930442"/>
                  </a:lnTo>
                  <a:lnTo>
                    <a:pt x="6075458" y="2934762"/>
                  </a:lnTo>
                  <a:lnTo>
                    <a:pt x="6077169" y="2853517"/>
                  </a:lnTo>
                  <a:lnTo>
                    <a:pt x="6078881" y="2752800"/>
                  </a:lnTo>
                  <a:lnTo>
                    <a:pt x="6080592" y="2716324"/>
                  </a:lnTo>
                  <a:lnTo>
                    <a:pt x="6082304" y="2735984"/>
                  </a:lnTo>
                  <a:lnTo>
                    <a:pt x="6084015" y="2780646"/>
                  </a:lnTo>
                  <a:lnTo>
                    <a:pt x="6085726" y="2791976"/>
                  </a:lnTo>
                  <a:lnTo>
                    <a:pt x="6087438" y="2826804"/>
                  </a:lnTo>
                  <a:lnTo>
                    <a:pt x="6089149" y="2866515"/>
                  </a:lnTo>
                  <a:lnTo>
                    <a:pt x="6090861" y="2860885"/>
                  </a:lnTo>
                  <a:lnTo>
                    <a:pt x="6092572" y="2809174"/>
                  </a:lnTo>
                  <a:lnTo>
                    <a:pt x="6094283" y="2801613"/>
                  </a:lnTo>
                  <a:lnTo>
                    <a:pt x="6095995" y="2817058"/>
                  </a:lnTo>
                  <a:lnTo>
                    <a:pt x="6097706" y="2853009"/>
                  </a:lnTo>
                  <a:lnTo>
                    <a:pt x="6099418" y="2878582"/>
                  </a:lnTo>
                  <a:lnTo>
                    <a:pt x="6101129" y="2915399"/>
                  </a:lnTo>
                  <a:lnTo>
                    <a:pt x="6102840" y="2922476"/>
                  </a:lnTo>
                  <a:lnTo>
                    <a:pt x="6104552" y="2820540"/>
                  </a:lnTo>
                  <a:lnTo>
                    <a:pt x="6106263" y="2731630"/>
                  </a:lnTo>
                  <a:lnTo>
                    <a:pt x="6107975" y="2717694"/>
                  </a:lnTo>
                  <a:lnTo>
                    <a:pt x="6109686" y="2657256"/>
                  </a:lnTo>
                  <a:lnTo>
                    <a:pt x="6111397" y="2522675"/>
                  </a:lnTo>
                  <a:lnTo>
                    <a:pt x="6113109" y="2470429"/>
                  </a:lnTo>
                  <a:lnTo>
                    <a:pt x="6114820" y="2522035"/>
                  </a:lnTo>
                  <a:lnTo>
                    <a:pt x="6116531" y="2573515"/>
                  </a:lnTo>
                  <a:lnTo>
                    <a:pt x="6118243" y="2611023"/>
                  </a:lnTo>
                  <a:lnTo>
                    <a:pt x="6119954" y="2687598"/>
                  </a:lnTo>
                  <a:lnTo>
                    <a:pt x="6121666" y="2688794"/>
                  </a:lnTo>
                  <a:lnTo>
                    <a:pt x="6123377" y="2648457"/>
                  </a:lnTo>
                  <a:lnTo>
                    <a:pt x="6125088" y="2669748"/>
                  </a:lnTo>
                  <a:lnTo>
                    <a:pt x="6126800" y="2594943"/>
                  </a:lnTo>
                  <a:lnTo>
                    <a:pt x="6128511" y="2460867"/>
                  </a:lnTo>
                  <a:lnTo>
                    <a:pt x="6130223" y="2368962"/>
                  </a:lnTo>
                  <a:lnTo>
                    <a:pt x="6131934" y="2426929"/>
                  </a:lnTo>
                  <a:lnTo>
                    <a:pt x="6133645" y="2432558"/>
                  </a:lnTo>
                  <a:lnTo>
                    <a:pt x="6135357" y="2332799"/>
                  </a:lnTo>
                  <a:lnTo>
                    <a:pt x="6137068" y="2286209"/>
                  </a:lnTo>
                  <a:lnTo>
                    <a:pt x="6138780" y="2256664"/>
                  </a:lnTo>
                  <a:lnTo>
                    <a:pt x="6140491" y="2197520"/>
                  </a:lnTo>
                  <a:lnTo>
                    <a:pt x="6142202" y="2047745"/>
                  </a:lnTo>
                  <a:lnTo>
                    <a:pt x="6143914" y="1949883"/>
                  </a:lnTo>
                  <a:lnTo>
                    <a:pt x="6145625" y="1921548"/>
                  </a:lnTo>
                  <a:lnTo>
                    <a:pt x="6147337" y="1833965"/>
                  </a:lnTo>
                  <a:lnTo>
                    <a:pt x="6149048" y="1765840"/>
                  </a:lnTo>
                  <a:lnTo>
                    <a:pt x="6150759" y="1787303"/>
                  </a:lnTo>
                  <a:lnTo>
                    <a:pt x="6152471" y="1877629"/>
                  </a:lnTo>
                  <a:lnTo>
                    <a:pt x="6154182" y="1944032"/>
                  </a:lnTo>
                  <a:lnTo>
                    <a:pt x="6155894" y="1912052"/>
                  </a:lnTo>
                  <a:lnTo>
                    <a:pt x="6157605" y="1956965"/>
                  </a:lnTo>
                  <a:lnTo>
                    <a:pt x="6159316" y="2017430"/>
                  </a:lnTo>
                  <a:lnTo>
                    <a:pt x="6161028" y="2049770"/>
                  </a:lnTo>
                  <a:lnTo>
                    <a:pt x="6162739" y="2108795"/>
                  </a:lnTo>
                  <a:lnTo>
                    <a:pt x="6164451" y="2204148"/>
                  </a:lnTo>
                  <a:lnTo>
                    <a:pt x="6166162" y="2319980"/>
                  </a:lnTo>
                  <a:lnTo>
                    <a:pt x="6167873" y="2371403"/>
                  </a:lnTo>
                  <a:lnTo>
                    <a:pt x="6169585" y="2377500"/>
                  </a:lnTo>
                  <a:lnTo>
                    <a:pt x="6171296" y="2280068"/>
                  </a:lnTo>
                  <a:lnTo>
                    <a:pt x="6173008" y="2102982"/>
                  </a:lnTo>
                  <a:lnTo>
                    <a:pt x="6174719" y="2011169"/>
                  </a:lnTo>
                  <a:lnTo>
                    <a:pt x="6176430" y="1979992"/>
                  </a:lnTo>
                  <a:lnTo>
                    <a:pt x="6178142" y="1956674"/>
                  </a:lnTo>
                  <a:lnTo>
                    <a:pt x="6179853" y="1965529"/>
                  </a:lnTo>
                  <a:lnTo>
                    <a:pt x="6181565" y="2116373"/>
                  </a:lnTo>
                  <a:lnTo>
                    <a:pt x="6183276" y="2347486"/>
                  </a:lnTo>
                  <a:lnTo>
                    <a:pt x="6184987" y="2462009"/>
                  </a:lnTo>
                  <a:lnTo>
                    <a:pt x="6186699" y="2558111"/>
                  </a:lnTo>
                  <a:lnTo>
                    <a:pt x="6188410" y="2731502"/>
                  </a:lnTo>
                  <a:lnTo>
                    <a:pt x="6190122" y="2901080"/>
                  </a:lnTo>
                  <a:lnTo>
                    <a:pt x="6191833" y="2974521"/>
                  </a:lnTo>
                  <a:lnTo>
                    <a:pt x="6193544" y="2996336"/>
                  </a:lnTo>
                  <a:lnTo>
                    <a:pt x="6195256" y="3035849"/>
                  </a:lnTo>
                  <a:lnTo>
                    <a:pt x="6196967" y="2978504"/>
                  </a:lnTo>
                  <a:lnTo>
                    <a:pt x="6198679" y="2808741"/>
                  </a:lnTo>
                  <a:lnTo>
                    <a:pt x="6200390" y="2648428"/>
                  </a:lnTo>
                  <a:lnTo>
                    <a:pt x="6202101" y="2500646"/>
                  </a:lnTo>
                  <a:lnTo>
                    <a:pt x="6203813" y="2415423"/>
                  </a:lnTo>
                  <a:lnTo>
                    <a:pt x="6205524" y="2349241"/>
                  </a:lnTo>
                  <a:lnTo>
                    <a:pt x="6207236" y="2416004"/>
                  </a:lnTo>
                  <a:lnTo>
                    <a:pt x="6208947" y="2577918"/>
                  </a:lnTo>
                  <a:lnTo>
                    <a:pt x="6210658" y="2675668"/>
                  </a:lnTo>
                  <a:lnTo>
                    <a:pt x="6212370" y="2746967"/>
                  </a:lnTo>
                  <a:lnTo>
                    <a:pt x="6214081" y="2761864"/>
                  </a:lnTo>
                  <a:lnTo>
                    <a:pt x="6215793" y="2768984"/>
                  </a:lnTo>
                  <a:lnTo>
                    <a:pt x="6217504" y="2739995"/>
                  </a:lnTo>
                  <a:lnTo>
                    <a:pt x="6219215" y="2648707"/>
                  </a:lnTo>
                  <a:lnTo>
                    <a:pt x="6220927" y="2509127"/>
                  </a:lnTo>
                  <a:lnTo>
                    <a:pt x="6222638" y="2380358"/>
                  </a:lnTo>
                  <a:lnTo>
                    <a:pt x="6224349" y="2308896"/>
                  </a:lnTo>
                  <a:lnTo>
                    <a:pt x="6226061" y="2280774"/>
                  </a:lnTo>
                  <a:lnTo>
                    <a:pt x="6227772" y="2187998"/>
                  </a:lnTo>
                  <a:lnTo>
                    <a:pt x="6229484" y="2151128"/>
                  </a:lnTo>
                  <a:lnTo>
                    <a:pt x="6231195" y="2242010"/>
                  </a:lnTo>
                  <a:lnTo>
                    <a:pt x="6232906" y="2364547"/>
                  </a:lnTo>
                  <a:lnTo>
                    <a:pt x="6234618" y="2439684"/>
                  </a:lnTo>
                  <a:lnTo>
                    <a:pt x="6236329" y="2382582"/>
                  </a:lnTo>
                  <a:lnTo>
                    <a:pt x="6238041" y="2277659"/>
                  </a:lnTo>
                  <a:lnTo>
                    <a:pt x="6239752" y="2218842"/>
                  </a:lnTo>
                  <a:lnTo>
                    <a:pt x="6241463" y="2162474"/>
                  </a:lnTo>
                  <a:lnTo>
                    <a:pt x="6243175" y="2128202"/>
                  </a:lnTo>
                  <a:lnTo>
                    <a:pt x="6244886" y="2169916"/>
                  </a:lnTo>
                  <a:lnTo>
                    <a:pt x="6246598" y="2321280"/>
                  </a:lnTo>
                  <a:lnTo>
                    <a:pt x="6248309" y="2505765"/>
                  </a:lnTo>
                  <a:lnTo>
                    <a:pt x="6250020" y="2679058"/>
                  </a:lnTo>
                  <a:lnTo>
                    <a:pt x="6251732" y="2798551"/>
                  </a:lnTo>
                  <a:lnTo>
                    <a:pt x="6253443" y="2856013"/>
                  </a:lnTo>
                  <a:lnTo>
                    <a:pt x="6255155" y="2810031"/>
                  </a:lnTo>
                  <a:lnTo>
                    <a:pt x="6256866" y="2693082"/>
                  </a:lnTo>
                  <a:lnTo>
                    <a:pt x="6258577" y="2670198"/>
                  </a:lnTo>
                  <a:lnTo>
                    <a:pt x="6260289" y="2611707"/>
                  </a:lnTo>
                  <a:lnTo>
                    <a:pt x="6262000" y="2519511"/>
                  </a:lnTo>
                  <a:lnTo>
                    <a:pt x="6263712" y="2445448"/>
                  </a:lnTo>
                  <a:lnTo>
                    <a:pt x="6265423" y="2403746"/>
                  </a:lnTo>
                  <a:lnTo>
                    <a:pt x="6267134" y="2392492"/>
                  </a:lnTo>
                  <a:lnTo>
                    <a:pt x="6268846" y="2336647"/>
                  </a:lnTo>
                  <a:lnTo>
                    <a:pt x="6270557" y="2363103"/>
                  </a:lnTo>
                  <a:lnTo>
                    <a:pt x="6272269" y="2444397"/>
                  </a:lnTo>
                  <a:lnTo>
                    <a:pt x="6273980" y="2450135"/>
                  </a:lnTo>
                  <a:lnTo>
                    <a:pt x="6275691" y="2409376"/>
                  </a:lnTo>
                  <a:lnTo>
                    <a:pt x="6277403" y="2431421"/>
                  </a:lnTo>
                  <a:lnTo>
                    <a:pt x="6279114" y="2563083"/>
                  </a:lnTo>
                  <a:lnTo>
                    <a:pt x="6280826" y="2615877"/>
                  </a:lnTo>
                  <a:lnTo>
                    <a:pt x="6282537" y="2622652"/>
                  </a:lnTo>
                  <a:lnTo>
                    <a:pt x="6284248" y="2690398"/>
                  </a:lnTo>
                  <a:lnTo>
                    <a:pt x="6285960" y="2696088"/>
                  </a:lnTo>
                  <a:lnTo>
                    <a:pt x="6287671" y="2617131"/>
                  </a:lnTo>
                  <a:lnTo>
                    <a:pt x="6289383" y="2474310"/>
                  </a:lnTo>
                  <a:lnTo>
                    <a:pt x="6291094" y="2346174"/>
                  </a:lnTo>
                  <a:lnTo>
                    <a:pt x="6292805" y="2192634"/>
                  </a:lnTo>
                  <a:lnTo>
                    <a:pt x="6294517" y="2100109"/>
                  </a:lnTo>
                  <a:lnTo>
                    <a:pt x="6296228" y="2262209"/>
                  </a:lnTo>
                  <a:lnTo>
                    <a:pt x="6297940" y="2493898"/>
                  </a:lnTo>
                  <a:lnTo>
                    <a:pt x="6299651" y="2592361"/>
                  </a:lnTo>
                  <a:lnTo>
                    <a:pt x="6301362" y="2580354"/>
                  </a:lnTo>
                  <a:lnTo>
                    <a:pt x="6303074" y="2680628"/>
                  </a:lnTo>
                  <a:lnTo>
                    <a:pt x="6304785" y="2791364"/>
                  </a:lnTo>
                  <a:lnTo>
                    <a:pt x="6306497" y="2700659"/>
                  </a:lnTo>
                  <a:lnTo>
                    <a:pt x="6308208" y="2493155"/>
                  </a:lnTo>
                  <a:lnTo>
                    <a:pt x="6309919" y="2379059"/>
                  </a:lnTo>
                  <a:lnTo>
                    <a:pt x="6311631" y="2390320"/>
                  </a:lnTo>
                  <a:lnTo>
                    <a:pt x="6313342" y="2430159"/>
                  </a:lnTo>
                  <a:lnTo>
                    <a:pt x="6315054" y="2358299"/>
                  </a:lnTo>
                  <a:lnTo>
                    <a:pt x="6316765" y="2211671"/>
                  </a:lnTo>
                  <a:lnTo>
                    <a:pt x="6318476" y="2171361"/>
                  </a:lnTo>
                  <a:lnTo>
                    <a:pt x="6320188" y="2196151"/>
                  </a:lnTo>
                  <a:lnTo>
                    <a:pt x="6321899" y="2124121"/>
                  </a:lnTo>
                  <a:lnTo>
                    <a:pt x="6323611" y="2067641"/>
                  </a:lnTo>
                  <a:lnTo>
                    <a:pt x="6325322" y="2062801"/>
                  </a:lnTo>
                  <a:lnTo>
                    <a:pt x="6327033" y="2167258"/>
                  </a:lnTo>
                  <a:lnTo>
                    <a:pt x="6328745" y="2313366"/>
                  </a:lnTo>
                  <a:lnTo>
                    <a:pt x="6330456" y="2347202"/>
                  </a:lnTo>
                  <a:lnTo>
                    <a:pt x="6332167" y="2370813"/>
                  </a:lnTo>
                  <a:lnTo>
                    <a:pt x="6333879" y="2338235"/>
                  </a:lnTo>
                  <a:lnTo>
                    <a:pt x="6335590" y="2324592"/>
                  </a:lnTo>
                  <a:lnTo>
                    <a:pt x="6337302" y="2253127"/>
                  </a:lnTo>
                  <a:lnTo>
                    <a:pt x="6339013" y="2096233"/>
                  </a:lnTo>
                  <a:lnTo>
                    <a:pt x="6340724" y="2005402"/>
                  </a:lnTo>
                  <a:lnTo>
                    <a:pt x="6342436" y="2010357"/>
                  </a:lnTo>
                  <a:lnTo>
                    <a:pt x="6344147" y="2075462"/>
                  </a:lnTo>
                  <a:lnTo>
                    <a:pt x="6345859" y="2136789"/>
                  </a:lnTo>
                  <a:lnTo>
                    <a:pt x="6347570" y="2191789"/>
                  </a:lnTo>
                  <a:lnTo>
                    <a:pt x="6349281" y="2321602"/>
                  </a:lnTo>
                  <a:lnTo>
                    <a:pt x="6350993" y="2397855"/>
                  </a:lnTo>
                  <a:lnTo>
                    <a:pt x="6352704" y="2446540"/>
                  </a:lnTo>
                  <a:lnTo>
                    <a:pt x="6354416" y="2462202"/>
                  </a:lnTo>
                  <a:lnTo>
                    <a:pt x="6356127" y="2529369"/>
                  </a:lnTo>
                  <a:lnTo>
                    <a:pt x="6357838" y="2662228"/>
                  </a:lnTo>
                  <a:lnTo>
                    <a:pt x="6359550" y="2739417"/>
                  </a:lnTo>
                  <a:lnTo>
                    <a:pt x="6361261" y="2825156"/>
                  </a:lnTo>
                  <a:lnTo>
                    <a:pt x="6362973" y="2910173"/>
                  </a:lnTo>
                  <a:lnTo>
                    <a:pt x="6364684" y="2838984"/>
                  </a:lnTo>
                  <a:lnTo>
                    <a:pt x="6366395" y="2684872"/>
                  </a:lnTo>
                  <a:lnTo>
                    <a:pt x="6368107" y="2625991"/>
                  </a:lnTo>
                  <a:lnTo>
                    <a:pt x="6369818" y="2589065"/>
                  </a:lnTo>
                  <a:lnTo>
                    <a:pt x="6371530" y="2549380"/>
                  </a:lnTo>
                  <a:lnTo>
                    <a:pt x="6373241" y="2527027"/>
                  </a:lnTo>
                  <a:lnTo>
                    <a:pt x="6374952" y="2672200"/>
                  </a:lnTo>
                  <a:lnTo>
                    <a:pt x="6376664" y="2830054"/>
                  </a:lnTo>
                  <a:lnTo>
                    <a:pt x="6378375" y="2869290"/>
                  </a:lnTo>
                  <a:lnTo>
                    <a:pt x="6380087" y="2791501"/>
                  </a:lnTo>
                  <a:lnTo>
                    <a:pt x="6381798" y="2667450"/>
                  </a:lnTo>
                  <a:lnTo>
                    <a:pt x="6383509" y="2622568"/>
                  </a:lnTo>
                  <a:lnTo>
                    <a:pt x="6385221" y="2496257"/>
                  </a:lnTo>
                  <a:lnTo>
                    <a:pt x="6386932" y="2356915"/>
                  </a:lnTo>
                  <a:lnTo>
                    <a:pt x="6388644" y="2312338"/>
                  </a:lnTo>
                  <a:lnTo>
                    <a:pt x="6390355" y="2305469"/>
                  </a:lnTo>
                  <a:lnTo>
                    <a:pt x="6392066" y="2357466"/>
                  </a:lnTo>
                  <a:lnTo>
                    <a:pt x="6393778" y="2345843"/>
                  </a:lnTo>
                  <a:lnTo>
                    <a:pt x="6395489" y="2367877"/>
                  </a:lnTo>
                  <a:lnTo>
                    <a:pt x="6397201" y="2371597"/>
                  </a:lnTo>
                  <a:lnTo>
                    <a:pt x="6398912" y="2219054"/>
                  </a:lnTo>
                  <a:lnTo>
                    <a:pt x="6400623" y="2078942"/>
                  </a:lnTo>
                  <a:lnTo>
                    <a:pt x="6402335" y="1976219"/>
                  </a:lnTo>
                  <a:lnTo>
                    <a:pt x="6404046" y="1902097"/>
                  </a:lnTo>
                  <a:lnTo>
                    <a:pt x="6405758" y="1814698"/>
                  </a:lnTo>
                  <a:lnTo>
                    <a:pt x="6407469" y="1725322"/>
                  </a:lnTo>
                  <a:lnTo>
                    <a:pt x="6409180" y="1724877"/>
                  </a:lnTo>
                  <a:lnTo>
                    <a:pt x="6410892" y="1747241"/>
                  </a:lnTo>
                  <a:lnTo>
                    <a:pt x="6412603" y="1784284"/>
                  </a:lnTo>
                  <a:lnTo>
                    <a:pt x="6414315" y="1857326"/>
                  </a:lnTo>
                  <a:lnTo>
                    <a:pt x="6416026" y="1980838"/>
                  </a:lnTo>
                  <a:lnTo>
                    <a:pt x="6417737" y="2134114"/>
                  </a:lnTo>
                  <a:lnTo>
                    <a:pt x="6419449" y="2200755"/>
                  </a:lnTo>
                  <a:lnTo>
                    <a:pt x="6421160" y="2262635"/>
                  </a:lnTo>
                  <a:lnTo>
                    <a:pt x="6422872" y="2320777"/>
                  </a:lnTo>
                  <a:lnTo>
                    <a:pt x="6424583" y="2326745"/>
                  </a:lnTo>
                  <a:lnTo>
                    <a:pt x="6426294" y="2300758"/>
                  </a:lnTo>
                  <a:lnTo>
                    <a:pt x="6428006" y="2247042"/>
                  </a:lnTo>
                  <a:lnTo>
                    <a:pt x="6429717" y="2355778"/>
                  </a:lnTo>
                  <a:lnTo>
                    <a:pt x="6431428" y="2462675"/>
                  </a:lnTo>
                  <a:lnTo>
                    <a:pt x="6433140" y="2471991"/>
                  </a:lnTo>
                  <a:lnTo>
                    <a:pt x="6434851" y="2502435"/>
                  </a:lnTo>
                  <a:lnTo>
                    <a:pt x="6436563" y="2552372"/>
                  </a:lnTo>
                  <a:lnTo>
                    <a:pt x="6438274" y="2612568"/>
                  </a:lnTo>
                  <a:lnTo>
                    <a:pt x="6439985" y="2568931"/>
                  </a:lnTo>
                  <a:lnTo>
                    <a:pt x="6441697" y="2582850"/>
                  </a:lnTo>
                  <a:lnTo>
                    <a:pt x="6443408" y="2674307"/>
                  </a:lnTo>
                  <a:lnTo>
                    <a:pt x="6445120" y="2745676"/>
                  </a:lnTo>
                  <a:lnTo>
                    <a:pt x="6446831" y="2822063"/>
                  </a:lnTo>
                  <a:lnTo>
                    <a:pt x="6448542" y="2886028"/>
                  </a:lnTo>
                  <a:lnTo>
                    <a:pt x="6450254" y="2848428"/>
                  </a:lnTo>
                  <a:lnTo>
                    <a:pt x="6451965" y="2671270"/>
                  </a:lnTo>
                  <a:lnTo>
                    <a:pt x="6453677" y="2543349"/>
                  </a:lnTo>
                  <a:lnTo>
                    <a:pt x="6455388" y="2492969"/>
                  </a:lnTo>
                  <a:lnTo>
                    <a:pt x="6457099" y="2410815"/>
                  </a:lnTo>
                  <a:lnTo>
                    <a:pt x="6458811" y="2360436"/>
                  </a:lnTo>
                  <a:lnTo>
                    <a:pt x="6460522" y="2487788"/>
                  </a:lnTo>
                  <a:lnTo>
                    <a:pt x="6462234" y="2732534"/>
                  </a:lnTo>
                  <a:lnTo>
                    <a:pt x="6463945" y="2854877"/>
                  </a:lnTo>
                  <a:lnTo>
                    <a:pt x="6465656" y="2821951"/>
                  </a:lnTo>
                  <a:lnTo>
                    <a:pt x="6467368" y="2832345"/>
                  </a:lnTo>
                  <a:lnTo>
                    <a:pt x="6469079" y="2877320"/>
                  </a:lnTo>
                  <a:lnTo>
                    <a:pt x="6470791" y="2793887"/>
                  </a:lnTo>
                  <a:lnTo>
                    <a:pt x="6472502" y="2552882"/>
                  </a:lnTo>
                  <a:lnTo>
                    <a:pt x="6474213" y="2342552"/>
                  </a:lnTo>
                  <a:lnTo>
                    <a:pt x="6475925" y="2210222"/>
                  </a:lnTo>
                  <a:lnTo>
                    <a:pt x="6477636" y="2108425"/>
                  </a:lnTo>
                  <a:lnTo>
                    <a:pt x="6479348" y="1916592"/>
                  </a:lnTo>
                  <a:lnTo>
                    <a:pt x="6481059" y="1765616"/>
                  </a:lnTo>
                  <a:lnTo>
                    <a:pt x="6482770" y="1725504"/>
                  </a:lnTo>
                  <a:lnTo>
                    <a:pt x="6484482" y="1679492"/>
                  </a:lnTo>
                  <a:lnTo>
                    <a:pt x="6486193" y="1597791"/>
                  </a:lnTo>
                  <a:lnTo>
                    <a:pt x="6487905" y="1402663"/>
                  </a:lnTo>
                  <a:lnTo>
                    <a:pt x="6489616" y="1248431"/>
                  </a:lnTo>
                  <a:lnTo>
                    <a:pt x="6491327" y="1256560"/>
                  </a:lnTo>
                  <a:lnTo>
                    <a:pt x="6493039" y="1340068"/>
                  </a:lnTo>
                  <a:lnTo>
                    <a:pt x="6494750" y="1425718"/>
                  </a:lnTo>
                  <a:lnTo>
                    <a:pt x="6496462" y="1600123"/>
                  </a:lnTo>
                  <a:lnTo>
                    <a:pt x="6498173" y="1794787"/>
                  </a:lnTo>
                  <a:lnTo>
                    <a:pt x="6499884" y="2024708"/>
                  </a:lnTo>
                  <a:lnTo>
                    <a:pt x="6501596" y="2042814"/>
                  </a:lnTo>
                  <a:lnTo>
                    <a:pt x="6503307" y="1950229"/>
                  </a:lnTo>
                  <a:lnTo>
                    <a:pt x="6505019" y="1897089"/>
                  </a:lnTo>
                  <a:lnTo>
                    <a:pt x="6506730" y="1795708"/>
                  </a:lnTo>
                  <a:lnTo>
                    <a:pt x="6508441" y="1786088"/>
                  </a:lnTo>
                  <a:lnTo>
                    <a:pt x="6510153" y="1799131"/>
                  </a:lnTo>
                  <a:lnTo>
                    <a:pt x="6511864" y="1827653"/>
                  </a:lnTo>
                  <a:lnTo>
                    <a:pt x="6513576" y="1969589"/>
                  </a:lnTo>
                  <a:lnTo>
                    <a:pt x="6515287" y="2083732"/>
                  </a:lnTo>
                  <a:lnTo>
                    <a:pt x="6516998" y="2130128"/>
                  </a:lnTo>
                  <a:lnTo>
                    <a:pt x="6518710" y="2206359"/>
                  </a:lnTo>
                  <a:lnTo>
                    <a:pt x="6520421" y="2122602"/>
                  </a:lnTo>
                  <a:lnTo>
                    <a:pt x="6522133" y="2030550"/>
                  </a:lnTo>
                  <a:lnTo>
                    <a:pt x="6523844" y="1849365"/>
                  </a:lnTo>
                  <a:lnTo>
                    <a:pt x="6525555" y="1814981"/>
                  </a:lnTo>
                  <a:lnTo>
                    <a:pt x="6527267" y="1830189"/>
                  </a:lnTo>
                  <a:lnTo>
                    <a:pt x="6528978" y="1618718"/>
                  </a:lnTo>
                  <a:lnTo>
                    <a:pt x="6530690" y="1528830"/>
                  </a:lnTo>
                  <a:lnTo>
                    <a:pt x="6532401" y="1555178"/>
                  </a:lnTo>
                  <a:lnTo>
                    <a:pt x="6534112" y="1679647"/>
                  </a:lnTo>
                  <a:lnTo>
                    <a:pt x="6535824" y="1607419"/>
                  </a:lnTo>
                  <a:lnTo>
                    <a:pt x="6537535" y="1500002"/>
                  </a:lnTo>
                  <a:lnTo>
                    <a:pt x="6539246" y="1444484"/>
                  </a:lnTo>
                  <a:lnTo>
                    <a:pt x="6540958" y="1379450"/>
                  </a:lnTo>
                  <a:lnTo>
                    <a:pt x="6542669" y="1277548"/>
                  </a:lnTo>
                  <a:lnTo>
                    <a:pt x="6544381" y="1083530"/>
                  </a:lnTo>
                  <a:lnTo>
                    <a:pt x="6546092" y="957933"/>
                  </a:lnTo>
                  <a:lnTo>
                    <a:pt x="6547803" y="810691"/>
                  </a:lnTo>
                  <a:lnTo>
                    <a:pt x="6549515" y="720752"/>
                  </a:lnTo>
                  <a:lnTo>
                    <a:pt x="6551226" y="696037"/>
                  </a:lnTo>
                  <a:lnTo>
                    <a:pt x="6552938" y="675908"/>
                  </a:lnTo>
                  <a:lnTo>
                    <a:pt x="6554649" y="699477"/>
                  </a:lnTo>
                  <a:lnTo>
                    <a:pt x="6556360" y="766783"/>
                  </a:lnTo>
                  <a:lnTo>
                    <a:pt x="6558072" y="955024"/>
                  </a:lnTo>
                  <a:lnTo>
                    <a:pt x="6559783" y="995461"/>
                  </a:lnTo>
                  <a:lnTo>
                    <a:pt x="6561495" y="878832"/>
                  </a:lnTo>
                  <a:lnTo>
                    <a:pt x="6563206" y="771765"/>
                  </a:lnTo>
                  <a:lnTo>
                    <a:pt x="6564917" y="738948"/>
                  </a:lnTo>
                  <a:lnTo>
                    <a:pt x="6566629" y="561223"/>
                  </a:lnTo>
                  <a:lnTo>
                    <a:pt x="6568340" y="233392"/>
                  </a:lnTo>
                  <a:lnTo>
                    <a:pt x="6570052" y="65006"/>
                  </a:lnTo>
                  <a:lnTo>
                    <a:pt x="6571763" y="56069"/>
                  </a:lnTo>
                  <a:lnTo>
                    <a:pt x="6573474" y="46789"/>
                  </a:lnTo>
                  <a:lnTo>
                    <a:pt x="6575186" y="0"/>
                  </a:lnTo>
                  <a:lnTo>
                    <a:pt x="6575186" y="0"/>
                  </a:lnTo>
                  <a:lnTo>
                    <a:pt x="6576897" y="118343"/>
                  </a:lnTo>
                  <a:lnTo>
                    <a:pt x="6578609" y="330189"/>
                  </a:lnTo>
                  <a:lnTo>
                    <a:pt x="6580320" y="475297"/>
                  </a:lnTo>
                  <a:lnTo>
                    <a:pt x="6582031" y="489539"/>
                  </a:lnTo>
                  <a:lnTo>
                    <a:pt x="6583743" y="552357"/>
                  </a:lnTo>
                  <a:lnTo>
                    <a:pt x="6585454" y="665121"/>
                  </a:lnTo>
                  <a:lnTo>
                    <a:pt x="6587166" y="753722"/>
                  </a:lnTo>
                  <a:lnTo>
                    <a:pt x="6588877" y="789898"/>
                  </a:lnTo>
                  <a:lnTo>
                    <a:pt x="6590588" y="850329"/>
                  </a:lnTo>
                  <a:lnTo>
                    <a:pt x="6592300" y="1028360"/>
                  </a:lnTo>
                  <a:lnTo>
                    <a:pt x="6594011" y="1143031"/>
                  </a:lnTo>
                  <a:lnTo>
                    <a:pt x="6595723" y="1144435"/>
                  </a:lnTo>
                  <a:lnTo>
                    <a:pt x="6597434" y="1073174"/>
                  </a:lnTo>
                  <a:lnTo>
                    <a:pt x="6599145" y="1024739"/>
                  </a:lnTo>
                  <a:lnTo>
                    <a:pt x="6600857" y="1065063"/>
                  </a:lnTo>
                  <a:lnTo>
                    <a:pt x="6602568" y="1002427"/>
                  </a:lnTo>
                  <a:lnTo>
                    <a:pt x="6604280" y="818795"/>
                  </a:lnTo>
                  <a:lnTo>
                    <a:pt x="6605991" y="723723"/>
                  </a:lnTo>
                  <a:lnTo>
                    <a:pt x="6607702" y="667678"/>
                  </a:lnTo>
                  <a:lnTo>
                    <a:pt x="6609414" y="542883"/>
                  </a:lnTo>
                  <a:lnTo>
                    <a:pt x="6611125" y="400081"/>
                  </a:lnTo>
                  <a:lnTo>
                    <a:pt x="6612837" y="354833"/>
                  </a:lnTo>
                  <a:lnTo>
                    <a:pt x="6614548" y="519206"/>
                  </a:lnTo>
                  <a:lnTo>
                    <a:pt x="6616259" y="648038"/>
                  </a:lnTo>
                  <a:lnTo>
                    <a:pt x="6617971" y="654078"/>
                  </a:lnTo>
                  <a:lnTo>
                    <a:pt x="6619682" y="652382"/>
                  </a:lnTo>
                  <a:lnTo>
                    <a:pt x="6621394" y="576696"/>
                  </a:lnTo>
                  <a:lnTo>
                    <a:pt x="6623105" y="489770"/>
                  </a:lnTo>
                  <a:lnTo>
                    <a:pt x="6624816" y="406244"/>
                  </a:lnTo>
                  <a:lnTo>
                    <a:pt x="6626528" y="282167"/>
                  </a:lnTo>
                  <a:lnTo>
                    <a:pt x="6628239" y="260413"/>
                  </a:lnTo>
                  <a:lnTo>
                    <a:pt x="6629951" y="415341"/>
                  </a:lnTo>
                  <a:lnTo>
                    <a:pt x="6631662" y="622337"/>
                  </a:lnTo>
                  <a:lnTo>
                    <a:pt x="6633373" y="802010"/>
                  </a:lnTo>
                  <a:lnTo>
                    <a:pt x="6635085" y="966469"/>
                  </a:lnTo>
                  <a:lnTo>
                    <a:pt x="6636796" y="1096877"/>
                  </a:lnTo>
                  <a:lnTo>
                    <a:pt x="6638508" y="1182567"/>
                  </a:lnTo>
                  <a:lnTo>
                    <a:pt x="6640219" y="1175695"/>
                  </a:lnTo>
                  <a:lnTo>
                    <a:pt x="6641930" y="1112616"/>
                  </a:lnTo>
                  <a:lnTo>
                    <a:pt x="6643642" y="1048338"/>
                  </a:lnTo>
                  <a:lnTo>
                    <a:pt x="6645353" y="1023632"/>
                  </a:lnTo>
                  <a:lnTo>
                    <a:pt x="6647064" y="1079773"/>
                  </a:lnTo>
                  <a:lnTo>
                    <a:pt x="6648776" y="1114137"/>
                  </a:lnTo>
                  <a:lnTo>
                    <a:pt x="6650487" y="1074007"/>
                  </a:lnTo>
                  <a:lnTo>
                    <a:pt x="6652199" y="1099532"/>
                  </a:lnTo>
                  <a:lnTo>
                    <a:pt x="6653910" y="1200519"/>
                  </a:lnTo>
                  <a:lnTo>
                    <a:pt x="6655621" y="1170166"/>
                  </a:lnTo>
                  <a:lnTo>
                    <a:pt x="6657333" y="1083366"/>
                  </a:lnTo>
                  <a:lnTo>
                    <a:pt x="6659044" y="1068405"/>
                  </a:lnTo>
                  <a:lnTo>
                    <a:pt x="6660756" y="1188457"/>
                  </a:lnTo>
                  <a:lnTo>
                    <a:pt x="6662467" y="1426304"/>
                  </a:lnTo>
                  <a:lnTo>
                    <a:pt x="6664178" y="1436587"/>
                  </a:lnTo>
                  <a:lnTo>
                    <a:pt x="6665890" y="1415265"/>
                  </a:lnTo>
                  <a:lnTo>
                    <a:pt x="6667601" y="1469202"/>
                  </a:lnTo>
                  <a:lnTo>
                    <a:pt x="6669313" y="1658937"/>
                  </a:lnTo>
                  <a:lnTo>
                    <a:pt x="6671024" y="1898905"/>
                  </a:lnTo>
                  <a:lnTo>
                    <a:pt x="6672735" y="1970420"/>
                  </a:lnTo>
                  <a:lnTo>
                    <a:pt x="6674447" y="2139779"/>
                  </a:lnTo>
                  <a:lnTo>
                    <a:pt x="6676158" y="2408183"/>
                  </a:lnTo>
                  <a:lnTo>
                    <a:pt x="6677870" y="2603796"/>
                  </a:lnTo>
                  <a:lnTo>
                    <a:pt x="6679581" y="2619001"/>
                  </a:lnTo>
                  <a:lnTo>
                    <a:pt x="6681292" y="2484586"/>
                  </a:lnTo>
                  <a:lnTo>
                    <a:pt x="6683004" y="2413256"/>
                  </a:lnTo>
                  <a:lnTo>
                    <a:pt x="6684715" y="2406350"/>
                  </a:lnTo>
                  <a:lnTo>
                    <a:pt x="6686427" y="2312197"/>
                  </a:lnTo>
                  <a:lnTo>
                    <a:pt x="6688138" y="2327568"/>
                  </a:lnTo>
                  <a:lnTo>
                    <a:pt x="6689849" y="2291396"/>
                  </a:lnTo>
                  <a:lnTo>
                    <a:pt x="6691561" y="2354136"/>
                  </a:lnTo>
                  <a:lnTo>
                    <a:pt x="6693272" y="2475434"/>
                  </a:lnTo>
                  <a:lnTo>
                    <a:pt x="6694984" y="2565231"/>
                  </a:lnTo>
                  <a:lnTo>
                    <a:pt x="6696695" y="2615855"/>
                  </a:lnTo>
                  <a:lnTo>
                    <a:pt x="6698406" y="2579309"/>
                  </a:lnTo>
                  <a:lnTo>
                    <a:pt x="6700118" y="2684804"/>
                  </a:lnTo>
                  <a:lnTo>
                    <a:pt x="6701829" y="2741210"/>
                  </a:lnTo>
                  <a:lnTo>
                    <a:pt x="6703541" y="2700319"/>
                  </a:lnTo>
                  <a:lnTo>
                    <a:pt x="6705252" y="2676934"/>
                  </a:lnTo>
                  <a:lnTo>
                    <a:pt x="6706963" y="2685196"/>
                  </a:lnTo>
                  <a:lnTo>
                    <a:pt x="6708675" y="2744394"/>
                  </a:lnTo>
                  <a:lnTo>
                    <a:pt x="6710386" y="2780588"/>
                  </a:lnTo>
                  <a:lnTo>
                    <a:pt x="6712098" y="2779823"/>
                  </a:lnTo>
                  <a:lnTo>
                    <a:pt x="6713809" y="2808388"/>
                  </a:lnTo>
                  <a:lnTo>
                    <a:pt x="6715520" y="2831606"/>
                  </a:lnTo>
                  <a:lnTo>
                    <a:pt x="6717232" y="2820129"/>
                  </a:lnTo>
                  <a:lnTo>
                    <a:pt x="6718943" y="2733896"/>
                  </a:lnTo>
                  <a:lnTo>
                    <a:pt x="6720655" y="2673720"/>
                  </a:lnTo>
                  <a:lnTo>
                    <a:pt x="6722366" y="2557943"/>
                  </a:lnTo>
                  <a:lnTo>
                    <a:pt x="6724077" y="2407600"/>
                  </a:lnTo>
                  <a:lnTo>
                    <a:pt x="6725789" y="2213661"/>
                  </a:lnTo>
                  <a:lnTo>
                    <a:pt x="6727500" y="2054381"/>
                  </a:lnTo>
                  <a:lnTo>
                    <a:pt x="6729212" y="1918773"/>
                  </a:lnTo>
                  <a:lnTo>
                    <a:pt x="6730923" y="1761468"/>
                  </a:lnTo>
                  <a:lnTo>
                    <a:pt x="6732634" y="1691762"/>
                  </a:lnTo>
                  <a:lnTo>
                    <a:pt x="6734346" y="1587183"/>
                  </a:lnTo>
                  <a:lnTo>
                    <a:pt x="6736057" y="1601842"/>
                  </a:lnTo>
                  <a:lnTo>
                    <a:pt x="6737769" y="1693188"/>
                  </a:lnTo>
                  <a:lnTo>
                    <a:pt x="6739480" y="1725355"/>
                  </a:lnTo>
                  <a:lnTo>
                    <a:pt x="6741191" y="1699900"/>
                  </a:lnTo>
                  <a:lnTo>
                    <a:pt x="6742903" y="1665149"/>
                  </a:lnTo>
                  <a:lnTo>
                    <a:pt x="6744614" y="1750766"/>
                  </a:lnTo>
                  <a:lnTo>
                    <a:pt x="6746325" y="1732279"/>
                  </a:lnTo>
                  <a:lnTo>
                    <a:pt x="6748037" y="1714687"/>
                  </a:lnTo>
                  <a:lnTo>
                    <a:pt x="6749748" y="1766594"/>
                  </a:lnTo>
                  <a:lnTo>
                    <a:pt x="6751460" y="1922477"/>
                  </a:lnTo>
                  <a:lnTo>
                    <a:pt x="6753171" y="2050785"/>
                  </a:lnTo>
                  <a:lnTo>
                    <a:pt x="6754882" y="2041545"/>
                  </a:lnTo>
                  <a:lnTo>
                    <a:pt x="6756594" y="2066344"/>
                  </a:lnTo>
                  <a:lnTo>
                    <a:pt x="6758305" y="2107461"/>
                  </a:lnTo>
                  <a:lnTo>
                    <a:pt x="6760017" y="2115031"/>
                  </a:lnTo>
                  <a:lnTo>
                    <a:pt x="6761728" y="2044011"/>
                  </a:lnTo>
                  <a:lnTo>
                    <a:pt x="6763439" y="2077073"/>
                  </a:lnTo>
                  <a:lnTo>
                    <a:pt x="6765151" y="2212975"/>
                  </a:lnTo>
                  <a:lnTo>
                    <a:pt x="6766862" y="2381441"/>
                  </a:lnTo>
                  <a:lnTo>
                    <a:pt x="6768574" y="2431497"/>
                  </a:lnTo>
                  <a:lnTo>
                    <a:pt x="6770285" y="2487333"/>
                  </a:lnTo>
                  <a:lnTo>
                    <a:pt x="6771996" y="2531531"/>
                  </a:lnTo>
                  <a:lnTo>
                    <a:pt x="6773708" y="2447687"/>
                  </a:lnTo>
                  <a:lnTo>
                    <a:pt x="6775419" y="2372911"/>
                  </a:lnTo>
                  <a:lnTo>
                    <a:pt x="6777131" y="2355601"/>
                  </a:lnTo>
                  <a:lnTo>
                    <a:pt x="6778842" y="2388520"/>
                  </a:lnTo>
                  <a:lnTo>
                    <a:pt x="6780553" y="2454868"/>
                  </a:lnTo>
                  <a:lnTo>
                    <a:pt x="6782265" y="2516724"/>
                  </a:lnTo>
                  <a:lnTo>
                    <a:pt x="6783976" y="2537577"/>
                  </a:lnTo>
                  <a:lnTo>
                    <a:pt x="6785688" y="2519035"/>
                  </a:lnTo>
                  <a:lnTo>
                    <a:pt x="6787399" y="2456424"/>
                  </a:lnTo>
                  <a:lnTo>
                    <a:pt x="6789110" y="2435546"/>
                  </a:lnTo>
                  <a:lnTo>
                    <a:pt x="6790822" y="2428962"/>
                  </a:lnTo>
                  <a:lnTo>
                    <a:pt x="6792533" y="2432922"/>
                  </a:lnTo>
                  <a:lnTo>
                    <a:pt x="6794245" y="2521331"/>
                  </a:lnTo>
                  <a:lnTo>
                    <a:pt x="6795956" y="2558016"/>
                  </a:lnTo>
                  <a:lnTo>
                    <a:pt x="6797667" y="2562701"/>
                  </a:lnTo>
                  <a:lnTo>
                    <a:pt x="6799379" y="2611438"/>
                  </a:lnTo>
                  <a:lnTo>
                    <a:pt x="6801090" y="2664765"/>
                  </a:lnTo>
                  <a:lnTo>
                    <a:pt x="6802802" y="2657007"/>
                  </a:lnTo>
                  <a:lnTo>
                    <a:pt x="6804513" y="2538482"/>
                  </a:lnTo>
                  <a:lnTo>
                    <a:pt x="6806224" y="2461939"/>
                  </a:lnTo>
                  <a:lnTo>
                    <a:pt x="6807936" y="2383713"/>
                  </a:lnTo>
                  <a:lnTo>
                    <a:pt x="6809647" y="2247307"/>
                  </a:lnTo>
                  <a:lnTo>
                    <a:pt x="6811359" y="2112564"/>
                  </a:lnTo>
                  <a:lnTo>
                    <a:pt x="6813070" y="2050116"/>
                  </a:lnTo>
                  <a:lnTo>
                    <a:pt x="6814781" y="2054442"/>
                  </a:lnTo>
                  <a:lnTo>
                    <a:pt x="6816493" y="2062848"/>
                  </a:lnTo>
                  <a:lnTo>
                    <a:pt x="6818204" y="2046507"/>
                  </a:lnTo>
                  <a:lnTo>
                    <a:pt x="6819916" y="2041508"/>
                  </a:lnTo>
                  <a:lnTo>
                    <a:pt x="6821627" y="2047294"/>
                  </a:lnTo>
                  <a:lnTo>
                    <a:pt x="6823338" y="2104974"/>
                  </a:lnTo>
                  <a:lnTo>
                    <a:pt x="6825050" y="2236815"/>
                  </a:lnTo>
                  <a:lnTo>
                    <a:pt x="6826761" y="2420273"/>
                  </a:lnTo>
                  <a:lnTo>
                    <a:pt x="6828473" y="2625153"/>
                  </a:lnTo>
                  <a:lnTo>
                    <a:pt x="6830184" y="2814126"/>
                  </a:lnTo>
                  <a:lnTo>
                    <a:pt x="6831895" y="2932827"/>
                  </a:lnTo>
                  <a:lnTo>
                    <a:pt x="6833607" y="2917187"/>
                  </a:lnTo>
                  <a:lnTo>
                    <a:pt x="6835318" y="2798759"/>
                  </a:lnTo>
                  <a:lnTo>
                    <a:pt x="6837030" y="2639112"/>
                  </a:lnTo>
                  <a:lnTo>
                    <a:pt x="6838741" y="2573037"/>
                  </a:lnTo>
                  <a:lnTo>
                    <a:pt x="6840452" y="2480784"/>
                  </a:lnTo>
                  <a:lnTo>
                    <a:pt x="6842164" y="2403451"/>
                  </a:lnTo>
                  <a:lnTo>
                    <a:pt x="6843875" y="2458470"/>
                  </a:lnTo>
                  <a:lnTo>
                    <a:pt x="6845587" y="2636221"/>
                  </a:lnTo>
                  <a:lnTo>
                    <a:pt x="6847298" y="2796115"/>
                  </a:lnTo>
                  <a:lnTo>
                    <a:pt x="6849009" y="2873855"/>
                  </a:lnTo>
                  <a:lnTo>
                    <a:pt x="6850721" y="2971739"/>
                  </a:lnTo>
                  <a:lnTo>
                    <a:pt x="6852432" y="2943762"/>
                  </a:lnTo>
                  <a:lnTo>
                    <a:pt x="6854143" y="2830922"/>
                  </a:lnTo>
                  <a:lnTo>
                    <a:pt x="6855855" y="2748813"/>
                  </a:lnTo>
                  <a:lnTo>
                    <a:pt x="6857566" y="2679216"/>
                  </a:lnTo>
                  <a:lnTo>
                    <a:pt x="6859278" y="2522849"/>
                  </a:lnTo>
                  <a:lnTo>
                    <a:pt x="6860989" y="2429255"/>
                  </a:lnTo>
                  <a:lnTo>
                    <a:pt x="6862700" y="2540018"/>
                  </a:lnTo>
                  <a:lnTo>
                    <a:pt x="6864412" y="2655770"/>
                  </a:lnTo>
                  <a:lnTo>
                    <a:pt x="6866123" y="2640954"/>
                  </a:lnTo>
                  <a:lnTo>
                    <a:pt x="6867835" y="2649056"/>
                  </a:lnTo>
                  <a:lnTo>
                    <a:pt x="6869546" y="2741648"/>
                  </a:lnTo>
                  <a:lnTo>
                    <a:pt x="6871257" y="2711665"/>
                  </a:lnTo>
                  <a:lnTo>
                    <a:pt x="6872969" y="2605995"/>
                  </a:lnTo>
                  <a:lnTo>
                    <a:pt x="6874680" y="2589587"/>
                  </a:lnTo>
                  <a:lnTo>
                    <a:pt x="6876392" y="2672740"/>
                  </a:lnTo>
                  <a:lnTo>
                    <a:pt x="6878103" y="2729977"/>
                  </a:lnTo>
                  <a:lnTo>
                    <a:pt x="6879814" y="2755875"/>
                  </a:lnTo>
                  <a:lnTo>
                    <a:pt x="6881526" y="2782480"/>
                  </a:lnTo>
                  <a:lnTo>
                    <a:pt x="6883237" y="2854108"/>
                  </a:lnTo>
                  <a:lnTo>
                    <a:pt x="6884949" y="2862549"/>
                  </a:lnTo>
                  <a:lnTo>
                    <a:pt x="6886660" y="2738545"/>
                  </a:lnTo>
                  <a:lnTo>
                    <a:pt x="6888371" y="2629997"/>
                  </a:lnTo>
                  <a:lnTo>
                    <a:pt x="6890083" y="2524801"/>
                  </a:lnTo>
                  <a:lnTo>
                    <a:pt x="6891794" y="2482792"/>
                  </a:lnTo>
                  <a:lnTo>
                    <a:pt x="6893506" y="2472907"/>
                  </a:lnTo>
                  <a:lnTo>
                    <a:pt x="6895217" y="2543179"/>
                  </a:lnTo>
                  <a:lnTo>
                    <a:pt x="6896928" y="2710196"/>
                  </a:lnTo>
                  <a:lnTo>
                    <a:pt x="6898640" y="2775038"/>
                  </a:lnTo>
                  <a:lnTo>
                    <a:pt x="6900351" y="2864229"/>
                  </a:lnTo>
                  <a:lnTo>
                    <a:pt x="6902063" y="2980673"/>
                  </a:lnTo>
                  <a:lnTo>
                    <a:pt x="6903774" y="3013831"/>
                  </a:lnTo>
                  <a:lnTo>
                    <a:pt x="6905485" y="2960324"/>
                  </a:lnTo>
                  <a:lnTo>
                    <a:pt x="6907197" y="2838514"/>
                  </a:lnTo>
                  <a:lnTo>
                    <a:pt x="6908908" y="2732368"/>
                  </a:lnTo>
                  <a:lnTo>
                    <a:pt x="6910620" y="2648681"/>
                  </a:lnTo>
                  <a:lnTo>
                    <a:pt x="6912331" y="2526217"/>
                  </a:lnTo>
                  <a:lnTo>
                    <a:pt x="6914042" y="2427640"/>
                  </a:lnTo>
                  <a:lnTo>
                    <a:pt x="6915754" y="2344336"/>
                  </a:lnTo>
                  <a:lnTo>
                    <a:pt x="6917465" y="2309749"/>
                  </a:lnTo>
                  <a:lnTo>
                    <a:pt x="6919177" y="2394273"/>
                  </a:lnTo>
                  <a:lnTo>
                    <a:pt x="6920888" y="2424143"/>
                  </a:lnTo>
                  <a:lnTo>
                    <a:pt x="6922599" y="2484909"/>
                  </a:lnTo>
                  <a:lnTo>
                    <a:pt x="6924311" y="2563375"/>
                  </a:lnTo>
                  <a:lnTo>
                    <a:pt x="6926022" y="2581191"/>
                  </a:lnTo>
                  <a:lnTo>
                    <a:pt x="6927734" y="2662819"/>
                  </a:lnTo>
                  <a:lnTo>
                    <a:pt x="6929445" y="2708558"/>
                  </a:lnTo>
                  <a:lnTo>
                    <a:pt x="6931156" y="2733416"/>
                  </a:lnTo>
                  <a:lnTo>
                    <a:pt x="6932868" y="2689345"/>
                  </a:lnTo>
                  <a:lnTo>
                    <a:pt x="6934579" y="2618016"/>
                  </a:lnTo>
                  <a:lnTo>
                    <a:pt x="6936291" y="2678043"/>
                  </a:lnTo>
                  <a:lnTo>
                    <a:pt x="6938002" y="2673120"/>
                  </a:lnTo>
                  <a:lnTo>
                    <a:pt x="6939713" y="2563876"/>
                  </a:lnTo>
                  <a:lnTo>
                    <a:pt x="6941425" y="2520000"/>
                  </a:lnTo>
                  <a:lnTo>
                    <a:pt x="6943136" y="2555051"/>
                  </a:lnTo>
                  <a:lnTo>
                    <a:pt x="6944848" y="2537362"/>
                  </a:lnTo>
                  <a:lnTo>
                    <a:pt x="6946559" y="2497405"/>
                  </a:lnTo>
                  <a:lnTo>
                    <a:pt x="6948270" y="2533745"/>
                  </a:lnTo>
                  <a:lnTo>
                    <a:pt x="6949982" y="2593660"/>
                  </a:lnTo>
                  <a:lnTo>
                    <a:pt x="6951693" y="2568610"/>
                  </a:lnTo>
                  <a:lnTo>
                    <a:pt x="6953405" y="2542608"/>
                  </a:lnTo>
                  <a:lnTo>
                    <a:pt x="6955116" y="2614954"/>
                  </a:lnTo>
                  <a:lnTo>
                    <a:pt x="6956827" y="2643508"/>
                  </a:lnTo>
                  <a:lnTo>
                    <a:pt x="6958539" y="2648742"/>
                  </a:lnTo>
                  <a:lnTo>
                    <a:pt x="6960250" y="2733072"/>
                  </a:lnTo>
                  <a:lnTo>
                    <a:pt x="6961961" y="2857850"/>
                  </a:lnTo>
                  <a:lnTo>
                    <a:pt x="6963673" y="2900456"/>
                  </a:lnTo>
                  <a:lnTo>
                    <a:pt x="6965384" y="2869023"/>
                  </a:lnTo>
                  <a:lnTo>
                    <a:pt x="6967096" y="2742548"/>
                  </a:lnTo>
                  <a:lnTo>
                    <a:pt x="6968807" y="2611889"/>
                  </a:lnTo>
                  <a:lnTo>
                    <a:pt x="6970518" y="2543981"/>
                  </a:lnTo>
                  <a:lnTo>
                    <a:pt x="6972230" y="2437827"/>
                  </a:lnTo>
                  <a:lnTo>
                    <a:pt x="6973941" y="2393920"/>
                  </a:lnTo>
                  <a:lnTo>
                    <a:pt x="6975653" y="2372067"/>
                  </a:lnTo>
                  <a:lnTo>
                    <a:pt x="6977364" y="2347443"/>
                  </a:lnTo>
                  <a:lnTo>
                    <a:pt x="6979075" y="2238706"/>
                  </a:lnTo>
                  <a:lnTo>
                    <a:pt x="6980787" y="2124979"/>
                  </a:lnTo>
                  <a:lnTo>
                    <a:pt x="6982498" y="2134511"/>
                  </a:lnTo>
                  <a:lnTo>
                    <a:pt x="6984210" y="2103938"/>
                  </a:lnTo>
                  <a:lnTo>
                    <a:pt x="6985921" y="2095117"/>
                  </a:lnTo>
                  <a:lnTo>
                    <a:pt x="6987632" y="2135213"/>
                  </a:lnTo>
                  <a:lnTo>
                    <a:pt x="6989344" y="2213640"/>
                  </a:lnTo>
                  <a:lnTo>
                    <a:pt x="6991055" y="2220232"/>
                  </a:lnTo>
                  <a:lnTo>
                    <a:pt x="6992767" y="2155602"/>
                  </a:lnTo>
                  <a:lnTo>
                    <a:pt x="6994478" y="2189011"/>
                  </a:lnTo>
                  <a:lnTo>
                    <a:pt x="6996189" y="2204378"/>
                  </a:lnTo>
                  <a:lnTo>
                    <a:pt x="6997901" y="2235398"/>
                  </a:lnTo>
                  <a:lnTo>
                    <a:pt x="6999612" y="2212445"/>
                  </a:lnTo>
                  <a:lnTo>
                    <a:pt x="7001324" y="2188921"/>
                  </a:lnTo>
                  <a:lnTo>
                    <a:pt x="7003035" y="2208919"/>
                  </a:lnTo>
                  <a:lnTo>
                    <a:pt x="7004746" y="2228368"/>
                  </a:lnTo>
                  <a:lnTo>
                    <a:pt x="7006458" y="2267042"/>
                  </a:lnTo>
                  <a:lnTo>
                    <a:pt x="7008169" y="2343891"/>
                  </a:lnTo>
                  <a:lnTo>
                    <a:pt x="7009881" y="2487683"/>
                  </a:lnTo>
                  <a:lnTo>
                    <a:pt x="7011592" y="2621983"/>
                  </a:lnTo>
                  <a:lnTo>
                    <a:pt x="7013303" y="2667479"/>
                  </a:lnTo>
                  <a:lnTo>
                    <a:pt x="7015015" y="2668834"/>
                  </a:lnTo>
                  <a:lnTo>
                    <a:pt x="7016726" y="2642698"/>
                  </a:lnTo>
                  <a:lnTo>
                    <a:pt x="7018438" y="2648744"/>
                  </a:lnTo>
                  <a:lnTo>
                    <a:pt x="7020149" y="2676703"/>
                  </a:lnTo>
                  <a:lnTo>
                    <a:pt x="7021860" y="2742648"/>
                  </a:lnTo>
                  <a:lnTo>
                    <a:pt x="7023572" y="2867154"/>
                  </a:lnTo>
                  <a:lnTo>
                    <a:pt x="7025283" y="2941533"/>
                  </a:lnTo>
                  <a:lnTo>
                    <a:pt x="7026995" y="3028088"/>
                  </a:lnTo>
                  <a:lnTo>
                    <a:pt x="7028706" y="3060826"/>
                  </a:lnTo>
                  <a:lnTo>
                    <a:pt x="7030417" y="3016301"/>
                  </a:lnTo>
                  <a:lnTo>
                    <a:pt x="7032129" y="2964459"/>
                  </a:lnTo>
                  <a:lnTo>
                    <a:pt x="7033840" y="2942996"/>
                  </a:lnTo>
                  <a:lnTo>
                    <a:pt x="7035552" y="2922386"/>
                  </a:lnTo>
                  <a:lnTo>
                    <a:pt x="7037263" y="2909209"/>
                  </a:lnTo>
                  <a:lnTo>
                    <a:pt x="7038974" y="2899672"/>
                  </a:lnTo>
                  <a:lnTo>
                    <a:pt x="7040686" y="2893052"/>
                  </a:lnTo>
                  <a:lnTo>
                    <a:pt x="7042397" y="2918087"/>
                  </a:lnTo>
                  <a:lnTo>
                    <a:pt x="7044109" y="2918087"/>
                  </a:lnTo>
                  <a:lnTo>
                    <a:pt x="7045820" y="2938698"/>
                  </a:lnTo>
                  <a:lnTo>
                    <a:pt x="7047531" y="2932059"/>
                  </a:lnTo>
                  <a:lnTo>
                    <a:pt x="7049243" y="2923986"/>
                  </a:lnTo>
                  <a:lnTo>
                    <a:pt x="7050954" y="2969061"/>
                  </a:lnTo>
                  <a:lnTo>
                    <a:pt x="7052666" y="2974880"/>
                  </a:lnTo>
                  <a:lnTo>
                    <a:pt x="7054377" y="2974883"/>
                  </a:lnTo>
                  <a:lnTo>
                    <a:pt x="7056088" y="2963347"/>
                  </a:lnTo>
                  <a:lnTo>
                    <a:pt x="7057800" y="2950013"/>
                  </a:lnTo>
                  <a:lnTo>
                    <a:pt x="7059511" y="2937142"/>
                  </a:lnTo>
                  <a:lnTo>
                    <a:pt x="7061223" y="2935449"/>
                  </a:lnTo>
                  <a:lnTo>
                    <a:pt x="7062934" y="2991567"/>
                  </a:lnTo>
                  <a:lnTo>
                    <a:pt x="7064645" y="3039540"/>
                  </a:lnTo>
                  <a:lnTo>
                    <a:pt x="7066357" y="3062518"/>
                  </a:lnTo>
                  <a:lnTo>
                    <a:pt x="7068068" y="3093597"/>
                  </a:lnTo>
                  <a:lnTo>
                    <a:pt x="7069779" y="3056808"/>
                  </a:lnTo>
                  <a:lnTo>
                    <a:pt x="7071491" y="2956681"/>
                  </a:lnTo>
                  <a:lnTo>
                    <a:pt x="7073202" y="2770501"/>
                  </a:lnTo>
                  <a:lnTo>
                    <a:pt x="7074914" y="2570221"/>
                  </a:lnTo>
                  <a:lnTo>
                    <a:pt x="7076625" y="2441226"/>
                  </a:lnTo>
                  <a:lnTo>
                    <a:pt x="7078336" y="2388080"/>
                  </a:lnTo>
                  <a:lnTo>
                    <a:pt x="7080048" y="2380387"/>
                  </a:lnTo>
                  <a:lnTo>
                    <a:pt x="7081759" y="2363790"/>
                  </a:lnTo>
                  <a:lnTo>
                    <a:pt x="7083471" y="2369853"/>
                  </a:lnTo>
                  <a:lnTo>
                    <a:pt x="7085182" y="2423934"/>
                  </a:lnTo>
                  <a:lnTo>
                    <a:pt x="7086893" y="2399149"/>
                  </a:lnTo>
                  <a:lnTo>
                    <a:pt x="7088605" y="2354016"/>
                  </a:lnTo>
                  <a:lnTo>
                    <a:pt x="7090316" y="2379722"/>
                  </a:lnTo>
                  <a:lnTo>
                    <a:pt x="7092028" y="2429595"/>
                  </a:lnTo>
                  <a:lnTo>
                    <a:pt x="7093739" y="2404832"/>
                  </a:lnTo>
                  <a:lnTo>
                    <a:pt x="7095450" y="2243914"/>
                  </a:lnTo>
                  <a:lnTo>
                    <a:pt x="7097162" y="2080071"/>
                  </a:lnTo>
                  <a:lnTo>
                    <a:pt x="7098873" y="1960625"/>
                  </a:lnTo>
                  <a:lnTo>
                    <a:pt x="7100585" y="1834219"/>
                  </a:lnTo>
                  <a:lnTo>
                    <a:pt x="7102296" y="1762012"/>
                  </a:lnTo>
                  <a:lnTo>
                    <a:pt x="7104007" y="1839735"/>
                  </a:lnTo>
                  <a:lnTo>
                    <a:pt x="7105719" y="1947036"/>
                  </a:lnTo>
                  <a:lnTo>
                    <a:pt x="7107430" y="2055507"/>
                  </a:lnTo>
                  <a:lnTo>
                    <a:pt x="7109142" y="2069626"/>
                  </a:lnTo>
                  <a:lnTo>
                    <a:pt x="7110853" y="2047511"/>
                  </a:lnTo>
                  <a:lnTo>
                    <a:pt x="7112564" y="2006932"/>
                  </a:lnTo>
                  <a:lnTo>
                    <a:pt x="7114276" y="1921164"/>
                  </a:lnTo>
                  <a:lnTo>
                    <a:pt x="7115987" y="1931701"/>
                  </a:lnTo>
                  <a:lnTo>
                    <a:pt x="7117699" y="2055064"/>
                  </a:lnTo>
                  <a:lnTo>
                    <a:pt x="7119410" y="2236221"/>
                  </a:lnTo>
                  <a:lnTo>
                    <a:pt x="7121121" y="2416472"/>
                  </a:lnTo>
                  <a:lnTo>
                    <a:pt x="7122833" y="2560675"/>
                  </a:lnTo>
                  <a:lnTo>
                    <a:pt x="7124544" y="2667462"/>
                  </a:lnTo>
                  <a:lnTo>
                    <a:pt x="7126256" y="2754654"/>
                  </a:lnTo>
                  <a:lnTo>
                    <a:pt x="7127967" y="2812735"/>
                  </a:lnTo>
                  <a:lnTo>
                    <a:pt x="7129678" y="2864438"/>
                  </a:lnTo>
                  <a:lnTo>
                    <a:pt x="7131390" y="2909768"/>
                  </a:lnTo>
                  <a:lnTo>
                    <a:pt x="7133101" y="2945894"/>
                  </a:lnTo>
                  <a:lnTo>
                    <a:pt x="7134813" y="2878531"/>
                  </a:lnTo>
                  <a:lnTo>
                    <a:pt x="7136524" y="2782467"/>
                  </a:lnTo>
                  <a:lnTo>
                    <a:pt x="7138235" y="2642372"/>
                  </a:lnTo>
                  <a:lnTo>
                    <a:pt x="7139947" y="2541657"/>
                  </a:lnTo>
                  <a:lnTo>
                    <a:pt x="7141658" y="2478679"/>
                  </a:lnTo>
                  <a:lnTo>
                    <a:pt x="7143370" y="2419781"/>
                  </a:lnTo>
                  <a:lnTo>
                    <a:pt x="7145081" y="2495637"/>
                  </a:lnTo>
                  <a:lnTo>
                    <a:pt x="7146792" y="2604606"/>
                  </a:lnTo>
                  <a:lnTo>
                    <a:pt x="7148504" y="2685323"/>
                  </a:lnTo>
                  <a:lnTo>
                    <a:pt x="7150215" y="2658217"/>
                  </a:lnTo>
                  <a:lnTo>
                    <a:pt x="7151927" y="2593832"/>
                  </a:lnTo>
                  <a:lnTo>
                    <a:pt x="7153638" y="2578037"/>
                  </a:lnTo>
                  <a:lnTo>
                    <a:pt x="7155349" y="2532399"/>
                  </a:lnTo>
                  <a:lnTo>
                    <a:pt x="7157061" y="2463603"/>
                  </a:lnTo>
                  <a:lnTo>
                    <a:pt x="7158772" y="2437433"/>
                  </a:lnTo>
                  <a:lnTo>
                    <a:pt x="7160484" y="2377856"/>
                  </a:lnTo>
                  <a:lnTo>
                    <a:pt x="7162195" y="2304289"/>
                  </a:lnTo>
                  <a:lnTo>
                    <a:pt x="7163906" y="2233415"/>
                  </a:lnTo>
                  <a:lnTo>
                    <a:pt x="7165618" y="2183758"/>
                  </a:lnTo>
                  <a:lnTo>
                    <a:pt x="7167329" y="2169285"/>
                  </a:lnTo>
                  <a:lnTo>
                    <a:pt x="7169040" y="2152794"/>
                  </a:lnTo>
                  <a:lnTo>
                    <a:pt x="7170752" y="2229123"/>
                  </a:lnTo>
                  <a:lnTo>
                    <a:pt x="7172463" y="2381096"/>
                  </a:lnTo>
                  <a:lnTo>
                    <a:pt x="7174175" y="2457629"/>
                  </a:lnTo>
                  <a:lnTo>
                    <a:pt x="7175886" y="2480666"/>
                  </a:lnTo>
                  <a:lnTo>
                    <a:pt x="7177597" y="2504691"/>
                  </a:lnTo>
                  <a:lnTo>
                    <a:pt x="7179309" y="2589279"/>
                  </a:lnTo>
                  <a:lnTo>
                    <a:pt x="7181020" y="2566395"/>
                  </a:lnTo>
                  <a:lnTo>
                    <a:pt x="7182732" y="2423331"/>
                  </a:lnTo>
                  <a:lnTo>
                    <a:pt x="7184443" y="2410588"/>
                  </a:lnTo>
                  <a:lnTo>
                    <a:pt x="7186154" y="2450537"/>
                  </a:lnTo>
                  <a:lnTo>
                    <a:pt x="7187866" y="2450562"/>
                  </a:lnTo>
                  <a:lnTo>
                    <a:pt x="7189577" y="2429921"/>
                  </a:lnTo>
                  <a:lnTo>
                    <a:pt x="7191289" y="2525939"/>
                  </a:lnTo>
                  <a:lnTo>
                    <a:pt x="7193000" y="2599615"/>
                  </a:lnTo>
                  <a:lnTo>
                    <a:pt x="7194711" y="2623276"/>
                  </a:lnTo>
                  <a:lnTo>
                    <a:pt x="7196423" y="2706888"/>
                  </a:lnTo>
                  <a:lnTo>
                    <a:pt x="7198134" y="2802700"/>
                  </a:lnTo>
                  <a:lnTo>
                    <a:pt x="7199846" y="2812944"/>
                  </a:lnTo>
                  <a:lnTo>
                    <a:pt x="7201557" y="2789721"/>
                  </a:lnTo>
                  <a:lnTo>
                    <a:pt x="7203268" y="2873693"/>
                  </a:lnTo>
                  <a:lnTo>
                    <a:pt x="7204980" y="2952890"/>
                  </a:lnTo>
                  <a:lnTo>
                    <a:pt x="7206691" y="3001812"/>
                  </a:lnTo>
                  <a:lnTo>
                    <a:pt x="7208403" y="3034249"/>
                  </a:lnTo>
                  <a:lnTo>
                    <a:pt x="7210114" y="3078358"/>
                  </a:lnTo>
                  <a:lnTo>
                    <a:pt x="7211825" y="3112340"/>
                  </a:lnTo>
                  <a:lnTo>
                    <a:pt x="7213537" y="3116972"/>
                  </a:lnTo>
                  <a:lnTo>
                    <a:pt x="7213537" y="3116972"/>
                  </a:lnTo>
                  <a:lnTo>
                    <a:pt x="7215248" y="3116972"/>
                  </a:lnTo>
                  <a:lnTo>
                    <a:pt x="7216960" y="3092151"/>
                  </a:lnTo>
                  <a:lnTo>
                    <a:pt x="7218671" y="3057766"/>
                  </a:lnTo>
                  <a:lnTo>
                    <a:pt x="7220382" y="3028767"/>
                  </a:lnTo>
                  <a:lnTo>
                    <a:pt x="7222094" y="3006450"/>
                  </a:lnTo>
                  <a:lnTo>
                    <a:pt x="7223805" y="2962236"/>
                  </a:lnTo>
                  <a:lnTo>
                    <a:pt x="7225517" y="2904594"/>
                  </a:lnTo>
                  <a:lnTo>
                    <a:pt x="7227228" y="2847951"/>
                  </a:lnTo>
                  <a:lnTo>
                    <a:pt x="7228939" y="2817763"/>
                  </a:lnTo>
                  <a:lnTo>
                    <a:pt x="7230651" y="2847684"/>
                  </a:lnTo>
                  <a:lnTo>
                    <a:pt x="7232362" y="2829904"/>
                  </a:lnTo>
                  <a:lnTo>
                    <a:pt x="7234074" y="2760466"/>
                  </a:lnTo>
                  <a:lnTo>
                    <a:pt x="7235785" y="2690880"/>
                  </a:lnTo>
                  <a:lnTo>
                    <a:pt x="7237496" y="2728205"/>
                  </a:lnTo>
                  <a:lnTo>
                    <a:pt x="7239208" y="2722482"/>
                  </a:lnTo>
                  <a:lnTo>
                    <a:pt x="7240919" y="2587469"/>
                  </a:lnTo>
                  <a:lnTo>
                    <a:pt x="7242631" y="2450078"/>
                  </a:lnTo>
                  <a:lnTo>
                    <a:pt x="7244342" y="2440455"/>
                  </a:lnTo>
                  <a:lnTo>
                    <a:pt x="7246053" y="2543816"/>
                  </a:lnTo>
                  <a:lnTo>
                    <a:pt x="7247765" y="2563136"/>
                  </a:lnTo>
                  <a:lnTo>
                    <a:pt x="7249476" y="2605616"/>
                  </a:lnTo>
                  <a:lnTo>
                    <a:pt x="7251188" y="2728893"/>
                  </a:lnTo>
                  <a:lnTo>
                    <a:pt x="7252899" y="2832561"/>
                  </a:lnTo>
                  <a:lnTo>
                    <a:pt x="7254610" y="2910985"/>
                  </a:lnTo>
                  <a:lnTo>
                    <a:pt x="7256322" y="2866194"/>
                  </a:lnTo>
                  <a:lnTo>
                    <a:pt x="7258033" y="2826786"/>
                  </a:lnTo>
                  <a:lnTo>
                    <a:pt x="7259745" y="2776378"/>
                  </a:lnTo>
                  <a:lnTo>
                    <a:pt x="7261456" y="2732442"/>
                  </a:lnTo>
                  <a:lnTo>
                    <a:pt x="7263167" y="2778083"/>
                  </a:lnTo>
                  <a:lnTo>
                    <a:pt x="7264879" y="2783565"/>
                  </a:lnTo>
                  <a:lnTo>
                    <a:pt x="7266590" y="2819257"/>
                  </a:lnTo>
                  <a:lnTo>
                    <a:pt x="7268302" y="2840069"/>
                  </a:lnTo>
                  <a:lnTo>
                    <a:pt x="7270013" y="2768656"/>
                  </a:lnTo>
                  <a:lnTo>
                    <a:pt x="7271724" y="2731432"/>
                  </a:lnTo>
                  <a:lnTo>
                    <a:pt x="7273436" y="2630129"/>
                  </a:lnTo>
                  <a:lnTo>
                    <a:pt x="7275147" y="2561346"/>
                  </a:lnTo>
                  <a:lnTo>
                    <a:pt x="7276858" y="2525819"/>
                  </a:lnTo>
                  <a:lnTo>
                    <a:pt x="7278570" y="2458533"/>
                  </a:lnTo>
                  <a:lnTo>
                    <a:pt x="7280281" y="2454482"/>
                  </a:lnTo>
                  <a:lnTo>
                    <a:pt x="7281993" y="2348008"/>
                  </a:lnTo>
                  <a:lnTo>
                    <a:pt x="7283704" y="2326011"/>
                  </a:lnTo>
                  <a:lnTo>
                    <a:pt x="7285415" y="2347435"/>
                  </a:lnTo>
                  <a:lnTo>
                    <a:pt x="7287127" y="2374069"/>
                  </a:lnTo>
                  <a:lnTo>
                    <a:pt x="7288838" y="2434497"/>
                  </a:lnTo>
                  <a:lnTo>
                    <a:pt x="7290550" y="2571390"/>
                  </a:lnTo>
                  <a:lnTo>
                    <a:pt x="7292261" y="2802006"/>
                  </a:lnTo>
                  <a:lnTo>
                    <a:pt x="7293972" y="2919488"/>
                  </a:lnTo>
                  <a:lnTo>
                    <a:pt x="7295684" y="2965431"/>
                  </a:lnTo>
                  <a:lnTo>
                    <a:pt x="7297395" y="3064538"/>
                  </a:lnTo>
                  <a:lnTo>
                    <a:pt x="7299107" y="3116972"/>
                  </a:lnTo>
                  <a:lnTo>
                    <a:pt x="7299107" y="3116972"/>
                  </a:lnTo>
                  <a:lnTo>
                    <a:pt x="7300818" y="3086915"/>
                  </a:lnTo>
                  <a:lnTo>
                    <a:pt x="7302529" y="3032483"/>
                  </a:lnTo>
                  <a:lnTo>
                    <a:pt x="7304241" y="3075651"/>
                  </a:lnTo>
                  <a:lnTo>
                    <a:pt x="7305952" y="3116972"/>
                  </a:lnTo>
                  <a:lnTo>
                    <a:pt x="7305952" y="3116972"/>
                  </a:lnTo>
                  <a:lnTo>
                    <a:pt x="7307664" y="3061710"/>
                  </a:lnTo>
                  <a:lnTo>
                    <a:pt x="7309375" y="3004379"/>
                  </a:lnTo>
                  <a:lnTo>
                    <a:pt x="7311086" y="2907170"/>
                  </a:lnTo>
                  <a:lnTo>
                    <a:pt x="7312798" y="2780967"/>
                  </a:lnTo>
                  <a:lnTo>
                    <a:pt x="7314509" y="2678990"/>
                  </a:lnTo>
                  <a:lnTo>
                    <a:pt x="7316221" y="2570963"/>
                  </a:lnTo>
                  <a:lnTo>
                    <a:pt x="7317932" y="2499418"/>
                  </a:lnTo>
                  <a:lnTo>
                    <a:pt x="7319643" y="2462618"/>
                  </a:lnTo>
                  <a:lnTo>
                    <a:pt x="7321355" y="2540258"/>
                  </a:lnTo>
                  <a:lnTo>
                    <a:pt x="7323066" y="2639216"/>
                  </a:lnTo>
                  <a:lnTo>
                    <a:pt x="7324778" y="2663559"/>
                  </a:lnTo>
                  <a:lnTo>
                    <a:pt x="7326489" y="2648686"/>
                  </a:lnTo>
                  <a:lnTo>
                    <a:pt x="7328200" y="2561475"/>
                  </a:lnTo>
                  <a:lnTo>
                    <a:pt x="7329912" y="2492562"/>
                  </a:lnTo>
                  <a:lnTo>
                    <a:pt x="7331623" y="2497054"/>
                  </a:lnTo>
                  <a:lnTo>
                    <a:pt x="7333335" y="2507351"/>
                  </a:lnTo>
                  <a:lnTo>
                    <a:pt x="7335046" y="2482404"/>
                  </a:lnTo>
                  <a:lnTo>
                    <a:pt x="7336757" y="2494298"/>
                  </a:lnTo>
                  <a:lnTo>
                    <a:pt x="7338469" y="2588768"/>
                  </a:lnTo>
                  <a:lnTo>
                    <a:pt x="7340180" y="2659876"/>
                  </a:lnTo>
                  <a:lnTo>
                    <a:pt x="7341892" y="2669165"/>
                  </a:lnTo>
                  <a:lnTo>
                    <a:pt x="7343603" y="2612436"/>
                  </a:lnTo>
                  <a:lnTo>
                    <a:pt x="7345314" y="2648791"/>
                  </a:lnTo>
                  <a:lnTo>
                    <a:pt x="7347026" y="2705484"/>
                  </a:lnTo>
                  <a:lnTo>
                    <a:pt x="7348737" y="2708353"/>
                  </a:lnTo>
                  <a:lnTo>
                    <a:pt x="7350449" y="2657759"/>
                  </a:lnTo>
                  <a:lnTo>
                    <a:pt x="7352160" y="2538563"/>
                  </a:lnTo>
                  <a:lnTo>
                    <a:pt x="7353871" y="2545043"/>
                  </a:lnTo>
                  <a:lnTo>
                    <a:pt x="7355583" y="2496278"/>
                  </a:lnTo>
                  <a:lnTo>
                    <a:pt x="7357294" y="2356305"/>
                  </a:lnTo>
                  <a:lnTo>
                    <a:pt x="7359006" y="2272093"/>
                  </a:lnTo>
                  <a:lnTo>
                    <a:pt x="7360717" y="2210125"/>
                  </a:lnTo>
                  <a:lnTo>
                    <a:pt x="7362428" y="2191034"/>
                  </a:lnTo>
                  <a:lnTo>
                    <a:pt x="7364140" y="2078359"/>
                  </a:lnTo>
                  <a:lnTo>
                    <a:pt x="7365851" y="1944198"/>
                  </a:lnTo>
                  <a:lnTo>
                    <a:pt x="7367563" y="1933299"/>
                  </a:lnTo>
                  <a:lnTo>
                    <a:pt x="7369274" y="1923959"/>
                  </a:lnTo>
                  <a:lnTo>
                    <a:pt x="7370985" y="1972068"/>
                  </a:lnTo>
                  <a:lnTo>
                    <a:pt x="7372697" y="1949674"/>
                  </a:lnTo>
                  <a:lnTo>
                    <a:pt x="7374408" y="1951317"/>
                  </a:lnTo>
                  <a:lnTo>
                    <a:pt x="7376120" y="1995413"/>
                  </a:lnTo>
                  <a:lnTo>
                    <a:pt x="7377831" y="2008934"/>
                  </a:lnTo>
                  <a:lnTo>
                    <a:pt x="7379542" y="2036547"/>
                  </a:lnTo>
                  <a:lnTo>
                    <a:pt x="7381254" y="2068931"/>
                  </a:lnTo>
                  <a:lnTo>
                    <a:pt x="7382965" y="2158350"/>
                  </a:lnTo>
                  <a:lnTo>
                    <a:pt x="7384676" y="2160797"/>
                  </a:lnTo>
                  <a:lnTo>
                    <a:pt x="7386388" y="2167597"/>
                  </a:lnTo>
                  <a:lnTo>
                    <a:pt x="7388099" y="2280926"/>
                  </a:lnTo>
                  <a:lnTo>
                    <a:pt x="7389811" y="2381477"/>
                  </a:lnTo>
                  <a:lnTo>
                    <a:pt x="7391522" y="2355876"/>
                  </a:lnTo>
                  <a:lnTo>
                    <a:pt x="7393233" y="2334425"/>
                  </a:lnTo>
                  <a:lnTo>
                    <a:pt x="7394945" y="2429545"/>
                  </a:lnTo>
                  <a:lnTo>
                    <a:pt x="7396656" y="2562141"/>
                  </a:lnTo>
                  <a:lnTo>
                    <a:pt x="7398368" y="2588128"/>
                  </a:lnTo>
                  <a:lnTo>
                    <a:pt x="7400079" y="2594704"/>
                  </a:lnTo>
                  <a:lnTo>
                    <a:pt x="7401790" y="2623490"/>
                  </a:lnTo>
                  <a:lnTo>
                    <a:pt x="7403502" y="2600938"/>
                  </a:lnTo>
                  <a:lnTo>
                    <a:pt x="7405213" y="2557240"/>
                  </a:lnTo>
                  <a:lnTo>
                    <a:pt x="7406925" y="2538450"/>
                  </a:lnTo>
                  <a:lnTo>
                    <a:pt x="7408636" y="2509646"/>
                  </a:lnTo>
                  <a:lnTo>
                    <a:pt x="7410347" y="2494307"/>
                  </a:lnTo>
                  <a:lnTo>
                    <a:pt x="7412059" y="2542912"/>
                  </a:lnTo>
                  <a:lnTo>
                    <a:pt x="7413770" y="2689819"/>
                  </a:lnTo>
                  <a:lnTo>
                    <a:pt x="7415482" y="2836441"/>
                  </a:lnTo>
                  <a:lnTo>
                    <a:pt x="7417193" y="2851609"/>
                  </a:lnTo>
                  <a:lnTo>
                    <a:pt x="7418904" y="2811722"/>
                  </a:lnTo>
                  <a:lnTo>
                    <a:pt x="7420616" y="2783620"/>
                  </a:lnTo>
                  <a:lnTo>
                    <a:pt x="7422327" y="2807863"/>
                  </a:lnTo>
                  <a:lnTo>
                    <a:pt x="7424039" y="2807845"/>
                  </a:lnTo>
                  <a:lnTo>
                    <a:pt x="7425750" y="2748936"/>
                  </a:lnTo>
                  <a:lnTo>
                    <a:pt x="7427461" y="2668036"/>
                  </a:lnTo>
                  <a:lnTo>
                    <a:pt x="7429173" y="2718186"/>
                  </a:lnTo>
                  <a:lnTo>
                    <a:pt x="7430884" y="2721417"/>
                  </a:lnTo>
                  <a:lnTo>
                    <a:pt x="7432596" y="2609755"/>
                  </a:lnTo>
                  <a:lnTo>
                    <a:pt x="7434307" y="2430089"/>
                  </a:lnTo>
                  <a:lnTo>
                    <a:pt x="7436018" y="2351053"/>
                  </a:lnTo>
                  <a:lnTo>
                    <a:pt x="7437730" y="2430122"/>
                  </a:lnTo>
                  <a:lnTo>
                    <a:pt x="7439441" y="2414819"/>
                  </a:lnTo>
                  <a:lnTo>
                    <a:pt x="7441153" y="2331729"/>
                  </a:lnTo>
                  <a:lnTo>
                    <a:pt x="7442864" y="2329117"/>
                  </a:lnTo>
                  <a:lnTo>
                    <a:pt x="7444575" y="2428940"/>
                  </a:lnTo>
                  <a:lnTo>
                    <a:pt x="7446287" y="2521232"/>
                  </a:lnTo>
                  <a:lnTo>
                    <a:pt x="7447998" y="2551066"/>
                  </a:lnTo>
                  <a:lnTo>
                    <a:pt x="7449710" y="2628164"/>
                  </a:lnTo>
                  <a:lnTo>
                    <a:pt x="7451421" y="2729839"/>
                  </a:lnTo>
                  <a:lnTo>
                    <a:pt x="7453132" y="2800129"/>
                  </a:lnTo>
                  <a:lnTo>
                    <a:pt x="7454844" y="2848472"/>
                  </a:lnTo>
                  <a:lnTo>
                    <a:pt x="7456555" y="2836403"/>
                  </a:lnTo>
                  <a:lnTo>
                    <a:pt x="7458267" y="2779068"/>
                  </a:lnTo>
                  <a:lnTo>
                    <a:pt x="7459978" y="2684558"/>
                  </a:lnTo>
                  <a:lnTo>
                    <a:pt x="7461689" y="2676869"/>
                  </a:lnTo>
                  <a:lnTo>
                    <a:pt x="7463401" y="2673910"/>
                  </a:lnTo>
                  <a:lnTo>
                    <a:pt x="7465112" y="2712902"/>
                  </a:lnTo>
                  <a:lnTo>
                    <a:pt x="7466824" y="2770626"/>
                  </a:lnTo>
                  <a:lnTo>
                    <a:pt x="7468535" y="2860067"/>
                  </a:lnTo>
                  <a:lnTo>
                    <a:pt x="7470246" y="2961144"/>
                  </a:lnTo>
                  <a:lnTo>
                    <a:pt x="7471958" y="3010690"/>
                  </a:lnTo>
                  <a:lnTo>
                    <a:pt x="7473669" y="3091984"/>
                  </a:lnTo>
                  <a:lnTo>
                    <a:pt x="7475381" y="3027414"/>
                  </a:lnTo>
                  <a:lnTo>
                    <a:pt x="7477092" y="3005442"/>
                  </a:lnTo>
                  <a:lnTo>
                    <a:pt x="7478803" y="3000689"/>
                  </a:lnTo>
                  <a:lnTo>
                    <a:pt x="7480515" y="2961646"/>
                  </a:lnTo>
                  <a:lnTo>
                    <a:pt x="7482226" y="2821561"/>
                  </a:lnTo>
                  <a:lnTo>
                    <a:pt x="7483938" y="2642738"/>
                  </a:lnTo>
                  <a:lnTo>
                    <a:pt x="7485649" y="2614304"/>
                  </a:lnTo>
                  <a:lnTo>
                    <a:pt x="7487360" y="2626459"/>
                  </a:lnTo>
                  <a:lnTo>
                    <a:pt x="7489072" y="2590343"/>
                  </a:lnTo>
                  <a:lnTo>
                    <a:pt x="7490783" y="2572532"/>
                  </a:lnTo>
                  <a:lnTo>
                    <a:pt x="7492494" y="2715963"/>
                  </a:lnTo>
                  <a:lnTo>
                    <a:pt x="7494206" y="2895285"/>
                  </a:lnTo>
                  <a:lnTo>
                    <a:pt x="7495917" y="2985076"/>
                  </a:lnTo>
                  <a:lnTo>
                    <a:pt x="7497629" y="2994891"/>
                  </a:lnTo>
                  <a:lnTo>
                    <a:pt x="7499340" y="3035763"/>
                  </a:lnTo>
                  <a:lnTo>
                    <a:pt x="7501051" y="3092618"/>
                  </a:lnTo>
                  <a:lnTo>
                    <a:pt x="7502763" y="3089273"/>
                  </a:lnTo>
                  <a:lnTo>
                    <a:pt x="7504474" y="3064334"/>
                  </a:lnTo>
                  <a:lnTo>
                    <a:pt x="7506186" y="3058480"/>
                  </a:lnTo>
                  <a:lnTo>
                    <a:pt x="7507897" y="2982711"/>
                  </a:lnTo>
                  <a:lnTo>
                    <a:pt x="7509608" y="2917532"/>
                  </a:lnTo>
                  <a:lnTo>
                    <a:pt x="7511320" y="2892067"/>
                  </a:lnTo>
                  <a:lnTo>
                    <a:pt x="7513031" y="2844854"/>
                  </a:lnTo>
                  <a:lnTo>
                    <a:pt x="7514743" y="2876915"/>
                  </a:lnTo>
                  <a:lnTo>
                    <a:pt x="7516454" y="2895884"/>
                  </a:lnTo>
                  <a:lnTo>
                    <a:pt x="7518165" y="2948730"/>
                  </a:lnTo>
                  <a:lnTo>
                    <a:pt x="7519877" y="2983692"/>
                  </a:lnTo>
                  <a:lnTo>
                    <a:pt x="7521588" y="2955042"/>
                  </a:lnTo>
                  <a:lnTo>
                    <a:pt x="7523300" y="2993137"/>
                  </a:lnTo>
                  <a:lnTo>
                    <a:pt x="7525011" y="2998734"/>
                  </a:lnTo>
                  <a:lnTo>
                    <a:pt x="7526722" y="3037255"/>
                  </a:lnTo>
                  <a:lnTo>
                    <a:pt x="7528434" y="3047362"/>
                  </a:lnTo>
                  <a:lnTo>
                    <a:pt x="7530145" y="3053310"/>
                  </a:lnTo>
                  <a:lnTo>
                    <a:pt x="7531857" y="3076554"/>
                  </a:lnTo>
                  <a:lnTo>
                    <a:pt x="7533568" y="3089388"/>
                  </a:lnTo>
                  <a:lnTo>
                    <a:pt x="7535279" y="3016818"/>
                  </a:lnTo>
                  <a:lnTo>
                    <a:pt x="7536991" y="2913584"/>
                  </a:lnTo>
                  <a:lnTo>
                    <a:pt x="7538702" y="2880698"/>
                  </a:lnTo>
                  <a:lnTo>
                    <a:pt x="7540414" y="2848423"/>
                  </a:lnTo>
                  <a:lnTo>
                    <a:pt x="7542125" y="2792129"/>
                  </a:lnTo>
                  <a:lnTo>
                    <a:pt x="7543836" y="2642429"/>
                  </a:lnTo>
                  <a:lnTo>
                    <a:pt x="7545548" y="2547999"/>
                  </a:lnTo>
                  <a:lnTo>
                    <a:pt x="7547259" y="2485234"/>
                  </a:lnTo>
                  <a:lnTo>
                    <a:pt x="7548971" y="2400560"/>
                  </a:lnTo>
                  <a:lnTo>
                    <a:pt x="7550682" y="2321249"/>
                  </a:lnTo>
                  <a:lnTo>
                    <a:pt x="7552393" y="2231239"/>
                  </a:lnTo>
                  <a:lnTo>
                    <a:pt x="7554105" y="2197244"/>
                  </a:lnTo>
                  <a:lnTo>
                    <a:pt x="7555816" y="2252442"/>
                  </a:lnTo>
                  <a:lnTo>
                    <a:pt x="7557528" y="2310532"/>
                  </a:lnTo>
                  <a:lnTo>
                    <a:pt x="7559239" y="2261887"/>
                  </a:lnTo>
                  <a:lnTo>
                    <a:pt x="7560950" y="2179378"/>
                  </a:lnTo>
                  <a:lnTo>
                    <a:pt x="7562662" y="2270143"/>
                  </a:lnTo>
                  <a:lnTo>
                    <a:pt x="7564373" y="2391464"/>
                  </a:lnTo>
                  <a:lnTo>
                    <a:pt x="7566085" y="2424169"/>
                  </a:lnTo>
                  <a:lnTo>
                    <a:pt x="7567796" y="2445564"/>
                  </a:lnTo>
                  <a:lnTo>
                    <a:pt x="7569507" y="2593791"/>
                  </a:lnTo>
                  <a:lnTo>
                    <a:pt x="7571219" y="2746038"/>
                  </a:lnTo>
                  <a:lnTo>
                    <a:pt x="7572930" y="2777977"/>
                  </a:lnTo>
                  <a:lnTo>
                    <a:pt x="7574642" y="2722199"/>
                  </a:lnTo>
                  <a:lnTo>
                    <a:pt x="7576353" y="2675010"/>
                  </a:lnTo>
                  <a:lnTo>
                    <a:pt x="7578064" y="2645835"/>
                  </a:lnTo>
                  <a:lnTo>
                    <a:pt x="7579776" y="2555083"/>
                  </a:lnTo>
                  <a:lnTo>
                    <a:pt x="7581487" y="2482452"/>
                  </a:lnTo>
                  <a:lnTo>
                    <a:pt x="7583199" y="2438622"/>
                  </a:lnTo>
                  <a:lnTo>
                    <a:pt x="7584910" y="2543800"/>
                  </a:lnTo>
                  <a:lnTo>
                    <a:pt x="7586621" y="2652130"/>
                  </a:lnTo>
                  <a:lnTo>
                    <a:pt x="7588333" y="2697457"/>
                  </a:lnTo>
                  <a:lnTo>
                    <a:pt x="7590044" y="2713604"/>
                  </a:lnTo>
                  <a:lnTo>
                    <a:pt x="7591755" y="2765463"/>
                  </a:lnTo>
                  <a:lnTo>
                    <a:pt x="7593467" y="2738186"/>
                  </a:lnTo>
                  <a:lnTo>
                    <a:pt x="7595178" y="2629370"/>
                  </a:lnTo>
                  <a:lnTo>
                    <a:pt x="7596890" y="2507597"/>
                  </a:lnTo>
                  <a:lnTo>
                    <a:pt x="7598601" y="2466146"/>
                  </a:lnTo>
                  <a:lnTo>
                    <a:pt x="7600312" y="2556384"/>
                  </a:lnTo>
                  <a:lnTo>
                    <a:pt x="7602024" y="2587807"/>
                  </a:lnTo>
                  <a:lnTo>
                    <a:pt x="7603735" y="2642245"/>
                  </a:lnTo>
                  <a:lnTo>
                    <a:pt x="7605447" y="2635805"/>
                  </a:lnTo>
                  <a:lnTo>
                    <a:pt x="7607158" y="2593136"/>
                  </a:lnTo>
                  <a:lnTo>
                    <a:pt x="7608869" y="2536362"/>
                  </a:lnTo>
                  <a:lnTo>
                    <a:pt x="7610581" y="2379493"/>
                  </a:lnTo>
                  <a:lnTo>
                    <a:pt x="7612292" y="2197743"/>
                  </a:lnTo>
                  <a:lnTo>
                    <a:pt x="7614004" y="2129975"/>
                  </a:lnTo>
                  <a:lnTo>
                    <a:pt x="7615715" y="2126579"/>
                  </a:lnTo>
                  <a:lnTo>
                    <a:pt x="7617426" y="2219593"/>
                  </a:lnTo>
                  <a:lnTo>
                    <a:pt x="7619138" y="2226272"/>
                  </a:lnTo>
                  <a:lnTo>
                    <a:pt x="7620849" y="2263313"/>
                  </a:lnTo>
                  <a:lnTo>
                    <a:pt x="7622561" y="2372033"/>
                  </a:lnTo>
                  <a:lnTo>
                    <a:pt x="7624272" y="2359683"/>
                  </a:lnTo>
                  <a:lnTo>
                    <a:pt x="7625983" y="2326627"/>
                  </a:lnTo>
                  <a:lnTo>
                    <a:pt x="7627695" y="2231076"/>
                  </a:lnTo>
                  <a:lnTo>
                    <a:pt x="7629406" y="2188832"/>
                  </a:lnTo>
                  <a:lnTo>
                    <a:pt x="7631118" y="2136050"/>
                  </a:lnTo>
                  <a:lnTo>
                    <a:pt x="7632829" y="2025882"/>
                  </a:lnTo>
                  <a:lnTo>
                    <a:pt x="7634540" y="1954154"/>
                  </a:lnTo>
                  <a:lnTo>
                    <a:pt x="7636252" y="2007018"/>
                  </a:lnTo>
                  <a:lnTo>
                    <a:pt x="7637963" y="2093119"/>
                  </a:lnTo>
                  <a:lnTo>
                    <a:pt x="7639675" y="2214177"/>
                  </a:lnTo>
                  <a:lnTo>
                    <a:pt x="7641386" y="2263090"/>
                  </a:lnTo>
                  <a:lnTo>
                    <a:pt x="7643097" y="2298885"/>
                  </a:lnTo>
                  <a:lnTo>
                    <a:pt x="7644809" y="2341016"/>
                  </a:lnTo>
                  <a:lnTo>
                    <a:pt x="7646520" y="2366350"/>
                  </a:lnTo>
                  <a:lnTo>
                    <a:pt x="7648232" y="2416753"/>
                  </a:lnTo>
                  <a:lnTo>
                    <a:pt x="7649943" y="2399053"/>
                  </a:lnTo>
                  <a:lnTo>
                    <a:pt x="7651654" y="2417739"/>
                  </a:lnTo>
                  <a:lnTo>
                    <a:pt x="7653366" y="2462149"/>
                  </a:lnTo>
                  <a:lnTo>
                    <a:pt x="7655077" y="2465819"/>
                  </a:lnTo>
                  <a:lnTo>
                    <a:pt x="7656789" y="2405276"/>
                  </a:lnTo>
                  <a:lnTo>
                    <a:pt x="7658500" y="2338183"/>
                  </a:lnTo>
                  <a:lnTo>
                    <a:pt x="7660211" y="2266756"/>
                  </a:lnTo>
                  <a:lnTo>
                    <a:pt x="7661923" y="2176747"/>
                  </a:lnTo>
                  <a:lnTo>
                    <a:pt x="7663634" y="2176291"/>
                  </a:lnTo>
                  <a:lnTo>
                    <a:pt x="7665346" y="2232627"/>
                  </a:lnTo>
                  <a:lnTo>
                    <a:pt x="7667057" y="2299570"/>
                  </a:lnTo>
                  <a:lnTo>
                    <a:pt x="7668768" y="2367525"/>
                  </a:lnTo>
                  <a:lnTo>
                    <a:pt x="7670480" y="2426228"/>
                  </a:lnTo>
                  <a:lnTo>
                    <a:pt x="7672191" y="2483184"/>
                  </a:lnTo>
                  <a:lnTo>
                    <a:pt x="7673903" y="2491421"/>
                  </a:lnTo>
                  <a:lnTo>
                    <a:pt x="7675614" y="2488730"/>
                  </a:lnTo>
                  <a:lnTo>
                    <a:pt x="7677325" y="2423839"/>
                  </a:lnTo>
                  <a:lnTo>
                    <a:pt x="7679037" y="2330639"/>
                  </a:lnTo>
                  <a:lnTo>
                    <a:pt x="7680748" y="2241958"/>
                  </a:lnTo>
                  <a:lnTo>
                    <a:pt x="7682460" y="2151059"/>
                  </a:lnTo>
                  <a:lnTo>
                    <a:pt x="7684171" y="2082984"/>
                  </a:lnTo>
                  <a:lnTo>
                    <a:pt x="7685882" y="2023242"/>
                  </a:lnTo>
                  <a:lnTo>
                    <a:pt x="7687594" y="1998660"/>
                  </a:lnTo>
                  <a:lnTo>
                    <a:pt x="7689305" y="1987366"/>
                  </a:lnTo>
                  <a:lnTo>
                    <a:pt x="7691017" y="1995747"/>
                  </a:lnTo>
                  <a:lnTo>
                    <a:pt x="7692728" y="2070666"/>
                  </a:lnTo>
                  <a:lnTo>
                    <a:pt x="7694439" y="2054343"/>
                  </a:lnTo>
                  <a:lnTo>
                    <a:pt x="7696151" y="2059292"/>
                  </a:lnTo>
                  <a:lnTo>
                    <a:pt x="7697862" y="2050982"/>
                  </a:lnTo>
                  <a:lnTo>
                    <a:pt x="7699573" y="1953763"/>
                  </a:lnTo>
                  <a:lnTo>
                    <a:pt x="7701285" y="1889359"/>
                  </a:lnTo>
                  <a:lnTo>
                    <a:pt x="7702996" y="1868237"/>
                  </a:lnTo>
                  <a:lnTo>
                    <a:pt x="7704708" y="1927932"/>
                  </a:lnTo>
                  <a:lnTo>
                    <a:pt x="7706419" y="1989153"/>
                  </a:lnTo>
                  <a:lnTo>
                    <a:pt x="7708130" y="2016278"/>
                  </a:lnTo>
                  <a:lnTo>
                    <a:pt x="7709842" y="2006382"/>
                  </a:lnTo>
                  <a:lnTo>
                    <a:pt x="7711553" y="2045942"/>
                  </a:lnTo>
                  <a:lnTo>
                    <a:pt x="7713265" y="2087650"/>
                  </a:lnTo>
                  <a:lnTo>
                    <a:pt x="7714976" y="2076632"/>
                  </a:lnTo>
                  <a:lnTo>
                    <a:pt x="7716687" y="2057103"/>
                  </a:lnTo>
                  <a:lnTo>
                    <a:pt x="7718399" y="2067955"/>
                  </a:lnTo>
                  <a:lnTo>
                    <a:pt x="7720110" y="2050922"/>
                  </a:lnTo>
                  <a:lnTo>
                    <a:pt x="7721822" y="2005619"/>
                  </a:lnTo>
                  <a:lnTo>
                    <a:pt x="7723533" y="1961589"/>
                  </a:lnTo>
                  <a:lnTo>
                    <a:pt x="7725244" y="1942241"/>
                  </a:lnTo>
                  <a:lnTo>
                    <a:pt x="7726956" y="1807037"/>
                  </a:lnTo>
                  <a:lnTo>
                    <a:pt x="7728667" y="1660008"/>
                  </a:lnTo>
                  <a:lnTo>
                    <a:pt x="7730379" y="1603625"/>
                  </a:lnTo>
                  <a:lnTo>
                    <a:pt x="7732090" y="1643033"/>
                  </a:lnTo>
                  <a:lnTo>
                    <a:pt x="7733801" y="1734118"/>
                  </a:lnTo>
                  <a:lnTo>
                    <a:pt x="7735513" y="1826356"/>
                  </a:lnTo>
                  <a:lnTo>
                    <a:pt x="7737224" y="2010182"/>
                  </a:lnTo>
                  <a:lnTo>
                    <a:pt x="7738936" y="2272792"/>
                  </a:lnTo>
                  <a:lnTo>
                    <a:pt x="7740647" y="2567731"/>
                  </a:lnTo>
                  <a:lnTo>
                    <a:pt x="7742358" y="2743075"/>
                  </a:lnTo>
                  <a:lnTo>
                    <a:pt x="7744070" y="2844537"/>
                  </a:lnTo>
                  <a:lnTo>
                    <a:pt x="7745781" y="2930930"/>
                  </a:lnTo>
                  <a:lnTo>
                    <a:pt x="7747493" y="2929697"/>
                  </a:lnTo>
                  <a:lnTo>
                    <a:pt x="7749204" y="2660911"/>
                  </a:lnTo>
                  <a:lnTo>
                    <a:pt x="7750915" y="2425038"/>
                  </a:lnTo>
                  <a:lnTo>
                    <a:pt x="7752627" y="2211462"/>
                  </a:lnTo>
                  <a:lnTo>
                    <a:pt x="7754338" y="2064966"/>
                  </a:lnTo>
                  <a:lnTo>
                    <a:pt x="7756050" y="2001668"/>
                  </a:lnTo>
                  <a:lnTo>
                    <a:pt x="7757761" y="1998191"/>
                  </a:lnTo>
                  <a:lnTo>
                    <a:pt x="7759472" y="2202050"/>
                  </a:lnTo>
                  <a:lnTo>
                    <a:pt x="7761184" y="2385520"/>
                  </a:lnTo>
                  <a:lnTo>
                    <a:pt x="7762895" y="2636992"/>
                  </a:lnTo>
                  <a:lnTo>
                    <a:pt x="7764607" y="2803998"/>
                  </a:lnTo>
                  <a:lnTo>
                    <a:pt x="7766318" y="2841816"/>
                  </a:lnTo>
                  <a:lnTo>
                    <a:pt x="7768029" y="2856171"/>
                  </a:lnTo>
                  <a:lnTo>
                    <a:pt x="7769741" y="2903115"/>
                  </a:lnTo>
                  <a:lnTo>
                    <a:pt x="7771452" y="2876252"/>
                  </a:lnTo>
                  <a:lnTo>
                    <a:pt x="7773164" y="2755507"/>
                  </a:lnTo>
                  <a:lnTo>
                    <a:pt x="7774875" y="2653190"/>
                  </a:lnTo>
                  <a:lnTo>
                    <a:pt x="7776586" y="2606734"/>
                  </a:lnTo>
                  <a:lnTo>
                    <a:pt x="7778298" y="2672838"/>
                  </a:lnTo>
                  <a:lnTo>
                    <a:pt x="7780009" y="2711422"/>
                  </a:lnTo>
                  <a:lnTo>
                    <a:pt x="7781721" y="2751203"/>
                  </a:lnTo>
                  <a:lnTo>
                    <a:pt x="7783432" y="2742291"/>
                  </a:lnTo>
                  <a:lnTo>
                    <a:pt x="7785143" y="2715098"/>
                  </a:lnTo>
                  <a:lnTo>
                    <a:pt x="7786855" y="2698291"/>
                  </a:lnTo>
                  <a:lnTo>
                    <a:pt x="7788566" y="2532225"/>
                  </a:lnTo>
                  <a:lnTo>
                    <a:pt x="7790278" y="2447072"/>
                  </a:lnTo>
                  <a:lnTo>
                    <a:pt x="7791989" y="2435158"/>
                  </a:lnTo>
                  <a:lnTo>
                    <a:pt x="7793700" y="2365910"/>
                  </a:lnTo>
                  <a:lnTo>
                    <a:pt x="7795412" y="2216353"/>
                  </a:lnTo>
                  <a:lnTo>
                    <a:pt x="7797123" y="2057441"/>
                  </a:lnTo>
                  <a:lnTo>
                    <a:pt x="7798835" y="2049552"/>
                  </a:lnTo>
                  <a:lnTo>
                    <a:pt x="7800546" y="2084586"/>
                  </a:lnTo>
                  <a:lnTo>
                    <a:pt x="7802257" y="2135827"/>
                  </a:lnTo>
                  <a:lnTo>
                    <a:pt x="7803969" y="2210110"/>
                  </a:lnTo>
                  <a:lnTo>
                    <a:pt x="7805680" y="2240819"/>
                  </a:lnTo>
                  <a:lnTo>
                    <a:pt x="7807391" y="2333813"/>
                  </a:lnTo>
                  <a:lnTo>
                    <a:pt x="7809103" y="2407631"/>
                  </a:lnTo>
                  <a:lnTo>
                    <a:pt x="7810814" y="2274967"/>
                  </a:lnTo>
                  <a:lnTo>
                    <a:pt x="7812526" y="2091663"/>
                  </a:lnTo>
                  <a:lnTo>
                    <a:pt x="7814237" y="2026277"/>
                  </a:lnTo>
                  <a:lnTo>
                    <a:pt x="7815948" y="2165561"/>
                  </a:lnTo>
                  <a:lnTo>
                    <a:pt x="7817660" y="2272309"/>
                  </a:lnTo>
                  <a:lnTo>
                    <a:pt x="7819371" y="2368693"/>
                  </a:lnTo>
                  <a:lnTo>
                    <a:pt x="7821083" y="2525768"/>
                  </a:lnTo>
                  <a:lnTo>
                    <a:pt x="7822794" y="2601124"/>
                  </a:lnTo>
                  <a:lnTo>
                    <a:pt x="7824505" y="2619286"/>
                  </a:lnTo>
                  <a:lnTo>
                    <a:pt x="7826217" y="2478332"/>
                  </a:lnTo>
                  <a:lnTo>
                    <a:pt x="7827928" y="2350516"/>
                  </a:lnTo>
                  <a:lnTo>
                    <a:pt x="7829640" y="2185183"/>
                  </a:lnTo>
                  <a:lnTo>
                    <a:pt x="7831351" y="2044305"/>
                  </a:lnTo>
                  <a:lnTo>
                    <a:pt x="7833062" y="2069974"/>
                  </a:lnTo>
                  <a:lnTo>
                    <a:pt x="7834774" y="2113422"/>
                  </a:lnTo>
                  <a:lnTo>
                    <a:pt x="7836485" y="2243635"/>
                  </a:lnTo>
                  <a:lnTo>
                    <a:pt x="7838197" y="2297736"/>
                  </a:lnTo>
                  <a:lnTo>
                    <a:pt x="7839908" y="2395304"/>
                  </a:lnTo>
                  <a:lnTo>
                    <a:pt x="7841619" y="2457054"/>
                  </a:lnTo>
                  <a:lnTo>
                    <a:pt x="7843331" y="2327585"/>
                  </a:lnTo>
                  <a:lnTo>
                    <a:pt x="7845042" y="2211624"/>
                  </a:lnTo>
                  <a:lnTo>
                    <a:pt x="7846754" y="2170776"/>
                  </a:lnTo>
                  <a:lnTo>
                    <a:pt x="7848465" y="2154002"/>
                  </a:lnTo>
                  <a:lnTo>
                    <a:pt x="7850176" y="2123788"/>
                  </a:lnTo>
                  <a:lnTo>
                    <a:pt x="7851888" y="2157591"/>
                  </a:lnTo>
                  <a:lnTo>
                    <a:pt x="7853599" y="2214687"/>
                  </a:lnTo>
                  <a:lnTo>
                    <a:pt x="7855311" y="2248148"/>
                  </a:lnTo>
                  <a:lnTo>
                    <a:pt x="7857022" y="2277010"/>
                  </a:lnTo>
                  <a:lnTo>
                    <a:pt x="7858733" y="2366175"/>
                  </a:lnTo>
                  <a:lnTo>
                    <a:pt x="7860445" y="2334329"/>
                  </a:lnTo>
                  <a:lnTo>
                    <a:pt x="7862156" y="2300861"/>
                  </a:lnTo>
                  <a:lnTo>
                    <a:pt x="7863868" y="2443731"/>
                  </a:lnTo>
                  <a:lnTo>
                    <a:pt x="7865579" y="2501403"/>
                  </a:lnTo>
                  <a:lnTo>
                    <a:pt x="7867290" y="2519704"/>
                  </a:lnTo>
                  <a:lnTo>
                    <a:pt x="7869002" y="2472569"/>
                  </a:lnTo>
                  <a:lnTo>
                    <a:pt x="7870713" y="2378717"/>
                  </a:lnTo>
                  <a:lnTo>
                    <a:pt x="7872425" y="2281125"/>
                  </a:lnTo>
                  <a:lnTo>
                    <a:pt x="7874136" y="2165910"/>
                  </a:lnTo>
                  <a:lnTo>
                    <a:pt x="7875847" y="2257555"/>
                  </a:lnTo>
                  <a:lnTo>
                    <a:pt x="7877559" y="2345196"/>
                  </a:lnTo>
                  <a:lnTo>
                    <a:pt x="7879270" y="2468678"/>
                  </a:lnTo>
                  <a:lnTo>
                    <a:pt x="7880982" y="2707301"/>
                  </a:lnTo>
                  <a:lnTo>
                    <a:pt x="7882693" y="2873751"/>
                  </a:lnTo>
                  <a:lnTo>
                    <a:pt x="7884404" y="3017847"/>
                  </a:lnTo>
                  <a:lnTo>
                    <a:pt x="7886116" y="3069262"/>
                  </a:lnTo>
                  <a:lnTo>
                    <a:pt x="7887827" y="3032313"/>
                  </a:lnTo>
                  <a:lnTo>
                    <a:pt x="7889539" y="2957171"/>
                  </a:lnTo>
                  <a:lnTo>
                    <a:pt x="7891250" y="2838304"/>
                  </a:lnTo>
                  <a:lnTo>
                    <a:pt x="7892961" y="2702090"/>
                  </a:lnTo>
                  <a:lnTo>
                    <a:pt x="7894673" y="2619756"/>
                  </a:lnTo>
                  <a:lnTo>
                    <a:pt x="7896384" y="2465091"/>
                  </a:lnTo>
                  <a:lnTo>
                    <a:pt x="7898096" y="2375879"/>
                  </a:lnTo>
                  <a:lnTo>
                    <a:pt x="7899807" y="2363665"/>
                  </a:lnTo>
                  <a:lnTo>
                    <a:pt x="7901518" y="2385683"/>
                  </a:lnTo>
                  <a:lnTo>
                    <a:pt x="7903230" y="2432236"/>
                  </a:lnTo>
                  <a:lnTo>
                    <a:pt x="7904941" y="2439047"/>
                  </a:lnTo>
                  <a:lnTo>
                    <a:pt x="7906652" y="2541179"/>
                  </a:lnTo>
                  <a:lnTo>
                    <a:pt x="7908364" y="2628304"/>
                  </a:lnTo>
                  <a:lnTo>
                    <a:pt x="7910075" y="2691688"/>
                  </a:lnTo>
                  <a:lnTo>
                    <a:pt x="7911787" y="2756666"/>
                  </a:lnTo>
                  <a:lnTo>
                    <a:pt x="7913498" y="2827837"/>
                  </a:lnTo>
                  <a:lnTo>
                    <a:pt x="7915209" y="2778991"/>
                  </a:lnTo>
                  <a:lnTo>
                    <a:pt x="7916921" y="2659539"/>
                  </a:lnTo>
                  <a:lnTo>
                    <a:pt x="7918632" y="2554612"/>
                  </a:lnTo>
                  <a:lnTo>
                    <a:pt x="7920344" y="2496823"/>
                  </a:lnTo>
                  <a:lnTo>
                    <a:pt x="7922055" y="2450655"/>
                  </a:lnTo>
                  <a:lnTo>
                    <a:pt x="7923766" y="2488879"/>
                  </a:lnTo>
                  <a:lnTo>
                    <a:pt x="7925478" y="2542120"/>
                  </a:lnTo>
                  <a:lnTo>
                    <a:pt x="7927189" y="2572064"/>
                  </a:lnTo>
                  <a:lnTo>
                    <a:pt x="7928901" y="2607527"/>
                  </a:lnTo>
                  <a:lnTo>
                    <a:pt x="7930612" y="2590037"/>
                  </a:lnTo>
                  <a:lnTo>
                    <a:pt x="7932323" y="2672011"/>
                  </a:lnTo>
                  <a:lnTo>
                    <a:pt x="7934035" y="2705025"/>
                  </a:lnTo>
                  <a:lnTo>
                    <a:pt x="7935746" y="2702849"/>
                  </a:lnTo>
                  <a:lnTo>
                    <a:pt x="7937458" y="2742626"/>
                  </a:lnTo>
                  <a:lnTo>
                    <a:pt x="7939169" y="2829113"/>
                  </a:lnTo>
                  <a:lnTo>
                    <a:pt x="7940880" y="2863873"/>
                  </a:lnTo>
                  <a:lnTo>
                    <a:pt x="7942592" y="2785706"/>
                  </a:lnTo>
                  <a:lnTo>
                    <a:pt x="7944303" y="2669840"/>
                  </a:lnTo>
                  <a:lnTo>
                    <a:pt x="7946015" y="2517925"/>
                  </a:lnTo>
                  <a:lnTo>
                    <a:pt x="7947726" y="2419332"/>
                  </a:lnTo>
                  <a:lnTo>
                    <a:pt x="7949437" y="2348723"/>
                  </a:lnTo>
                  <a:lnTo>
                    <a:pt x="7951149" y="2293727"/>
                  </a:lnTo>
                  <a:lnTo>
                    <a:pt x="7952860" y="2269233"/>
                  </a:lnTo>
                  <a:lnTo>
                    <a:pt x="7954572" y="2324687"/>
                  </a:lnTo>
                  <a:lnTo>
                    <a:pt x="7956283" y="2428407"/>
                  </a:lnTo>
                  <a:lnTo>
                    <a:pt x="7957994" y="2515440"/>
                  </a:lnTo>
                  <a:lnTo>
                    <a:pt x="7959706" y="2624383"/>
                  </a:lnTo>
                  <a:lnTo>
                    <a:pt x="7961417" y="2744550"/>
                  </a:lnTo>
                  <a:lnTo>
                    <a:pt x="7963129" y="2825894"/>
                  </a:lnTo>
                  <a:lnTo>
                    <a:pt x="7964840" y="2868372"/>
                  </a:lnTo>
                  <a:lnTo>
                    <a:pt x="7966551" y="2932495"/>
                  </a:lnTo>
                  <a:lnTo>
                    <a:pt x="7968263" y="2971054"/>
                  </a:lnTo>
                  <a:lnTo>
                    <a:pt x="7969974" y="2976803"/>
                  </a:lnTo>
                  <a:lnTo>
                    <a:pt x="7971686" y="3003229"/>
                  </a:lnTo>
                  <a:lnTo>
                    <a:pt x="7973397" y="3021684"/>
                  </a:lnTo>
                  <a:lnTo>
                    <a:pt x="7975108" y="3022514"/>
                  </a:lnTo>
                  <a:lnTo>
                    <a:pt x="7976820" y="3062942"/>
                  </a:lnTo>
                  <a:lnTo>
                    <a:pt x="7978531" y="3108047"/>
                  </a:lnTo>
                  <a:lnTo>
                    <a:pt x="7980243" y="3091858"/>
                  </a:lnTo>
                  <a:lnTo>
                    <a:pt x="7981954" y="3046830"/>
                  </a:lnTo>
                  <a:lnTo>
                    <a:pt x="7983665" y="3082201"/>
                  </a:lnTo>
                  <a:lnTo>
                    <a:pt x="7985377" y="3116972"/>
                  </a:lnTo>
                  <a:lnTo>
                    <a:pt x="7985377" y="3116972"/>
                  </a:lnTo>
                  <a:lnTo>
                    <a:pt x="7987088" y="3116972"/>
                  </a:lnTo>
                  <a:lnTo>
                    <a:pt x="7988800" y="3116972"/>
                  </a:lnTo>
                  <a:lnTo>
                    <a:pt x="7990511" y="3116972"/>
                  </a:lnTo>
                  <a:lnTo>
                    <a:pt x="7992222" y="3116972"/>
                  </a:lnTo>
                  <a:lnTo>
                    <a:pt x="7993934" y="3116972"/>
                  </a:lnTo>
                  <a:lnTo>
                    <a:pt x="7995645" y="3086565"/>
                  </a:lnTo>
                  <a:lnTo>
                    <a:pt x="7997357" y="2982174"/>
                  </a:lnTo>
                  <a:lnTo>
                    <a:pt x="7999068" y="2943378"/>
                  </a:lnTo>
                  <a:lnTo>
                    <a:pt x="8000779" y="2947440"/>
                  </a:lnTo>
                  <a:lnTo>
                    <a:pt x="8002491" y="3058606"/>
                  </a:lnTo>
                  <a:lnTo>
                    <a:pt x="8004202" y="3116972"/>
                  </a:lnTo>
                  <a:lnTo>
                    <a:pt x="8004202" y="3116972"/>
                  </a:lnTo>
                  <a:lnTo>
                    <a:pt x="8005914" y="3116972"/>
                  </a:lnTo>
                  <a:lnTo>
                    <a:pt x="8007625" y="3116972"/>
                  </a:lnTo>
                  <a:lnTo>
                    <a:pt x="8009336" y="3116972"/>
                  </a:lnTo>
                  <a:lnTo>
                    <a:pt x="8011048" y="3116972"/>
                  </a:lnTo>
                  <a:lnTo>
                    <a:pt x="8012759" y="3102173"/>
                  </a:lnTo>
                  <a:lnTo>
                    <a:pt x="8014470" y="3044915"/>
                  </a:lnTo>
                  <a:lnTo>
                    <a:pt x="8016182" y="2943009"/>
                  </a:lnTo>
                  <a:lnTo>
                    <a:pt x="8017893" y="2881155"/>
                  </a:lnTo>
                  <a:lnTo>
                    <a:pt x="8019605" y="2859120"/>
                  </a:lnTo>
                  <a:lnTo>
                    <a:pt x="8021316" y="2816351"/>
                  </a:lnTo>
                  <a:lnTo>
                    <a:pt x="8023027" y="2825407"/>
                  </a:lnTo>
                  <a:lnTo>
                    <a:pt x="8024739" y="2762894"/>
                  </a:lnTo>
                  <a:lnTo>
                    <a:pt x="8026450" y="2734722"/>
                  </a:lnTo>
                  <a:lnTo>
                    <a:pt x="8028162" y="2759402"/>
                  </a:lnTo>
                  <a:lnTo>
                    <a:pt x="8029873" y="2864334"/>
                  </a:lnTo>
                  <a:lnTo>
                    <a:pt x="8031584" y="2984975"/>
                  </a:lnTo>
                  <a:lnTo>
                    <a:pt x="8033296" y="3030680"/>
                  </a:lnTo>
                  <a:lnTo>
                    <a:pt x="8035007" y="3116972"/>
                  </a:lnTo>
                  <a:lnTo>
                    <a:pt x="8035007" y="3116972"/>
                  </a:lnTo>
                  <a:lnTo>
                    <a:pt x="8036719" y="3116972"/>
                  </a:lnTo>
                  <a:lnTo>
                    <a:pt x="8038430" y="3116972"/>
                  </a:lnTo>
                  <a:lnTo>
                    <a:pt x="8040141" y="3049386"/>
                  </a:lnTo>
                  <a:lnTo>
                    <a:pt x="8041853" y="3016677"/>
                  </a:lnTo>
                  <a:lnTo>
                    <a:pt x="8043564" y="3029634"/>
                  </a:lnTo>
                  <a:lnTo>
                    <a:pt x="8045276" y="3055898"/>
                  </a:lnTo>
                  <a:lnTo>
                    <a:pt x="8046987" y="3051357"/>
                  </a:lnTo>
                  <a:lnTo>
                    <a:pt x="8048698" y="3089893"/>
                  </a:lnTo>
                  <a:lnTo>
                    <a:pt x="8050410" y="3116972"/>
                  </a:lnTo>
                  <a:lnTo>
                    <a:pt x="8050410" y="3116972"/>
                  </a:lnTo>
                  <a:lnTo>
                    <a:pt x="8052121" y="3116972"/>
                  </a:lnTo>
                  <a:lnTo>
                    <a:pt x="8053833" y="3116972"/>
                  </a:lnTo>
                  <a:lnTo>
                    <a:pt x="8055544" y="3116972"/>
                  </a:lnTo>
                  <a:lnTo>
                    <a:pt x="8057255" y="3116972"/>
                  </a:lnTo>
                  <a:lnTo>
                    <a:pt x="8058967" y="3116972"/>
                  </a:lnTo>
                  <a:lnTo>
                    <a:pt x="8060678" y="3116972"/>
                  </a:lnTo>
                  <a:lnTo>
                    <a:pt x="8062390" y="3116972"/>
                  </a:lnTo>
                  <a:lnTo>
                    <a:pt x="8064101" y="3033584"/>
                  </a:lnTo>
                  <a:lnTo>
                    <a:pt x="8065812" y="3007664"/>
                  </a:lnTo>
                  <a:lnTo>
                    <a:pt x="8067524" y="2975494"/>
                  </a:lnTo>
                  <a:lnTo>
                    <a:pt x="8069235" y="2963853"/>
                  </a:lnTo>
                  <a:lnTo>
                    <a:pt x="8070947" y="2941854"/>
                  </a:lnTo>
                  <a:lnTo>
                    <a:pt x="8072658" y="2916969"/>
                  </a:lnTo>
                  <a:lnTo>
                    <a:pt x="8074369" y="2964960"/>
                  </a:lnTo>
                  <a:lnTo>
                    <a:pt x="8076081" y="2998804"/>
                  </a:lnTo>
                  <a:lnTo>
                    <a:pt x="8077792" y="3025603"/>
                  </a:lnTo>
                  <a:lnTo>
                    <a:pt x="8079504" y="3030517"/>
                  </a:lnTo>
                  <a:lnTo>
                    <a:pt x="8081215" y="3063539"/>
                  </a:lnTo>
                  <a:lnTo>
                    <a:pt x="8082926" y="3116972"/>
                  </a:lnTo>
                  <a:lnTo>
                    <a:pt x="8082926" y="3116972"/>
                  </a:lnTo>
                  <a:lnTo>
                    <a:pt x="8084638" y="3116972"/>
                  </a:lnTo>
                  <a:lnTo>
                    <a:pt x="8086349" y="3116972"/>
                  </a:lnTo>
                  <a:lnTo>
                    <a:pt x="8088061" y="3116972"/>
                  </a:lnTo>
                  <a:lnTo>
                    <a:pt x="8089772" y="3116972"/>
                  </a:lnTo>
                  <a:lnTo>
                    <a:pt x="8091483" y="3116972"/>
                  </a:lnTo>
                  <a:lnTo>
                    <a:pt x="8093195" y="3116972"/>
                  </a:lnTo>
                  <a:lnTo>
                    <a:pt x="8094906" y="3113057"/>
                  </a:lnTo>
                  <a:lnTo>
                    <a:pt x="8096618" y="3079288"/>
                  </a:lnTo>
                  <a:lnTo>
                    <a:pt x="8098329" y="2978851"/>
                  </a:lnTo>
                  <a:lnTo>
                    <a:pt x="8100040" y="2913442"/>
                  </a:lnTo>
                  <a:lnTo>
                    <a:pt x="8101752" y="2930020"/>
                  </a:lnTo>
                  <a:lnTo>
                    <a:pt x="8103463" y="3006708"/>
                  </a:lnTo>
                  <a:lnTo>
                    <a:pt x="8105175" y="3033924"/>
                  </a:lnTo>
                  <a:lnTo>
                    <a:pt x="8106886" y="3077674"/>
                  </a:lnTo>
                  <a:lnTo>
                    <a:pt x="8108597" y="3116972"/>
                  </a:lnTo>
                  <a:lnTo>
                    <a:pt x="8108597" y="3116972"/>
                  </a:lnTo>
                  <a:lnTo>
                    <a:pt x="8110309" y="3116972"/>
                  </a:lnTo>
                  <a:lnTo>
                    <a:pt x="8112020" y="3116972"/>
                  </a:lnTo>
                  <a:lnTo>
                    <a:pt x="8113732" y="3116972"/>
                  </a:lnTo>
                  <a:lnTo>
                    <a:pt x="8115443" y="3116972"/>
                  </a:lnTo>
                  <a:lnTo>
                    <a:pt x="8117154" y="3101425"/>
                  </a:lnTo>
                  <a:lnTo>
                    <a:pt x="8118866" y="3069354"/>
                  </a:lnTo>
                  <a:lnTo>
                    <a:pt x="8120577" y="3064334"/>
                  </a:lnTo>
                  <a:lnTo>
                    <a:pt x="8122288" y="3064334"/>
                  </a:lnTo>
                  <a:lnTo>
                    <a:pt x="8124000" y="3064334"/>
                  </a:lnTo>
                  <a:lnTo>
                    <a:pt x="8125711" y="3064334"/>
                  </a:lnTo>
                  <a:lnTo>
                    <a:pt x="8127423" y="3064334"/>
                  </a:lnTo>
                  <a:lnTo>
                    <a:pt x="8129134" y="3045141"/>
                  </a:lnTo>
                  <a:lnTo>
                    <a:pt x="8130845" y="3007033"/>
                  </a:lnTo>
                  <a:lnTo>
                    <a:pt x="8132557" y="2978580"/>
                  </a:lnTo>
                  <a:lnTo>
                    <a:pt x="8134268" y="2999682"/>
                  </a:lnTo>
                  <a:lnTo>
                    <a:pt x="8135980" y="3011608"/>
                  </a:lnTo>
                  <a:lnTo>
                    <a:pt x="8137691" y="2976413"/>
                  </a:lnTo>
                  <a:lnTo>
                    <a:pt x="8139402" y="2952389"/>
                  </a:lnTo>
                  <a:lnTo>
                    <a:pt x="8141114" y="2903810"/>
                  </a:lnTo>
                  <a:lnTo>
                    <a:pt x="8142825" y="2914657"/>
                  </a:lnTo>
                  <a:lnTo>
                    <a:pt x="8144537" y="2958818"/>
                  </a:lnTo>
                  <a:lnTo>
                    <a:pt x="8146248" y="2976066"/>
                  </a:lnTo>
                  <a:lnTo>
                    <a:pt x="8147959" y="3040158"/>
                  </a:lnTo>
                  <a:lnTo>
                    <a:pt x="8149671" y="3033236"/>
                  </a:lnTo>
                  <a:lnTo>
                    <a:pt x="8151382" y="3094938"/>
                  </a:lnTo>
                  <a:lnTo>
                    <a:pt x="8153094" y="3116972"/>
                  </a:lnTo>
                  <a:lnTo>
                    <a:pt x="8153094" y="3116972"/>
                  </a:lnTo>
                  <a:lnTo>
                    <a:pt x="8154805" y="3093249"/>
                  </a:lnTo>
                  <a:lnTo>
                    <a:pt x="8156516" y="3051513"/>
                  </a:lnTo>
                  <a:lnTo>
                    <a:pt x="8158228" y="3027731"/>
                  </a:lnTo>
                  <a:lnTo>
                    <a:pt x="8159939" y="3083633"/>
                  </a:lnTo>
                  <a:lnTo>
                    <a:pt x="8161651" y="3115762"/>
                  </a:lnTo>
                  <a:lnTo>
                    <a:pt x="8163362" y="3080173"/>
                  </a:lnTo>
                  <a:lnTo>
                    <a:pt x="8165073" y="3050398"/>
                  </a:lnTo>
                  <a:lnTo>
                    <a:pt x="8166785" y="3062961"/>
                  </a:lnTo>
                  <a:lnTo>
                    <a:pt x="8168496" y="3057846"/>
                  </a:lnTo>
                  <a:lnTo>
                    <a:pt x="8170208" y="3052082"/>
                  </a:lnTo>
                  <a:lnTo>
                    <a:pt x="8171919" y="3028789"/>
                  </a:lnTo>
                  <a:lnTo>
                    <a:pt x="8173630" y="2959931"/>
                  </a:lnTo>
                  <a:lnTo>
                    <a:pt x="8175342" y="2913883"/>
                  </a:lnTo>
                  <a:lnTo>
                    <a:pt x="8177053" y="2918373"/>
                  </a:lnTo>
                  <a:lnTo>
                    <a:pt x="8178765" y="2956837"/>
                  </a:lnTo>
                  <a:lnTo>
                    <a:pt x="8180476" y="2983820"/>
                  </a:lnTo>
                  <a:lnTo>
                    <a:pt x="8182187" y="3012355"/>
                  </a:lnTo>
                  <a:lnTo>
                    <a:pt x="8183899" y="3116972"/>
                  </a:lnTo>
                  <a:lnTo>
                    <a:pt x="8183899" y="3116972"/>
                  </a:lnTo>
                  <a:lnTo>
                    <a:pt x="8185610" y="3116972"/>
                  </a:lnTo>
                  <a:lnTo>
                    <a:pt x="8187322" y="3116972"/>
                  </a:lnTo>
                  <a:lnTo>
                    <a:pt x="8189033" y="3116972"/>
                  </a:lnTo>
                  <a:lnTo>
                    <a:pt x="8190744" y="3116972"/>
                  </a:lnTo>
                  <a:lnTo>
                    <a:pt x="8192456" y="3116972"/>
                  </a:lnTo>
                  <a:lnTo>
                    <a:pt x="8194167" y="3116972"/>
                  </a:lnTo>
                  <a:lnTo>
                    <a:pt x="8195879" y="3101553"/>
                  </a:lnTo>
                  <a:lnTo>
                    <a:pt x="8197590" y="3009845"/>
                  </a:lnTo>
                  <a:lnTo>
                    <a:pt x="8199301" y="3005122"/>
                  </a:lnTo>
                  <a:lnTo>
                    <a:pt x="8201013" y="3020757"/>
                  </a:lnTo>
                  <a:lnTo>
                    <a:pt x="8202724" y="3049536"/>
                  </a:lnTo>
                  <a:lnTo>
                    <a:pt x="8204436" y="3055639"/>
                  </a:lnTo>
                  <a:lnTo>
                    <a:pt x="8206147" y="3074759"/>
                  </a:lnTo>
                  <a:lnTo>
                    <a:pt x="8207858" y="3116972"/>
                  </a:lnTo>
                  <a:lnTo>
                    <a:pt x="8207858" y="3116972"/>
                  </a:lnTo>
                  <a:lnTo>
                    <a:pt x="8209570" y="3116972"/>
                  </a:lnTo>
                  <a:lnTo>
                    <a:pt x="8211281" y="3116972"/>
                  </a:lnTo>
                  <a:lnTo>
                    <a:pt x="8212993" y="3116972"/>
                  </a:lnTo>
                  <a:lnTo>
                    <a:pt x="8214704" y="3116480"/>
                  </a:lnTo>
                  <a:lnTo>
                    <a:pt x="8216415" y="3116480"/>
                  </a:lnTo>
                  <a:lnTo>
                    <a:pt x="8218127" y="3095086"/>
                  </a:lnTo>
                  <a:lnTo>
                    <a:pt x="8219838" y="3116972"/>
                  </a:lnTo>
                  <a:lnTo>
                    <a:pt x="8219838" y="3116972"/>
                  </a:lnTo>
                  <a:lnTo>
                    <a:pt x="8221550" y="3116972"/>
                  </a:lnTo>
                  <a:lnTo>
                    <a:pt x="8223261" y="3116972"/>
                  </a:lnTo>
                  <a:lnTo>
                    <a:pt x="8224972" y="3116972"/>
                  </a:lnTo>
                  <a:lnTo>
                    <a:pt x="8226684" y="3116972"/>
                  </a:lnTo>
                  <a:lnTo>
                    <a:pt x="8228395" y="3116972"/>
                  </a:lnTo>
                  <a:lnTo>
                    <a:pt x="8230106" y="3116972"/>
                  </a:lnTo>
                  <a:lnTo>
                    <a:pt x="8231818" y="3116972"/>
                  </a:lnTo>
                  <a:lnTo>
                    <a:pt x="8233529" y="3116972"/>
                  </a:lnTo>
                  <a:lnTo>
                    <a:pt x="8235241" y="3116972"/>
                  </a:lnTo>
                  <a:lnTo>
                    <a:pt x="8236952" y="3116972"/>
                  </a:lnTo>
                  <a:lnTo>
                    <a:pt x="8238663" y="3116972"/>
                  </a:lnTo>
                  <a:lnTo>
                    <a:pt x="8240375" y="3116972"/>
                  </a:lnTo>
                  <a:lnTo>
                    <a:pt x="8242086" y="3116972"/>
                  </a:lnTo>
                  <a:lnTo>
                    <a:pt x="8243798" y="3116972"/>
                  </a:lnTo>
                  <a:lnTo>
                    <a:pt x="8245509" y="3116972"/>
                  </a:lnTo>
                  <a:lnTo>
                    <a:pt x="8247220" y="3116972"/>
                  </a:lnTo>
                  <a:lnTo>
                    <a:pt x="8248932" y="3116972"/>
                  </a:lnTo>
                  <a:lnTo>
                    <a:pt x="8250643" y="3116972"/>
                  </a:lnTo>
                  <a:lnTo>
                    <a:pt x="8252355" y="3116972"/>
                  </a:lnTo>
                  <a:lnTo>
                    <a:pt x="8254066" y="3116972"/>
                  </a:lnTo>
                  <a:lnTo>
                    <a:pt x="8255777" y="3116972"/>
                  </a:lnTo>
                  <a:lnTo>
                    <a:pt x="8257489" y="3116972"/>
                  </a:lnTo>
                  <a:lnTo>
                    <a:pt x="8259200" y="3094921"/>
                  </a:lnTo>
                  <a:lnTo>
                    <a:pt x="8260912" y="3085434"/>
                  </a:lnTo>
                  <a:lnTo>
                    <a:pt x="8262623" y="3116972"/>
                  </a:lnTo>
                  <a:lnTo>
                    <a:pt x="8262623" y="3116972"/>
                  </a:lnTo>
                  <a:lnTo>
                    <a:pt x="8264334" y="3116972"/>
                  </a:lnTo>
                  <a:lnTo>
                    <a:pt x="8266046" y="3116972"/>
                  </a:lnTo>
                  <a:lnTo>
                    <a:pt x="8267757" y="3116972"/>
                  </a:lnTo>
                  <a:lnTo>
                    <a:pt x="8269469" y="3116972"/>
                  </a:lnTo>
                  <a:lnTo>
                    <a:pt x="8271180" y="3098303"/>
                  </a:lnTo>
                  <a:lnTo>
                    <a:pt x="8272891" y="3091969"/>
                  </a:lnTo>
                  <a:lnTo>
                    <a:pt x="8274603" y="3114749"/>
                  </a:lnTo>
                  <a:lnTo>
                    <a:pt x="8276314" y="3114748"/>
                  </a:lnTo>
                  <a:lnTo>
                    <a:pt x="8278026" y="3114749"/>
                  </a:lnTo>
                  <a:lnTo>
                    <a:pt x="8279737" y="3087061"/>
                  </a:lnTo>
                  <a:lnTo>
                    <a:pt x="8281448" y="3042333"/>
                  </a:lnTo>
                  <a:lnTo>
                    <a:pt x="8283160" y="3031699"/>
                  </a:lnTo>
                  <a:lnTo>
                    <a:pt x="8284871" y="3036806"/>
                  </a:lnTo>
                  <a:lnTo>
                    <a:pt x="8286583" y="3036806"/>
                  </a:lnTo>
                  <a:lnTo>
                    <a:pt x="8288294" y="3036806"/>
                  </a:lnTo>
                  <a:lnTo>
                    <a:pt x="8290005" y="3064497"/>
                  </a:lnTo>
                  <a:lnTo>
                    <a:pt x="8291717" y="3109226"/>
                  </a:lnTo>
                  <a:lnTo>
                    <a:pt x="8293428" y="3094651"/>
                  </a:lnTo>
                  <a:lnTo>
                    <a:pt x="8295140" y="3055852"/>
                  </a:lnTo>
                  <a:lnTo>
                    <a:pt x="8296851" y="3028276"/>
                  </a:lnTo>
                  <a:lnTo>
                    <a:pt x="8298562" y="3009915"/>
                  </a:lnTo>
                  <a:lnTo>
                    <a:pt x="8300274" y="2979700"/>
                  </a:lnTo>
                  <a:lnTo>
                    <a:pt x="8301985" y="2959579"/>
                  </a:lnTo>
                  <a:lnTo>
                    <a:pt x="8303697" y="3001657"/>
                  </a:lnTo>
                  <a:lnTo>
                    <a:pt x="8305408" y="3083407"/>
                  </a:lnTo>
                  <a:lnTo>
                    <a:pt x="8307119" y="3116972"/>
                  </a:lnTo>
                  <a:lnTo>
                    <a:pt x="8307119" y="3116972"/>
                  </a:lnTo>
                  <a:lnTo>
                    <a:pt x="8308831" y="3116972"/>
                  </a:lnTo>
                  <a:lnTo>
                    <a:pt x="8310542" y="3116972"/>
                  </a:lnTo>
                  <a:lnTo>
                    <a:pt x="8312254" y="3116972"/>
                  </a:lnTo>
                  <a:lnTo>
                    <a:pt x="8313965" y="3116972"/>
                  </a:lnTo>
                  <a:lnTo>
                    <a:pt x="8315676" y="3116972"/>
                  </a:lnTo>
                  <a:lnTo>
                    <a:pt x="8317388" y="3116972"/>
                  </a:lnTo>
                  <a:lnTo>
                    <a:pt x="8319099" y="3116972"/>
                  </a:lnTo>
                  <a:lnTo>
                    <a:pt x="8320811" y="3116972"/>
                  </a:lnTo>
                  <a:lnTo>
                    <a:pt x="8322522" y="3116972"/>
                  </a:lnTo>
                  <a:lnTo>
                    <a:pt x="8324233" y="3116972"/>
                  </a:lnTo>
                  <a:lnTo>
                    <a:pt x="8325945" y="3116972"/>
                  </a:lnTo>
                  <a:lnTo>
                    <a:pt x="8327656" y="3116972"/>
                  </a:lnTo>
                  <a:lnTo>
                    <a:pt x="8329367" y="3116972"/>
                  </a:lnTo>
                  <a:lnTo>
                    <a:pt x="8331079" y="3116972"/>
                  </a:lnTo>
                  <a:lnTo>
                    <a:pt x="8332790" y="3116972"/>
                  </a:lnTo>
                  <a:lnTo>
                    <a:pt x="8334502" y="3116972"/>
                  </a:lnTo>
                  <a:lnTo>
                    <a:pt x="8336213" y="3116972"/>
                  </a:lnTo>
                  <a:lnTo>
                    <a:pt x="8337924" y="3116972"/>
                  </a:lnTo>
                  <a:lnTo>
                    <a:pt x="8339636" y="3116972"/>
                  </a:lnTo>
                  <a:lnTo>
                    <a:pt x="8341347" y="3116972"/>
                  </a:lnTo>
                  <a:lnTo>
                    <a:pt x="8343059" y="3116972"/>
                  </a:lnTo>
                  <a:lnTo>
                    <a:pt x="8344770" y="3116972"/>
                  </a:lnTo>
                  <a:lnTo>
                    <a:pt x="8346481" y="3116972"/>
                  </a:lnTo>
                  <a:lnTo>
                    <a:pt x="8348193" y="3104663"/>
                  </a:lnTo>
                  <a:lnTo>
                    <a:pt x="8349904" y="3051042"/>
                  </a:lnTo>
                  <a:lnTo>
                    <a:pt x="8351616" y="2959700"/>
                  </a:lnTo>
                  <a:lnTo>
                    <a:pt x="8353327" y="2927148"/>
                  </a:lnTo>
                  <a:lnTo>
                    <a:pt x="8355038" y="2975398"/>
                  </a:lnTo>
                  <a:lnTo>
                    <a:pt x="8356750" y="3009947"/>
                  </a:lnTo>
                  <a:lnTo>
                    <a:pt x="8358461" y="3037384"/>
                  </a:lnTo>
                  <a:lnTo>
                    <a:pt x="8360173" y="3037384"/>
                  </a:lnTo>
                  <a:lnTo>
                    <a:pt x="8361884" y="3070632"/>
                  </a:lnTo>
                  <a:lnTo>
                    <a:pt x="8363595" y="3116972"/>
                  </a:lnTo>
                  <a:lnTo>
                    <a:pt x="8363595" y="3116972"/>
                  </a:lnTo>
                  <a:lnTo>
                    <a:pt x="8365307" y="3116972"/>
                  </a:lnTo>
                  <a:lnTo>
                    <a:pt x="8367018" y="3116972"/>
                  </a:lnTo>
                  <a:lnTo>
                    <a:pt x="8368730" y="3116972"/>
                  </a:lnTo>
                  <a:lnTo>
                    <a:pt x="8370441" y="3116972"/>
                  </a:lnTo>
                  <a:lnTo>
                    <a:pt x="8372152" y="3116972"/>
                  </a:lnTo>
                  <a:lnTo>
                    <a:pt x="8373864" y="3116972"/>
                  </a:lnTo>
                  <a:lnTo>
                    <a:pt x="8375575" y="3116972"/>
                  </a:lnTo>
                  <a:lnTo>
                    <a:pt x="8377287" y="3116972"/>
                  </a:lnTo>
                  <a:lnTo>
                    <a:pt x="8378998" y="3116972"/>
                  </a:lnTo>
                  <a:lnTo>
                    <a:pt x="8380709" y="3116972"/>
                  </a:lnTo>
                  <a:lnTo>
                    <a:pt x="8382421" y="3116972"/>
                  </a:lnTo>
                  <a:lnTo>
                    <a:pt x="8384132" y="3059249"/>
                  </a:lnTo>
                  <a:lnTo>
                    <a:pt x="8385844" y="3019125"/>
                  </a:lnTo>
                  <a:lnTo>
                    <a:pt x="8387555" y="2988809"/>
                  </a:lnTo>
                  <a:lnTo>
                    <a:pt x="8389266" y="2994810"/>
                  </a:lnTo>
                  <a:lnTo>
                    <a:pt x="8390978" y="3056080"/>
                  </a:lnTo>
                  <a:lnTo>
                    <a:pt x="8392689" y="3084913"/>
                  </a:lnTo>
                  <a:lnTo>
                    <a:pt x="8394401" y="3116972"/>
                  </a:lnTo>
                  <a:lnTo>
                    <a:pt x="8394401" y="3116972"/>
                  </a:lnTo>
                  <a:lnTo>
                    <a:pt x="8396112" y="3116972"/>
                  </a:lnTo>
                  <a:lnTo>
                    <a:pt x="8397823" y="3116972"/>
                  </a:lnTo>
                  <a:lnTo>
                    <a:pt x="8399535" y="3116972"/>
                  </a:lnTo>
                  <a:lnTo>
                    <a:pt x="8401246" y="3116972"/>
                  </a:lnTo>
                  <a:lnTo>
                    <a:pt x="8402958" y="3116972"/>
                  </a:lnTo>
                  <a:lnTo>
                    <a:pt x="8404669" y="3116972"/>
                  </a:lnTo>
                  <a:lnTo>
                    <a:pt x="8406380" y="3116972"/>
                  </a:lnTo>
                  <a:lnTo>
                    <a:pt x="8408092" y="3116972"/>
                  </a:lnTo>
                  <a:lnTo>
                    <a:pt x="8409803" y="3116972"/>
                  </a:lnTo>
                  <a:lnTo>
                    <a:pt x="8411515" y="3116972"/>
                  </a:lnTo>
                  <a:lnTo>
                    <a:pt x="8413226" y="3116972"/>
                  </a:lnTo>
                  <a:lnTo>
                    <a:pt x="8414937" y="3116972"/>
                  </a:lnTo>
                  <a:lnTo>
                    <a:pt x="8416649" y="3116972"/>
                  </a:lnTo>
                  <a:lnTo>
                    <a:pt x="8418360" y="3116972"/>
                  </a:lnTo>
                  <a:lnTo>
                    <a:pt x="8420072" y="3116972"/>
                  </a:lnTo>
                  <a:lnTo>
                    <a:pt x="8421783" y="3065691"/>
                  </a:lnTo>
                  <a:lnTo>
                    <a:pt x="8423494" y="3047013"/>
                  </a:lnTo>
                  <a:lnTo>
                    <a:pt x="8425206" y="3070815"/>
                  </a:lnTo>
                  <a:lnTo>
                    <a:pt x="8426917" y="3090669"/>
                  </a:lnTo>
                  <a:lnTo>
                    <a:pt x="8428629" y="3081437"/>
                  </a:lnTo>
                  <a:lnTo>
                    <a:pt x="8430340" y="3075831"/>
                  </a:lnTo>
                  <a:lnTo>
                    <a:pt x="8432051" y="3073190"/>
                  </a:lnTo>
                  <a:lnTo>
                    <a:pt x="8433763" y="3052404"/>
                  </a:lnTo>
                  <a:lnTo>
                    <a:pt x="8435474" y="3051961"/>
                  </a:lnTo>
                  <a:lnTo>
                    <a:pt x="8437185" y="3116972"/>
                  </a:lnTo>
                  <a:lnTo>
                    <a:pt x="8437185" y="3116972"/>
                  </a:lnTo>
                  <a:lnTo>
                    <a:pt x="8438897" y="3116972"/>
                  </a:lnTo>
                  <a:lnTo>
                    <a:pt x="8440608" y="3116972"/>
                  </a:lnTo>
                  <a:lnTo>
                    <a:pt x="8442320" y="3116972"/>
                  </a:lnTo>
                  <a:lnTo>
                    <a:pt x="8444031" y="3116972"/>
                  </a:lnTo>
                  <a:lnTo>
                    <a:pt x="8445742" y="3104483"/>
                  </a:lnTo>
                  <a:lnTo>
                    <a:pt x="8447454" y="3024840"/>
                  </a:lnTo>
                  <a:lnTo>
                    <a:pt x="8449165" y="2964608"/>
                  </a:lnTo>
                  <a:lnTo>
                    <a:pt x="8450877" y="2985810"/>
                  </a:lnTo>
                  <a:lnTo>
                    <a:pt x="8452588" y="3017352"/>
                  </a:lnTo>
                  <a:lnTo>
                    <a:pt x="8454299" y="3022606"/>
                  </a:lnTo>
                  <a:lnTo>
                    <a:pt x="8456011" y="3072256"/>
                  </a:lnTo>
                  <a:lnTo>
                    <a:pt x="8457722" y="3110594"/>
                  </a:lnTo>
                  <a:lnTo>
                    <a:pt x="8459434" y="3116972"/>
                  </a:lnTo>
                  <a:lnTo>
                    <a:pt x="8459434" y="3116972"/>
                  </a:lnTo>
                  <a:lnTo>
                    <a:pt x="8461145" y="3116972"/>
                  </a:lnTo>
                  <a:lnTo>
                    <a:pt x="8462856" y="3116972"/>
                  </a:lnTo>
                  <a:lnTo>
                    <a:pt x="8464568" y="3116972"/>
                  </a:lnTo>
                  <a:lnTo>
                    <a:pt x="8466279" y="3116972"/>
                  </a:lnTo>
                  <a:lnTo>
                    <a:pt x="8467991" y="3116972"/>
                  </a:lnTo>
                  <a:lnTo>
                    <a:pt x="8469702" y="3116972"/>
                  </a:lnTo>
                  <a:lnTo>
                    <a:pt x="8471413" y="3116972"/>
                  </a:lnTo>
                  <a:lnTo>
                    <a:pt x="8473125" y="3116972"/>
                  </a:lnTo>
                  <a:lnTo>
                    <a:pt x="8474836" y="3107028"/>
                  </a:lnTo>
                  <a:lnTo>
                    <a:pt x="8476548" y="3094379"/>
                  </a:lnTo>
                  <a:lnTo>
                    <a:pt x="8478259" y="3097934"/>
                  </a:lnTo>
                  <a:lnTo>
                    <a:pt x="8479970" y="3076976"/>
                  </a:lnTo>
                  <a:lnTo>
                    <a:pt x="8481682" y="3054989"/>
                  </a:lnTo>
                  <a:lnTo>
                    <a:pt x="8483393" y="3056485"/>
                  </a:lnTo>
                  <a:lnTo>
                    <a:pt x="8485105" y="3070595"/>
                  </a:lnTo>
                  <a:lnTo>
                    <a:pt x="8486816" y="3113996"/>
                  </a:lnTo>
                  <a:lnTo>
                    <a:pt x="8488527" y="3116972"/>
                  </a:lnTo>
                  <a:lnTo>
                    <a:pt x="8488527" y="3116972"/>
                  </a:lnTo>
                  <a:lnTo>
                    <a:pt x="8490239" y="3116972"/>
                  </a:lnTo>
                  <a:lnTo>
                    <a:pt x="8491950" y="3116972"/>
                  </a:lnTo>
                  <a:lnTo>
                    <a:pt x="8493662" y="3116972"/>
                  </a:lnTo>
                  <a:lnTo>
                    <a:pt x="8495373" y="3116972"/>
                  </a:lnTo>
                  <a:lnTo>
                    <a:pt x="8497084" y="3116972"/>
                  </a:lnTo>
                  <a:lnTo>
                    <a:pt x="8498796" y="3116972"/>
                  </a:lnTo>
                  <a:lnTo>
                    <a:pt x="8500507" y="3116972"/>
                  </a:lnTo>
                  <a:lnTo>
                    <a:pt x="8502219" y="3116972"/>
                  </a:lnTo>
                  <a:lnTo>
                    <a:pt x="8503930" y="3116972"/>
                  </a:lnTo>
                  <a:lnTo>
                    <a:pt x="8505641" y="3116392"/>
                  </a:lnTo>
                  <a:lnTo>
                    <a:pt x="8507353" y="3048691"/>
                  </a:lnTo>
                  <a:lnTo>
                    <a:pt x="8509064" y="2990789"/>
                  </a:lnTo>
                  <a:lnTo>
                    <a:pt x="8510776" y="2969723"/>
                  </a:lnTo>
                  <a:lnTo>
                    <a:pt x="8512487" y="3010954"/>
                  </a:lnTo>
                  <a:lnTo>
                    <a:pt x="8514198" y="3018099"/>
                  </a:lnTo>
                  <a:lnTo>
                    <a:pt x="8515910" y="2999596"/>
                  </a:lnTo>
                  <a:lnTo>
                    <a:pt x="8517621" y="3016311"/>
                  </a:lnTo>
                  <a:lnTo>
                    <a:pt x="8519333" y="3032351"/>
                  </a:lnTo>
                  <a:lnTo>
                    <a:pt x="8521044" y="3008052"/>
                  </a:lnTo>
                  <a:lnTo>
                    <a:pt x="8522755" y="2980175"/>
                  </a:lnTo>
                  <a:lnTo>
                    <a:pt x="8524467" y="2980176"/>
                  </a:lnTo>
                  <a:lnTo>
                    <a:pt x="8526178" y="2980177"/>
                  </a:lnTo>
                  <a:lnTo>
                    <a:pt x="8527890" y="2980178"/>
                  </a:lnTo>
                  <a:lnTo>
                    <a:pt x="8529601" y="2991093"/>
                  </a:lnTo>
                  <a:lnTo>
                    <a:pt x="8531312" y="3036458"/>
                  </a:lnTo>
                  <a:lnTo>
                    <a:pt x="8533024" y="3064334"/>
                  </a:lnTo>
                  <a:lnTo>
                    <a:pt x="8534735" y="3066665"/>
                  </a:lnTo>
                  <a:lnTo>
                    <a:pt x="8536447" y="3100068"/>
                  </a:lnTo>
                  <a:lnTo>
                    <a:pt x="8538158" y="3116972"/>
                  </a:lnTo>
                  <a:lnTo>
                    <a:pt x="8538158" y="3116972"/>
                  </a:lnTo>
                  <a:lnTo>
                    <a:pt x="8539869" y="3116972"/>
                  </a:lnTo>
                  <a:lnTo>
                    <a:pt x="8541581" y="3116972"/>
                  </a:lnTo>
                  <a:lnTo>
                    <a:pt x="8543292" y="3116972"/>
                  </a:lnTo>
                  <a:lnTo>
                    <a:pt x="8545003" y="3116972"/>
                  </a:lnTo>
                  <a:lnTo>
                    <a:pt x="8546715" y="3116972"/>
                  </a:lnTo>
                  <a:lnTo>
                    <a:pt x="8548426" y="3116972"/>
                  </a:lnTo>
                  <a:lnTo>
                    <a:pt x="8550138" y="3116972"/>
                  </a:lnTo>
                  <a:lnTo>
                    <a:pt x="8551849" y="3116972"/>
                  </a:lnTo>
                  <a:lnTo>
                    <a:pt x="8553560" y="3116972"/>
                  </a:lnTo>
                  <a:lnTo>
                    <a:pt x="8553560" y="31169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51849" y="0"/>
                  </a:lnTo>
                  <a:lnTo>
                    <a:pt x="8550138" y="0"/>
                  </a:lnTo>
                  <a:lnTo>
                    <a:pt x="8548426" y="0"/>
                  </a:lnTo>
                  <a:lnTo>
                    <a:pt x="8546715" y="0"/>
                  </a:lnTo>
                  <a:lnTo>
                    <a:pt x="8545003" y="0"/>
                  </a:lnTo>
                  <a:lnTo>
                    <a:pt x="8543292" y="0"/>
                  </a:lnTo>
                  <a:lnTo>
                    <a:pt x="8541581" y="0"/>
                  </a:lnTo>
                  <a:lnTo>
                    <a:pt x="8539869" y="0"/>
                  </a:lnTo>
                  <a:lnTo>
                    <a:pt x="8538158" y="0"/>
                  </a:lnTo>
                  <a:lnTo>
                    <a:pt x="8536447" y="0"/>
                  </a:lnTo>
                  <a:lnTo>
                    <a:pt x="8534735" y="0"/>
                  </a:lnTo>
                  <a:lnTo>
                    <a:pt x="8533024" y="0"/>
                  </a:lnTo>
                  <a:lnTo>
                    <a:pt x="8531312" y="0"/>
                  </a:lnTo>
                  <a:lnTo>
                    <a:pt x="8529601" y="0"/>
                  </a:lnTo>
                  <a:lnTo>
                    <a:pt x="8527890" y="0"/>
                  </a:lnTo>
                  <a:lnTo>
                    <a:pt x="8526178" y="0"/>
                  </a:lnTo>
                  <a:lnTo>
                    <a:pt x="8524467" y="0"/>
                  </a:lnTo>
                  <a:lnTo>
                    <a:pt x="8522755" y="0"/>
                  </a:lnTo>
                  <a:lnTo>
                    <a:pt x="8521044" y="0"/>
                  </a:lnTo>
                  <a:lnTo>
                    <a:pt x="8519333" y="0"/>
                  </a:lnTo>
                  <a:lnTo>
                    <a:pt x="8517621" y="0"/>
                  </a:lnTo>
                  <a:lnTo>
                    <a:pt x="8515910" y="0"/>
                  </a:lnTo>
                  <a:lnTo>
                    <a:pt x="8514198" y="0"/>
                  </a:lnTo>
                  <a:lnTo>
                    <a:pt x="8512487" y="0"/>
                  </a:lnTo>
                  <a:lnTo>
                    <a:pt x="8510776" y="0"/>
                  </a:lnTo>
                  <a:lnTo>
                    <a:pt x="8509064" y="0"/>
                  </a:lnTo>
                  <a:lnTo>
                    <a:pt x="8507353" y="0"/>
                  </a:lnTo>
                  <a:lnTo>
                    <a:pt x="8505641" y="0"/>
                  </a:lnTo>
                  <a:lnTo>
                    <a:pt x="8503930" y="0"/>
                  </a:lnTo>
                  <a:lnTo>
                    <a:pt x="8502219" y="0"/>
                  </a:lnTo>
                  <a:lnTo>
                    <a:pt x="8500507" y="0"/>
                  </a:lnTo>
                  <a:lnTo>
                    <a:pt x="8498796" y="0"/>
                  </a:lnTo>
                  <a:lnTo>
                    <a:pt x="8497084" y="0"/>
                  </a:lnTo>
                  <a:lnTo>
                    <a:pt x="8495373" y="0"/>
                  </a:lnTo>
                  <a:lnTo>
                    <a:pt x="8493662" y="0"/>
                  </a:lnTo>
                  <a:lnTo>
                    <a:pt x="8491950" y="0"/>
                  </a:lnTo>
                  <a:lnTo>
                    <a:pt x="8490239" y="0"/>
                  </a:lnTo>
                  <a:lnTo>
                    <a:pt x="8488527" y="0"/>
                  </a:lnTo>
                  <a:lnTo>
                    <a:pt x="8486816" y="0"/>
                  </a:lnTo>
                  <a:lnTo>
                    <a:pt x="8485105" y="0"/>
                  </a:lnTo>
                  <a:lnTo>
                    <a:pt x="8483393" y="0"/>
                  </a:lnTo>
                  <a:lnTo>
                    <a:pt x="8481682" y="0"/>
                  </a:lnTo>
                  <a:lnTo>
                    <a:pt x="8479970" y="0"/>
                  </a:lnTo>
                  <a:lnTo>
                    <a:pt x="8478259" y="0"/>
                  </a:lnTo>
                  <a:lnTo>
                    <a:pt x="8476548" y="0"/>
                  </a:lnTo>
                  <a:lnTo>
                    <a:pt x="8474836" y="0"/>
                  </a:lnTo>
                  <a:lnTo>
                    <a:pt x="8473125" y="0"/>
                  </a:lnTo>
                  <a:lnTo>
                    <a:pt x="8471413" y="0"/>
                  </a:lnTo>
                  <a:lnTo>
                    <a:pt x="8469702" y="0"/>
                  </a:lnTo>
                  <a:lnTo>
                    <a:pt x="8467991" y="0"/>
                  </a:lnTo>
                  <a:lnTo>
                    <a:pt x="8466279" y="0"/>
                  </a:lnTo>
                  <a:lnTo>
                    <a:pt x="8464568" y="0"/>
                  </a:lnTo>
                  <a:lnTo>
                    <a:pt x="8462856" y="0"/>
                  </a:lnTo>
                  <a:lnTo>
                    <a:pt x="8461145" y="0"/>
                  </a:lnTo>
                  <a:lnTo>
                    <a:pt x="8459434" y="0"/>
                  </a:lnTo>
                  <a:lnTo>
                    <a:pt x="8457722" y="0"/>
                  </a:lnTo>
                  <a:lnTo>
                    <a:pt x="8456011" y="0"/>
                  </a:lnTo>
                  <a:lnTo>
                    <a:pt x="8454299" y="0"/>
                  </a:lnTo>
                  <a:lnTo>
                    <a:pt x="8452588" y="0"/>
                  </a:lnTo>
                  <a:lnTo>
                    <a:pt x="8450877" y="0"/>
                  </a:lnTo>
                  <a:lnTo>
                    <a:pt x="8449165" y="0"/>
                  </a:lnTo>
                  <a:lnTo>
                    <a:pt x="8447454" y="0"/>
                  </a:lnTo>
                  <a:lnTo>
                    <a:pt x="8445742" y="0"/>
                  </a:lnTo>
                  <a:lnTo>
                    <a:pt x="8444031" y="0"/>
                  </a:lnTo>
                  <a:lnTo>
                    <a:pt x="8442320" y="0"/>
                  </a:lnTo>
                  <a:lnTo>
                    <a:pt x="8440608" y="0"/>
                  </a:lnTo>
                  <a:lnTo>
                    <a:pt x="8438897" y="0"/>
                  </a:lnTo>
                  <a:lnTo>
                    <a:pt x="8437185" y="0"/>
                  </a:lnTo>
                  <a:lnTo>
                    <a:pt x="8435474" y="0"/>
                  </a:lnTo>
                  <a:lnTo>
                    <a:pt x="8433763" y="0"/>
                  </a:lnTo>
                  <a:lnTo>
                    <a:pt x="8432051" y="0"/>
                  </a:lnTo>
                  <a:lnTo>
                    <a:pt x="8430340" y="0"/>
                  </a:lnTo>
                  <a:lnTo>
                    <a:pt x="8428629" y="0"/>
                  </a:lnTo>
                  <a:lnTo>
                    <a:pt x="8426917" y="0"/>
                  </a:lnTo>
                  <a:lnTo>
                    <a:pt x="8425206" y="0"/>
                  </a:lnTo>
                  <a:lnTo>
                    <a:pt x="8423494" y="0"/>
                  </a:lnTo>
                  <a:lnTo>
                    <a:pt x="8421783" y="0"/>
                  </a:lnTo>
                  <a:lnTo>
                    <a:pt x="8420072" y="0"/>
                  </a:lnTo>
                  <a:lnTo>
                    <a:pt x="8418360" y="0"/>
                  </a:lnTo>
                  <a:lnTo>
                    <a:pt x="8416649" y="0"/>
                  </a:lnTo>
                  <a:lnTo>
                    <a:pt x="8414937" y="0"/>
                  </a:lnTo>
                  <a:lnTo>
                    <a:pt x="8413226" y="0"/>
                  </a:lnTo>
                  <a:lnTo>
                    <a:pt x="8411515" y="0"/>
                  </a:lnTo>
                  <a:lnTo>
                    <a:pt x="8409803" y="0"/>
                  </a:lnTo>
                  <a:lnTo>
                    <a:pt x="8408092" y="0"/>
                  </a:lnTo>
                  <a:lnTo>
                    <a:pt x="8406380" y="0"/>
                  </a:lnTo>
                  <a:lnTo>
                    <a:pt x="8404669" y="0"/>
                  </a:lnTo>
                  <a:lnTo>
                    <a:pt x="8402958" y="0"/>
                  </a:lnTo>
                  <a:lnTo>
                    <a:pt x="8401246" y="0"/>
                  </a:lnTo>
                  <a:lnTo>
                    <a:pt x="8399535" y="0"/>
                  </a:lnTo>
                  <a:lnTo>
                    <a:pt x="8397823" y="0"/>
                  </a:lnTo>
                  <a:lnTo>
                    <a:pt x="8396112" y="0"/>
                  </a:lnTo>
                  <a:lnTo>
                    <a:pt x="8394401" y="0"/>
                  </a:lnTo>
                  <a:lnTo>
                    <a:pt x="8392689" y="0"/>
                  </a:lnTo>
                  <a:lnTo>
                    <a:pt x="8390978" y="0"/>
                  </a:lnTo>
                  <a:lnTo>
                    <a:pt x="8389266" y="0"/>
                  </a:lnTo>
                  <a:lnTo>
                    <a:pt x="8387555" y="0"/>
                  </a:lnTo>
                  <a:lnTo>
                    <a:pt x="8385844" y="0"/>
                  </a:lnTo>
                  <a:lnTo>
                    <a:pt x="8384132" y="0"/>
                  </a:lnTo>
                  <a:lnTo>
                    <a:pt x="8382421" y="0"/>
                  </a:lnTo>
                  <a:lnTo>
                    <a:pt x="8380709" y="0"/>
                  </a:lnTo>
                  <a:lnTo>
                    <a:pt x="8378998" y="0"/>
                  </a:lnTo>
                  <a:lnTo>
                    <a:pt x="8377287" y="0"/>
                  </a:lnTo>
                  <a:lnTo>
                    <a:pt x="8375575" y="0"/>
                  </a:lnTo>
                  <a:lnTo>
                    <a:pt x="8373864" y="0"/>
                  </a:lnTo>
                  <a:lnTo>
                    <a:pt x="8372152" y="0"/>
                  </a:lnTo>
                  <a:lnTo>
                    <a:pt x="8370441" y="0"/>
                  </a:lnTo>
                  <a:lnTo>
                    <a:pt x="8368730" y="0"/>
                  </a:lnTo>
                  <a:lnTo>
                    <a:pt x="8367018" y="0"/>
                  </a:lnTo>
                  <a:lnTo>
                    <a:pt x="8365307" y="0"/>
                  </a:lnTo>
                  <a:lnTo>
                    <a:pt x="8363595" y="0"/>
                  </a:lnTo>
                  <a:lnTo>
                    <a:pt x="8361884" y="0"/>
                  </a:lnTo>
                  <a:lnTo>
                    <a:pt x="8360173" y="0"/>
                  </a:lnTo>
                  <a:lnTo>
                    <a:pt x="8358461" y="0"/>
                  </a:lnTo>
                  <a:lnTo>
                    <a:pt x="8356750" y="0"/>
                  </a:lnTo>
                  <a:lnTo>
                    <a:pt x="8355038" y="0"/>
                  </a:lnTo>
                  <a:lnTo>
                    <a:pt x="8353327" y="0"/>
                  </a:lnTo>
                  <a:lnTo>
                    <a:pt x="8351616" y="0"/>
                  </a:lnTo>
                  <a:lnTo>
                    <a:pt x="8349904" y="0"/>
                  </a:lnTo>
                  <a:lnTo>
                    <a:pt x="8348193" y="0"/>
                  </a:lnTo>
                  <a:lnTo>
                    <a:pt x="8346481" y="0"/>
                  </a:lnTo>
                  <a:lnTo>
                    <a:pt x="8344770" y="0"/>
                  </a:lnTo>
                  <a:lnTo>
                    <a:pt x="8343059" y="0"/>
                  </a:lnTo>
                  <a:lnTo>
                    <a:pt x="8341347" y="0"/>
                  </a:lnTo>
                  <a:lnTo>
                    <a:pt x="8339636" y="0"/>
                  </a:lnTo>
                  <a:lnTo>
                    <a:pt x="8337924" y="0"/>
                  </a:lnTo>
                  <a:lnTo>
                    <a:pt x="8336213" y="0"/>
                  </a:lnTo>
                  <a:lnTo>
                    <a:pt x="8334502" y="0"/>
                  </a:lnTo>
                  <a:lnTo>
                    <a:pt x="8332790" y="0"/>
                  </a:lnTo>
                  <a:lnTo>
                    <a:pt x="8331079" y="0"/>
                  </a:lnTo>
                  <a:lnTo>
                    <a:pt x="8329367" y="0"/>
                  </a:lnTo>
                  <a:lnTo>
                    <a:pt x="8327656" y="0"/>
                  </a:lnTo>
                  <a:lnTo>
                    <a:pt x="8325945" y="0"/>
                  </a:lnTo>
                  <a:lnTo>
                    <a:pt x="8324233" y="0"/>
                  </a:lnTo>
                  <a:lnTo>
                    <a:pt x="8322522" y="0"/>
                  </a:lnTo>
                  <a:lnTo>
                    <a:pt x="8320811" y="0"/>
                  </a:lnTo>
                  <a:lnTo>
                    <a:pt x="8319099" y="0"/>
                  </a:lnTo>
                  <a:lnTo>
                    <a:pt x="8317388" y="0"/>
                  </a:lnTo>
                  <a:lnTo>
                    <a:pt x="8315676" y="0"/>
                  </a:lnTo>
                  <a:lnTo>
                    <a:pt x="8313965" y="0"/>
                  </a:lnTo>
                  <a:lnTo>
                    <a:pt x="8312254" y="0"/>
                  </a:lnTo>
                  <a:lnTo>
                    <a:pt x="8310542" y="0"/>
                  </a:lnTo>
                  <a:lnTo>
                    <a:pt x="8308831" y="0"/>
                  </a:lnTo>
                  <a:lnTo>
                    <a:pt x="8307119" y="0"/>
                  </a:lnTo>
                  <a:lnTo>
                    <a:pt x="8305408" y="0"/>
                  </a:lnTo>
                  <a:lnTo>
                    <a:pt x="8303697" y="0"/>
                  </a:lnTo>
                  <a:lnTo>
                    <a:pt x="8301985" y="0"/>
                  </a:lnTo>
                  <a:lnTo>
                    <a:pt x="8300274" y="0"/>
                  </a:lnTo>
                  <a:lnTo>
                    <a:pt x="8298562" y="0"/>
                  </a:lnTo>
                  <a:lnTo>
                    <a:pt x="8296851" y="0"/>
                  </a:lnTo>
                  <a:lnTo>
                    <a:pt x="8295140" y="0"/>
                  </a:lnTo>
                  <a:lnTo>
                    <a:pt x="8293428" y="0"/>
                  </a:lnTo>
                  <a:lnTo>
                    <a:pt x="8291717" y="0"/>
                  </a:lnTo>
                  <a:lnTo>
                    <a:pt x="8290005" y="0"/>
                  </a:lnTo>
                  <a:lnTo>
                    <a:pt x="8288294" y="0"/>
                  </a:lnTo>
                  <a:lnTo>
                    <a:pt x="8286583" y="0"/>
                  </a:lnTo>
                  <a:lnTo>
                    <a:pt x="8284871" y="0"/>
                  </a:lnTo>
                  <a:lnTo>
                    <a:pt x="8283160" y="0"/>
                  </a:lnTo>
                  <a:lnTo>
                    <a:pt x="8281448" y="0"/>
                  </a:lnTo>
                  <a:lnTo>
                    <a:pt x="8279737" y="0"/>
                  </a:lnTo>
                  <a:lnTo>
                    <a:pt x="8278026" y="0"/>
                  </a:lnTo>
                  <a:lnTo>
                    <a:pt x="8276314" y="0"/>
                  </a:lnTo>
                  <a:lnTo>
                    <a:pt x="8274603" y="0"/>
                  </a:lnTo>
                  <a:lnTo>
                    <a:pt x="8272891" y="0"/>
                  </a:lnTo>
                  <a:lnTo>
                    <a:pt x="8271180" y="0"/>
                  </a:lnTo>
                  <a:lnTo>
                    <a:pt x="8269469" y="0"/>
                  </a:lnTo>
                  <a:lnTo>
                    <a:pt x="8267757" y="0"/>
                  </a:lnTo>
                  <a:lnTo>
                    <a:pt x="8266046" y="0"/>
                  </a:lnTo>
                  <a:lnTo>
                    <a:pt x="8264334" y="0"/>
                  </a:lnTo>
                  <a:lnTo>
                    <a:pt x="8262623" y="0"/>
                  </a:lnTo>
                  <a:lnTo>
                    <a:pt x="8260912" y="0"/>
                  </a:lnTo>
                  <a:lnTo>
                    <a:pt x="8259200" y="0"/>
                  </a:lnTo>
                  <a:lnTo>
                    <a:pt x="8257489" y="0"/>
                  </a:lnTo>
                  <a:lnTo>
                    <a:pt x="8255777" y="0"/>
                  </a:lnTo>
                  <a:lnTo>
                    <a:pt x="8254066" y="0"/>
                  </a:lnTo>
                  <a:lnTo>
                    <a:pt x="8252355" y="0"/>
                  </a:lnTo>
                  <a:lnTo>
                    <a:pt x="8250643" y="0"/>
                  </a:lnTo>
                  <a:lnTo>
                    <a:pt x="8248932" y="0"/>
                  </a:lnTo>
                  <a:lnTo>
                    <a:pt x="8247220" y="0"/>
                  </a:lnTo>
                  <a:lnTo>
                    <a:pt x="8245509" y="0"/>
                  </a:lnTo>
                  <a:lnTo>
                    <a:pt x="8243798" y="0"/>
                  </a:lnTo>
                  <a:lnTo>
                    <a:pt x="8242086" y="0"/>
                  </a:lnTo>
                  <a:lnTo>
                    <a:pt x="8240375" y="0"/>
                  </a:lnTo>
                  <a:lnTo>
                    <a:pt x="8238663" y="0"/>
                  </a:lnTo>
                  <a:lnTo>
                    <a:pt x="8236952" y="0"/>
                  </a:lnTo>
                  <a:lnTo>
                    <a:pt x="8235241" y="0"/>
                  </a:lnTo>
                  <a:lnTo>
                    <a:pt x="8233529" y="0"/>
                  </a:lnTo>
                  <a:lnTo>
                    <a:pt x="8231818" y="0"/>
                  </a:lnTo>
                  <a:lnTo>
                    <a:pt x="8230106" y="0"/>
                  </a:lnTo>
                  <a:lnTo>
                    <a:pt x="8228395" y="0"/>
                  </a:lnTo>
                  <a:lnTo>
                    <a:pt x="8226684" y="0"/>
                  </a:lnTo>
                  <a:lnTo>
                    <a:pt x="8224972" y="0"/>
                  </a:lnTo>
                  <a:lnTo>
                    <a:pt x="8223261" y="0"/>
                  </a:lnTo>
                  <a:lnTo>
                    <a:pt x="8221550" y="0"/>
                  </a:lnTo>
                  <a:lnTo>
                    <a:pt x="8219838" y="0"/>
                  </a:lnTo>
                  <a:lnTo>
                    <a:pt x="8218127" y="0"/>
                  </a:lnTo>
                  <a:lnTo>
                    <a:pt x="8216415" y="0"/>
                  </a:lnTo>
                  <a:lnTo>
                    <a:pt x="8214704" y="0"/>
                  </a:lnTo>
                  <a:lnTo>
                    <a:pt x="8212993" y="0"/>
                  </a:lnTo>
                  <a:lnTo>
                    <a:pt x="8211281" y="0"/>
                  </a:lnTo>
                  <a:lnTo>
                    <a:pt x="8209570" y="0"/>
                  </a:lnTo>
                  <a:lnTo>
                    <a:pt x="8207858" y="0"/>
                  </a:lnTo>
                  <a:lnTo>
                    <a:pt x="8206147" y="0"/>
                  </a:lnTo>
                  <a:lnTo>
                    <a:pt x="8204436" y="0"/>
                  </a:lnTo>
                  <a:lnTo>
                    <a:pt x="8202724" y="0"/>
                  </a:lnTo>
                  <a:lnTo>
                    <a:pt x="8201013" y="0"/>
                  </a:lnTo>
                  <a:lnTo>
                    <a:pt x="8199301" y="0"/>
                  </a:lnTo>
                  <a:lnTo>
                    <a:pt x="8197590" y="0"/>
                  </a:lnTo>
                  <a:lnTo>
                    <a:pt x="8195879" y="0"/>
                  </a:lnTo>
                  <a:lnTo>
                    <a:pt x="8194167" y="0"/>
                  </a:lnTo>
                  <a:lnTo>
                    <a:pt x="8192456" y="0"/>
                  </a:lnTo>
                  <a:lnTo>
                    <a:pt x="8190744" y="0"/>
                  </a:lnTo>
                  <a:lnTo>
                    <a:pt x="8189033" y="0"/>
                  </a:lnTo>
                  <a:lnTo>
                    <a:pt x="8187322" y="0"/>
                  </a:lnTo>
                  <a:lnTo>
                    <a:pt x="8185610" y="0"/>
                  </a:lnTo>
                  <a:lnTo>
                    <a:pt x="8183899" y="0"/>
                  </a:lnTo>
                  <a:lnTo>
                    <a:pt x="8182187" y="0"/>
                  </a:lnTo>
                  <a:lnTo>
                    <a:pt x="8180476" y="0"/>
                  </a:lnTo>
                  <a:lnTo>
                    <a:pt x="8178765" y="0"/>
                  </a:lnTo>
                  <a:lnTo>
                    <a:pt x="8177053" y="0"/>
                  </a:lnTo>
                  <a:lnTo>
                    <a:pt x="8175342" y="0"/>
                  </a:lnTo>
                  <a:lnTo>
                    <a:pt x="8173630" y="0"/>
                  </a:lnTo>
                  <a:lnTo>
                    <a:pt x="8171919" y="0"/>
                  </a:lnTo>
                  <a:lnTo>
                    <a:pt x="8170208" y="0"/>
                  </a:lnTo>
                  <a:lnTo>
                    <a:pt x="8168496" y="0"/>
                  </a:lnTo>
                  <a:lnTo>
                    <a:pt x="8166785" y="0"/>
                  </a:lnTo>
                  <a:lnTo>
                    <a:pt x="8165073" y="0"/>
                  </a:lnTo>
                  <a:lnTo>
                    <a:pt x="8163362" y="0"/>
                  </a:lnTo>
                  <a:lnTo>
                    <a:pt x="8161651" y="0"/>
                  </a:lnTo>
                  <a:lnTo>
                    <a:pt x="8159939" y="0"/>
                  </a:lnTo>
                  <a:lnTo>
                    <a:pt x="8158228" y="0"/>
                  </a:lnTo>
                  <a:lnTo>
                    <a:pt x="8156516" y="0"/>
                  </a:lnTo>
                  <a:lnTo>
                    <a:pt x="8154805" y="0"/>
                  </a:lnTo>
                  <a:lnTo>
                    <a:pt x="8153094" y="0"/>
                  </a:lnTo>
                  <a:lnTo>
                    <a:pt x="8151382" y="0"/>
                  </a:lnTo>
                  <a:lnTo>
                    <a:pt x="8149671" y="0"/>
                  </a:lnTo>
                  <a:lnTo>
                    <a:pt x="8147959" y="0"/>
                  </a:lnTo>
                  <a:lnTo>
                    <a:pt x="8146248" y="0"/>
                  </a:lnTo>
                  <a:lnTo>
                    <a:pt x="8144537" y="0"/>
                  </a:lnTo>
                  <a:lnTo>
                    <a:pt x="8142825" y="0"/>
                  </a:lnTo>
                  <a:lnTo>
                    <a:pt x="8141114" y="0"/>
                  </a:lnTo>
                  <a:lnTo>
                    <a:pt x="8139402" y="0"/>
                  </a:lnTo>
                  <a:lnTo>
                    <a:pt x="8137691" y="0"/>
                  </a:lnTo>
                  <a:lnTo>
                    <a:pt x="8135980" y="0"/>
                  </a:lnTo>
                  <a:lnTo>
                    <a:pt x="8134268" y="0"/>
                  </a:lnTo>
                  <a:lnTo>
                    <a:pt x="8132557" y="0"/>
                  </a:lnTo>
                  <a:lnTo>
                    <a:pt x="8130845" y="0"/>
                  </a:lnTo>
                  <a:lnTo>
                    <a:pt x="8129134" y="0"/>
                  </a:lnTo>
                  <a:lnTo>
                    <a:pt x="8127423" y="0"/>
                  </a:lnTo>
                  <a:lnTo>
                    <a:pt x="8125711" y="0"/>
                  </a:lnTo>
                  <a:lnTo>
                    <a:pt x="8124000" y="0"/>
                  </a:lnTo>
                  <a:lnTo>
                    <a:pt x="8122288" y="0"/>
                  </a:lnTo>
                  <a:lnTo>
                    <a:pt x="8120577" y="0"/>
                  </a:lnTo>
                  <a:lnTo>
                    <a:pt x="8118866" y="0"/>
                  </a:lnTo>
                  <a:lnTo>
                    <a:pt x="8117154" y="0"/>
                  </a:lnTo>
                  <a:lnTo>
                    <a:pt x="8115443" y="0"/>
                  </a:lnTo>
                  <a:lnTo>
                    <a:pt x="8113732" y="0"/>
                  </a:lnTo>
                  <a:lnTo>
                    <a:pt x="8112020" y="0"/>
                  </a:lnTo>
                  <a:lnTo>
                    <a:pt x="8110309" y="0"/>
                  </a:lnTo>
                  <a:lnTo>
                    <a:pt x="8108597" y="0"/>
                  </a:lnTo>
                  <a:lnTo>
                    <a:pt x="8106886" y="0"/>
                  </a:lnTo>
                  <a:lnTo>
                    <a:pt x="8105175" y="0"/>
                  </a:lnTo>
                  <a:lnTo>
                    <a:pt x="8103463" y="0"/>
                  </a:lnTo>
                  <a:lnTo>
                    <a:pt x="8101752" y="0"/>
                  </a:lnTo>
                  <a:lnTo>
                    <a:pt x="8100040" y="0"/>
                  </a:lnTo>
                  <a:lnTo>
                    <a:pt x="8098329" y="0"/>
                  </a:lnTo>
                  <a:lnTo>
                    <a:pt x="8096618" y="0"/>
                  </a:lnTo>
                  <a:lnTo>
                    <a:pt x="8094906" y="0"/>
                  </a:lnTo>
                  <a:lnTo>
                    <a:pt x="8093195" y="0"/>
                  </a:lnTo>
                  <a:lnTo>
                    <a:pt x="8091483" y="0"/>
                  </a:lnTo>
                  <a:lnTo>
                    <a:pt x="8089772" y="0"/>
                  </a:lnTo>
                  <a:lnTo>
                    <a:pt x="8088061" y="0"/>
                  </a:lnTo>
                  <a:lnTo>
                    <a:pt x="8086349" y="0"/>
                  </a:lnTo>
                  <a:lnTo>
                    <a:pt x="8084638" y="0"/>
                  </a:lnTo>
                  <a:lnTo>
                    <a:pt x="8082926" y="0"/>
                  </a:lnTo>
                  <a:lnTo>
                    <a:pt x="8081215" y="0"/>
                  </a:lnTo>
                  <a:lnTo>
                    <a:pt x="8079504" y="0"/>
                  </a:lnTo>
                  <a:lnTo>
                    <a:pt x="8077792" y="0"/>
                  </a:lnTo>
                  <a:lnTo>
                    <a:pt x="8076081" y="0"/>
                  </a:lnTo>
                  <a:lnTo>
                    <a:pt x="8074369" y="0"/>
                  </a:lnTo>
                  <a:lnTo>
                    <a:pt x="8072658" y="0"/>
                  </a:lnTo>
                  <a:lnTo>
                    <a:pt x="8070947" y="0"/>
                  </a:lnTo>
                  <a:lnTo>
                    <a:pt x="8069235" y="0"/>
                  </a:lnTo>
                  <a:lnTo>
                    <a:pt x="8067524" y="0"/>
                  </a:lnTo>
                  <a:lnTo>
                    <a:pt x="8065812" y="0"/>
                  </a:lnTo>
                  <a:lnTo>
                    <a:pt x="8064101" y="0"/>
                  </a:lnTo>
                  <a:lnTo>
                    <a:pt x="8062390" y="0"/>
                  </a:lnTo>
                  <a:lnTo>
                    <a:pt x="8060678" y="0"/>
                  </a:lnTo>
                  <a:lnTo>
                    <a:pt x="8058967" y="0"/>
                  </a:lnTo>
                  <a:lnTo>
                    <a:pt x="8057255" y="0"/>
                  </a:lnTo>
                  <a:lnTo>
                    <a:pt x="8055544" y="0"/>
                  </a:lnTo>
                  <a:lnTo>
                    <a:pt x="8053833" y="0"/>
                  </a:lnTo>
                  <a:lnTo>
                    <a:pt x="8052121" y="0"/>
                  </a:lnTo>
                  <a:lnTo>
                    <a:pt x="8050410" y="0"/>
                  </a:lnTo>
                  <a:lnTo>
                    <a:pt x="8048698" y="0"/>
                  </a:lnTo>
                  <a:lnTo>
                    <a:pt x="8046987" y="0"/>
                  </a:lnTo>
                  <a:lnTo>
                    <a:pt x="8045276" y="0"/>
                  </a:lnTo>
                  <a:lnTo>
                    <a:pt x="8043564" y="0"/>
                  </a:lnTo>
                  <a:lnTo>
                    <a:pt x="8041853" y="0"/>
                  </a:lnTo>
                  <a:lnTo>
                    <a:pt x="8040141" y="0"/>
                  </a:lnTo>
                  <a:lnTo>
                    <a:pt x="8038430" y="0"/>
                  </a:lnTo>
                  <a:lnTo>
                    <a:pt x="8036719" y="0"/>
                  </a:lnTo>
                  <a:lnTo>
                    <a:pt x="8035007" y="0"/>
                  </a:lnTo>
                  <a:lnTo>
                    <a:pt x="8033296" y="0"/>
                  </a:lnTo>
                  <a:lnTo>
                    <a:pt x="8031584" y="0"/>
                  </a:lnTo>
                  <a:lnTo>
                    <a:pt x="8029873" y="0"/>
                  </a:lnTo>
                  <a:lnTo>
                    <a:pt x="8028162" y="0"/>
                  </a:lnTo>
                  <a:lnTo>
                    <a:pt x="8026450" y="0"/>
                  </a:lnTo>
                  <a:lnTo>
                    <a:pt x="8024739" y="0"/>
                  </a:lnTo>
                  <a:lnTo>
                    <a:pt x="8023027" y="0"/>
                  </a:lnTo>
                  <a:lnTo>
                    <a:pt x="8021316" y="0"/>
                  </a:lnTo>
                  <a:lnTo>
                    <a:pt x="8019605" y="0"/>
                  </a:lnTo>
                  <a:lnTo>
                    <a:pt x="8017893" y="0"/>
                  </a:lnTo>
                  <a:lnTo>
                    <a:pt x="8016182" y="0"/>
                  </a:lnTo>
                  <a:lnTo>
                    <a:pt x="8014470" y="0"/>
                  </a:lnTo>
                  <a:lnTo>
                    <a:pt x="8012759" y="0"/>
                  </a:lnTo>
                  <a:lnTo>
                    <a:pt x="8011048" y="0"/>
                  </a:lnTo>
                  <a:lnTo>
                    <a:pt x="8009336" y="0"/>
                  </a:lnTo>
                  <a:lnTo>
                    <a:pt x="8007625" y="0"/>
                  </a:lnTo>
                  <a:lnTo>
                    <a:pt x="8005914" y="0"/>
                  </a:lnTo>
                  <a:lnTo>
                    <a:pt x="8004202" y="0"/>
                  </a:lnTo>
                  <a:lnTo>
                    <a:pt x="8002491" y="0"/>
                  </a:lnTo>
                  <a:lnTo>
                    <a:pt x="8000779" y="0"/>
                  </a:lnTo>
                  <a:lnTo>
                    <a:pt x="7999068" y="0"/>
                  </a:lnTo>
                  <a:lnTo>
                    <a:pt x="7997357" y="0"/>
                  </a:lnTo>
                  <a:lnTo>
                    <a:pt x="7995645" y="0"/>
                  </a:lnTo>
                  <a:lnTo>
                    <a:pt x="7993934" y="0"/>
                  </a:lnTo>
                  <a:lnTo>
                    <a:pt x="7992222" y="0"/>
                  </a:lnTo>
                  <a:lnTo>
                    <a:pt x="7990511" y="0"/>
                  </a:lnTo>
                  <a:lnTo>
                    <a:pt x="7988800" y="0"/>
                  </a:lnTo>
                  <a:lnTo>
                    <a:pt x="7987088" y="0"/>
                  </a:lnTo>
                  <a:lnTo>
                    <a:pt x="7985377" y="0"/>
                  </a:lnTo>
                  <a:lnTo>
                    <a:pt x="7983665" y="0"/>
                  </a:lnTo>
                  <a:lnTo>
                    <a:pt x="7981954" y="0"/>
                  </a:lnTo>
                  <a:lnTo>
                    <a:pt x="7980243" y="0"/>
                  </a:lnTo>
                  <a:lnTo>
                    <a:pt x="7978531" y="0"/>
                  </a:lnTo>
                  <a:lnTo>
                    <a:pt x="7976820" y="0"/>
                  </a:lnTo>
                  <a:lnTo>
                    <a:pt x="7975108" y="0"/>
                  </a:lnTo>
                  <a:lnTo>
                    <a:pt x="7973397" y="0"/>
                  </a:lnTo>
                  <a:lnTo>
                    <a:pt x="7971686" y="0"/>
                  </a:lnTo>
                  <a:lnTo>
                    <a:pt x="7969974" y="0"/>
                  </a:lnTo>
                  <a:lnTo>
                    <a:pt x="7968263" y="0"/>
                  </a:lnTo>
                  <a:lnTo>
                    <a:pt x="7966551" y="0"/>
                  </a:lnTo>
                  <a:lnTo>
                    <a:pt x="7964840" y="0"/>
                  </a:lnTo>
                  <a:lnTo>
                    <a:pt x="7963129" y="0"/>
                  </a:lnTo>
                  <a:lnTo>
                    <a:pt x="7961417" y="0"/>
                  </a:lnTo>
                  <a:lnTo>
                    <a:pt x="7959706" y="0"/>
                  </a:lnTo>
                  <a:lnTo>
                    <a:pt x="7957994" y="0"/>
                  </a:lnTo>
                  <a:lnTo>
                    <a:pt x="7956283" y="0"/>
                  </a:lnTo>
                  <a:lnTo>
                    <a:pt x="7954572" y="0"/>
                  </a:lnTo>
                  <a:lnTo>
                    <a:pt x="7952860" y="0"/>
                  </a:lnTo>
                  <a:lnTo>
                    <a:pt x="7951149" y="0"/>
                  </a:lnTo>
                  <a:lnTo>
                    <a:pt x="7949437" y="0"/>
                  </a:lnTo>
                  <a:lnTo>
                    <a:pt x="7947726" y="0"/>
                  </a:lnTo>
                  <a:lnTo>
                    <a:pt x="7946015" y="0"/>
                  </a:lnTo>
                  <a:lnTo>
                    <a:pt x="7944303" y="0"/>
                  </a:lnTo>
                  <a:lnTo>
                    <a:pt x="7942592" y="0"/>
                  </a:lnTo>
                  <a:lnTo>
                    <a:pt x="7940880" y="0"/>
                  </a:lnTo>
                  <a:lnTo>
                    <a:pt x="7939169" y="0"/>
                  </a:lnTo>
                  <a:lnTo>
                    <a:pt x="7937458" y="0"/>
                  </a:lnTo>
                  <a:lnTo>
                    <a:pt x="7935746" y="0"/>
                  </a:lnTo>
                  <a:lnTo>
                    <a:pt x="7934035" y="0"/>
                  </a:lnTo>
                  <a:lnTo>
                    <a:pt x="7932323" y="0"/>
                  </a:lnTo>
                  <a:lnTo>
                    <a:pt x="7930612" y="0"/>
                  </a:lnTo>
                  <a:lnTo>
                    <a:pt x="7928901" y="0"/>
                  </a:lnTo>
                  <a:lnTo>
                    <a:pt x="7927189" y="0"/>
                  </a:lnTo>
                  <a:lnTo>
                    <a:pt x="7925478" y="0"/>
                  </a:lnTo>
                  <a:lnTo>
                    <a:pt x="7923766" y="0"/>
                  </a:lnTo>
                  <a:lnTo>
                    <a:pt x="7922055" y="0"/>
                  </a:lnTo>
                  <a:lnTo>
                    <a:pt x="7920344" y="0"/>
                  </a:lnTo>
                  <a:lnTo>
                    <a:pt x="7918632" y="0"/>
                  </a:lnTo>
                  <a:lnTo>
                    <a:pt x="7916921" y="0"/>
                  </a:lnTo>
                  <a:lnTo>
                    <a:pt x="7915209" y="0"/>
                  </a:lnTo>
                  <a:lnTo>
                    <a:pt x="7913498" y="0"/>
                  </a:lnTo>
                  <a:lnTo>
                    <a:pt x="7911787" y="0"/>
                  </a:lnTo>
                  <a:lnTo>
                    <a:pt x="7910075" y="0"/>
                  </a:lnTo>
                  <a:lnTo>
                    <a:pt x="7908364" y="0"/>
                  </a:lnTo>
                  <a:lnTo>
                    <a:pt x="7906652" y="0"/>
                  </a:lnTo>
                  <a:lnTo>
                    <a:pt x="7904941" y="0"/>
                  </a:lnTo>
                  <a:lnTo>
                    <a:pt x="7903230" y="0"/>
                  </a:lnTo>
                  <a:lnTo>
                    <a:pt x="7901518" y="0"/>
                  </a:lnTo>
                  <a:lnTo>
                    <a:pt x="7899807" y="0"/>
                  </a:lnTo>
                  <a:lnTo>
                    <a:pt x="7898096" y="0"/>
                  </a:lnTo>
                  <a:lnTo>
                    <a:pt x="7896384" y="0"/>
                  </a:lnTo>
                  <a:lnTo>
                    <a:pt x="7894673" y="0"/>
                  </a:lnTo>
                  <a:lnTo>
                    <a:pt x="7892961" y="0"/>
                  </a:lnTo>
                  <a:lnTo>
                    <a:pt x="7891250" y="0"/>
                  </a:lnTo>
                  <a:lnTo>
                    <a:pt x="7889539" y="0"/>
                  </a:lnTo>
                  <a:lnTo>
                    <a:pt x="7887827" y="0"/>
                  </a:lnTo>
                  <a:lnTo>
                    <a:pt x="7886116" y="0"/>
                  </a:lnTo>
                  <a:lnTo>
                    <a:pt x="7884404" y="0"/>
                  </a:lnTo>
                  <a:lnTo>
                    <a:pt x="7882693" y="0"/>
                  </a:lnTo>
                  <a:lnTo>
                    <a:pt x="7880982" y="0"/>
                  </a:lnTo>
                  <a:lnTo>
                    <a:pt x="7879270" y="0"/>
                  </a:lnTo>
                  <a:lnTo>
                    <a:pt x="7877559" y="0"/>
                  </a:lnTo>
                  <a:lnTo>
                    <a:pt x="7875847" y="0"/>
                  </a:lnTo>
                  <a:lnTo>
                    <a:pt x="7874136" y="0"/>
                  </a:lnTo>
                  <a:lnTo>
                    <a:pt x="7872425" y="0"/>
                  </a:lnTo>
                  <a:lnTo>
                    <a:pt x="7870713" y="0"/>
                  </a:lnTo>
                  <a:lnTo>
                    <a:pt x="7869002" y="0"/>
                  </a:lnTo>
                  <a:lnTo>
                    <a:pt x="7867290" y="0"/>
                  </a:lnTo>
                  <a:lnTo>
                    <a:pt x="7865579" y="0"/>
                  </a:lnTo>
                  <a:lnTo>
                    <a:pt x="7863868" y="0"/>
                  </a:lnTo>
                  <a:lnTo>
                    <a:pt x="7862156" y="0"/>
                  </a:lnTo>
                  <a:lnTo>
                    <a:pt x="7860445" y="0"/>
                  </a:lnTo>
                  <a:lnTo>
                    <a:pt x="7858733" y="0"/>
                  </a:lnTo>
                  <a:lnTo>
                    <a:pt x="7857022" y="0"/>
                  </a:lnTo>
                  <a:lnTo>
                    <a:pt x="7855311" y="0"/>
                  </a:lnTo>
                  <a:lnTo>
                    <a:pt x="7853599" y="0"/>
                  </a:lnTo>
                  <a:lnTo>
                    <a:pt x="7851888" y="0"/>
                  </a:lnTo>
                  <a:lnTo>
                    <a:pt x="7850176" y="0"/>
                  </a:lnTo>
                  <a:lnTo>
                    <a:pt x="7848465" y="0"/>
                  </a:lnTo>
                  <a:lnTo>
                    <a:pt x="7846754" y="0"/>
                  </a:lnTo>
                  <a:lnTo>
                    <a:pt x="7845042" y="0"/>
                  </a:lnTo>
                  <a:lnTo>
                    <a:pt x="7843331" y="0"/>
                  </a:lnTo>
                  <a:lnTo>
                    <a:pt x="7841619" y="0"/>
                  </a:lnTo>
                  <a:lnTo>
                    <a:pt x="7839908" y="0"/>
                  </a:lnTo>
                  <a:lnTo>
                    <a:pt x="7838197" y="0"/>
                  </a:lnTo>
                  <a:lnTo>
                    <a:pt x="7836485" y="0"/>
                  </a:lnTo>
                  <a:lnTo>
                    <a:pt x="7834774" y="0"/>
                  </a:lnTo>
                  <a:lnTo>
                    <a:pt x="7833062" y="0"/>
                  </a:lnTo>
                  <a:lnTo>
                    <a:pt x="7831351" y="0"/>
                  </a:lnTo>
                  <a:lnTo>
                    <a:pt x="7829640" y="0"/>
                  </a:lnTo>
                  <a:lnTo>
                    <a:pt x="7827928" y="0"/>
                  </a:lnTo>
                  <a:lnTo>
                    <a:pt x="7826217" y="0"/>
                  </a:lnTo>
                  <a:lnTo>
                    <a:pt x="7824505" y="0"/>
                  </a:lnTo>
                  <a:lnTo>
                    <a:pt x="7822794" y="0"/>
                  </a:lnTo>
                  <a:lnTo>
                    <a:pt x="7821083" y="0"/>
                  </a:lnTo>
                  <a:lnTo>
                    <a:pt x="7819371" y="0"/>
                  </a:lnTo>
                  <a:lnTo>
                    <a:pt x="7817660" y="0"/>
                  </a:lnTo>
                  <a:lnTo>
                    <a:pt x="7815948" y="0"/>
                  </a:lnTo>
                  <a:lnTo>
                    <a:pt x="7814237" y="0"/>
                  </a:lnTo>
                  <a:lnTo>
                    <a:pt x="7812526" y="0"/>
                  </a:lnTo>
                  <a:lnTo>
                    <a:pt x="7810814" y="0"/>
                  </a:lnTo>
                  <a:lnTo>
                    <a:pt x="7809103" y="0"/>
                  </a:lnTo>
                  <a:lnTo>
                    <a:pt x="7807391" y="0"/>
                  </a:lnTo>
                  <a:lnTo>
                    <a:pt x="7805680" y="0"/>
                  </a:lnTo>
                  <a:lnTo>
                    <a:pt x="7803969" y="0"/>
                  </a:lnTo>
                  <a:lnTo>
                    <a:pt x="7802257" y="0"/>
                  </a:lnTo>
                  <a:lnTo>
                    <a:pt x="7800546" y="0"/>
                  </a:lnTo>
                  <a:lnTo>
                    <a:pt x="7798835" y="0"/>
                  </a:lnTo>
                  <a:lnTo>
                    <a:pt x="7797123" y="0"/>
                  </a:lnTo>
                  <a:lnTo>
                    <a:pt x="7795412" y="0"/>
                  </a:lnTo>
                  <a:lnTo>
                    <a:pt x="7793700" y="0"/>
                  </a:lnTo>
                  <a:lnTo>
                    <a:pt x="7791989" y="0"/>
                  </a:lnTo>
                  <a:lnTo>
                    <a:pt x="7790278" y="0"/>
                  </a:lnTo>
                  <a:lnTo>
                    <a:pt x="7788566" y="0"/>
                  </a:lnTo>
                  <a:lnTo>
                    <a:pt x="7786855" y="0"/>
                  </a:lnTo>
                  <a:lnTo>
                    <a:pt x="7785143" y="0"/>
                  </a:lnTo>
                  <a:lnTo>
                    <a:pt x="7783432" y="0"/>
                  </a:lnTo>
                  <a:lnTo>
                    <a:pt x="7781721" y="0"/>
                  </a:lnTo>
                  <a:lnTo>
                    <a:pt x="7780009" y="0"/>
                  </a:lnTo>
                  <a:lnTo>
                    <a:pt x="7778298" y="0"/>
                  </a:lnTo>
                  <a:lnTo>
                    <a:pt x="7776586" y="0"/>
                  </a:lnTo>
                  <a:lnTo>
                    <a:pt x="7774875" y="0"/>
                  </a:lnTo>
                  <a:lnTo>
                    <a:pt x="7773164" y="0"/>
                  </a:lnTo>
                  <a:lnTo>
                    <a:pt x="7771452" y="0"/>
                  </a:lnTo>
                  <a:lnTo>
                    <a:pt x="7769741" y="0"/>
                  </a:lnTo>
                  <a:lnTo>
                    <a:pt x="7768029" y="0"/>
                  </a:lnTo>
                  <a:lnTo>
                    <a:pt x="7766318" y="0"/>
                  </a:lnTo>
                  <a:lnTo>
                    <a:pt x="7764607" y="0"/>
                  </a:lnTo>
                  <a:lnTo>
                    <a:pt x="7762895" y="0"/>
                  </a:lnTo>
                  <a:lnTo>
                    <a:pt x="7761184" y="0"/>
                  </a:lnTo>
                  <a:lnTo>
                    <a:pt x="7759472" y="0"/>
                  </a:lnTo>
                  <a:lnTo>
                    <a:pt x="7757761" y="0"/>
                  </a:lnTo>
                  <a:lnTo>
                    <a:pt x="7756050" y="0"/>
                  </a:lnTo>
                  <a:lnTo>
                    <a:pt x="7754338" y="0"/>
                  </a:lnTo>
                  <a:lnTo>
                    <a:pt x="7752627" y="0"/>
                  </a:lnTo>
                  <a:lnTo>
                    <a:pt x="7750915" y="0"/>
                  </a:lnTo>
                  <a:lnTo>
                    <a:pt x="7749204" y="0"/>
                  </a:lnTo>
                  <a:lnTo>
                    <a:pt x="7747493" y="0"/>
                  </a:lnTo>
                  <a:lnTo>
                    <a:pt x="7745781" y="0"/>
                  </a:lnTo>
                  <a:lnTo>
                    <a:pt x="7744070" y="0"/>
                  </a:lnTo>
                  <a:lnTo>
                    <a:pt x="7742358" y="0"/>
                  </a:lnTo>
                  <a:lnTo>
                    <a:pt x="7740647" y="0"/>
                  </a:lnTo>
                  <a:lnTo>
                    <a:pt x="7738936" y="0"/>
                  </a:lnTo>
                  <a:lnTo>
                    <a:pt x="7737224" y="0"/>
                  </a:lnTo>
                  <a:lnTo>
                    <a:pt x="7735513" y="0"/>
                  </a:lnTo>
                  <a:lnTo>
                    <a:pt x="7733801" y="0"/>
                  </a:lnTo>
                  <a:lnTo>
                    <a:pt x="7732090" y="0"/>
                  </a:lnTo>
                  <a:lnTo>
                    <a:pt x="7730379" y="0"/>
                  </a:lnTo>
                  <a:lnTo>
                    <a:pt x="7728667" y="0"/>
                  </a:lnTo>
                  <a:lnTo>
                    <a:pt x="7726956" y="0"/>
                  </a:lnTo>
                  <a:lnTo>
                    <a:pt x="7725244" y="0"/>
                  </a:lnTo>
                  <a:lnTo>
                    <a:pt x="7723533" y="0"/>
                  </a:lnTo>
                  <a:lnTo>
                    <a:pt x="7721822" y="0"/>
                  </a:lnTo>
                  <a:lnTo>
                    <a:pt x="7720110" y="0"/>
                  </a:lnTo>
                  <a:lnTo>
                    <a:pt x="7718399" y="0"/>
                  </a:lnTo>
                  <a:lnTo>
                    <a:pt x="7716687" y="0"/>
                  </a:lnTo>
                  <a:lnTo>
                    <a:pt x="7714976" y="0"/>
                  </a:lnTo>
                  <a:lnTo>
                    <a:pt x="7713265" y="0"/>
                  </a:lnTo>
                  <a:lnTo>
                    <a:pt x="7711553" y="0"/>
                  </a:lnTo>
                  <a:lnTo>
                    <a:pt x="7709842" y="0"/>
                  </a:lnTo>
                  <a:lnTo>
                    <a:pt x="7708130" y="0"/>
                  </a:lnTo>
                  <a:lnTo>
                    <a:pt x="7706419" y="0"/>
                  </a:lnTo>
                  <a:lnTo>
                    <a:pt x="7704708" y="0"/>
                  </a:lnTo>
                  <a:lnTo>
                    <a:pt x="7702996" y="0"/>
                  </a:lnTo>
                  <a:lnTo>
                    <a:pt x="7701285" y="0"/>
                  </a:lnTo>
                  <a:lnTo>
                    <a:pt x="7699573" y="0"/>
                  </a:lnTo>
                  <a:lnTo>
                    <a:pt x="7697862" y="0"/>
                  </a:lnTo>
                  <a:lnTo>
                    <a:pt x="7696151" y="0"/>
                  </a:lnTo>
                  <a:lnTo>
                    <a:pt x="7694439" y="0"/>
                  </a:lnTo>
                  <a:lnTo>
                    <a:pt x="7692728" y="0"/>
                  </a:lnTo>
                  <a:lnTo>
                    <a:pt x="7691017" y="0"/>
                  </a:lnTo>
                  <a:lnTo>
                    <a:pt x="7689305" y="0"/>
                  </a:lnTo>
                  <a:lnTo>
                    <a:pt x="7687594" y="0"/>
                  </a:lnTo>
                  <a:lnTo>
                    <a:pt x="7685882" y="0"/>
                  </a:lnTo>
                  <a:lnTo>
                    <a:pt x="7684171" y="0"/>
                  </a:lnTo>
                  <a:lnTo>
                    <a:pt x="7682460" y="0"/>
                  </a:lnTo>
                  <a:lnTo>
                    <a:pt x="7680748" y="0"/>
                  </a:lnTo>
                  <a:lnTo>
                    <a:pt x="7679037" y="0"/>
                  </a:lnTo>
                  <a:lnTo>
                    <a:pt x="7677325" y="0"/>
                  </a:lnTo>
                  <a:lnTo>
                    <a:pt x="7675614" y="0"/>
                  </a:lnTo>
                  <a:lnTo>
                    <a:pt x="7673903" y="0"/>
                  </a:lnTo>
                  <a:lnTo>
                    <a:pt x="7672191" y="0"/>
                  </a:lnTo>
                  <a:lnTo>
                    <a:pt x="7670480" y="0"/>
                  </a:lnTo>
                  <a:lnTo>
                    <a:pt x="7668768" y="0"/>
                  </a:lnTo>
                  <a:lnTo>
                    <a:pt x="7667057" y="0"/>
                  </a:lnTo>
                  <a:lnTo>
                    <a:pt x="7665346" y="0"/>
                  </a:lnTo>
                  <a:lnTo>
                    <a:pt x="7663634" y="0"/>
                  </a:lnTo>
                  <a:lnTo>
                    <a:pt x="7661923" y="0"/>
                  </a:lnTo>
                  <a:lnTo>
                    <a:pt x="7660211" y="0"/>
                  </a:lnTo>
                  <a:lnTo>
                    <a:pt x="7658500" y="0"/>
                  </a:lnTo>
                  <a:lnTo>
                    <a:pt x="7656789" y="0"/>
                  </a:lnTo>
                  <a:lnTo>
                    <a:pt x="7655077" y="0"/>
                  </a:lnTo>
                  <a:lnTo>
                    <a:pt x="7653366" y="0"/>
                  </a:lnTo>
                  <a:lnTo>
                    <a:pt x="7651654" y="0"/>
                  </a:lnTo>
                  <a:lnTo>
                    <a:pt x="7649943" y="0"/>
                  </a:lnTo>
                  <a:lnTo>
                    <a:pt x="7648232" y="0"/>
                  </a:lnTo>
                  <a:lnTo>
                    <a:pt x="7646520" y="0"/>
                  </a:lnTo>
                  <a:lnTo>
                    <a:pt x="7644809" y="0"/>
                  </a:lnTo>
                  <a:lnTo>
                    <a:pt x="7643097" y="0"/>
                  </a:lnTo>
                  <a:lnTo>
                    <a:pt x="7641386" y="0"/>
                  </a:lnTo>
                  <a:lnTo>
                    <a:pt x="7639675" y="0"/>
                  </a:lnTo>
                  <a:lnTo>
                    <a:pt x="7637963" y="0"/>
                  </a:lnTo>
                  <a:lnTo>
                    <a:pt x="7636252" y="0"/>
                  </a:lnTo>
                  <a:lnTo>
                    <a:pt x="7634540" y="0"/>
                  </a:lnTo>
                  <a:lnTo>
                    <a:pt x="7632829" y="0"/>
                  </a:lnTo>
                  <a:lnTo>
                    <a:pt x="7631118" y="0"/>
                  </a:lnTo>
                  <a:lnTo>
                    <a:pt x="7629406" y="0"/>
                  </a:lnTo>
                  <a:lnTo>
                    <a:pt x="7627695" y="0"/>
                  </a:lnTo>
                  <a:lnTo>
                    <a:pt x="7625983" y="0"/>
                  </a:lnTo>
                  <a:lnTo>
                    <a:pt x="7624272" y="0"/>
                  </a:lnTo>
                  <a:lnTo>
                    <a:pt x="7622561" y="0"/>
                  </a:lnTo>
                  <a:lnTo>
                    <a:pt x="7620849" y="0"/>
                  </a:lnTo>
                  <a:lnTo>
                    <a:pt x="7619138" y="0"/>
                  </a:lnTo>
                  <a:lnTo>
                    <a:pt x="7617426" y="0"/>
                  </a:lnTo>
                  <a:lnTo>
                    <a:pt x="7615715" y="0"/>
                  </a:lnTo>
                  <a:lnTo>
                    <a:pt x="7614004" y="0"/>
                  </a:lnTo>
                  <a:lnTo>
                    <a:pt x="7612292" y="0"/>
                  </a:lnTo>
                  <a:lnTo>
                    <a:pt x="7610581" y="0"/>
                  </a:lnTo>
                  <a:lnTo>
                    <a:pt x="7608869" y="0"/>
                  </a:lnTo>
                  <a:lnTo>
                    <a:pt x="7607158" y="0"/>
                  </a:lnTo>
                  <a:lnTo>
                    <a:pt x="7605447" y="0"/>
                  </a:lnTo>
                  <a:lnTo>
                    <a:pt x="7603735" y="0"/>
                  </a:lnTo>
                  <a:lnTo>
                    <a:pt x="7602024" y="0"/>
                  </a:lnTo>
                  <a:lnTo>
                    <a:pt x="7600312" y="0"/>
                  </a:lnTo>
                  <a:lnTo>
                    <a:pt x="7598601" y="0"/>
                  </a:lnTo>
                  <a:lnTo>
                    <a:pt x="7596890" y="0"/>
                  </a:lnTo>
                  <a:lnTo>
                    <a:pt x="7595178" y="0"/>
                  </a:lnTo>
                  <a:lnTo>
                    <a:pt x="7593467" y="0"/>
                  </a:lnTo>
                  <a:lnTo>
                    <a:pt x="7591755" y="0"/>
                  </a:lnTo>
                  <a:lnTo>
                    <a:pt x="7590044" y="0"/>
                  </a:lnTo>
                  <a:lnTo>
                    <a:pt x="7588333" y="0"/>
                  </a:lnTo>
                  <a:lnTo>
                    <a:pt x="7586621" y="0"/>
                  </a:lnTo>
                  <a:lnTo>
                    <a:pt x="7584910" y="0"/>
                  </a:lnTo>
                  <a:lnTo>
                    <a:pt x="7583199" y="0"/>
                  </a:lnTo>
                  <a:lnTo>
                    <a:pt x="7581487" y="0"/>
                  </a:lnTo>
                  <a:lnTo>
                    <a:pt x="7579776" y="0"/>
                  </a:lnTo>
                  <a:lnTo>
                    <a:pt x="7578064" y="0"/>
                  </a:lnTo>
                  <a:lnTo>
                    <a:pt x="7576353" y="0"/>
                  </a:lnTo>
                  <a:lnTo>
                    <a:pt x="7574642" y="0"/>
                  </a:lnTo>
                  <a:lnTo>
                    <a:pt x="7572930" y="0"/>
                  </a:lnTo>
                  <a:lnTo>
                    <a:pt x="7571219" y="0"/>
                  </a:lnTo>
                  <a:lnTo>
                    <a:pt x="7569507" y="0"/>
                  </a:lnTo>
                  <a:lnTo>
                    <a:pt x="7567796" y="0"/>
                  </a:lnTo>
                  <a:lnTo>
                    <a:pt x="7566085" y="0"/>
                  </a:lnTo>
                  <a:lnTo>
                    <a:pt x="7564373" y="0"/>
                  </a:lnTo>
                  <a:lnTo>
                    <a:pt x="7562662" y="0"/>
                  </a:lnTo>
                  <a:lnTo>
                    <a:pt x="7560950" y="0"/>
                  </a:lnTo>
                  <a:lnTo>
                    <a:pt x="7559239" y="0"/>
                  </a:lnTo>
                  <a:lnTo>
                    <a:pt x="7557528" y="0"/>
                  </a:lnTo>
                  <a:lnTo>
                    <a:pt x="7555816" y="0"/>
                  </a:lnTo>
                  <a:lnTo>
                    <a:pt x="7554105" y="0"/>
                  </a:lnTo>
                  <a:lnTo>
                    <a:pt x="7552393" y="0"/>
                  </a:lnTo>
                  <a:lnTo>
                    <a:pt x="7550682" y="0"/>
                  </a:lnTo>
                  <a:lnTo>
                    <a:pt x="7548971" y="0"/>
                  </a:lnTo>
                  <a:lnTo>
                    <a:pt x="7547259" y="0"/>
                  </a:lnTo>
                  <a:lnTo>
                    <a:pt x="7545548" y="0"/>
                  </a:lnTo>
                  <a:lnTo>
                    <a:pt x="7543836" y="0"/>
                  </a:lnTo>
                  <a:lnTo>
                    <a:pt x="7542125" y="0"/>
                  </a:lnTo>
                  <a:lnTo>
                    <a:pt x="7540414" y="0"/>
                  </a:lnTo>
                  <a:lnTo>
                    <a:pt x="7538702" y="0"/>
                  </a:lnTo>
                  <a:lnTo>
                    <a:pt x="7536991" y="0"/>
                  </a:lnTo>
                  <a:lnTo>
                    <a:pt x="7535279" y="0"/>
                  </a:lnTo>
                  <a:lnTo>
                    <a:pt x="7533568" y="0"/>
                  </a:lnTo>
                  <a:lnTo>
                    <a:pt x="7531857" y="0"/>
                  </a:lnTo>
                  <a:lnTo>
                    <a:pt x="7530145" y="0"/>
                  </a:lnTo>
                  <a:lnTo>
                    <a:pt x="7528434" y="0"/>
                  </a:lnTo>
                  <a:lnTo>
                    <a:pt x="7526722" y="0"/>
                  </a:lnTo>
                  <a:lnTo>
                    <a:pt x="7525011" y="0"/>
                  </a:lnTo>
                  <a:lnTo>
                    <a:pt x="7523300" y="0"/>
                  </a:lnTo>
                  <a:lnTo>
                    <a:pt x="7521588" y="0"/>
                  </a:lnTo>
                  <a:lnTo>
                    <a:pt x="7519877" y="0"/>
                  </a:lnTo>
                  <a:lnTo>
                    <a:pt x="7518165" y="0"/>
                  </a:lnTo>
                  <a:lnTo>
                    <a:pt x="7516454" y="0"/>
                  </a:lnTo>
                  <a:lnTo>
                    <a:pt x="7514743" y="0"/>
                  </a:lnTo>
                  <a:lnTo>
                    <a:pt x="7513031" y="0"/>
                  </a:lnTo>
                  <a:lnTo>
                    <a:pt x="7511320" y="0"/>
                  </a:lnTo>
                  <a:lnTo>
                    <a:pt x="7509608" y="0"/>
                  </a:lnTo>
                  <a:lnTo>
                    <a:pt x="7507897" y="0"/>
                  </a:lnTo>
                  <a:lnTo>
                    <a:pt x="7506186" y="0"/>
                  </a:lnTo>
                  <a:lnTo>
                    <a:pt x="7504474" y="0"/>
                  </a:lnTo>
                  <a:lnTo>
                    <a:pt x="7502763" y="0"/>
                  </a:lnTo>
                  <a:lnTo>
                    <a:pt x="7501051" y="0"/>
                  </a:lnTo>
                  <a:lnTo>
                    <a:pt x="7499340" y="0"/>
                  </a:lnTo>
                  <a:lnTo>
                    <a:pt x="7497629" y="0"/>
                  </a:lnTo>
                  <a:lnTo>
                    <a:pt x="7495917" y="0"/>
                  </a:lnTo>
                  <a:lnTo>
                    <a:pt x="7494206" y="0"/>
                  </a:lnTo>
                  <a:lnTo>
                    <a:pt x="7492494" y="0"/>
                  </a:lnTo>
                  <a:lnTo>
                    <a:pt x="7490783" y="0"/>
                  </a:lnTo>
                  <a:lnTo>
                    <a:pt x="7489072" y="0"/>
                  </a:lnTo>
                  <a:lnTo>
                    <a:pt x="7487360" y="0"/>
                  </a:lnTo>
                  <a:lnTo>
                    <a:pt x="7485649" y="0"/>
                  </a:lnTo>
                  <a:lnTo>
                    <a:pt x="7483938" y="0"/>
                  </a:lnTo>
                  <a:lnTo>
                    <a:pt x="7482226" y="0"/>
                  </a:lnTo>
                  <a:lnTo>
                    <a:pt x="7480515" y="0"/>
                  </a:lnTo>
                  <a:lnTo>
                    <a:pt x="7478803" y="0"/>
                  </a:lnTo>
                  <a:lnTo>
                    <a:pt x="7477092" y="0"/>
                  </a:lnTo>
                  <a:lnTo>
                    <a:pt x="7475381" y="0"/>
                  </a:lnTo>
                  <a:lnTo>
                    <a:pt x="7473669" y="0"/>
                  </a:lnTo>
                  <a:lnTo>
                    <a:pt x="7471958" y="0"/>
                  </a:lnTo>
                  <a:lnTo>
                    <a:pt x="7470246" y="0"/>
                  </a:lnTo>
                  <a:lnTo>
                    <a:pt x="7468535" y="0"/>
                  </a:lnTo>
                  <a:lnTo>
                    <a:pt x="7466824" y="0"/>
                  </a:lnTo>
                  <a:lnTo>
                    <a:pt x="7465112" y="0"/>
                  </a:lnTo>
                  <a:lnTo>
                    <a:pt x="7463401" y="0"/>
                  </a:lnTo>
                  <a:lnTo>
                    <a:pt x="7461689" y="0"/>
                  </a:lnTo>
                  <a:lnTo>
                    <a:pt x="7459978" y="0"/>
                  </a:lnTo>
                  <a:lnTo>
                    <a:pt x="7458267" y="0"/>
                  </a:lnTo>
                  <a:lnTo>
                    <a:pt x="7456555" y="0"/>
                  </a:lnTo>
                  <a:lnTo>
                    <a:pt x="7454844" y="0"/>
                  </a:lnTo>
                  <a:lnTo>
                    <a:pt x="7453132" y="0"/>
                  </a:lnTo>
                  <a:lnTo>
                    <a:pt x="7451421" y="0"/>
                  </a:lnTo>
                  <a:lnTo>
                    <a:pt x="7449710" y="0"/>
                  </a:lnTo>
                  <a:lnTo>
                    <a:pt x="7447998" y="0"/>
                  </a:lnTo>
                  <a:lnTo>
                    <a:pt x="7446287" y="0"/>
                  </a:lnTo>
                  <a:lnTo>
                    <a:pt x="7444575" y="0"/>
                  </a:lnTo>
                  <a:lnTo>
                    <a:pt x="7442864" y="0"/>
                  </a:lnTo>
                  <a:lnTo>
                    <a:pt x="7441153" y="0"/>
                  </a:lnTo>
                  <a:lnTo>
                    <a:pt x="7439441" y="0"/>
                  </a:lnTo>
                  <a:lnTo>
                    <a:pt x="7437730" y="0"/>
                  </a:lnTo>
                  <a:lnTo>
                    <a:pt x="7436018" y="0"/>
                  </a:lnTo>
                  <a:lnTo>
                    <a:pt x="7434307" y="0"/>
                  </a:lnTo>
                  <a:lnTo>
                    <a:pt x="7432596" y="0"/>
                  </a:lnTo>
                  <a:lnTo>
                    <a:pt x="7430884" y="0"/>
                  </a:lnTo>
                  <a:lnTo>
                    <a:pt x="7429173" y="0"/>
                  </a:lnTo>
                  <a:lnTo>
                    <a:pt x="7427461" y="0"/>
                  </a:lnTo>
                  <a:lnTo>
                    <a:pt x="7425750" y="0"/>
                  </a:lnTo>
                  <a:lnTo>
                    <a:pt x="7424039" y="0"/>
                  </a:lnTo>
                  <a:lnTo>
                    <a:pt x="7422327" y="0"/>
                  </a:lnTo>
                  <a:lnTo>
                    <a:pt x="7420616" y="0"/>
                  </a:lnTo>
                  <a:lnTo>
                    <a:pt x="7418904" y="0"/>
                  </a:lnTo>
                  <a:lnTo>
                    <a:pt x="7417193" y="0"/>
                  </a:lnTo>
                  <a:lnTo>
                    <a:pt x="7415482" y="0"/>
                  </a:lnTo>
                  <a:lnTo>
                    <a:pt x="7413770" y="0"/>
                  </a:lnTo>
                  <a:lnTo>
                    <a:pt x="7412059" y="0"/>
                  </a:lnTo>
                  <a:lnTo>
                    <a:pt x="7410347" y="0"/>
                  </a:lnTo>
                  <a:lnTo>
                    <a:pt x="7408636" y="0"/>
                  </a:lnTo>
                  <a:lnTo>
                    <a:pt x="7406925" y="0"/>
                  </a:lnTo>
                  <a:lnTo>
                    <a:pt x="7405213" y="0"/>
                  </a:lnTo>
                  <a:lnTo>
                    <a:pt x="7403502" y="0"/>
                  </a:lnTo>
                  <a:lnTo>
                    <a:pt x="7401790" y="0"/>
                  </a:lnTo>
                  <a:lnTo>
                    <a:pt x="7400079" y="0"/>
                  </a:lnTo>
                  <a:lnTo>
                    <a:pt x="7398368" y="0"/>
                  </a:lnTo>
                  <a:lnTo>
                    <a:pt x="7396656" y="0"/>
                  </a:lnTo>
                  <a:lnTo>
                    <a:pt x="7394945" y="0"/>
                  </a:lnTo>
                  <a:lnTo>
                    <a:pt x="7393233" y="0"/>
                  </a:lnTo>
                  <a:lnTo>
                    <a:pt x="7391522" y="0"/>
                  </a:lnTo>
                  <a:lnTo>
                    <a:pt x="7389811" y="0"/>
                  </a:lnTo>
                  <a:lnTo>
                    <a:pt x="7388099" y="0"/>
                  </a:lnTo>
                  <a:lnTo>
                    <a:pt x="7386388" y="0"/>
                  </a:lnTo>
                  <a:lnTo>
                    <a:pt x="7384676" y="0"/>
                  </a:lnTo>
                  <a:lnTo>
                    <a:pt x="7382965" y="0"/>
                  </a:lnTo>
                  <a:lnTo>
                    <a:pt x="7381254" y="0"/>
                  </a:lnTo>
                  <a:lnTo>
                    <a:pt x="7379542" y="0"/>
                  </a:lnTo>
                  <a:lnTo>
                    <a:pt x="7377831" y="0"/>
                  </a:lnTo>
                  <a:lnTo>
                    <a:pt x="7376120" y="0"/>
                  </a:lnTo>
                  <a:lnTo>
                    <a:pt x="7374408" y="0"/>
                  </a:lnTo>
                  <a:lnTo>
                    <a:pt x="7372697" y="0"/>
                  </a:lnTo>
                  <a:lnTo>
                    <a:pt x="7370985" y="0"/>
                  </a:lnTo>
                  <a:lnTo>
                    <a:pt x="7369274" y="0"/>
                  </a:lnTo>
                  <a:lnTo>
                    <a:pt x="7367563" y="0"/>
                  </a:lnTo>
                  <a:lnTo>
                    <a:pt x="7365851" y="0"/>
                  </a:lnTo>
                  <a:lnTo>
                    <a:pt x="7364140" y="0"/>
                  </a:lnTo>
                  <a:lnTo>
                    <a:pt x="7362428" y="0"/>
                  </a:lnTo>
                  <a:lnTo>
                    <a:pt x="7360717" y="0"/>
                  </a:lnTo>
                  <a:lnTo>
                    <a:pt x="7359006" y="0"/>
                  </a:lnTo>
                  <a:lnTo>
                    <a:pt x="7357294" y="0"/>
                  </a:lnTo>
                  <a:lnTo>
                    <a:pt x="7355583" y="0"/>
                  </a:lnTo>
                  <a:lnTo>
                    <a:pt x="7353871" y="0"/>
                  </a:lnTo>
                  <a:lnTo>
                    <a:pt x="7352160" y="0"/>
                  </a:lnTo>
                  <a:lnTo>
                    <a:pt x="7350449" y="0"/>
                  </a:lnTo>
                  <a:lnTo>
                    <a:pt x="7348737" y="0"/>
                  </a:lnTo>
                  <a:lnTo>
                    <a:pt x="7347026" y="0"/>
                  </a:lnTo>
                  <a:lnTo>
                    <a:pt x="7345314" y="0"/>
                  </a:lnTo>
                  <a:lnTo>
                    <a:pt x="7343603" y="0"/>
                  </a:lnTo>
                  <a:lnTo>
                    <a:pt x="7341892" y="0"/>
                  </a:lnTo>
                  <a:lnTo>
                    <a:pt x="7340180" y="0"/>
                  </a:lnTo>
                  <a:lnTo>
                    <a:pt x="7338469" y="0"/>
                  </a:lnTo>
                  <a:lnTo>
                    <a:pt x="7336757" y="0"/>
                  </a:lnTo>
                  <a:lnTo>
                    <a:pt x="7335046" y="0"/>
                  </a:lnTo>
                  <a:lnTo>
                    <a:pt x="7333335" y="0"/>
                  </a:lnTo>
                  <a:lnTo>
                    <a:pt x="7331623" y="0"/>
                  </a:lnTo>
                  <a:lnTo>
                    <a:pt x="7329912" y="0"/>
                  </a:lnTo>
                  <a:lnTo>
                    <a:pt x="7328200" y="0"/>
                  </a:lnTo>
                  <a:lnTo>
                    <a:pt x="7326489" y="0"/>
                  </a:lnTo>
                  <a:lnTo>
                    <a:pt x="7324778" y="0"/>
                  </a:lnTo>
                  <a:lnTo>
                    <a:pt x="7323066" y="0"/>
                  </a:lnTo>
                  <a:lnTo>
                    <a:pt x="7321355" y="0"/>
                  </a:lnTo>
                  <a:lnTo>
                    <a:pt x="7319643" y="0"/>
                  </a:lnTo>
                  <a:lnTo>
                    <a:pt x="7317932" y="0"/>
                  </a:lnTo>
                  <a:lnTo>
                    <a:pt x="7316221" y="0"/>
                  </a:lnTo>
                  <a:lnTo>
                    <a:pt x="7314509" y="0"/>
                  </a:lnTo>
                  <a:lnTo>
                    <a:pt x="7312798" y="0"/>
                  </a:lnTo>
                  <a:lnTo>
                    <a:pt x="7311086" y="0"/>
                  </a:lnTo>
                  <a:lnTo>
                    <a:pt x="7309375" y="0"/>
                  </a:lnTo>
                  <a:lnTo>
                    <a:pt x="7307664" y="0"/>
                  </a:lnTo>
                  <a:lnTo>
                    <a:pt x="7305952" y="0"/>
                  </a:lnTo>
                  <a:lnTo>
                    <a:pt x="7304241" y="0"/>
                  </a:lnTo>
                  <a:lnTo>
                    <a:pt x="7302529" y="0"/>
                  </a:lnTo>
                  <a:lnTo>
                    <a:pt x="7300818" y="0"/>
                  </a:lnTo>
                  <a:lnTo>
                    <a:pt x="7299107" y="0"/>
                  </a:lnTo>
                  <a:lnTo>
                    <a:pt x="7297395" y="0"/>
                  </a:lnTo>
                  <a:lnTo>
                    <a:pt x="7295684" y="0"/>
                  </a:lnTo>
                  <a:lnTo>
                    <a:pt x="7293972" y="0"/>
                  </a:lnTo>
                  <a:lnTo>
                    <a:pt x="7292261" y="0"/>
                  </a:lnTo>
                  <a:lnTo>
                    <a:pt x="7290550" y="0"/>
                  </a:lnTo>
                  <a:lnTo>
                    <a:pt x="7288838" y="0"/>
                  </a:lnTo>
                  <a:lnTo>
                    <a:pt x="7287127" y="0"/>
                  </a:lnTo>
                  <a:lnTo>
                    <a:pt x="7285415" y="0"/>
                  </a:lnTo>
                  <a:lnTo>
                    <a:pt x="7283704" y="0"/>
                  </a:lnTo>
                  <a:lnTo>
                    <a:pt x="7281993" y="0"/>
                  </a:lnTo>
                  <a:lnTo>
                    <a:pt x="7280281" y="0"/>
                  </a:lnTo>
                  <a:lnTo>
                    <a:pt x="7278570" y="0"/>
                  </a:lnTo>
                  <a:lnTo>
                    <a:pt x="7276858" y="0"/>
                  </a:lnTo>
                  <a:lnTo>
                    <a:pt x="7275147" y="0"/>
                  </a:lnTo>
                  <a:lnTo>
                    <a:pt x="7273436" y="0"/>
                  </a:lnTo>
                  <a:lnTo>
                    <a:pt x="7271724" y="0"/>
                  </a:lnTo>
                  <a:lnTo>
                    <a:pt x="7270013" y="0"/>
                  </a:lnTo>
                  <a:lnTo>
                    <a:pt x="7268302" y="0"/>
                  </a:lnTo>
                  <a:lnTo>
                    <a:pt x="7266590" y="0"/>
                  </a:lnTo>
                  <a:lnTo>
                    <a:pt x="7264879" y="0"/>
                  </a:lnTo>
                  <a:lnTo>
                    <a:pt x="7263167" y="0"/>
                  </a:lnTo>
                  <a:lnTo>
                    <a:pt x="7261456" y="0"/>
                  </a:lnTo>
                  <a:lnTo>
                    <a:pt x="7259745" y="0"/>
                  </a:lnTo>
                  <a:lnTo>
                    <a:pt x="7258033" y="0"/>
                  </a:lnTo>
                  <a:lnTo>
                    <a:pt x="7256322" y="0"/>
                  </a:lnTo>
                  <a:lnTo>
                    <a:pt x="7254610" y="0"/>
                  </a:lnTo>
                  <a:lnTo>
                    <a:pt x="7252899" y="0"/>
                  </a:lnTo>
                  <a:lnTo>
                    <a:pt x="7251188" y="0"/>
                  </a:lnTo>
                  <a:lnTo>
                    <a:pt x="7249476" y="0"/>
                  </a:lnTo>
                  <a:lnTo>
                    <a:pt x="7247765" y="0"/>
                  </a:lnTo>
                  <a:lnTo>
                    <a:pt x="7246053" y="0"/>
                  </a:lnTo>
                  <a:lnTo>
                    <a:pt x="7244342" y="0"/>
                  </a:lnTo>
                  <a:lnTo>
                    <a:pt x="7242631" y="0"/>
                  </a:lnTo>
                  <a:lnTo>
                    <a:pt x="7240919" y="0"/>
                  </a:lnTo>
                  <a:lnTo>
                    <a:pt x="7239208" y="0"/>
                  </a:lnTo>
                  <a:lnTo>
                    <a:pt x="7237496" y="0"/>
                  </a:lnTo>
                  <a:lnTo>
                    <a:pt x="7235785" y="0"/>
                  </a:lnTo>
                  <a:lnTo>
                    <a:pt x="7234074" y="0"/>
                  </a:lnTo>
                  <a:lnTo>
                    <a:pt x="7232362" y="0"/>
                  </a:lnTo>
                  <a:lnTo>
                    <a:pt x="7230651" y="0"/>
                  </a:lnTo>
                  <a:lnTo>
                    <a:pt x="7228939" y="0"/>
                  </a:lnTo>
                  <a:lnTo>
                    <a:pt x="7227228" y="0"/>
                  </a:lnTo>
                  <a:lnTo>
                    <a:pt x="7225517" y="0"/>
                  </a:lnTo>
                  <a:lnTo>
                    <a:pt x="7223805" y="0"/>
                  </a:lnTo>
                  <a:lnTo>
                    <a:pt x="7222094" y="0"/>
                  </a:lnTo>
                  <a:lnTo>
                    <a:pt x="7220382" y="0"/>
                  </a:lnTo>
                  <a:lnTo>
                    <a:pt x="7218671" y="0"/>
                  </a:lnTo>
                  <a:lnTo>
                    <a:pt x="7216960" y="0"/>
                  </a:lnTo>
                  <a:lnTo>
                    <a:pt x="7215248" y="0"/>
                  </a:lnTo>
                  <a:lnTo>
                    <a:pt x="7213537" y="0"/>
                  </a:lnTo>
                  <a:lnTo>
                    <a:pt x="7211825" y="0"/>
                  </a:lnTo>
                  <a:lnTo>
                    <a:pt x="7210114" y="0"/>
                  </a:lnTo>
                  <a:lnTo>
                    <a:pt x="7208403" y="0"/>
                  </a:lnTo>
                  <a:lnTo>
                    <a:pt x="7206691" y="0"/>
                  </a:lnTo>
                  <a:lnTo>
                    <a:pt x="7204980" y="0"/>
                  </a:lnTo>
                  <a:lnTo>
                    <a:pt x="7203268" y="0"/>
                  </a:lnTo>
                  <a:lnTo>
                    <a:pt x="7201557" y="0"/>
                  </a:lnTo>
                  <a:lnTo>
                    <a:pt x="7199846" y="0"/>
                  </a:lnTo>
                  <a:lnTo>
                    <a:pt x="7198134" y="0"/>
                  </a:lnTo>
                  <a:lnTo>
                    <a:pt x="7196423" y="0"/>
                  </a:lnTo>
                  <a:lnTo>
                    <a:pt x="7194711" y="0"/>
                  </a:lnTo>
                  <a:lnTo>
                    <a:pt x="7193000" y="0"/>
                  </a:lnTo>
                  <a:lnTo>
                    <a:pt x="7191289" y="0"/>
                  </a:lnTo>
                  <a:lnTo>
                    <a:pt x="7189577" y="0"/>
                  </a:lnTo>
                  <a:lnTo>
                    <a:pt x="7187866" y="0"/>
                  </a:lnTo>
                  <a:lnTo>
                    <a:pt x="7186154" y="0"/>
                  </a:lnTo>
                  <a:lnTo>
                    <a:pt x="7184443" y="0"/>
                  </a:lnTo>
                  <a:lnTo>
                    <a:pt x="7182732" y="0"/>
                  </a:lnTo>
                  <a:lnTo>
                    <a:pt x="7181020" y="0"/>
                  </a:lnTo>
                  <a:lnTo>
                    <a:pt x="7179309" y="0"/>
                  </a:lnTo>
                  <a:lnTo>
                    <a:pt x="7177597" y="0"/>
                  </a:lnTo>
                  <a:lnTo>
                    <a:pt x="7175886" y="0"/>
                  </a:lnTo>
                  <a:lnTo>
                    <a:pt x="7174175" y="0"/>
                  </a:lnTo>
                  <a:lnTo>
                    <a:pt x="7172463" y="0"/>
                  </a:lnTo>
                  <a:lnTo>
                    <a:pt x="7170752" y="0"/>
                  </a:lnTo>
                  <a:lnTo>
                    <a:pt x="7169040" y="0"/>
                  </a:lnTo>
                  <a:lnTo>
                    <a:pt x="7167329" y="0"/>
                  </a:lnTo>
                  <a:lnTo>
                    <a:pt x="7165618" y="0"/>
                  </a:lnTo>
                  <a:lnTo>
                    <a:pt x="7163906" y="0"/>
                  </a:lnTo>
                  <a:lnTo>
                    <a:pt x="7162195" y="0"/>
                  </a:lnTo>
                  <a:lnTo>
                    <a:pt x="7160484" y="0"/>
                  </a:lnTo>
                  <a:lnTo>
                    <a:pt x="7158772" y="0"/>
                  </a:lnTo>
                  <a:lnTo>
                    <a:pt x="7157061" y="0"/>
                  </a:lnTo>
                  <a:lnTo>
                    <a:pt x="7155349" y="0"/>
                  </a:lnTo>
                  <a:lnTo>
                    <a:pt x="7153638" y="0"/>
                  </a:lnTo>
                  <a:lnTo>
                    <a:pt x="7151927" y="0"/>
                  </a:lnTo>
                  <a:lnTo>
                    <a:pt x="7150215" y="0"/>
                  </a:lnTo>
                  <a:lnTo>
                    <a:pt x="7148504" y="0"/>
                  </a:lnTo>
                  <a:lnTo>
                    <a:pt x="7146792" y="0"/>
                  </a:lnTo>
                  <a:lnTo>
                    <a:pt x="7145081" y="0"/>
                  </a:lnTo>
                  <a:lnTo>
                    <a:pt x="7143370" y="0"/>
                  </a:lnTo>
                  <a:lnTo>
                    <a:pt x="7141658" y="0"/>
                  </a:lnTo>
                  <a:lnTo>
                    <a:pt x="7139947" y="0"/>
                  </a:lnTo>
                  <a:lnTo>
                    <a:pt x="7138235" y="0"/>
                  </a:lnTo>
                  <a:lnTo>
                    <a:pt x="7136524" y="0"/>
                  </a:lnTo>
                  <a:lnTo>
                    <a:pt x="7134813" y="0"/>
                  </a:lnTo>
                  <a:lnTo>
                    <a:pt x="7133101" y="0"/>
                  </a:lnTo>
                  <a:lnTo>
                    <a:pt x="7131390" y="0"/>
                  </a:lnTo>
                  <a:lnTo>
                    <a:pt x="7129678" y="0"/>
                  </a:lnTo>
                  <a:lnTo>
                    <a:pt x="7127967" y="0"/>
                  </a:lnTo>
                  <a:lnTo>
                    <a:pt x="7126256" y="0"/>
                  </a:lnTo>
                  <a:lnTo>
                    <a:pt x="7124544" y="0"/>
                  </a:lnTo>
                  <a:lnTo>
                    <a:pt x="7122833" y="0"/>
                  </a:lnTo>
                  <a:lnTo>
                    <a:pt x="7121121" y="0"/>
                  </a:lnTo>
                  <a:lnTo>
                    <a:pt x="7119410" y="0"/>
                  </a:lnTo>
                  <a:lnTo>
                    <a:pt x="7117699" y="0"/>
                  </a:lnTo>
                  <a:lnTo>
                    <a:pt x="7115987" y="0"/>
                  </a:lnTo>
                  <a:lnTo>
                    <a:pt x="7114276" y="0"/>
                  </a:lnTo>
                  <a:lnTo>
                    <a:pt x="7112564" y="0"/>
                  </a:lnTo>
                  <a:lnTo>
                    <a:pt x="7110853" y="0"/>
                  </a:lnTo>
                  <a:lnTo>
                    <a:pt x="7109142" y="0"/>
                  </a:lnTo>
                  <a:lnTo>
                    <a:pt x="7107430" y="0"/>
                  </a:lnTo>
                  <a:lnTo>
                    <a:pt x="7105719" y="0"/>
                  </a:lnTo>
                  <a:lnTo>
                    <a:pt x="7104007" y="0"/>
                  </a:lnTo>
                  <a:lnTo>
                    <a:pt x="7102296" y="0"/>
                  </a:lnTo>
                  <a:lnTo>
                    <a:pt x="7100585" y="0"/>
                  </a:lnTo>
                  <a:lnTo>
                    <a:pt x="7098873" y="0"/>
                  </a:lnTo>
                  <a:lnTo>
                    <a:pt x="7097162" y="0"/>
                  </a:lnTo>
                  <a:lnTo>
                    <a:pt x="7095450" y="0"/>
                  </a:lnTo>
                  <a:lnTo>
                    <a:pt x="7093739" y="0"/>
                  </a:lnTo>
                  <a:lnTo>
                    <a:pt x="7092028" y="0"/>
                  </a:lnTo>
                  <a:lnTo>
                    <a:pt x="7090316" y="0"/>
                  </a:lnTo>
                  <a:lnTo>
                    <a:pt x="7088605" y="0"/>
                  </a:lnTo>
                  <a:lnTo>
                    <a:pt x="7086893" y="0"/>
                  </a:lnTo>
                  <a:lnTo>
                    <a:pt x="7085182" y="0"/>
                  </a:lnTo>
                  <a:lnTo>
                    <a:pt x="7083471" y="0"/>
                  </a:lnTo>
                  <a:lnTo>
                    <a:pt x="7081759" y="0"/>
                  </a:lnTo>
                  <a:lnTo>
                    <a:pt x="7080048" y="0"/>
                  </a:lnTo>
                  <a:lnTo>
                    <a:pt x="7078336" y="0"/>
                  </a:lnTo>
                  <a:lnTo>
                    <a:pt x="7076625" y="0"/>
                  </a:lnTo>
                  <a:lnTo>
                    <a:pt x="7074914" y="0"/>
                  </a:lnTo>
                  <a:lnTo>
                    <a:pt x="7073202" y="0"/>
                  </a:lnTo>
                  <a:lnTo>
                    <a:pt x="7071491" y="0"/>
                  </a:lnTo>
                  <a:lnTo>
                    <a:pt x="7069779" y="0"/>
                  </a:lnTo>
                  <a:lnTo>
                    <a:pt x="7068068" y="0"/>
                  </a:lnTo>
                  <a:lnTo>
                    <a:pt x="7066357" y="0"/>
                  </a:lnTo>
                  <a:lnTo>
                    <a:pt x="7064645" y="0"/>
                  </a:lnTo>
                  <a:lnTo>
                    <a:pt x="7062934" y="0"/>
                  </a:lnTo>
                  <a:lnTo>
                    <a:pt x="7061223" y="0"/>
                  </a:lnTo>
                  <a:lnTo>
                    <a:pt x="7059511" y="0"/>
                  </a:lnTo>
                  <a:lnTo>
                    <a:pt x="7057800" y="0"/>
                  </a:lnTo>
                  <a:lnTo>
                    <a:pt x="7056088" y="0"/>
                  </a:lnTo>
                  <a:lnTo>
                    <a:pt x="7054377" y="0"/>
                  </a:lnTo>
                  <a:lnTo>
                    <a:pt x="7052666" y="0"/>
                  </a:lnTo>
                  <a:lnTo>
                    <a:pt x="7050954" y="0"/>
                  </a:lnTo>
                  <a:lnTo>
                    <a:pt x="7049243" y="0"/>
                  </a:lnTo>
                  <a:lnTo>
                    <a:pt x="7047531" y="0"/>
                  </a:lnTo>
                  <a:lnTo>
                    <a:pt x="7045820" y="0"/>
                  </a:lnTo>
                  <a:lnTo>
                    <a:pt x="7044109" y="0"/>
                  </a:lnTo>
                  <a:lnTo>
                    <a:pt x="7042397" y="0"/>
                  </a:lnTo>
                  <a:lnTo>
                    <a:pt x="7040686" y="0"/>
                  </a:lnTo>
                  <a:lnTo>
                    <a:pt x="7038974" y="0"/>
                  </a:lnTo>
                  <a:lnTo>
                    <a:pt x="7037263" y="0"/>
                  </a:lnTo>
                  <a:lnTo>
                    <a:pt x="7035552" y="0"/>
                  </a:lnTo>
                  <a:lnTo>
                    <a:pt x="7033840" y="0"/>
                  </a:lnTo>
                  <a:lnTo>
                    <a:pt x="7032129" y="0"/>
                  </a:lnTo>
                  <a:lnTo>
                    <a:pt x="7030417" y="0"/>
                  </a:lnTo>
                  <a:lnTo>
                    <a:pt x="7028706" y="0"/>
                  </a:lnTo>
                  <a:lnTo>
                    <a:pt x="7026995" y="0"/>
                  </a:lnTo>
                  <a:lnTo>
                    <a:pt x="7025283" y="0"/>
                  </a:lnTo>
                  <a:lnTo>
                    <a:pt x="7023572" y="0"/>
                  </a:lnTo>
                  <a:lnTo>
                    <a:pt x="7021860" y="0"/>
                  </a:lnTo>
                  <a:lnTo>
                    <a:pt x="7020149" y="0"/>
                  </a:lnTo>
                  <a:lnTo>
                    <a:pt x="7018438" y="0"/>
                  </a:lnTo>
                  <a:lnTo>
                    <a:pt x="7016726" y="0"/>
                  </a:lnTo>
                  <a:lnTo>
                    <a:pt x="7015015" y="0"/>
                  </a:lnTo>
                  <a:lnTo>
                    <a:pt x="7013303" y="0"/>
                  </a:lnTo>
                  <a:lnTo>
                    <a:pt x="7011592" y="0"/>
                  </a:lnTo>
                  <a:lnTo>
                    <a:pt x="7009881" y="0"/>
                  </a:lnTo>
                  <a:lnTo>
                    <a:pt x="7008169" y="0"/>
                  </a:lnTo>
                  <a:lnTo>
                    <a:pt x="7006458" y="0"/>
                  </a:lnTo>
                  <a:lnTo>
                    <a:pt x="7004746" y="0"/>
                  </a:lnTo>
                  <a:lnTo>
                    <a:pt x="7003035" y="0"/>
                  </a:lnTo>
                  <a:lnTo>
                    <a:pt x="7001324" y="0"/>
                  </a:lnTo>
                  <a:lnTo>
                    <a:pt x="6999612" y="0"/>
                  </a:lnTo>
                  <a:lnTo>
                    <a:pt x="6997901" y="0"/>
                  </a:lnTo>
                  <a:lnTo>
                    <a:pt x="6996189" y="0"/>
                  </a:lnTo>
                  <a:lnTo>
                    <a:pt x="6994478" y="0"/>
                  </a:lnTo>
                  <a:lnTo>
                    <a:pt x="6992767" y="0"/>
                  </a:lnTo>
                  <a:lnTo>
                    <a:pt x="6991055" y="0"/>
                  </a:lnTo>
                  <a:lnTo>
                    <a:pt x="6989344" y="0"/>
                  </a:lnTo>
                  <a:lnTo>
                    <a:pt x="6987632" y="0"/>
                  </a:lnTo>
                  <a:lnTo>
                    <a:pt x="6985921" y="0"/>
                  </a:lnTo>
                  <a:lnTo>
                    <a:pt x="6984210" y="0"/>
                  </a:lnTo>
                  <a:lnTo>
                    <a:pt x="6982498" y="0"/>
                  </a:lnTo>
                  <a:lnTo>
                    <a:pt x="6980787" y="0"/>
                  </a:lnTo>
                  <a:lnTo>
                    <a:pt x="6979075" y="0"/>
                  </a:lnTo>
                  <a:lnTo>
                    <a:pt x="6977364" y="0"/>
                  </a:lnTo>
                  <a:lnTo>
                    <a:pt x="6975653" y="0"/>
                  </a:lnTo>
                  <a:lnTo>
                    <a:pt x="6973941" y="0"/>
                  </a:lnTo>
                  <a:lnTo>
                    <a:pt x="6972230" y="0"/>
                  </a:lnTo>
                  <a:lnTo>
                    <a:pt x="6970518" y="0"/>
                  </a:lnTo>
                  <a:lnTo>
                    <a:pt x="6968807" y="0"/>
                  </a:lnTo>
                  <a:lnTo>
                    <a:pt x="6967096" y="0"/>
                  </a:lnTo>
                  <a:lnTo>
                    <a:pt x="6965384" y="0"/>
                  </a:lnTo>
                  <a:lnTo>
                    <a:pt x="6963673" y="0"/>
                  </a:lnTo>
                  <a:lnTo>
                    <a:pt x="6961961" y="0"/>
                  </a:lnTo>
                  <a:lnTo>
                    <a:pt x="6960250" y="0"/>
                  </a:lnTo>
                  <a:lnTo>
                    <a:pt x="6958539" y="0"/>
                  </a:lnTo>
                  <a:lnTo>
                    <a:pt x="6956827" y="0"/>
                  </a:lnTo>
                  <a:lnTo>
                    <a:pt x="6955116" y="0"/>
                  </a:lnTo>
                  <a:lnTo>
                    <a:pt x="6953405" y="0"/>
                  </a:lnTo>
                  <a:lnTo>
                    <a:pt x="6951693" y="0"/>
                  </a:lnTo>
                  <a:lnTo>
                    <a:pt x="6949982" y="0"/>
                  </a:lnTo>
                  <a:lnTo>
                    <a:pt x="6948270" y="0"/>
                  </a:lnTo>
                  <a:lnTo>
                    <a:pt x="6946559" y="0"/>
                  </a:lnTo>
                  <a:lnTo>
                    <a:pt x="6944848" y="0"/>
                  </a:lnTo>
                  <a:lnTo>
                    <a:pt x="6943136" y="0"/>
                  </a:lnTo>
                  <a:lnTo>
                    <a:pt x="6941425" y="0"/>
                  </a:lnTo>
                  <a:lnTo>
                    <a:pt x="6939713" y="0"/>
                  </a:lnTo>
                  <a:lnTo>
                    <a:pt x="6938002" y="0"/>
                  </a:lnTo>
                  <a:lnTo>
                    <a:pt x="6936291" y="0"/>
                  </a:lnTo>
                  <a:lnTo>
                    <a:pt x="6934579" y="0"/>
                  </a:lnTo>
                  <a:lnTo>
                    <a:pt x="6932868" y="0"/>
                  </a:lnTo>
                  <a:lnTo>
                    <a:pt x="6931156" y="0"/>
                  </a:lnTo>
                  <a:lnTo>
                    <a:pt x="6929445" y="0"/>
                  </a:lnTo>
                  <a:lnTo>
                    <a:pt x="6927734" y="0"/>
                  </a:lnTo>
                  <a:lnTo>
                    <a:pt x="6926022" y="0"/>
                  </a:lnTo>
                  <a:lnTo>
                    <a:pt x="6924311" y="0"/>
                  </a:lnTo>
                  <a:lnTo>
                    <a:pt x="6922599" y="0"/>
                  </a:lnTo>
                  <a:lnTo>
                    <a:pt x="6920888" y="0"/>
                  </a:lnTo>
                  <a:lnTo>
                    <a:pt x="6919177" y="0"/>
                  </a:lnTo>
                  <a:lnTo>
                    <a:pt x="6917465" y="0"/>
                  </a:lnTo>
                  <a:lnTo>
                    <a:pt x="6915754" y="0"/>
                  </a:lnTo>
                  <a:lnTo>
                    <a:pt x="6914042" y="0"/>
                  </a:lnTo>
                  <a:lnTo>
                    <a:pt x="6912331" y="0"/>
                  </a:lnTo>
                  <a:lnTo>
                    <a:pt x="6910620" y="0"/>
                  </a:lnTo>
                  <a:lnTo>
                    <a:pt x="6908908" y="0"/>
                  </a:lnTo>
                  <a:lnTo>
                    <a:pt x="6907197" y="0"/>
                  </a:lnTo>
                  <a:lnTo>
                    <a:pt x="6905485" y="0"/>
                  </a:lnTo>
                  <a:lnTo>
                    <a:pt x="6903774" y="0"/>
                  </a:lnTo>
                  <a:lnTo>
                    <a:pt x="6902063" y="0"/>
                  </a:lnTo>
                  <a:lnTo>
                    <a:pt x="6900351" y="0"/>
                  </a:lnTo>
                  <a:lnTo>
                    <a:pt x="6898640" y="0"/>
                  </a:lnTo>
                  <a:lnTo>
                    <a:pt x="6896928" y="0"/>
                  </a:lnTo>
                  <a:lnTo>
                    <a:pt x="6895217" y="0"/>
                  </a:lnTo>
                  <a:lnTo>
                    <a:pt x="6893506" y="0"/>
                  </a:lnTo>
                  <a:lnTo>
                    <a:pt x="6891794" y="0"/>
                  </a:lnTo>
                  <a:lnTo>
                    <a:pt x="6890083" y="0"/>
                  </a:lnTo>
                  <a:lnTo>
                    <a:pt x="6888371" y="0"/>
                  </a:lnTo>
                  <a:lnTo>
                    <a:pt x="6886660" y="0"/>
                  </a:lnTo>
                  <a:lnTo>
                    <a:pt x="6884949" y="0"/>
                  </a:lnTo>
                  <a:lnTo>
                    <a:pt x="6883237" y="0"/>
                  </a:lnTo>
                  <a:lnTo>
                    <a:pt x="6881526" y="0"/>
                  </a:lnTo>
                  <a:lnTo>
                    <a:pt x="6879814" y="0"/>
                  </a:lnTo>
                  <a:lnTo>
                    <a:pt x="6878103" y="0"/>
                  </a:lnTo>
                  <a:lnTo>
                    <a:pt x="6876392" y="0"/>
                  </a:lnTo>
                  <a:lnTo>
                    <a:pt x="6874680" y="0"/>
                  </a:lnTo>
                  <a:lnTo>
                    <a:pt x="6872969" y="0"/>
                  </a:lnTo>
                  <a:lnTo>
                    <a:pt x="6871257" y="0"/>
                  </a:lnTo>
                  <a:lnTo>
                    <a:pt x="6869546" y="0"/>
                  </a:lnTo>
                  <a:lnTo>
                    <a:pt x="6867835" y="0"/>
                  </a:lnTo>
                  <a:lnTo>
                    <a:pt x="6866123" y="0"/>
                  </a:lnTo>
                  <a:lnTo>
                    <a:pt x="6864412" y="0"/>
                  </a:lnTo>
                  <a:lnTo>
                    <a:pt x="6862700" y="0"/>
                  </a:lnTo>
                  <a:lnTo>
                    <a:pt x="6860989" y="0"/>
                  </a:lnTo>
                  <a:lnTo>
                    <a:pt x="6859278" y="0"/>
                  </a:lnTo>
                  <a:lnTo>
                    <a:pt x="6857566" y="0"/>
                  </a:lnTo>
                  <a:lnTo>
                    <a:pt x="6855855" y="0"/>
                  </a:lnTo>
                  <a:lnTo>
                    <a:pt x="6854143" y="0"/>
                  </a:lnTo>
                  <a:lnTo>
                    <a:pt x="6852432" y="0"/>
                  </a:lnTo>
                  <a:lnTo>
                    <a:pt x="6850721" y="0"/>
                  </a:lnTo>
                  <a:lnTo>
                    <a:pt x="6849009" y="0"/>
                  </a:lnTo>
                  <a:lnTo>
                    <a:pt x="6847298" y="0"/>
                  </a:lnTo>
                  <a:lnTo>
                    <a:pt x="6845587" y="0"/>
                  </a:lnTo>
                  <a:lnTo>
                    <a:pt x="6843875" y="0"/>
                  </a:lnTo>
                  <a:lnTo>
                    <a:pt x="6842164" y="0"/>
                  </a:lnTo>
                  <a:lnTo>
                    <a:pt x="6840452" y="0"/>
                  </a:lnTo>
                  <a:lnTo>
                    <a:pt x="6838741" y="0"/>
                  </a:lnTo>
                  <a:lnTo>
                    <a:pt x="6837030" y="0"/>
                  </a:lnTo>
                  <a:lnTo>
                    <a:pt x="6835318" y="0"/>
                  </a:lnTo>
                  <a:lnTo>
                    <a:pt x="6833607" y="0"/>
                  </a:lnTo>
                  <a:lnTo>
                    <a:pt x="6831895" y="0"/>
                  </a:lnTo>
                  <a:lnTo>
                    <a:pt x="6830184" y="0"/>
                  </a:lnTo>
                  <a:lnTo>
                    <a:pt x="6828473" y="0"/>
                  </a:lnTo>
                  <a:lnTo>
                    <a:pt x="6826761" y="0"/>
                  </a:lnTo>
                  <a:lnTo>
                    <a:pt x="6825050" y="0"/>
                  </a:lnTo>
                  <a:lnTo>
                    <a:pt x="6823338" y="0"/>
                  </a:lnTo>
                  <a:lnTo>
                    <a:pt x="6821627" y="0"/>
                  </a:lnTo>
                  <a:lnTo>
                    <a:pt x="6819916" y="0"/>
                  </a:lnTo>
                  <a:lnTo>
                    <a:pt x="6818204" y="0"/>
                  </a:lnTo>
                  <a:lnTo>
                    <a:pt x="6816493" y="0"/>
                  </a:lnTo>
                  <a:lnTo>
                    <a:pt x="6814781" y="0"/>
                  </a:lnTo>
                  <a:lnTo>
                    <a:pt x="6813070" y="0"/>
                  </a:lnTo>
                  <a:lnTo>
                    <a:pt x="6811359" y="0"/>
                  </a:lnTo>
                  <a:lnTo>
                    <a:pt x="6809647" y="0"/>
                  </a:lnTo>
                  <a:lnTo>
                    <a:pt x="6807936" y="0"/>
                  </a:lnTo>
                  <a:lnTo>
                    <a:pt x="6806224" y="0"/>
                  </a:lnTo>
                  <a:lnTo>
                    <a:pt x="6804513" y="0"/>
                  </a:lnTo>
                  <a:lnTo>
                    <a:pt x="6802802" y="0"/>
                  </a:lnTo>
                  <a:lnTo>
                    <a:pt x="6801090" y="0"/>
                  </a:lnTo>
                  <a:lnTo>
                    <a:pt x="6799379" y="0"/>
                  </a:lnTo>
                  <a:lnTo>
                    <a:pt x="6797667" y="0"/>
                  </a:lnTo>
                  <a:lnTo>
                    <a:pt x="6795956" y="0"/>
                  </a:lnTo>
                  <a:lnTo>
                    <a:pt x="6794245" y="0"/>
                  </a:lnTo>
                  <a:lnTo>
                    <a:pt x="6792533" y="0"/>
                  </a:lnTo>
                  <a:lnTo>
                    <a:pt x="6790822" y="0"/>
                  </a:lnTo>
                  <a:lnTo>
                    <a:pt x="6789110" y="0"/>
                  </a:lnTo>
                  <a:lnTo>
                    <a:pt x="6787399" y="0"/>
                  </a:lnTo>
                  <a:lnTo>
                    <a:pt x="6785688" y="0"/>
                  </a:lnTo>
                  <a:lnTo>
                    <a:pt x="6783976" y="0"/>
                  </a:lnTo>
                  <a:lnTo>
                    <a:pt x="6782265" y="0"/>
                  </a:lnTo>
                  <a:lnTo>
                    <a:pt x="6780553" y="0"/>
                  </a:lnTo>
                  <a:lnTo>
                    <a:pt x="6778842" y="0"/>
                  </a:lnTo>
                  <a:lnTo>
                    <a:pt x="6777131" y="0"/>
                  </a:lnTo>
                  <a:lnTo>
                    <a:pt x="6775419" y="0"/>
                  </a:lnTo>
                  <a:lnTo>
                    <a:pt x="6773708" y="0"/>
                  </a:lnTo>
                  <a:lnTo>
                    <a:pt x="6771996" y="0"/>
                  </a:lnTo>
                  <a:lnTo>
                    <a:pt x="6770285" y="0"/>
                  </a:lnTo>
                  <a:lnTo>
                    <a:pt x="6768574" y="0"/>
                  </a:lnTo>
                  <a:lnTo>
                    <a:pt x="6766862" y="0"/>
                  </a:lnTo>
                  <a:lnTo>
                    <a:pt x="6765151" y="0"/>
                  </a:lnTo>
                  <a:lnTo>
                    <a:pt x="6763439" y="0"/>
                  </a:lnTo>
                  <a:lnTo>
                    <a:pt x="6761728" y="0"/>
                  </a:lnTo>
                  <a:lnTo>
                    <a:pt x="6760017" y="0"/>
                  </a:lnTo>
                  <a:lnTo>
                    <a:pt x="6758305" y="0"/>
                  </a:lnTo>
                  <a:lnTo>
                    <a:pt x="6756594" y="0"/>
                  </a:lnTo>
                  <a:lnTo>
                    <a:pt x="6754882" y="0"/>
                  </a:lnTo>
                  <a:lnTo>
                    <a:pt x="6753171" y="0"/>
                  </a:lnTo>
                  <a:lnTo>
                    <a:pt x="6751460" y="0"/>
                  </a:lnTo>
                  <a:lnTo>
                    <a:pt x="6749748" y="0"/>
                  </a:lnTo>
                  <a:lnTo>
                    <a:pt x="6748037" y="0"/>
                  </a:lnTo>
                  <a:lnTo>
                    <a:pt x="6746325" y="0"/>
                  </a:lnTo>
                  <a:lnTo>
                    <a:pt x="6744614" y="0"/>
                  </a:lnTo>
                  <a:lnTo>
                    <a:pt x="6742903" y="0"/>
                  </a:lnTo>
                  <a:lnTo>
                    <a:pt x="6741191" y="0"/>
                  </a:lnTo>
                  <a:lnTo>
                    <a:pt x="6739480" y="0"/>
                  </a:lnTo>
                  <a:lnTo>
                    <a:pt x="6737769" y="0"/>
                  </a:lnTo>
                  <a:lnTo>
                    <a:pt x="6736057" y="0"/>
                  </a:lnTo>
                  <a:lnTo>
                    <a:pt x="6734346" y="0"/>
                  </a:lnTo>
                  <a:lnTo>
                    <a:pt x="6732634" y="0"/>
                  </a:lnTo>
                  <a:lnTo>
                    <a:pt x="6730923" y="0"/>
                  </a:lnTo>
                  <a:lnTo>
                    <a:pt x="6729212" y="0"/>
                  </a:lnTo>
                  <a:lnTo>
                    <a:pt x="6727500" y="0"/>
                  </a:lnTo>
                  <a:lnTo>
                    <a:pt x="6725789" y="0"/>
                  </a:lnTo>
                  <a:lnTo>
                    <a:pt x="6724077" y="0"/>
                  </a:lnTo>
                  <a:lnTo>
                    <a:pt x="6722366" y="0"/>
                  </a:lnTo>
                  <a:lnTo>
                    <a:pt x="6720655" y="0"/>
                  </a:lnTo>
                  <a:lnTo>
                    <a:pt x="6718943" y="0"/>
                  </a:lnTo>
                  <a:lnTo>
                    <a:pt x="6717232" y="0"/>
                  </a:lnTo>
                  <a:lnTo>
                    <a:pt x="6715520" y="0"/>
                  </a:lnTo>
                  <a:lnTo>
                    <a:pt x="6713809" y="0"/>
                  </a:lnTo>
                  <a:lnTo>
                    <a:pt x="6712098" y="0"/>
                  </a:lnTo>
                  <a:lnTo>
                    <a:pt x="6710386" y="0"/>
                  </a:lnTo>
                  <a:lnTo>
                    <a:pt x="6708675" y="0"/>
                  </a:lnTo>
                  <a:lnTo>
                    <a:pt x="6706963" y="0"/>
                  </a:lnTo>
                  <a:lnTo>
                    <a:pt x="6705252" y="0"/>
                  </a:lnTo>
                  <a:lnTo>
                    <a:pt x="6703541" y="0"/>
                  </a:lnTo>
                  <a:lnTo>
                    <a:pt x="6701829" y="0"/>
                  </a:lnTo>
                  <a:lnTo>
                    <a:pt x="6700118" y="0"/>
                  </a:lnTo>
                  <a:lnTo>
                    <a:pt x="6698406" y="0"/>
                  </a:lnTo>
                  <a:lnTo>
                    <a:pt x="6696695" y="0"/>
                  </a:lnTo>
                  <a:lnTo>
                    <a:pt x="6694984" y="0"/>
                  </a:lnTo>
                  <a:lnTo>
                    <a:pt x="6693272" y="0"/>
                  </a:lnTo>
                  <a:lnTo>
                    <a:pt x="6691561" y="0"/>
                  </a:lnTo>
                  <a:lnTo>
                    <a:pt x="6689849" y="0"/>
                  </a:lnTo>
                  <a:lnTo>
                    <a:pt x="6688138" y="0"/>
                  </a:lnTo>
                  <a:lnTo>
                    <a:pt x="6686427" y="0"/>
                  </a:lnTo>
                  <a:lnTo>
                    <a:pt x="6684715" y="0"/>
                  </a:lnTo>
                  <a:lnTo>
                    <a:pt x="6683004" y="0"/>
                  </a:lnTo>
                  <a:lnTo>
                    <a:pt x="6681292" y="0"/>
                  </a:lnTo>
                  <a:lnTo>
                    <a:pt x="6679581" y="0"/>
                  </a:lnTo>
                  <a:lnTo>
                    <a:pt x="6677870" y="0"/>
                  </a:lnTo>
                  <a:lnTo>
                    <a:pt x="6676158" y="0"/>
                  </a:lnTo>
                  <a:lnTo>
                    <a:pt x="6674447" y="0"/>
                  </a:lnTo>
                  <a:lnTo>
                    <a:pt x="6672735" y="0"/>
                  </a:lnTo>
                  <a:lnTo>
                    <a:pt x="6671024" y="0"/>
                  </a:lnTo>
                  <a:lnTo>
                    <a:pt x="6669313" y="0"/>
                  </a:lnTo>
                  <a:lnTo>
                    <a:pt x="6667601" y="0"/>
                  </a:lnTo>
                  <a:lnTo>
                    <a:pt x="6665890" y="0"/>
                  </a:lnTo>
                  <a:lnTo>
                    <a:pt x="6664178" y="0"/>
                  </a:lnTo>
                  <a:lnTo>
                    <a:pt x="6662467" y="0"/>
                  </a:lnTo>
                  <a:lnTo>
                    <a:pt x="6660756" y="0"/>
                  </a:lnTo>
                  <a:lnTo>
                    <a:pt x="6659044" y="0"/>
                  </a:lnTo>
                  <a:lnTo>
                    <a:pt x="6657333" y="0"/>
                  </a:lnTo>
                  <a:lnTo>
                    <a:pt x="6655621" y="0"/>
                  </a:lnTo>
                  <a:lnTo>
                    <a:pt x="6653910" y="0"/>
                  </a:lnTo>
                  <a:lnTo>
                    <a:pt x="6652199" y="0"/>
                  </a:lnTo>
                  <a:lnTo>
                    <a:pt x="6650487" y="0"/>
                  </a:lnTo>
                  <a:lnTo>
                    <a:pt x="6648776" y="0"/>
                  </a:lnTo>
                  <a:lnTo>
                    <a:pt x="6647064" y="0"/>
                  </a:lnTo>
                  <a:lnTo>
                    <a:pt x="6645353" y="0"/>
                  </a:lnTo>
                  <a:lnTo>
                    <a:pt x="6643642" y="0"/>
                  </a:lnTo>
                  <a:lnTo>
                    <a:pt x="6641930" y="0"/>
                  </a:lnTo>
                  <a:lnTo>
                    <a:pt x="6640219" y="0"/>
                  </a:lnTo>
                  <a:lnTo>
                    <a:pt x="6638508" y="0"/>
                  </a:lnTo>
                  <a:lnTo>
                    <a:pt x="6636796" y="0"/>
                  </a:lnTo>
                  <a:lnTo>
                    <a:pt x="6635085" y="0"/>
                  </a:lnTo>
                  <a:lnTo>
                    <a:pt x="6633373" y="0"/>
                  </a:lnTo>
                  <a:lnTo>
                    <a:pt x="6631662" y="0"/>
                  </a:lnTo>
                  <a:lnTo>
                    <a:pt x="6629951" y="0"/>
                  </a:lnTo>
                  <a:lnTo>
                    <a:pt x="6628239" y="0"/>
                  </a:lnTo>
                  <a:lnTo>
                    <a:pt x="6626528" y="0"/>
                  </a:lnTo>
                  <a:lnTo>
                    <a:pt x="6624816" y="0"/>
                  </a:lnTo>
                  <a:lnTo>
                    <a:pt x="6623105" y="0"/>
                  </a:lnTo>
                  <a:lnTo>
                    <a:pt x="6621394" y="0"/>
                  </a:lnTo>
                  <a:lnTo>
                    <a:pt x="6619682" y="0"/>
                  </a:lnTo>
                  <a:lnTo>
                    <a:pt x="6617971" y="0"/>
                  </a:lnTo>
                  <a:lnTo>
                    <a:pt x="6616259" y="0"/>
                  </a:lnTo>
                  <a:lnTo>
                    <a:pt x="6614548" y="0"/>
                  </a:lnTo>
                  <a:lnTo>
                    <a:pt x="6612837" y="0"/>
                  </a:lnTo>
                  <a:lnTo>
                    <a:pt x="6611125" y="0"/>
                  </a:lnTo>
                  <a:lnTo>
                    <a:pt x="6609414" y="0"/>
                  </a:lnTo>
                  <a:lnTo>
                    <a:pt x="6607702" y="0"/>
                  </a:lnTo>
                  <a:lnTo>
                    <a:pt x="6605991" y="0"/>
                  </a:lnTo>
                  <a:lnTo>
                    <a:pt x="6604280" y="0"/>
                  </a:lnTo>
                  <a:lnTo>
                    <a:pt x="6602568" y="0"/>
                  </a:lnTo>
                  <a:lnTo>
                    <a:pt x="6600857" y="0"/>
                  </a:lnTo>
                  <a:lnTo>
                    <a:pt x="6599145" y="0"/>
                  </a:lnTo>
                  <a:lnTo>
                    <a:pt x="6597434" y="0"/>
                  </a:lnTo>
                  <a:lnTo>
                    <a:pt x="6595723" y="0"/>
                  </a:lnTo>
                  <a:lnTo>
                    <a:pt x="6594011" y="0"/>
                  </a:lnTo>
                  <a:lnTo>
                    <a:pt x="6592300" y="0"/>
                  </a:lnTo>
                  <a:lnTo>
                    <a:pt x="6590588" y="0"/>
                  </a:lnTo>
                  <a:lnTo>
                    <a:pt x="6588877" y="0"/>
                  </a:lnTo>
                  <a:lnTo>
                    <a:pt x="6587166" y="0"/>
                  </a:lnTo>
                  <a:lnTo>
                    <a:pt x="6585454" y="0"/>
                  </a:lnTo>
                  <a:lnTo>
                    <a:pt x="6583743" y="0"/>
                  </a:lnTo>
                  <a:lnTo>
                    <a:pt x="6582031" y="0"/>
                  </a:lnTo>
                  <a:lnTo>
                    <a:pt x="6580320" y="0"/>
                  </a:lnTo>
                  <a:lnTo>
                    <a:pt x="6578609" y="0"/>
                  </a:lnTo>
                  <a:lnTo>
                    <a:pt x="6576897" y="0"/>
                  </a:lnTo>
                  <a:lnTo>
                    <a:pt x="6575186" y="0"/>
                  </a:lnTo>
                  <a:lnTo>
                    <a:pt x="6573474" y="0"/>
                  </a:lnTo>
                  <a:lnTo>
                    <a:pt x="6571763" y="0"/>
                  </a:lnTo>
                  <a:lnTo>
                    <a:pt x="6570052" y="0"/>
                  </a:lnTo>
                  <a:lnTo>
                    <a:pt x="6568340" y="0"/>
                  </a:lnTo>
                  <a:lnTo>
                    <a:pt x="6566629" y="0"/>
                  </a:lnTo>
                  <a:lnTo>
                    <a:pt x="6564917" y="0"/>
                  </a:lnTo>
                  <a:lnTo>
                    <a:pt x="6563206" y="0"/>
                  </a:lnTo>
                  <a:lnTo>
                    <a:pt x="6561495" y="0"/>
                  </a:lnTo>
                  <a:lnTo>
                    <a:pt x="6559783" y="0"/>
                  </a:lnTo>
                  <a:lnTo>
                    <a:pt x="6558072" y="0"/>
                  </a:lnTo>
                  <a:lnTo>
                    <a:pt x="6556360" y="0"/>
                  </a:lnTo>
                  <a:lnTo>
                    <a:pt x="6554649" y="0"/>
                  </a:lnTo>
                  <a:lnTo>
                    <a:pt x="6552938" y="0"/>
                  </a:lnTo>
                  <a:lnTo>
                    <a:pt x="6551226" y="0"/>
                  </a:lnTo>
                  <a:lnTo>
                    <a:pt x="6549515" y="0"/>
                  </a:lnTo>
                  <a:lnTo>
                    <a:pt x="6547803" y="0"/>
                  </a:lnTo>
                  <a:lnTo>
                    <a:pt x="6546092" y="0"/>
                  </a:lnTo>
                  <a:lnTo>
                    <a:pt x="6544381" y="0"/>
                  </a:lnTo>
                  <a:lnTo>
                    <a:pt x="6542669" y="0"/>
                  </a:lnTo>
                  <a:lnTo>
                    <a:pt x="6540958" y="0"/>
                  </a:lnTo>
                  <a:lnTo>
                    <a:pt x="6539246" y="0"/>
                  </a:lnTo>
                  <a:lnTo>
                    <a:pt x="6537535" y="0"/>
                  </a:lnTo>
                  <a:lnTo>
                    <a:pt x="6535824" y="0"/>
                  </a:lnTo>
                  <a:lnTo>
                    <a:pt x="6534112" y="0"/>
                  </a:lnTo>
                  <a:lnTo>
                    <a:pt x="6532401" y="0"/>
                  </a:lnTo>
                  <a:lnTo>
                    <a:pt x="6530690" y="0"/>
                  </a:lnTo>
                  <a:lnTo>
                    <a:pt x="6528978" y="0"/>
                  </a:lnTo>
                  <a:lnTo>
                    <a:pt x="6527267" y="0"/>
                  </a:lnTo>
                  <a:lnTo>
                    <a:pt x="6525555" y="0"/>
                  </a:lnTo>
                  <a:lnTo>
                    <a:pt x="6523844" y="0"/>
                  </a:lnTo>
                  <a:lnTo>
                    <a:pt x="6522133" y="0"/>
                  </a:lnTo>
                  <a:lnTo>
                    <a:pt x="6520421" y="0"/>
                  </a:lnTo>
                  <a:lnTo>
                    <a:pt x="6518710" y="0"/>
                  </a:lnTo>
                  <a:lnTo>
                    <a:pt x="6516998" y="0"/>
                  </a:lnTo>
                  <a:lnTo>
                    <a:pt x="6515287" y="0"/>
                  </a:lnTo>
                  <a:lnTo>
                    <a:pt x="6513576" y="0"/>
                  </a:lnTo>
                  <a:lnTo>
                    <a:pt x="6511864" y="0"/>
                  </a:lnTo>
                  <a:lnTo>
                    <a:pt x="6510153" y="0"/>
                  </a:lnTo>
                  <a:lnTo>
                    <a:pt x="6508441" y="0"/>
                  </a:lnTo>
                  <a:lnTo>
                    <a:pt x="6506730" y="0"/>
                  </a:lnTo>
                  <a:lnTo>
                    <a:pt x="6505019" y="0"/>
                  </a:lnTo>
                  <a:lnTo>
                    <a:pt x="6503307" y="0"/>
                  </a:lnTo>
                  <a:lnTo>
                    <a:pt x="6501596" y="0"/>
                  </a:lnTo>
                  <a:lnTo>
                    <a:pt x="6499884" y="0"/>
                  </a:lnTo>
                  <a:lnTo>
                    <a:pt x="6498173" y="0"/>
                  </a:lnTo>
                  <a:lnTo>
                    <a:pt x="6496462" y="0"/>
                  </a:lnTo>
                  <a:lnTo>
                    <a:pt x="6494750" y="0"/>
                  </a:lnTo>
                  <a:lnTo>
                    <a:pt x="6493039" y="0"/>
                  </a:lnTo>
                  <a:lnTo>
                    <a:pt x="6491327" y="0"/>
                  </a:lnTo>
                  <a:lnTo>
                    <a:pt x="6489616" y="0"/>
                  </a:lnTo>
                  <a:lnTo>
                    <a:pt x="6487905" y="0"/>
                  </a:lnTo>
                  <a:lnTo>
                    <a:pt x="6486193" y="0"/>
                  </a:lnTo>
                  <a:lnTo>
                    <a:pt x="6484482" y="0"/>
                  </a:lnTo>
                  <a:lnTo>
                    <a:pt x="6482770" y="0"/>
                  </a:lnTo>
                  <a:lnTo>
                    <a:pt x="6481059" y="0"/>
                  </a:lnTo>
                  <a:lnTo>
                    <a:pt x="6479348" y="0"/>
                  </a:lnTo>
                  <a:lnTo>
                    <a:pt x="6477636" y="0"/>
                  </a:lnTo>
                  <a:lnTo>
                    <a:pt x="6475925" y="0"/>
                  </a:lnTo>
                  <a:lnTo>
                    <a:pt x="6474213" y="0"/>
                  </a:lnTo>
                  <a:lnTo>
                    <a:pt x="6472502" y="0"/>
                  </a:lnTo>
                  <a:lnTo>
                    <a:pt x="6470791" y="0"/>
                  </a:lnTo>
                  <a:lnTo>
                    <a:pt x="6469079" y="0"/>
                  </a:lnTo>
                  <a:lnTo>
                    <a:pt x="6467368" y="0"/>
                  </a:lnTo>
                  <a:lnTo>
                    <a:pt x="6465656" y="0"/>
                  </a:lnTo>
                  <a:lnTo>
                    <a:pt x="6463945" y="0"/>
                  </a:lnTo>
                  <a:lnTo>
                    <a:pt x="6462234" y="0"/>
                  </a:lnTo>
                  <a:lnTo>
                    <a:pt x="6460522" y="0"/>
                  </a:lnTo>
                  <a:lnTo>
                    <a:pt x="6458811" y="0"/>
                  </a:lnTo>
                  <a:lnTo>
                    <a:pt x="6457099" y="0"/>
                  </a:lnTo>
                  <a:lnTo>
                    <a:pt x="6455388" y="0"/>
                  </a:lnTo>
                  <a:lnTo>
                    <a:pt x="6453677" y="0"/>
                  </a:lnTo>
                  <a:lnTo>
                    <a:pt x="6451965" y="0"/>
                  </a:lnTo>
                  <a:lnTo>
                    <a:pt x="6450254" y="0"/>
                  </a:lnTo>
                  <a:lnTo>
                    <a:pt x="6448542" y="0"/>
                  </a:lnTo>
                  <a:lnTo>
                    <a:pt x="6446831" y="0"/>
                  </a:lnTo>
                  <a:lnTo>
                    <a:pt x="6445120" y="0"/>
                  </a:lnTo>
                  <a:lnTo>
                    <a:pt x="6443408" y="0"/>
                  </a:lnTo>
                  <a:lnTo>
                    <a:pt x="6441697" y="0"/>
                  </a:lnTo>
                  <a:lnTo>
                    <a:pt x="6439985" y="0"/>
                  </a:lnTo>
                  <a:lnTo>
                    <a:pt x="6438274" y="0"/>
                  </a:lnTo>
                  <a:lnTo>
                    <a:pt x="6436563" y="0"/>
                  </a:lnTo>
                  <a:lnTo>
                    <a:pt x="6434851" y="0"/>
                  </a:lnTo>
                  <a:lnTo>
                    <a:pt x="6433140" y="0"/>
                  </a:lnTo>
                  <a:lnTo>
                    <a:pt x="6431428" y="0"/>
                  </a:lnTo>
                  <a:lnTo>
                    <a:pt x="6429717" y="0"/>
                  </a:lnTo>
                  <a:lnTo>
                    <a:pt x="6428006" y="0"/>
                  </a:lnTo>
                  <a:lnTo>
                    <a:pt x="6426294" y="0"/>
                  </a:lnTo>
                  <a:lnTo>
                    <a:pt x="6424583" y="0"/>
                  </a:lnTo>
                  <a:lnTo>
                    <a:pt x="6422872" y="0"/>
                  </a:lnTo>
                  <a:lnTo>
                    <a:pt x="6421160" y="0"/>
                  </a:lnTo>
                  <a:lnTo>
                    <a:pt x="6419449" y="0"/>
                  </a:lnTo>
                  <a:lnTo>
                    <a:pt x="6417737" y="0"/>
                  </a:lnTo>
                  <a:lnTo>
                    <a:pt x="6416026" y="0"/>
                  </a:lnTo>
                  <a:lnTo>
                    <a:pt x="6414315" y="0"/>
                  </a:lnTo>
                  <a:lnTo>
                    <a:pt x="6412603" y="0"/>
                  </a:lnTo>
                  <a:lnTo>
                    <a:pt x="6410892" y="0"/>
                  </a:lnTo>
                  <a:lnTo>
                    <a:pt x="6409180" y="0"/>
                  </a:lnTo>
                  <a:lnTo>
                    <a:pt x="6407469" y="0"/>
                  </a:lnTo>
                  <a:lnTo>
                    <a:pt x="6405758" y="0"/>
                  </a:lnTo>
                  <a:lnTo>
                    <a:pt x="6404046" y="0"/>
                  </a:lnTo>
                  <a:lnTo>
                    <a:pt x="6402335" y="0"/>
                  </a:lnTo>
                  <a:lnTo>
                    <a:pt x="6400623" y="0"/>
                  </a:lnTo>
                  <a:lnTo>
                    <a:pt x="6398912" y="0"/>
                  </a:lnTo>
                  <a:lnTo>
                    <a:pt x="6397201" y="0"/>
                  </a:lnTo>
                  <a:lnTo>
                    <a:pt x="6395489" y="0"/>
                  </a:lnTo>
                  <a:lnTo>
                    <a:pt x="6393778" y="0"/>
                  </a:lnTo>
                  <a:lnTo>
                    <a:pt x="6392066" y="0"/>
                  </a:lnTo>
                  <a:lnTo>
                    <a:pt x="6390355" y="0"/>
                  </a:lnTo>
                  <a:lnTo>
                    <a:pt x="6388644" y="0"/>
                  </a:lnTo>
                  <a:lnTo>
                    <a:pt x="6386932" y="0"/>
                  </a:lnTo>
                  <a:lnTo>
                    <a:pt x="6385221" y="0"/>
                  </a:lnTo>
                  <a:lnTo>
                    <a:pt x="6383509" y="0"/>
                  </a:lnTo>
                  <a:lnTo>
                    <a:pt x="6381798" y="0"/>
                  </a:lnTo>
                  <a:lnTo>
                    <a:pt x="6380087" y="0"/>
                  </a:lnTo>
                  <a:lnTo>
                    <a:pt x="6378375" y="0"/>
                  </a:lnTo>
                  <a:lnTo>
                    <a:pt x="6376664" y="0"/>
                  </a:lnTo>
                  <a:lnTo>
                    <a:pt x="6374952" y="0"/>
                  </a:lnTo>
                  <a:lnTo>
                    <a:pt x="6373241" y="0"/>
                  </a:lnTo>
                  <a:lnTo>
                    <a:pt x="6371530" y="0"/>
                  </a:lnTo>
                  <a:lnTo>
                    <a:pt x="6369818" y="0"/>
                  </a:lnTo>
                  <a:lnTo>
                    <a:pt x="6368107" y="0"/>
                  </a:lnTo>
                  <a:lnTo>
                    <a:pt x="6366395" y="0"/>
                  </a:lnTo>
                  <a:lnTo>
                    <a:pt x="6364684" y="0"/>
                  </a:lnTo>
                  <a:lnTo>
                    <a:pt x="6362973" y="0"/>
                  </a:lnTo>
                  <a:lnTo>
                    <a:pt x="6361261" y="0"/>
                  </a:lnTo>
                  <a:lnTo>
                    <a:pt x="6359550" y="0"/>
                  </a:lnTo>
                  <a:lnTo>
                    <a:pt x="6357838" y="0"/>
                  </a:lnTo>
                  <a:lnTo>
                    <a:pt x="6356127" y="0"/>
                  </a:lnTo>
                  <a:lnTo>
                    <a:pt x="6354416" y="0"/>
                  </a:lnTo>
                  <a:lnTo>
                    <a:pt x="6352704" y="0"/>
                  </a:lnTo>
                  <a:lnTo>
                    <a:pt x="6350993" y="0"/>
                  </a:lnTo>
                  <a:lnTo>
                    <a:pt x="6349281" y="0"/>
                  </a:lnTo>
                  <a:lnTo>
                    <a:pt x="6347570" y="0"/>
                  </a:lnTo>
                  <a:lnTo>
                    <a:pt x="6345859" y="0"/>
                  </a:lnTo>
                  <a:lnTo>
                    <a:pt x="6344147" y="0"/>
                  </a:lnTo>
                  <a:lnTo>
                    <a:pt x="6342436" y="0"/>
                  </a:lnTo>
                  <a:lnTo>
                    <a:pt x="6340724" y="0"/>
                  </a:lnTo>
                  <a:lnTo>
                    <a:pt x="6339013" y="0"/>
                  </a:lnTo>
                  <a:lnTo>
                    <a:pt x="6337302" y="0"/>
                  </a:lnTo>
                  <a:lnTo>
                    <a:pt x="6335590" y="0"/>
                  </a:lnTo>
                  <a:lnTo>
                    <a:pt x="6333879" y="0"/>
                  </a:lnTo>
                  <a:lnTo>
                    <a:pt x="6332167" y="0"/>
                  </a:lnTo>
                  <a:lnTo>
                    <a:pt x="6330456" y="0"/>
                  </a:lnTo>
                  <a:lnTo>
                    <a:pt x="6328745" y="0"/>
                  </a:lnTo>
                  <a:lnTo>
                    <a:pt x="6327033" y="0"/>
                  </a:lnTo>
                  <a:lnTo>
                    <a:pt x="6325322" y="0"/>
                  </a:lnTo>
                  <a:lnTo>
                    <a:pt x="6323611" y="0"/>
                  </a:lnTo>
                  <a:lnTo>
                    <a:pt x="6321899" y="0"/>
                  </a:lnTo>
                  <a:lnTo>
                    <a:pt x="6320188" y="0"/>
                  </a:lnTo>
                  <a:lnTo>
                    <a:pt x="6318476" y="0"/>
                  </a:lnTo>
                  <a:lnTo>
                    <a:pt x="6316765" y="0"/>
                  </a:lnTo>
                  <a:lnTo>
                    <a:pt x="6315054" y="0"/>
                  </a:lnTo>
                  <a:lnTo>
                    <a:pt x="6313342" y="0"/>
                  </a:lnTo>
                  <a:lnTo>
                    <a:pt x="6311631" y="0"/>
                  </a:lnTo>
                  <a:lnTo>
                    <a:pt x="6309919" y="0"/>
                  </a:lnTo>
                  <a:lnTo>
                    <a:pt x="6308208" y="0"/>
                  </a:lnTo>
                  <a:lnTo>
                    <a:pt x="6306497" y="0"/>
                  </a:lnTo>
                  <a:lnTo>
                    <a:pt x="6304785" y="0"/>
                  </a:lnTo>
                  <a:lnTo>
                    <a:pt x="6303074" y="0"/>
                  </a:lnTo>
                  <a:lnTo>
                    <a:pt x="6301362" y="0"/>
                  </a:lnTo>
                  <a:lnTo>
                    <a:pt x="6299651" y="0"/>
                  </a:lnTo>
                  <a:lnTo>
                    <a:pt x="6297940" y="0"/>
                  </a:lnTo>
                  <a:lnTo>
                    <a:pt x="6296228" y="0"/>
                  </a:lnTo>
                  <a:lnTo>
                    <a:pt x="6294517" y="0"/>
                  </a:lnTo>
                  <a:lnTo>
                    <a:pt x="6292805" y="0"/>
                  </a:lnTo>
                  <a:lnTo>
                    <a:pt x="6291094" y="0"/>
                  </a:lnTo>
                  <a:lnTo>
                    <a:pt x="6289383" y="0"/>
                  </a:lnTo>
                  <a:lnTo>
                    <a:pt x="6287671" y="0"/>
                  </a:lnTo>
                  <a:lnTo>
                    <a:pt x="6285960" y="0"/>
                  </a:lnTo>
                  <a:lnTo>
                    <a:pt x="6284248" y="0"/>
                  </a:lnTo>
                  <a:lnTo>
                    <a:pt x="6282537" y="0"/>
                  </a:lnTo>
                  <a:lnTo>
                    <a:pt x="6280826" y="0"/>
                  </a:lnTo>
                  <a:lnTo>
                    <a:pt x="6279114" y="0"/>
                  </a:lnTo>
                  <a:lnTo>
                    <a:pt x="6277403" y="0"/>
                  </a:lnTo>
                  <a:lnTo>
                    <a:pt x="6275691" y="0"/>
                  </a:lnTo>
                  <a:lnTo>
                    <a:pt x="6273980" y="0"/>
                  </a:lnTo>
                  <a:lnTo>
                    <a:pt x="6272269" y="0"/>
                  </a:lnTo>
                  <a:lnTo>
                    <a:pt x="6270557" y="0"/>
                  </a:lnTo>
                  <a:lnTo>
                    <a:pt x="6268846" y="0"/>
                  </a:lnTo>
                  <a:lnTo>
                    <a:pt x="6267134" y="0"/>
                  </a:lnTo>
                  <a:lnTo>
                    <a:pt x="6265423" y="0"/>
                  </a:lnTo>
                  <a:lnTo>
                    <a:pt x="6263712" y="0"/>
                  </a:lnTo>
                  <a:lnTo>
                    <a:pt x="6262000" y="0"/>
                  </a:lnTo>
                  <a:lnTo>
                    <a:pt x="6260289" y="0"/>
                  </a:lnTo>
                  <a:lnTo>
                    <a:pt x="6258577" y="0"/>
                  </a:lnTo>
                  <a:lnTo>
                    <a:pt x="6256866" y="0"/>
                  </a:lnTo>
                  <a:lnTo>
                    <a:pt x="6255155" y="0"/>
                  </a:lnTo>
                  <a:lnTo>
                    <a:pt x="6253443" y="0"/>
                  </a:lnTo>
                  <a:lnTo>
                    <a:pt x="6251732" y="0"/>
                  </a:lnTo>
                  <a:lnTo>
                    <a:pt x="6250020" y="0"/>
                  </a:lnTo>
                  <a:lnTo>
                    <a:pt x="6248309" y="0"/>
                  </a:lnTo>
                  <a:lnTo>
                    <a:pt x="6246598" y="0"/>
                  </a:lnTo>
                  <a:lnTo>
                    <a:pt x="6244886" y="0"/>
                  </a:lnTo>
                  <a:lnTo>
                    <a:pt x="6243175" y="0"/>
                  </a:lnTo>
                  <a:lnTo>
                    <a:pt x="6241463" y="0"/>
                  </a:lnTo>
                  <a:lnTo>
                    <a:pt x="6239752" y="0"/>
                  </a:lnTo>
                  <a:lnTo>
                    <a:pt x="6238041" y="0"/>
                  </a:lnTo>
                  <a:lnTo>
                    <a:pt x="6236329" y="0"/>
                  </a:lnTo>
                  <a:lnTo>
                    <a:pt x="6234618" y="0"/>
                  </a:lnTo>
                  <a:lnTo>
                    <a:pt x="6232906" y="0"/>
                  </a:lnTo>
                  <a:lnTo>
                    <a:pt x="6231195" y="0"/>
                  </a:lnTo>
                  <a:lnTo>
                    <a:pt x="6229484" y="0"/>
                  </a:lnTo>
                  <a:lnTo>
                    <a:pt x="6227772" y="0"/>
                  </a:lnTo>
                  <a:lnTo>
                    <a:pt x="6226061" y="0"/>
                  </a:lnTo>
                  <a:lnTo>
                    <a:pt x="6224349" y="0"/>
                  </a:lnTo>
                  <a:lnTo>
                    <a:pt x="6222638" y="0"/>
                  </a:lnTo>
                  <a:lnTo>
                    <a:pt x="6220927" y="0"/>
                  </a:lnTo>
                  <a:lnTo>
                    <a:pt x="6219215" y="0"/>
                  </a:lnTo>
                  <a:lnTo>
                    <a:pt x="6217504" y="0"/>
                  </a:lnTo>
                  <a:lnTo>
                    <a:pt x="6215793" y="0"/>
                  </a:lnTo>
                  <a:lnTo>
                    <a:pt x="6214081" y="0"/>
                  </a:lnTo>
                  <a:lnTo>
                    <a:pt x="6212370" y="0"/>
                  </a:lnTo>
                  <a:lnTo>
                    <a:pt x="6210658" y="0"/>
                  </a:lnTo>
                  <a:lnTo>
                    <a:pt x="6208947" y="0"/>
                  </a:lnTo>
                  <a:lnTo>
                    <a:pt x="6207236" y="0"/>
                  </a:lnTo>
                  <a:lnTo>
                    <a:pt x="6205524" y="0"/>
                  </a:lnTo>
                  <a:lnTo>
                    <a:pt x="6203813" y="0"/>
                  </a:lnTo>
                  <a:lnTo>
                    <a:pt x="6202101" y="0"/>
                  </a:lnTo>
                  <a:lnTo>
                    <a:pt x="6200390" y="0"/>
                  </a:lnTo>
                  <a:lnTo>
                    <a:pt x="6198679" y="0"/>
                  </a:lnTo>
                  <a:lnTo>
                    <a:pt x="6196967" y="0"/>
                  </a:lnTo>
                  <a:lnTo>
                    <a:pt x="6195256" y="0"/>
                  </a:lnTo>
                  <a:lnTo>
                    <a:pt x="6193544" y="0"/>
                  </a:lnTo>
                  <a:lnTo>
                    <a:pt x="6191833" y="0"/>
                  </a:lnTo>
                  <a:lnTo>
                    <a:pt x="6190122" y="0"/>
                  </a:lnTo>
                  <a:lnTo>
                    <a:pt x="6188410" y="0"/>
                  </a:lnTo>
                  <a:lnTo>
                    <a:pt x="6186699" y="0"/>
                  </a:lnTo>
                  <a:lnTo>
                    <a:pt x="6184987" y="0"/>
                  </a:lnTo>
                  <a:lnTo>
                    <a:pt x="6183276" y="0"/>
                  </a:lnTo>
                  <a:lnTo>
                    <a:pt x="6181565" y="0"/>
                  </a:lnTo>
                  <a:lnTo>
                    <a:pt x="6179853" y="0"/>
                  </a:lnTo>
                  <a:lnTo>
                    <a:pt x="6178142" y="0"/>
                  </a:lnTo>
                  <a:lnTo>
                    <a:pt x="6176430" y="0"/>
                  </a:lnTo>
                  <a:lnTo>
                    <a:pt x="6174719" y="0"/>
                  </a:lnTo>
                  <a:lnTo>
                    <a:pt x="6173008" y="0"/>
                  </a:lnTo>
                  <a:lnTo>
                    <a:pt x="6171296" y="0"/>
                  </a:lnTo>
                  <a:lnTo>
                    <a:pt x="6169585" y="0"/>
                  </a:lnTo>
                  <a:lnTo>
                    <a:pt x="6167873" y="0"/>
                  </a:lnTo>
                  <a:lnTo>
                    <a:pt x="6166162" y="0"/>
                  </a:lnTo>
                  <a:lnTo>
                    <a:pt x="6164451" y="0"/>
                  </a:lnTo>
                  <a:lnTo>
                    <a:pt x="6162739" y="0"/>
                  </a:lnTo>
                  <a:lnTo>
                    <a:pt x="6161028" y="0"/>
                  </a:lnTo>
                  <a:lnTo>
                    <a:pt x="6159316" y="0"/>
                  </a:lnTo>
                  <a:lnTo>
                    <a:pt x="6157605" y="0"/>
                  </a:lnTo>
                  <a:lnTo>
                    <a:pt x="6155894" y="0"/>
                  </a:lnTo>
                  <a:lnTo>
                    <a:pt x="6154182" y="0"/>
                  </a:lnTo>
                  <a:lnTo>
                    <a:pt x="6152471" y="0"/>
                  </a:lnTo>
                  <a:lnTo>
                    <a:pt x="6150759" y="0"/>
                  </a:lnTo>
                  <a:lnTo>
                    <a:pt x="6149048" y="0"/>
                  </a:lnTo>
                  <a:lnTo>
                    <a:pt x="6147337" y="0"/>
                  </a:lnTo>
                  <a:lnTo>
                    <a:pt x="6145625" y="0"/>
                  </a:lnTo>
                  <a:lnTo>
                    <a:pt x="6143914" y="0"/>
                  </a:lnTo>
                  <a:lnTo>
                    <a:pt x="6142202" y="0"/>
                  </a:lnTo>
                  <a:lnTo>
                    <a:pt x="6140491" y="0"/>
                  </a:lnTo>
                  <a:lnTo>
                    <a:pt x="6138780" y="0"/>
                  </a:lnTo>
                  <a:lnTo>
                    <a:pt x="6137068" y="0"/>
                  </a:lnTo>
                  <a:lnTo>
                    <a:pt x="6135357" y="0"/>
                  </a:lnTo>
                  <a:lnTo>
                    <a:pt x="6133645" y="0"/>
                  </a:lnTo>
                  <a:lnTo>
                    <a:pt x="6131934" y="0"/>
                  </a:lnTo>
                  <a:lnTo>
                    <a:pt x="6130223" y="0"/>
                  </a:lnTo>
                  <a:lnTo>
                    <a:pt x="6128511" y="0"/>
                  </a:lnTo>
                  <a:lnTo>
                    <a:pt x="6126800" y="0"/>
                  </a:lnTo>
                  <a:lnTo>
                    <a:pt x="6125088" y="0"/>
                  </a:lnTo>
                  <a:lnTo>
                    <a:pt x="6123377" y="0"/>
                  </a:lnTo>
                  <a:lnTo>
                    <a:pt x="6121666" y="0"/>
                  </a:lnTo>
                  <a:lnTo>
                    <a:pt x="6119954" y="0"/>
                  </a:lnTo>
                  <a:lnTo>
                    <a:pt x="6118243" y="0"/>
                  </a:lnTo>
                  <a:lnTo>
                    <a:pt x="6116531" y="0"/>
                  </a:lnTo>
                  <a:lnTo>
                    <a:pt x="6114820" y="0"/>
                  </a:lnTo>
                  <a:lnTo>
                    <a:pt x="6113109" y="0"/>
                  </a:lnTo>
                  <a:lnTo>
                    <a:pt x="6111397" y="0"/>
                  </a:lnTo>
                  <a:lnTo>
                    <a:pt x="6109686" y="0"/>
                  </a:lnTo>
                  <a:lnTo>
                    <a:pt x="6107975" y="0"/>
                  </a:lnTo>
                  <a:lnTo>
                    <a:pt x="6106263" y="0"/>
                  </a:lnTo>
                  <a:lnTo>
                    <a:pt x="6104552" y="0"/>
                  </a:lnTo>
                  <a:lnTo>
                    <a:pt x="6102840" y="0"/>
                  </a:lnTo>
                  <a:lnTo>
                    <a:pt x="6101129" y="0"/>
                  </a:lnTo>
                  <a:lnTo>
                    <a:pt x="6099418" y="0"/>
                  </a:lnTo>
                  <a:lnTo>
                    <a:pt x="6097706" y="0"/>
                  </a:lnTo>
                  <a:lnTo>
                    <a:pt x="6095995" y="0"/>
                  </a:lnTo>
                  <a:lnTo>
                    <a:pt x="6094283" y="0"/>
                  </a:lnTo>
                  <a:lnTo>
                    <a:pt x="6092572" y="0"/>
                  </a:lnTo>
                  <a:lnTo>
                    <a:pt x="6090861" y="0"/>
                  </a:lnTo>
                  <a:lnTo>
                    <a:pt x="6089149" y="0"/>
                  </a:lnTo>
                  <a:lnTo>
                    <a:pt x="6087438" y="0"/>
                  </a:lnTo>
                  <a:lnTo>
                    <a:pt x="6085726" y="0"/>
                  </a:lnTo>
                  <a:lnTo>
                    <a:pt x="6084015" y="0"/>
                  </a:lnTo>
                  <a:lnTo>
                    <a:pt x="6082304" y="0"/>
                  </a:lnTo>
                  <a:lnTo>
                    <a:pt x="6080592" y="0"/>
                  </a:lnTo>
                  <a:lnTo>
                    <a:pt x="6078881" y="0"/>
                  </a:lnTo>
                  <a:lnTo>
                    <a:pt x="6077169" y="0"/>
                  </a:lnTo>
                  <a:lnTo>
                    <a:pt x="6075458" y="0"/>
                  </a:lnTo>
                  <a:lnTo>
                    <a:pt x="6073747" y="0"/>
                  </a:lnTo>
                  <a:lnTo>
                    <a:pt x="6072035" y="0"/>
                  </a:lnTo>
                  <a:lnTo>
                    <a:pt x="6070324" y="0"/>
                  </a:lnTo>
                  <a:lnTo>
                    <a:pt x="6068612" y="0"/>
                  </a:lnTo>
                  <a:lnTo>
                    <a:pt x="6066901" y="0"/>
                  </a:lnTo>
                  <a:lnTo>
                    <a:pt x="6065190" y="0"/>
                  </a:lnTo>
                  <a:lnTo>
                    <a:pt x="6063478" y="0"/>
                  </a:lnTo>
                  <a:lnTo>
                    <a:pt x="6061767" y="0"/>
                  </a:lnTo>
                  <a:lnTo>
                    <a:pt x="6060055" y="0"/>
                  </a:lnTo>
                  <a:lnTo>
                    <a:pt x="6058344" y="0"/>
                  </a:lnTo>
                  <a:lnTo>
                    <a:pt x="6056633" y="0"/>
                  </a:lnTo>
                  <a:lnTo>
                    <a:pt x="6054921" y="0"/>
                  </a:lnTo>
                  <a:lnTo>
                    <a:pt x="6053210" y="0"/>
                  </a:lnTo>
                  <a:lnTo>
                    <a:pt x="6051498" y="0"/>
                  </a:lnTo>
                  <a:lnTo>
                    <a:pt x="6049787" y="0"/>
                  </a:lnTo>
                  <a:lnTo>
                    <a:pt x="6048076" y="0"/>
                  </a:lnTo>
                  <a:lnTo>
                    <a:pt x="6046364" y="0"/>
                  </a:lnTo>
                  <a:lnTo>
                    <a:pt x="6044653" y="0"/>
                  </a:lnTo>
                  <a:lnTo>
                    <a:pt x="6042941" y="0"/>
                  </a:lnTo>
                  <a:lnTo>
                    <a:pt x="6041230" y="0"/>
                  </a:lnTo>
                  <a:lnTo>
                    <a:pt x="6039519" y="0"/>
                  </a:lnTo>
                  <a:lnTo>
                    <a:pt x="6037807" y="0"/>
                  </a:lnTo>
                  <a:lnTo>
                    <a:pt x="6036096" y="0"/>
                  </a:lnTo>
                  <a:lnTo>
                    <a:pt x="6034384" y="0"/>
                  </a:lnTo>
                  <a:lnTo>
                    <a:pt x="6032673" y="0"/>
                  </a:lnTo>
                  <a:lnTo>
                    <a:pt x="6030962" y="0"/>
                  </a:lnTo>
                  <a:lnTo>
                    <a:pt x="6029250" y="0"/>
                  </a:lnTo>
                  <a:lnTo>
                    <a:pt x="6027539" y="0"/>
                  </a:lnTo>
                  <a:lnTo>
                    <a:pt x="6025827" y="0"/>
                  </a:lnTo>
                  <a:lnTo>
                    <a:pt x="6024116" y="0"/>
                  </a:lnTo>
                  <a:lnTo>
                    <a:pt x="6022405" y="0"/>
                  </a:lnTo>
                  <a:lnTo>
                    <a:pt x="6020693" y="0"/>
                  </a:lnTo>
                  <a:lnTo>
                    <a:pt x="6018982" y="0"/>
                  </a:lnTo>
                  <a:lnTo>
                    <a:pt x="6017270" y="0"/>
                  </a:lnTo>
                  <a:lnTo>
                    <a:pt x="6015559" y="0"/>
                  </a:lnTo>
                  <a:lnTo>
                    <a:pt x="6013848" y="0"/>
                  </a:lnTo>
                  <a:lnTo>
                    <a:pt x="6012136" y="0"/>
                  </a:lnTo>
                  <a:lnTo>
                    <a:pt x="6010425" y="0"/>
                  </a:lnTo>
                  <a:lnTo>
                    <a:pt x="6008713" y="0"/>
                  </a:lnTo>
                  <a:lnTo>
                    <a:pt x="6007002" y="0"/>
                  </a:lnTo>
                  <a:lnTo>
                    <a:pt x="6005291" y="0"/>
                  </a:lnTo>
                  <a:lnTo>
                    <a:pt x="6003579" y="0"/>
                  </a:lnTo>
                  <a:lnTo>
                    <a:pt x="6001868" y="0"/>
                  </a:lnTo>
                  <a:lnTo>
                    <a:pt x="6000157" y="0"/>
                  </a:lnTo>
                  <a:lnTo>
                    <a:pt x="5998445" y="0"/>
                  </a:lnTo>
                  <a:lnTo>
                    <a:pt x="5996734" y="0"/>
                  </a:lnTo>
                  <a:lnTo>
                    <a:pt x="5995022" y="0"/>
                  </a:lnTo>
                  <a:lnTo>
                    <a:pt x="5993311" y="0"/>
                  </a:lnTo>
                  <a:lnTo>
                    <a:pt x="5991600" y="0"/>
                  </a:lnTo>
                  <a:lnTo>
                    <a:pt x="5989888" y="0"/>
                  </a:lnTo>
                  <a:lnTo>
                    <a:pt x="5988177" y="0"/>
                  </a:lnTo>
                  <a:lnTo>
                    <a:pt x="5986465" y="0"/>
                  </a:lnTo>
                  <a:lnTo>
                    <a:pt x="5984754" y="0"/>
                  </a:lnTo>
                  <a:lnTo>
                    <a:pt x="5983043" y="0"/>
                  </a:lnTo>
                  <a:lnTo>
                    <a:pt x="5981331" y="0"/>
                  </a:lnTo>
                  <a:lnTo>
                    <a:pt x="5979620" y="0"/>
                  </a:lnTo>
                  <a:lnTo>
                    <a:pt x="5977908" y="0"/>
                  </a:lnTo>
                  <a:lnTo>
                    <a:pt x="5976197" y="0"/>
                  </a:lnTo>
                  <a:lnTo>
                    <a:pt x="5974486" y="0"/>
                  </a:lnTo>
                  <a:lnTo>
                    <a:pt x="5972774" y="0"/>
                  </a:lnTo>
                  <a:lnTo>
                    <a:pt x="5971063" y="0"/>
                  </a:lnTo>
                  <a:lnTo>
                    <a:pt x="5969351" y="0"/>
                  </a:lnTo>
                  <a:lnTo>
                    <a:pt x="5967640" y="0"/>
                  </a:lnTo>
                  <a:lnTo>
                    <a:pt x="5965929" y="0"/>
                  </a:lnTo>
                  <a:lnTo>
                    <a:pt x="5964217" y="0"/>
                  </a:lnTo>
                  <a:lnTo>
                    <a:pt x="5962506" y="0"/>
                  </a:lnTo>
                  <a:lnTo>
                    <a:pt x="5960794" y="0"/>
                  </a:lnTo>
                  <a:lnTo>
                    <a:pt x="5959083" y="0"/>
                  </a:lnTo>
                  <a:lnTo>
                    <a:pt x="5957372" y="0"/>
                  </a:lnTo>
                  <a:lnTo>
                    <a:pt x="5955660" y="0"/>
                  </a:lnTo>
                  <a:lnTo>
                    <a:pt x="5953949" y="0"/>
                  </a:lnTo>
                  <a:lnTo>
                    <a:pt x="5952237" y="0"/>
                  </a:lnTo>
                  <a:lnTo>
                    <a:pt x="5950526" y="0"/>
                  </a:lnTo>
                  <a:lnTo>
                    <a:pt x="5948815" y="0"/>
                  </a:lnTo>
                  <a:lnTo>
                    <a:pt x="5947103" y="0"/>
                  </a:lnTo>
                  <a:lnTo>
                    <a:pt x="5945392" y="0"/>
                  </a:lnTo>
                  <a:lnTo>
                    <a:pt x="5943680" y="0"/>
                  </a:lnTo>
                  <a:lnTo>
                    <a:pt x="5941969" y="0"/>
                  </a:lnTo>
                  <a:lnTo>
                    <a:pt x="5940258" y="0"/>
                  </a:lnTo>
                  <a:lnTo>
                    <a:pt x="5938546" y="0"/>
                  </a:lnTo>
                  <a:lnTo>
                    <a:pt x="5936835" y="0"/>
                  </a:lnTo>
                  <a:lnTo>
                    <a:pt x="5935123" y="0"/>
                  </a:lnTo>
                  <a:lnTo>
                    <a:pt x="5933412" y="0"/>
                  </a:lnTo>
                  <a:lnTo>
                    <a:pt x="5931701" y="0"/>
                  </a:lnTo>
                  <a:lnTo>
                    <a:pt x="5929989" y="0"/>
                  </a:lnTo>
                  <a:lnTo>
                    <a:pt x="5928278" y="0"/>
                  </a:lnTo>
                  <a:lnTo>
                    <a:pt x="5926566" y="0"/>
                  </a:lnTo>
                  <a:lnTo>
                    <a:pt x="5924855" y="0"/>
                  </a:lnTo>
                  <a:lnTo>
                    <a:pt x="5923144" y="0"/>
                  </a:lnTo>
                  <a:lnTo>
                    <a:pt x="5921432" y="0"/>
                  </a:lnTo>
                  <a:lnTo>
                    <a:pt x="5919721" y="0"/>
                  </a:lnTo>
                  <a:lnTo>
                    <a:pt x="5918009" y="0"/>
                  </a:lnTo>
                  <a:lnTo>
                    <a:pt x="5916298" y="0"/>
                  </a:lnTo>
                  <a:lnTo>
                    <a:pt x="5914587" y="0"/>
                  </a:lnTo>
                  <a:lnTo>
                    <a:pt x="5912875" y="0"/>
                  </a:lnTo>
                  <a:lnTo>
                    <a:pt x="5911164" y="0"/>
                  </a:lnTo>
                  <a:lnTo>
                    <a:pt x="5909452" y="0"/>
                  </a:lnTo>
                  <a:lnTo>
                    <a:pt x="5907741" y="0"/>
                  </a:lnTo>
                  <a:lnTo>
                    <a:pt x="5906030" y="0"/>
                  </a:lnTo>
                  <a:lnTo>
                    <a:pt x="5904318" y="0"/>
                  </a:lnTo>
                  <a:lnTo>
                    <a:pt x="5902607" y="0"/>
                  </a:lnTo>
                  <a:lnTo>
                    <a:pt x="5900896" y="0"/>
                  </a:lnTo>
                  <a:lnTo>
                    <a:pt x="5899184" y="0"/>
                  </a:lnTo>
                  <a:lnTo>
                    <a:pt x="5897473" y="0"/>
                  </a:lnTo>
                  <a:lnTo>
                    <a:pt x="5895761" y="0"/>
                  </a:lnTo>
                  <a:lnTo>
                    <a:pt x="5894050" y="0"/>
                  </a:lnTo>
                  <a:lnTo>
                    <a:pt x="5892339" y="0"/>
                  </a:lnTo>
                  <a:lnTo>
                    <a:pt x="5890627" y="0"/>
                  </a:lnTo>
                  <a:lnTo>
                    <a:pt x="5888916" y="0"/>
                  </a:lnTo>
                  <a:lnTo>
                    <a:pt x="5887204" y="0"/>
                  </a:lnTo>
                  <a:lnTo>
                    <a:pt x="5885493" y="0"/>
                  </a:lnTo>
                  <a:lnTo>
                    <a:pt x="5883782" y="0"/>
                  </a:lnTo>
                  <a:lnTo>
                    <a:pt x="5882070" y="0"/>
                  </a:lnTo>
                  <a:lnTo>
                    <a:pt x="5880359" y="0"/>
                  </a:lnTo>
                  <a:lnTo>
                    <a:pt x="5878647" y="0"/>
                  </a:lnTo>
                  <a:lnTo>
                    <a:pt x="5876936" y="0"/>
                  </a:lnTo>
                  <a:lnTo>
                    <a:pt x="5875225" y="0"/>
                  </a:lnTo>
                  <a:lnTo>
                    <a:pt x="5873513" y="0"/>
                  </a:lnTo>
                  <a:lnTo>
                    <a:pt x="5871802" y="0"/>
                  </a:lnTo>
                  <a:lnTo>
                    <a:pt x="5870090" y="0"/>
                  </a:lnTo>
                  <a:lnTo>
                    <a:pt x="5868379" y="0"/>
                  </a:lnTo>
                  <a:lnTo>
                    <a:pt x="5866668" y="0"/>
                  </a:lnTo>
                  <a:lnTo>
                    <a:pt x="5864956" y="0"/>
                  </a:lnTo>
                  <a:lnTo>
                    <a:pt x="5863245" y="0"/>
                  </a:lnTo>
                  <a:lnTo>
                    <a:pt x="5861533" y="0"/>
                  </a:lnTo>
                  <a:lnTo>
                    <a:pt x="5859822" y="0"/>
                  </a:lnTo>
                  <a:lnTo>
                    <a:pt x="5858111" y="0"/>
                  </a:lnTo>
                  <a:lnTo>
                    <a:pt x="5856399" y="0"/>
                  </a:lnTo>
                  <a:lnTo>
                    <a:pt x="5854688" y="0"/>
                  </a:lnTo>
                  <a:lnTo>
                    <a:pt x="5852976" y="0"/>
                  </a:lnTo>
                  <a:lnTo>
                    <a:pt x="5851265" y="0"/>
                  </a:lnTo>
                  <a:lnTo>
                    <a:pt x="5849554" y="0"/>
                  </a:lnTo>
                  <a:lnTo>
                    <a:pt x="5847842" y="0"/>
                  </a:lnTo>
                  <a:lnTo>
                    <a:pt x="5846131" y="0"/>
                  </a:lnTo>
                  <a:lnTo>
                    <a:pt x="5844419" y="0"/>
                  </a:lnTo>
                  <a:lnTo>
                    <a:pt x="5842708" y="0"/>
                  </a:lnTo>
                  <a:lnTo>
                    <a:pt x="5840997" y="0"/>
                  </a:lnTo>
                  <a:lnTo>
                    <a:pt x="5839285" y="0"/>
                  </a:lnTo>
                  <a:lnTo>
                    <a:pt x="5837574" y="0"/>
                  </a:lnTo>
                  <a:lnTo>
                    <a:pt x="5835862" y="0"/>
                  </a:lnTo>
                  <a:lnTo>
                    <a:pt x="5834151" y="0"/>
                  </a:lnTo>
                  <a:lnTo>
                    <a:pt x="5832440" y="0"/>
                  </a:lnTo>
                  <a:lnTo>
                    <a:pt x="5830728" y="0"/>
                  </a:lnTo>
                  <a:lnTo>
                    <a:pt x="5829017" y="0"/>
                  </a:lnTo>
                  <a:lnTo>
                    <a:pt x="5827305" y="0"/>
                  </a:lnTo>
                  <a:lnTo>
                    <a:pt x="5825594" y="0"/>
                  </a:lnTo>
                  <a:lnTo>
                    <a:pt x="5823883" y="0"/>
                  </a:lnTo>
                  <a:lnTo>
                    <a:pt x="5822171" y="0"/>
                  </a:lnTo>
                  <a:lnTo>
                    <a:pt x="5820460" y="0"/>
                  </a:lnTo>
                  <a:lnTo>
                    <a:pt x="5818748" y="0"/>
                  </a:lnTo>
                  <a:lnTo>
                    <a:pt x="5817037" y="0"/>
                  </a:lnTo>
                  <a:lnTo>
                    <a:pt x="5815326" y="0"/>
                  </a:lnTo>
                  <a:lnTo>
                    <a:pt x="5813614" y="0"/>
                  </a:lnTo>
                  <a:lnTo>
                    <a:pt x="5811903" y="0"/>
                  </a:lnTo>
                  <a:lnTo>
                    <a:pt x="5810191" y="0"/>
                  </a:lnTo>
                  <a:lnTo>
                    <a:pt x="5808480" y="0"/>
                  </a:lnTo>
                  <a:lnTo>
                    <a:pt x="5806769" y="0"/>
                  </a:lnTo>
                  <a:lnTo>
                    <a:pt x="5805057" y="0"/>
                  </a:lnTo>
                  <a:lnTo>
                    <a:pt x="5803346" y="0"/>
                  </a:lnTo>
                  <a:lnTo>
                    <a:pt x="5801634" y="0"/>
                  </a:lnTo>
                  <a:lnTo>
                    <a:pt x="5799923" y="0"/>
                  </a:lnTo>
                  <a:lnTo>
                    <a:pt x="5798212" y="0"/>
                  </a:lnTo>
                  <a:lnTo>
                    <a:pt x="5796500" y="0"/>
                  </a:lnTo>
                  <a:lnTo>
                    <a:pt x="5794789" y="0"/>
                  </a:lnTo>
                  <a:lnTo>
                    <a:pt x="5793078" y="0"/>
                  </a:lnTo>
                  <a:lnTo>
                    <a:pt x="5791366" y="0"/>
                  </a:lnTo>
                  <a:lnTo>
                    <a:pt x="5789655" y="0"/>
                  </a:lnTo>
                  <a:lnTo>
                    <a:pt x="5787943" y="0"/>
                  </a:lnTo>
                  <a:lnTo>
                    <a:pt x="5786232" y="0"/>
                  </a:lnTo>
                  <a:lnTo>
                    <a:pt x="5784521" y="0"/>
                  </a:lnTo>
                  <a:lnTo>
                    <a:pt x="5782809" y="0"/>
                  </a:lnTo>
                  <a:lnTo>
                    <a:pt x="5781098" y="0"/>
                  </a:lnTo>
                  <a:lnTo>
                    <a:pt x="5779386" y="0"/>
                  </a:lnTo>
                  <a:lnTo>
                    <a:pt x="5777675" y="0"/>
                  </a:lnTo>
                  <a:lnTo>
                    <a:pt x="5775964" y="0"/>
                  </a:lnTo>
                  <a:lnTo>
                    <a:pt x="5774252" y="0"/>
                  </a:lnTo>
                  <a:lnTo>
                    <a:pt x="5772541" y="0"/>
                  </a:lnTo>
                  <a:lnTo>
                    <a:pt x="5770829" y="0"/>
                  </a:lnTo>
                  <a:lnTo>
                    <a:pt x="5769118" y="0"/>
                  </a:lnTo>
                  <a:lnTo>
                    <a:pt x="5767407" y="0"/>
                  </a:lnTo>
                  <a:lnTo>
                    <a:pt x="5765695" y="0"/>
                  </a:lnTo>
                  <a:lnTo>
                    <a:pt x="5763984" y="0"/>
                  </a:lnTo>
                  <a:lnTo>
                    <a:pt x="5762272" y="0"/>
                  </a:lnTo>
                  <a:lnTo>
                    <a:pt x="5760561" y="0"/>
                  </a:lnTo>
                  <a:lnTo>
                    <a:pt x="5758850" y="0"/>
                  </a:lnTo>
                  <a:lnTo>
                    <a:pt x="5757138" y="0"/>
                  </a:lnTo>
                  <a:lnTo>
                    <a:pt x="5755427" y="0"/>
                  </a:lnTo>
                  <a:lnTo>
                    <a:pt x="5753715" y="0"/>
                  </a:lnTo>
                  <a:lnTo>
                    <a:pt x="5752004" y="0"/>
                  </a:lnTo>
                  <a:lnTo>
                    <a:pt x="5750293" y="0"/>
                  </a:lnTo>
                  <a:lnTo>
                    <a:pt x="5748581" y="0"/>
                  </a:lnTo>
                  <a:lnTo>
                    <a:pt x="5746870" y="0"/>
                  </a:lnTo>
                  <a:lnTo>
                    <a:pt x="5745158" y="0"/>
                  </a:lnTo>
                  <a:lnTo>
                    <a:pt x="5743447" y="0"/>
                  </a:lnTo>
                  <a:lnTo>
                    <a:pt x="5741736" y="0"/>
                  </a:lnTo>
                  <a:lnTo>
                    <a:pt x="5740024" y="0"/>
                  </a:lnTo>
                  <a:lnTo>
                    <a:pt x="5738313" y="0"/>
                  </a:lnTo>
                  <a:lnTo>
                    <a:pt x="5736601" y="0"/>
                  </a:lnTo>
                  <a:lnTo>
                    <a:pt x="5734890" y="0"/>
                  </a:lnTo>
                  <a:lnTo>
                    <a:pt x="5733179" y="0"/>
                  </a:lnTo>
                  <a:lnTo>
                    <a:pt x="5731467" y="0"/>
                  </a:lnTo>
                  <a:lnTo>
                    <a:pt x="5729756" y="0"/>
                  </a:lnTo>
                  <a:lnTo>
                    <a:pt x="5728044" y="0"/>
                  </a:lnTo>
                  <a:lnTo>
                    <a:pt x="5726333" y="0"/>
                  </a:lnTo>
                  <a:lnTo>
                    <a:pt x="5724622" y="0"/>
                  </a:lnTo>
                  <a:lnTo>
                    <a:pt x="5722910" y="0"/>
                  </a:lnTo>
                  <a:lnTo>
                    <a:pt x="5721199" y="0"/>
                  </a:lnTo>
                  <a:lnTo>
                    <a:pt x="5719487" y="0"/>
                  </a:lnTo>
                  <a:lnTo>
                    <a:pt x="5717776" y="0"/>
                  </a:lnTo>
                  <a:lnTo>
                    <a:pt x="5716065" y="0"/>
                  </a:lnTo>
                  <a:lnTo>
                    <a:pt x="5714353" y="0"/>
                  </a:lnTo>
                  <a:lnTo>
                    <a:pt x="5712642" y="0"/>
                  </a:lnTo>
                  <a:lnTo>
                    <a:pt x="5710930" y="0"/>
                  </a:lnTo>
                  <a:lnTo>
                    <a:pt x="5709219" y="0"/>
                  </a:lnTo>
                  <a:lnTo>
                    <a:pt x="5707508" y="0"/>
                  </a:lnTo>
                  <a:lnTo>
                    <a:pt x="5705796" y="0"/>
                  </a:lnTo>
                  <a:lnTo>
                    <a:pt x="5704085" y="0"/>
                  </a:lnTo>
                  <a:lnTo>
                    <a:pt x="5702373" y="0"/>
                  </a:lnTo>
                  <a:lnTo>
                    <a:pt x="5700662" y="0"/>
                  </a:lnTo>
                  <a:lnTo>
                    <a:pt x="5698951" y="0"/>
                  </a:lnTo>
                  <a:lnTo>
                    <a:pt x="5697239" y="0"/>
                  </a:lnTo>
                  <a:lnTo>
                    <a:pt x="5695528" y="0"/>
                  </a:lnTo>
                  <a:lnTo>
                    <a:pt x="5693816" y="0"/>
                  </a:lnTo>
                  <a:lnTo>
                    <a:pt x="5692105" y="0"/>
                  </a:lnTo>
                  <a:lnTo>
                    <a:pt x="5690394" y="0"/>
                  </a:lnTo>
                  <a:lnTo>
                    <a:pt x="5688682" y="0"/>
                  </a:lnTo>
                  <a:lnTo>
                    <a:pt x="5686971" y="0"/>
                  </a:lnTo>
                  <a:lnTo>
                    <a:pt x="5685260" y="0"/>
                  </a:lnTo>
                  <a:lnTo>
                    <a:pt x="5683548" y="0"/>
                  </a:lnTo>
                  <a:lnTo>
                    <a:pt x="5681837" y="0"/>
                  </a:lnTo>
                  <a:lnTo>
                    <a:pt x="5680125" y="0"/>
                  </a:lnTo>
                  <a:lnTo>
                    <a:pt x="5678414" y="0"/>
                  </a:lnTo>
                  <a:lnTo>
                    <a:pt x="5676703" y="0"/>
                  </a:lnTo>
                  <a:lnTo>
                    <a:pt x="5674991" y="0"/>
                  </a:lnTo>
                  <a:lnTo>
                    <a:pt x="5673280" y="0"/>
                  </a:lnTo>
                  <a:lnTo>
                    <a:pt x="5671568" y="0"/>
                  </a:lnTo>
                  <a:lnTo>
                    <a:pt x="5669857" y="0"/>
                  </a:lnTo>
                  <a:lnTo>
                    <a:pt x="5668146" y="0"/>
                  </a:lnTo>
                  <a:lnTo>
                    <a:pt x="5666434" y="0"/>
                  </a:lnTo>
                  <a:lnTo>
                    <a:pt x="5664723" y="0"/>
                  </a:lnTo>
                  <a:lnTo>
                    <a:pt x="5663011" y="0"/>
                  </a:lnTo>
                  <a:lnTo>
                    <a:pt x="5661300" y="0"/>
                  </a:lnTo>
                  <a:lnTo>
                    <a:pt x="5659589" y="0"/>
                  </a:lnTo>
                  <a:lnTo>
                    <a:pt x="5657877" y="0"/>
                  </a:lnTo>
                  <a:lnTo>
                    <a:pt x="5656166" y="0"/>
                  </a:lnTo>
                  <a:lnTo>
                    <a:pt x="5654454" y="0"/>
                  </a:lnTo>
                  <a:lnTo>
                    <a:pt x="5652743" y="0"/>
                  </a:lnTo>
                  <a:lnTo>
                    <a:pt x="5651032" y="0"/>
                  </a:lnTo>
                  <a:lnTo>
                    <a:pt x="5649320" y="0"/>
                  </a:lnTo>
                  <a:lnTo>
                    <a:pt x="5647609" y="0"/>
                  </a:lnTo>
                  <a:lnTo>
                    <a:pt x="5645897" y="0"/>
                  </a:lnTo>
                  <a:lnTo>
                    <a:pt x="5644186" y="0"/>
                  </a:lnTo>
                  <a:lnTo>
                    <a:pt x="5642475" y="0"/>
                  </a:lnTo>
                  <a:lnTo>
                    <a:pt x="5640763" y="0"/>
                  </a:lnTo>
                  <a:lnTo>
                    <a:pt x="5639052" y="0"/>
                  </a:lnTo>
                  <a:lnTo>
                    <a:pt x="5637340" y="0"/>
                  </a:lnTo>
                  <a:lnTo>
                    <a:pt x="5635629" y="0"/>
                  </a:lnTo>
                  <a:lnTo>
                    <a:pt x="5633918" y="0"/>
                  </a:lnTo>
                  <a:lnTo>
                    <a:pt x="5632206" y="0"/>
                  </a:lnTo>
                  <a:lnTo>
                    <a:pt x="5630495" y="0"/>
                  </a:lnTo>
                  <a:lnTo>
                    <a:pt x="5628783" y="0"/>
                  </a:lnTo>
                  <a:lnTo>
                    <a:pt x="5627072" y="0"/>
                  </a:lnTo>
                  <a:lnTo>
                    <a:pt x="5625361" y="0"/>
                  </a:lnTo>
                  <a:lnTo>
                    <a:pt x="5623649" y="0"/>
                  </a:lnTo>
                  <a:lnTo>
                    <a:pt x="5621938" y="0"/>
                  </a:lnTo>
                  <a:lnTo>
                    <a:pt x="5620226" y="0"/>
                  </a:lnTo>
                  <a:lnTo>
                    <a:pt x="5618515" y="0"/>
                  </a:lnTo>
                  <a:lnTo>
                    <a:pt x="5616804" y="0"/>
                  </a:lnTo>
                  <a:lnTo>
                    <a:pt x="5615092" y="0"/>
                  </a:lnTo>
                  <a:lnTo>
                    <a:pt x="5613381" y="0"/>
                  </a:lnTo>
                  <a:lnTo>
                    <a:pt x="5611669" y="0"/>
                  </a:lnTo>
                  <a:lnTo>
                    <a:pt x="5609958" y="0"/>
                  </a:lnTo>
                  <a:lnTo>
                    <a:pt x="5608247" y="0"/>
                  </a:lnTo>
                  <a:lnTo>
                    <a:pt x="5606535" y="0"/>
                  </a:lnTo>
                  <a:lnTo>
                    <a:pt x="5604824" y="0"/>
                  </a:lnTo>
                  <a:lnTo>
                    <a:pt x="5603112" y="0"/>
                  </a:lnTo>
                  <a:lnTo>
                    <a:pt x="5601401" y="0"/>
                  </a:lnTo>
                  <a:lnTo>
                    <a:pt x="5599690" y="0"/>
                  </a:lnTo>
                  <a:lnTo>
                    <a:pt x="5597978" y="0"/>
                  </a:lnTo>
                  <a:lnTo>
                    <a:pt x="5596267" y="0"/>
                  </a:lnTo>
                  <a:lnTo>
                    <a:pt x="5594555" y="0"/>
                  </a:lnTo>
                  <a:lnTo>
                    <a:pt x="5592844" y="0"/>
                  </a:lnTo>
                  <a:lnTo>
                    <a:pt x="5591133" y="0"/>
                  </a:lnTo>
                  <a:lnTo>
                    <a:pt x="5589421" y="0"/>
                  </a:lnTo>
                  <a:lnTo>
                    <a:pt x="5587710" y="0"/>
                  </a:lnTo>
                  <a:lnTo>
                    <a:pt x="5585999" y="0"/>
                  </a:lnTo>
                  <a:lnTo>
                    <a:pt x="5584287" y="0"/>
                  </a:lnTo>
                  <a:lnTo>
                    <a:pt x="5582576" y="0"/>
                  </a:lnTo>
                  <a:lnTo>
                    <a:pt x="5580864" y="0"/>
                  </a:lnTo>
                  <a:lnTo>
                    <a:pt x="5579153" y="0"/>
                  </a:lnTo>
                  <a:lnTo>
                    <a:pt x="5577442" y="0"/>
                  </a:lnTo>
                  <a:lnTo>
                    <a:pt x="5575730" y="0"/>
                  </a:lnTo>
                  <a:lnTo>
                    <a:pt x="5574019" y="0"/>
                  </a:lnTo>
                  <a:lnTo>
                    <a:pt x="5572307" y="0"/>
                  </a:lnTo>
                  <a:lnTo>
                    <a:pt x="5570596" y="0"/>
                  </a:lnTo>
                  <a:lnTo>
                    <a:pt x="5568885" y="0"/>
                  </a:lnTo>
                  <a:lnTo>
                    <a:pt x="5567173" y="0"/>
                  </a:lnTo>
                  <a:lnTo>
                    <a:pt x="5565462" y="0"/>
                  </a:lnTo>
                  <a:lnTo>
                    <a:pt x="5563750" y="0"/>
                  </a:lnTo>
                  <a:lnTo>
                    <a:pt x="5562039" y="0"/>
                  </a:lnTo>
                  <a:lnTo>
                    <a:pt x="5560328" y="0"/>
                  </a:lnTo>
                  <a:lnTo>
                    <a:pt x="5558616" y="0"/>
                  </a:lnTo>
                  <a:lnTo>
                    <a:pt x="5556905" y="0"/>
                  </a:lnTo>
                  <a:lnTo>
                    <a:pt x="5555193" y="0"/>
                  </a:lnTo>
                  <a:lnTo>
                    <a:pt x="5553482" y="0"/>
                  </a:lnTo>
                  <a:lnTo>
                    <a:pt x="5551771" y="0"/>
                  </a:lnTo>
                  <a:lnTo>
                    <a:pt x="5550059" y="0"/>
                  </a:lnTo>
                  <a:lnTo>
                    <a:pt x="5548348" y="0"/>
                  </a:lnTo>
                  <a:lnTo>
                    <a:pt x="5546636" y="0"/>
                  </a:lnTo>
                  <a:lnTo>
                    <a:pt x="5544925" y="0"/>
                  </a:lnTo>
                  <a:lnTo>
                    <a:pt x="5543214" y="0"/>
                  </a:lnTo>
                  <a:lnTo>
                    <a:pt x="5541502" y="0"/>
                  </a:lnTo>
                  <a:lnTo>
                    <a:pt x="5539791" y="0"/>
                  </a:lnTo>
                  <a:lnTo>
                    <a:pt x="5538079" y="0"/>
                  </a:lnTo>
                  <a:lnTo>
                    <a:pt x="5536368" y="0"/>
                  </a:lnTo>
                  <a:lnTo>
                    <a:pt x="5534657" y="0"/>
                  </a:lnTo>
                  <a:lnTo>
                    <a:pt x="5532945" y="0"/>
                  </a:lnTo>
                  <a:lnTo>
                    <a:pt x="5531234" y="0"/>
                  </a:lnTo>
                  <a:lnTo>
                    <a:pt x="5529522" y="0"/>
                  </a:lnTo>
                  <a:lnTo>
                    <a:pt x="5527811" y="0"/>
                  </a:lnTo>
                  <a:lnTo>
                    <a:pt x="5526100" y="0"/>
                  </a:lnTo>
                  <a:lnTo>
                    <a:pt x="5524388" y="0"/>
                  </a:lnTo>
                  <a:lnTo>
                    <a:pt x="5522677" y="0"/>
                  </a:lnTo>
                  <a:lnTo>
                    <a:pt x="5520965" y="0"/>
                  </a:lnTo>
                  <a:lnTo>
                    <a:pt x="5519254" y="0"/>
                  </a:lnTo>
                  <a:lnTo>
                    <a:pt x="5517543" y="0"/>
                  </a:lnTo>
                  <a:lnTo>
                    <a:pt x="5515831" y="0"/>
                  </a:lnTo>
                  <a:lnTo>
                    <a:pt x="5514120" y="0"/>
                  </a:lnTo>
                  <a:lnTo>
                    <a:pt x="5512408" y="0"/>
                  </a:lnTo>
                  <a:lnTo>
                    <a:pt x="5510697" y="0"/>
                  </a:lnTo>
                  <a:lnTo>
                    <a:pt x="5508986" y="0"/>
                  </a:lnTo>
                  <a:lnTo>
                    <a:pt x="5507274" y="0"/>
                  </a:lnTo>
                  <a:lnTo>
                    <a:pt x="5505563" y="0"/>
                  </a:lnTo>
                  <a:lnTo>
                    <a:pt x="5503851" y="0"/>
                  </a:lnTo>
                  <a:lnTo>
                    <a:pt x="5502140" y="0"/>
                  </a:lnTo>
                  <a:lnTo>
                    <a:pt x="5500429" y="0"/>
                  </a:lnTo>
                  <a:lnTo>
                    <a:pt x="5498717" y="0"/>
                  </a:lnTo>
                  <a:lnTo>
                    <a:pt x="5497006" y="0"/>
                  </a:lnTo>
                  <a:lnTo>
                    <a:pt x="5495294" y="0"/>
                  </a:lnTo>
                  <a:lnTo>
                    <a:pt x="5493583" y="0"/>
                  </a:lnTo>
                  <a:lnTo>
                    <a:pt x="5491872" y="0"/>
                  </a:lnTo>
                  <a:lnTo>
                    <a:pt x="5490160" y="0"/>
                  </a:lnTo>
                  <a:lnTo>
                    <a:pt x="5488449" y="0"/>
                  </a:lnTo>
                  <a:lnTo>
                    <a:pt x="5486737" y="0"/>
                  </a:lnTo>
                  <a:lnTo>
                    <a:pt x="5485026" y="0"/>
                  </a:lnTo>
                  <a:lnTo>
                    <a:pt x="5483315" y="0"/>
                  </a:lnTo>
                  <a:lnTo>
                    <a:pt x="5481603" y="0"/>
                  </a:lnTo>
                  <a:lnTo>
                    <a:pt x="5479892" y="0"/>
                  </a:lnTo>
                  <a:lnTo>
                    <a:pt x="5478181" y="0"/>
                  </a:lnTo>
                  <a:lnTo>
                    <a:pt x="5476469" y="0"/>
                  </a:lnTo>
                  <a:lnTo>
                    <a:pt x="5474758" y="0"/>
                  </a:lnTo>
                  <a:lnTo>
                    <a:pt x="5473046" y="0"/>
                  </a:lnTo>
                  <a:lnTo>
                    <a:pt x="5471335" y="0"/>
                  </a:lnTo>
                  <a:lnTo>
                    <a:pt x="5469624" y="0"/>
                  </a:lnTo>
                  <a:lnTo>
                    <a:pt x="5467912" y="0"/>
                  </a:lnTo>
                  <a:lnTo>
                    <a:pt x="5466201" y="0"/>
                  </a:lnTo>
                  <a:lnTo>
                    <a:pt x="5464489" y="0"/>
                  </a:lnTo>
                  <a:lnTo>
                    <a:pt x="5462778" y="0"/>
                  </a:lnTo>
                  <a:lnTo>
                    <a:pt x="5461067" y="0"/>
                  </a:lnTo>
                  <a:lnTo>
                    <a:pt x="5459355" y="0"/>
                  </a:lnTo>
                  <a:lnTo>
                    <a:pt x="5457644" y="0"/>
                  </a:lnTo>
                  <a:lnTo>
                    <a:pt x="5455932" y="0"/>
                  </a:lnTo>
                  <a:lnTo>
                    <a:pt x="5454221" y="0"/>
                  </a:lnTo>
                  <a:lnTo>
                    <a:pt x="5452510" y="0"/>
                  </a:lnTo>
                  <a:lnTo>
                    <a:pt x="5450798" y="0"/>
                  </a:lnTo>
                  <a:lnTo>
                    <a:pt x="5449087" y="0"/>
                  </a:lnTo>
                  <a:lnTo>
                    <a:pt x="5447375" y="0"/>
                  </a:lnTo>
                  <a:lnTo>
                    <a:pt x="5445664" y="0"/>
                  </a:lnTo>
                  <a:lnTo>
                    <a:pt x="5443953" y="0"/>
                  </a:lnTo>
                  <a:lnTo>
                    <a:pt x="5442241" y="0"/>
                  </a:lnTo>
                  <a:lnTo>
                    <a:pt x="5440530" y="0"/>
                  </a:lnTo>
                  <a:lnTo>
                    <a:pt x="5438818" y="0"/>
                  </a:lnTo>
                  <a:lnTo>
                    <a:pt x="5437107" y="0"/>
                  </a:lnTo>
                  <a:lnTo>
                    <a:pt x="5435396" y="0"/>
                  </a:lnTo>
                  <a:lnTo>
                    <a:pt x="5433684" y="0"/>
                  </a:lnTo>
                  <a:lnTo>
                    <a:pt x="5431973" y="0"/>
                  </a:lnTo>
                  <a:lnTo>
                    <a:pt x="5430261" y="0"/>
                  </a:lnTo>
                  <a:lnTo>
                    <a:pt x="5428550" y="0"/>
                  </a:lnTo>
                  <a:lnTo>
                    <a:pt x="5426839" y="0"/>
                  </a:lnTo>
                  <a:lnTo>
                    <a:pt x="5425127" y="0"/>
                  </a:lnTo>
                  <a:lnTo>
                    <a:pt x="5423416" y="0"/>
                  </a:lnTo>
                  <a:lnTo>
                    <a:pt x="5421704" y="0"/>
                  </a:lnTo>
                  <a:lnTo>
                    <a:pt x="5419993" y="0"/>
                  </a:lnTo>
                  <a:lnTo>
                    <a:pt x="5418282" y="0"/>
                  </a:lnTo>
                  <a:lnTo>
                    <a:pt x="5416570" y="0"/>
                  </a:lnTo>
                  <a:lnTo>
                    <a:pt x="5414859" y="0"/>
                  </a:lnTo>
                  <a:lnTo>
                    <a:pt x="5413147" y="0"/>
                  </a:lnTo>
                  <a:lnTo>
                    <a:pt x="5411436" y="0"/>
                  </a:lnTo>
                  <a:lnTo>
                    <a:pt x="5409725" y="0"/>
                  </a:lnTo>
                  <a:lnTo>
                    <a:pt x="5408013" y="0"/>
                  </a:lnTo>
                  <a:lnTo>
                    <a:pt x="5406302" y="0"/>
                  </a:lnTo>
                  <a:lnTo>
                    <a:pt x="5404590" y="0"/>
                  </a:lnTo>
                  <a:lnTo>
                    <a:pt x="5402879" y="0"/>
                  </a:lnTo>
                  <a:lnTo>
                    <a:pt x="5401168" y="0"/>
                  </a:lnTo>
                  <a:lnTo>
                    <a:pt x="5399456" y="0"/>
                  </a:lnTo>
                  <a:lnTo>
                    <a:pt x="5397745" y="0"/>
                  </a:lnTo>
                  <a:lnTo>
                    <a:pt x="5396033" y="0"/>
                  </a:lnTo>
                  <a:lnTo>
                    <a:pt x="5394322" y="0"/>
                  </a:lnTo>
                  <a:lnTo>
                    <a:pt x="5392611" y="0"/>
                  </a:lnTo>
                  <a:lnTo>
                    <a:pt x="5390899" y="0"/>
                  </a:lnTo>
                  <a:lnTo>
                    <a:pt x="5389188" y="0"/>
                  </a:lnTo>
                  <a:lnTo>
                    <a:pt x="5387476" y="0"/>
                  </a:lnTo>
                  <a:lnTo>
                    <a:pt x="5385765" y="0"/>
                  </a:lnTo>
                  <a:lnTo>
                    <a:pt x="5384054" y="0"/>
                  </a:lnTo>
                  <a:lnTo>
                    <a:pt x="5382342" y="0"/>
                  </a:lnTo>
                  <a:lnTo>
                    <a:pt x="5380631" y="0"/>
                  </a:lnTo>
                  <a:lnTo>
                    <a:pt x="5378919" y="0"/>
                  </a:lnTo>
                  <a:lnTo>
                    <a:pt x="5377208" y="0"/>
                  </a:lnTo>
                  <a:lnTo>
                    <a:pt x="5375497" y="0"/>
                  </a:lnTo>
                  <a:lnTo>
                    <a:pt x="5373785" y="0"/>
                  </a:lnTo>
                  <a:lnTo>
                    <a:pt x="5372074" y="0"/>
                  </a:lnTo>
                  <a:lnTo>
                    <a:pt x="5370363" y="0"/>
                  </a:lnTo>
                  <a:lnTo>
                    <a:pt x="5368651" y="0"/>
                  </a:lnTo>
                  <a:lnTo>
                    <a:pt x="5366940" y="0"/>
                  </a:lnTo>
                  <a:lnTo>
                    <a:pt x="5365228" y="0"/>
                  </a:lnTo>
                  <a:lnTo>
                    <a:pt x="5363517" y="0"/>
                  </a:lnTo>
                  <a:lnTo>
                    <a:pt x="5361806" y="0"/>
                  </a:lnTo>
                  <a:lnTo>
                    <a:pt x="5360094" y="0"/>
                  </a:lnTo>
                  <a:lnTo>
                    <a:pt x="5358383" y="0"/>
                  </a:lnTo>
                  <a:lnTo>
                    <a:pt x="5356671" y="0"/>
                  </a:lnTo>
                  <a:lnTo>
                    <a:pt x="5354960" y="0"/>
                  </a:lnTo>
                  <a:lnTo>
                    <a:pt x="5353249" y="0"/>
                  </a:lnTo>
                  <a:lnTo>
                    <a:pt x="5351537" y="0"/>
                  </a:lnTo>
                  <a:lnTo>
                    <a:pt x="5349826" y="0"/>
                  </a:lnTo>
                  <a:lnTo>
                    <a:pt x="5348114" y="0"/>
                  </a:lnTo>
                  <a:lnTo>
                    <a:pt x="5346403" y="0"/>
                  </a:lnTo>
                  <a:lnTo>
                    <a:pt x="5344692" y="0"/>
                  </a:lnTo>
                  <a:lnTo>
                    <a:pt x="5342980" y="0"/>
                  </a:lnTo>
                  <a:lnTo>
                    <a:pt x="5341269" y="0"/>
                  </a:lnTo>
                  <a:lnTo>
                    <a:pt x="5339557" y="0"/>
                  </a:lnTo>
                  <a:lnTo>
                    <a:pt x="5337846" y="0"/>
                  </a:lnTo>
                  <a:lnTo>
                    <a:pt x="5336135" y="0"/>
                  </a:lnTo>
                  <a:lnTo>
                    <a:pt x="5334423" y="0"/>
                  </a:lnTo>
                  <a:lnTo>
                    <a:pt x="5332712" y="0"/>
                  </a:lnTo>
                  <a:lnTo>
                    <a:pt x="5331000" y="0"/>
                  </a:lnTo>
                  <a:lnTo>
                    <a:pt x="5329289" y="0"/>
                  </a:lnTo>
                  <a:lnTo>
                    <a:pt x="5327578" y="0"/>
                  </a:lnTo>
                  <a:lnTo>
                    <a:pt x="5325866" y="0"/>
                  </a:lnTo>
                  <a:lnTo>
                    <a:pt x="5324155" y="0"/>
                  </a:lnTo>
                  <a:lnTo>
                    <a:pt x="5322443" y="0"/>
                  </a:lnTo>
                  <a:lnTo>
                    <a:pt x="5320732" y="0"/>
                  </a:lnTo>
                  <a:lnTo>
                    <a:pt x="5319021" y="0"/>
                  </a:lnTo>
                  <a:lnTo>
                    <a:pt x="5317309" y="0"/>
                  </a:lnTo>
                  <a:lnTo>
                    <a:pt x="5315598" y="0"/>
                  </a:lnTo>
                  <a:lnTo>
                    <a:pt x="5313886" y="0"/>
                  </a:lnTo>
                  <a:lnTo>
                    <a:pt x="5312175" y="0"/>
                  </a:lnTo>
                  <a:lnTo>
                    <a:pt x="5310464" y="0"/>
                  </a:lnTo>
                  <a:lnTo>
                    <a:pt x="5308752" y="0"/>
                  </a:lnTo>
                  <a:lnTo>
                    <a:pt x="5307041" y="0"/>
                  </a:lnTo>
                  <a:lnTo>
                    <a:pt x="5305329" y="0"/>
                  </a:lnTo>
                  <a:lnTo>
                    <a:pt x="5303618" y="0"/>
                  </a:lnTo>
                  <a:lnTo>
                    <a:pt x="5301907" y="0"/>
                  </a:lnTo>
                  <a:lnTo>
                    <a:pt x="5300195" y="0"/>
                  </a:lnTo>
                  <a:lnTo>
                    <a:pt x="5298484" y="0"/>
                  </a:lnTo>
                  <a:lnTo>
                    <a:pt x="5296772" y="0"/>
                  </a:lnTo>
                  <a:lnTo>
                    <a:pt x="5295061" y="0"/>
                  </a:lnTo>
                  <a:lnTo>
                    <a:pt x="5293350" y="0"/>
                  </a:lnTo>
                  <a:lnTo>
                    <a:pt x="5291638" y="0"/>
                  </a:lnTo>
                  <a:lnTo>
                    <a:pt x="5289927" y="0"/>
                  </a:lnTo>
                  <a:lnTo>
                    <a:pt x="5288215" y="0"/>
                  </a:lnTo>
                  <a:lnTo>
                    <a:pt x="5286504" y="0"/>
                  </a:lnTo>
                  <a:lnTo>
                    <a:pt x="5284793" y="0"/>
                  </a:lnTo>
                  <a:lnTo>
                    <a:pt x="5283081" y="0"/>
                  </a:lnTo>
                  <a:lnTo>
                    <a:pt x="5281370" y="0"/>
                  </a:lnTo>
                  <a:lnTo>
                    <a:pt x="5279658" y="0"/>
                  </a:lnTo>
                  <a:lnTo>
                    <a:pt x="5277947" y="0"/>
                  </a:lnTo>
                  <a:lnTo>
                    <a:pt x="5276236" y="0"/>
                  </a:lnTo>
                  <a:lnTo>
                    <a:pt x="5274524" y="0"/>
                  </a:lnTo>
                  <a:lnTo>
                    <a:pt x="5272813" y="0"/>
                  </a:lnTo>
                  <a:lnTo>
                    <a:pt x="5271101" y="0"/>
                  </a:lnTo>
                  <a:lnTo>
                    <a:pt x="5269390" y="0"/>
                  </a:lnTo>
                  <a:lnTo>
                    <a:pt x="5267679" y="0"/>
                  </a:lnTo>
                  <a:lnTo>
                    <a:pt x="5265967" y="0"/>
                  </a:lnTo>
                  <a:lnTo>
                    <a:pt x="5264256" y="0"/>
                  </a:lnTo>
                  <a:lnTo>
                    <a:pt x="5262545" y="0"/>
                  </a:lnTo>
                  <a:lnTo>
                    <a:pt x="5260833" y="0"/>
                  </a:lnTo>
                  <a:lnTo>
                    <a:pt x="5259122" y="0"/>
                  </a:lnTo>
                  <a:lnTo>
                    <a:pt x="5257410" y="0"/>
                  </a:lnTo>
                  <a:lnTo>
                    <a:pt x="5255699" y="0"/>
                  </a:lnTo>
                  <a:lnTo>
                    <a:pt x="5253988" y="0"/>
                  </a:lnTo>
                  <a:lnTo>
                    <a:pt x="5252276" y="0"/>
                  </a:lnTo>
                  <a:lnTo>
                    <a:pt x="5250565" y="0"/>
                  </a:lnTo>
                  <a:lnTo>
                    <a:pt x="5248853" y="0"/>
                  </a:lnTo>
                  <a:lnTo>
                    <a:pt x="5247142" y="0"/>
                  </a:lnTo>
                  <a:lnTo>
                    <a:pt x="5245431" y="0"/>
                  </a:lnTo>
                  <a:lnTo>
                    <a:pt x="5243719" y="0"/>
                  </a:lnTo>
                  <a:lnTo>
                    <a:pt x="5242008" y="0"/>
                  </a:lnTo>
                  <a:lnTo>
                    <a:pt x="5240296" y="0"/>
                  </a:lnTo>
                  <a:lnTo>
                    <a:pt x="5238585" y="0"/>
                  </a:lnTo>
                  <a:lnTo>
                    <a:pt x="5236874" y="0"/>
                  </a:lnTo>
                  <a:lnTo>
                    <a:pt x="5235162" y="0"/>
                  </a:lnTo>
                  <a:lnTo>
                    <a:pt x="5233451" y="0"/>
                  </a:lnTo>
                  <a:lnTo>
                    <a:pt x="5231739" y="0"/>
                  </a:lnTo>
                  <a:lnTo>
                    <a:pt x="5230028" y="0"/>
                  </a:lnTo>
                  <a:lnTo>
                    <a:pt x="5228317" y="0"/>
                  </a:lnTo>
                  <a:lnTo>
                    <a:pt x="5226605" y="0"/>
                  </a:lnTo>
                  <a:lnTo>
                    <a:pt x="5224894" y="0"/>
                  </a:lnTo>
                  <a:lnTo>
                    <a:pt x="5223182" y="0"/>
                  </a:lnTo>
                  <a:lnTo>
                    <a:pt x="5221471" y="0"/>
                  </a:lnTo>
                  <a:lnTo>
                    <a:pt x="5219760" y="0"/>
                  </a:lnTo>
                  <a:lnTo>
                    <a:pt x="5218048" y="0"/>
                  </a:lnTo>
                  <a:lnTo>
                    <a:pt x="5216337" y="0"/>
                  </a:lnTo>
                  <a:lnTo>
                    <a:pt x="5214625" y="0"/>
                  </a:lnTo>
                  <a:lnTo>
                    <a:pt x="5212914" y="0"/>
                  </a:lnTo>
                  <a:lnTo>
                    <a:pt x="5211203" y="0"/>
                  </a:lnTo>
                  <a:lnTo>
                    <a:pt x="5209491" y="0"/>
                  </a:lnTo>
                  <a:lnTo>
                    <a:pt x="5207780" y="0"/>
                  </a:lnTo>
                  <a:lnTo>
                    <a:pt x="5206068" y="0"/>
                  </a:lnTo>
                  <a:lnTo>
                    <a:pt x="5204357" y="0"/>
                  </a:lnTo>
                  <a:lnTo>
                    <a:pt x="5202646" y="0"/>
                  </a:lnTo>
                  <a:lnTo>
                    <a:pt x="5200934" y="0"/>
                  </a:lnTo>
                  <a:lnTo>
                    <a:pt x="5199223" y="0"/>
                  </a:lnTo>
                  <a:lnTo>
                    <a:pt x="5197511" y="0"/>
                  </a:lnTo>
                  <a:lnTo>
                    <a:pt x="5195800" y="0"/>
                  </a:lnTo>
                  <a:lnTo>
                    <a:pt x="5194089" y="0"/>
                  </a:lnTo>
                  <a:lnTo>
                    <a:pt x="5192377" y="0"/>
                  </a:lnTo>
                  <a:lnTo>
                    <a:pt x="5190666" y="0"/>
                  </a:lnTo>
                  <a:lnTo>
                    <a:pt x="5188954" y="0"/>
                  </a:lnTo>
                  <a:lnTo>
                    <a:pt x="5187243" y="0"/>
                  </a:lnTo>
                  <a:lnTo>
                    <a:pt x="5185532" y="0"/>
                  </a:lnTo>
                  <a:lnTo>
                    <a:pt x="5183820" y="0"/>
                  </a:lnTo>
                  <a:lnTo>
                    <a:pt x="5182109" y="0"/>
                  </a:lnTo>
                  <a:lnTo>
                    <a:pt x="5180397" y="0"/>
                  </a:lnTo>
                  <a:lnTo>
                    <a:pt x="5178686" y="0"/>
                  </a:lnTo>
                  <a:lnTo>
                    <a:pt x="5176975" y="0"/>
                  </a:lnTo>
                  <a:lnTo>
                    <a:pt x="5175263" y="0"/>
                  </a:lnTo>
                  <a:lnTo>
                    <a:pt x="5173552" y="0"/>
                  </a:lnTo>
                  <a:lnTo>
                    <a:pt x="5171840" y="0"/>
                  </a:lnTo>
                  <a:lnTo>
                    <a:pt x="5170129" y="0"/>
                  </a:lnTo>
                  <a:lnTo>
                    <a:pt x="5168418" y="0"/>
                  </a:lnTo>
                  <a:lnTo>
                    <a:pt x="5166706" y="0"/>
                  </a:lnTo>
                  <a:lnTo>
                    <a:pt x="5164995" y="0"/>
                  </a:lnTo>
                  <a:lnTo>
                    <a:pt x="5163284" y="0"/>
                  </a:lnTo>
                  <a:lnTo>
                    <a:pt x="5161572" y="0"/>
                  </a:lnTo>
                  <a:lnTo>
                    <a:pt x="5159861" y="0"/>
                  </a:lnTo>
                  <a:lnTo>
                    <a:pt x="5158149" y="0"/>
                  </a:lnTo>
                  <a:lnTo>
                    <a:pt x="5156438" y="0"/>
                  </a:lnTo>
                  <a:lnTo>
                    <a:pt x="5154727" y="0"/>
                  </a:lnTo>
                  <a:lnTo>
                    <a:pt x="5153015" y="0"/>
                  </a:lnTo>
                  <a:lnTo>
                    <a:pt x="5151304" y="0"/>
                  </a:lnTo>
                  <a:lnTo>
                    <a:pt x="5149592" y="0"/>
                  </a:lnTo>
                  <a:lnTo>
                    <a:pt x="5147881" y="0"/>
                  </a:lnTo>
                  <a:lnTo>
                    <a:pt x="5146170" y="0"/>
                  </a:lnTo>
                  <a:lnTo>
                    <a:pt x="5144458" y="0"/>
                  </a:lnTo>
                  <a:lnTo>
                    <a:pt x="5142747" y="0"/>
                  </a:lnTo>
                  <a:lnTo>
                    <a:pt x="5141035" y="0"/>
                  </a:lnTo>
                  <a:lnTo>
                    <a:pt x="5139324" y="0"/>
                  </a:lnTo>
                  <a:lnTo>
                    <a:pt x="5137613" y="0"/>
                  </a:lnTo>
                  <a:lnTo>
                    <a:pt x="5135901" y="0"/>
                  </a:lnTo>
                  <a:lnTo>
                    <a:pt x="5134190" y="0"/>
                  </a:lnTo>
                  <a:lnTo>
                    <a:pt x="5132478" y="0"/>
                  </a:lnTo>
                  <a:lnTo>
                    <a:pt x="5130767" y="0"/>
                  </a:lnTo>
                  <a:lnTo>
                    <a:pt x="5129056" y="0"/>
                  </a:lnTo>
                  <a:lnTo>
                    <a:pt x="5127344" y="0"/>
                  </a:lnTo>
                  <a:lnTo>
                    <a:pt x="5125633" y="0"/>
                  </a:lnTo>
                  <a:lnTo>
                    <a:pt x="5123921" y="0"/>
                  </a:lnTo>
                  <a:lnTo>
                    <a:pt x="5122210" y="0"/>
                  </a:lnTo>
                  <a:lnTo>
                    <a:pt x="5120499" y="0"/>
                  </a:lnTo>
                  <a:lnTo>
                    <a:pt x="5118787" y="0"/>
                  </a:lnTo>
                  <a:lnTo>
                    <a:pt x="5117076" y="0"/>
                  </a:lnTo>
                  <a:lnTo>
                    <a:pt x="5115364" y="0"/>
                  </a:lnTo>
                  <a:lnTo>
                    <a:pt x="5113653" y="0"/>
                  </a:lnTo>
                  <a:lnTo>
                    <a:pt x="5111942" y="0"/>
                  </a:lnTo>
                  <a:lnTo>
                    <a:pt x="5110230" y="0"/>
                  </a:lnTo>
                  <a:lnTo>
                    <a:pt x="5108519" y="0"/>
                  </a:lnTo>
                  <a:lnTo>
                    <a:pt x="5106807" y="0"/>
                  </a:lnTo>
                  <a:lnTo>
                    <a:pt x="5105096" y="0"/>
                  </a:lnTo>
                  <a:lnTo>
                    <a:pt x="5103385" y="0"/>
                  </a:lnTo>
                  <a:lnTo>
                    <a:pt x="5101673" y="0"/>
                  </a:lnTo>
                  <a:lnTo>
                    <a:pt x="5099962" y="0"/>
                  </a:lnTo>
                  <a:lnTo>
                    <a:pt x="5098250" y="0"/>
                  </a:lnTo>
                  <a:lnTo>
                    <a:pt x="5096539" y="0"/>
                  </a:lnTo>
                  <a:lnTo>
                    <a:pt x="5094828" y="0"/>
                  </a:lnTo>
                  <a:lnTo>
                    <a:pt x="5093116" y="0"/>
                  </a:lnTo>
                  <a:lnTo>
                    <a:pt x="5091405" y="0"/>
                  </a:lnTo>
                  <a:lnTo>
                    <a:pt x="5089693" y="0"/>
                  </a:lnTo>
                  <a:lnTo>
                    <a:pt x="5087982" y="0"/>
                  </a:lnTo>
                  <a:lnTo>
                    <a:pt x="5086271" y="0"/>
                  </a:lnTo>
                  <a:lnTo>
                    <a:pt x="5084559" y="0"/>
                  </a:lnTo>
                  <a:lnTo>
                    <a:pt x="5082848" y="0"/>
                  </a:lnTo>
                  <a:lnTo>
                    <a:pt x="5081136" y="0"/>
                  </a:lnTo>
                  <a:lnTo>
                    <a:pt x="5079425" y="0"/>
                  </a:lnTo>
                  <a:lnTo>
                    <a:pt x="5077714" y="0"/>
                  </a:lnTo>
                  <a:lnTo>
                    <a:pt x="5076002" y="0"/>
                  </a:lnTo>
                  <a:lnTo>
                    <a:pt x="5074291" y="0"/>
                  </a:lnTo>
                  <a:lnTo>
                    <a:pt x="5072579" y="0"/>
                  </a:lnTo>
                  <a:lnTo>
                    <a:pt x="5070868" y="0"/>
                  </a:lnTo>
                  <a:lnTo>
                    <a:pt x="5069157" y="0"/>
                  </a:lnTo>
                  <a:lnTo>
                    <a:pt x="5067445" y="0"/>
                  </a:lnTo>
                  <a:lnTo>
                    <a:pt x="5065734" y="0"/>
                  </a:lnTo>
                  <a:lnTo>
                    <a:pt x="5064022" y="0"/>
                  </a:lnTo>
                  <a:lnTo>
                    <a:pt x="5062311" y="0"/>
                  </a:lnTo>
                  <a:lnTo>
                    <a:pt x="5060600" y="0"/>
                  </a:lnTo>
                  <a:lnTo>
                    <a:pt x="5058888" y="0"/>
                  </a:lnTo>
                  <a:lnTo>
                    <a:pt x="5057177" y="0"/>
                  </a:lnTo>
                  <a:lnTo>
                    <a:pt x="5055466" y="0"/>
                  </a:lnTo>
                  <a:lnTo>
                    <a:pt x="5053754" y="0"/>
                  </a:lnTo>
                  <a:lnTo>
                    <a:pt x="5052043" y="0"/>
                  </a:lnTo>
                  <a:lnTo>
                    <a:pt x="5050331" y="0"/>
                  </a:lnTo>
                  <a:lnTo>
                    <a:pt x="5048620" y="0"/>
                  </a:lnTo>
                  <a:lnTo>
                    <a:pt x="5046909" y="0"/>
                  </a:lnTo>
                  <a:lnTo>
                    <a:pt x="5045197" y="0"/>
                  </a:lnTo>
                  <a:lnTo>
                    <a:pt x="5043486" y="0"/>
                  </a:lnTo>
                  <a:lnTo>
                    <a:pt x="5041774" y="0"/>
                  </a:lnTo>
                  <a:lnTo>
                    <a:pt x="5040063" y="0"/>
                  </a:lnTo>
                  <a:lnTo>
                    <a:pt x="5038352" y="0"/>
                  </a:lnTo>
                  <a:lnTo>
                    <a:pt x="5036640" y="0"/>
                  </a:lnTo>
                  <a:lnTo>
                    <a:pt x="5034929" y="0"/>
                  </a:lnTo>
                  <a:lnTo>
                    <a:pt x="5033217" y="0"/>
                  </a:lnTo>
                  <a:lnTo>
                    <a:pt x="5031506" y="0"/>
                  </a:lnTo>
                  <a:lnTo>
                    <a:pt x="5029795" y="0"/>
                  </a:lnTo>
                  <a:lnTo>
                    <a:pt x="5028083" y="0"/>
                  </a:lnTo>
                  <a:lnTo>
                    <a:pt x="5026372" y="0"/>
                  </a:lnTo>
                  <a:lnTo>
                    <a:pt x="5024660" y="0"/>
                  </a:lnTo>
                  <a:lnTo>
                    <a:pt x="5022949" y="0"/>
                  </a:lnTo>
                  <a:lnTo>
                    <a:pt x="5021238" y="0"/>
                  </a:lnTo>
                  <a:lnTo>
                    <a:pt x="5019526" y="0"/>
                  </a:lnTo>
                  <a:lnTo>
                    <a:pt x="5017815" y="0"/>
                  </a:lnTo>
                  <a:lnTo>
                    <a:pt x="5016103" y="0"/>
                  </a:lnTo>
                  <a:lnTo>
                    <a:pt x="5014392" y="0"/>
                  </a:lnTo>
                  <a:lnTo>
                    <a:pt x="5012681" y="0"/>
                  </a:lnTo>
                  <a:lnTo>
                    <a:pt x="5010969" y="0"/>
                  </a:lnTo>
                  <a:lnTo>
                    <a:pt x="5009258" y="0"/>
                  </a:lnTo>
                  <a:lnTo>
                    <a:pt x="5007546" y="0"/>
                  </a:lnTo>
                  <a:lnTo>
                    <a:pt x="5005835" y="0"/>
                  </a:lnTo>
                  <a:lnTo>
                    <a:pt x="5004124" y="0"/>
                  </a:lnTo>
                  <a:lnTo>
                    <a:pt x="5002412" y="0"/>
                  </a:lnTo>
                  <a:lnTo>
                    <a:pt x="5000701" y="0"/>
                  </a:lnTo>
                  <a:lnTo>
                    <a:pt x="4998989" y="0"/>
                  </a:lnTo>
                  <a:lnTo>
                    <a:pt x="4997278" y="0"/>
                  </a:lnTo>
                  <a:lnTo>
                    <a:pt x="4995567" y="0"/>
                  </a:lnTo>
                  <a:lnTo>
                    <a:pt x="4993855" y="0"/>
                  </a:lnTo>
                  <a:lnTo>
                    <a:pt x="4992144" y="0"/>
                  </a:lnTo>
                  <a:lnTo>
                    <a:pt x="4990432" y="0"/>
                  </a:lnTo>
                  <a:lnTo>
                    <a:pt x="4988721" y="0"/>
                  </a:lnTo>
                  <a:lnTo>
                    <a:pt x="4987010" y="0"/>
                  </a:lnTo>
                  <a:lnTo>
                    <a:pt x="4985298" y="0"/>
                  </a:lnTo>
                  <a:lnTo>
                    <a:pt x="4983587" y="0"/>
                  </a:lnTo>
                  <a:lnTo>
                    <a:pt x="4981875" y="0"/>
                  </a:lnTo>
                  <a:lnTo>
                    <a:pt x="4980164" y="0"/>
                  </a:lnTo>
                  <a:lnTo>
                    <a:pt x="4978453" y="0"/>
                  </a:lnTo>
                  <a:lnTo>
                    <a:pt x="4976741" y="0"/>
                  </a:lnTo>
                  <a:lnTo>
                    <a:pt x="4975030" y="0"/>
                  </a:lnTo>
                  <a:lnTo>
                    <a:pt x="4973318" y="0"/>
                  </a:lnTo>
                  <a:lnTo>
                    <a:pt x="4971607" y="0"/>
                  </a:lnTo>
                  <a:lnTo>
                    <a:pt x="4969896" y="0"/>
                  </a:lnTo>
                  <a:lnTo>
                    <a:pt x="4968184" y="0"/>
                  </a:lnTo>
                  <a:lnTo>
                    <a:pt x="4966473" y="0"/>
                  </a:lnTo>
                  <a:lnTo>
                    <a:pt x="4964761" y="0"/>
                  </a:lnTo>
                  <a:lnTo>
                    <a:pt x="4963050" y="0"/>
                  </a:lnTo>
                  <a:lnTo>
                    <a:pt x="4961339" y="0"/>
                  </a:lnTo>
                  <a:lnTo>
                    <a:pt x="4959627" y="0"/>
                  </a:lnTo>
                  <a:lnTo>
                    <a:pt x="4957916" y="0"/>
                  </a:lnTo>
                  <a:lnTo>
                    <a:pt x="4956204" y="0"/>
                  </a:lnTo>
                  <a:lnTo>
                    <a:pt x="4954493" y="0"/>
                  </a:lnTo>
                  <a:lnTo>
                    <a:pt x="4952782" y="0"/>
                  </a:lnTo>
                  <a:lnTo>
                    <a:pt x="4951070" y="0"/>
                  </a:lnTo>
                  <a:lnTo>
                    <a:pt x="4949359" y="0"/>
                  </a:lnTo>
                  <a:lnTo>
                    <a:pt x="4947648" y="0"/>
                  </a:lnTo>
                  <a:lnTo>
                    <a:pt x="4945936" y="0"/>
                  </a:lnTo>
                  <a:lnTo>
                    <a:pt x="4944225" y="0"/>
                  </a:lnTo>
                  <a:lnTo>
                    <a:pt x="4942513" y="0"/>
                  </a:lnTo>
                  <a:lnTo>
                    <a:pt x="4940802" y="0"/>
                  </a:lnTo>
                  <a:lnTo>
                    <a:pt x="4939091" y="0"/>
                  </a:lnTo>
                  <a:lnTo>
                    <a:pt x="4937379" y="0"/>
                  </a:lnTo>
                  <a:lnTo>
                    <a:pt x="4935668" y="0"/>
                  </a:lnTo>
                  <a:lnTo>
                    <a:pt x="4933956" y="0"/>
                  </a:lnTo>
                  <a:lnTo>
                    <a:pt x="4932245" y="0"/>
                  </a:lnTo>
                  <a:lnTo>
                    <a:pt x="4930534" y="0"/>
                  </a:lnTo>
                  <a:lnTo>
                    <a:pt x="4928822" y="0"/>
                  </a:lnTo>
                  <a:lnTo>
                    <a:pt x="4927111" y="0"/>
                  </a:lnTo>
                  <a:lnTo>
                    <a:pt x="4925399" y="0"/>
                  </a:lnTo>
                  <a:lnTo>
                    <a:pt x="4923688" y="0"/>
                  </a:lnTo>
                  <a:lnTo>
                    <a:pt x="4921977" y="0"/>
                  </a:lnTo>
                  <a:lnTo>
                    <a:pt x="4920265" y="0"/>
                  </a:lnTo>
                  <a:lnTo>
                    <a:pt x="4918554" y="0"/>
                  </a:lnTo>
                  <a:lnTo>
                    <a:pt x="4916842" y="0"/>
                  </a:lnTo>
                  <a:lnTo>
                    <a:pt x="4915131" y="0"/>
                  </a:lnTo>
                  <a:lnTo>
                    <a:pt x="4913420" y="0"/>
                  </a:lnTo>
                  <a:lnTo>
                    <a:pt x="4911708" y="0"/>
                  </a:lnTo>
                  <a:lnTo>
                    <a:pt x="4909997" y="0"/>
                  </a:lnTo>
                  <a:lnTo>
                    <a:pt x="4908285" y="0"/>
                  </a:lnTo>
                  <a:lnTo>
                    <a:pt x="4906574" y="0"/>
                  </a:lnTo>
                  <a:lnTo>
                    <a:pt x="4904863" y="0"/>
                  </a:lnTo>
                  <a:lnTo>
                    <a:pt x="4903151" y="0"/>
                  </a:lnTo>
                  <a:lnTo>
                    <a:pt x="4901440" y="0"/>
                  </a:lnTo>
                  <a:lnTo>
                    <a:pt x="4899728" y="0"/>
                  </a:lnTo>
                  <a:lnTo>
                    <a:pt x="4898017" y="0"/>
                  </a:lnTo>
                  <a:lnTo>
                    <a:pt x="4896306" y="0"/>
                  </a:lnTo>
                  <a:lnTo>
                    <a:pt x="4894594" y="0"/>
                  </a:lnTo>
                  <a:lnTo>
                    <a:pt x="4892883" y="0"/>
                  </a:lnTo>
                  <a:lnTo>
                    <a:pt x="4891171" y="0"/>
                  </a:lnTo>
                  <a:lnTo>
                    <a:pt x="4889460" y="0"/>
                  </a:lnTo>
                  <a:lnTo>
                    <a:pt x="4887749" y="0"/>
                  </a:lnTo>
                  <a:lnTo>
                    <a:pt x="4886037" y="0"/>
                  </a:lnTo>
                  <a:lnTo>
                    <a:pt x="4884326" y="0"/>
                  </a:lnTo>
                  <a:lnTo>
                    <a:pt x="4882614" y="0"/>
                  </a:lnTo>
                  <a:lnTo>
                    <a:pt x="4880903" y="0"/>
                  </a:lnTo>
                  <a:lnTo>
                    <a:pt x="4879192" y="0"/>
                  </a:lnTo>
                  <a:lnTo>
                    <a:pt x="4877480" y="0"/>
                  </a:lnTo>
                  <a:lnTo>
                    <a:pt x="4875769" y="0"/>
                  </a:lnTo>
                  <a:lnTo>
                    <a:pt x="4874057" y="0"/>
                  </a:lnTo>
                  <a:lnTo>
                    <a:pt x="4872346" y="0"/>
                  </a:lnTo>
                  <a:lnTo>
                    <a:pt x="4870635" y="0"/>
                  </a:lnTo>
                  <a:lnTo>
                    <a:pt x="4868923" y="0"/>
                  </a:lnTo>
                  <a:lnTo>
                    <a:pt x="4867212" y="0"/>
                  </a:lnTo>
                  <a:lnTo>
                    <a:pt x="4865500" y="0"/>
                  </a:lnTo>
                  <a:lnTo>
                    <a:pt x="4863789" y="0"/>
                  </a:lnTo>
                  <a:lnTo>
                    <a:pt x="4862078" y="0"/>
                  </a:lnTo>
                  <a:lnTo>
                    <a:pt x="4860366" y="0"/>
                  </a:lnTo>
                  <a:lnTo>
                    <a:pt x="4858655" y="0"/>
                  </a:lnTo>
                  <a:lnTo>
                    <a:pt x="4856943" y="0"/>
                  </a:lnTo>
                  <a:lnTo>
                    <a:pt x="4855232" y="0"/>
                  </a:lnTo>
                  <a:lnTo>
                    <a:pt x="4853521" y="0"/>
                  </a:lnTo>
                  <a:lnTo>
                    <a:pt x="4851809" y="0"/>
                  </a:lnTo>
                  <a:lnTo>
                    <a:pt x="4850098" y="0"/>
                  </a:lnTo>
                  <a:lnTo>
                    <a:pt x="4848387" y="0"/>
                  </a:lnTo>
                  <a:lnTo>
                    <a:pt x="4846675" y="0"/>
                  </a:lnTo>
                  <a:lnTo>
                    <a:pt x="4844964" y="0"/>
                  </a:lnTo>
                  <a:lnTo>
                    <a:pt x="4843252" y="0"/>
                  </a:lnTo>
                  <a:lnTo>
                    <a:pt x="4841541" y="0"/>
                  </a:lnTo>
                  <a:lnTo>
                    <a:pt x="4839830" y="0"/>
                  </a:lnTo>
                  <a:lnTo>
                    <a:pt x="4838118" y="0"/>
                  </a:lnTo>
                  <a:lnTo>
                    <a:pt x="4836407" y="0"/>
                  </a:lnTo>
                  <a:lnTo>
                    <a:pt x="4834695" y="0"/>
                  </a:lnTo>
                  <a:lnTo>
                    <a:pt x="4832984" y="0"/>
                  </a:lnTo>
                  <a:lnTo>
                    <a:pt x="4831273" y="0"/>
                  </a:lnTo>
                  <a:lnTo>
                    <a:pt x="4829561" y="0"/>
                  </a:lnTo>
                  <a:lnTo>
                    <a:pt x="4827850" y="0"/>
                  </a:lnTo>
                  <a:lnTo>
                    <a:pt x="4826138" y="0"/>
                  </a:lnTo>
                  <a:lnTo>
                    <a:pt x="4824427" y="0"/>
                  </a:lnTo>
                  <a:lnTo>
                    <a:pt x="4822716" y="0"/>
                  </a:lnTo>
                  <a:lnTo>
                    <a:pt x="4821004" y="0"/>
                  </a:lnTo>
                  <a:lnTo>
                    <a:pt x="4819293" y="0"/>
                  </a:lnTo>
                  <a:lnTo>
                    <a:pt x="4817581" y="0"/>
                  </a:lnTo>
                  <a:lnTo>
                    <a:pt x="4815870" y="0"/>
                  </a:lnTo>
                  <a:lnTo>
                    <a:pt x="4814159" y="0"/>
                  </a:lnTo>
                  <a:lnTo>
                    <a:pt x="4812447" y="0"/>
                  </a:lnTo>
                  <a:lnTo>
                    <a:pt x="4810736" y="0"/>
                  </a:lnTo>
                  <a:lnTo>
                    <a:pt x="4809024" y="0"/>
                  </a:lnTo>
                  <a:lnTo>
                    <a:pt x="4807313" y="0"/>
                  </a:lnTo>
                  <a:lnTo>
                    <a:pt x="4805602" y="0"/>
                  </a:lnTo>
                  <a:lnTo>
                    <a:pt x="4803890" y="0"/>
                  </a:lnTo>
                  <a:lnTo>
                    <a:pt x="4802179" y="0"/>
                  </a:lnTo>
                  <a:lnTo>
                    <a:pt x="4800467" y="0"/>
                  </a:lnTo>
                  <a:lnTo>
                    <a:pt x="4798756" y="0"/>
                  </a:lnTo>
                  <a:lnTo>
                    <a:pt x="4797045" y="0"/>
                  </a:lnTo>
                  <a:lnTo>
                    <a:pt x="4795333" y="0"/>
                  </a:lnTo>
                  <a:lnTo>
                    <a:pt x="4793622" y="0"/>
                  </a:lnTo>
                  <a:lnTo>
                    <a:pt x="4791910" y="0"/>
                  </a:lnTo>
                  <a:lnTo>
                    <a:pt x="4790199" y="0"/>
                  </a:lnTo>
                  <a:lnTo>
                    <a:pt x="4788488" y="0"/>
                  </a:lnTo>
                  <a:lnTo>
                    <a:pt x="4786776" y="0"/>
                  </a:lnTo>
                  <a:lnTo>
                    <a:pt x="4785065" y="0"/>
                  </a:lnTo>
                  <a:lnTo>
                    <a:pt x="4783353" y="0"/>
                  </a:lnTo>
                  <a:lnTo>
                    <a:pt x="4781642" y="0"/>
                  </a:lnTo>
                  <a:lnTo>
                    <a:pt x="4779931" y="0"/>
                  </a:lnTo>
                  <a:lnTo>
                    <a:pt x="4778219" y="0"/>
                  </a:lnTo>
                  <a:lnTo>
                    <a:pt x="4776508" y="0"/>
                  </a:lnTo>
                  <a:lnTo>
                    <a:pt x="4774796" y="0"/>
                  </a:lnTo>
                  <a:lnTo>
                    <a:pt x="4773085" y="0"/>
                  </a:lnTo>
                  <a:lnTo>
                    <a:pt x="4771374" y="0"/>
                  </a:lnTo>
                  <a:lnTo>
                    <a:pt x="4769662" y="0"/>
                  </a:lnTo>
                  <a:lnTo>
                    <a:pt x="4767951" y="0"/>
                  </a:lnTo>
                  <a:lnTo>
                    <a:pt x="4766239" y="0"/>
                  </a:lnTo>
                  <a:lnTo>
                    <a:pt x="4764528" y="0"/>
                  </a:lnTo>
                  <a:lnTo>
                    <a:pt x="4762817" y="0"/>
                  </a:lnTo>
                  <a:lnTo>
                    <a:pt x="4761105" y="0"/>
                  </a:lnTo>
                  <a:lnTo>
                    <a:pt x="4759394" y="0"/>
                  </a:lnTo>
                  <a:lnTo>
                    <a:pt x="4757682" y="0"/>
                  </a:lnTo>
                  <a:lnTo>
                    <a:pt x="4755971" y="0"/>
                  </a:lnTo>
                  <a:lnTo>
                    <a:pt x="4754260" y="0"/>
                  </a:lnTo>
                  <a:lnTo>
                    <a:pt x="4752548" y="0"/>
                  </a:lnTo>
                  <a:lnTo>
                    <a:pt x="4750837" y="0"/>
                  </a:lnTo>
                  <a:lnTo>
                    <a:pt x="4749125" y="0"/>
                  </a:lnTo>
                  <a:lnTo>
                    <a:pt x="4747414" y="0"/>
                  </a:lnTo>
                  <a:lnTo>
                    <a:pt x="4745703" y="0"/>
                  </a:lnTo>
                  <a:lnTo>
                    <a:pt x="4743991" y="0"/>
                  </a:lnTo>
                  <a:lnTo>
                    <a:pt x="4742280" y="0"/>
                  </a:lnTo>
                  <a:lnTo>
                    <a:pt x="4740569" y="0"/>
                  </a:lnTo>
                  <a:lnTo>
                    <a:pt x="4738857" y="0"/>
                  </a:lnTo>
                  <a:lnTo>
                    <a:pt x="4737146" y="0"/>
                  </a:lnTo>
                  <a:lnTo>
                    <a:pt x="4735434" y="0"/>
                  </a:lnTo>
                  <a:lnTo>
                    <a:pt x="4733723" y="0"/>
                  </a:lnTo>
                  <a:lnTo>
                    <a:pt x="4732012" y="0"/>
                  </a:lnTo>
                  <a:lnTo>
                    <a:pt x="4730300" y="0"/>
                  </a:lnTo>
                  <a:lnTo>
                    <a:pt x="4728589" y="0"/>
                  </a:lnTo>
                  <a:lnTo>
                    <a:pt x="4726877" y="0"/>
                  </a:lnTo>
                  <a:lnTo>
                    <a:pt x="4725166" y="0"/>
                  </a:lnTo>
                  <a:lnTo>
                    <a:pt x="4723455" y="0"/>
                  </a:lnTo>
                  <a:lnTo>
                    <a:pt x="4721743" y="0"/>
                  </a:lnTo>
                  <a:lnTo>
                    <a:pt x="4720032" y="0"/>
                  </a:lnTo>
                  <a:lnTo>
                    <a:pt x="4718320" y="0"/>
                  </a:lnTo>
                  <a:lnTo>
                    <a:pt x="4716609" y="0"/>
                  </a:lnTo>
                  <a:lnTo>
                    <a:pt x="4714898" y="0"/>
                  </a:lnTo>
                  <a:lnTo>
                    <a:pt x="4713186" y="0"/>
                  </a:lnTo>
                  <a:lnTo>
                    <a:pt x="4711475" y="0"/>
                  </a:lnTo>
                  <a:lnTo>
                    <a:pt x="4709763" y="0"/>
                  </a:lnTo>
                  <a:lnTo>
                    <a:pt x="4708052" y="0"/>
                  </a:lnTo>
                  <a:lnTo>
                    <a:pt x="4706341" y="0"/>
                  </a:lnTo>
                  <a:lnTo>
                    <a:pt x="4704629" y="0"/>
                  </a:lnTo>
                  <a:lnTo>
                    <a:pt x="4702918" y="0"/>
                  </a:lnTo>
                  <a:lnTo>
                    <a:pt x="4701206" y="0"/>
                  </a:lnTo>
                  <a:lnTo>
                    <a:pt x="4699495" y="0"/>
                  </a:lnTo>
                  <a:lnTo>
                    <a:pt x="4697784" y="0"/>
                  </a:lnTo>
                  <a:lnTo>
                    <a:pt x="4696072" y="0"/>
                  </a:lnTo>
                  <a:lnTo>
                    <a:pt x="4694361" y="0"/>
                  </a:lnTo>
                  <a:lnTo>
                    <a:pt x="4692649" y="0"/>
                  </a:lnTo>
                  <a:lnTo>
                    <a:pt x="4690938" y="0"/>
                  </a:lnTo>
                  <a:lnTo>
                    <a:pt x="4689227" y="0"/>
                  </a:lnTo>
                  <a:lnTo>
                    <a:pt x="4687515" y="0"/>
                  </a:lnTo>
                  <a:lnTo>
                    <a:pt x="4685804" y="0"/>
                  </a:lnTo>
                  <a:lnTo>
                    <a:pt x="4684092" y="0"/>
                  </a:lnTo>
                  <a:lnTo>
                    <a:pt x="4682381" y="0"/>
                  </a:lnTo>
                  <a:lnTo>
                    <a:pt x="4680670" y="0"/>
                  </a:lnTo>
                  <a:lnTo>
                    <a:pt x="4678958" y="0"/>
                  </a:lnTo>
                  <a:lnTo>
                    <a:pt x="4677247" y="0"/>
                  </a:lnTo>
                  <a:lnTo>
                    <a:pt x="4675535" y="0"/>
                  </a:lnTo>
                  <a:lnTo>
                    <a:pt x="4673824" y="0"/>
                  </a:lnTo>
                  <a:lnTo>
                    <a:pt x="4672113" y="0"/>
                  </a:lnTo>
                  <a:lnTo>
                    <a:pt x="4670401" y="0"/>
                  </a:lnTo>
                  <a:lnTo>
                    <a:pt x="4668690" y="0"/>
                  </a:lnTo>
                  <a:lnTo>
                    <a:pt x="4666978" y="0"/>
                  </a:lnTo>
                  <a:lnTo>
                    <a:pt x="4665267" y="0"/>
                  </a:lnTo>
                  <a:lnTo>
                    <a:pt x="4663556" y="0"/>
                  </a:lnTo>
                  <a:lnTo>
                    <a:pt x="4661844" y="0"/>
                  </a:lnTo>
                  <a:lnTo>
                    <a:pt x="4660133" y="0"/>
                  </a:lnTo>
                  <a:lnTo>
                    <a:pt x="4658421" y="0"/>
                  </a:lnTo>
                  <a:lnTo>
                    <a:pt x="4656710" y="0"/>
                  </a:lnTo>
                  <a:lnTo>
                    <a:pt x="4654999" y="0"/>
                  </a:lnTo>
                  <a:lnTo>
                    <a:pt x="4653287" y="0"/>
                  </a:lnTo>
                  <a:lnTo>
                    <a:pt x="4651576" y="0"/>
                  </a:lnTo>
                  <a:lnTo>
                    <a:pt x="4649864" y="0"/>
                  </a:lnTo>
                  <a:lnTo>
                    <a:pt x="4648153" y="0"/>
                  </a:lnTo>
                  <a:lnTo>
                    <a:pt x="4646442" y="0"/>
                  </a:lnTo>
                  <a:lnTo>
                    <a:pt x="4644730" y="0"/>
                  </a:lnTo>
                  <a:lnTo>
                    <a:pt x="4643019" y="0"/>
                  </a:lnTo>
                  <a:lnTo>
                    <a:pt x="4641307" y="0"/>
                  </a:lnTo>
                  <a:lnTo>
                    <a:pt x="4639596" y="0"/>
                  </a:lnTo>
                  <a:lnTo>
                    <a:pt x="4637885" y="0"/>
                  </a:lnTo>
                  <a:lnTo>
                    <a:pt x="4636173" y="0"/>
                  </a:lnTo>
                  <a:lnTo>
                    <a:pt x="4634462" y="0"/>
                  </a:lnTo>
                  <a:lnTo>
                    <a:pt x="4632751" y="0"/>
                  </a:lnTo>
                  <a:lnTo>
                    <a:pt x="4631039" y="0"/>
                  </a:lnTo>
                  <a:lnTo>
                    <a:pt x="4629328" y="0"/>
                  </a:lnTo>
                  <a:lnTo>
                    <a:pt x="4627616" y="0"/>
                  </a:lnTo>
                  <a:lnTo>
                    <a:pt x="4625905" y="0"/>
                  </a:lnTo>
                  <a:lnTo>
                    <a:pt x="4624194" y="0"/>
                  </a:lnTo>
                  <a:lnTo>
                    <a:pt x="4622482" y="0"/>
                  </a:lnTo>
                  <a:lnTo>
                    <a:pt x="4620771" y="0"/>
                  </a:lnTo>
                  <a:lnTo>
                    <a:pt x="4619059" y="0"/>
                  </a:lnTo>
                  <a:lnTo>
                    <a:pt x="4617348" y="0"/>
                  </a:lnTo>
                  <a:lnTo>
                    <a:pt x="4615637" y="0"/>
                  </a:lnTo>
                  <a:lnTo>
                    <a:pt x="4613925" y="0"/>
                  </a:lnTo>
                  <a:lnTo>
                    <a:pt x="4612214" y="0"/>
                  </a:lnTo>
                  <a:lnTo>
                    <a:pt x="4610502" y="0"/>
                  </a:lnTo>
                  <a:lnTo>
                    <a:pt x="4608791" y="0"/>
                  </a:lnTo>
                  <a:lnTo>
                    <a:pt x="4607080" y="0"/>
                  </a:lnTo>
                  <a:lnTo>
                    <a:pt x="4605368" y="0"/>
                  </a:lnTo>
                  <a:lnTo>
                    <a:pt x="4603657" y="0"/>
                  </a:lnTo>
                  <a:lnTo>
                    <a:pt x="4601945" y="0"/>
                  </a:lnTo>
                  <a:lnTo>
                    <a:pt x="4600234" y="0"/>
                  </a:lnTo>
                  <a:lnTo>
                    <a:pt x="4598523" y="0"/>
                  </a:lnTo>
                  <a:lnTo>
                    <a:pt x="4596811" y="0"/>
                  </a:lnTo>
                  <a:lnTo>
                    <a:pt x="4595100" y="0"/>
                  </a:lnTo>
                  <a:lnTo>
                    <a:pt x="4593388" y="0"/>
                  </a:lnTo>
                  <a:lnTo>
                    <a:pt x="4591677" y="0"/>
                  </a:lnTo>
                  <a:lnTo>
                    <a:pt x="4589966" y="0"/>
                  </a:lnTo>
                  <a:lnTo>
                    <a:pt x="4588254" y="0"/>
                  </a:lnTo>
                  <a:lnTo>
                    <a:pt x="4586543" y="0"/>
                  </a:lnTo>
                  <a:lnTo>
                    <a:pt x="4584831" y="0"/>
                  </a:lnTo>
                  <a:lnTo>
                    <a:pt x="4583120" y="0"/>
                  </a:lnTo>
                  <a:lnTo>
                    <a:pt x="4581409" y="0"/>
                  </a:lnTo>
                  <a:lnTo>
                    <a:pt x="4579697" y="0"/>
                  </a:lnTo>
                  <a:lnTo>
                    <a:pt x="4577986" y="0"/>
                  </a:lnTo>
                  <a:lnTo>
                    <a:pt x="4576274" y="0"/>
                  </a:lnTo>
                  <a:lnTo>
                    <a:pt x="4574563" y="0"/>
                  </a:lnTo>
                  <a:lnTo>
                    <a:pt x="4572852" y="0"/>
                  </a:lnTo>
                  <a:lnTo>
                    <a:pt x="4571140" y="0"/>
                  </a:lnTo>
                  <a:lnTo>
                    <a:pt x="4569429" y="0"/>
                  </a:lnTo>
                  <a:lnTo>
                    <a:pt x="4567717" y="0"/>
                  </a:lnTo>
                  <a:lnTo>
                    <a:pt x="4566006" y="0"/>
                  </a:lnTo>
                  <a:lnTo>
                    <a:pt x="4564295" y="0"/>
                  </a:lnTo>
                  <a:lnTo>
                    <a:pt x="4562583" y="0"/>
                  </a:lnTo>
                  <a:lnTo>
                    <a:pt x="4560872" y="0"/>
                  </a:lnTo>
                  <a:lnTo>
                    <a:pt x="4559160" y="0"/>
                  </a:lnTo>
                  <a:lnTo>
                    <a:pt x="4557449" y="0"/>
                  </a:lnTo>
                  <a:lnTo>
                    <a:pt x="4555738" y="0"/>
                  </a:lnTo>
                  <a:lnTo>
                    <a:pt x="4554026" y="0"/>
                  </a:lnTo>
                  <a:lnTo>
                    <a:pt x="4552315" y="0"/>
                  </a:lnTo>
                  <a:lnTo>
                    <a:pt x="4550603" y="0"/>
                  </a:lnTo>
                  <a:lnTo>
                    <a:pt x="4548892" y="0"/>
                  </a:lnTo>
                  <a:lnTo>
                    <a:pt x="4547181" y="0"/>
                  </a:lnTo>
                  <a:lnTo>
                    <a:pt x="4545469" y="0"/>
                  </a:lnTo>
                  <a:lnTo>
                    <a:pt x="4543758" y="0"/>
                  </a:lnTo>
                  <a:lnTo>
                    <a:pt x="4542046" y="0"/>
                  </a:lnTo>
                  <a:lnTo>
                    <a:pt x="4540335" y="0"/>
                  </a:lnTo>
                  <a:lnTo>
                    <a:pt x="4538624" y="0"/>
                  </a:lnTo>
                  <a:lnTo>
                    <a:pt x="4536912" y="0"/>
                  </a:lnTo>
                  <a:lnTo>
                    <a:pt x="4535201" y="0"/>
                  </a:lnTo>
                  <a:lnTo>
                    <a:pt x="4533489" y="0"/>
                  </a:lnTo>
                  <a:lnTo>
                    <a:pt x="4531778" y="0"/>
                  </a:lnTo>
                  <a:lnTo>
                    <a:pt x="4530067" y="0"/>
                  </a:lnTo>
                  <a:lnTo>
                    <a:pt x="4528355" y="0"/>
                  </a:lnTo>
                  <a:lnTo>
                    <a:pt x="4526644" y="0"/>
                  </a:lnTo>
                  <a:lnTo>
                    <a:pt x="4524933" y="0"/>
                  </a:lnTo>
                  <a:lnTo>
                    <a:pt x="4523221" y="0"/>
                  </a:lnTo>
                  <a:lnTo>
                    <a:pt x="4521510" y="0"/>
                  </a:lnTo>
                  <a:lnTo>
                    <a:pt x="4519798" y="0"/>
                  </a:lnTo>
                  <a:lnTo>
                    <a:pt x="4518087" y="0"/>
                  </a:lnTo>
                  <a:lnTo>
                    <a:pt x="4516376" y="0"/>
                  </a:lnTo>
                  <a:lnTo>
                    <a:pt x="4514664" y="0"/>
                  </a:lnTo>
                  <a:lnTo>
                    <a:pt x="4512953" y="0"/>
                  </a:lnTo>
                  <a:lnTo>
                    <a:pt x="4511241" y="0"/>
                  </a:lnTo>
                  <a:lnTo>
                    <a:pt x="4509530" y="0"/>
                  </a:lnTo>
                  <a:lnTo>
                    <a:pt x="4507819" y="0"/>
                  </a:lnTo>
                  <a:lnTo>
                    <a:pt x="4506107" y="0"/>
                  </a:lnTo>
                  <a:lnTo>
                    <a:pt x="4504396" y="0"/>
                  </a:lnTo>
                  <a:lnTo>
                    <a:pt x="4502684" y="0"/>
                  </a:lnTo>
                  <a:lnTo>
                    <a:pt x="4500973" y="0"/>
                  </a:lnTo>
                  <a:lnTo>
                    <a:pt x="4499262" y="0"/>
                  </a:lnTo>
                  <a:lnTo>
                    <a:pt x="4497550" y="0"/>
                  </a:lnTo>
                  <a:lnTo>
                    <a:pt x="4495839" y="0"/>
                  </a:lnTo>
                  <a:lnTo>
                    <a:pt x="4494127" y="0"/>
                  </a:lnTo>
                  <a:lnTo>
                    <a:pt x="4492416" y="0"/>
                  </a:lnTo>
                  <a:lnTo>
                    <a:pt x="4490705" y="0"/>
                  </a:lnTo>
                  <a:lnTo>
                    <a:pt x="4488993" y="0"/>
                  </a:lnTo>
                  <a:lnTo>
                    <a:pt x="4487282" y="0"/>
                  </a:lnTo>
                  <a:lnTo>
                    <a:pt x="4485570" y="0"/>
                  </a:lnTo>
                  <a:lnTo>
                    <a:pt x="4483859" y="0"/>
                  </a:lnTo>
                  <a:lnTo>
                    <a:pt x="4482148" y="0"/>
                  </a:lnTo>
                  <a:lnTo>
                    <a:pt x="4480436" y="0"/>
                  </a:lnTo>
                  <a:lnTo>
                    <a:pt x="4478725" y="0"/>
                  </a:lnTo>
                  <a:lnTo>
                    <a:pt x="4477013" y="0"/>
                  </a:lnTo>
                  <a:lnTo>
                    <a:pt x="4475302" y="0"/>
                  </a:lnTo>
                  <a:lnTo>
                    <a:pt x="4473591" y="0"/>
                  </a:lnTo>
                  <a:lnTo>
                    <a:pt x="4471879" y="0"/>
                  </a:lnTo>
                  <a:lnTo>
                    <a:pt x="4470168" y="0"/>
                  </a:lnTo>
                  <a:lnTo>
                    <a:pt x="4468456" y="0"/>
                  </a:lnTo>
                  <a:lnTo>
                    <a:pt x="4466745" y="0"/>
                  </a:lnTo>
                  <a:lnTo>
                    <a:pt x="4465034" y="0"/>
                  </a:lnTo>
                  <a:lnTo>
                    <a:pt x="4463322" y="0"/>
                  </a:lnTo>
                  <a:lnTo>
                    <a:pt x="4461611" y="0"/>
                  </a:lnTo>
                  <a:lnTo>
                    <a:pt x="4459899" y="0"/>
                  </a:lnTo>
                  <a:lnTo>
                    <a:pt x="4458188" y="0"/>
                  </a:lnTo>
                  <a:lnTo>
                    <a:pt x="4456477" y="0"/>
                  </a:lnTo>
                  <a:lnTo>
                    <a:pt x="4454765" y="0"/>
                  </a:lnTo>
                  <a:lnTo>
                    <a:pt x="4453054" y="0"/>
                  </a:lnTo>
                  <a:lnTo>
                    <a:pt x="4451342" y="0"/>
                  </a:lnTo>
                  <a:lnTo>
                    <a:pt x="4449631" y="0"/>
                  </a:lnTo>
                  <a:lnTo>
                    <a:pt x="4447920" y="0"/>
                  </a:lnTo>
                  <a:lnTo>
                    <a:pt x="4446208" y="0"/>
                  </a:lnTo>
                  <a:lnTo>
                    <a:pt x="4444497" y="0"/>
                  </a:lnTo>
                  <a:lnTo>
                    <a:pt x="4442785" y="0"/>
                  </a:lnTo>
                  <a:lnTo>
                    <a:pt x="4441074" y="0"/>
                  </a:lnTo>
                  <a:lnTo>
                    <a:pt x="4439363" y="0"/>
                  </a:lnTo>
                  <a:lnTo>
                    <a:pt x="4437651" y="0"/>
                  </a:lnTo>
                  <a:lnTo>
                    <a:pt x="4435940" y="0"/>
                  </a:lnTo>
                  <a:lnTo>
                    <a:pt x="4434228" y="0"/>
                  </a:lnTo>
                  <a:lnTo>
                    <a:pt x="4432517" y="0"/>
                  </a:lnTo>
                  <a:lnTo>
                    <a:pt x="4430806" y="0"/>
                  </a:lnTo>
                  <a:lnTo>
                    <a:pt x="4429094" y="0"/>
                  </a:lnTo>
                  <a:lnTo>
                    <a:pt x="4427383" y="0"/>
                  </a:lnTo>
                  <a:lnTo>
                    <a:pt x="4425672" y="0"/>
                  </a:lnTo>
                  <a:lnTo>
                    <a:pt x="4423960" y="0"/>
                  </a:lnTo>
                  <a:lnTo>
                    <a:pt x="4422249" y="0"/>
                  </a:lnTo>
                  <a:lnTo>
                    <a:pt x="4420537" y="0"/>
                  </a:lnTo>
                  <a:lnTo>
                    <a:pt x="4418826" y="0"/>
                  </a:lnTo>
                  <a:lnTo>
                    <a:pt x="4417115" y="0"/>
                  </a:lnTo>
                  <a:lnTo>
                    <a:pt x="4415403" y="0"/>
                  </a:lnTo>
                  <a:lnTo>
                    <a:pt x="4413692" y="0"/>
                  </a:lnTo>
                  <a:lnTo>
                    <a:pt x="4411980" y="0"/>
                  </a:lnTo>
                  <a:lnTo>
                    <a:pt x="4410269" y="0"/>
                  </a:lnTo>
                  <a:lnTo>
                    <a:pt x="4408558" y="0"/>
                  </a:lnTo>
                  <a:lnTo>
                    <a:pt x="4406846" y="0"/>
                  </a:lnTo>
                  <a:lnTo>
                    <a:pt x="4405135" y="0"/>
                  </a:lnTo>
                  <a:lnTo>
                    <a:pt x="4403423" y="0"/>
                  </a:lnTo>
                  <a:lnTo>
                    <a:pt x="4401712" y="0"/>
                  </a:lnTo>
                  <a:lnTo>
                    <a:pt x="4400001" y="0"/>
                  </a:lnTo>
                  <a:lnTo>
                    <a:pt x="4398289" y="0"/>
                  </a:lnTo>
                  <a:lnTo>
                    <a:pt x="4396578" y="0"/>
                  </a:lnTo>
                  <a:lnTo>
                    <a:pt x="4394866" y="0"/>
                  </a:lnTo>
                  <a:lnTo>
                    <a:pt x="4393155" y="0"/>
                  </a:lnTo>
                  <a:lnTo>
                    <a:pt x="4391444" y="0"/>
                  </a:lnTo>
                  <a:lnTo>
                    <a:pt x="4389732" y="0"/>
                  </a:lnTo>
                  <a:lnTo>
                    <a:pt x="4388021" y="0"/>
                  </a:lnTo>
                  <a:lnTo>
                    <a:pt x="4386309" y="0"/>
                  </a:lnTo>
                  <a:lnTo>
                    <a:pt x="4384598" y="0"/>
                  </a:lnTo>
                  <a:lnTo>
                    <a:pt x="4382887" y="0"/>
                  </a:lnTo>
                  <a:lnTo>
                    <a:pt x="4381175" y="0"/>
                  </a:lnTo>
                  <a:lnTo>
                    <a:pt x="4379464" y="0"/>
                  </a:lnTo>
                  <a:lnTo>
                    <a:pt x="4377752" y="0"/>
                  </a:lnTo>
                  <a:lnTo>
                    <a:pt x="4376041" y="0"/>
                  </a:lnTo>
                  <a:lnTo>
                    <a:pt x="4374330" y="0"/>
                  </a:lnTo>
                  <a:lnTo>
                    <a:pt x="4372618" y="0"/>
                  </a:lnTo>
                  <a:lnTo>
                    <a:pt x="4370907" y="0"/>
                  </a:lnTo>
                  <a:lnTo>
                    <a:pt x="4369195" y="0"/>
                  </a:lnTo>
                  <a:lnTo>
                    <a:pt x="4367484" y="0"/>
                  </a:lnTo>
                  <a:lnTo>
                    <a:pt x="4365773" y="0"/>
                  </a:lnTo>
                  <a:lnTo>
                    <a:pt x="4364061" y="0"/>
                  </a:lnTo>
                  <a:lnTo>
                    <a:pt x="4362350" y="0"/>
                  </a:lnTo>
                  <a:lnTo>
                    <a:pt x="4360638" y="0"/>
                  </a:lnTo>
                  <a:lnTo>
                    <a:pt x="4358927" y="0"/>
                  </a:lnTo>
                  <a:lnTo>
                    <a:pt x="4357216" y="0"/>
                  </a:lnTo>
                  <a:lnTo>
                    <a:pt x="4355504" y="0"/>
                  </a:lnTo>
                  <a:lnTo>
                    <a:pt x="4353793" y="0"/>
                  </a:lnTo>
                  <a:lnTo>
                    <a:pt x="4352081" y="0"/>
                  </a:lnTo>
                  <a:lnTo>
                    <a:pt x="4350370" y="0"/>
                  </a:lnTo>
                  <a:lnTo>
                    <a:pt x="4348659" y="0"/>
                  </a:lnTo>
                  <a:lnTo>
                    <a:pt x="4346947" y="0"/>
                  </a:lnTo>
                  <a:lnTo>
                    <a:pt x="4345236" y="0"/>
                  </a:lnTo>
                  <a:lnTo>
                    <a:pt x="4343524" y="0"/>
                  </a:lnTo>
                  <a:lnTo>
                    <a:pt x="4341813" y="0"/>
                  </a:lnTo>
                  <a:lnTo>
                    <a:pt x="4340102" y="0"/>
                  </a:lnTo>
                  <a:lnTo>
                    <a:pt x="4338390" y="0"/>
                  </a:lnTo>
                  <a:lnTo>
                    <a:pt x="4336679" y="0"/>
                  </a:lnTo>
                  <a:lnTo>
                    <a:pt x="4334967" y="0"/>
                  </a:lnTo>
                  <a:lnTo>
                    <a:pt x="4333256" y="0"/>
                  </a:lnTo>
                  <a:lnTo>
                    <a:pt x="4331545" y="0"/>
                  </a:lnTo>
                  <a:lnTo>
                    <a:pt x="4329833" y="0"/>
                  </a:lnTo>
                  <a:lnTo>
                    <a:pt x="4328122" y="0"/>
                  </a:lnTo>
                  <a:lnTo>
                    <a:pt x="4326410" y="0"/>
                  </a:lnTo>
                  <a:lnTo>
                    <a:pt x="4324699" y="0"/>
                  </a:lnTo>
                  <a:lnTo>
                    <a:pt x="4322988" y="0"/>
                  </a:lnTo>
                  <a:lnTo>
                    <a:pt x="4321276" y="0"/>
                  </a:lnTo>
                  <a:lnTo>
                    <a:pt x="4319565" y="0"/>
                  </a:lnTo>
                  <a:lnTo>
                    <a:pt x="4317854" y="0"/>
                  </a:lnTo>
                  <a:lnTo>
                    <a:pt x="4316142" y="0"/>
                  </a:lnTo>
                  <a:lnTo>
                    <a:pt x="4314431" y="0"/>
                  </a:lnTo>
                  <a:lnTo>
                    <a:pt x="4312719" y="0"/>
                  </a:lnTo>
                  <a:lnTo>
                    <a:pt x="4311008" y="0"/>
                  </a:lnTo>
                  <a:lnTo>
                    <a:pt x="4309297" y="0"/>
                  </a:lnTo>
                  <a:lnTo>
                    <a:pt x="4307585" y="0"/>
                  </a:lnTo>
                  <a:lnTo>
                    <a:pt x="4305874" y="0"/>
                  </a:lnTo>
                  <a:lnTo>
                    <a:pt x="4304162" y="0"/>
                  </a:lnTo>
                  <a:lnTo>
                    <a:pt x="4302451" y="0"/>
                  </a:lnTo>
                  <a:lnTo>
                    <a:pt x="4300740" y="0"/>
                  </a:lnTo>
                  <a:lnTo>
                    <a:pt x="4299028" y="0"/>
                  </a:lnTo>
                  <a:lnTo>
                    <a:pt x="4297317" y="0"/>
                  </a:lnTo>
                  <a:lnTo>
                    <a:pt x="4295605" y="0"/>
                  </a:lnTo>
                  <a:lnTo>
                    <a:pt x="4293894" y="0"/>
                  </a:lnTo>
                  <a:lnTo>
                    <a:pt x="4292183" y="0"/>
                  </a:lnTo>
                  <a:lnTo>
                    <a:pt x="4290471" y="0"/>
                  </a:lnTo>
                  <a:lnTo>
                    <a:pt x="4288760" y="0"/>
                  </a:lnTo>
                  <a:lnTo>
                    <a:pt x="4287048" y="0"/>
                  </a:lnTo>
                  <a:lnTo>
                    <a:pt x="4285337" y="0"/>
                  </a:lnTo>
                  <a:lnTo>
                    <a:pt x="4283626" y="0"/>
                  </a:lnTo>
                  <a:lnTo>
                    <a:pt x="4281914" y="0"/>
                  </a:lnTo>
                  <a:lnTo>
                    <a:pt x="4280203" y="0"/>
                  </a:lnTo>
                  <a:lnTo>
                    <a:pt x="4278491" y="0"/>
                  </a:lnTo>
                  <a:lnTo>
                    <a:pt x="4276780" y="0"/>
                  </a:lnTo>
                  <a:lnTo>
                    <a:pt x="4275069" y="0"/>
                  </a:lnTo>
                  <a:lnTo>
                    <a:pt x="4273357" y="0"/>
                  </a:lnTo>
                  <a:lnTo>
                    <a:pt x="4271646" y="0"/>
                  </a:lnTo>
                  <a:lnTo>
                    <a:pt x="4269934" y="0"/>
                  </a:lnTo>
                  <a:lnTo>
                    <a:pt x="4268223" y="0"/>
                  </a:lnTo>
                  <a:lnTo>
                    <a:pt x="4266512" y="0"/>
                  </a:lnTo>
                  <a:lnTo>
                    <a:pt x="4264800" y="0"/>
                  </a:lnTo>
                  <a:lnTo>
                    <a:pt x="4263089" y="0"/>
                  </a:lnTo>
                  <a:lnTo>
                    <a:pt x="4261377" y="0"/>
                  </a:lnTo>
                  <a:lnTo>
                    <a:pt x="4259666" y="0"/>
                  </a:lnTo>
                  <a:lnTo>
                    <a:pt x="4257955" y="0"/>
                  </a:lnTo>
                  <a:lnTo>
                    <a:pt x="4256243" y="0"/>
                  </a:lnTo>
                  <a:lnTo>
                    <a:pt x="4254532" y="0"/>
                  </a:lnTo>
                  <a:lnTo>
                    <a:pt x="4252820" y="0"/>
                  </a:lnTo>
                  <a:lnTo>
                    <a:pt x="4251109" y="0"/>
                  </a:lnTo>
                  <a:lnTo>
                    <a:pt x="4249398" y="0"/>
                  </a:lnTo>
                  <a:lnTo>
                    <a:pt x="4247686" y="0"/>
                  </a:lnTo>
                  <a:lnTo>
                    <a:pt x="4245975" y="0"/>
                  </a:lnTo>
                  <a:lnTo>
                    <a:pt x="4244263" y="0"/>
                  </a:lnTo>
                  <a:lnTo>
                    <a:pt x="4242552" y="0"/>
                  </a:lnTo>
                  <a:lnTo>
                    <a:pt x="4240841" y="0"/>
                  </a:lnTo>
                  <a:lnTo>
                    <a:pt x="4239129" y="0"/>
                  </a:lnTo>
                  <a:lnTo>
                    <a:pt x="4237418" y="0"/>
                  </a:lnTo>
                  <a:lnTo>
                    <a:pt x="4235706" y="0"/>
                  </a:lnTo>
                  <a:lnTo>
                    <a:pt x="4233995" y="0"/>
                  </a:lnTo>
                  <a:lnTo>
                    <a:pt x="4232284" y="0"/>
                  </a:lnTo>
                  <a:lnTo>
                    <a:pt x="4230572" y="0"/>
                  </a:lnTo>
                  <a:lnTo>
                    <a:pt x="4228861" y="0"/>
                  </a:lnTo>
                  <a:lnTo>
                    <a:pt x="4227149" y="0"/>
                  </a:lnTo>
                  <a:lnTo>
                    <a:pt x="4225438" y="0"/>
                  </a:lnTo>
                  <a:lnTo>
                    <a:pt x="4223727" y="0"/>
                  </a:lnTo>
                  <a:lnTo>
                    <a:pt x="4222015" y="0"/>
                  </a:lnTo>
                  <a:lnTo>
                    <a:pt x="4220304" y="0"/>
                  </a:lnTo>
                  <a:lnTo>
                    <a:pt x="4218592" y="0"/>
                  </a:lnTo>
                  <a:lnTo>
                    <a:pt x="4216881" y="0"/>
                  </a:lnTo>
                  <a:lnTo>
                    <a:pt x="4215170" y="0"/>
                  </a:lnTo>
                  <a:lnTo>
                    <a:pt x="4213458" y="0"/>
                  </a:lnTo>
                  <a:lnTo>
                    <a:pt x="4211747" y="0"/>
                  </a:lnTo>
                  <a:lnTo>
                    <a:pt x="4210036" y="0"/>
                  </a:lnTo>
                  <a:lnTo>
                    <a:pt x="4208324" y="0"/>
                  </a:lnTo>
                  <a:lnTo>
                    <a:pt x="4206613" y="0"/>
                  </a:lnTo>
                  <a:lnTo>
                    <a:pt x="4204901" y="0"/>
                  </a:lnTo>
                  <a:lnTo>
                    <a:pt x="4203190" y="0"/>
                  </a:lnTo>
                  <a:lnTo>
                    <a:pt x="4201479" y="0"/>
                  </a:lnTo>
                  <a:lnTo>
                    <a:pt x="4199767" y="0"/>
                  </a:lnTo>
                  <a:lnTo>
                    <a:pt x="4198056" y="0"/>
                  </a:lnTo>
                  <a:lnTo>
                    <a:pt x="4196344" y="0"/>
                  </a:lnTo>
                  <a:lnTo>
                    <a:pt x="4194633" y="0"/>
                  </a:lnTo>
                  <a:lnTo>
                    <a:pt x="4192922" y="0"/>
                  </a:lnTo>
                  <a:lnTo>
                    <a:pt x="4191210" y="0"/>
                  </a:lnTo>
                  <a:lnTo>
                    <a:pt x="4189499" y="0"/>
                  </a:lnTo>
                  <a:lnTo>
                    <a:pt x="4187787" y="0"/>
                  </a:lnTo>
                  <a:lnTo>
                    <a:pt x="4186076" y="0"/>
                  </a:lnTo>
                  <a:lnTo>
                    <a:pt x="4184365" y="0"/>
                  </a:lnTo>
                  <a:lnTo>
                    <a:pt x="4182653" y="0"/>
                  </a:lnTo>
                  <a:lnTo>
                    <a:pt x="4180942" y="0"/>
                  </a:lnTo>
                  <a:lnTo>
                    <a:pt x="4179230" y="0"/>
                  </a:lnTo>
                  <a:lnTo>
                    <a:pt x="4177519" y="0"/>
                  </a:lnTo>
                  <a:lnTo>
                    <a:pt x="4175808" y="0"/>
                  </a:lnTo>
                  <a:lnTo>
                    <a:pt x="4174096" y="0"/>
                  </a:lnTo>
                  <a:lnTo>
                    <a:pt x="4172385" y="0"/>
                  </a:lnTo>
                  <a:lnTo>
                    <a:pt x="4170673" y="0"/>
                  </a:lnTo>
                  <a:lnTo>
                    <a:pt x="4168962" y="0"/>
                  </a:lnTo>
                  <a:lnTo>
                    <a:pt x="4167251" y="0"/>
                  </a:lnTo>
                  <a:lnTo>
                    <a:pt x="4165539" y="0"/>
                  </a:lnTo>
                  <a:lnTo>
                    <a:pt x="4163828" y="0"/>
                  </a:lnTo>
                  <a:lnTo>
                    <a:pt x="4162116" y="0"/>
                  </a:lnTo>
                  <a:lnTo>
                    <a:pt x="4160405" y="0"/>
                  </a:lnTo>
                  <a:lnTo>
                    <a:pt x="4158694" y="0"/>
                  </a:lnTo>
                  <a:lnTo>
                    <a:pt x="4156982" y="0"/>
                  </a:lnTo>
                  <a:lnTo>
                    <a:pt x="4155271" y="0"/>
                  </a:lnTo>
                  <a:lnTo>
                    <a:pt x="4153559" y="0"/>
                  </a:lnTo>
                  <a:lnTo>
                    <a:pt x="4151848" y="0"/>
                  </a:lnTo>
                  <a:lnTo>
                    <a:pt x="4150137" y="0"/>
                  </a:lnTo>
                  <a:lnTo>
                    <a:pt x="4148425" y="0"/>
                  </a:lnTo>
                  <a:lnTo>
                    <a:pt x="4146714" y="0"/>
                  </a:lnTo>
                  <a:lnTo>
                    <a:pt x="4145002" y="0"/>
                  </a:lnTo>
                  <a:lnTo>
                    <a:pt x="4143291" y="0"/>
                  </a:lnTo>
                  <a:lnTo>
                    <a:pt x="4141580" y="0"/>
                  </a:lnTo>
                  <a:lnTo>
                    <a:pt x="4139868" y="0"/>
                  </a:lnTo>
                  <a:lnTo>
                    <a:pt x="4138157" y="0"/>
                  </a:lnTo>
                  <a:lnTo>
                    <a:pt x="4136445" y="0"/>
                  </a:lnTo>
                  <a:lnTo>
                    <a:pt x="4134734" y="0"/>
                  </a:lnTo>
                  <a:lnTo>
                    <a:pt x="4133023" y="0"/>
                  </a:lnTo>
                  <a:lnTo>
                    <a:pt x="4131311" y="0"/>
                  </a:lnTo>
                  <a:lnTo>
                    <a:pt x="4129600" y="0"/>
                  </a:lnTo>
                  <a:lnTo>
                    <a:pt x="4127888" y="0"/>
                  </a:lnTo>
                  <a:lnTo>
                    <a:pt x="4126177" y="0"/>
                  </a:lnTo>
                  <a:lnTo>
                    <a:pt x="4124466" y="0"/>
                  </a:lnTo>
                  <a:lnTo>
                    <a:pt x="4122754" y="0"/>
                  </a:lnTo>
                  <a:lnTo>
                    <a:pt x="4121043" y="0"/>
                  </a:lnTo>
                  <a:lnTo>
                    <a:pt x="4119331" y="0"/>
                  </a:lnTo>
                  <a:lnTo>
                    <a:pt x="4117620" y="0"/>
                  </a:lnTo>
                  <a:lnTo>
                    <a:pt x="4115909" y="0"/>
                  </a:lnTo>
                  <a:lnTo>
                    <a:pt x="4114197" y="0"/>
                  </a:lnTo>
                  <a:lnTo>
                    <a:pt x="4112486" y="0"/>
                  </a:lnTo>
                  <a:lnTo>
                    <a:pt x="4110775" y="0"/>
                  </a:lnTo>
                  <a:lnTo>
                    <a:pt x="4109063" y="0"/>
                  </a:lnTo>
                  <a:lnTo>
                    <a:pt x="4107352" y="0"/>
                  </a:lnTo>
                  <a:lnTo>
                    <a:pt x="4105640" y="0"/>
                  </a:lnTo>
                  <a:lnTo>
                    <a:pt x="4103929" y="0"/>
                  </a:lnTo>
                  <a:lnTo>
                    <a:pt x="4102218" y="0"/>
                  </a:lnTo>
                  <a:lnTo>
                    <a:pt x="4100506" y="0"/>
                  </a:lnTo>
                  <a:lnTo>
                    <a:pt x="4098795" y="0"/>
                  </a:lnTo>
                  <a:lnTo>
                    <a:pt x="4097083" y="0"/>
                  </a:lnTo>
                  <a:lnTo>
                    <a:pt x="4095372" y="0"/>
                  </a:lnTo>
                  <a:lnTo>
                    <a:pt x="4093661" y="0"/>
                  </a:lnTo>
                  <a:lnTo>
                    <a:pt x="4091949" y="0"/>
                  </a:lnTo>
                  <a:lnTo>
                    <a:pt x="4090238" y="0"/>
                  </a:lnTo>
                  <a:lnTo>
                    <a:pt x="4088526" y="0"/>
                  </a:lnTo>
                  <a:lnTo>
                    <a:pt x="4086815" y="0"/>
                  </a:lnTo>
                  <a:lnTo>
                    <a:pt x="4085104" y="0"/>
                  </a:lnTo>
                  <a:lnTo>
                    <a:pt x="4083392" y="0"/>
                  </a:lnTo>
                  <a:lnTo>
                    <a:pt x="4081681" y="0"/>
                  </a:lnTo>
                  <a:lnTo>
                    <a:pt x="4079969" y="0"/>
                  </a:lnTo>
                  <a:lnTo>
                    <a:pt x="4078258" y="0"/>
                  </a:lnTo>
                  <a:lnTo>
                    <a:pt x="4076547" y="0"/>
                  </a:lnTo>
                  <a:lnTo>
                    <a:pt x="4074835" y="0"/>
                  </a:lnTo>
                  <a:lnTo>
                    <a:pt x="4073124" y="0"/>
                  </a:lnTo>
                  <a:lnTo>
                    <a:pt x="4071412" y="0"/>
                  </a:lnTo>
                  <a:lnTo>
                    <a:pt x="4069701" y="0"/>
                  </a:lnTo>
                  <a:lnTo>
                    <a:pt x="4067990" y="0"/>
                  </a:lnTo>
                  <a:lnTo>
                    <a:pt x="4066278" y="0"/>
                  </a:lnTo>
                  <a:lnTo>
                    <a:pt x="4064567" y="0"/>
                  </a:lnTo>
                  <a:lnTo>
                    <a:pt x="4062855" y="0"/>
                  </a:lnTo>
                  <a:lnTo>
                    <a:pt x="4061144" y="0"/>
                  </a:lnTo>
                  <a:lnTo>
                    <a:pt x="4059433" y="0"/>
                  </a:lnTo>
                  <a:lnTo>
                    <a:pt x="4057721" y="0"/>
                  </a:lnTo>
                  <a:lnTo>
                    <a:pt x="4056010" y="0"/>
                  </a:lnTo>
                  <a:lnTo>
                    <a:pt x="4054298" y="0"/>
                  </a:lnTo>
                  <a:lnTo>
                    <a:pt x="4052587" y="0"/>
                  </a:lnTo>
                  <a:lnTo>
                    <a:pt x="4050876" y="0"/>
                  </a:lnTo>
                  <a:lnTo>
                    <a:pt x="4049164" y="0"/>
                  </a:lnTo>
                  <a:lnTo>
                    <a:pt x="4047453" y="0"/>
                  </a:lnTo>
                  <a:lnTo>
                    <a:pt x="4045741" y="0"/>
                  </a:lnTo>
                  <a:lnTo>
                    <a:pt x="4044030" y="0"/>
                  </a:lnTo>
                  <a:lnTo>
                    <a:pt x="4042319" y="0"/>
                  </a:lnTo>
                  <a:lnTo>
                    <a:pt x="4040607" y="0"/>
                  </a:lnTo>
                  <a:lnTo>
                    <a:pt x="4038896" y="0"/>
                  </a:lnTo>
                  <a:lnTo>
                    <a:pt x="4037184" y="0"/>
                  </a:lnTo>
                  <a:lnTo>
                    <a:pt x="4035473" y="0"/>
                  </a:lnTo>
                  <a:lnTo>
                    <a:pt x="4033762" y="0"/>
                  </a:lnTo>
                  <a:lnTo>
                    <a:pt x="4032050" y="0"/>
                  </a:lnTo>
                  <a:lnTo>
                    <a:pt x="4030339" y="0"/>
                  </a:lnTo>
                  <a:lnTo>
                    <a:pt x="4028627" y="0"/>
                  </a:lnTo>
                  <a:lnTo>
                    <a:pt x="4026916" y="0"/>
                  </a:lnTo>
                  <a:lnTo>
                    <a:pt x="4025205" y="0"/>
                  </a:lnTo>
                  <a:lnTo>
                    <a:pt x="4023493" y="0"/>
                  </a:lnTo>
                  <a:lnTo>
                    <a:pt x="4021782" y="0"/>
                  </a:lnTo>
                  <a:lnTo>
                    <a:pt x="4020070" y="0"/>
                  </a:lnTo>
                  <a:lnTo>
                    <a:pt x="4018359" y="0"/>
                  </a:lnTo>
                  <a:lnTo>
                    <a:pt x="4016648" y="0"/>
                  </a:lnTo>
                  <a:lnTo>
                    <a:pt x="4014936" y="0"/>
                  </a:lnTo>
                  <a:lnTo>
                    <a:pt x="4013225" y="0"/>
                  </a:lnTo>
                  <a:lnTo>
                    <a:pt x="4011513" y="0"/>
                  </a:lnTo>
                  <a:lnTo>
                    <a:pt x="4009802" y="0"/>
                  </a:lnTo>
                  <a:lnTo>
                    <a:pt x="4008091" y="0"/>
                  </a:lnTo>
                  <a:lnTo>
                    <a:pt x="4006379" y="0"/>
                  </a:lnTo>
                  <a:lnTo>
                    <a:pt x="4004668" y="0"/>
                  </a:lnTo>
                  <a:lnTo>
                    <a:pt x="4002957" y="0"/>
                  </a:lnTo>
                  <a:lnTo>
                    <a:pt x="4001245" y="0"/>
                  </a:lnTo>
                  <a:lnTo>
                    <a:pt x="3999534" y="0"/>
                  </a:lnTo>
                  <a:lnTo>
                    <a:pt x="3997822" y="0"/>
                  </a:lnTo>
                  <a:lnTo>
                    <a:pt x="3996111" y="0"/>
                  </a:lnTo>
                  <a:lnTo>
                    <a:pt x="3994400" y="0"/>
                  </a:lnTo>
                  <a:lnTo>
                    <a:pt x="3992688" y="0"/>
                  </a:lnTo>
                  <a:lnTo>
                    <a:pt x="3990977" y="0"/>
                  </a:lnTo>
                  <a:lnTo>
                    <a:pt x="3989265" y="0"/>
                  </a:lnTo>
                  <a:lnTo>
                    <a:pt x="3987554" y="0"/>
                  </a:lnTo>
                  <a:lnTo>
                    <a:pt x="3985843" y="0"/>
                  </a:lnTo>
                  <a:lnTo>
                    <a:pt x="3984131" y="0"/>
                  </a:lnTo>
                  <a:lnTo>
                    <a:pt x="3982420" y="0"/>
                  </a:lnTo>
                  <a:lnTo>
                    <a:pt x="3980708" y="0"/>
                  </a:lnTo>
                  <a:lnTo>
                    <a:pt x="3978997" y="0"/>
                  </a:lnTo>
                  <a:lnTo>
                    <a:pt x="3977286" y="0"/>
                  </a:lnTo>
                  <a:lnTo>
                    <a:pt x="3975574" y="0"/>
                  </a:lnTo>
                  <a:lnTo>
                    <a:pt x="3973863" y="0"/>
                  </a:lnTo>
                  <a:lnTo>
                    <a:pt x="3972151" y="0"/>
                  </a:lnTo>
                  <a:lnTo>
                    <a:pt x="3970440" y="0"/>
                  </a:lnTo>
                  <a:lnTo>
                    <a:pt x="3968729" y="0"/>
                  </a:lnTo>
                  <a:lnTo>
                    <a:pt x="3967017" y="0"/>
                  </a:lnTo>
                  <a:lnTo>
                    <a:pt x="3965306" y="0"/>
                  </a:lnTo>
                  <a:lnTo>
                    <a:pt x="3963594" y="0"/>
                  </a:lnTo>
                  <a:lnTo>
                    <a:pt x="3961883" y="0"/>
                  </a:lnTo>
                  <a:lnTo>
                    <a:pt x="3960172" y="0"/>
                  </a:lnTo>
                  <a:lnTo>
                    <a:pt x="3958460" y="0"/>
                  </a:lnTo>
                  <a:lnTo>
                    <a:pt x="3956749" y="0"/>
                  </a:lnTo>
                  <a:lnTo>
                    <a:pt x="3955037" y="0"/>
                  </a:lnTo>
                  <a:lnTo>
                    <a:pt x="3953326" y="0"/>
                  </a:lnTo>
                  <a:lnTo>
                    <a:pt x="3951615" y="0"/>
                  </a:lnTo>
                  <a:lnTo>
                    <a:pt x="3949903" y="0"/>
                  </a:lnTo>
                  <a:lnTo>
                    <a:pt x="3948192" y="0"/>
                  </a:lnTo>
                  <a:lnTo>
                    <a:pt x="3946480" y="0"/>
                  </a:lnTo>
                  <a:lnTo>
                    <a:pt x="3944769" y="0"/>
                  </a:lnTo>
                  <a:lnTo>
                    <a:pt x="3943058" y="0"/>
                  </a:lnTo>
                  <a:lnTo>
                    <a:pt x="3941346" y="0"/>
                  </a:lnTo>
                  <a:lnTo>
                    <a:pt x="3939635" y="0"/>
                  </a:lnTo>
                  <a:lnTo>
                    <a:pt x="3937923" y="0"/>
                  </a:lnTo>
                  <a:lnTo>
                    <a:pt x="3936212" y="0"/>
                  </a:lnTo>
                  <a:lnTo>
                    <a:pt x="3934501" y="0"/>
                  </a:lnTo>
                  <a:lnTo>
                    <a:pt x="3932789" y="0"/>
                  </a:lnTo>
                  <a:lnTo>
                    <a:pt x="3931078" y="0"/>
                  </a:lnTo>
                  <a:lnTo>
                    <a:pt x="3929366" y="0"/>
                  </a:lnTo>
                  <a:lnTo>
                    <a:pt x="3927655" y="0"/>
                  </a:lnTo>
                  <a:lnTo>
                    <a:pt x="3925944" y="0"/>
                  </a:lnTo>
                  <a:lnTo>
                    <a:pt x="3924232" y="0"/>
                  </a:lnTo>
                  <a:lnTo>
                    <a:pt x="3922521" y="0"/>
                  </a:lnTo>
                  <a:lnTo>
                    <a:pt x="3920809" y="0"/>
                  </a:lnTo>
                  <a:lnTo>
                    <a:pt x="3919098" y="0"/>
                  </a:lnTo>
                  <a:lnTo>
                    <a:pt x="3917387" y="0"/>
                  </a:lnTo>
                  <a:lnTo>
                    <a:pt x="3915675" y="0"/>
                  </a:lnTo>
                  <a:lnTo>
                    <a:pt x="3913964" y="0"/>
                  </a:lnTo>
                  <a:lnTo>
                    <a:pt x="3912252" y="0"/>
                  </a:lnTo>
                  <a:lnTo>
                    <a:pt x="3910541" y="0"/>
                  </a:lnTo>
                  <a:lnTo>
                    <a:pt x="3908830" y="0"/>
                  </a:lnTo>
                  <a:lnTo>
                    <a:pt x="3907118" y="0"/>
                  </a:lnTo>
                  <a:lnTo>
                    <a:pt x="3905407" y="0"/>
                  </a:lnTo>
                  <a:lnTo>
                    <a:pt x="3903695" y="0"/>
                  </a:lnTo>
                  <a:lnTo>
                    <a:pt x="3901984" y="0"/>
                  </a:lnTo>
                  <a:lnTo>
                    <a:pt x="3900273" y="0"/>
                  </a:lnTo>
                  <a:lnTo>
                    <a:pt x="3898561" y="0"/>
                  </a:lnTo>
                  <a:lnTo>
                    <a:pt x="3896850" y="0"/>
                  </a:lnTo>
                  <a:lnTo>
                    <a:pt x="3895139" y="0"/>
                  </a:lnTo>
                  <a:lnTo>
                    <a:pt x="3893427" y="0"/>
                  </a:lnTo>
                  <a:lnTo>
                    <a:pt x="3891716" y="0"/>
                  </a:lnTo>
                  <a:lnTo>
                    <a:pt x="3890004" y="0"/>
                  </a:lnTo>
                  <a:lnTo>
                    <a:pt x="3888293" y="0"/>
                  </a:lnTo>
                  <a:lnTo>
                    <a:pt x="3886582" y="0"/>
                  </a:lnTo>
                  <a:lnTo>
                    <a:pt x="3884870" y="0"/>
                  </a:lnTo>
                  <a:lnTo>
                    <a:pt x="3883159" y="0"/>
                  </a:lnTo>
                  <a:lnTo>
                    <a:pt x="3881447" y="0"/>
                  </a:lnTo>
                  <a:lnTo>
                    <a:pt x="3879736" y="0"/>
                  </a:lnTo>
                  <a:lnTo>
                    <a:pt x="3878025" y="0"/>
                  </a:lnTo>
                  <a:lnTo>
                    <a:pt x="3876313" y="0"/>
                  </a:lnTo>
                  <a:lnTo>
                    <a:pt x="3874602" y="0"/>
                  </a:lnTo>
                  <a:lnTo>
                    <a:pt x="3872890" y="0"/>
                  </a:lnTo>
                  <a:lnTo>
                    <a:pt x="3871179" y="0"/>
                  </a:lnTo>
                  <a:lnTo>
                    <a:pt x="3869468" y="0"/>
                  </a:lnTo>
                  <a:lnTo>
                    <a:pt x="3867756" y="0"/>
                  </a:lnTo>
                  <a:lnTo>
                    <a:pt x="3866045" y="0"/>
                  </a:lnTo>
                  <a:lnTo>
                    <a:pt x="3864333" y="0"/>
                  </a:lnTo>
                  <a:lnTo>
                    <a:pt x="3862622" y="0"/>
                  </a:lnTo>
                  <a:lnTo>
                    <a:pt x="3860911" y="0"/>
                  </a:lnTo>
                  <a:lnTo>
                    <a:pt x="3859199" y="0"/>
                  </a:lnTo>
                  <a:lnTo>
                    <a:pt x="3857488" y="0"/>
                  </a:lnTo>
                  <a:lnTo>
                    <a:pt x="3855776" y="0"/>
                  </a:lnTo>
                  <a:lnTo>
                    <a:pt x="3854065" y="0"/>
                  </a:lnTo>
                  <a:lnTo>
                    <a:pt x="3852354" y="0"/>
                  </a:lnTo>
                  <a:lnTo>
                    <a:pt x="3850642" y="0"/>
                  </a:lnTo>
                  <a:lnTo>
                    <a:pt x="3848931" y="0"/>
                  </a:lnTo>
                  <a:lnTo>
                    <a:pt x="3847219" y="0"/>
                  </a:lnTo>
                  <a:lnTo>
                    <a:pt x="3845508" y="0"/>
                  </a:lnTo>
                  <a:lnTo>
                    <a:pt x="3843797" y="0"/>
                  </a:lnTo>
                  <a:lnTo>
                    <a:pt x="3842085" y="0"/>
                  </a:lnTo>
                  <a:lnTo>
                    <a:pt x="3840374" y="0"/>
                  </a:lnTo>
                  <a:lnTo>
                    <a:pt x="3838662" y="0"/>
                  </a:lnTo>
                  <a:lnTo>
                    <a:pt x="3836951" y="0"/>
                  </a:lnTo>
                  <a:lnTo>
                    <a:pt x="3835240" y="0"/>
                  </a:lnTo>
                  <a:lnTo>
                    <a:pt x="3833528" y="0"/>
                  </a:lnTo>
                  <a:lnTo>
                    <a:pt x="3831817" y="0"/>
                  </a:lnTo>
                  <a:lnTo>
                    <a:pt x="3830105" y="0"/>
                  </a:lnTo>
                  <a:lnTo>
                    <a:pt x="3828394" y="0"/>
                  </a:lnTo>
                  <a:lnTo>
                    <a:pt x="3826683" y="0"/>
                  </a:lnTo>
                  <a:lnTo>
                    <a:pt x="3824971" y="0"/>
                  </a:lnTo>
                  <a:lnTo>
                    <a:pt x="3823260" y="0"/>
                  </a:lnTo>
                  <a:lnTo>
                    <a:pt x="3821548" y="0"/>
                  </a:lnTo>
                  <a:lnTo>
                    <a:pt x="3819837" y="0"/>
                  </a:lnTo>
                  <a:lnTo>
                    <a:pt x="3818126" y="0"/>
                  </a:lnTo>
                  <a:lnTo>
                    <a:pt x="3816414" y="0"/>
                  </a:lnTo>
                  <a:lnTo>
                    <a:pt x="3814703" y="0"/>
                  </a:lnTo>
                  <a:lnTo>
                    <a:pt x="3812991" y="0"/>
                  </a:lnTo>
                  <a:lnTo>
                    <a:pt x="3811280" y="0"/>
                  </a:lnTo>
                  <a:lnTo>
                    <a:pt x="3809569" y="0"/>
                  </a:lnTo>
                  <a:lnTo>
                    <a:pt x="3807857" y="0"/>
                  </a:lnTo>
                  <a:lnTo>
                    <a:pt x="3806146" y="0"/>
                  </a:lnTo>
                  <a:lnTo>
                    <a:pt x="3804434" y="0"/>
                  </a:lnTo>
                  <a:lnTo>
                    <a:pt x="3802723" y="0"/>
                  </a:lnTo>
                  <a:lnTo>
                    <a:pt x="3801012" y="0"/>
                  </a:lnTo>
                  <a:lnTo>
                    <a:pt x="3799300" y="0"/>
                  </a:lnTo>
                  <a:lnTo>
                    <a:pt x="3797589" y="0"/>
                  </a:lnTo>
                  <a:lnTo>
                    <a:pt x="3795877" y="0"/>
                  </a:lnTo>
                  <a:lnTo>
                    <a:pt x="3794166" y="0"/>
                  </a:lnTo>
                  <a:lnTo>
                    <a:pt x="3792455" y="0"/>
                  </a:lnTo>
                  <a:lnTo>
                    <a:pt x="3790743" y="0"/>
                  </a:lnTo>
                  <a:lnTo>
                    <a:pt x="3789032" y="0"/>
                  </a:lnTo>
                  <a:lnTo>
                    <a:pt x="3787321" y="0"/>
                  </a:lnTo>
                  <a:lnTo>
                    <a:pt x="3785609" y="0"/>
                  </a:lnTo>
                  <a:lnTo>
                    <a:pt x="3783898" y="0"/>
                  </a:lnTo>
                  <a:lnTo>
                    <a:pt x="3782186" y="0"/>
                  </a:lnTo>
                  <a:lnTo>
                    <a:pt x="3780475" y="0"/>
                  </a:lnTo>
                  <a:lnTo>
                    <a:pt x="3778764" y="0"/>
                  </a:lnTo>
                  <a:lnTo>
                    <a:pt x="3777052" y="0"/>
                  </a:lnTo>
                  <a:lnTo>
                    <a:pt x="3775341" y="0"/>
                  </a:lnTo>
                  <a:lnTo>
                    <a:pt x="3773629" y="0"/>
                  </a:lnTo>
                  <a:lnTo>
                    <a:pt x="3771918" y="0"/>
                  </a:lnTo>
                  <a:lnTo>
                    <a:pt x="3770207" y="0"/>
                  </a:lnTo>
                  <a:lnTo>
                    <a:pt x="3768495" y="0"/>
                  </a:lnTo>
                  <a:lnTo>
                    <a:pt x="3766784" y="0"/>
                  </a:lnTo>
                  <a:lnTo>
                    <a:pt x="3765072" y="0"/>
                  </a:lnTo>
                  <a:lnTo>
                    <a:pt x="3763361" y="0"/>
                  </a:lnTo>
                  <a:lnTo>
                    <a:pt x="3761650" y="0"/>
                  </a:lnTo>
                  <a:lnTo>
                    <a:pt x="3759938" y="0"/>
                  </a:lnTo>
                  <a:lnTo>
                    <a:pt x="3758227" y="0"/>
                  </a:lnTo>
                  <a:lnTo>
                    <a:pt x="3756515" y="0"/>
                  </a:lnTo>
                  <a:lnTo>
                    <a:pt x="3754804" y="0"/>
                  </a:lnTo>
                  <a:lnTo>
                    <a:pt x="3753093" y="0"/>
                  </a:lnTo>
                  <a:lnTo>
                    <a:pt x="3751381" y="0"/>
                  </a:lnTo>
                  <a:lnTo>
                    <a:pt x="3749670" y="0"/>
                  </a:lnTo>
                  <a:lnTo>
                    <a:pt x="3747958" y="0"/>
                  </a:lnTo>
                  <a:lnTo>
                    <a:pt x="3746247" y="0"/>
                  </a:lnTo>
                  <a:lnTo>
                    <a:pt x="3744536" y="0"/>
                  </a:lnTo>
                  <a:lnTo>
                    <a:pt x="3742824" y="0"/>
                  </a:lnTo>
                  <a:lnTo>
                    <a:pt x="3741113" y="0"/>
                  </a:lnTo>
                  <a:lnTo>
                    <a:pt x="3739401" y="0"/>
                  </a:lnTo>
                  <a:lnTo>
                    <a:pt x="3737690" y="0"/>
                  </a:lnTo>
                  <a:lnTo>
                    <a:pt x="3735979" y="0"/>
                  </a:lnTo>
                  <a:lnTo>
                    <a:pt x="3734267" y="0"/>
                  </a:lnTo>
                  <a:lnTo>
                    <a:pt x="3732556" y="0"/>
                  </a:lnTo>
                  <a:lnTo>
                    <a:pt x="3730844" y="0"/>
                  </a:lnTo>
                  <a:lnTo>
                    <a:pt x="3729133" y="0"/>
                  </a:lnTo>
                  <a:lnTo>
                    <a:pt x="3727422" y="0"/>
                  </a:lnTo>
                  <a:lnTo>
                    <a:pt x="3725710" y="0"/>
                  </a:lnTo>
                  <a:lnTo>
                    <a:pt x="3723999" y="0"/>
                  </a:lnTo>
                  <a:lnTo>
                    <a:pt x="3722287" y="0"/>
                  </a:lnTo>
                  <a:lnTo>
                    <a:pt x="3720576" y="0"/>
                  </a:lnTo>
                  <a:lnTo>
                    <a:pt x="3718865" y="0"/>
                  </a:lnTo>
                  <a:lnTo>
                    <a:pt x="3717153" y="0"/>
                  </a:lnTo>
                  <a:lnTo>
                    <a:pt x="3715442" y="0"/>
                  </a:lnTo>
                  <a:lnTo>
                    <a:pt x="3713730" y="0"/>
                  </a:lnTo>
                  <a:lnTo>
                    <a:pt x="3712019" y="0"/>
                  </a:lnTo>
                  <a:lnTo>
                    <a:pt x="3710308" y="0"/>
                  </a:lnTo>
                  <a:lnTo>
                    <a:pt x="3708596" y="0"/>
                  </a:lnTo>
                  <a:lnTo>
                    <a:pt x="3706885" y="0"/>
                  </a:lnTo>
                  <a:lnTo>
                    <a:pt x="3705173" y="0"/>
                  </a:lnTo>
                  <a:lnTo>
                    <a:pt x="3703462" y="0"/>
                  </a:lnTo>
                  <a:lnTo>
                    <a:pt x="3701751" y="0"/>
                  </a:lnTo>
                  <a:lnTo>
                    <a:pt x="3700039" y="0"/>
                  </a:lnTo>
                  <a:lnTo>
                    <a:pt x="3698328" y="0"/>
                  </a:lnTo>
                  <a:lnTo>
                    <a:pt x="3696616" y="0"/>
                  </a:lnTo>
                  <a:lnTo>
                    <a:pt x="3694905" y="0"/>
                  </a:lnTo>
                  <a:lnTo>
                    <a:pt x="3693194" y="0"/>
                  </a:lnTo>
                  <a:lnTo>
                    <a:pt x="3691482" y="0"/>
                  </a:lnTo>
                  <a:lnTo>
                    <a:pt x="3689771" y="0"/>
                  </a:lnTo>
                  <a:lnTo>
                    <a:pt x="3688060" y="0"/>
                  </a:lnTo>
                  <a:lnTo>
                    <a:pt x="3686348" y="0"/>
                  </a:lnTo>
                  <a:lnTo>
                    <a:pt x="3684637" y="0"/>
                  </a:lnTo>
                  <a:lnTo>
                    <a:pt x="3682925" y="0"/>
                  </a:lnTo>
                  <a:lnTo>
                    <a:pt x="3681214" y="0"/>
                  </a:lnTo>
                  <a:lnTo>
                    <a:pt x="3679503" y="0"/>
                  </a:lnTo>
                  <a:lnTo>
                    <a:pt x="3677791" y="0"/>
                  </a:lnTo>
                  <a:lnTo>
                    <a:pt x="3676080" y="0"/>
                  </a:lnTo>
                  <a:lnTo>
                    <a:pt x="3674368" y="0"/>
                  </a:lnTo>
                  <a:lnTo>
                    <a:pt x="3672657" y="0"/>
                  </a:lnTo>
                  <a:lnTo>
                    <a:pt x="3670946" y="0"/>
                  </a:lnTo>
                  <a:lnTo>
                    <a:pt x="3669234" y="0"/>
                  </a:lnTo>
                  <a:lnTo>
                    <a:pt x="3667523" y="0"/>
                  </a:lnTo>
                  <a:lnTo>
                    <a:pt x="3665811" y="0"/>
                  </a:lnTo>
                  <a:lnTo>
                    <a:pt x="3664100" y="0"/>
                  </a:lnTo>
                  <a:lnTo>
                    <a:pt x="3662389" y="0"/>
                  </a:lnTo>
                  <a:lnTo>
                    <a:pt x="3660677" y="0"/>
                  </a:lnTo>
                  <a:lnTo>
                    <a:pt x="3658966" y="0"/>
                  </a:lnTo>
                  <a:lnTo>
                    <a:pt x="3657254" y="0"/>
                  </a:lnTo>
                  <a:lnTo>
                    <a:pt x="3655543" y="0"/>
                  </a:lnTo>
                  <a:lnTo>
                    <a:pt x="3653832" y="0"/>
                  </a:lnTo>
                  <a:lnTo>
                    <a:pt x="3652120" y="0"/>
                  </a:lnTo>
                  <a:lnTo>
                    <a:pt x="3650409" y="0"/>
                  </a:lnTo>
                  <a:lnTo>
                    <a:pt x="3648697" y="0"/>
                  </a:lnTo>
                  <a:lnTo>
                    <a:pt x="3646986" y="0"/>
                  </a:lnTo>
                  <a:lnTo>
                    <a:pt x="3645275" y="0"/>
                  </a:lnTo>
                  <a:lnTo>
                    <a:pt x="3643563" y="0"/>
                  </a:lnTo>
                  <a:lnTo>
                    <a:pt x="3641852" y="0"/>
                  </a:lnTo>
                  <a:lnTo>
                    <a:pt x="3640140" y="0"/>
                  </a:lnTo>
                  <a:lnTo>
                    <a:pt x="3638429" y="0"/>
                  </a:lnTo>
                  <a:lnTo>
                    <a:pt x="3636718" y="0"/>
                  </a:lnTo>
                  <a:lnTo>
                    <a:pt x="3635006" y="0"/>
                  </a:lnTo>
                  <a:lnTo>
                    <a:pt x="3633295" y="0"/>
                  </a:lnTo>
                  <a:lnTo>
                    <a:pt x="3631583" y="0"/>
                  </a:lnTo>
                  <a:lnTo>
                    <a:pt x="3629872" y="0"/>
                  </a:lnTo>
                  <a:lnTo>
                    <a:pt x="3628161" y="0"/>
                  </a:lnTo>
                  <a:lnTo>
                    <a:pt x="3626449" y="0"/>
                  </a:lnTo>
                  <a:lnTo>
                    <a:pt x="3624738" y="0"/>
                  </a:lnTo>
                  <a:lnTo>
                    <a:pt x="3623026" y="0"/>
                  </a:lnTo>
                  <a:lnTo>
                    <a:pt x="3621315" y="0"/>
                  </a:lnTo>
                  <a:lnTo>
                    <a:pt x="3619604" y="0"/>
                  </a:lnTo>
                  <a:lnTo>
                    <a:pt x="3617892" y="0"/>
                  </a:lnTo>
                  <a:lnTo>
                    <a:pt x="3616181" y="0"/>
                  </a:lnTo>
                  <a:lnTo>
                    <a:pt x="3614469" y="0"/>
                  </a:lnTo>
                  <a:lnTo>
                    <a:pt x="3612758" y="0"/>
                  </a:lnTo>
                  <a:lnTo>
                    <a:pt x="3611047" y="0"/>
                  </a:lnTo>
                  <a:lnTo>
                    <a:pt x="3609335" y="0"/>
                  </a:lnTo>
                  <a:lnTo>
                    <a:pt x="3607624" y="0"/>
                  </a:lnTo>
                  <a:lnTo>
                    <a:pt x="3605912" y="0"/>
                  </a:lnTo>
                  <a:lnTo>
                    <a:pt x="3604201" y="0"/>
                  </a:lnTo>
                  <a:lnTo>
                    <a:pt x="3602490" y="0"/>
                  </a:lnTo>
                  <a:lnTo>
                    <a:pt x="3600778" y="0"/>
                  </a:lnTo>
                  <a:lnTo>
                    <a:pt x="3599067" y="0"/>
                  </a:lnTo>
                  <a:lnTo>
                    <a:pt x="3597355" y="0"/>
                  </a:lnTo>
                  <a:lnTo>
                    <a:pt x="3595644" y="0"/>
                  </a:lnTo>
                  <a:lnTo>
                    <a:pt x="3593933" y="0"/>
                  </a:lnTo>
                  <a:lnTo>
                    <a:pt x="3592221" y="0"/>
                  </a:lnTo>
                  <a:lnTo>
                    <a:pt x="3590510" y="0"/>
                  </a:lnTo>
                  <a:lnTo>
                    <a:pt x="3588798" y="0"/>
                  </a:lnTo>
                  <a:lnTo>
                    <a:pt x="3587087" y="0"/>
                  </a:lnTo>
                  <a:lnTo>
                    <a:pt x="3585376" y="0"/>
                  </a:lnTo>
                  <a:lnTo>
                    <a:pt x="3583664" y="0"/>
                  </a:lnTo>
                  <a:lnTo>
                    <a:pt x="3581953" y="0"/>
                  </a:lnTo>
                  <a:lnTo>
                    <a:pt x="3580242" y="0"/>
                  </a:lnTo>
                  <a:lnTo>
                    <a:pt x="3578530" y="0"/>
                  </a:lnTo>
                  <a:lnTo>
                    <a:pt x="3576819" y="0"/>
                  </a:lnTo>
                  <a:lnTo>
                    <a:pt x="3575107" y="0"/>
                  </a:lnTo>
                  <a:lnTo>
                    <a:pt x="3573396" y="0"/>
                  </a:lnTo>
                  <a:lnTo>
                    <a:pt x="3571685" y="0"/>
                  </a:lnTo>
                  <a:lnTo>
                    <a:pt x="3569973" y="0"/>
                  </a:lnTo>
                  <a:lnTo>
                    <a:pt x="3568262" y="0"/>
                  </a:lnTo>
                  <a:lnTo>
                    <a:pt x="3566550" y="0"/>
                  </a:lnTo>
                  <a:lnTo>
                    <a:pt x="3564839" y="0"/>
                  </a:lnTo>
                  <a:lnTo>
                    <a:pt x="3563128" y="0"/>
                  </a:lnTo>
                  <a:lnTo>
                    <a:pt x="3561416" y="0"/>
                  </a:lnTo>
                  <a:lnTo>
                    <a:pt x="3559705" y="0"/>
                  </a:lnTo>
                  <a:lnTo>
                    <a:pt x="3557993" y="0"/>
                  </a:lnTo>
                  <a:lnTo>
                    <a:pt x="3556282" y="0"/>
                  </a:lnTo>
                  <a:lnTo>
                    <a:pt x="3554571" y="0"/>
                  </a:lnTo>
                  <a:lnTo>
                    <a:pt x="3552859" y="0"/>
                  </a:lnTo>
                  <a:lnTo>
                    <a:pt x="3551148" y="0"/>
                  </a:lnTo>
                  <a:lnTo>
                    <a:pt x="3549436" y="0"/>
                  </a:lnTo>
                  <a:lnTo>
                    <a:pt x="3547725" y="0"/>
                  </a:lnTo>
                  <a:lnTo>
                    <a:pt x="3546014" y="0"/>
                  </a:lnTo>
                  <a:lnTo>
                    <a:pt x="3544302" y="0"/>
                  </a:lnTo>
                  <a:lnTo>
                    <a:pt x="3542591" y="0"/>
                  </a:lnTo>
                  <a:lnTo>
                    <a:pt x="3540879" y="0"/>
                  </a:lnTo>
                  <a:lnTo>
                    <a:pt x="3539168" y="0"/>
                  </a:lnTo>
                  <a:lnTo>
                    <a:pt x="3537457" y="0"/>
                  </a:lnTo>
                  <a:lnTo>
                    <a:pt x="3535745" y="0"/>
                  </a:lnTo>
                  <a:lnTo>
                    <a:pt x="3534034" y="0"/>
                  </a:lnTo>
                  <a:lnTo>
                    <a:pt x="3532322" y="0"/>
                  </a:lnTo>
                  <a:lnTo>
                    <a:pt x="3530611" y="0"/>
                  </a:lnTo>
                  <a:lnTo>
                    <a:pt x="3528900" y="0"/>
                  </a:lnTo>
                  <a:lnTo>
                    <a:pt x="3527188" y="0"/>
                  </a:lnTo>
                  <a:lnTo>
                    <a:pt x="3525477" y="0"/>
                  </a:lnTo>
                  <a:lnTo>
                    <a:pt x="3523765" y="0"/>
                  </a:lnTo>
                  <a:lnTo>
                    <a:pt x="3522054" y="0"/>
                  </a:lnTo>
                  <a:lnTo>
                    <a:pt x="3520343" y="0"/>
                  </a:lnTo>
                  <a:lnTo>
                    <a:pt x="3518631" y="0"/>
                  </a:lnTo>
                  <a:lnTo>
                    <a:pt x="3516920" y="0"/>
                  </a:lnTo>
                  <a:lnTo>
                    <a:pt x="3515208" y="0"/>
                  </a:lnTo>
                  <a:lnTo>
                    <a:pt x="3513497" y="0"/>
                  </a:lnTo>
                  <a:lnTo>
                    <a:pt x="3511786" y="0"/>
                  </a:lnTo>
                  <a:lnTo>
                    <a:pt x="3510074" y="0"/>
                  </a:lnTo>
                  <a:lnTo>
                    <a:pt x="3508363" y="0"/>
                  </a:lnTo>
                  <a:lnTo>
                    <a:pt x="3506651" y="0"/>
                  </a:lnTo>
                  <a:lnTo>
                    <a:pt x="3504940" y="0"/>
                  </a:lnTo>
                  <a:lnTo>
                    <a:pt x="3503229" y="0"/>
                  </a:lnTo>
                  <a:lnTo>
                    <a:pt x="3501517" y="0"/>
                  </a:lnTo>
                  <a:lnTo>
                    <a:pt x="3499806" y="0"/>
                  </a:lnTo>
                  <a:lnTo>
                    <a:pt x="3498094" y="0"/>
                  </a:lnTo>
                  <a:lnTo>
                    <a:pt x="3496383" y="0"/>
                  </a:lnTo>
                  <a:lnTo>
                    <a:pt x="3494672" y="0"/>
                  </a:lnTo>
                  <a:lnTo>
                    <a:pt x="3492960" y="0"/>
                  </a:lnTo>
                  <a:lnTo>
                    <a:pt x="3491249" y="0"/>
                  </a:lnTo>
                  <a:lnTo>
                    <a:pt x="3489537" y="0"/>
                  </a:lnTo>
                  <a:lnTo>
                    <a:pt x="3487826" y="0"/>
                  </a:lnTo>
                  <a:lnTo>
                    <a:pt x="3486115" y="0"/>
                  </a:lnTo>
                  <a:lnTo>
                    <a:pt x="3484403" y="0"/>
                  </a:lnTo>
                  <a:lnTo>
                    <a:pt x="3482692" y="0"/>
                  </a:lnTo>
                  <a:lnTo>
                    <a:pt x="3480980" y="0"/>
                  </a:lnTo>
                  <a:lnTo>
                    <a:pt x="3479269" y="0"/>
                  </a:lnTo>
                  <a:lnTo>
                    <a:pt x="3477558" y="0"/>
                  </a:lnTo>
                  <a:lnTo>
                    <a:pt x="3475846" y="0"/>
                  </a:lnTo>
                  <a:lnTo>
                    <a:pt x="3474135" y="0"/>
                  </a:lnTo>
                  <a:lnTo>
                    <a:pt x="3472424" y="0"/>
                  </a:lnTo>
                  <a:lnTo>
                    <a:pt x="3470712" y="0"/>
                  </a:lnTo>
                  <a:lnTo>
                    <a:pt x="3469001" y="0"/>
                  </a:lnTo>
                  <a:lnTo>
                    <a:pt x="3467289" y="0"/>
                  </a:lnTo>
                  <a:lnTo>
                    <a:pt x="3465578" y="0"/>
                  </a:lnTo>
                  <a:lnTo>
                    <a:pt x="3463867" y="0"/>
                  </a:lnTo>
                  <a:lnTo>
                    <a:pt x="3462155" y="0"/>
                  </a:lnTo>
                  <a:lnTo>
                    <a:pt x="3460444" y="0"/>
                  </a:lnTo>
                  <a:lnTo>
                    <a:pt x="3458732" y="0"/>
                  </a:lnTo>
                  <a:lnTo>
                    <a:pt x="3457021" y="0"/>
                  </a:lnTo>
                  <a:lnTo>
                    <a:pt x="3455310" y="0"/>
                  </a:lnTo>
                  <a:lnTo>
                    <a:pt x="3453598" y="0"/>
                  </a:lnTo>
                  <a:lnTo>
                    <a:pt x="3451887" y="0"/>
                  </a:lnTo>
                  <a:lnTo>
                    <a:pt x="3450175" y="0"/>
                  </a:lnTo>
                  <a:lnTo>
                    <a:pt x="3448464" y="0"/>
                  </a:lnTo>
                  <a:lnTo>
                    <a:pt x="3446753" y="0"/>
                  </a:lnTo>
                  <a:lnTo>
                    <a:pt x="3445041" y="0"/>
                  </a:lnTo>
                  <a:lnTo>
                    <a:pt x="3443330" y="0"/>
                  </a:lnTo>
                  <a:lnTo>
                    <a:pt x="3441618" y="0"/>
                  </a:lnTo>
                  <a:lnTo>
                    <a:pt x="3439907" y="0"/>
                  </a:lnTo>
                  <a:lnTo>
                    <a:pt x="3438196" y="0"/>
                  </a:lnTo>
                  <a:lnTo>
                    <a:pt x="3436484" y="0"/>
                  </a:lnTo>
                  <a:lnTo>
                    <a:pt x="3434773" y="0"/>
                  </a:lnTo>
                  <a:lnTo>
                    <a:pt x="3433061" y="0"/>
                  </a:lnTo>
                  <a:lnTo>
                    <a:pt x="3431350" y="0"/>
                  </a:lnTo>
                  <a:lnTo>
                    <a:pt x="3429639" y="0"/>
                  </a:lnTo>
                  <a:lnTo>
                    <a:pt x="3427927" y="0"/>
                  </a:lnTo>
                  <a:lnTo>
                    <a:pt x="3426216" y="0"/>
                  </a:lnTo>
                  <a:lnTo>
                    <a:pt x="3424504" y="0"/>
                  </a:lnTo>
                  <a:lnTo>
                    <a:pt x="3422793" y="0"/>
                  </a:lnTo>
                  <a:lnTo>
                    <a:pt x="3421082" y="0"/>
                  </a:lnTo>
                  <a:lnTo>
                    <a:pt x="3419370" y="0"/>
                  </a:lnTo>
                  <a:lnTo>
                    <a:pt x="3417659" y="0"/>
                  </a:lnTo>
                  <a:lnTo>
                    <a:pt x="3415947" y="0"/>
                  </a:lnTo>
                  <a:lnTo>
                    <a:pt x="3414236" y="0"/>
                  </a:lnTo>
                  <a:lnTo>
                    <a:pt x="3412525" y="0"/>
                  </a:lnTo>
                  <a:lnTo>
                    <a:pt x="3410813" y="0"/>
                  </a:lnTo>
                  <a:lnTo>
                    <a:pt x="3409102" y="0"/>
                  </a:lnTo>
                  <a:lnTo>
                    <a:pt x="3407390" y="0"/>
                  </a:lnTo>
                  <a:lnTo>
                    <a:pt x="3405679" y="0"/>
                  </a:lnTo>
                  <a:lnTo>
                    <a:pt x="3403968" y="0"/>
                  </a:lnTo>
                  <a:lnTo>
                    <a:pt x="3402256" y="0"/>
                  </a:lnTo>
                  <a:lnTo>
                    <a:pt x="3400545" y="0"/>
                  </a:lnTo>
                  <a:lnTo>
                    <a:pt x="3398833" y="0"/>
                  </a:lnTo>
                  <a:lnTo>
                    <a:pt x="3397122" y="0"/>
                  </a:lnTo>
                  <a:lnTo>
                    <a:pt x="3395411" y="0"/>
                  </a:lnTo>
                  <a:lnTo>
                    <a:pt x="3393699" y="0"/>
                  </a:lnTo>
                  <a:lnTo>
                    <a:pt x="3391988" y="0"/>
                  </a:lnTo>
                  <a:lnTo>
                    <a:pt x="3390276" y="0"/>
                  </a:lnTo>
                  <a:lnTo>
                    <a:pt x="3388565" y="0"/>
                  </a:lnTo>
                  <a:lnTo>
                    <a:pt x="3386854" y="0"/>
                  </a:lnTo>
                  <a:lnTo>
                    <a:pt x="3385142" y="0"/>
                  </a:lnTo>
                  <a:lnTo>
                    <a:pt x="3383431" y="0"/>
                  </a:lnTo>
                  <a:lnTo>
                    <a:pt x="3381719" y="0"/>
                  </a:lnTo>
                  <a:lnTo>
                    <a:pt x="3380008" y="0"/>
                  </a:lnTo>
                  <a:lnTo>
                    <a:pt x="3378297" y="0"/>
                  </a:lnTo>
                  <a:lnTo>
                    <a:pt x="3376585" y="0"/>
                  </a:lnTo>
                  <a:lnTo>
                    <a:pt x="3374874" y="0"/>
                  </a:lnTo>
                  <a:lnTo>
                    <a:pt x="3373162" y="0"/>
                  </a:lnTo>
                  <a:lnTo>
                    <a:pt x="3371451" y="0"/>
                  </a:lnTo>
                  <a:lnTo>
                    <a:pt x="3369740" y="0"/>
                  </a:lnTo>
                  <a:lnTo>
                    <a:pt x="3368028" y="0"/>
                  </a:lnTo>
                  <a:lnTo>
                    <a:pt x="3366317" y="0"/>
                  </a:lnTo>
                  <a:lnTo>
                    <a:pt x="3364606" y="0"/>
                  </a:lnTo>
                  <a:lnTo>
                    <a:pt x="3362894" y="0"/>
                  </a:lnTo>
                  <a:lnTo>
                    <a:pt x="3361183" y="0"/>
                  </a:lnTo>
                  <a:lnTo>
                    <a:pt x="3359471" y="0"/>
                  </a:lnTo>
                  <a:lnTo>
                    <a:pt x="3357760" y="0"/>
                  </a:lnTo>
                  <a:lnTo>
                    <a:pt x="3356049" y="0"/>
                  </a:lnTo>
                  <a:lnTo>
                    <a:pt x="3354337" y="0"/>
                  </a:lnTo>
                  <a:lnTo>
                    <a:pt x="3352626" y="0"/>
                  </a:lnTo>
                  <a:lnTo>
                    <a:pt x="3350914" y="0"/>
                  </a:lnTo>
                  <a:lnTo>
                    <a:pt x="3349203" y="0"/>
                  </a:lnTo>
                  <a:lnTo>
                    <a:pt x="3347492" y="0"/>
                  </a:lnTo>
                  <a:lnTo>
                    <a:pt x="3345780" y="0"/>
                  </a:lnTo>
                  <a:lnTo>
                    <a:pt x="3344069" y="0"/>
                  </a:lnTo>
                  <a:lnTo>
                    <a:pt x="3342357" y="0"/>
                  </a:lnTo>
                  <a:lnTo>
                    <a:pt x="3340646" y="0"/>
                  </a:lnTo>
                  <a:lnTo>
                    <a:pt x="3338935" y="0"/>
                  </a:lnTo>
                  <a:lnTo>
                    <a:pt x="3337223" y="0"/>
                  </a:lnTo>
                  <a:lnTo>
                    <a:pt x="3335512" y="0"/>
                  </a:lnTo>
                  <a:lnTo>
                    <a:pt x="3333800" y="0"/>
                  </a:lnTo>
                  <a:lnTo>
                    <a:pt x="3332089" y="0"/>
                  </a:lnTo>
                  <a:lnTo>
                    <a:pt x="3330378" y="0"/>
                  </a:lnTo>
                  <a:lnTo>
                    <a:pt x="3328666" y="0"/>
                  </a:lnTo>
                  <a:lnTo>
                    <a:pt x="3326955" y="0"/>
                  </a:lnTo>
                  <a:lnTo>
                    <a:pt x="3325243" y="0"/>
                  </a:lnTo>
                  <a:lnTo>
                    <a:pt x="3323532" y="0"/>
                  </a:lnTo>
                  <a:lnTo>
                    <a:pt x="3321821" y="0"/>
                  </a:lnTo>
                  <a:lnTo>
                    <a:pt x="3320109" y="0"/>
                  </a:lnTo>
                  <a:lnTo>
                    <a:pt x="3318398" y="0"/>
                  </a:lnTo>
                  <a:lnTo>
                    <a:pt x="3316686" y="0"/>
                  </a:lnTo>
                  <a:lnTo>
                    <a:pt x="3314975" y="0"/>
                  </a:lnTo>
                  <a:lnTo>
                    <a:pt x="3313264" y="0"/>
                  </a:lnTo>
                  <a:lnTo>
                    <a:pt x="3311552" y="0"/>
                  </a:lnTo>
                  <a:lnTo>
                    <a:pt x="3309841" y="0"/>
                  </a:lnTo>
                  <a:lnTo>
                    <a:pt x="3308129" y="0"/>
                  </a:lnTo>
                  <a:lnTo>
                    <a:pt x="3306418" y="0"/>
                  </a:lnTo>
                  <a:lnTo>
                    <a:pt x="3304707" y="0"/>
                  </a:lnTo>
                  <a:lnTo>
                    <a:pt x="3302995" y="0"/>
                  </a:lnTo>
                  <a:lnTo>
                    <a:pt x="3301284" y="0"/>
                  </a:lnTo>
                  <a:lnTo>
                    <a:pt x="3299572" y="0"/>
                  </a:lnTo>
                  <a:lnTo>
                    <a:pt x="3297861" y="0"/>
                  </a:lnTo>
                  <a:lnTo>
                    <a:pt x="3296150" y="0"/>
                  </a:lnTo>
                  <a:lnTo>
                    <a:pt x="3294438" y="0"/>
                  </a:lnTo>
                  <a:lnTo>
                    <a:pt x="3292727" y="0"/>
                  </a:lnTo>
                  <a:lnTo>
                    <a:pt x="3291015" y="0"/>
                  </a:lnTo>
                  <a:lnTo>
                    <a:pt x="3289304" y="0"/>
                  </a:lnTo>
                  <a:lnTo>
                    <a:pt x="3287593" y="0"/>
                  </a:lnTo>
                  <a:lnTo>
                    <a:pt x="3285881" y="0"/>
                  </a:lnTo>
                  <a:lnTo>
                    <a:pt x="3284170" y="0"/>
                  </a:lnTo>
                  <a:lnTo>
                    <a:pt x="3282458" y="0"/>
                  </a:lnTo>
                  <a:lnTo>
                    <a:pt x="3280747" y="0"/>
                  </a:lnTo>
                  <a:lnTo>
                    <a:pt x="3279036" y="0"/>
                  </a:lnTo>
                  <a:lnTo>
                    <a:pt x="3277324" y="0"/>
                  </a:lnTo>
                  <a:lnTo>
                    <a:pt x="3275613" y="0"/>
                  </a:lnTo>
                  <a:lnTo>
                    <a:pt x="3273901" y="0"/>
                  </a:lnTo>
                  <a:lnTo>
                    <a:pt x="3272190" y="0"/>
                  </a:lnTo>
                  <a:lnTo>
                    <a:pt x="3270479" y="0"/>
                  </a:lnTo>
                  <a:lnTo>
                    <a:pt x="3268767" y="0"/>
                  </a:lnTo>
                  <a:lnTo>
                    <a:pt x="3267056" y="0"/>
                  </a:lnTo>
                  <a:lnTo>
                    <a:pt x="3265345" y="0"/>
                  </a:lnTo>
                  <a:lnTo>
                    <a:pt x="3263633" y="0"/>
                  </a:lnTo>
                  <a:lnTo>
                    <a:pt x="3261922" y="0"/>
                  </a:lnTo>
                  <a:lnTo>
                    <a:pt x="3260210" y="0"/>
                  </a:lnTo>
                  <a:lnTo>
                    <a:pt x="3258499" y="0"/>
                  </a:lnTo>
                  <a:lnTo>
                    <a:pt x="3256788" y="0"/>
                  </a:lnTo>
                  <a:lnTo>
                    <a:pt x="3255076" y="0"/>
                  </a:lnTo>
                  <a:lnTo>
                    <a:pt x="3253365" y="0"/>
                  </a:lnTo>
                  <a:lnTo>
                    <a:pt x="3251653" y="0"/>
                  </a:lnTo>
                  <a:lnTo>
                    <a:pt x="3249942" y="0"/>
                  </a:lnTo>
                  <a:lnTo>
                    <a:pt x="3248231" y="0"/>
                  </a:lnTo>
                  <a:lnTo>
                    <a:pt x="3246519" y="0"/>
                  </a:lnTo>
                  <a:lnTo>
                    <a:pt x="3244808" y="0"/>
                  </a:lnTo>
                  <a:lnTo>
                    <a:pt x="3243096" y="0"/>
                  </a:lnTo>
                  <a:lnTo>
                    <a:pt x="3241385" y="0"/>
                  </a:lnTo>
                  <a:lnTo>
                    <a:pt x="3239674" y="0"/>
                  </a:lnTo>
                  <a:lnTo>
                    <a:pt x="3237962" y="0"/>
                  </a:lnTo>
                  <a:lnTo>
                    <a:pt x="3236251" y="0"/>
                  </a:lnTo>
                  <a:lnTo>
                    <a:pt x="3234539" y="0"/>
                  </a:lnTo>
                  <a:lnTo>
                    <a:pt x="3232828" y="0"/>
                  </a:lnTo>
                  <a:lnTo>
                    <a:pt x="3231117" y="0"/>
                  </a:lnTo>
                  <a:lnTo>
                    <a:pt x="3229405" y="0"/>
                  </a:lnTo>
                  <a:lnTo>
                    <a:pt x="3227694" y="0"/>
                  </a:lnTo>
                  <a:lnTo>
                    <a:pt x="3225982" y="0"/>
                  </a:lnTo>
                  <a:lnTo>
                    <a:pt x="3224271" y="0"/>
                  </a:lnTo>
                  <a:lnTo>
                    <a:pt x="3222560" y="0"/>
                  </a:lnTo>
                  <a:lnTo>
                    <a:pt x="3220848" y="0"/>
                  </a:lnTo>
                  <a:lnTo>
                    <a:pt x="3219137" y="0"/>
                  </a:lnTo>
                  <a:lnTo>
                    <a:pt x="3217425" y="0"/>
                  </a:lnTo>
                  <a:lnTo>
                    <a:pt x="3215714" y="0"/>
                  </a:lnTo>
                  <a:lnTo>
                    <a:pt x="3214003" y="0"/>
                  </a:lnTo>
                  <a:lnTo>
                    <a:pt x="3212291" y="0"/>
                  </a:lnTo>
                  <a:lnTo>
                    <a:pt x="3210580" y="0"/>
                  </a:lnTo>
                  <a:lnTo>
                    <a:pt x="3208868" y="0"/>
                  </a:lnTo>
                  <a:lnTo>
                    <a:pt x="3207157" y="0"/>
                  </a:lnTo>
                  <a:lnTo>
                    <a:pt x="3205446" y="0"/>
                  </a:lnTo>
                  <a:lnTo>
                    <a:pt x="3203734" y="0"/>
                  </a:lnTo>
                  <a:lnTo>
                    <a:pt x="3202023" y="0"/>
                  </a:lnTo>
                  <a:lnTo>
                    <a:pt x="3200311" y="0"/>
                  </a:lnTo>
                  <a:lnTo>
                    <a:pt x="3198600" y="0"/>
                  </a:lnTo>
                  <a:lnTo>
                    <a:pt x="3196889" y="0"/>
                  </a:lnTo>
                  <a:lnTo>
                    <a:pt x="3195177" y="0"/>
                  </a:lnTo>
                  <a:lnTo>
                    <a:pt x="3193466" y="0"/>
                  </a:lnTo>
                  <a:lnTo>
                    <a:pt x="3191754" y="0"/>
                  </a:lnTo>
                  <a:lnTo>
                    <a:pt x="3190043" y="0"/>
                  </a:lnTo>
                  <a:lnTo>
                    <a:pt x="3188332" y="0"/>
                  </a:lnTo>
                  <a:lnTo>
                    <a:pt x="3186620" y="0"/>
                  </a:lnTo>
                  <a:lnTo>
                    <a:pt x="3184909" y="0"/>
                  </a:lnTo>
                  <a:lnTo>
                    <a:pt x="3183197" y="0"/>
                  </a:lnTo>
                  <a:lnTo>
                    <a:pt x="3181486" y="0"/>
                  </a:lnTo>
                  <a:lnTo>
                    <a:pt x="3179775" y="0"/>
                  </a:lnTo>
                  <a:lnTo>
                    <a:pt x="3178063" y="0"/>
                  </a:lnTo>
                  <a:lnTo>
                    <a:pt x="3176352" y="0"/>
                  </a:lnTo>
                  <a:lnTo>
                    <a:pt x="3174640" y="0"/>
                  </a:lnTo>
                  <a:lnTo>
                    <a:pt x="3172929" y="0"/>
                  </a:lnTo>
                  <a:lnTo>
                    <a:pt x="3171218" y="0"/>
                  </a:lnTo>
                  <a:lnTo>
                    <a:pt x="3169506" y="0"/>
                  </a:lnTo>
                  <a:lnTo>
                    <a:pt x="3167795" y="0"/>
                  </a:lnTo>
                  <a:lnTo>
                    <a:pt x="3166083" y="0"/>
                  </a:lnTo>
                  <a:lnTo>
                    <a:pt x="3164372" y="0"/>
                  </a:lnTo>
                  <a:lnTo>
                    <a:pt x="3162661" y="0"/>
                  </a:lnTo>
                  <a:lnTo>
                    <a:pt x="3160949" y="0"/>
                  </a:lnTo>
                  <a:lnTo>
                    <a:pt x="3159238" y="0"/>
                  </a:lnTo>
                  <a:lnTo>
                    <a:pt x="3157527" y="0"/>
                  </a:lnTo>
                  <a:lnTo>
                    <a:pt x="3155815" y="0"/>
                  </a:lnTo>
                  <a:lnTo>
                    <a:pt x="3154104" y="0"/>
                  </a:lnTo>
                  <a:lnTo>
                    <a:pt x="3152392" y="0"/>
                  </a:lnTo>
                  <a:lnTo>
                    <a:pt x="3150681" y="0"/>
                  </a:lnTo>
                  <a:lnTo>
                    <a:pt x="3148970" y="0"/>
                  </a:lnTo>
                  <a:lnTo>
                    <a:pt x="3147258" y="0"/>
                  </a:lnTo>
                  <a:lnTo>
                    <a:pt x="3145547" y="0"/>
                  </a:lnTo>
                  <a:lnTo>
                    <a:pt x="3143835" y="0"/>
                  </a:lnTo>
                  <a:lnTo>
                    <a:pt x="3142124" y="0"/>
                  </a:lnTo>
                  <a:lnTo>
                    <a:pt x="3140413" y="0"/>
                  </a:lnTo>
                  <a:lnTo>
                    <a:pt x="3138701" y="0"/>
                  </a:lnTo>
                  <a:lnTo>
                    <a:pt x="3136990" y="0"/>
                  </a:lnTo>
                  <a:lnTo>
                    <a:pt x="3135278" y="0"/>
                  </a:lnTo>
                  <a:lnTo>
                    <a:pt x="3133567" y="0"/>
                  </a:lnTo>
                  <a:lnTo>
                    <a:pt x="3131856" y="0"/>
                  </a:lnTo>
                  <a:lnTo>
                    <a:pt x="3130144" y="0"/>
                  </a:lnTo>
                  <a:lnTo>
                    <a:pt x="3128433" y="0"/>
                  </a:lnTo>
                  <a:lnTo>
                    <a:pt x="3126721" y="0"/>
                  </a:lnTo>
                  <a:lnTo>
                    <a:pt x="3125010" y="0"/>
                  </a:lnTo>
                  <a:lnTo>
                    <a:pt x="3123299" y="0"/>
                  </a:lnTo>
                  <a:lnTo>
                    <a:pt x="3121587" y="0"/>
                  </a:lnTo>
                  <a:lnTo>
                    <a:pt x="3119876" y="0"/>
                  </a:lnTo>
                  <a:lnTo>
                    <a:pt x="3118164" y="0"/>
                  </a:lnTo>
                  <a:lnTo>
                    <a:pt x="3116453" y="0"/>
                  </a:lnTo>
                  <a:lnTo>
                    <a:pt x="3114742" y="0"/>
                  </a:lnTo>
                  <a:lnTo>
                    <a:pt x="3113030" y="0"/>
                  </a:lnTo>
                  <a:lnTo>
                    <a:pt x="3111319" y="0"/>
                  </a:lnTo>
                  <a:lnTo>
                    <a:pt x="3109607" y="0"/>
                  </a:lnTo>
                  <a:lnTo>
                    <a:pt x="3107896" y="0"/>
                  </a:lnTo>
                  <a:lnTo>
                    <a:pt x="3106185" y="0"/>
                  </a:lnTo>
                  <a:lnTo>
                    <a:pt x="3104473" y="0"/>
                  </a:lnTo>
                  <a:lnTo>
                    <a:pt x="3102762" y="0"/>
                  </a:lnTo>
                  <a:lnTo>
                    <a:pt x="3101050" y="0"/>
                  </a:lnTo>
                  <a:lnTo>
                    <a:pt x="3099339" y="0"/>
                  </a:lnTo>
                  <a:lnTo>
                    <a:pt x="3097628" y="0"/>
                  </a:lnTo>
                  <a:lnTo>
                    <a:pt x="3095916" y="0"/>
                  </a:lnTo>
                  <a:lnTo>
                    <a:pt x="3094205" y="0"/>
                  </a:lnTo>
                  <a:lnTo>
                    <a:pt x="3092493" y="0"/>
                  </a:lnTo>
                  <a:lnTo>
                    <a:pt x="3090782" y="0"/>
                  </a:lnTo>
                  <a:lnTo>
                    <a:pt x="3089071" y="0"/>
                  </a:lnTo>
                  <a:lnTo>
                    <a:pt x="3087359" y="0"/>
                  </a:lnTo>
                  <a:lnTo>
                    <a:pt x="3085648" y="0"/>
                  </a:lnTo>
                  <a:lnTo>
                    <a:pt x="3083936" y="0"/>
                  </a:lnTo>
                  <a:lnTo>
                    <a:pt x="3082225" y="0"/>
                  </a:lnTo>
                  <a:lnTo>
                    <a:pt x="3080514" y="0"/>
                  </a:lnTo>
                  <a:lnTo>
                    <a:pt x="3078802" y="0"/>
                  </a:lnTo>
                  <a:lnTo>
                    <a:pt x="3077091" y="0"/>
                  </a:lnTo>
                  <a:lnTo>
                    <a:pt x="3075379" y="0"/>
                  </a:lnTo>
                  <a:lnTo>
                    <a:pt x="3073668" y="0"/>
                  </a:lnTo>
                  <a:lnTo>
                    <a:pt x="3071957" y="0"/>
                  </a:lnTo>
                  <a:lnTo>
                    <a:pt x="3070245" y="0"/>
                  </a:lnTo>
                  <a:lnTo>
                    <a:pt x="3068534" y="0"/>
                  </a:lnTo>
                  <a:lnTo>
                    <a:pt x="3066822" y="0"/>
                  </a:lnTo>
                  <a:lnTo>
                    <a:pt x="3065111" y="0"/>
                  </a:lnTo>
                  <a:lnTo>
                    <a:pt x="3063400" y="0"/>
                  </a:lnTo>
                  <a:lnTo>
                    <a:pt x="3061688" y="0"/>
                  </a:lnTo>
                  <a:lnTo>
                    <a:pt x="3059977" y="0"/>
                  </a:lnTo>
                  <a:lnTo>
                    <a:pt x="3058265" y="0"/>
                  </a:lnTo>
                  <a:lnTo>
                    <a:pt x="3056554" y="0"/>
                  </a:lnTo>
                  <a:lnTo>
                    <a:pt x="3054843" y="0"/>
                  </a:lnTo>
                  <a:lnTo>
                    <a:pt x="3053131" y="0"/>
                  </a:lnTo>
                  <a:lnTo>
                    <a:pt x="3051420" y="0"/>
                  </a:lnTo>
                  <a:lnTo>
                    <a:pt x="3049709" y="0"/>
                  </a:lnTo>
                  <a:lnTo>
                    <a:pt x="3047997" y="0"/>
                  </a:lnTo>
                  <a:lnTo>
                    <a:pt x="3046286" y="0"/>
                  </a:lnTo>
                  <a:lnTo>
                    <a:pt x="3044574" y="0"/>
                  </a:lnTo>
                  <a:lnTo>
                    <a:pt x="3042863" y="0"/>
                  </a:lnTo>
                  <a:lnTo>
                    <a:pt x="3041152" y="0"/>
                  </a:lnTo>
                  <a:lnTo>
                    <a:pt x="3039440" y="0"/>
                  </a:lnTo>
                  <a:lnTo>
                    <a:pt x="3037729" y="0"/>
                  </a:lnTo>
                  <a:lnTo>
                    <a:pt x="3036017" y="0"/>
                  </a:lnTo>
                  <a:lnTo>
                    <a:pt x="3034306" y="0"/>
                  </a:lnTo>
                  <a:lnTo>
                    <a:pt x="3032595" y="0"/>
                  </a:lnTo>
                  <a:lnTo>
                    <a:pt x="3030883" y="0"/>
                  </a:lnTo>
                  <a:lnTo>
                    <a:pt x="3029172" y="0"/>
                  </a:lnTo>
                  <a:lnTo>
                    <a:pt x="3027460" y="0"/>
                  </a:lnTo>
                  <a:lnTo>
                    <a:pt x="3025749" y="0"/>
                  </a:lnTo>
                  <a:lnTo>
                    <a:pt x="3024038" y="0"/>
                  </a:lnTo>
                  <a:lnTo>
                    <a:pt x="3022326" y="0"/>
                  </a:lnTo>
                  <a:lnTo>
                    <a:pt x="3020615" y="0"/>
                  </a:lnTo>
                  <a:lnTo>
                    <a:pt x="3018903" y="0"/>
                  </a:lnTo>
                  <a:lnTo>
                    <a:pt x="3017192" y="0"/>
                  </a:lnTo>
                  <a:lnTo>
                    <a:pt x="3015481" y="0"/>
                  </a:lnTo>
                  <a:lnTo>
                    <a:pt x="3013769" y="0"/>
                  </a:lnTo>
                  <a:lnTo>
                    <a:pt x="3012058" y="0"/>
                  </a:lnTo>
                  <a:lnTo>
                    <a:pt x="3010346" y="0"/>
                  </a:lnTo>
                  <a:lnTo>
                    <a:pt x="3008635" y="0"/>
                  </a:lnTo>
                  <a:lnTo>
                    <a:pt x="3006924" y="0"/>
                  </a:lnTo>
                  <a:lnTo>
                    <a:pt x="3005212" y="0"/>
                  </a:lnTo>
                  <a:lnTo>
                    <a:pt x="3003501" y="0"/>
                  </a:lnTo>
                  <a:lnTo>
                    <a:pt x="3001789" y="0"/>
                  </a:lnTo>
                  <a:lnTo>
                    <a:pt x="3000078" y="0"/>
                  </a:lnTo>
                  <a:lnTo>
                    <a:pt x="2998367" y="0"/>
                  </a:lnTo>
                  <a:lnTo>
                    <a:pt x="2996655" y="0"/>
                  </a:lnTo>
                  <a:lnTo>
                    <a:pt x="2994944" y="0"/>
                  </a:lnTo>
                  <a:lnTo>
                    <a:pt x="2993232" y="0"/>
                  </a:lnTo>
                  <a:lnTo>
                    <a:pt x="2991521" y="0"/>
                  </a:lnTo>
                  <a:lnTo>
                    <a:pt x="2989810" y="0"/>
                  </a:lnTo>
                  <a:lnTo>
                    <a:pt x="2988098" y="0"/>
                  </a:lnTo>
                  <a:lnTo>
                    <a:pt x="2986387" y="0"/>
                  </a:lnTo>
                  <a:lnTo>
                    <a:pt x="2984675" y="0"/>
                  </a:lnTo>
                  <a:lnTo>
                    <a:pt x="2982964" y="0"/>
                  </a:lnTo>
                  <a:lnTo>
                    <a:pt x="2981253" y="0"/>
                  </a:lnTo>
                  <a:lnTo>
                    <a:pt x="2979541" y="0"/>
                  </a:lnTo>
                  <a:lnTo>
                    <a:pt x="2977830" y="0"/>
                  </a:lnTo>
                  <a:lnTo>
                    <a:pt x="2976118" y="0"/>
                  </a:lnTo>
                  <a:lnTo>
                    <a:pt x="2974407" y="0"/>
                  </a:lnTo>
                  <a:lnTo>
                    <a:pt x="2972696" y="0"/>
                  </a:lnTo>
                  <a:lnTo>
                    <a:pt x="2970984" y="0"/>
                  </a:lnTo>
                  <a:lnTo>
                    <a:pt x="2969273" y="0"/>
                  </a:lnTo>
                  <a:lnTo>
                    <a:pt x="2967561" y="0"/>
                  </a:lnTo>
                  <a:lnTo>
                    <a:pt x="2965850" y="0"/>
                  </a:lnTo>
                  <a:lnTo>
                    <a:pt x="2964139" y="0"/>
                  </a:lnTo>
                  <a:lnTo>
                    <a:pt x="2962427" y="0"/>
                  </a:lnTo>
                  <a:lnTo>
                    <a:pt x="2960716" y="0"/>
                  </a:lnTo>
                  <a:lnTo>
                    <a:pt x="2959004" y="0"/>
                  </a:lnTo>
                  <a:lnTo>
                    <a:pt x="2957293" y="0"/>
                  </a:lnTo>
                  <a:lnTo>
                    <a:pt x="2955582" y="0"/>
                  </a:lnTo>
                  <a:lnTo>
                    <a:pt x="2953870" y="0"/>
                  </a:lnTo>
                  <a:lnTo>
                    <a:pt x="2952159" y="0"/>
                  </a:lnTo>
                  <a:lnTo>
                    <a:pt x="2950448" y="0"/>
                  </a:lnTo>
                  <a:lnTo>
                    <a:pt x="2948736" y="0"/>
                  </a:lnTo>
                  <a:lnTo>
                    <a:pt x="2947025" y="0"/>
                  </a:lnTo>
                  <a:lnTo>
                    <a:pt x="2945313" y="0"/>
                  </a:lnTo>
                  <a:lnTo>
                    <a:pt x="2943602" y="0"/>
                  </a:lnTo>
                  <a:lnTo>
                    <a:pt x="2941891" y="0"/>
                  </a:lnTo>
                  <a:lnTo>
                    <a:pt x="2940179" y="0"/>
                  </a:lnTo>
                  <a:lnTo>
                    <a:pt x="2938468" y="0"/>
                  </a:lnTo>
                  <a:lnTo>
                    <a:pt x="2936756" y="0"/>
                  </a:lnTo>
                  <a:lnTo>
                    <a:pt x="2935045" y="0"/>
                  </a:lnTo>
                  <a:lnTo>
                    <a:pt x="2933334" y="0"/>
                  </a:lnTo>
                  <a:lnTo>
                    <a:pt x="2931622" y="0"/>
                  </a:lnTo>
                  <a:lnTo>
                    <a:pt x="2929911" y="0"/>
                  </a:lnTo>
                  <a:lnTo>
                    <a:pt x="2928199" y="0"/>
                  </a:lnTo>
                  <a:lnTo>
                    <a:pt x="2926488" y="0"/>
                  </a:lnTo>
                  <a:lnTo>
                    <a:pt x="2924777" y="0"/>
                  </a:lnTo>
                  <a:lnTo>
                    <a:pt x="2923065" y="0"/>
                  </a:lnTo>
                  <a:lnTo>
                    <a:pt x="2921354" y="0"/>
                  </a:lnTo>
                  <a:lnTo>
                    <a:pt x="2919642" y="0"/>
                  </a:lnTo>
                  <a:lnTo>
                    <a:pt x="2917931" y="0"/>
                  </a:lnTo>
                  <a:lnTo>
                    <a:pt x="2916220" y="0"/>
                  </a:lnTo>
                  <a:lnTo>
                    <a:pt x="2914508" y="0"/>
                  </a:lnTo>
                  <a:lnTo>
                    <a:pt x="2912797" y="0"/>
                  </a:lnTo>
                  <a:lnTo>
                    <a:pt x="2911085" y="0"/>
                  </a:lnTo>
                  <a:lnTo>
                    <a:pt x="2909374" y="0"/>
                  </a:lnTo>
                  <a:lnTo>
                    <a:pt x="2907663" y="0"/>
                  </a:lnTo>
                  <a:lnTo>
                    <a:pt x="2905951" y="0"/>
                  </a:lnTo>
                  <a:lnTo>
                    <a:pt x="2904240" y="0"/>
                  </a:lnTo>
                  <a:lnTo>
                    <a:pt x="2902528" y="0"/>
                  </a:lnTo>
                  <a:lnTo>
                    <a:pt x="2900817" y="0"/>
                  </a:lnTo>
                  <a:lnTo>
                    <a:pt x="2899106" y="0"/>
                  </a:lnTo>
                  <a:lnTo>
                    <a:pt x="2897394" y="0"/>
                  </a:lnTo>
                  <a:lnTo>
                    <a:pt x="2895683" y="0"/>
                  </a:lnTo>
                  <a:lnTo>
                    <a:pt x="2893971" y="0"/>
                  </a:lnTo>
                  <a:lnTo>
                    <a:pt x="2892260" y="0"/>
                  </a:lnTo>
                  <a:lnTo>
                    <a:pt x="2890549" y="0"/>
                  </a:lnTo>
                  <a:lnTo>
                    <a:pt x="2888837" y="0"/>
                  </a:lnTo>
                  <a:lnTo>
                    <a:pt x="2887126" y="0"/>
                  </a:lnTo>
                  <a:lnTo>
                    <a:pt x="2885414" y="0"/>
                  </a:lnTo>
                  <a:lnTo>
                    <a:pt x="2883703" y="0"/>
                  </a:lnTo>
                  <a:lnTo>
                    <a:pt x="2881992" y="0"/>
                  </a:lnTo>
                  <a:lnTo>
                    <a:pt x="2880280" y="0"/>
                  </a:lnTo>
                  <a:lnTo>
                    <a:pt x="2878569" y="0"/>
                  </a:lnTo>
                  <a:lnTo>
                    <a:pt x="2876857" y="0"/>
                  </a:lnTo>
                  <a:lnTo>
                    <a:pt x="2875146" y="0"/>
                  </a:lnTo>
                  <a:lnTo>
                    <a:pt x="2873435" y="0"/>
                  </a:lnTo>
                  <a:lnTo>
                    <a:pt x="2871723" y="0"/>
                  </a:lnTo>
                  <a:lnTo>
                    <a:pt x="2870012" y="0"/>
                  </a:lnTo>
                  <a:lnTo>
                    <a:pt x="2868300" y="0"/>
                  </a:lnTo>
                  <a:lnTo>
                    <a:pt x="2866589" y="0"/>
                  </a:lnTo>
                  <a:lnTo>
                    <a:pt x="2864878" y="0"/>
                  </a:lnTo>
                  <a:lnTo>
                    <a:pt x="2863166" y="0"/>
                  </a:lnTo>
                  <a:lnTo>
                    <a:pt x="2861455" y="0"/>
                  </a:lnTo>
                  <a:lnTo>
                    <a:pt x="2859743" y="0"/>
                  </a:lnTo>
                  <a:lnTo>
                    <a:pt x="2858032" y="0"/>
                  </a:lnTo>
                  <a:lnTo>
                    <a:pt x="2856321" y="0"/>
                  </a:lnTo>
                  <a:lnTo>
                    <a:pt x="2854609" y="0"/>
                  </a:lnTo>
                  <a:lnTo>
                    <a:pt x="2852898" y="0"/>
                  </a:lnTo>
                  <a:lnTo>
                    <a:pt x="2851186" y="0"/>
                  </a:lnTo>
                  <a:lnTo>
                    <a:pt x="2849475" y="0"/>
                  </a:lnTo>
                  <a:lnTo>
                    <a:pt x="2847764" y="0"/>
                  </a:lnTo>
                  <a:lnTo>
                    <a:pt x="2846052" y="0"/>
                  </a:lnTo>
                  <a:lnTo>
                    <a:pt x="2844341" y="0"/>
                  </a:lnTo>
                  <a:lnTo>
                    <a:pt x="2842630" y="0"/>
                  </a:lnTo>
                  <a:lnTo>
                    <a:pt x="2840918" y="0"/>
                  </a:lnTo>
                  <a:lnTo>
                    <a:pt x="2839207" y="0"/>
                  </a:lnTo>
                  <a:lnTo>
                    <a:pt x="2837495" y="0"/>
                  </a:lnTo>
                  <a:lnTo>
                    <a:pt x="2835784" y="0"/>
                  </a:lnTo>
                  <a:lnTo>
                    <a:pt x="2834073" y="0"/>
                  </a:lnTo>
                  <a:lnTo>
                    <a:pt x="2832361" y="0"/>
                  </a:lnTo>
                  <a:lnTo>
                    <a:pt x="2830650" y="0"/>
                  </a:lnTo>
                  <a:lnTo>
                    <a:pt x="2828938" y="0"/>
                  </a:lnTo>
                  <a:lnTo>
                    <a:pt x="2827227" y="0"/>
                  </a:lnTo>
                  <a:lnTo>
                    <a:pt x="2825516" y="0"/>
                  </a:lnTo>
                  <a:lnTo>
                    <a:pt x="2823804" y="0"/>
                  </a:lnTo>
                  <a:lnTo>
                    <a:pt x="2822093" y="0"/>
                  </a:lnTo>
                  <a:lnTo>
                    <a:pt x="2820381" y="0"/>
                  </a:lnTo>
                  <a:lnTo>
                    <a:pt x="2818670" y="0"/>
                  </a:lnTo>
                  <a:lnTo>
                    <a:pt x="2816959" y="0"/>
                  </a:lnTo>
                  <a:lnTo>
                    <a:pt x="2815247" y="0"/>
                  </a:lnTo>
                  <a:lnTo>
                    <a:pt x="2813536" y="0"/>
                  </a:lnTo>
                  <a:lnTo>
                    <a:pt x="2811824" y="0"/>
                  </a:lnTo>
                  <a:lnTo>
                    <a:pt x="2810113" y="0"/>
                  </a:lnTo>
                  <a:lnTo>
                    <a:pt x="2808402" y="0"/>
                  </a:lnTo>
                  <a:lnTo>
                    <a:pt x="2806690" y="0"/>
                  </a:lnTo>
                  <a:lnTo>
                    <a:pt x="2804979" y="0"/>
                  </a:lnTo>
                  <a:lnTo>
                    <a:pt x="2803267" y="0"/>
                  </a:lnTo>
                  <a:lnTo>
                    <a:pt x="2801556" y="0"/>
                  </a:lnTo>
                  <a:lnTo>
                    <a:pt x="2799845" y="0"/>
                  </a:lnTo>
                  <a:lnTo>
                    <a:pt x="2798133" y="0"/>
                  </a:lnTo>
                  <a:lnTo>
                    <a:pt x="2796422" y="0"/>
                  </a:lnTo>
                  <a:lnTo>
                    <a:pt x="2794710" y="0"/>
                  </a:lnTo>
                  <a:lnTo>
                    <a:pt x="2792999" y="0"/>
                  </a:lnTo>
                  <a:lnTo>
                    <a:pt x="2791288" y="0"/>
                  </a:lnTo>
                  <a:lnTo>
                    <a:pt x="2789576" y="0"/>
                  </a:lnTo>
                  <a:lnTo>
                    <a:pt x="2787865" y="0"/>
                  </a:lnTo>
                  <a:lnTo>
                    <a:pt x="2786153" y="0"/>
                  </a:lnTo>
                  <a:lnTo>
                    <a:pt x="2784442" y="0"/>
                  </a:lnTo>
                  <a:lnTo>
                    <a:pt x="2782731" y="0"/>
                  </a:lnTo>
                  <a:lnTo>
                    <a:pt x="2781019" y="0"/>
                  </a:lnTo>
                  <a:lnTo>
                    <a:pt x="2779308" y="0"/>
                  </a:lnTo>
                  <a:lnTo>
                    <a:pt x="2777596" y="0"/>
                  </a:lnTo>
                  <a:lnTo>
                    <a:pt x="2775885" y="0"/>
                  </a:lnTo>
                  <a:lnTo>
                    <a:pt x="2774174" y="0"/>
                  </a:lnTo>
                  <a:lnTo>
                    <a:pt x="2772462" y="0"/>
                  </a:lnTo>
                  <a:lnTo>
                    <a:pt x="2770751" y="0"/>
                  </a:lnTo>
                  <a:lnTo>
                    <a:pt x="2769039" y="0"/>
                  </a:lnTo>
                  <a:lnTo>
                    <a:pt x="2767328" y="0"/>
                  </a:lnTo>
                  <a:lnTo>
                    <a:pt x="2765617" y="0"/>
                  </a:lnTo>
                  <a:lnTo>
                    <a:pt x="2763905" y="0"/>
                  </a:lnTo>
                  <a:lnTo>
                    <a:pt x="2762194" y="0"/>
                  </a:lnTo>
                  <a:lnTo>
                    <a:pt x="2760482" y="0"/>
                  </a:lnTo>
                  <a:lnTo>
                    <a:pt x="2758771" y="0"/>
                  </a:lnTo>
                  <a:lnTo>
                    <a:pt x="2757060" y="0"/>
                  </a:lnTo>
                  <a:lnTo>
                    <a:pt x="2755348" y="0"/>
                  </a:lnTo>
                  <a:lnTo>
                    <a:pt x="2753637" y="0"/>
                  </a:lnTo>
                  <a:lnTo>
                    <a:pt x="2751925" y="0"/>
                  </a:lnTo>
                  <a:lnTo>
                    <a:pt x="2750214" y="0"/>
                  </a:lnTo>
                  <a:lnTo>
                    <a:pt x="2748503" y="0"/>
                  </a:lnTo>
                  <a:lnTo>
                    <a:pt x="2746791" y="0"/>
                  </a:lnTo>
                  <a:lnTo>
                    <a:pt x="2745080" y="0"/>
                  </a:lnTo>
                  <a:lnTo>
                    <a:pt x="2743368" y="0"/>
                  </a:lnTo>
                  <a:lnTo>
                    <a:pt x="2741657" y="0"/>
                  </a:lnTo>
                  <a:lnTo>
                    <a:pt x="2739946" y="0"/>
                  </a:lnTo>
                  <a:lnTo>
                    <a:pt x="2738234" y="0"/>
                  </a:lnTo>
                  <a:lnTo>
                    <a:pt x="2736523" y="0"/>
                  </a:lnTo>
                  <a:lnTo>
                    <a:pt x="2734812" y="0"/>
                  </a:lnTo>
                  <a:lnTo>
                    <a:pt x="2733100" y="0"/>
                  </a:lnTo>
                  <a:lnTo>
                    <a:pt x="2731389" y="0"/>
                  </a:lnTo>
                  <a:lnTo>
                    <a:pt x="2729677" y="0"/>
                  </a:lnTo>
                  <a:lnTo>
                    <a:pt x="2727966" y="0"/>
                  </a:lnTo>
                  <a:lnTo>
                    <a:pt x="2726255" y="0"/>
                  </a:lnTo>
                  <a:lnTo>
                    <a:pt x="2724543" y="0"/>
                  </a:lnTo>
                  <a:lnTo>
                    <a:pt x="2722832" y="0"/>
                  </a:lnTo>
                  <a:lnTo>
                    <a:pt x="2721120" y="0"/>
                  </a:lnTo>
                  <a:lnTo>
                    <a:pt x="2719409" y="0"/>
                  </a:lnTo>
                  <a:lnTo>
                    <a:pt x="2717698" y="0"/>
                  </a:lnTo>
                  <a:lnTo>
                    <a:pt x="2715986" y="0"/>
                  </a:lnTo>
                  <a:lnTo>
                    <a:pt x="2714275" y="0"/>
                  </a:lnTo>
                  <a:lnTo>
                    <a:pt x="2712563" y="0"/>
                  </a:lnTo>
                  <a:lnTo>
                    <a:pt x="2710852" y="0"/>
                  </a:lnTo>
                  <a:lnTo>
                    <a:pt x="2709141" y="0"/>
                  </a:lnTo>
                  <a:lnTo>
                    <a:pt x="2707429" y="0"/>
                  </a:lnTo>
                  <a:lnTo>
                    <a:pt x="2705718" y="0"/>
                  </a:lnTo>
                  <a:lnTo>
                    <a:pt x="2704006" y="0"/>
                  </a:lnTo>
                  <a:lnTo>
                    <a:pt x="2702295" y="0"/>
                  </a:lnTo>
                  <a:lnTo>
                    <a:pt x="2700584" y="0"/>
                  </a:lnTo>
                  <a:lnTo>
                    <a:pt x="2698872" y="0"/>
                  </a:lnTo>
                  <a:lnTo>
                    <a:pt x="2697161" y="0"/>
                  </a:lnTo>
                  <a:lnTo>
                    <a:pt x="2695449" y="0"/>
                  </a:lnTo>
                  <a:lnTo>
                    <a:pt x="2693738" y="0"/>
                  </a:lnTo>
                  <a:lnTo>
                    <a:pt x="2692027" y="0"/>
                  </a:lnTo>
                  <a:lnTo>
                    <a:pt x="2690315" y="0"/>
                  </a:lnTo>
                  <a:lnTo>
                    <a:pt x="2688604" y="0"/>
                  </a:lnTo>
                  <a:lnTo>
                    <a:pt x="2686892" y="0"/>
                  </a:lnTo>
                  <a:lnTo>
                    <a:pt x="2685181" y="0"/>
                  </a:lnTo>
                  <a:lnTo>
                    <a:pt x="2683470" y="0"/>
                  </a:lnTo>
                  <a:lnTo>
                    <a:pt x="2681758" y="0"/>
                  </a:lnTo>
                  <a:lnTo>
                    <a:pt x="2680047" y="0"/>
                  </a:lnTo>
                  <a:lnTo>
                    <a:pt x="2678335" y="0"/>
                  </a:lnTo>
                  <a:lnTo>
                    <a:pt x="2676624" y="0"/>
                  </a:lnTo>
                  <a:lnTo>
                    <a:pt x="2674913" y="0"/>
                  </a:lnTo>
                  <a:lnTo>
                    <a:pt x="2673201" y="0"/>
                  </a:lnTo>
                  <a:lnTo>
                    <a:pt x="2671490" y="0"/>
                  </a:lnTo>
                  <a:lnTo>
                    <a:pt x="2669778" y="0"/>
                  </a:lnTo>
                  <a:lnTo>
                    <a:pt x="2668067" y="0"/>
                  </a:lnTo>
                  <a:lnTo>
                    <a:pt x="2666356" y="0"/>
                  </a:lnTo>
                  <a:lnTo>
                    <a:pt x="2664644" y="0"/>
                  </a:lnTo>
                  <a:lnTo>
                    <a:pt x="2662933" y="0"/>
                  </a:lnTo>
                  <a:lnTo>
                    <a:pt x="2661221" y="0"/>
                  </a:lnTo>
                  <a:lnTo>
                    <a:pt x="2659510" y="0"/>
                  </a:lnTo>
                  <a:lnTo>
                    <a:pt x="2657799" y="0"/>
                  </a:lnTo>
                  <a:lnTo>
                    <a:pt x="2656087" y="0"/>
                  </a:lnTo>
                  <a:lnTo>
                    <a:pt x="2654376" y="0"/>
                  </a:lnTo>
                  <a:lnTo>
                    <a:pt x="2652664" y="0"/>
                  </a:lnTo>
                  <a:lnTo>
                    <a:pt x="2650953" y="0"/>
                  </a:lnTo>
                  <a:lnTo>
                    <a:pt x="2649242" y="0"/>
                  </a:lnTo>
                  <a:lnTo>
                    <a:pt x="2647530" y="0"/>
                  </a:lnTo>
                  <a:lnTo>
                    <a:pt x="2645819" y="0"/>
                  </a:lnTo>
                  <a:lnTo>
                    <a:pt x="2644107" y="0"/>
                  </a:lnTo>
                  <a:lnTo>
                    <a:pt x="2642396" y="0"/>
                  </a:lnTo>
                  <a:lnTo>
                    <a:pt x="2640685" y="0"/>
                  </a:lnTo>
                  <a:lnTo>
                    <a:pt x="2638973" y="0"/>
                  </a:lnTo>
                  <a:lnTo>
                    <a:pt x="2637262" y="0"/>
                  </a:lnTo>
                  <a:lnTo>
                    <a:pt x="2635550" y="0"/>
                  </a:lnTo>
                  <a:lnTo>
                    <a:pt x="2633839" y="0"/>
                  </a:lnTo>
                  <a:lnTo>
                    <a:pt x="2632128" y="0"/>
                  </a:lnTo>
                  <a:lnTo>
                    <a:pt x="2630416" y="0"/>
                  </a:lnTo>
                  <a:lnTo>
                    <a:pt x="2628705" y="0"/>
                  </a:lnTo>
                  <a:lnTo>
                    <a:pt x="2626994" y="0"/>
                  </a:lnTo>
                  <a:lnTo>
                    <a:pt x="2625282" y="0"/>
                  </a:lnTo>
                  <a:lnTo>
                    <a:pt x="2623571" y="0"/>
                  </a:lnTo>
                  <a:lnTo>
                    <a:pt x="2621859" y="0"/>
                  </a:lnTo>
                  <a:lnTo>
                    <a:pt x="2620148" y="0"/>
                  </a:lnTo>
                  <a:lnTo>
                    <a:pt x="2618437" y="0"/>
                  </a:lnTo>
                  <a:lnTo>
                    <a:pt x="2616725" y="0"/>
                  </a:lnTo>
                  <a:lnTo>
                    <a:pt x="2615014" y="0"/>
                  </a:lnTo>
                  <a:lnTo>
                    <a:pt x="2613302" y="0"/>
                  </a:lnTo>
                  <a:lnTo>
                    <a:pt x="2611591" y="0"/>
                  </a:lnTo>
                  <a:lnTo>
                    <a:pt x="2609880" y="0"/>
                  </a:lnTo>
                  <a:lnTo>
                    <a:pt x="2608168" y="0"/>
                  </a:lnTo>
                  <a:lnTo>
                    <a:pt x="2606457" y="0"/>
                  </a:lnTo>
                  <a:lnTo>
                    <a:pt x="2604745" y="0"/>
                  </a:lnTo>
                  <a:lnTo>
                    <a:pt x="2603034" y="0"/>
                  </a:lnTo>
                  <a:lnTo>
                    <a:pt x="2601323" y="0"/>
                  </a:lnTo>
                  <a:lnTo>
                    <a:pt x="2599611" y="0"/>
                  </a:lnTo>
                  <a:lnTo>
                    <a:pt x="2597900" y="0"/>
                  </a:lnTo>
                  <a:lnTo>
                    <a:pt x="2596188" y="0"/>
                  </a:lnTo>
                  <a:lnTo>
                    <a:pt x="2594477" y="0"/>
                  </a:lnTo>
                  <a:lnTo>
                    <a:pt x="2592766" y="0"/>
                  </a:lnTo>
                  <a:lnTo>
                    <a:pt x="2591054" y="0"/>
                  </a:lnTo>
                  <a:lnTo>
                    <a:pt x="2589343" y="0"/>
                  </a:lnTo>
                  <a:lnTo>
                    <a:pt x="2587631" y="0"/>
                  </a:lnTo>
                  <a:lnTo>
                    <a:pt x="2585920" y="0"/>
                  </a:lnTo>
                  <a:lnTo>
                    <a:pt x="2584209" y="0"/>
                  </a:lnTo>
                  <a:lnTo>
                    <a:pt x="2582497" y="0"/>
                  </a:lnTo>
                  <a:lnTo>
                    <a:pt x="2580786" y="0"/>
                  </a:lnTo>
                  <a:lnTo>
                    <a:pt x="2579074" y="0"/>
                  </a:lnTo>
                  <a:lnTo>
                    <a:pt x="2577363" y="0"/>
                  </a:lnTo>
                  <a:lnTo>
                    <a:pt x="2575652" y="0"/>
                  </a:lnTo>
                  <a:lnTo>
                    <a:pt x="2573940" y="0"/>
                  </a:lnTo>
                  <a:lnTo>
                    <a:pt x="2572229" y="0"/>
                  </a:lnTo>
                  <a:lnTo>
                    <a:pt x="2570517" y="0"/>
                  </a:lnTo>
                  <a:lnTo>
                    <a:pt x="2568806" y="0"/>
                  </a:lnTo>
                  <a:lnTo>
                    <a:pt x="2567095" y="0"/>
                  </a:lnTo>
                  <a:lnTo>
                    <a:pt x="2565383" y="0"/>
                  </a:lnTo>
                  <a:lnTo>
                    <a:pt x="2563672" y="0"/>
                  </a:lnTo>
                  <a:lnTo>
                    <a:pt x="2561960" y="0"/>
                  </a:lnTo>
                  <a:lnTo>
                    <a:pt x="2560249" y="0"/>
                  </a:lnTo>
                  <a:lnTo>
                    <a:pt x="2558538" y="0"/>
                  </a:lnTo>
                  <a:lnTo>
                    <a:pt x="2556826" y="0"/>
                  </a:lnTo>
                  <a:lnTo>
                    <a:pt x="2555115" y="0"/>
                  </a:lnTo>
                  <a:lnTo>
                    <a:pt x="2553403" y="0"/>
                  </a:lnTo>
                  <a:lnTo>
                    <a:pt x="2551692" y="0"/>
                  </a:lnTo>
                  <a:lnTo>
                    <a:pt x="2549981" y="0"/>
                  </a:lnTo>
                  <a:lnTo>
                    <a:pt x="2548269" y="0"/>
                  </a:lnTo>
                  <a:lnTo>
                    <a:pt x="2546558" y="0"/>
                  </a:lnTo>
                  <a:lnTo>
                    <a:pt x="2544846" y="0"/>
                  </a:lnTo>
                  <a:lnTo>
                    <a:pt x="2543135" y="0"/>
                  </a:lnTo>
                  <a:lnTo>
                    <a:pt x="2541424" y="0"/>
                  </a:lnTo>
                  <a:lnTo>
                    <a:pt x="2539712" y="0"/>
                  </a:lnTo>
                  <a:lnTo>
                    <a:pt x="2538001" y="0"/>
                  </a:lnTo>
                  <a:lnTo>
                    <a:pt x="2536289" y="0"/>
                  </a:lnTo>
                  <a:lnTo>
                    <a:pt x="2534578" y="0"/>
                  </a:lnTo>
                  <a:lnTo>
                    <a:pt x="2532867" y="0"/>
                  </a:lnTo>
                  <a:lnTo>
                    <a:pt x="2531155" y="0"/>
                  </a:lnTo>
                  <a:lnTo>
                    <a:pt x="2529444" y="0"/>
                  </a:lnTo>
                  <a:lnTo>
                    <a:pt x="2527733" y="0"/>
                  </a:lnTo>
                  <a:lnTo>
                    <a:pt x="2526021" y="0"/>
                  </a:lnTo>
                  <a:lnTo>
                    <a:pt x="2524310" y="0"/>
                  </a:lnTo>
                  <a:lnTo>
                    <a:pt x="2522598" y="0"/>
                  </a:lnTo>
                  <a:lnTo>
                    <a:pt x="2520887" y="0"/>
                  </a:lnTo>
                  <a:lnTo>
                    <a:pt x="2519176" y="0"/>
                  </a:lnTo>
                  <a:lnTo>
                    <a:pt x="2517464" y="0"/>
                  </a:lnTo>
                  <a:lnTo>
                    <a:pt x="2515753" y="0"/>
                  </a:lnTo>
                  <a:lnTo>
                    <a:pt x="2514041" y="0"/>
                  </a:lnTo>
                  <a:lnTo>
                    <a:pt x="2512330" y="0"/>
                  </a:lnTo>
                  <a:lnTo>
                    <a:pt x="2510619" y="0"/>
                  </a:lnTo>
                  <a:lnTo>
                    <a:pt x="2508907" y="0"/>
                  </a:lnTo>
                  <a:lnTo>
                    <a:pt x="2507196" y="0"/>
                  </a:lnTo>
                  <a:lnTo>
                    <a:pt x="2505484" y="0"/>
                  </a:lnTo>
                  <a:lnTo>
                    <a:pt x="2503773" y="0"/>
                  </a:lnTo>
                  <a:lnTo>
                    <a:pt x="2502062" y="0"/>
                  </a:lnTo>
                  <a:lnTo>
                    <a:pt x="2500350" y="0"/>
                  </a:lnTo>
                  <a:lnTo>
                    <a:pt x="2498639" y="0"/>
                  </a:lnTo>
                  <a:lnTo>
                    <a:pt x="2496927" y="0"/>
                  </a:lnTo>
                  <a:lnTo>
                    <a:pt x="2495216" y="0"/>
                  </a:lnTo>
                  <a:lnTo>
                    <a:pt x="2493505" y="0"/>
                  </a:lnTo>
                  <a:lnTo>
                    <a:pt x="2491793" y="0"/>
                  </a:lnTo>
                  <a:lnTo>
                    <a:pt x="2490082" y="0"/>
                  </a:lnTo>
                  <a:lnTo>
                    <a:pt x="2488370" y="0"/>
                  </a:lnTo>
                  <a:lnTo>
                    <a:pt x="2486659" y="0"/>
                  </a:lnTo>
                  <a:lnTo>
                    <a:pt x="2484948" y="0"/>
                  </a:lnTo>
                  <a:lnTo>
                    <a:pt x="2483236" y="0"/>
                  </a:lnTo>
                  <a:lnTo>
                    <a:pt x="2481525" y="0"/>
                  </a:lnTo>
                  <a:lnTo>
                    <a:pt x="2479813" y="0"/>
                  </a:lnTo>
                  <a:lnTo>
                    <a:pt x="2478102" y="0"/>
                  </a:lnTo>
                  <a:lnTo>
                    <a:pt x="2476391" y="0"/>
                  </a:lnTo>
                  <a:lnTo>
                    <a:pt x="2474679" y="0"/>
                  </a:lnTo>
                  <a:lnTo>
                    <a:pt x="2472968" y="0"/>
                  </a:lnTo>
                  <a:lnTo>
                    <a:pt x="2471256" y="0"/>
                  </a:lnTo>
                  <a:lnTo>
                    <a:pt x="2469545" y="0"/>
                  </a:lnTo>
                  <a:lnTo>
                    <a:pt x="2467834" y="0"/>
                  </a:lnTo>
                  <a:lnTo>
                    <a:pt x="2466122" y="0"/>
                  </a:lnTo>
                  <a:lnTo>
                    <a:pt x="2464411" y="0"/>
                  </a:lnTo>
                  <a:lnTo>
                    <a:pt x="2462699" y="0"/>
                  </a:lnTo>
                  <a:lnTo>
                    <a:pt x="2460988" y="0"/>
                  </a:lnTo>
                  <a:lnTo>
                    <a:pt x="2459277" y="0"/>
                  </a:lnTo>
                  <a:lnTo>
                    <a:pt x="2457565" y="0"/>
                  </a:lnTo>
                  <a:lnTo>
                    <a:pt x="2455854" y="0"/>
                  </a:lnTo>
                  <a:lnTo>
                    <a:pt x="2454142" y="0"/>
                  </a:lnTo>
                  <a:lnTo>
                    <a:pt x="2452431" y="0"/>
                  </a:lnTo>
                  <a:lnTo>
                    <a:pt x="2450720" y="0"/>
                  </a:lnTo>
                  <a:lnTo>
                    <a:pt x="2449008" y="0"/>
                  </a:lnTo>
                  <a:lnTo>
                    <a:pt x="2447297" y="0"/>
                  </a:lnTo>
                  <a:lnTo>
                    <a:pt x="2445585" y="0"/>
                  </a:lnTo>
                  <a:lnTo>
                    <a:pt x="2443874" y="0"/>
                  </a:lnTo>
                  <a:lnTo>
                    <a:pt x="2442163" y="0"/>
                  </a:lnTo>
                  <a:lnTo>
                    <a:pt x="2440451" y="0"/>
                  </a:lnTo>
                  <a:lnTo>
                    <a:pt x="2438740" y="0"/>
                  </a:lnTo>
                  <a:lnTo>
                    <a:pt x="2437028" y="0"/>
                  </a:lnTo>
                  <a:lnTo>
                    <a:pt x="2435317" y="0"/>
                  </a:lnTo>
                  <a:lnTo>
                    <a:pt x="2433606" y="0"/>
                  </a:lnTo>
                  <a:lnTo>
                    <a:pt x="2431894" y="0"/>
                  </a:lnTo>
                  <a:lnTo>
                    <a:pt x="2430183" y="0"/>
                  </a:lnTo>
                  <a:lnTo>
                    <a:pt x="2428471" y="0"/>
                  </a:lnTo>
                  <a:lnTo>
                    <a:pt x="2426760" y="0"/>
                  </a:lnTo>
                  <a:lnTo>
                    <a:pt x="2425049" y="0"/>
                  </a:lnTo>
                  <a:lnTo>
                    <a:pt x="2423337" y="0"/>
                  </a:lnTo>
                  <a:lnTo>
                    <a:pt x="2421626" y="0"/>
                  </a:lnTo>
                  <a:lnTo>
                    <a:pt x="2419915" y="0"/>
                  </a:lnTo>
                  <a:lnTo>
                    <a:pt x="2418203" y="0"/>
                  </a:lnTo>
                  <a:lnTo>
                    <a:pt x="2416492" y="0"/>
                  </a:lnTo>
                  <a:lnTo>
                    <a:pt x="2414780" y="0"/>
                  </a:lnTo>
                  <a:lnTo>
                    <a:pt x="2413069" y="0"/>
                  </a:lnTo>
                  <a:lnTo>
                    <a:pt x="2411358" y="0"/>
                  </a:lnTo>
                  <a:lnTo>
                    <a:pt x="2409646" y="0"/>
                  </a:lnTo>
                  <a:lnTo>
                    <a:pt x="2407935" y="0"/>
                  </a:lnTo>
                  <a:lnTo>
                    <a:pt x="2406223" y="0"/>
                  </a:lnTo>
                  <a:lnTo>
                    <a:pt x="2404512" y="0"/>
                  </a:lnTo>
                  <a:lnTo>
                    <a:pt x="2402801" y="0"/>
                  </a:lnTo>
                  <a:lnTo>
                    <a:pt x="2401089" y="0"/>
                  </a:lnTo>
                  <a:lnTo>
                    <a:pt x="2399378" y="0"/>
                  </a:lnTo>
                  <a:lnTo>
                    <a:pt x="2397666" y="0"/>
                  </a:lnTo>
                  <a:lnTo>
                    <a:pt x="2395955" y="0"/>
                  </a:lnTo>
                  <a:lnTo>
                    <a:pt x="2394244" y="0"/>
                  </a:lnTo>
                  <a:lnTo>
                    <a:pt x="2392532" y="0"/>
                  </a:lnTo>
                  <a:lnTo>
                    <a:pt x="2390821" y="0"/>
                  </a:lnTo>
                  <a:lnTo>
                    <a:pt x="2389109" y="0"/>
                  </a:lnTo>
                  <a:lnTo>
                    <a:pt x="2387398" y="0"/>
                  </a:lnTo>
                  <a:lnTo>
                    <a:pt x="2385687" y="0"/>
                  </a:lnTo>
                  <a:lnTo>
                    <a:pt x="2383975" y="0"/>
                  </a:lnTo>
                  <a:lnTo>
                    <a:pt x="2382264" y="0"/>
                  </a:lnTo>
                  <a:lnTo>
                    <a:pt x="2380552" y="0"/>
                  </a:lnTo>
                  <a:lnTo>
                    <a:pt x="2378841" y="0"/>
                  </a:lnTo>
                  <a:lnTo>
                    <a:pt x="2377130" y="0"/>
                  </a:lnTo>
                  <a:lnTo>
                    <a:pt x="2375418" y="0"/>
                  </a:lnTo>
                  <a:lnTo>
                    <a:pt x="2373707" y="0"/>
                  </a:lnTo>
                  <a:lnTo>
                    <a:pt x="2371995" y="0"/>
                  </a:lnTo>
                  <a:lnTo>
                    <a:pt x="2370284" y="0"/>
                  </a:lnTo>
                  <a:lnTo>
                    <a:pt x="2368573" y="0"/>
                  </a:lnTo>
                  <a:lnTo>
                    <a:pt x="2366861" y="0"/>
                  </a:lnTo>
                  <a:lnTo>
                    <a:pt x="2365150" y="0"/>
                  </a:lnTo>
                  <a:lnTo>
                    <a:pt x="2363438" y="0"/>
                  </a:lnTo>
                  <a:lnTo>
                    <a:pt x="2361727" y="0"/>
                  </a:lnTo>
                  <a:lnTo>
                    <a:pt x="2360016" y="0"/>
                  </a:lnTo>
                  <a:lnTo>
                    <a:pt x="2358304" y="0"/>
                  </a:lnTo>
                  <a:lnTo>
                    <a:pt x="2356593" y="0"/>
                  </a:lnTo>
                  <a:lnTo>
                    <a:pt x="2354881" y="0"/>
                  </a:lnTo>
                  <a:lnTo>
                    <a:pt x="2353170" y="0"/>
                  </a:lnTo>
                  <a:lnTo>
                    <a:pt x="2351459" y="0"/>
                  </a:lnTo>
                  <a:lnTo>
                    <a:pt x="2349747" y="0"/>
                  </a:lnTo>
                  <a:lnTo>
                    <a:pt x="2348036" y="0"/>
                  </a:lnTo>
                  <a:lnTo>
                    <a:pt x="2346324" y="0"/>
                  </a:lnTo>
                  <a:lnTo>
                    <a:pt x="2344613" y="0"/>
                  </a:lnTo>
                  <a:lnTo>
                    <a:pt x="2342902" y="0"/>
                  </a:lnTo>
                  <a:lnTo>
                    <a:pt x="2341190" y="0"/>
                  </a:lnTo>
                  <a:lnTo>
                    <a:pt x="2339479" y="0"/>
                  </a:lnTo>
                  <a:lnTo>
                    <a:pt x="2337767" y="0"/>
                  </a:lnTo>
                  <a:lnTo>
                    <a:pt x="2336056" y="0"/>
                  </a:lnTo>
                  <a:lnTo>
                    <a:pt x="2334345" y="0"/>
                  </a:lnTo>
                  <a:lnTo>
                    <a:pt x="2332633" y="0"/>
                  </a:lnTo>
                  <a:lnTo>
                    <a:pt x="2330922" y="0"/>
                  </a:lnTo>
                  <a:lnTo>
                    <a:pt x="2329210" y="0"/>
                  </a:lnTo>
                  <a:lnTo>
                    <a:pt x="2327499" y="0"/>
                  </a:lnTo>
                  <a:lnTo>
                    <a:pt x="2325788" y="0"/>
                  </a:lnTo>
                  <a:lnTo>
                    <a:pt x="2324076" y="0"/>
                  </a:lnTo>
                  <a:lnTo>
                    <a:pt x="2322365" y="0"/>
                  </a:lnTo>
                  <a:lnTo>
                    <a:pt x="2320653" y="0"/>
                  </a:lnTo>
                  <a:lnTo>
                    <a:pt x="2318942" y="0"/>
                  </a:lnTo>
                  <a:lnTo>
                    <a:pt x="2317231" y="0"/>
                  </a:lnTo>
                  <a:lnTo>
                    <a:pt x="2315519" y="0"/>
                  </a:lnTo>
                  <a:lnTo>
                    <a:pt x="2313808" y="0"/>
                  </a:lnTo>
                  <a:lnTo>
                    <a:pt x="2312097" y="0"/>
                  </a:lnTo>
                  <a:lnTo>
                    <a:pt x="2310385" y="0"/>
                  </a:lnTo>
                  <a:lnTo>
                    <a:pt x="2308674" y="0"/>
                  </a:lnTo>
                  <a:lnTo>
                    <a:pt x="2306962" y="0"/>
                  </a:lnTo>
                  <a:lnTo>
                    <a:pt x="2305251" y="0"/>
                  </a:lnTo>
                  <a:lnTo>
                    <a:pt x="2303540" y="0"/>
                  </a:lnTo>
                  <a:lnTo>
                    <a:pt x="2301828" y="0"/>
                  </a:lnTo>
                  <a:lnTo>
                    <a:pt x="2300117" y="0"/>
                  </a:lnTo>
                  <a:lnTo>
                    <a:pt x="2298405" y="0"/>
                  </a:lnTo>
                  <a:lnTo>
                    <a:pt x="2296694" y="0"/>
                  </a:lnTo>
                  <a:lnTo>
                    <a:pt x="2294983" y="0"/>
                  </a:lnTo>
                  <a:lnTo>
                    <a:pt x="2293271" y="0"/>
                  </a:lnTo>
                  <a:lnTo>
                    <a:pt x="2291560" y="0"/>
                  </a:lnTo>
                  <a:lnTo>
                    <a:pt x="2289848" y="0"/>
                  </a:lnTo>
                  <a:lnTo>
                    <a:pt x="2288137" y="0"/>
                  </a:lnTo>
                  <a:lnTo>
                    <a:pt x="2286426" y="0"/>
                  </a:lnTo>
                  <a:lnTo>
                    <a:pt x="2284714" y="0"/>
                  </a:lnTo>
                  <a:lnTo>
                    <a:pt x="2283003" y="0"/>
                  </a:lnTo>
                  <a:lnTo>
                    <a:pt x="2281291" y="0"/>
                  </a:lnTo>
                  <a:lnTo>
                    <a:pt x="2279580" y="0"/>
                  </a:lnTo>
                  <a:lnTo>
                    <a:pt x="2277869" y="0"/>
                  </a:lnTo>
                  <a:lnTo>
                    <a:pt x="2276157" y="0"/>
                  </a:lnTo>
                  <a:lnTo>
                    <a:pt x="2274446" y="0"/>
                  </a:lnTo>
                  <a:lnTo>
                    <a:pt x="2272734" y="0"/>
                  </a:lnTo>
                  <a:lnTo>
                    <a:pt x="2271023" y="0"/>
                  </a:lnTo>
                  <a:lnTo>
                    <a:pt x="2269312" y="0"/>
                  </a:lnTo>
                  <a:lnTo>
                    <a:pt x="2267600" y="0"/>
                  </a:lnTo>
                  <a:lnTo>
                    <a:pt x="2265889" y="0"/>
                  </a:lnTo>
                  <a:lnTo>
                    <a:pt x="2264177" y="0"/>
                  </a:lnTo>
                  <a:lnTo>
                    <a:pt x="2262466" y="0"/>
                  </a:lnTo>
                  <a:lnTo>
                    <a:pt x="2260755" y="0"/>
                  </a:lnTo>
                  <a:lnTo>
                    <a:pt x="2259043" y="0"/>
                  </a:lnTo>
                  <a:lnTo>
                    <a:pt x="2257332" y="0"/>
                  </a:lnTo>
                  <a:lnTo>
                    <a:pt x="2255620" y="0"/>
                  </a:lnTo>
                  <a:lnTo>
                    <a:pt x="2253909" y="0"/>
                  </a:lnTo>
                  <a:lnTo>
                    <a:pt x="2252198" y="0"/>
                  </a:lnTo>
                  <a:lnTo>
                    <a:pt x="2250486" y="0"/>
                  </a:lnTo>
                  <a:lnTo>
                    <a:pt x="2248775" y="0"/>
                  </a:lnTo>
                  <a:lnTo>
                    <a:pt x="2247063" y="0"/>
                  </a:lnTo>
                  <a:lnTo>
                    <a:pt x="2245352" y="0"/>
                  </a:lnTo>
                  <a:lnTo>
                    <a:pt x="2243641" y="0"/>
                  </a:lnTo>
                  <a:lnTo>
                    <a:pt x="2241929" y="0"/>
                  </a:lnTo>
                  <a:lnTo>
                    <a:pt x="2240218" y="0"/>
                  </a:lnTo>
                  <a:lnTo>
                    <a:pt x="2238506" y="0"/>
                  </a:lnTo>
                  <a:lnTo>
                    <a:pt x="2236795" y="0"/>
                  </a:lnTo>
                  <a:lnTo>
                    <a:pt x="2235084" y="0"/>
                  </a:lnTo>
                  <a:lnTo>
                    <a:pt x="2233372" y="0"/>
                  </a:lnTo>
                  <a:lnTo>
                    <a:pt x="2231661" y="0"/>
                  </a:lnTo>
                  <a:lnTo>
                    <a:pt x="2229949" y="0"/>
                  </a:lnTo>
                  <a:lnTo>
                    <a:pt x="2228238" y="0"/>
                  </a:lnTo>
                  <a:lnTo>
                    <a:pt x="2226527" y="0"/>
                  </a:lnTo>
                  <a:lnTo>
                    <a:pt x="2224815" y="0"/>
                  </a:lnTo>
                  <a:lnTo>
                    <a:pt x="2223104" y="0"/>
                  </a:lnTo>
                  <a:lnTo>
                    <a:pt x="2221392" y="0"/>
                  </a:lnTo>
                  <a:lnTo>
                    <a:pt x="2219681" y="0"/>
                  </a:lnTo>
                  <a:lnTo>
                    <a:pt x="2217970" y="0"/>
                  </a:lnTo>
                  <a:lnTo>
                    <a:pt x="2216258" y="0"/>
                  </a:lnTo>
                  <a:lnTo>
                    <a:pt x="2214547" y="0"/>
                  </a:lnTo>
                  <a:lnTo>
                    <a:pt x="2212836" y="0"/>
                  </a:lnTo>
                  <a:lnTo>
                    <a:pt x="2211124" y="0"/>
                  </a:lnTo>
                  <a:lnTo>
                    <a:pt x="2209413" y="0"/>
                  </a:lnTo>
                  <a:lnTo>
                    <a:pt x="2207701" y="0"/>
                  </a:lnTo>
                  <a:lnTo>
                    <a:pt x="2205990" y="0"/>
                  </a:lnTo>
                  <a:lnTo>
                    <a:pt x="2204279" y="0"/>
                  </a:lnTo>
                  <a:lnTo>
                    <a:pt x="2202567" y="0"/>
                  </a:lnTo>
                  <a:lnTo>
                    <a:pt x="2200856" y="0"/>
                  </a:lnTo>
                  <a:lnTo>
                    <a:pt x="2199144" y="0"/>
                  </a:lnTo>
                  <a:lnTo>
                    <a:pt x="2197433" y="0"/>
                  </a:lnTo>
                  <a:lnTo>
                    <a:pt x="2195722" y="0"/>
                  </a:lnTo>
                  <a:lnTo>
                    <a:pt x="2194010" y="0"/>
                  </a:lnTo>
                  <a:lnTo>
                    <a:pt x="2192299" y="0"/>
                  </a:lnTo>
                  <a:lnTo>
                    <a:pt x="2190587" y="0"/>
                  </a:lnTo>
                  <a:lnTo>
                    <a:pt x="2188876" y="0"/>
                  </a:lnTo>
                  <a:lnTo>
                    <a:pt x="2187165" y="0"/>
                  </a:lnTo>
                  <a:lnTo>
                    <a:pt x="2185453" y="0"/>
                  </a:lnTo>
                  <a:lnTo>
                    <a:pt x="2183742" y="0"/>
                  </a:lnTo>
                  <a:lnTo>
                    <a:pt x="2182030" y="0"/>
                  </a:lnTo>
                  <a:lnTo>
                    <a:pt x="2180319" y="0"/>
                  </a:lnTo>
                  <a:lnTo>
                    <a:pt x="2178608" y="0"/>
                  </a:lnTo>
                  <a:lnTo>
                    <a:pt x="2176896" y="0"/>
                  </a:lnTo>
                  <a:lnTo>
                    <a:pt x="2175185" y="0"/>
                  </a:lnTo>
                  <a:lnTo>
                    <a:pt x="2173473" y="0"/>
                  </a:lnTo>
                  <a:lnTo>
                    <a:pt x="2171762" y="0"/>
                  </a:lnTo>
                  <a:lnTo>
                    <a:pt x="2170051" y="0"/>
                  </a:lnTo>
                  <a:lnTo>
                    <a:pt x="2168339" y="0"/>
                  </a:lnTo>
                  <a:lnTo>
                    <a:pt x="2166628" y="0"/>
                  </a:lnTo>
                  <a:lnTo>
                    <a:pt x="2164916" y="0"/>
                  </a:lnTo>
                  <a:lnTo>
                    <a:pt x="2163205" y="0"/>
                  </a:lnTo>
                  <a:lnTo>
                    <a:pt x="2161494" y="0"/>
                  </a:lnTo>
                  <a:lnTo>
                    <a:pt x="2159782" y="0"/>
                  </a:lnTo>
                  <a:lnTo>
                    <a:pt x="2158071" y="0"/>
                  </a:lnTo>
                  <a:lnTo>
                    <a:pt x="2156359" y="0"/>
                  </a:lnTo>
                  <a:lnTo>
                    <a:pt x="2154648" y="0"/>
                  </a:lnTo>
                  <a:lnTo>
                    <a:pt x="2152937" y="0"/>
                  </a:lnTo>
                  <a:lnTo>
                    <a:pt x="2151225" y="0"/>
                  </a:lnTo>
                  <a:lnTo>
                    <a:pt x="2149514" y="0"/>
                  </a:lnTo>
                  <a:lnTo>
                    <a:pt x="2147802" y="0"/>
                  </a:lnTo>
                  <a:lnTo>
                    <a:pt x="2146091" y="0"/>
                  </a:lnTo>
                  <a:lnTo>
                    <a:pt x="2144380" y="0"/>
                  </a:lnTo>
                  <a:lnTo>
                    <a:pt x="2142668" y="0"/>
                  </a:lnTo>
                  <a:lnTo>
                    <a:pt x="2140957" y="0"/>
                  </a:lnTo>
                  <a:lnTo>
                    <a:pt x="2139245" y="0"/>
                  </a:lnTo>
                  <a:lnTo>
                    <a:pt x="2137534" y="0"/>
                  </a:lnTo>
                  <a:lnTo>
                    <a:pt x="2135823" y="0"/>
                  </a:lnTo>
                  <a:lnTo>
                    <a:pt x="2134111" y="0"/>
                  </a:lnTo>
                  <a:lnTo>
                    <a:pt x="2132400" y="0"/>
                  </a:lnTo>
                  <a:lnTo>
                    <a:pt x="2130688" y="0"/>
                  </a:lnTo>
                  <a:lnTo>
                    <a:pt x="2128977" y="0"/>
                  </a:lnTo>
                  <a:lnTo>
                    <a:pt x="2127266" y="0"/>
                  </a:lnTo>
                  <a:lnTo>
                    <a:pt x="2125554" y="0"/>
                  </a:lnTo>
                  <a:lnTo>
                    <a:pt x="2123843" y="0"/>
                  </a:lnTo>
                  <a:lnTo>
                    <a:pt x="2122131" y="0"/>
                  </a:lnTo>
                  <a:lnTo>
                    <a:pt x="2120420" y="0"/>
                  </a:lnTo>
                  <a:lnTo>
                    <a:pt x="2118709" y="0"/>
                  </a:lnTo>
                  <a:lnTo>
                    <a:pt x="2116997" y="0"/>
                  </a:lnTo>
                  <a:lnTo>
                    <a:pt x="2115286" y="0"/>
                  </a:lnTo>
                  <a:lnTo>
                    <a:pt x="2113574" y="0"/>
                  </a:lnTo>
                  <a:lnTo>
                    <a:pt x="2111863" y="0"/>
                  </a:lnTo>
                  <a:lnTo>
                    <a:pt x="2110152" y="0"/>
                  </a:lnTo>
                  <a:lnTo>
                    <a:pt x="2108440" y="0"/>
                  </a:lnTo>
                  <a:lnTo>
                    <a:pt x="2106729" y="0"/>
                  </a:lnTo>
                  <a:lnTo>
                    <a:pt x="2105018" y="0"/>
                  </a:lnTo>
                  <a:lnTo>
                    <a:pt x="2103306" y="0"/>
                  </a:lnTo>
                  <a:lnTo>
                    <a:pt x="2101595" y="0"/>
                  </a:lnTo>
                  <a:lnTo>
                    <a:pt x="2099883" y="0"/>
                  </a:lnTo>
                  <a:lnTo>
                    <a:pt x="2098172" y="0"/>
                  </a:lnTo>
                  <a:lnTo>
                    <a:pt x="2096461" y="0"/>
                  </a:lnTo>
                  <a:lnTo>
                    <a:pt x="2094749" y="0"/>
                  </a:lnTo>
                  <a:lnTo>
                    <a:pt x="2093038" y="0"/>
                  </a:lnTo>
                  <a:lnTo>
                    <a:pt x="2091326" y="0"/>
                  </a:lnTo>
                  <a:lnTo>
                    <a:pt x="2089615" y="0"/>
                  </a:lnTo>
                  <a:lnTo>
                    <a:pt x="2087904" y="0"/>
                  </a:lnTo>
                  <a:lnTo>
                    <a:pt x="2086192" y="0"/>
                  </a:lnTo>
                  <a:lnTo>
                    <a:pt x="2084481" y="0"/>
                  </a:lnTo>
                  <a:lnTo>
                    <a:pt x="2082769" y="0"/>
                  </a:lnTo>
                  <a:lnTo>
                    <a:pt x="2081058" y="0"/>
                  </a:lnTo>
                  <a:lnTo>
                    <a:pt x="2079347" y="0"/>
                  </a:lnTo>
                  <a:lnTo>
                    <a:pt x="2077635" y="0"/>
                  </a:lnTo>
                  <a:lnTo>
                    <a:pt x="2075924" y="0"/>
                  </a:lnTo>
                  <a:lnTo>
                    <a:pt x="2074212" y="0"/>
                  </a:lnTo>
                  <a:lnTo>
                    <a:pt x="2072501" y="0"/>
                  </a:lnTo>
                  <a:lnTo>
                    <a:pt x="2070790" y="0"/>
                  </a:lnTo>
                  <a:lnTo>
                    <a:pt x="2069078" y="0"/>
                  </a:lnTo>
                  <a:lnTo>
                    <a:pt x="2067367" y="0"/>
                  </a:lnTo>
                  <a:lnTo>
                    <a:pt x="2065655" y="0"/>
                  </a:lnTo>
                  <a:lnTo>
                    <a:pt x="2063944" y="0"/>
                  </a:lnTo>
                  <a:lnTo>
                    <a:pt x="2062233" y="0"/>
                  </a:lnTo>
                  <a:lnTo>
                    <a:pt x="2060521" y="0"/>
                  </a:lnTo>
                  <a:lnTo>
                    <a:pt x="2058810" y="0"/>
                  </a:lnTo>
                  <a:lnTo>
                    <a:pt x="2057098" y="0"/>
                  </a:lnTo>
                  <a:lnTo>
                    <a:pt x="2055387" y="0"/>
                  </a:lnTo>
                  <a:lnTo>
                    <a:pt x="2053676" y="0"/>
                  </a:lnTo>
                  <a:lnTo>
                    <a:pt x="2051964" y="0"/>
                  </a:lnTo>
                  <a:lnTo>
                    <a:pt x="2050253" y="0"/>
                  </a:lnTo>
                  <a:lnTo>
                    <a:pt x="2048541" y="0"/>
                  </a:lnTo>
                  <a:lnTo>
                    <a:pt x="2046830" y="0"/>
                  </a:lnTo>
                  <a:lnTo>
                    <a:pt x="2045119" y="0"/>
                  </a:lnTo>
                  <a:lnTo>
                    <a:pt x="2043407" y="0"/>
                  </a:lnTo>
                  <a:lnTo>
                    <a:pt x="2041696" y="0"/>
                  </a:lnTo>
                  <a:lnTo>
                    <a:pt x="2039984" y="0"/>
                  </a:lnTo>
                  <a:lnTo>
                    <a:pt x="2038273" y="0"/>
                  </a:lnTo>
                  <a:lnTo>
                    <a:pt x="2036562" y="0"/>
                  </a:lnTo>
                  <a:lnTo>
                    <a:pt x="2034850" y="0"/>
                  </a:lnTo>
                  <a:lnTo>
                    <a:pt x="2033139" y="0"/>
                  </a:lnTo>
                  <a:lnTo>
                    <a:pt x="2031427" y="0"/>
                  </a:lnTo>
                  <a:lnTo>
                    <a:pt x="2029716" y="0"/>
                  </a:lnTo>
                  <a:lnTo>
                    <a:pt x="2028005" y="0"/>
                  </a:lnTo>
                  <a:lnTo>
                    <a:pt x="2026293" y="0"/>
                  </a:lnTo>
                  <a:lnTo>
                    <a:pt x="2024582" y="0"/>
                  </a:lnTo>
                  <a:lnTo>
                    <a:pt x="2022870" y="0"/>
                  </a:lnTo>
                  <a:lnTo>
                    <a:pt x="2021159" y="0"/>
                  </a:lnTo>
                  <a:lnTo>
                    <a:pt x="2019448" y="0"/>
                  </a:lnTo>
                  <a:lnTo>
                    <a:pt x="2017736" y="0"/>
                  </a:lnTo>
                  <a:lnTo>
                    <a:pt x="2016025" y="0"/>
                  </a:lnTo>
                  <a:lnTo>
                    <a:pt x="2014313" y="0"/>
                  </a:lnTo>
                  <a:lnTo>
                    <a:pt x="2012602" y="0"/>
                  </a:lnTo>
                  <a:lnTo>
                    <a:pt x="2010891" y="0"/>
                  </a:lnTo>
                  <a:lnTo>
                    <a:pt x="2009179" y="0"/>
                  </a:lnTo>
                  <a:lnTo>
                    <a:pt x="2007468" y="0"/>
                  </a:lnTo>
                  <a:lnTo>
                    <a:pt x="2005756" y="0"/>
                  </a:lnTo>
                  <a:lnTo>
                    <a:pt x="2004045" y="0"/>
                  </a:lnTo>
                  <a:lnTo>
                    <a:pt x="2002334" y="0"/>
                  </a:lnTo>
                  <a:lnTo>
                    <a:pt x="2000622" y="0"/>
                  </a:lnTo>
                  <a:lnTo>
                    <a:pt x="1998911" y="0"/>
                  </a:lnTo>
                  <a:lnTo>
                    <a:pt x="1997200" y="0"/>
                  </a:lnTo>
                  <a:lnTo>
                    <a:pt x="1995488" y="0"/>
                  </a:lnTo>
                  <a:lnTo>
                    <a:pt x="1993777" y="0"/>
                  </a:lnTo>
                  <a:lnTo>
                    <a:pt x="1992065" y="0"/>
                  </a:lnTo>
                  <a:lnTo>
                    <a:pt x="1990354" y="0"/>
                  </a:lnTo>
                  <a:lnTo>
                    <a:pt x="1988643" y="0"/>
                  </a:lnTo>
                  <a:lnTo>
                    <a:pt x="1986931" y="0"/>
                  </a:lnTo>
                  <a:lnTo>
                    <a:pt x="1985220" y="0"/>
                  </a:lnTo>
                  <a:lnTo>
                    <a:pt x="1983508" y="0"/>
                  </a:lnTo>
                  <a:lnTo>
                    <a:pt x="1981797" y="0"/>
                  </a:lnTo>
                  <a:lnTo>
                    <a:pt x="1980086" y="0"/>
                  </a:lnTo>
                  <a:lnTo>
                    <a:pt x="1978374" y="0"/>
                  </a:lnTo>
                  <a:lnTo>
                    <a:pt x="1976663" y="0"/>
                  </a:lnTo>
                  <a:lnTo>
                    <a:pt x="1974951" y="0"/>
                  </a:lnTo>
                  <a:lnTo>
                    <a:pt x="1973240" y="0"/>
                  </a:lnTo>
                  <a:lnTo>
                    <a:pt x="1971529" y="0"/>
                  </a:lnTo>
                  <a:lnTo>
                    <a:pt x="1969817" y="0"/>
                  </a:lnTo>
                  <a:lnTo>
                    <a:pt x="1968106" y="0"/>
                  </a:lnTo>
                  <a:lnTo>
                    <a:pt x="1966394" y="0"/>
                  </a:lnTo>
                  <a:lnTo>
                    <a:pt x="1964683" y="0"/>
                  </a:lnTo>
                  <a:lnTo>
                    <a:pt x="1962972" y="0"/>
                  </a:lnTo>
                  <a:lnTo>
                    <a:pt x="1961260" y="0"/>
                  </a:lnTo>
                  <a:lnTo>
                    <a:pt x="1959549" y="0"/>
                  </a:lnTo>
                  <a:lnTo>
                    <a:pt x="1957837" y="0"/>
                  </a:lnTo>
                  <a:lnTo>
                    <a:pt x="1956126" y="0"/>
                  </a:lnTo>
                  <a:lnTo>
                    <a:pt x="1954415" y="0"/>
                  </a:lnTo>
                  <a:lnTo>
                    <a:pt x="1952703" y="0"/>
                  </a:lnTo>
                  <a:lnTo>
                    <a:pt x="1950992" y="0"/>
                  </a:lnTo>
                  <a:lnTo>
                    <a:pt x="1949280" y="0"/>
                  </a:lnTo>
                  <a:lnTo>
                    <a:pt x="1947569" y="0"/>
                  </a:lnTo>
                  <a:lnTo>
                    <a:pt x="1945858" y="0"/>
                  </a:lnTo>
                  <a:lnTo>
                    <a:pt x="1944146" y="0"/>
                  </a:lnTo>
                  <a:lnTo>
                    <a:pt x="1942435" y="0"/>
                  </a:lnTo>
                  <a:lnTo>
                    <a:pt x="1940723" y="0"/>
                  </a:lnTo>
                  <a:lnTo>
                    <a:pt x="1939012" y="0"/>
                  </a:lnTo>
                  <a:lnTo>
                    <a:pt x="1937301" y="0"/>
                  </a:lnTo>
                  <a:lnTo>
                    <a:pt x="1935589" y="0"/>
                  </a:lnTo>
                  <a:lnTo>
                    <a:pt x="1933878" y="0"/>
                  </a:lnTo>
                  <a:lnTo>
                    <a:pt x="1932166" y="0"/>
                  </a:lnTo>
                  <a:lnTo>
                    <a:pt x="1930455" y="0"/>
                  </a:lnTo>
                  <a:lnTo>
                    <a:pt x="1928744" y="0"/>
                  </a:lnTo>
                  <a:lnTo>
                    <a:pt x="1927032" y="0"/>
                  </a:lnTo>
                  <a:lnTo>
                    <a:pt x="1925321" y="0"/>
                  </a:lnTo>
                  <a:lnTo>
                    <a:pt x="1923609" y="0"/>
                  </a:lnTo>
                  <a:lnTo>
                    <a:pt x="1921898" y="0"/>
                  </a:lnTo>
                  <a:lnTo>
                    <a:pt x="1920187" y="0"/>
                  </a:lnTo>
                  <a:lnTo>
                    <a:pt x="1918475" y="0"/>
                  </a:lnTo>
                  <a:lnTo>
                    <a:pt x="1916764" y="0"/>
                  </a:lnTo>
                  <a:lnTo>
                    <a:pt x="1915052" y="0"/>
                  </a:lnTo>
                  <a:lnTo>
                    <a:pt x="1913341" y="0"/>
                  </a:lnTo>
                  <a:lnTo>
                    <a:pt x="1911630" y="0"/>
                  </a:lnTo>
                  <a:lnTo>
                    <a:pt x="1909918" y="0"/>
                  </a:lnTo>
                  <a:lnTo>
                    <a:pt x="1908207" y="0"/>
                  </a:lnTo>
                  <a:lnTo>
                    <a:pt x="1906495" y="0"/>
                  </a:lnTo>
                  <a:lnTo>
                    <a:pt x="1904784" y="0"/>
                  </a:lnTo>
                  <a:lnTo>
                    <a:pt x="1903073" y="0"/>
                  </a:lnTo>
                  <a:lnTo>
                    <a:pt x="1901361" y="0"/>
                  </a:lnTo>
                  <a:lnTo>
                    <a:pt x="1899650" y="0"/>
                  </a:lnTo>
                  <a:lnTo>
                    <a:pt x="1897938" y="0"/>
                  </a:lnTo>
                  <a:lnTo>
                    <a:pt x="1896227" y="0"/>
                  </a:lnTo>
                  <a:lnTo>
                    <a:pt x="1894516" y="0"/>
                  </a:lnTo>
                  <a:lnTo>
                    <a:pt x="1892804" y="0"/>
                  </a:lnTo>
                  <a:lnTo>
                    <a:pt x="1891093" y="0"/>
                  </a:lnTo>
                  <a:lnTo>
                    <a:pt x="1889382" y="0"/>
                  </a:lnTo>
                  <a:lnTo>
                    <a:pt x="1887670" y="0"/>
                  </a:lnTo>
                  <a:lnTo>
                    <a:pt x="1885959" y="0"/>
                  </a:lnTo>
                  <a:lnTo>
                    <a:pt x="1884247" y="0"/>
                  </a:lnTo>
                  <a:lnTo>
                    <a:pt x="1882536" y="0"/>
                  </a:lnTo>
                  <a:lnTo>
                    <a:pt x="1880825" y="0"/>
                  </a:lnTo>
                  <a:lnTo>
                    <a:pt x="1879113" y="0"/>
                  </a:lnTo>
                  <a:lnTo>
                    <a:pt x="1877402" y="0"/>
                  </a:lnTo>
                  <a:lnTo>
                    <a:pt x="1875690" y="0"/>
                  </a:lnTo>
                  <a:lnTo>
                    <a:pt x="1873979" y="0"/>
                  </a:lnTo>
                  <a:lnTo>
                    <a:pt x="1872268" y="0"/>
                  </a:lnTo>
                  <a:lnTo>
                    <a:pt x="1870556" y="0"/>
                  </a:lnTo>
                  <a:lnTo>
                    <a:pt x="1868845" y="0"/>
                  </a:lnTo>
                  <a:lnTo>
                    <a:pt x="1867133" y="0"/>
                  </a:lnTo>
                  <a:lnTo>
                    <a:pt x="1865422" y="0"/>
                  </a:lnTo>
                  <a:lnTo>
                    <a:pt x="1863711" y="0"/>
                  </a:lnTo>
                  <a:lnTo>
                    <a:pt x="1861999" y="0"/>
                  </a:lnTo>
                  <a:lnTo>
                    <a:pt x="1860288" y="0"/>
                  </a:lnTo>
                  <a:lnTo>
                    <a:pt x="1858576" y="0"/>
                  </a:lnTo>
                  <a:lnTo>
                    <a:pt x="1856865" y="0"/>
                  </a:lnTo>
                  <a:lnTo>
                    <a:pt x="1855154" y="0"/>
                  </a:lnTo>
                  <a:lnTo>
                    <a:pt x="1853442" y="0"/>
                  </a:lnTo>
                  <a:lnTo>
                    <a:pt x="1851731" y="0"/>
                  </a:lnTo>
                  <a:lnTo>
                    <a:pt x="1850019" y="0"/>
                  </a:lnTo>
                  <a:lnTo>
                    <a:pt x="1848308" y="0"/>
                  </a:lnTo>
                  <a:lnTo>
                    <a:pt x="1846597" y="0"/>
                  </a:lnTo>
                  <a:lnTo>
                    <a:pt x="1844885" y="0"/>
                  </a:lnTo>
                  <a:lnTo>
                    <a:pt x="1843174" y="0"/>
                  </a:lnTo>
                  <a:lnTo>
                    <a:pt x="1841462" y="0"/>
                  </a:lnTo>
                  <a:lnTo>
                    <a:pt x="1839751" y="0"/>
                  </a:lnTo>
                  <a:lnTo>
                    <a:pt x="1838040" y="0"/>
                  </a:lnTo>
                  <a:lnTo>
                    <a:pt x="1836328" y="0"/>
                  </a:lnTo>
                  <a:lnTo>
                    <a:pt x="1834617" y="0"/>
                  </a:lnTo>
                  <a:lnTo>
                    <a:pt x="1832905" y="0"/>
                  </a:lnTo>
                  <a:lnTo>
                    <a:pt x="1831194" y="0"/>
                  </a:lnTo>
                  <a:lnTo>
                    <a:pt x="1829483" y="0"/>
                  </a:lnTo>
                  <a:lnTo>
                    <a:pt x="1827771" y="0"/>
                  </a:lnTo>
                  <a:lnTo>
                    <a:pt x="1826060" y="0"/>
                  </a:lnTo>
                  <a:lnTo>
                    <a:pt x="1824348" y="0"/>
                  </a:lnTo>
                  <a:lnTo>
                    <a:pt x="1822637" y="0"/>
                  </a:lnTo>
                  <a:lnTo>
                    <a:pt x="1820926" y="0"/>
                  </a:lnTo>
                  <a:lnTo>
                    <a:pt x="1819214" y="0"/>
                  </a:lnTo>
                  <a:lnTo>
                    <a:pt x="1817503" y="0"/>
                  </a:lnTo>
                  <a:lnTo>
                    <a:pt x="1815791" y="0"/>
                  </a:lnTo>
                  <a:lnTo>
                    <a:pt x="1814080" y="0"/>
                  </a:lnTo>
                  <a:lnTo>
                    <a:pt x="1812369" y="0"/>
                  </a:lnTo>
                  <a:lnTo>
                    <a:pt x="1810657" y="0"/>
                  </a:lnTo>
                  <a:lnTo>
                    <a:pt x="1808946" y="0"/>
                  </a:lnTo>
                  <a:lnTo>
                    <a:pt x="1807234" y="0"/>
                  </a:lnTo>
                  <a:lnTo>
                    <a:pt x="1805523" y="0"/>
                  </a:lnTo>
                  <a:lnTo>
                    <a:pt x="1803812" y="0"/>
                  </a:lnTo>
                  <a:lnTo>
                    <a:pt x="1802100" y="0"/>
                  </a:lnTo>
                  <a:lnTo>
                    <a:pt x="1800389" y="0"/>
                  </a:lnTo>
                  <a:lnTo>
                    <a:pt x="1798677" y="0"/>
                  </a:lnTo>
                  <a:lnTo>
                    <a:pt x="1796966" y="0"/>
                  </a:lnTo>
                  <a:lnTo>
                    <a:pt x="1795255" y="0"/>
                  </a:lnTo>
                  <a:lnTo>
                    <a:pt x="1793543" y="0"/>
                  </a:lnTo>
                  <a:lnTo>
                    <a:pt x="1791832" y="0"/>
                  </a:lnTo>
                  <a:lnTo>
                    <a:pt x="1790121" y="0"/>
                  </a:lnTo>
                  <a:lnTo>
                    <a:pt x="1788409" y="0"/>
                  </a:lnTo>
                  <a:lnTo>
                    <a:pt x="1786698" y="0"/>
                  </a:lnTo>
                  <a:lnTo>
                    <a:pt x="1784986" y="0"/>
                  </a:lnTo>
                  <a:lnTo>
                    <a:pt x="1783275" y="0"/>
                  </a:lnTo>
                  <a:lnTo>
                    <a:pt x="1781564" y="0"/>
                  </a:lnTo>
                  <a:lnTo>
                    <a:pt x="1779852" y="0"/>
                  </a:lnTo>
                  <a:lnTo>
                    <a:pt x="1778141" y="0"/>
                  </a:lnTo>
                  <a:lnTo>
                    <a:pt x="1776429" y="0"/>
                  </a:lnTo>
                  <a:lnTo>
                    <a:pt x="1774718" y="0"/>
                  </a:lnTo>
                  <a:lnTo>
                    <a:pt x="1773007" y="0"/>
                  </a:lnTo>
                  <a:lnTo>
                    <a:pt x="1771295" y="0"/>
                  </a:lnTo>
                  <a:lnTo>
                    <a:pt x="1769584" y="0"/>
                  </a:lnTo>
                  <a:lnTo>
                    <a:pt x="1767872" y="0"/>
                  </a:lnTo>
                  <a:lnTo>
                    <a:pt x="1766161" y="0"/>
                  </a:lnTo>
                  <a:lnTo>
                    <a:pt x="1764450" y="0"/>
                  </a:lnTo>
                  <a:lnTo>
                    <a:pt x="1762738" y="0"/>
                  </a:lnTo>
                  <a:lnTo>
                    <a:pt x="1761027" y="0"/>
                  </a:lnTo>
                  <a:lnTo>
                    <a:pt x="1759315" y="0"/>
                  </a:lnTo>
                  <a:lnTo>
                    <a:pt x="1757604" y="0"/>
                  </a:lnTo>
                  <a:lnTo>
                    <a:pt x="1755893" y="0"/>
                  </a:lnTo>
                  <a:lnTo>
                    <a:pt x="1754181" y="0"/>
                  </a:lnTo>
                  <a:lnTo>
                    <a:pt x="1752470" y="0"/>
                  </a:lnTo>
                  <a:lnTo>
                    <a:pt x="1750758" y="0"/>
                  </a:lnTo>
                  <a:lnTo>
                    <a:pt x="1749047" y="0"/>
                  </a:lnTo>
                  <a:lnTo>
                    <a:pt x="1747336" y="0"/>
                  </a:lnTo>
                  <a:lnTo>
                    <a:pt x="1745624" y="0"/>
                  </a:lnTo>
                  <a:lnTo>
                    <a:pt x="1743913" y="0"/>
                  </a:lnTo>
                  <a:lnTo>
                    <a:pt x="1742201" y="0"/>
                  </a:lnTo>
                  <a:lnTo>
                    <a:pt x="1740490" y="0"/>
                  </a:lnTo>
                  <a:lnTo>
                    <a:pt x="1738779" y="0"/>
                  </a:lnTo>
                  <a:lnTo>
                    <a:pt x="1737067" y="0"/>
                  </a:lnTo>
                  <a:lnTo>
                    <a:pt x="1735356" y="0"/>
                  </a:lnTo>
                  <a:lnTo>
                    <a:pt x="1733644" y="0"/>
                  </a:lnTo>
                  <a:lnTo>
                    <a:pt x="1731933" y="0"/>
                  </a:lnTo>
                  <a:lnTo>
                    <a:pt x="1730222" y="0"/>
                  </a:lnTo>
                  <a:lnTo>
                    <a:pt x="1728510" y="0"/>
                  </a:lnTo>
                  <a:lnTo>
                    <a:pt x="1726799" y="0"/>
                  </a:lnTo>
                  <a:lnTo>
                    <a:pt x="1725087" y="0"/>
                  </a:lnTo>
                  <a:lnTo>
                    <a:pt x="1723376" y="0"/>
                  </a:lnTo>
                  <a:lnTo>
                    <a:pt x="1721665" y="0"/>
                  </a:lnTo>
                  <a:lnTo>
                    <a:pt x="1719953" y="0"/>
                  </a:lnTo>
                  <a:lnTo>
                    <a:pt x="1718242" y="0"/>
                  </a:lnTo>
                  <a:lnTo>
                    <a:pt x="1716530" y="0"/>
                  </a:lnTo>
                  <a:lnTo>
                    <a:pt x="1714819" y="0"/>
                  </a:lnTo>
                  <a:lnTo>
                    <a:pt x="1713108" y="0"/>
                  </a:lnTo>
                  <a:lnTo>
                    <a:pt x="1711396" y="0"/>
                  </a:lnTo>
                  <a:lnTo>
                    <a:pt x="1709685" y="0"/>
                  </a:lnTo>
                  <a:lnTo>
                    <a:pt x="1707973" y="0"/>
                  </a:lnTo>
                  <a:lnTo>
                    <a:pt x="1706262" y="0"/>
                  </a:lnTo>
                  <a:lnTo>
                    <a:pt x="1704551" y="0"/>
                  </a:lnTo>
                  <a:lnTo>
                    <a:pt x="1702839" y="0"/>
                  </a:lnTo>
                  <a:lnTo>
                    <a:pt x="1701128" y="0"/>
                  </a:lnTo>
                  <a:lnTo>
                    <a:pt x="1699416" y="0"/>
                  </a:lnTo>
                  <a:lnTo>
                    <a:pt x="1697705" y="0"/>
                  </a:lnTo>
                  <a:lnTo>
                    <a:pt x="1695994" y="0"/>
                  </a:lnTo>
                  <a:lnTo>
                    <a:pt x="1694282" y="0"/>
                  </a:lnTo>
                  <a:lnTo>
                    <a:pt x="1692571" y="0"/>
                  </a:lnTo>
                  <a:lnTo>
                    <a:pt x="1690859" y="0"/>
                  </a:lnTo>
                  <a:lnTo>
                    <a:pt x="1689148" y="0"/>
                  </a:lnTo>
                  <a:lnTo>
                    <a:pt x="1687437" y="0"/>
                  </a:lnTo>
                  <a:lnTo>
                    <a:pt x="1685725" y="0"/>
                  </a:lnTo>
                  <a:lnTo>
                    <a:pt x="1684014" y="0"/>
                  </a:lnTo>
                  <a:lnTo>
                    <a:pt x="1682303" y="0"/>
                  </a:lnTo>
                  <a:lnTo>
                    <a:pt x="1680591" y="0"/>
                  </a:lnTo>
                  <a:lnTo>
                    <a:pt x="1678880" y="0"/>
                  </a:lnTo>
                  <a:lnTo>
                    <a:pt x="1677168" y="0"/>
                  </a:lnTo>
                  <a:lnTo>
                    <a:pt x="1675457" y="0"/>
                  </a:lnTo>
                  <a:lnTo>
                    <a:pt x="1673746" y="0"/>
                  </a:lnTo>
                  <a:lnTo>
                    <a:pt x="1672034" y="0"/>
                  </a:lnTo>
                  <a:lnTo>
                    <a:pt x="1670323" y="0"/>
                  </a:lnTo>
                  <a:lnTo>
                    <a:pt x="1668611" y="0"/>
                  </a:lnTo>
                  <a:lnTo>
                    <a:pt x="1666900" y="0"/>
                  </a:lnTo>
                  <a:lnTo>
                    <a:pt x="1665189" y="0"/>
                  </a:lnTo>
                  <a:lnTo>
                    <a:pt x="1663477" y="0"/>
                  </a:lnTo>
                  <a:lnTo>
                    <a:pt x="1661766" y="0"/>
                  </a:lnTo>
                  <a:lnTo>
                    <a:pt x="1660054" y="0"/>
                  </a:lnTo>
                  <a:lnTo>
                    <a:pt x="1658343" y="0"/>
                  </a:lnTo>
                  <a:lnTo>
                    <a:pt x="1656632" y="0"/>
                  </a:lnTo>
                  <a:lnTo>
                    <a:pt x="1654920" y="0"/>
                  </a:lnTo>
                  <a:lnTo>
                    <a:pt x="1653209" y="0"/>
                  </a:lnTo>
                  <a:lnTo>
                    <a:pt x="1651497" y="0"/>
                  </a:lnTo>
                  <a:lnTo>
                    <a:pt x="1649786" y="0"/>
                  </a:lnTo>
                  <a:lnTo>
                    <a:pt x="1648075" y="0"/>
                  </a:lnTo>
                  <a:lnTo>
                    <a:pt x="1646363" y="0"/>
                  </a:lnTo>
                  <a:lnTo>
                    <a:pt x="1644652" y="0"/>
                  </a:lnTo>
                  <a:lnTo>
                    <a:pt x="1642940" y="0"/>
                  </a:lnTo>
                  <a:lnTo>
                    <a:pt x="1641229" y="0"/>
                  </a:lnTo>
                  <a:lnTo>
                    <a:pt x="1639518" y="0"/>
                  </a:lnTo>
                  <a:lnTo>
                    <a:pt x="1637806" y="0"/>
                  </a:lnTo>
                  <a:lnTo>
                    <a:pt x="1636095" y="0"/>
                  </a:lnTo>
                  <a:lnTo>
                    <a:pt x="1634383" y="0"/>
                  </a:lnTo>
                  <a:lnTo>
                    <a:pt x="1632672" y="0"/>
                  </a:lnTo>
                  <a:lnTo>
                    <a:pt x="1630961" y="0"/>
                  </a:lnTo>
                  <a:lnTo>
                    <a:pt x="1629249" y="0"/>
                  </a:lnTo>
                  <a:lnTo>
                    <a:pt x="1627538" y="0"/>
                  </a:lnTo>
                  <a:lnTo>
                    <a:pt x="1625826" y="0"/>
                  </a:lnTo>
                  <a:lnTo>
                    <a:pt x="1624115" y="0"/>
                  </a:lnTo>
                  <a:lnTo>
                    <a:pt x="1622404" y="0"/>
                  </a:lnTo>
                  <a:lnTo>
                    <a:pt x="1620692" y="0"/>
                  </a:lnTo>
                  <a:lnTo>
                    <a:pt x="1618981" y="0"/>
                  </a:lnTo>
                  <a:lnTo>
                    <a:pt x="1617269" y="0"/>
                  </a:lnTo>
                  <a:lnTo>
                    <a:pt x="1615558" y="0"/>
                  </a:lnTo>
                  <a:lnTo>
                    <a:pt x="1613847" y="0"/>
                  </a:lnTo>
                  <a:lnTo>
                    <a:pt x="1612135" y="0"/>
                  </a:lnTo>
                  <a:lnTo>
                    <a:pt x="1610424" y="0"/>
                  </a:lnTo>
                  <a:lnTo>
                    <a:pt x="1608712" y="0"/>
                  </a:lnTo>
                  <a:lnTo>
                    <a:pt x="1607001" y="0"/>
                  </a:lnTo>
                  <a:lnTo>
                    <a:pt x="1605290" y="0"/>
                  </a:lnTo>
                  <a:lnTo>
                    <a:pt x="1603578" y="0"/>
                  </a:lnTo>
                  <a:lnTo>
                    <a:pt x="1601867" y="0"/>
                  </a:lnTo>
                  <a:lnTo>
                    <a:pt x="1600155" y="0"/>
                  </a:lnTo>
                  <a:lnTo>
                    <a:pt x="1598444" y="0"/>
                  </a:lnTo>
                  <a:lnTo>
                    <a:pt x="1596733" y="0"/>
                  </a:lnTo>
                  <a:lnTo>
                    <a:pt x="1595021" y="0"/>
                  </a:lnTo>
                  <a:lnTo>
                    <a:pt x="1593310" y="0"/>
                  </a:lnTo>
                  <a:lnTo>
                    <a:pt x="1591598" y="0"/>
                  </a:lnTo>
                  <a:lnTo>
                    <a:pt x="1589887" y="0"/>
                  </a:lnTo>
                  <a:lnTo>
                    <a:pt x="1588176" y="0"/>
                  </a:lnTo>
                  <a:lnTo>
                    <a:pt x="1586464" y="0"/>
                  </a:lnTo>
                  <a:lnTo>
                    <a:pt x="1584753" y="0"/>
                  </a:lnTo>
                  <a:lnTo>
                    <a:pt x="1583041" y="0"/>
                  </a:lnTo>
                  <a:lnTo>
                    <a:pt x="1581330" y="0"/>
                  </a:lnTo>
                  <a:lnTo>
                    <a:pt x="1579619" y="0"/>
                  </a:lnTo>
                  <a:lnTo>
                    <a:pt x="1577907" y="0"/>
                  </a:lnTo>
                  <a:lnTo>
                    <a:pt x="1576196" y="0"/>
                  </a:lnTo>
                  <a:lnTo>
                    <a:pt x="1574485" y="0"/>
                  </a:lnTo>
                  <a:lnTo>
                    <a:pt x="1572773" y="0"/>
                  </a:lnTo>
                  <a:lnTo>
                    <a:pt x="1571062" y="0"/>
                  </a:lnTo>
                  <a:lnTo>
                    <a:pt x="1569350" y="0"/>
                  </a:lnTo>
                  <a:lnTo>
                    <a:pt x="1567639" y="0"/>
                  </a:lnTo>
                  <a:lnTo>
                    <a:pt x="1565928" y="0"/>
                  </a:lnTo>
                  <a:lnTo>
                    <a:pt x="1564216" y="0"/>
                  </a:lnTo>
                  <a:lnTo>
                    <a:pt x="1562505" y="0"/>
                  </a:lnTo>
                  <a:lnTo>
                    <a:pt x="1560793" y="0"/>
                  </a:lnTo>
                  <a:lnTo>
                    <a:pt x="1559082" y="0"/>
                  </a:lnTo>
                  <a:lnTo>
                    <a:pt x="1557371" y="0"/>
                  </a:lnTo>
                  <a:lnTo>
                    <a:pt x="1555659" y="0"/>
                  </a:lnTo>
                  <a:lnTo>
                    <a:pt x="1553948" y="0"/>
                  </a:lnTo>
                  <a:lnTo>
                    <a:pt x="1552236" y="0"/>
                  </a:lnTo>
                  <a:lnTo>
                    <a:pt x="1550525" y="0"/>
                  </a:lnTo>
                  <a:lnTo>
                    <a:pt x="1548814" y="0"/>
                  </a:lnTo>
                  <a:lnTo>
                    <a:pt x="1547102" y="0"/>
                  </a:lnTo>
                  <a:lnTo>
                    <a:pt x="1545391" y="0"/>
                  </a:lnTo>
                  <a:lnTo>
                    <a:pt x="1543679" y="0"/>
                  </a:lnTo>
                  <a:lnTo>
                    <a:pt x="1541968" y="0"/>
                  </a:lnTo>
                  <a:lnTo>
                    <a:pt x="1540257" y="0"/>
                  </a:lnTo>
                  <a:lnTo>
                    <a:pt x="1538545" y="0"/>
                  </a:lnTo>
                  <a:lnTo>
                    <a:pt x="1536834" y="0"/>
                  </a:lnTo>
                  <a:lnTo>
                    <a:pt x="1535122" y="0"/>
                  </a:lnTo>
                  <a:lnTo>
                    <a:pt x="1533411" y="0"/>
                  </a:lnTo>
                  <a:lnTo>
                    <a:pt x="1531700" y="0"/>
                  </a:lnTo>
                  <a:lnTo>
                    <a:pt x="1529988" y="0"/>
                  </a:lnTo>
                  <a:lnTo>
                    <a:pt x="1528277" y="0"/>
                  </a:lnTo>
                  <a:lnTo>
                    <a:pt x="1526565" y="0"/>
                  </a:lnTo>
                  <a:lnTo>
                    <a:pt x="1524854" y="0"/>
                  </a:lnTo>
                  <a:lnTo>
                    <a:pt x="1523143" y="0"/>
                  </a:lnTo>
                  <a:lnTo>
                    <a:pt x="1521431" y="0"/>
                  </a:lnTo>
                  <a:lnTo>
                    <a:pt x="1519720" y="0"/>
                  </a:lnTo>
                  <a:lnTo>
                    <a:pt x="1518008" y="0"/>
                  </a:lnTo>
                  <a:lnTo>
                    <a:pt x="1516297" y="0"/>
                  </a:lnTo>
                  <a:lnTo>
                    <a:pt x="1514586" y="0"/>
                  </a:lnTo>
                  <a:lnTo>
                    <a:pt x="1512874" y="0"/>
                  </a:lnTo>
                  <a:lnTo>
                    <a:pt x="1511163" y="0"/>
                  </a:lnTo>
                  <a:lnTo>
                    <a:pt x="1509451" y="0"/>
                  </a:lnTo>
                  <a:lnTo>
                    <a:pt x="1507740" y="0"/>
                  </a:lnTo>
                  <a:lnTo>
                    <a:pt x="1506029" y="0"/>
                  </a:lnTo>
                  <a:lnTo>
                    <a:pt x="1504317" y="0"/>
                  </a:lnTo>
                  <a:lnTo>
                    <a:pt x="1502606" y="0"/>
                  </a:lnTo>
                  <a:lnTo>
                    <a:pt x="1500894" y="0"/>
                  </a:lnTo>
                  <a:lnTo>
                    <a:pt x="1499183" y="0"/>
                  </a:lnTo>
                  <a:lnTo>
                    <a:pt x="1497472" y="0"/>
                  </a:lnTo>
                  <a:lnTo>
                    <a:pt x="1495760" y="0"/>
                  </a:lnTo>
                  <a:lnTo>
                    <a:pt x="1494049" y="0"/>
                  </a:lnTo>
                  <a:lnTo>
                    <a:pt x="1492337" y="0"/>
                  </a:lnTo>
                  <a:lnTo>
                    <a:pt x="1490626" y="0"/>
                  </a:lnTo>
                  <a:lnTo>
                    <a:pt x="1488915" y="0"/>
                  </a:lnTo>
                  <a:lnTo>
                    <a:pt x="1487203" y="0"/>
                  </a:lnTo>
                  <a:lnTo>
                    <a:pt x="1485492" y="0"/>
                  </a:lnTo>
                  <a:lnTo>
                    <a:pt x="1483780" y="0"/>
                  </a:lnTo>
                  <a:lnTo>
                    <a:pt x="1482069" y="0"/>
                  </a:lnTo>
                  <a:lnTo>
                    <a:pt x="1480358" y="0"/>
                  </a:lnTo>
                  <a:lnTo>
                    <a:pt x="1478646" y="0"/>
                  </a:lnTo>
                  <a:lnTo>
                    <a:pt x="1476935" y="0"/>
                  </a:lnTo>
                  <a:lnTo>
                    <a:pt x="1475224" y="0"/>
                  </a:lnTo>
                  <a:lnTo>
                    <a:pt x="1473512" y="0"/>
                  </a:lnTo>
                  <a:lnTo>
                    <a:pt x="1471801" y="0"/>
                  </a:lnTo>
                  <a:lnTo>
                    <a:pt x="1470089" y="0"/>
                  </a:lnTo>
                  <a:lnTo>
                    <a:pt x="1468378" y="0"/>
                  </a:lnTo>
                  <a:lnTo>
                    <a:pt x="1466667" y="0"/>
                  </a:lnTo>
                  <a:lnTo>
                    <a:pt x="1464955" y="0"/>
                  </a:lnTo>
                  <a:lnTo>
                    <a:pt x="1463244" y="0"/>
                  </a:lnTo>
                  <a:lnTo>
                    <a:pt x="1461532" y="0"/>
                  </a:lnTo>
                  <a:lnTo>
                    <a:pt x="1459821" y="0"/>
                  </a:lnTo>
                  <a:lnTo>
                    <a:pt x="1458110" y="0"/>
                  </a:lnTo>
                  <a:lnTo>
                    <a:pt x="1456398" y="0"/>
                  </a:lnTo>
                  <a:lnTo>
                    <a:pt x="1454687" y="0"/>
                  </a:lnTo>
                  <a:lnTo>
                    <a:pt x="1452975" y="0"/>
                  </a:lnTo>
                  <a:lnTo>
                    <a:pt x="1451264" y="0"/>
                  </a:lnTo>
                  <a:lnTo>
                    <a:pt x="1449553" y="0"/>
                  </a:lnTo>
                  <a:lnTo>
                    <a:pt x="1447841" y="0"/>
                  </a:lnTo>
                  <a:lnTo>
                    <a:pt x="1446130" y="0"/>
                  </a:lnTo>
                  <a:lnTo>
                    <a:pt x="1444418" y="0"/>
                  </a:lnTo>
                  <a:lnTo>
                    <a:pt x="1442707" y="0"/>
                  </a:lnTo>
                  <a:lnTo>
                    <a:pt x="1440996" y="0"/>
                  </a:lnTo>
                  <a:lnTo>
                    <a:pt x="1439284" y="0"/>
                  </a:lnTo>
                  <a:lnTo>
                    <a:pt x="1437573" y="0"/>
                  </a:lnTo>
                  <a:lnTo>
                    <a:pt x="1435861" y="0"/>
                  </a:lnTo>
                  <a:lnTo>
                    <a:pt x="1434150" y="0"/>
                  </a:lnTo>
                  <a:lnTo>
                    <a:pt x="1432439" y="0"/>
                  </a:lnTo>
                  <a:lnTo>
                    <a:pt x="1430727" y="0"/>
                  </a:lnTo>
                  <a:lnTo>
                    <a:pt x="1429016" y="0"/>
                  </a:lnTo>
                  <a:lnTo>
                    <a:pt x="1427304" y="0"/>
                  </a:lnTo>
                  <a:lnTo>
                    <a:pt x="1425593" y="0"/>
                  </a:lnTo>
                  <a:lnTo>
                    <a:pt x="1423882" y="0"/>
                  </a:lnTo>
                  <a:lnTo>
                    <a:pt x="1422170" y="0"/>
                  </a:lnTo>
                  <a:lnTo>
                    <a:pt x="1420459" y="0"/>
                  </a:lnTo>
                  <a:lnTo>
                    <a:pt x="1418747" y="0"/>
                  </a:lnTo>
                  <a:lnTo>
                    <a:pt x="1417036" y="0"/>
                  </a:lnTo>
                  <a:lnTo>
                    <a:pt x="1415325" y="0"/>
                  </a:lnTo>
                  <a:lnTo>
                    <a:pt x="1413613" y="0"/>
                  </a:lnTo>
                  <a:lnTo>
                    <a:pt x="1411902" y="0"/>
                  </a:lnTo>
                  <a:lnTo>
                    <a:pt x="1410190" y="0"/>
                  </a:lnTo>
                  <a:lnTo>
                    <a:pt x="1408479" y="0"/>
                  </a:lnTo>
                  <a:lnTo>
                    <a:pt x="1406768" y="0"/>
                  </a:lnTo>
                  <a:lnTo>
                    <a:pt x="1405056" y="0"/>
                  </a:lnTo>
                  <a:lnTo>
                    <a:pt x="1403345" y="0"/>
                  </a:lnTo>
                  <a:lnTo>
                    <a:pt x="1401633" y="0"/>
                  </a:lnTo>
                  <a:lnTo>
                    <a:pt x="1399922" y="0"/>
                  </a:lnTo>
                  <a:lnTo>
                    <a:pt x="1398211" y="0"/>
                  </a:lnTo>
                  <a:lnTo>
                    <a:pt x="1396499" y="0"/>
                  </a:lnTo>
                  <a:lnTo>
                    <a:pt x="1394788" y="0"/>
                  </a:lnTo>
                  <a:lnTo>
                    <a:pt x="1393076" y="0"/>
                  </a:lnTo>
                  <a:lnTo>
                    <a:pt x="1391365" y="0"/>
                  </a:lnTo>
                  <a:lnTo>
                    <a:pt x="1389654" y="0"/>
                  </a:lnTo>
                  <a:lnTo>
                    <a:pt x="1387942" y="0"/>
                  </a:lnTo>
                  <a:lnTo>
                    <a:pt x="1386231" y="0"/>
                  </a:lnTo>
                  <a:lnTo>
                    <a:pt x="1384519" y="0"/>
                  </a:lnTo>
                  <a:lnTo>
                    <a:pt x="1382808" y="0"/>
                  </a:lnTo>
                  <a:lnTo>
                    <a:pt x="1381097" y="0"/>
                  </a:lnTo>
                  <a:lnTo>
                    <a:pt x="1379385" y="0"/>
                  </a:lnTo>
                  <a:lnTo>
                    <a:pt x="1377674" y="0"/>
                  </a:lnTo>
                  <a:lnTo>
                    <a:pt x="1375962" y="0"/>
                  </a:lnTo>
                  <a:lnTo>
                    <a:pt x="1374251" y="0"/>
                  </a:lnTo>
                  <a:lnTo>
                    <a:pt x="1372540" y="0"/>
                  </a:lnTo>
                  <a:lnTo>
                    <a:pt x="1370828" y="0"/>
                  </a:lnTo>
                  <a:lnTo>
                    <a:pt x="1369117" y="0"/>
                  </a:lnTo>
                  <a:lnTo>
                    <a:pt x="1367406" y="0"/>
                  </a:lnTo>
                  <a:lnTo>
                    <a:pt x="1365694" y="0"/>
                  </a:lnTo>
                  <a:lnTo>
                    <a:pt x="1363983" y="0"/>
                  </a:lnTo>
                  <a:lnTo>
                    <a:pt x="1362271" y="0"/>
                  </a:lnTo>
                  <a:lnTo>
                    <a:pt x="1360560" y="0"/>
                  </a:lnTo>
                  <a:lnTo>
                    <a:pt x="1358849" y="0"/>
                  </a:lnTo>
                  <a:lnTo>
                    <a:pt x="1357137" y="0"/>
                  </a:lnTo>
                  <a:lnTo>
                    <a:pt x="1355426" y="0"/>
                  </a:lnTo>
                  <a:lnTo>
                    <a:pt x="1353714" y="0"/>
                  </a:lnTo>
                  <a:lnTo>
                    <a:pt x="1352003" y="0"/>
                  </a:lnTo>
                  <a:lnTo>
                    <a:pt x="1350292" y="0"/>
                  </a:lnTo>
                  <a:lnTo>
                    <a:pt x="1348580" y="0"/>
                  </a:lnTo>
                  <a:lnTo>
                    <a:pt x="1346869" y="0"/>
                  </a:lnTo>
                  <a:lnTo>
                    <a:pt x="1345157" y="0"/>
                  </a:lnTo>
                  <a:lnTo>
                    <a:pt x="1343446" y="0"/>
                  </a:lnTo>
                  <a:lnTo>
                    <a:pt x="1341735" y="0"/>
                  </a:lnTo>
                  <a:lnTo>
                    <a:pt x="1340023" y="0"/>
                  </a:lnTo>
                  <a:lnTo>
                    <a:pt x="1338312" y="0"/>
                  </a:lnTo>
                  <a:lnTo>
                    <a:pt x="1336600" y="0"/>
                  </a:lnTo>
                  <a:lnTo>
                    <a:pt x="1334889" y="0"/>
                  </a:lnTo>
                  <a:lnTo>
                    <a:pt x="1333178" y="0"/>
                  </a:lnTo>
                  <a:lnTo>
                    <a:pt x="1331466" y="0"/>
                  </a:lnTo>
                  <a:lnTo>
                    <a:pt x="1329755" y="0"/>
                  </a:lnTo>
                  <a:lnTo>
                    <a:pt x="1328043" y="0"/>
                  </a:lnTo>
                  <a:lnTo>
                    <a:pt x="1326332" y="0"/>
                  </a:lnTo>
                  <a:lnTo>
                    <a:pt x="1324621" y="0"/>
                  </a:lnTo>
                  <a:lnTo>
                    <a:pt x="1322909" y="0"/>
                  </a:lnTo>
                  <a:lnTo>
                    <a:pt x="1321198" y="0"/>
                  </a:lnTo>
                  <a:lnTo>
                    <a:pt x="1319486" y="0"/>
                  </a:lnTo>
                  <a:lnTo>
                    <a:pt x="1317775" y="0"/>
                  </a:lnTo>
                  <a:lnTo>
                    <a:pt x="1316064" y="0"/>
                  </a:lnTo>
                  <a:lnTo>
                    <a:pt x="1314352" y="0"/>
                  </a:lnTo>
                  <a:lnTo>
                    <a:pt x="1312641" y="0"/>
                  </a:lnTo>
                  <a:lnTo>
                    <a:pt x="1310929" y="0"/>
                  </a:lnTo>
                  <a:lnTo>
                    <a:pt x="1309218" y="0"/>
                  </a:lnTo>
                  <a:lnTo>
                    <a:pt x="1307507" y="0"/>
                  </a:lnTo>
                  <a:lnTo>
                    <a:pt x="1305795" y="0"/>
                  </a:lnTo>
                  <a:lnTo>
                    <a:pt x="1304084" y="0"/>
                  </a:lnTo>
                  <a:lnTo>
                    <a:pt x="1302372" y="0"/>
                  </a:lnTo>
                  <a:lnTo>
                    <a:pt x="1300661" y="0"/>
                  </a:lnTo>
                  <a:lnTo>
                    <a:pt x="1298950" y="0"/>
                  </a:lnTo>
                  <a:lnTo>
                    <a:pt x="1297238" y="0"/>
                  </a:lnTo>
                  <a:lnTo>
                    <a:pt x="1295527" y="0"/>
                  </a:lnTo>
                  <a:lnTo>
                    <a:pt x="1293815" y="0"/>
                  </a:lnTo>
                  <a:lnTo>
                    <a:pt x="1292104" y="0"/>
                  </a:lnTo>
                  <a:lnTo>
                    <a:pt x="1290393" y="0"/>
                  </a:lnTo>
                  <a:lnTo>
                    <a:pt x="1288681" y="0"/>
                  </a:lnTo>
                  <a:lnTo>
                    <a:pt x="1286970" y="0"/>
                  </a:lnTo>
                  <a:lnTo>
                    <a:pt x="1285258" y="0"/>
                  </a:lnTo>
                  <a:lnTo>
                    <a:pt x="1283547" y="0"/>
                  </a:lnTo>
                  <a:lnTo>
                    <a:pt x="1281836" y="0"/>
                  </a:lnTo>
                  <a:lnTo>
                    <a:pt x="1280124" y="0"/>
                  </a:lnTo>
                  <a:lnTo>
                    <a:pt x="1278413" y="0"/>
                  </a:lnTo>
                  <a:lnTo>
                    <a:pt x="1276701" y="0"/>
                  </a:lnTo>
                  <a:lnTo>
                    <a:pt x="1274990" y="0"/>
                  </a:lnTo>
                  <a:lnTo>
                    <a:pt x="1273279" y="0"/>
                  </a:lnTo>
                  <a:lnTo>
                    <a:pt x="1271567" y="0"/>
                  </a:lnTo>
                  <a:lnTo>
                    <a:pt x="1269856" y="0"/>
                  </a:lnTo>
                  <a:lnTo>
                    <a:pt x="1268144" y="0"/>
                  </a:lnTo>
                  <a:lnTo>
                    <a:pt x="1266433" y="0"/>
                  </a:lnTo>
                  <a:lnTo>
                    <a:pt x="1264722" y="0"/>
                  </a:lnTo>
                  <a:lnTo>
                    <a:pt x="1263010" y="0"/>
                  </a:lnTo>
                  <a:lnTo>
                    <a:pt x="1261299" y="0"/>
                  </a:lnTo>
                  <a:lnTo>
                    <a:pt x="1259588" y="0"/>
                  </a:lnTo>
                  <a:lnTo>
                    <a:pt x="1257876" y="0"/>
                  </a:lnTo>
                  <a:lnTo>
                    <a:pt x="1256165" y="0"/>
                  </a:lnTo>
                  <a:lnTo>
                    <a:pt x="1254453" y="0"/>
                  </a:lnTo>
                  <a:lnTo>
                    <a:pt x="1252742" y="0"/>
                  </a:lnTo>
                  <a:lnTo>
                    <a:pt x="1251031" y="0"/>
                  </a:lnTo>
                  <a:lnTo>
                    <a:pt x="1249319" y="0"/>
                  </a:lnTo>
                  <a:lnTo>
                    <a:pt x="1247608" y="0"/>
                  </a:lnTo>
                  <a:lnTo>
                    <a:pt x="1245896" y="0"/>
                  </a:lnTo>
                  <a:lnTo>
                    <a:pt x="1244185" y="0"/>
                  </a:lnTo>
                  <a:lnTo>
                    <a:pt x="1242474" y="0"/>
                  </a:lnTo>
                  <a:lnTo>
                    <a:pt x="1240762" y="0"/>
                  </a:lnTo>
                  <a:lnTo>
                    <a:pt x="1239051" y="0"/>
                  </a:lnTo>
                  <a:lnTo>
                    <a:pt x="1237339" y="0"/>
                  </a:lnTo>
                  <a:lnTo>
                    <a:pt x="1235628" y="0"/>
                  </a:lnTo>
                  <a:lnTo>
                    <a:pt x="1233917" y="0"/>
                  </a:lnTo>
                  <a:lnTo>
                    <a:pt x="1232205" y="0"/>
                  </a:lnTo>
                  <a:lnTo>
                    <a:pt x="1230494" y="0"/>
                  </a:lnTo>
                  <a:lnTo>
                    <a:pt x="1228782" y="0"/>
                  </a:lnTo>
                  <a:lnTo>
                    <a:pt x="1227071" y="0"/>
                  </a:lnTo>
                  <a:lnTo>
                    <a:pt x="1225360" y="0"/>
                  </a:lnTo>
                  <a:lnTo>
                    <a:pt x="1223648" y="0"/>
                  </a:lnTo>
                  <a:lnTo>
                    <a:pt x="1221937" y="0"/>
                  </a:lnTo>
                  <a:lnTo>
                    <a:pt x="1220225" y="0"/>
                  </a:lnTo>
                  <a:lnTo>
                    <a:pt x="1218514" y="0"/>
                  </a:lnTo>
                  <a:lnTo>
                    <a:pt x="1216803" y="0"/>
                  </a:lnTo>
                  <a:lnTo>
                    <a:pt x="1215091" y="0"/>
                  </a:lnTo>
                  <a:lnTo>
                    <a:pt x="1213380" y="0"/>
                  </a:lnTo>
                  <a:lnTo>
                    <a:pt x="1211668" y="0"/>
                  </a:lnTo>
                  <a:lnTo>
                    <a:pt x="1209957" y="0"/>
                  </a:lnTo>
                  <a:lnTo>
                    <a:pt x="1208246" y="0"/>
                  </a:lnTo>
                  <a:lnTo>
                    <a:pt x="1206534" y="0"/>
                  </a:lnTo>
                  <a:lnTo>
                    <a:pt x="1204823" y="0"/>
                  </a:lnTo>
                  <a:lnTo>
                    <a:pt x="1203111" y="0"/>
                  </a:lnTo>
                  <a:lnTo>
                    <a:pt x="1201400" y="0"/>
                  </a:lnTo>
                  <a:lnTo>
                    <a:pt x="1199689" y="0"/>
                  </a:lnTo>
                  <a:lnTo>
                    <a:pt x="1197977" y="0"/>
                  </a:lnTo>
                  <a:lnTo>
                    <a:pt x="1196266" y="0"/>
                  </a:lnTo>
                  <a:lnTo>
                    <a:pt x="1194554" y="0"/>
                  </a:lnTo>
                  <a:lnTo>
                    <a:pt x="1192843" y="0"/>
                  </a:lnTo>
                  <a:lnTo>
                    <a:pt x="1191132" y="0"/>
                  </a:lnTo>
                  <a:lnTo>
                    <a:pt x="1189420" y="0"/>
                  </a:lnTo>
                  <a:lnTo>
                    <a:pt x="1187709" y="0"/>
                  </a:lnTo>
                  <a:lnTo>
                    <a:pt x="1185997" y="0"/>
                  </a:lnTo>
                  <a:lnTo>
                    <a:pt x="1184286" y="0"/>
                  </a:lnTo>
                  <a:lnTo>
                    <a:pt x="1182575" y="0"/>
                  </a:lnTo>
                  <a:lnTo>
                    <a:pt x="1180863" y="0"/>
                  </a:lnTo>
                  <a:lnTo>
                    <a:pt x="1179152" y="0"/>
                  </a:lnTo>
                  <a:lnTo>
                    <a:pt x="1177440" y="0"/>
                  </a:lnTo>
                  <a:lnTo>
                    <a:pt x="1175729" y="0"/>
                  </a:lnTo>
                  <a:lnTo>
                    <a:pt x="1174018" y="0"/>
                  </a:lnTo>
                  <a:lnTo>
                    <a:pt x="1172306" y="0"/>
                  </a:lnTo>
                  <a:lnTo>
                    <a:pt x="1170595" y="0"/>
                  </a:lnTo>
                  <a:lnTo>
                    <a:pt x="1168883" y="0"/>
                  </a:lnTo>
                  <a:lnTo>
                    <a:pt x="1167172" y="0"/>
                  </a:lnTo>
                  <a:lnTo>
                    <a:pt x="1165461" y="0"/>
                  </a:lnTo>
                  <a:lnTo>
                    <a:pt x="1163749" y="0"/>
                  </a:lnTo>
                  <a:lnTo>
                    <a:pt x="1162038" y="0"/>
                  </a:lnTo>
                  <a:lnTo>
                    <a:pt x="1160326" y="0"/>
                  </a:lnTo>
                  <a:lnTo>
                    <a:pt x="1158615" y="0"/>
                  </a:lnTo>
                  <a:lnTo>
                    <a:pt x="1156904" y="0"/>
                  </a:lnTo>
                  <a:lnTo>
                    <a:pt x="1155192" y="0"/>
                  </a:lnTo>
                  <a:lnTo>
                    <a:pt x="1153481" y="0"/>
                  </a:lnTo>
                  <a:lnTo>
                    <a:pt x="1151770" y="0"/>
                  </a:lnTo>
                  <a:lnTo>
                    <a:pt x="1150058" y="0"/>
                  </a:lnTo>
                  <a:lnTo>
                    <a:pt x="1148347" y="0"/>
                  </a:lnTo>
                  <a:lnTo>
                    <a:pt x="1146635" y="0"/>
                  </a:lnTo>
                  <a:lnTo>
                    <a:pt x="1144924" y="0"/>
                  </a:lnTo>
                  <a:lnTo>
                    <a:pt x="1143213" y="0"/>
                  </a:lnTo>
                  <a:lnTo>
                    <a:pt x="1141501" y="0"/>
                  </a:lnTo>
                  <a:lnTo>
                    <a:pt x="1139790" y="0"/>
                  </a:lnTo>
                  <a:lnTo>
                    <a:pt x="1138078" y="0"/>
                  </a:lnTo>
                  <a:lnTo>
                    <a:pt x="1136367" y="0"/>
                  </a:lnTo>
                  <a:lnTo>
                    <a:pt x="1134656" y="0"/>
                  </a:lnTo>
                  <a:lnTo>
                    <a:pt x="1132944" y="0"/>
                  </a:lnTo>
                  <a:lnTo>
                    <a:pt x="1131233" y="0"/>
                  </a:lnTo>
                  <a:lnTo>
                    <a:pt x="1129521" y="0"/>
                  </a:lnTo>
                  <a:lnTo>
                    <a:pt x="1127810" y="0"/>
                  </a:lnTo>
                  <a:lnTo>
                    <a:pt x="1126099" y="0"/>
                  </a:lnTo>
                  <a:lnTo>
                    <a:pt x="1124387" y="0"/>
                  </a:lnTo>
                  <a:lnTo>
                    <a:pt x="1122676" y="0"/>
                  </a:lnTo>
                  <a:lnTo>
                    <a:pt x="1120964" y="0"/>
                  </a:lnTo>
                  <a:lnTo>
                    <a:pt x="1119253" y="0"/>
                  </a:lnTo>
                  <a:lnTo>
                    <a:pt x="1117542" y="0"/>
                  </a:lnTo>
                  <a:lnTo>
                    <a:pt x="1115830" y="0"/>
                  </a:lnTo>
                  <a:lnTo>
                    <a:pt x="1114119" y="0"/>
                  </a:lnTo>
                  <a:lnTo>
                    <a:pt x="1112407" y="0"/>
                  </a:lnTo>
                  <a:lnTo>
                    <a:pt x="1110696" y="0"/>
                  </a:lnTo>
                  <a:lnTo>
                    <a:pt x="1108985" y="0"/>
                  </a:lnTo>
                  <a:lnTo>
                    <a:pt x="1107273" y="0"/>
                  </a:lnTo>
                  <a:lnTo>
                    <a:pt x="1105562" y="0"/>
                  </a:lnTo>
                  <a:lnTo>
                    <a:pt x="1103850" y="0"/>
                  </a:lnTo>
                  <a:lnTo>
                    <a:pt x="1102139" y="0"/>
                  </a:lnTo>
                  <a:lnTo>
                    <a:pt x="1100428" y="0"/>
                  </a:lnTo>
                  <a:lnTo>
                    <a:pt x="1098716" y="0"/>
                  </a:lnTo>
                  <a:lnTo>
                    <a:pt x="1097005" y="0"/>
                  </a:lnTo>
                  <a:lnTo>
                    <a:pt x="1095293" y="0"/>
                  </a:lnTo>
                  <a:lnTo>
                    <a:pt x="1093582" y="0"/>
                  </a:lnTo>
                  <a:lnTo>
                    <a:pt x="1091871" y="0"/>
                  </a:lnTo>
                  <a:lnTo>
                    <a:pt x="1090159" y="0"/>
                  </a:lnTo>
                  <a:lnTo>
                    <a:pt x="1088448" y="0"/>
                  </a:lnTo>
                  <a:lnTo>
                    <a:pt x="1086736" y="0"/>
                  </a:lnTo>
                  <a:lnTo>
                    <a:pt x="1085025" y="0"/>
                  </a:lnTo>
                  <a:lnTo>
                    <a:pt x="1083314" y="0"/>
                  </a:lnTo>
                  <a:lnTo>
                    <a:pt x="1081602" y="0"/>
                  </a:lnTo>
                  <a:lnTo>
                    <a:pt x="1079891" y="0"/>
                  </a:lnTo>
                  <a:lnTo>
                    <a:pt x="1078179" y="0"/>
                  </a:lnTo>
                  <a:lnTo>
                    <a:pt x="1076468" y="0"/>
                  </a:lnTo>
                  <a:lnTo>
                    <a:pt x="1074757" y="0"/>
                  </a:lnTo>
                  <a:lnTo>
                    <a:pt x="1073045" y="0"/>
                  </a:lnTo>
                  <a:lnTo>
                    <a:pt x="1071334" y="0"/>
                  </a:lnTo>
                  <a:lnTo>
                    <a:pt x="1069622" y="0"/>
                  </a:lnTo>
                  <a:lnTo>
                    <a:pt x="1067911" y="0"/>
                  </a:lnTo>
                  <a:lnTo>
                    <a:pt x="1066200" y="0"/>
                  </a:lnTo>
                  <a:lnTo>
                    <a:pt x="1064488" y="0"/>
                  </a:lnTo>
                  <a:lnTo>
                    <a:pt x="1062777" y="0"/>
                  </a:lnTo>
                  <a:lnTo>
                    <a:pt x="1061065" y="0"/>
                  </a:lnTo>
                  <a:lnTo>
                    <a:pt x="1059354" y="0"/>
                  </a:lnTo>
                  <a:lnTo>
                    <a:pt x="1057643" y="0"/>
                  </a:lnTo>
                  <a:lnTo>
                    <a:pt x="1055931" y="0"/>
                  </a:lnTo>
                  <a:lnTo>
                    <a:pt x="1054220" y="0"/>
                  </a:lnTo>
                  <a:lnTo>
                    <a:pt x="1052509" y="0"/>
                  </a:lnTo>
                  <a:lnTo>
                    <a:pt x="1050797" y="0"/>
                  </a:lnTo>
                  <a:lnTo>
                    <a:pt x="1049086" y="0"/>
                  </a:lnTo>
                  <a:lnTo>
                    <a:pt x="1047374" y="0"/>
                  </a:lnTo>
                  <a:lnTo>
                    <a:pt x="1045663" y="0"/>
                  </a:lnTo>
                  <a:lnTo>
                    <a:pt x="1043952" y="0"/>
                  </a:lnTo>
                  <a:lnTo>
                    <a:pt x="1042240" y="0"/>
                  </a:lnTo>
                  <a:lnTo>
                    <a:pt x="1040529" y="0"/>
                  </a:lnTo>
                  <a:lnTo>
                    <a:pt x="1038817" y="0"/>
                  </a:lnTo>
                  <a:lnTo>
                    <a:pt x="1037106" y="0"/>
                  </a:lnTo>
                  <a:lnTo>
                    <a:pt x="1035395" y="0"/>
                  </a:lnTo>
                  <a:lnTo>
                    <a:pt x="1033683" y="0"/>
                  </a:lnTo>
                  <a:lnTo>
                    <a:pt x="1031972" y="0"/>
                  </a:lnTo>
                  <a:lnTo>
                    <a:pt x="1030260" y="0"/>
                  </a:lnTo>
                  <a:lnTo>
                    <a:pt x="1028549" y="0"/>
                  </a:lnTo>
                  <a:lnTo>
                    <a:pt x="1026838" y="0"/>
                  </a:lnTo>
                  <a:lnTo>
                    <a:pt x="1025126" y="0"/>
                  </a:lnTo>
                  <a:lnTo>
                    <a:pt x="1023415" y="0"/>
                  </a:lnTo>
                  <a:lnTo>
                    <a:pt x="1021703" y="0"/>
                  </a:lnTo>
                  <a:lnTo>
                    <a:pt x="1019992" y="0"/>
                  </a:lnTo>
                  <a:lnTo>
                    <a:pt x="1018281" y="0"/>
                  </a:lnTo>
                  <a:lnTo>
                    <a:pt x="1016569" y="0"/>
                  </a:lnTo>
                  <a:lnTo>
                    <a:pt x="1014858" y="0"/>
                  </a:lnTo>
                  <a:lnTo>
                    <a:pt x="1013146" y="0"/>
                  </a:lnTo>
                  <a:lnTo>
                    <a:pt x="1011435" y="0"/>
                  </a:lnTo>
                  <a:lnTo>
                    <a:pt x="1009724" y="0"/>
                  </a:lnTo>
                  <a:lnTo>
                    <a:pt x="1008012" y="0"/>
                  </a:lnTo>
                  <a:lnTo>
                    <a:pt x="1006301" y="0"/>
                  </a:lnTo>
                  <a:lnTo>
                    <a:pt x="1004589" y="0"/>
                  </a:lnTo>
                  <a:lnTo>
                    <a:pt x="1002878" y="0"/>
                  </a:lnTo>
                  <a:lnTo>
                    <a:pt x="1001167" y="0"/>
                  </a:lnTo>
                  <a:lnTo>
                    <a:pt x="999455" y="0"/>
                  </a:lnTo>
                  <a:lnTo>
                    <a:pt x="997744" y="0"/>
                  </a:lnTo>
                  <a:lnTo>
                    <a:pt x="996032" y="0"/>
                  </a:lnTo>
                  <a:lnTo>
                    <a:pt x="994321" y="0"/>
                  </a:lnTo>
                  <a:lnTo>
                    <a:pt x="992610" y="0"/>
                  </a:lnTo>
                  <a:lnTo>
                    <a:pt x="990898" y="0"/>
                  </a:lnTo>
                  <a:lnTo>
                    <a:pt x="989187" y="0"/>
                  </a:lnTo>
                  <a:lnTo>
                    <a:pt x="987475" y="0"/>
                  </a:lnTo>
                  <a:lnTo>
                    <a:pt x="985764" y="0"/>
                  </a:lnTo>
                  <a:lnTo>
                    <a:pt x="984053" y="0"/>
                  </a:lnTo>
                  <a:lnTo>
                    <a:pt x="982341" y="0"/>
                  </a:lnTo>
                  <a:lnTo>
                    <a:pt x="980630" y="0"/>
                  </a:lnTo>
                  <a:lnTo>
                    <a:pt x="978918" y="0"/>
                  </a:lnTo>
                  <a:lnTo>
                    <a:pt x="977207" y="0"/>
                  </a:lnTo>
                  <a:lnTo>
                    <a:pt x="975496" y="0"/>
                  </a:lnTo>
                  <a:lnTo>
                    <a:pt x="973784" y="0"/>
                  </a:lnTo>
                  <a:lnTo>
                    <a:pt x="972073" y="0"/>
                  </a:lnTo>
                  <a:lnTo>
                    <a:pt x="970361" y="0"/>
                  </a:lnTo>
                  <a:lnTo>
                    <a:pt x="968650" y="0"/>
                  </a:lnTo>
                  <a:lnTo>
                    <a:pt x="966939" y="0"/>
                  </a:lnTo>
                  <a:lnTo>
                    <a:pt x="965227" y="0"/>
                  </a:lnTo>
                  <a:lnTo>
                    <a:pt x="963516" y="0"/>
                  </a:lnTo>
                  <a:lnTo>
                    <a:pt x="961804" y="0"/>
                  </a:lnTo>
                  <a:lnTo>
                    <a:pt x="960093" y="0"/>
                  </a:lnTo>
                  <a:lnTo>
                    <a:pt x="958382" y="0"/>
                  </a:lnTo>
                  <a:lnTo>
                    <a:pt x="956670" y="0"/>
                  </a:lnTo>
                  <a:lnTo>
                    <a:pt x="954959" y="0"/>
                  </a:lnTo>
                  <a:lnTo>
                    <a:pt x="953247" y="0"/>
                  </a:lnTo>
                  <a:lnTo>
                    <a:pt x="951536" y="0"/>
                  </a:lnTo>
                  <a:lnTo>
                    <a:pt x="949825" y="0"/>
                  </a:lnTo>
                  <a:lnTo>
                    <a:pt x="948113" y="0"/>
                  </a:lnTo>
                  <a:lnTo>
                    <a:pt x="946402" y="0"/>
                  </a:lnTo>
                  <a:lnTo>
                    <a:pt x="944691" y="0"/>
                  </a:lnTo>
                  <a:lnTo>
                    <a:pt x="942979" y="0"/>
                  </a:lnTo>
                  <a:lnTo>
                    <a:pt x="941268" y="0"/>
                  </a:lnTo>
                  <a:lnTo>
                    <a:pt x="939556" y="0"/>
                  </a:lnTo>
                  <a:lnTo>
                    <a:pt x="937845" y="0"/>
                  </a:lnTo>
                  <a:lnTo>
                    <a:pt x="936134" y="0"/>
                  </a:lnTo>
                  <a:lnTo>
                    <a:pt x="934422" y="0"/>
                  </a:lnTo>
                  <a:lnTo>
                    <a:pt x="932711" y="0"/>
                  </a:lnTo>
                  <a:lnTo>
                    <a:pt x="930999" y="0"/>
                  </a:lnTo>
                  <a:lnTo>
                    <a:pt x="929288" y="0"/>
                  </a:lnTo>
                  <a:lnTo>
                    <a:pt x="927577" y="0"/>
                  </a:lnTo>
                  <a:lnTo>
                    <a:pt x="925865" y="0"/>
                  </a:lnTo>
                  <a:lnTo>
                    <a:pt x="924154" y="0"/>
                  </a:lnTo>
                  <a:lnTo>
                    <a:pt x="922442" y="0"/>
                  </a:lnTo>
                  <a:lnTo>
                    <a:pt x="920731" y="0"/>
                  </a:lnTo>
                  <a:lnTo>
                    <a:pt x="919020" y="0"/>
                  </a:lnTo>
                  <a:lnTo>
                    <a:pt x="917308" y="0"/>
                  </a:lnTo>
                  <a:lnTo>
                    <a:pt x="915597" y="0"/>
                  </a:lnTo>
                  <a:lnTo>
                    <a:pt x="913885" y="0"/>
                  </a:lnTo>
                  <a:lnTo>
                    <a:pt x="912174" y="0"/>
                  </a:lnTo>
                  <a:lnTo>
                    <a:pt x="910463" y="0"/>
                  </a:lnTo>
                  <a:lnTo>
                    <a:pt x="908751" y="0"/>
                  </a:lnTo>
                  <a:lnTo>
                    <a:pt x="907040" y="0"/>
                  </a:lnTo>
                  <a:lnTo>
                    <a:pt x="905328" y="0"/>
                  </a:lnTo>
                  <a:lnTo>
                    <a:pt x="903617" y="0"/>
                  </a:lnTo>
                  <a:lnTo>
                    <a:pt x="901906" y="0"/>
                  </a:lnTo>
                  <a:lnTo>
                    <a:pt x="900194" y="0"/>
                  </a:lnTo>
                  <a:lnTo>
                    <a:pt x="898483" y="0"/>
                  </a:lnTo>
                  <a:lnTo>
                    <a:pt x="896771" y="0"/>
                  </a:lnTo>
                  <a:lnTo>
                    <a:pt x="895060" y="0"/>
                  </a:lnTo>
                  <a:lnTo>
                    <a:pt x="893349" y="0"/>
                  </a:lnTo>
                  <a:lnTo>
                    <a:pt x="891637" y="0"/>
                  </a:lnTo>
                  <a:lnTo>
                    <a:pt x="889926" y="0"/>
                  </a:lnTo>
                  <a:lnTo>
                    <a:pt x="888214" y="0"/>
                  </a:lnTo>
                  <a:lnTo>
                    <a:pt x="886503" y="0"/>
                  </a:lnTo>
                  <a:lnTo>
                    <a:pt x="884792" y="0"/>
                  </a:lnTo>
                  <a:lnTo>
                    <a:pt x="883080" y="0"/>
                  </a:lnTo>
                  <a:lnTo>
                    <a:pt x="881369" y="0"/>
                  </a:lnTo>
                  <a:lnTo>
                    <a:pt x="879657" y="0"/>
                  </a:lnTo>
                  <a:lnTo>
                    <a:pt x="877946" y="0"/>
                  </a:lnTo>
                  <a:lnTo>
                    <a:pt x="876235" y="0"/>
                  </a:lnTo>
                  <a:lnTo>
                    <a:pt x="874523" y="0"/>
                  </a:lnTo>
                  <a:lnTo>
                    <a:pt x="872812" y="0"/>
                  </a:lnTo>
                  <a:lnTo>
                    <a:pt x="871100" y="0"/>
                  </a:lnTo>
                  <a:lnTo>
                    <a:pt x="869389" y="0"/>
                  </a:lnTo>
                  <a:lnTo>
                    <a:pt x="867678" y="0"/>
                  </a:lnTo>
                  <a:lnTo>
                    <a:pt x="865966" y="0"/>
                  </a:lnTo>
                  <a:lnTo>
                    <a:pt x="864255" y="0"/>
                  </a:lnTo>
                  <a:lnTo>
                    <a:pt x="862543" y="0"/>
                  </a:lnTo>
                  <a:lnTo>
                    <a:pt x="860832" y="0"/>
                  </a:lnTo>
                  <a:lnTo>
                    <a:pt x="859121" y="0"/>
                  </a:lnTo>
                  <a:lnTo>
                    <a:pt x="857409" y="0"/>
                  </a:lnTo>
                  <a:lnTo>
                    <a:pt x="855698" y="0"/>
                  </a:lnTo>
                  <a:lnTo>
                    <a:pt x="853986" y="0"/>
                  </a:lnTo>
                  <a:lnTo>
                    <a:pt x="852275" y="0"/>
                  </a:lnTo>
                  <a:lnTo>
                    <a:pt x="850564" y="0"/>
                  </a:lnTo>
                  <a:lnTo>
                    <a:pt x="848852" y="0"/>
                  </a:lnTo>
                  <a:lnTo>
                    <a:pt x="847141" y="0"/>
                  </a:lnTo>
                  <a:lnTo>
                    <a:pt x="845429" y="0"/>
                  </a:lnTo>
                  <a:lnTo>
                    <a:pt x="843718" y="0"/>
                  </a:lnTo>
                  <a:lnTo>
                    <a:pt x="842007" y="0"/>
                  </a:lnTo>
                  <a:lnTo>
                    <a:pt x="840295" y="0"/>
                  </a:lnTo>
                  <a:lnTo>
                    <a:pt x="838584" y="0"/>
                  </a:lnTo>
                  <a:lnTo>
                    <a:pt x="836873" y="0"/>
                  </a:lnTo>
                  <a:lnTo>
                    <a:pt x="835161" y="0"/>
                  </a:lnTo>
                  <a:lnTo>
                    <a:pt x="833450" y="0"/>
                  </a:lnTo>
                  <a:lnTo>
                    <a:pt x="831738" y="0"/>
                  </a:lnTo>
                  <a:lnTo>
                    <a:pt x="830027" y="0"/>
                  </a:lnTo>
                  <a:lnTo>
                    <a:pt x="828316" y="0"/>
                  </a:lnTo>
                  <a:lnTo>
                    <a:pt x="826604" y="0"/>
                  </a:lnTo>
                  <a:lnTo>
                    <a:pt x="824893" y="0"/>
                  </a:lnTo>
                  <a:lnTo>
                    <a:pt x="823181" y="0"/>
                  </a:lnTo>
                  <a:lnTo>
                    <a:pt x="821470" y="0"/>
                  </a:lnTo>
                  <a:lnTo>
                    <a:pt x="819759" y="0"/>
                  </a:lnTo>
                  <a:lnTo>
                    <a:pt x="818047" y="0"/>
                  </a:lnTo>
                  <a:lnTo>
                    <a:pt x="816336" y="0"/>
                  </a:lnTo>
                  <a:lnTo>
                    <a:pt x="814624" y="0"/>
                  </a:lnTo>
                  <a:lnTo>
                    <a:pt x="812913" y="0"/>
                  </a:lnTo>
                  <a:lnTo>
                    <a:pt x="811202" y="0"/>
                  </a:lnTo>
                  <a:lnTo>
                    <a:pt x="809490" y="0"/>
                  </a:lnTo>
                  <a:lnTo>
                    <a:pt x="807779" y="0"/>
                  </a:lnTo>
                  <a:lnTo>
                    <a:pt x="806067" y="0"/>
                  </a:lnTo>
                  <a:lnTo>
                    <a:pt x="804356" y="0"/>
                  </a:lnTo>
                  <a:lnTo>
                    <a:pt x="802645" y="0"/>
                  </a:lnTo>
                  <a:lnTo>
                    <a:pt x="800933" y="0"/>
                  </a:lnTo>
                  <a:lnTo>
                    <a:pt x="799222" y="0"/>
                  </a:lnTo>
                  <a:lnTo>
                    <a:pt x="797510" y="0"/>
                  </a:lnTo>
                  <a:lnTo>
                    <a:pt x="795799" y="0"/>
                  </a:lnTo>
                  <a:lnTo>
                    <a:pt x="794088" y="0"/>
                  </a:lnTo>
                  <a:lnTo>
                    <a:pt x="792376" y="0"/>
                  </a:lnTo>
                  <a:lnTo>
                    <a:pt x="790665" y="0"/>
                  </a:lnTo>
                  <a:lnTo>
                    <a:pt x="788953" y="0"/>
                  </a:lnTo>
                  <a:lnTo>
                    <a:pt x="787242" y="0"/>
                  </a:lnTo>
                  <a:lnTo>
                    <a:pt x="785531" y="0"/>
                  </a:lnTo>
                  <a:lnTo>
                    <a:pt x="783819" y="0"/>
                  </a:lnTo>
                  <a:lnTo>
                    <a:pt x="782108" y="0"/>
                  </a:lnTo>
                  <a:lnTo>
                    <a:pt x="780396" y="0"/>
                  </a:lnTo>
                  <a:lnTo>
                    <a:pt x="778685" y="0"/>
                  </a:lnTo>
                  <a:lnTo>
                    <a:pt x="776974" y="0"/>
                  </a:lnTo>
                  <a:lnTo>
                    <a:pt x="775262" y="0"/>
                  </a:lnTo>
                  <a:lnTo>
                    <a:pt x="773551" y="0"/>
                  </a:lnTo>
                  <a:lnTo>
                    <a:pt x="771839" y="0"/>
                  </a:lnTo>
                  <a:lnTo>
                    <a:pt x="770128" y="0"/>
                  </a:lnTo>
                  <a:lnTo>
                    <a:pt x="768417" y="0"/>
                  </a:lnTo>
                  <a:lnTo>
                    <a:pt x="766705" y="0"/>
                  </a:lnTo>
                  <a:lnTo>
                    <a:pt x="764994" y="0"/>
                  </a:lnTo>
                  <a:lnTo>
                    <a:pt x="763282" y="0"/>
                  </a:lnTo>
                  <a:lnTo>
                    <a:pt x="761571" y="0"/>
                  </a:lnTo>
                  <a:lnTo>
                    <a:pt x="759860" y="0"/>
                  </a:lnTo>
                  <a:lnTo>
                    <a:pt x="758148" y="0"/>
                  </a:lnTo>
                  <a:lnTo>
                    <a:pt x="756437" y="0"/>
                  </a:lnTo>
                  <a:lnTo>
                    <a:pt x="754725" y="0"/>
                  </a:lnTo>
                  <a:lnTo>
                    <a:pt x="753014" y="0"/>
                  </a:lnTo>
                  <a:lnTo>
                    <a:pt x="751303" y="0"/>
                  </a:lnTo>
                  <a:lnTo>
                    <a:pt x="749591" y="0"/>
                  </a:lnTo>
                  <a:lnTo>
                    <a:pt x="747880" y="0"/>
                  </a:lnTo>
                  <a:lnTo>
                    <a:pt x="746168" y="0"/>
                  </a:lnTo>
                  <a:lnTo>
                    <a:pt x="744457" y="0"/>
                  </a:lnTo>
                  <a:lnTo>
                    <a:pt x="742746" y="0"/>
                  </a:lnTo>
                  <a:lnTo>
                    <a:pt x="741034" y="0"/>
                  </a:lnTo>
                  <a:lnTo>
                    <a:pt x="739323" y="0"/>
                  </a:lnTo>
                  <a:lnTo>
                    <a:pt x="737612" y="0"/>
                  </a:lnTo>
                  <a:lnTo>
                    <a:pt x="735900" y="0"/>
                  </a:lnTo>
                  <a:lnTo>
                    <a:pt x="734189" y="0"/>
                  </a:lnTo>
                  <a:lnTo>
                    <a:pt x="732477" y="0"/>
                  </a:lnTo>
                  <a:lnTo>
                    <a:pt x="730766" y="0"/>
                  </a:lnTo>
                  <a:lnTo>
                    <a:pt x="729055" y="0"/>
                  </a:lnTo>
                  <a:lnTo>
                    <a:pt x="727343" y="0"/>
                  </a:lnTo>
                  <a:lnTo>
                    <a:pt x="725632" y="0"/>
                  </a:lnTo>
                  <a:lnTo>
                    <a:pt x="723920" y="0"/>
                  </a:lnTo>
                  <a:lnTo>
                    <a:pt x="722209" y="0"/>
                  </a:lnTo>
                  <a:lnTo>
                    <a:pt x="720498" y="0"/>
                  </a:lnTo>
                  <a:lnTo>
                    <a:pt x="718786" y="0"/>
                  </a:lnTo>
                  <a:lnTo>
                    <a:pt x="717075" y="0"/>
                  </a:lnTo>
                  <a:lnTo>
                    <a:pt x="715363" y="0"/>
                  </a:lnTo>
                  <a:lnTo>
                    <a:pt x="713652" y="0"/>
                  </a:lnTo>
                  <a:lnTo>
                    <a:pt x="711941" y="0"/>
                  </a:lnTo>
                  <a:lnTo>
                    <a:pt x="710229" y="0"/>
                  </a:lnTo>
                  <a:lnTo>
                    <a:pt x="708518" y="0"/>
                  </a:lnTo>
                  <a:lnTo>
                    <a:pt x="706806" y="0"/>
                  </a:lnTo>
                  <a:lnTo>
                    <a:pt x="705095" y="0"/>
                  </a:lnTo>
                  <a:lnTo>
                    <a:pt x="703384" y="0"/>
                  </a:lnTo>
                  <a:lnTo>
                    <a:pt x="701672" y="0"/>
                  </a:lnTo>
                  <a:lnTo>
                    <a:pt x="699961" y="0"/>
                  </a:lnTo>
                  <a:lnTo>
                    <a:pt x="698249" y="0"/>
                  </a:lnTo>
                  <a:lnTo>
                    <a:pt x="696538" y="0"/>
                  </a:lnTo>
                  <a:lnTo>
                    <a:pt x="694827" y="0"/>
                  </a:lnTo>
                  <a:lnTo>
                    <a:pt x="693115" y="0"/>
                  </a:lnTo>
                  <a:lnTo>
                    <a:pt x="691404" y="0"/>
                  </a:lnTo>
                  <a:lnTo>
                    <a:pt x="689692" y="0"/>
                  </a:lnTo>
                  <a:lnTo>
                    <a:pt x="687981" y="0"/>
                  </a:lnTo>
                  <a:lnTo>
                    <a:pt x="686270" y="0"/>
                  </a:lnTo>
                  <a:lnTo>
                    <a:pt x="684558" y="0"/>
                  </a:lnTo>
                  <a:lnTo>
                    <a:pt x="682847" y="0"/>
                  </a:lnTo>
                  <a:lnTo>
                    <a:pt x="681135" y="0"/>
                  </a:lnTo>
                  <a:lnTo>
                    <a:pt x="679424" y="0"/>
                  </a:lnTo>
                  <a:lnTo>
                    <a:pt x="677713" y="0"/>
                  </a:lnTo>
                  <a:lnTo>
                    <a:pt x="676001" y="0"/>
                  </a:lnTo>
                  <a:lnTo>
                    <a:pt x="674290" y="0"/>
                  </a:lnTo>
                  <a:lnTo>
                    <a:pt x="672578" y="0"/>
                  </a:lnTo>
                  <a:lnTo>
                    <a:pt x="670867" y="0"/>
                  </a:lnTo>
                  <a:lnTo>
                    <a:pt x="669156" y="0"/>
                  </a:lnTo>
                  <a:lnTo>
                    <a:pt x="667444" y="0"/>
                  </a:lnTo>
                  <a:lnTo>
                    <a:pt x="665733" y="0"/>
                  </a:lnTo>
                  <a:lnTo>
                    <a:pt x="664021" y="0"/>
                  </a:lnTo>
                  <a:lnTo>
                    <a:pt x="662310" y="0"/>
                  </a:lnTo>
                  <a:lnTo>
                    <a:pt x="660599" y="0"/>
                  </a:lnTo>
                  <a:lnTo>
                    <a:pt x="658887" y="0"/>
                  </a:lnTo>
                  <a:lnTo>
                    <a:pt x="657176" y="0"/>
                  </a:lnTo>
                  <a:lnTo>
                    <a:pt x="655464" y="0"/>
                  </a:lnTo>
                  <a:lnTo>
                    <a:pt x="653753" y="0"/>
                  </a:lnTo>
                  <a:lnTo>
                    <a:pt x="652042" y="0"/>
                  </a:lnTo>
                  <a:lnTo>
                    <a:pt x="650330" y="0"/>
                  </a:lnTo>
                  <a:lnTo>
                    <a:pt x="648619" y="0"/>
                  </a:lnTo>
                  <a:lnTo>
                    <a:pt x="646907" y="0"/>
                  </a:lnTo>
                  <a:lnTo>
                    <a:pt x="645196" y="0"/>
                  </a:lnTo>
                  <a:lnTo>
                    <a:pt x="643485" y="0"/>
                  </a:lnTo>
                  <a:lnTo>
                    <a:pt x="641773" y="0"/>
                  </a:lnTo>
                  <a:lnTo>
                    <a:pt x="640062" y="0"/>
                  </a:lnTo>
                  <a:lnTo>
                    <a:pt x="638350" y="0"/>
                  </a:lnTo>
                  <a:lnTo>
                    <a:pt x="636639" y="0"/>
                  </a:lnTo>
                  <a:lnTo>
                    <a:pt x="634928" y="0"/>
                  </a:lnTo>
                  <a:lnTo>
                    <a:pt x="633216" y="0"/>
                  </a:lnTo>
                  <a:lnTo>
                    <a:pt x="631505" y="0"/>
                  </a:lnTo>
                  <a:lnTo>
                    <a:pt x="629794" y="0"/>
                  </a:lnTo>
                  <a:lnTo>
                    <a:pt x="628082" y="0"/>
                  </a:lnTo>
                  <a:lnTo>
                    <a:pt x="626371" y="0"/>
                  </a:lnTo>
                  <a:lnTo>
                    <a:pt x="624659" y="0"/>
                  </a:lnTo>
                  <a:lnTo>
                    <a:pt x="622948" y="0"/>
                  </a:lnTo>
                  <a:lnTo>
                    <a:pt x="621237" y="0"/>
                  </a:lnTo>
                  <a:lnTo>
                    <a:pt x="619525" y="0"/>
                  </a:lnTo>
                  <a:lnTo>
                    <a:pt x="617814" y="0"/>
                  </a:lnTo>
                  <a:lnTo>
                    <a:pt x="616102" y="0"/>
                  </a:lnTo>
                  <a:lnTo>
                    <a:pt x="614391" y="0"/>
                  </a:lnTo>
                  <a:lnTo>
                    <a:pt x="612680" y="0"/>
                  </a:lnTo>
                  <a:lnTo>
                    <a:pt x="610968" y="0"/>
                  </a:lnTo>
                  <a:lnTo>
                    <a:pt x="609257" y="0"/>
                  </a:lnTo>
                  <a:lnTo>
                    <a:pt x="607545" y="0"/>
                  </a:lnTo>
                  <a:lnTo>
                    <a:pt x="605834" y="0"/>
                  </a:lnTo>
                  <a:lnTo>
                    <a:pt x="604123" y="0"/>
                  </a:lnTo>
                  <a:lnTo>
                    <a:pt x="602411" y="0"/>
                  </a:lnTo>
                  <a:lnTo>
                    <a:pt x="600700" y="0"/>
                  </a:lnTo>
                  <a:lnTo>
                    <a:pt x="598988" y="0"/>
                  </a:lnTo>
                  <a:lnTo>
                    <a:pt x="597277" y="0"/>
                  </a:lnTo>
                  <a:lnTo>
                    <a:pt x="595566" y="0"/>
                  </a:lnTo>
                  <a:lnTo>
                    <a:pt x="593854" y="0"/>
                  </a:lnTo>
                  <a:lnTo>
                    <a:pt x="592143" y="0"/>
                  </a:lnTo>
                  <a:lnTo>
                    <a:pt x="590431" y="0"/>
                  </a:lnTo>
                  <a:lnTo>
                    <a:pt x="588720" y="0"/>
                  </a:lnTo>
                  <a:lnTo>
                    <a:pt x="587009" y="0"/>
                  </a:lnTo>
                  <a:lnTo>
                    <a:pt x="585297" y="0"/>
                  </a:lnTo>
                  <a:lnTo>
                    <a:pt x="583586" y="0"/>
                  </a:lnTo>
                  <a:lnTo>
                    <a:pt x="581874" y="0"/>
                  </a:lnTo>
                  <a:lnTo>
                    <a:pt x="580163" y="0"/>
                  </a:lnTo>
                  <a:lnTo>
                    <a:pt x="578452" y="0"/>
                  </a:lnTo>
                  <a:lnTo>
                    <a:pt x="576740" y="0"/>
                  </a:lnTo>
                  <a:lnTo>
                    <a:pt x="575029" y="0"/>
                  </a:lnTo>
                  <a:lnTo>
                    <a:pt x="573317" y="0"/>
                  </a:lnTo>
                  <a:lnTo>
                    <a:pt x="571606" y="0"/>
                  </a:lnTo>
                  <a:lnTo>
                    <a:pt x="569895" y="0"/>
                  </a:lnTo>
                  <a:lnTo>
                    <a:pt x="568183" y="0"/>
                  </a:lnTo>
                  <a:lnTo>
                    <a:pt x="566472" y="0"/>
                  </a:lnTo>
                  <a:lnTo>
                    <a:pt x="564760" y="0"/>
                  </a:lnTo>
                  <a:lnTo>
                    <a:pt x="563049" y="0"/>
                  </a:lnTo>
                  <a:lnTo>
                    <a:pt x="561338" y="0"/>
                  </a:lnTo>
                  <a:lnTo>
                    <a:pt x="559626" y="0"/>
                  </a:lnTo>
                  <a:lnTo>
                    <a:pt x="557915" y="0"/>
                  </a:lnTo>
                  <a:lnTo>
                    <a:pt x="556203" y="0"/>
                  </a:lnTo>
                  <a:lnTo>
                    <a:pt x="554492" y="0"/>
                  </a:lnTo>
                  <a:lnTo>
                    <a:pt x="552781" y="0"/>
                  </a:lnTo>
                  <a:lnTo>
                    <a:pt x="551069" y="0"/>
                  </a:lnTo>
                  <a:lnTo>
                    <a:pt x="549358" y="0"/>
                  </a:lnTo>
                  <a:lnTo>
                    <a:pt x="547646" y="0"/>
                  </a:lnTo>
                  <a:lnTo>
                    <a:pt x="545935" y="0"/>
                  </a:lnTo>
                  <a:lnTo>
                    <a:pt x="544224" y="0"/>
                  </a:lnTo>
                  <a:lnTo>
                    <a:pt x="542512" y="0"/>
                  </a:lnTo>
                  <a:lnTo>
                    <a:pt x="540801" y="0"/>
                  </a:lnTo>
                  <a:lnTo>
                    <a:pt x="539089" y="0"/>
                  </a:lnTo>
                  <a:lnTo>
                    <a:pt x="537378" y="0"/>
                  </a:lnTo>
                  <a:lnTo>
                    <a:pt x="535667" y="0"/>
                  </a:lnTo>
                  <a:lnTo>
                    <a:pt x="533955" y="0"/>
                  </a:lnTo>
                  <a:lnTo>
                    <a:pt x="532244" y="0"/>
                  </a:lnTo>
                  <a:lnTo>
                    <a:pt x="530532" y="0"/>
                  </a:lnTo>
                  <a:lnTo>
                    <a:pt x="528821" y="0"/>
                  </a:lnTo>
                  <a:lnTo>
                    <a:pt x="527110" y="0"/>
                  </a:lnTo>
                  <a:lnTo>
                    <a:pt x="525398" y="0"/>
                  </a:lnTo>
                  <a:lnTo>
                    <a:pt x="523687" y="0"/>
                  </a:lnTo>
                  <a:lnTo>
                    <a:pt x="521976" y="0"/>
                  </a:lnTo>
                  <a:lnTo>
                    <a:pt x="520264" y="0"/>
                  </a:lnTo>
                  <a:lnTo>
                    <a:pt x="518553" y="0"/>
                  </a:lnTo>
                  <a:lnTo>
                    <a:pt x="516841" y="0"/>
                  </a:lnTo>
                  <a:lnTo>
                    <a:pt x="515130" y="0"/>
                  </a:lnTo>
                  <a:lnTo>
                    <a:pt x="513419" y="0"/>
                  </a:lnTo>
                  <a:lnTo>
                    <a:pt x="511707" y="0"/>
                  </a:lnTo>
                  <a:lnTo>
                    <a:pt x="509996" y="0"/>
                  </a:lnTo>
                  <a:lnTo>
                    <a:pt x="508284" y="0"/>
                  </a:lnTo>
                  <a:lnTo>
                    <a:pt x="506573" y="0"/>
                  </a:lnTo>
                  <a:lnTo>
                    <a:pt x="504862" y="0"/>
                  </a:lnTo>
                  <a:lnTo>
                    <a:pt x="503150" y="0"/>
                  </a:lnTo>
                  <a:lnTo>
                    <a:pt x="501439" y="0"/>
                  </a:lnTo>
                  <a:lnTo>
                    <a:pt x="499727" y="0"/>
                  </a:lnTo>
                  <a:lnTo>
                    <a:pt x="498016" y="0"/>
                  </a:lnTo>
                  <a:lnTo>
                    <a:pt x="496305" y="0"/>
                  </a:lnTo>
                  <a:lnTo>
                    <a:pt x="494593" y="0"/>
                  </a:lnTo>
                  <a:lnTo>
                    <a:pt x="492882" y="0"/>
                  </a:lnTo>
                  <a:lnTo>
                    <a:pt x="491170" y="0"/>
                  </a:lnTo>
                  <a:lnTo>
                    <a:pt x="489459" y="0"/>
                  </a:lnTo>
                  <a:lnTo>
                    <a:pt x="487748" y="0"/>
                  </a:lnTo>
                  <a:lnTo>
                    <a:pt x="486036" y="0"/>
                  </a:lnTo>
                  <a:lnTo>
                    <a:pt x="484325" y="0"/>
                  </a:lnTo>
                  <a:lnTo>
                    <a:pt x="482613" y="0"/>
                  </a:lnTo>
                  <a:lnTo>
                    <a:pt x="480902" y="0"/>
                  </a:lnTo>
                  <a:lnTo>
                    <a:pt x="479191" y="0"/>
                  </a:lnTo>
                  <a:lnTo>
                    <a:pt x="477479" y="0"/>
                  </a:lnTo>
                  <a:lnTo>
                    <a:pt x="475768" y="0"/>
                  </a:lnTo>
                  <a:lnTo>
                    <a:pt x="474056" y="0"/>
                  </a:lnTo>
                  <a:lnTo>
                    <a:pt x="472345" y="0"/>
                  </a:lnTo>
                  <a:lnTo>
                    <a:pt x="470634" y="0"/>
                  </a:lnTo>
                  <a:lnTo>
                    <a:pt x="468922" y="0"/>
                  </a:lnTo>
                  <a:lnTo>
                    <a:pt x="467211" y="0"/>
                  </a:lnTo>
                  <a:lnTo>
                    <a:pt x="465499" y="0"/>
                  </a:lnTo>
                  <a:lnTo>
                    <a:pt x="463788" y="0"/>
                  </a:lnTo>
                  <a:lnTo>
                    <a:pt x="462077" y="0"/>
                  </a:lnTo>
                  <a:lnTo>
                    <a:pt x="460365" y="0"/>
                  </a:lnTo>
                  <a:lnTo>
                    <a:pt x="458654" y="0"/>
                  </a:lnTo>
                  <a:lnTo>
                    <a:pt x="456942" y="0"/>
                  </a:lnTo>
                  <a:lnTo>
                    <a:pt x="455231" y="0"/>
                  </a:lnTo>
                  <a:lnTo>
                    <a:pt x="453520" y="0"/>
                  </a:lnTo>
                  <a:lnTo>
                    <a:pt x="451808" y="0"/>
                  </a:lnTo>
                  <a:lnTo>
                    <a:pt x="450097" y="0"/>
                  </a:lnTo>
                  <a:lnTo>
                    <a:pt x="448385" y="0"/>
                  </a:lnTo>
                  <a:lnTo>
                    <a:pt x="446674" y="0"/>
                  </a:lnTo>
                  <a:lnTo>
                    <a:pt x="444963" y="0"/>
                  </a:lnTo>
                  <a:lnTo>
                    <a:pt x="443251" y="0"/>
                  </a:lnTo>
                  <a:lnTo>
                    <a:pt x="441540" y="0"/>
                  </a:lnTo>
                  <a:lnTo>
                    <a:pt x="439828" y="0"/>
                  </a:lnTo>
                  <a:lnTo>
                    <a:pt x="438117" y="0"/>
                  </a:lnTo>
                  <a:lnTo>
                    <a:pt x="436406" y="0"/>
                  </a:lnTo>
                  <a:lnTo>
                    <a:pt x="434694" y="0"/>
                  </a:lnTo>
                  <a:lnTo>
                    <a:pt x="432983" y="0"/>
                  </a:lnTo>
                  <a:lnTo>
                    <a:pt x="431271" y="0"/>
                  </a:lnTo>
                  <a:lnTo>
                    <a:pt x="429560" y="0"/>
                  </a:lnTo>
                  <a:lnTo>
                    <a:pt x="427849" y="0"/>
                  </a:lnTo>
                  <a:lnTo>
                    <a:pt x="426137" y="0"/>
                  </a:lnTo>
                  <a:lnTo>
                    <a:pt x="424426" y="0"/>
                  </a:lnTo>
                  <a:lnTo>
                    <a:pt x="422714" y="0"/>
                  </a:lnTo>
                  <a:lnTo>
                    <a:pt x="421003" y="0"/>
                  </a:lnTo>
                  <a:lnTo>
                    <a:pt x="419292" y="0"/>
                  </a:lnTo>
                  <a:lnTo>
                    <a:pt x="417580" y="0"/>
                  </a:lnTo>
                  <a:lnTo>
                    <a:pt x="415869" y="0"/>
                  </a:lnTo>
                  <a:lnTo>
                    <a:pt x="414158" y="0"/>
                  </a:lnTo>
                  <a:lnTo>
                    <a:pt x="412446" y="0"/>
                  </a:lnTo>
                  <a:lnTo>
                    <a:pt x="410735" y="0"/>
                  </a:lnTo>
                  <a:lnTo>
                    <a:pt x="409023" y="0"/>
                  </a:lnTo>
                  <a:lnTo>
                    <a:pt x="407312" y="0"/>
                  </a:lnTo>
                  <a:lnTo>
                    <a:pt x="405601" y="0"/>
                  </a:lnTo>
                  <a:lnTo>
                    <a:pt x="403889" y="0"/>
                  </a:lnTo>
                  <a:lnTo>
                    <a:pt x="402178" y="0"/>
                  </a:lnTo>
                  <a:lnTo>
                    <a:pt x="400466" y="0"/>
                  </a:lnTo>
                  <a:lnTo>
                    <a:pt x="398755" y="0"/>
                  </a:lnTo>
                  <a:lnTo>
                    <a:pt x="397044" y="0"/>
                  </a:lnTo>
                  <a:lnTo>
                    <a:pt x="395332" y="0"/>
                  </a:lnTo>
                  <a:lnTo>
                    <a:pt x="393621" y="0"/>
                  </a:lnTo>
                  <a:lnTo>
                    <a:pt x="391909" y="0"/>
                  </a:lnTo>
                  <a:lnTo>
                    <a:pt x="390198" y="0"/>
                  </a:lnTo>
                  <a:lnTo>
                    <a:pt x="388487" y="0"/>
                  </a:lnTo>
                  <a:lnTo>
                    <a:pt x="386775" y="0"/>
                  </a:lnTo>
                  <a:lnTo>
                    <a:pt x="385064" y="0"/>
                  </a:lnTo>
                  <a:lnTo>
                    <a:pt x="383352" y="0"/>
                  </a:lnTo>
                  <a:lnTo>
                    <a:pt x="381641" y="0"/>
                  </a:lnTo>
                  <a:lnTo>
                    <a:pt x="379930" y="0"/>
                  </a:lnTo>
                  <a:lnTo>
                    <a:pt x="378218" y="0"/>
                  </a:lnTo>
                  <a:lnTo>
                    <a:pt x="376507" y="0"/>
                  </a:lnTo>
                  <a:lnTo>
                    <a:pt x="374795" y="0"/>
                  </a:lnTo>
                  <a:lnTo>
                    <a:pt x="373084" y="0"/>
                  </a:lnTo>
                  <a:lnTo>
                    <a:pt x="371373" y="0"/>
                  </a:lnTo>
                  <a:lnTo>
                    <a:pt x="369661" y="0"/>
                  </a:lnTo>
                  <a:lnTo>
                    <a:pt x="367950" y="0"/>
                  </a:lnTo>
                  <a:lnTo>
                    <a:pt x="366238" y="0"/>
                  </a:lnTo>
                  <a:lnTo>
                    <a:pt x="364527" y="0"/>
                  </a:lnTo>
                  <a:lnTo>
                    <a:pt x="362816" y="0"/>
                  </a:lnTo>
                  <a:lnTo>
                    <a:pt x="361104" y="0"/>
                  </a:lnTo>
                  <a:lnTo>
                    <a:pt x="359393" y="0"/>
                  </a:lnTo>
                  <a:lnTo>
                    <a:pt x="357681" y="0"/>
                  </a:lnTo>
                  <a:lnTo>
                    <a:pt x="355970" y="0"/>
                  </a:lnTo>
                  <a:lnTo>
                    <a:pt x="354259" y="0"/>
                  </a:lnTo>
                  <a:lnTo>
                    <a:pt x="352547" y="0"/>
                  </a:lnTo>
                  <a:lnTo>
                    <a:pt x="350836" y="0"/>
                  </a:lnTo>
                  <a:lnTo>
                    <a:pt x="349124" y="0"/>
                  </a:lnTo>
                  <a:lnTo>
                    <a:pt x="347413" y="0"/>
                  </a:lnTo>
                  <a:lnTo>
                    <a:pt x="345702" y="0"/>
                  </a:lnTo>
                  <a:lnTo>
                    <a:pt x="343990" y="0"/>
                  </a:lnTo>
                  <a:lnTo>
                    <a:pt x="342279" y="0"/>
                  </a:lnTo>
                  <a:lnTo>
                    <a:pt x="340567" y="0"/>
                  </a:lnTo>
                  <a:lnTo>
                    <a:pt x="338856" y="0"/>
                  </a:lnTo>
                  <a:lnTo>
                    <a:pt x="337145" y="0"/>
                  </a:lnTo>
                  <a:lnTo>
                    <a:pt x="335433" y="0"/>
                  </a:lnTo>
                  <a:lnTo>
                    <a:pt x="333722" y="0"/>
                  </a:lnTo>
                  <a:lnTo>
                    <a:pt x="332010" y="0"/>
                  </a:lnTo>
                  <a:lnTo>
                    <a:pt x="330299" y="0"/>
                  </a:lnTo>
                  <a:lnTo>
                    <a:pt x="328588" y="0"/>
                  </a:lnTo>
                  <a:lnTo>
                    <a:pt x="326876" y="0"/>
                  </a:lnTo>
                  <a:lnTo>
                    <a:pt x="325165" y="0"/>
                  </a:lnTo>
                  <a:lnTo>
                    <a:pt x="323453" y="0"/>
                  </a:lnTo>
                  <a:lnTo>
                    <a:pt x="321742" y="0"/>
                  </a:lnTo>
                  <a:lnTo>
                    <a:pt x="320031" y="0"/>
                  </a:lnTo>
                  <a:lnTo>
                    <a:pt x="318319" y="0"/>
                  </a:lnTo>
                  <a:lnTo>
                    <a:pt x="316608" y="0"/>
                  </a:lnTo>
                  <a:lnTo>
                    <a:pt x="314897" y="0"/>
                  </a:lnTo>
                  <a:lnTo>
                    <a:pt x="313185" y="0"/>
                  </a:lnTo>
                  <a:lnTo>
                    <a:pt x="311474" y="0"/>
                  </a:lnTo>
                  <a:lnTo>
                    <a:pt x="309762" y="0"/>
                  </a:lnTo>
                  <a:lnTo>
                    <a:pt x="308051" y="0"/>
                  </a:lnTo>
                  <a:lnTo>
                    <a:pt x="306340" y="0"/>
                  </a:lnTo>
                  <a:lnTo>
                    <a:pt x="304628" y="0"/>
                  </a:lnTo>
                  <a:lnTo>
                    <a:pt x="302917" y="0"/>
                  </a:lnTo>
                  <a:lnTo>
                    <a:pt x="301205" y="0"/>
                  </a:lnTo>
                  <a:lnTo>
                    <a:pt x="299494" y="0"/>
                  </a:lnTo>
                  <a:lnTo>
                    <a:pt x="297783" y="0"/>
                  </a:lnTo>
                  <a:lnTo>
                    <a:pt x="296071" y="0"/>
                  </a:lnTo>
                  <a:lnTo>
                    <a:pt x="294360" y="0"/>
                  </a:lnTo>
                  <a:lnTo>
                    <a:pt x="292648" y="0"/>
                  </a:lnTo>
                  <a:lnTo>
                    <a:pt x="290937" y="0"/>
                  </a:lnTo>
                  <a:lnTo>
                    <a:pt x="289226" y="0"/>
                  </a:lnTo>
                  <a:lnTo>
                    <a:pt x="287514" y="0"/>
                  </a:lnTo>
                  <a:lnTo>
                    <a:pt x="285803" y="0"/>
                  </a:lnTo>
                  <a:lnTo>
                    <a:pt x="284091" y="0"/>
                  </a:lnTo>
                  <a:lnTo>
                    <a:pt x="282380" y="0"/>
                  </a:lnTo>
                  <a:lnTo>
                    <a:pt x="280669" y="0"/>
                  </a:lnTo>
                  <a:lnTo>
                    <a:pt x="278957" y="0"/>
                  </a:lnTo>
                  <a:lnTo>
                    <a:pt x="277246" y="0"/>
                  </a:lnTo>
                  <a:lnTo>
                    <a:pt x="275534" y="0"/>
                  </a:lnTo>
                  <a:lnTo>
                    <a:pt x="273823" y="0"/>
                  </a:lnTo>
                  <a:lnTo>
                    <a:pt x="272112" y="0"/>
                  </a:lnTo>
                  <a:lnTo>
                    <a:pt x="270400" y="0"/>
                  </a:lnTo>
                  <a:lnTo>
                    <a:pt x="268689" y="0"/>
                  </a:lnTo>
                  <a:lnTo>
                    <a:pt x="266977" y="0"/>
                  </a:lnTo>
                  <a:lnTo>
                    <a:pt x="265266" y="0"/>
                  </a:lnTo>
                  <a:lnTo>
                    <a:pt x="263555" y="0"/>
                  </a:lnTo>
                  <a:lnTo>
                    <a:pt x="261843" y="0"/>
                  </a:lnTo>
                  <a:lnTo>
                    <a:pt x="260132" y="0"/>
                  </a:lnTo>
                  <a:lnTo>
                    <a:pt x="258420" y="0"/>
                  </a:lnTo>
                  <a:lnTo>
                    <a:pt x="256709" y="0"/>
                  </a:lnTo>
                  <a:lnTo>
                    <a:pt x="254998" y="0"/>
                  </a:lnTo>
                  <a:lnTo>
                    <a:pt x="253286" y="0"/>
                  </a:lnTo>
                  <a:lnTo>
                    <a:pt x="251575" y="0"/>
                  </a:lnTo>
                  <a:lnTo>
                    <a:pt x="249863" y="0"/>
                  </a:lnTo>
                  <a:lnTo>
                    <a:pt x="248152" y="0"/>
                  </a:lnTo>
                  <a:lnTo>
                    <a:pt x="246441" y="0"/>
                  </a:lnTo>
                  <a:lnTo>
                    <a:pt x="244729" y="0"/>
                  </a:lnTo>
                  <a:lnTo>
                    <a:pt x="243018" y="0"/>
                  </a:lnTo>
                  <a:lnTo>
                    <a:pt x="241306" y="0"/>
                  </a:lnTo>
                  <a:lnTo>
                    <a:pt x="239595" y="0"/>
                  </a:lnTo>
                  <a:lnTo>
                    <a:pt x="237884" y="0"/>
                  </a:lnTo>
                  <a:lnTo>
                    <a:pt x="236172" y="0"/>
                  </a:lnTo>
                  <a:lnTo>
                    <a:pt x="234461" y="0"/>
                  </a:lnTo>
                  <a:lnTo>
                    <a:pt x="232749" y="0"/>
                  </a:lnTo>
                  <a:lnTo>
                    <a:pt x="231038" y="0"/>
                  </a:lnTo>
                  <a:lnTo>
                    <a:pt x="229327" y="0"/>
                  </a:lnTo>
                  <a:lnTo>
                    <a:pt x="227615" y="0"/>
                  </a:lnTo>
                  <a:lnTo>
                    <a:pt x="225904" y="0"/>
                  </a:lnTo>
                  <a:lnTo>
                    <a:pt x="224192" y="0"/>
                  </a:lnTo>
                  <a:lnTo>
                    <a:pt x="222481" y="0"/>
                  </a:lnTo>
                  <a:lnTo>
                    <a:pt x="220770" y="0"/>
                  </a:lnTo>
                  <a:lnTo>
                    <a:pt x="219058" y="0"/>
                  </a:lnTo>
                  <a:lnTo>
                    <a:pt x="217347" y="0"/>
                  </a:lnTo>
                  <a:lnTo>
                    <a:pt x="215635" y="0"/>
                  </a:lnTo>
                  <a:lnTo>
                    <a:pt x="213924" y="0"/>
                  </a:lnTo>
                  <a:lnTo>
                    <a:pt x="212213" y="0"/>
                  </a:lnTo>
                  <a:lnTo>
                    <a:pt x="210501" y="0"/>
                  </a:lnTo>
                  <a:lnTo>
                    <a:pt x="208790" y="0"/>
                  </a:lnTo>
                  <a:lnTo>
                    <a:pt x="207079" y="0"/>
                  </a:lnTo>
                  <a:lnTo>
                    <a:pt x="205367" y="0"/>
                  </a:lnTo>
                  <a:lnTo>
                    <a:pt x="203656" y="0"/>
                  </a:lnTo>
                  <a:lnTo>
                    <a:pt x="201944" y="0"/>
                  </a:lnTo>
                  <a:lnTo>
                    <a:pt x="200233" y="0"/>
                  </a:lnTo>
                  <a:lnTo>
                    <a:pt x="198522" y="0"/>
                  </a:lnTo>
                  <a:lnTo>
                    <a:pt x="196810" y="0"/>
                  </a:lnTo>
                  <a:lnTo>
                    <a:pt x="195099" y="0"/>
                  </a:lnTo>
                  <a:lnTo>
                    <a:pt x="193387" y="0"/>
                  </a:lnTo>
                  <a:lnTo>
                    <a:pt x="191676" y="0"/>
                  </a:lnTo>
                  <a:lnTo>
                    <a:pt x="189965" y="0"/>
                  </a:lnTo>
                  <a:lnTo>
                    <a:pt x="188253" y="0"/>
                  </a:lnTo>
                  <a:lnTo>
                    <a:pt x="186542" y="0"/>
                  </a:lnTo>
                  <a:lnTo>
                    <a:pt x="184830" y="0"/>
                  </a:lnTo>
                  <a:lnTo>
                    <a:pt x="183119" y="0"/>
                  </a:lnTo>
                  <a:lnTo>
                    <a:pt x="181408" y="0"/>
                  </a:lnTo>
                  <a:lnTo>
                    <a:pt x="179696" y="0"/>
                  </a:lnTo>
                  <a:lnTo>
                    <a:pt x="177985" y="0"/>
                  </a:lnTo>
                  <a:lnTo>
                    <a:pt x="176273" y="0"/>
                  </a:lnTo>
                  <a:lnTo>
                    <a:pt x="174562" y="0"/>
                  </a:lnTo>
                  <a:lnTo>
                    <a:pt x="172851" y="0"/>
                  </a:lnTo>
                  <a:lnTo>
                    <a:pt x="171139" y="0"/>
                  </a:lnTo>
                  <a:lnTo>
                    <a:pt x="169428" y="0"/>
                  </a:lnTo>
                  <a:lnTo>
                    <a:pt x="167716" y="0"/>
                  </a:lnTo>
                  <a:lnTo>
                    <a:pt x="166005" y="0"/>
                  </a:lnTo>
                  <a:lnTo>
                    <a:pt x="164294" y="0"/>
                  </a:lnTo>
                  <a:lnTo>
                    <a:pt x="162582" y="0"/>
                  </a:lnTo>
                  <a:lnTo>
                    <a:pt x="160871" y="0"/>
                  </a:lnTo>
                  <a:lnTo>
                    <a:pt x="159159" y="0"/>
                  </a:lnTo>
                  <a:lnTo>
                    <a:pt x="157448" y="0"/>
                  </a:lnTo>
                  <a:lnTo>
                    <a:pt x="155737" y="0"/>
                  </a:lnTo>
                  <a:lnTo>
                    <a:pt x="154025" y="0"/>
                  </a:lnTo>
                  <a:lnTo>
                    <a:pt x="152314" y="0"/>
                  </a:lnTo>
                  <a:lnTo>
                    <a:pt x="150602" y="0"/>
                  </a:lnTo>
                  <a:lnTo>
                    <a:pt x="148891" y="0"/>
                  </a:lnTo>
                  <a:lnTo>
                    <a:pt x="147180" y="0"/>
                  </a:lnTo>
                  <a:lnTo>
                    <a:pt x="145468" y="0"/>
                  </a:lnTo>
                  <a:lnTo>
                    <a:pt x="143757" y="0"/>
                  </a:lnTo>
                  <a:lnTo>
                    <a:pt x="142045" y="0"/>
                  </a:lnTo>
                  <a:lnTo>
                    <a:pt x="140334" y="0"/>
                  </a:lnTo>
                  <a:lnTo>
                    <a:pt x="138623" y="0"/>
                  </a:lnTo>
                  <a:lnTo>
                    <a:pt x="136911" y="0"/>
                  </a:lnTo>
                  <a:lnTo>
                    <a:pt x="135200" y="0"/>
                  </a:lnTo>
                  <a:lnTo>
                    <a:pt x="133488" y="0"/>
                  </a:lnTo>
                  <a:lnTo>
                    <a:pt x="131777" y="0"/>
                  </a:lnTo>
                  <a:lnTo>
                    <a:pt x="130066" y="0"/>
                  </a:lnTo>
                  <a:lnTo>
                    <a:pt x="128354" y="0"/>
                  </a:lnTo>
                  <a:lnTo>
                    <a:pt x="126643" y="0"/>
                  </a:lnTo>
                  <a:lnTo>
                    <a:pt x="124931" y="0"/>
                  </a:lnTo>
                  <a:lnTo>
                    <a:pt x="123220" y="0"/>
                  </a:lnTo>
                  <a:lnTo>
                    <a:pt x="121509" y="0"/>
                  </a:lnTo>
                  <a:lnTo>
                    <a:pt x="119797" y="0"/>
                  </a:lnTo>
                  <a:lnTo>
                    <a:pt x="118086" y="0"/>
                  </a:lnTo>
                  <a:lnTo>
                    <a:pt x="116374" y="0"/>
                  </a:lnTo>
                  <a:lnTo>
                    <a:pt x="114663" y="0"/>
                  </a:lnTo>
                  <a:lnTo>
                    <a:pt x="112952" y="0"/>
                  </a:lnTo>
                  <a:lnTo>
                    <a:pt x="111240" y="0"/>
                  </a:lnTo>
                  <a:lnTo>
                    <a:pt x="109529" y="0"/>
                  </a:lnTo>
                  <a:lnTo>
                    <a:pt x="107817" y="0"/>
                  </a:lnTo>
                  <a:lnTo>
                    <a:pt x="106106" y="0"/>
                  </a:lnTo>
                  <a:lnTo>
                    <a:pt x="104395" y="0"/>
                  </a:lnTo>
                  <a:lnTo>
                    <a:pt x="102683" y="0"/>
                  </a:lnTo>
                  <a:lnTo>
                    <a:pt x="100972" y="0"/>
                  </a:lnTo>
                  <a:lnTo>
                    <a:pt x="99261" y="0"/>
                  </a:lnTo>
                  <a:lnTo>
                    <a:pt x="97549" y="0"/>
                  </a:lnTo>
                  <a:lnTo>
                    <a:pt x="95838" y="0"/>
                  </a:lnTo>
                  <a:lnTo>
                    <a:pt x="94126" y="0"/>
                  </a:lnTo>
                  <a:lnTo>
                    <a:pt x="92415" y="0"/>
                  </a:lnTo>
                  <a:lnTo>
                    <a:pt x="90704" y="0"/>
                  </a:lnTo>
                  <a:lnTo>
                    <a:pt x="88992" y="0"/>
                  </a:lnTo>
                  <a:lnTo>
                    <a:pt x="87281" y="0"/>
                  </a:lnTo>
                  <a:lnTo>
                    <a:pt x="85569" y="0"/>
                  </a:lnTo>
                  <a:lnTo>
                    <a:pt x="83858" y="0"/>
                  </a:lnTo>
                  <a:lnTo>
                    <a:pt x="82147" y="0"/>
                  </a:lnTo>
                  <a:lnTo>
                    <a:pt x="80435" y="0"/>
                  </a:lnTo>
                  <a:lnTo>
                    <a:pt x="78724" y="0"/>
                  </a:lnTo>
                  <a:lnTo>
                    <a:pt x="77012" y="0"/>
                  </a:lnTo>
                  <a:lnTo>
                    <a:pt x="75301" y="0"/>
                  </a:lnTo>
                  <a:lnTo>
                    <a:pt x="73590" y="0"/>
                  </a:lnTo>
                  <a:lnTo>
                    <a:pt x="71878" y="0"/>
                  </a:lnTo>
                  <a:lnTo>
                    <a:pt x="70167" y="0"/>
                  </a:lnTo>
                  <a:lnTo>
                    <a:pt x="68455" y="0"/>
                  </a:lnTo>
                  <a:lnTo>
                    <a:pt x="66744" y="0"/>
                  </a:lnTo>
                  <a:lnTo>
                    <a:pt x="65033" y="0"/>
                  </a:lnTo>
                  <a:lnTo>
                    <a:pt x="63321" y="0"/>
                  </a:lnTo>
                  <a:lnTo>
                    <a:pt x="61610" y="0"/>
                  </a:lnTo>
                  <a:lnTo>
                    <a:pt x="59898" y="0"/>
                  </a:lnTo>
                  <a:lnTo>
                    <a:pt x="58187" y="0"/>
                  </a:lnTo>
                  <a:lnTo>
                    <a:pt x="56476" y="0"/>
                  </a:lnTo>
                  <a:lnTo>
                    <a:pt x="54764" y="0"/>
                  </a:lnTo>
                  <a:lnTo>
                    <a:pt x="53053" y="0"/>
                  </a:lnTo>
                  <a:lnTo>
                    <a:pt x="51341" y="0"/>
                  </a:lnTo>
                  <a:lnTo>
                    <a:pt x="49630" y="0"/>
                  </a:lnTo>
                  <a:lnTo>
                    <a:pt x="47919" y="0"/>
                  </a:lnTo>
                  <a:lnTo>
                    <a:pt x="46207" y="0"/>
                  </a:lnTo>
                  <a:lnTo>
                    <a:pt x="44496" y="0"/>
                  </a:lnTo>
                  <a:lnTo>
                    <a:pt x="42784" y="0"/>
                  </a:lnTo>
                  <a:lnTo>
                    <a:pt x="41073" y="0"/>
                  </a:lnTo>
                  <a:lnTo>
                    <a:pt x="39362" y="0"/>
                  </a:lnTo>
                  <a:lnTo>
                    <a:pt x="37650" y="0"/>
                  </a:lnTo>
                  <a:lnTo>
                    <a:pt x="35939" y="0"/>
                  </a:lnTo>
                  <a:lnTo>
                    <a:pt x="34227" y="0"/>
                  </a:lnTo>
                  <a:lnTo>
                    <a:pt x="32516" y="0"/>
                  </a:lnTo>
                  <a:lnTo>
                    <a:pt x="30805" y="0"/>
                  </a:lnTo>
                  <a:lnTo>
                    <a:pt x="29093" y="0"/>
                  </a:lnTo>
                  <a:lnTo>
                    <a:pt x="27382" y="0"/>
                  </a:lnTo>
                  <a:lnTo>
                    <a:pt x="25670" y="0"/>
                  </a:lnTo>
                  <a:lnTo>
                    <a:pt x="23959" y="0"/>
                  </a:lnTo>
                  <a:lnTo>
                    <a:pt x="22248" y="0"/>
                  </a:lnTo>
                  <a:lnTo>
                    <a:pt x="20536" y="0"/>
                  </a:lnTo>
                  <a:lnTo>
                    <a:pt x="18825" y="0"/>
                  </a:lnTo>
                  <a:lnTo>
                    <a:pt x="17113" y="0"/>
                  </a:lnTo>
                  <a:lnTo>
                    <a:pt x="15402" y="0"/>
                  </a:lnTo>
                  <a:lnTo>
                    <a:pt x="13691" y="0"/>
                  </a:lnTo>
                  <a:lnTo>
                    <a:pt x="11979" y="0"/>
                  </a:lnTo>
                  <a:lnTo>
                    <a:pt x="10268" y="0"/>
                  </a:lnTo>
                  <a:lnTo>
                    <a:pt x="8556" y="0"/>
                  </a:lnTo>
                  <a:lnTo>
                    <a:pt x="6845" y="0"/>
                  </a:lnTo>
                  <a:lnTo>
                    <a:pt x="5134" y="0"/>
                  </a:lnTo>
                  <a:lnTo>
                    <a:pt x="3422" y="0"/>
                  </a:lnTo>
                  <a:lnTo>
                    <a:pt x="1711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934" y="1611773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44934" y="145504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tx71"/>
            <p:cNvSpPr/>
            <p:nvPr/>
          </p:nvSpPr>
          <p:spPr>
            <a:xfrm>
              <a:off x="311199" y="3016753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311199" y="2232956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311199" y="1453688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11199" y="668308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75" name="pl75"/>
            <p:cNvSpPr/>
            <p:nvPr/>
          </p:nvSpPr>
          <p:spPr>
            <a:xfrm>
              <a:off x="410140" y="305907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10140" y="227674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410140" y="149442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410140" y="71210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tx80"/>
            <p:cNvSpPr/>
            <p:nvPr/>
          </p:nvSpPr>
          <p:spPr>
            <a:xfrm rot="-5400000">
              <a:off x="69822" y="1649932"/>
              <a:ext cx="246930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obs</a:t>
              </a:r>
            </a:p>
          </p:txBody>
        </p:sp>
        <p:sp>
          <p:nvSpPr>
            <p:cNvPr id="81" name="rc81"/>
            <p:cNvSpPr/>
            <p:nvPr/>
          </p:nvSpPr>
          <p:spPr>
            <a:xfrm>
              <a:off x="444934" y="3262477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444934" y="6023012"/>
              <a:ext cx="449426" cy="356437"/>
            </a:xfrm>
            <a:custGeom>
              <a:avLst/>
              <a:pathLst>
                <a:path w="449426" h="356437">
                  <a:moveTo>
                    <a:pt x="0" y="263344"/>
                  </a:moveTo>
                  <a:lnTo>
                    <a:pt x="1711" y="276802"/>
                  </a:lnTo>
                  <a:lnTo>
                    <a:pt x="3422" y="259867"/>
                  </a:lnTo>
                  <a:lnTo>
                    <a:pt x="5134" y="239672"/>
                  </a:lnTo>
                  <a:lnTo>
                    <a:pt x="6845" y="234227"/>
                  </a:lnTo>
                  <a:lnTo>
                    <a:pt x="8556" y="247444"/>
                  </a:lnTo>
                  <a:lnTo>
                    <a:pt x="10268" y="257407"/>
                  </a:lnTo>
                  <a:lnTo>
                    <a:pt x="11979" y="222328"/>
                  </a:lnTo>
                  <a:lnTo>
                    <a:pt x="13691" y="186922"/>
                  </a:lnTo>
                  <a:lnTo>
                    <a:pt x="15402" y="213356"/>
                  </a:lnTo>
                  <a:lnTo>
                    <a:pt x="17113" y="230674"/>
                  </a:lnTo>
                  <a:lnTo>
                    <a:pt x="18825" y="223232"/>
                  </a:lnTo>
                  <a:lnTo>
                    <a:pt x="20536" y="196935"/>
                  </a:lnTo>
                  <a:lnTo>
                    <a:pt x="22248" y="198195"/>
                  </a:lnTo>
                  <a:lnTo>
                    <a:pt x="23959" y="190017"/>
                  </a:lnTo>
                  <a:lnTo>
                    <a:pt x="25670" y="183468"/>
                  </a:lnTo>
                  <a:lnTo>
                    <a:pt x="27382" y="174773"/>
                  </a:lnTo>
                  <a:lnTo>
                    <a:pt x="29093" y="186993"/>
                  </a:lnTo>
                  <a:lnTo>
                    <a:pt x="30805" y="184000"/>
                  </a:lnTo>
                  <a:lnTo>
                    <a:pt x="32516" y="121378"/>
                  </a:lnTo>
                  <a:lnTo>
                    <a:pt x="34227" y="131032"/>
                  </a:lnTo>
                  <a:lnTo>
                    <a:pt x="35939" y="118672"/>
                  </a:lnTo>
                  <a:lnTo>
                    <a:pt x="37650" y="130676"/>
                  </a:lnTo>
                  <a:lnTo>
                    <a:pt x="39362" y="102731"/>
                  </a:lnTo>
                  <a:lnTo>
                    <a:pt x="41073" y="99744"/>
                  </a:lnTo>
                  <a:lnTo>
                    <a:pt x="42784" y="158599"/>
                  </a:lnTo>
                  <a:lnTo>
                    <a:pt x="44496" y="141942"/>
                  </a:lnTo>
                  <a:lnTo>
                    <a:pt x="46207" y="122209"/>
                  </a:lnTo>
                  <a:lnTo>
                    <a:pt x="47919" y="125531"/>
                  </a:lnTo>
                  <a:lnTo>
                    <a:pt x="49630" y="137083"/>
                  </a:lnTo>
                  <a:lnTo>
                    <a:pt x="51341" y="163227"/>
                  </a:lnTo>
                  <a:lnTo>
                    <a:pt x="53053" y="155124"/>
                  </a:lnTo>
                  <a:lnTo>
                    <a:pt x="54764" y="183829"/>
                  </a:lnTo>
                  <a:lnTo>
                    <a:pt x="56476" y="212376"/>
                  </a:lnTo>
                  <a:lnTo>
                    <a:pt x="58187" y="208852"/>
                  </a:lnTo>
                  <a:lnTo>
                    <a:pt x="59898" y="208296"/>
                  </a:lnTo>
                  <a:lnTo>
                    <a:pt x="61610" y="166312"/>
                  </a:lnTo>
                  <a:lnTo>
                    <a:pt x="63321" y="100869"/>
                  </a:lnTo>
                  <a:lnTo>
                    <a:pt x="65033" y="136204"/>
                  </a:lnTo>
                  <a:lnTo>
                    <a:pt x="66744" y="150800"/>
                  </a:lnTo>
                  <a:lnTo>
                    <a:pt x="68455" y="166697"/>
                  </a:lnTo>
                  <a:lnTo>
                    <a:pt x="70167" y="162433"/>
                  </a:lnTo>
                  <a:lnTo>
                    <a:pt x="71878" y="170059"/>
                  </a:lnTo>
                  <a:lnTo>
                    <a:pt x="73590" y="180477"/>
                  </a:lnTo>
                  <a:lnTo>
                    <a:pt x="75301" y="188549"/>
                  </a:lnTo>
                  <a:lnTo>
                    <a:pt x="77012" y="110374"/>
                  </a:lnTo>
                  <a:lnTo>
                    <a:pt x="78724" y="108530"/>
                  </a:lnTo>
                  <a:lnTo>
                    <a:pt x="80435" y="56467"/>
                  </a:lnTo>
                  <a:lnTo>
                    <a:pt x="82147" y="94976"/>
                  </a:lnTo>
                  <a:lnTo>
                    <a:pt x="83858" y="82405"/>
                  </a:lnTo>
                  <a:lnTo>
                    <a:pt x="85569" y="64875"/>
                  </a:lnTo>
                  <a:lnTo>
                    <a:pt x="87281" y="68871"/>
                  </a:lnTo>
                  <a:lnTo>
                    <a:pt x="88992" y="54104"/>
                  </a:lnTo>
                  <a:lnTo>
                    <a:pt x="90704" y="37228"/>
                  </a:lnTo>
                  <a:lnTo>
                    <a:pt x="92415" y="44359"/>
                  </a:lnTo>
                  <a:lnTo>
                    <a:pt x="94126" y="0"/>
                  </a:lnTo>
                  <a:lnTo>
                    <a:pt x="95838" y="48204"/>
                  </a:lnTo>
                  <a:lnTo>
                    <a:pt x="97549" y="125595"/>
                  </a:lnTo>
                  <a:lnTo>
                    <a:pt x="99261" y="198290"/>
                  </a:lnTo>
                  <a:lnTo>
                    <a:pt x="100972" y="219207"/>
                  </a:lnTo>
                  <a:lnTo>
                    <a:pt x="102683" y="209395"/>
                  </a:lnTo>
                  <a:lnTo>
                    <a:pt x="104395" y="222016"/>
                  </a:lnTo>
                  <a:lnTo>
                    <a:pt x="106106" y="234781"/>
                  </a:lnTo>
                  <a:lnTo>
                    <a:pt x="107817" y="214628"/>
                  </a:lnTo>
                  <a:lnTo>
                    <a:pt x="109529" y="243068"/>
                  </a:lnTo>
                  <a:lnTo>
                    <a:pt x="111240" y="259935"/>
                  </a:lnTo>
                  <a:lnTo>
                    <a:pt x="112952" y="276569"/>
                  </a:lnTo>
                  <a:lnTo>
                    <a:pt x="114663" y="273478"/>
                  </a:lnTo>
                  <a:lnTo>
                    <a:pt x="116374" y="281537"/>
                  </a:lnTo>
                  <a:lnTo>
                    <a:pt x="118086" y="258931"/>
                  </a:lnTo>
                  <a:lnTo>
                    <a:pt x="119797" y="254969"/>
                  </a:lnTo>
                  <a:lnTo>
                    <a:pt x="121509" y="215201"/>
                  </a:lnTo>
                  <a:lnTo>
                    <a:pt x="123220" y="218800"/>
                  </a:lnTo>
                  <a:lnTo>
                    <a:pt x="124931" y="189512"/>
                  </a:lnTo>
                  <a:lnTo>
                    <a:pt x="126643" y="175638"/>
                  </a:lnTo>
                  <a:lnTo>
                    <a:pt x="128354" y="157968"/>
                  </a:lnTo>
                  <a:lnTo>
                    <a:pt x="130066" y="166255"/>
                  </a:lnTo>
                  <a:lnTo>
                    <a:pt x="131777" y="171085"/>
                  </a:lnTo>
                  <a:lnTo>
                    <a:pt x="133488" y="208070"/>
                  </a:lnTo>
                  <a:lnTo>
                    <a:pt x="135200" y="190562"/>
                  </a:lnTo>
                  <a:lnTo>
                    <a:pt x="136911" y="163671"/>
                  </a:lnTo>
                  <a:lnTo>
                    <a:pt x="138623" y="174268"/>
                  </a:lnTo>
                  <a:lnTo>
                    <a:pt x="140334" y="162971"/>
                  </a:lnTo>
                  <a:lnTo>
                    <a:pt x="142045" y="191221"/>
                  </a:lnTo>
                  <a:lnTo>
                    <a:pt x="143757" y="161414"/>
                  </a:lnTo>
                  <a:lnTo>
                    <a:pt x="145468" y="187144"/>
                  </a:lnTo>
                  <a:lnTo>
                    <a:pt x="147180" y="189103"/>
                  </a:lnTo>
                  <a:lnTo>
                    <a:pt x="148891" y="199051"/>
                  </a:lnTo>
                  <a:lnTo>
                    <a:pt x="150602" y="206456"/>
                  </a:lnTo>
                  <a:lnTo>
                    <a:pt x="152314" y="161684"/>
                  </a:lnTo>
                  <a:lnTo>
                    <a:pt x="154025" y="171923"/>
                  </a:lnTo>
                  <a:lnTo>
                    <a:pt x="155737" y="142286"/>
                  </a:lnTo>
                  <a:lnTo>
                    <a:pt x="157448" y="116227"/>
                  </a:lnTo>
                  <a:lnTo>
                    <a:pt x="159159" y="109258"/>
                  </a:lnTo>
                  <a:lnTo>
                    <a:pt x="160871" y="108436"/>
                  </a:lnTo>
                  <a:lnTo>
                    <a:pt x="162582" y="65301"/>
                  </a:lnTo>
                  <a:lnTo>
                    <a:pt x="164294" y="65635"/>
                  </a:lnTo>
                  <a:lnTo>
                    <a:pt x="166005" y="66762"/>
                  </a:lnTo>
                  <a:lnTo>
                    <a:pt x="167716" y="107142"/>
                  </a:lnTo>
                  <a:lnTo>
                    <a:pt x="169428" y="159125"/>
                  </a:lnTo>
                  <a:lnTo>
                    <a:pt x="171139" y="184483"/>
                  </a:lnTo>
                  <a:lnTo>
                    <a:pt x="172851" y="178436"/>
                  </a:lnTo>
                  <a:lnTo>
                    <a:pt x="174562" y="177409"/>
                  </a:lnTo>
                  <a:lnTo>
                    <a:pt x="176273" y="179254"/>
                  </a:lnTo>
                  <a:lnTo>
                    <a:pt x="177985" y="187340"/>
                  </a:lnTo>
                  <a:lnTo>
                    <a:pt x="179696" y="200887"/>
                  </a:lnTo>
                  <a:lnTo>
                    <a:pt x="181408" y="201259"/>
                  </a:lnTo>
                  <a:lnTo>
                    <a:pt x="183119" y="210775"/>
                  </a:lnTo>
                  <a:lnTo>
                    <a:pt x="184830" y="215468"/>
                  </a:lnTo>
                  <a:lnTo>
                    <a:pt x="186542" y="190401"/>
                  </a:lnTo>
                  <a:lnTo>
                    <a:pt x="188253" y="179986"/>
                  </a:lnTo>
                  <a:lnTo>
                    <a:pt x="189965" y="177454"/>
                  </a:lnTo>
                  <a:lnTo>
                    <a:pt x="191676" y="206104"/>
                  </a:lnTo>
                  <a:lnTo>
                    <a:pt x="193387" y="222219"/>
                  </a:lnTo>
                  <a:lnTo>
                    <a:pt x="195099" y="198535"/>
                  </a:lnTo>
                  <a:lnTo>
                    <a:pt x="196810" y="156671"/>
                  </a:lnTo>
                  <a:lnTo>
                    <a:pt x="198522" y="133290"/>
                  </a:lnTo>
                  <a:lnTo>
                    <a:pt x="200233" y="137929"/>
                  </a:lnTo>
                  <a:lnTo>
                    <a:pt x="201944" y="114014"/>
                  </a:lnTo>
                  <a:lnTo>
                    <a:pt x="203656" y="113910"/>
                  </a:lnTo>
                  <a:lnTo>
                    <a:pt x="205367" y="88743"/>
                  </a:lnTo>
                  <a:lnTo>
                    <a:pt x="207079" y="81475"/>
                  </a:lnTo>
                  <a:lnTo>
                    <a:pt x="208790" y="67385"/>
                  </a:lnTo>
                  <a:lnTo>
                    <a:pt x="210501" y="43230"/>
                  </a:lnTo>
                  <a:lnTo>
                    <a:pt x="212213" y="32899"/>
                  </a:lnTo>
                  <a:lnTo>
                    <a:pt x="213924" y="14763"/>
                  </a:lnTo>
                  <a:lnTo>
                    <a:pt x="215635" y="60620"/>
                  </a:lnTo>
                  <a:lnTo>
                    <a:pt x="217347" y="63783"/>
                  </a:lnTo>
                  <a:lnTo>
                    <a:pt x="219058" y="110078"/>
                  </a:lnTo>
                  <a:lnTo>
                    <a:pt x="220770" y="135790"/>
                  </a:lnTo>
                  <a:lnTo>
                    <a:pt x="222481" y="130595"/>
                  </a:lnTo>
                  <a:lnTo>
                    <a:pt x="224192" y="177934"/>
                  </a:lnTo>
                  <a:lnTo>
                    <a:pt x="225904" y="185246"/>
                  </a:lnTo>
                  <a:lnTo>
                    <a:pt x="227615" y="234878"/>
                  </a:lnTo>
                  <a:lnTo>
                    <a:pt x="229327" y="264929"/>
                  </a:lnTo>
                  <a:lnTo>
                    <a:pt x="231038" y="270091"/>
                  </a:lnTo>
                  <a:lnTo>
                    <a:pt x="232749" y="286788"/>
                  </a:lnTo>
                  <a:lnTo>
                    <a:pt x="234461" y="298128"/>
                  </a:lnTo>
                  <a:lnTo>
                    <a:pt x="236172" y="293585"/>
                  </a:lnTo>
                  <a:lnTo>
                    <a:pt x="237884" y="295649"/>
                  </a:lnTo>
                  <a:lnTo>
                    <a:pt x="239595" y="288144"/>
                  </a:lnTo>
                  <a:lnTo>
                    <a:pt x="241306" y="272894"/>
                  </a:lnTo>
                  <a:lnTo>
                    <a:pt x="243018" y="310503"/>
                  </a:lnTo>
                  <a:lnTo>
                    <a:pt x="244729" y="280657"/>
                  </a:lnTo>
                  <a:lnTo>
                    <a:pt x="246441" y="216476"/>
                  </a:lnTo>
                  <a:lnTo>
                    <a:pt x="248152" y="245120"/>
                  </a:lnTo>
                  <a:lnTo>
                    <a:pt x="249863" y="256943"/>
                  </a:lnTo>
                  <a:lnTo>
                    <a:pt x="251575" y="293870"/>
                  </a:lnTo>
                  <a:lnTo>
                    <a:pt x="253286" y="263981"/>
                  </a:lnTo>
                  <a:lnTo>
                    <a:pt x="254998" y="263043"/>
                  </a:lnTo>
                  <a:lnTo>
                    <a:pt x="256709" y="254277"/>
                  </a:lnTo>
                  <a:lnTo>
                    <a:pt x="258420" y="243053"/>
                  </a:lnTo>
                  <a:lnTo>
                    <a:pt x="260132" y="253284"/>
                  </a:lnTo>
                  <a:lnTo>
                    <a:pt x="261843" y="206812"/>
                  </a:lnTo>
                  <a:lnTo>
                    <a:pt x="263555" y="225312"/>
                  </a:lnTo>
                  <a:lnTo>
                    <a:pt x="265266" y="243533"/>
                  </a:lnTo>
                  <a:lnTo>
                    <a:pt x="266977" y="241569"/>
                  </a:lnTo>
                  <a:lnTo>
                    <a:pt x="268689" y="206104"/>
                  </a:lnTo>
                  <a:lnTo>
                    <a:pt x="270400" y="207736"/>
                  </a:lnTo>
                  <a:lnTo>
                    <a:pt x="272112" y="211047"/>
                  </a:lnTo>
                  <a:lnTo>
                    <a:pt x="273823" y="236065"/>
                  </a:lnTo>
                  <a:lnTo>
                    <a:pt x="275534" y="174555"/>
                  </a:lnTo>
                  <a:lnTo>
                    <a:pt x="277246" y="136058"/>
                  </a:lnTo>
                  <a:lnTo>
                    <a:pt x="278957" y="181228"/>
                  </a:lnTo>
                  <a:lnTo>
                    <a:pt x="280669" y="245789"/>
                  </a:lnTo>
                  <a:lnTo>
                    <a:pt x="282380" y="270546"/>
                  </a:lnTo>
                  <a:lnTo>
                    <a:pt x="284091" y="278421"/>
                  </a:lnTo>
                  <a:lnTo>
                    <a:pt x="285803" y="289919"/>
                  </a:lnTo>
                  <a:lnTo>
                    <a:pt x="287514" y="294222"/>
                  </a:lnTo>
                  <a:lnTo>
                    <a:pt x="289226" y="290610"/>
                  </a:lnTo>
                  <a:lnTo>
                    <a:pt x="290937" y="300127"/>
                  </a:lnTo>
                  <a:lnTo>
                    <a:pt x="292648" y="289338"/>
                  </a:lnTo>
                  <a:lnTo>
                    <a:pt x="294360" y="299983"/>
                  </a:lnTo>
                  <a:lnTo>
                    <a:pt x="296071" y="310880"/>
                  </a:lnTo>
                  <a:lnTo>
                    <a:pt x="297783" y="316075"/>
                  </a:lnTo>
                  <a:lnTo>
                    <a:pt x="299494" y="311114"/>
                  </a:lnTo>
                  <a:lnTo>
                    <a:pt x="301205" y="294770"/>
                  </a:lnTo>
                  <a:lnTo>
                    <a:pt x="302917" y="314034"/>
                  </a:lnTo>
                  <a:lnTo>
                    <a:pt x="304628" y="287948"/>
                  </a:lnTo>
                  <a:lnTo>
                    <a:pt x="306340" y="264279"/>
                  </a:lnTo>
                  <a:lnTo>
                    <a:pt x="308051" y="258340"/>
                  </a:lnTo>
                  <a:lnTo>
                    <a:pt x="309762" y="249590"/>
                  </a:lnTo>
                  <a:lnTo>
                    <a:pt x="311474" y="242262"/>
                  </a:lnTo>
                  <a:lnTo>
                    <a:pt x="313185" y="231349"/>
                  </a:lnTo>
                  <a:lnTo>
                    <a:pt x="314897" y="229820"/>
                  </a:lnTo>
                  <a:lnTo>
                    <a:pt x="316608" y="235583"/>
                  </a:lnTo>
                  <a:lnTo>
                    <a:pt x="318319" y="251985"/>
                  </a:lnTo>
                  <a:lnTo>
                    <a:pt x="320031" y="250313"/>
                  </a:lnTo>
                  <a:lnTo>
                    <a:pt x="321742" y="243270"/>
                  </a:lnTo>
                  <a:lnTo>
                    <a:pt x="323453" y="269497"/>
                  </a:lnTo>
                  <a:lnTo>
                    <a:pt x="325165" y="288592"/>
                  </a:lnTo>
                  <a:lnTo>
                    <a:pt x="326876" y="290555"/>
                  </a:lnTo>
                  <a:lnTo>
                    <a:pt x="328588" y="299747"/>
                  </a:lnTo>
                  <a:lnTo>
                    <a:pt x="330299" y="319558"/>
                  </a:lnTo>
                  <a:lnTo>
                    <a:pt x="332010" y="327811"/>
                  </a:lnTo>
                  <a:lnTo>
                    <a:pt x="333722" y="338581"/>
                  </a:lnTo>
                  <a:lnTo>
                    <a:pt x="335433" y="338318"/>
                  </a:lnTo>
                  <a:lnTo>
                    <a:pt x="337145" y="339398"/>
                  </a:lnTo>
                  <a:lnTo>
                    <a:pt x="338856" y="340970"/>
                  </a:lnTo>
                  <a:lnTo>
                    <a:pt x="340567" y="338902"/>
                  </a:lnTo>
                  <a:lnTo>
                    <a:pt x="342279" y="333324"/>
                  </a:lnTo>
                  <a:lnTo>
                    <a:pt x="343990" y="337034"/>
                  </a:lnTo>
                  <a:lnTo>
                    <a:pt x="345702" y="335821"/>
                  </a:lnTo>
                  <a:lnTo>
                    <a:pt x="347413" y="328014"/>
                  </a:lnTo>
                  <a:lnTo>
                    <a:pt x="349124" y="315509"/>
                  </a:lnTo>
                  <a:lnTo>
                    <a:pt x="350836" y="310958"/>
                  </a:lnTo>
                  <a:lnTo>
                    <a:pt x="352547" y="293858"/>
                  </a:lnTo>
                  <a:lnTo>
                    <a:pt x="354259" y="290879"/>
                  </a:lnTo>
                  <a:lnTo>
                    <a:pt x="355970" y="281394"/>
                  </a:lnTo>
                  <a:lnTo>
                    <a:pt x="357681" y="242393"/>
                  </a:lnTo>
                  <a:lnTo>
                    <a:pt x="359393" y="242277"/>
                  </a:lnTo>
                  <a:lnTo>
                    <a:pt x="361104" y="224351"/>
                  </a:lnTo>
                  <a:lnTo>
                    <a:pt x="362816" y="193415"/>
                  </a:lnTo>
                  <a:lnTo>
                    <a:pt x="364527" y="147359"/>
                  </a:lnTo>
                  <a:lnTo>
                    <a:pt x="366238" y="131972"/>
                  </a:lnTo>
                  <a:lnTo>
                    <a:pt x="367950" y="118516"/>
                  </a:lnTo>
                  <a:lnTo>
                    <a:pt x="369661" y="85115"/>
                  </a:lnTo>
                  <a:lnTo>
                    <a:pt x="371373" y="107144"/>
                  </a:lnTo>
                  <a:lnTo>
                    <a:pt x="373084" y="105225"/>
                  </a:lnTo>
                  <a:lnTo>
                    <a:pt x="374795" y="120997"/>
                  </a:lnTo>
                  <a:lnTo>
                    <a:pt x="376507" y="130537"/>
                  </a:lnTo>
                  <a:lnTo>
                    <a:pt x="378218" y="150034"/>
                  </a:lnTo>
                  <a:lnTo>
                    <a:pt x="379930" y="171213"/>
                  </a:lnTo>
                  <a:lnTo>
                    <a:pt x="381641" y="164285"/>
                  </a:lnTo>
                  <a:lnTo>
                    <a:pt x="383352" y="157280"/>
                  </a:lnTo>
                  <a:lnTo>
                    <a:pt x="385064" y="148607"/>
                  </a:lnTo>
                  <a:lnTo>
                    <a:pt x="386775" y="125334"/>
                  </a:lnTo>
                  <a:lnTo>
                    <a:pt x="388487" y="175077"/>
                  </a:lnTo>
                  <a:lnTo>
                    <a:pt x="390198" y="170414"/>
                  </a:lnTo>
                  <a:lnTo>
                    <a:pt x="391909" y="202255"/>
                  </a:lnTo>
                  <a:lnTo>
                    <a:pt x="393621" y="207307"/>
                  </a:lnTo>
                  <a:lnTo>
                    <a:pt x="395332" y="216598"/>
                  </a:lnTo>
                  <a:lnTo>
                    <a:pt x="397044" y="190326"/>
                  </a:lnTo>
                  <a:lnTo>
                    <a:pt x="398755" y="224330"/>
                  </a:lnTo>
                  <a:lnTo>
                    <a:pt x="400466" y="246749"/>
                  </a:lnTo>
                  <a:lnTo>
                    <a:pt x="402178" y="258489"/>
                  </a:lnTo>
                  <a:lnTo>
                    <a:pt x="403889" y="256464"/>
                  </a:lnTo>
                  <a:lnTo>
                    <a:pt x="405601" y="279739"/>
                  </a:lnTo>
                  <a:lnTo>
                    <a:pt x="407312" y="315658"/>
                  </a:lnTo>
                  <a:lnTo>
                    <a:pt x="409023" y="316361"/>
                  </a:lnTo>
                  <a:lnTo>
                    <a:pt x="410735" y="316147"/>
                  </a:lnTo>
                  <a:lnTo>
                    <a:pt x="412446" y="328980"/>
                  </a:lnTo>
                  <a:lnTo>
                    <a:pt x="414158" y="317808"/>
                  </a:lnTo>
                  <a:lnTo>
                    <a:pt x="415869" y="316383"/>
                  </a:lnTo>
                  <a:lnTo>
                    <a:pt x="417580" y="293753"/>
                  </a:lnTo>
                  <a:lnTo>
                    <a:pt x="419292" y="306093"/>
                  </a:lnTo>
                  <a:lnTo>
                    <a:pt x="421003" y="317555"/>
                  </a:lnTo>
                  <a:lnTo>
                    <a:pt x="422714" y="319358"/>
                  </a:lnTo>
                  <a:lnTo>
                    <a:pt x="424426" y="328985"/>
                  </a:lnTo>
                  <a:lnTo>
                    <a:pt x="426137" y="308947"/>
                  </a:lnTo>
                  <a:lnTo>
                    <a:pt x="427849" y="309655"/>
                  </a:lnTo>
                  <a:lnTo>
                    <a:pt x="429560" y="313363"/>
                  </a:lnTo>
                  <a:lnTo>
                    <a:pt x="431271" y="321955"/>
                  </a:lnTo>
                  <a:lnTo>
                    <a:pt x="432983" y="333883"/>
                  </a:lnTo>
                  <a:lnTo>
                    <a:pt x="434694" y="320061"/>
                  </a:lnTo>
                  <a:lnTo>
                    <a:pt x="436406" y="316794"/>
                  </a:lnTo>
                  <a:lnTo>
                    <a:pt x="438117" y="317389"/>
                  </a:lnTo>
                  <a:lnTo>
                    <a:pt x="439828" y="310280"/>
                  </a:lnTo>
                  <a:lnTo>
                    <a:pt x="441540" y="311985"/>
                  </a:lnTo>
                  <a:lnTo>
                    <a:pt x="443251" y="334741"/>
                  </a:lnTo>
                  <a:lnTo>
                    <a:pt x="444963" y="334483"/>
                  </a:lnTo>
                  <a:lnTo>
                    <a:pt x="446674" y="336008"/>
                  </a:lnTo>
                  <a:lnTo>
                    <a:pt x="448385" y="353226"/>
                  </a:lnTo>
                  <a:lnTo>
                    <a:pt x="449426" y="35643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895267" y="5805977"/>
              <a:ext cx="1191694" cy="573472"/>
            </a:xfrm>
            <a:custGeom>
              <a:avLst/>
              <a:pathLst>
                <a:path w="1191694" h="573472">
                  <a:moveTo>
                    <a:pt x="0" y="573472"/>
                  </a:moveTo>
                  <a:lnTo>
                    <a:pt x="1475" y="560497"/>
                  </a:lnTo>
                  <a:lnTo>
                    <a:pt x="3187" y="564760"/>
                  </a:lnTo>
                  <a:lnTo>
                    <a:pt x="4898" y="559166"/>
                  </a:lnTo>
                  <a:lnTo>
                    <a:pt x="6610" y="563240"/>
                  </a:lnTo>
                  <a:lnTo>
                    <a:pt x="8321" y="551498"/>
                  </a:lnTo>
                  <a:lnTo>
                    <a:pt x="10032" y="554599"/>
                  </a:lnTo>
                  <a:lnTo>
                    <a:pt x="11744" y="549248"/>
                  </a:lnTo>
                  <a:lnTo>
                    <a:pt x="13455" y="529381"/>
                  </a:lnTo>
                  <a:lnTo>
                    <a:pt x="15167" y="541153"/>
                  </a:lnTo>
                  <a:lnTo>
                    <a:pt x="16878" y="535304"/>
                  </a:lnTo>
                  <a:lnTo>
                    <a:pt x="18589" y="523541"/>
                  </a:lnTo>
                  <a:lnTo>
                    <a:pt x="20301" y="512833"/>
                  </a:lnTo>
                  <a:lnTo>
                    <a:pt x="22012" y="506793"/>
                  </a:lnTo>
                  <a:lnTo>
                    <a:pt x="23724" y="449877"/>
                  </a:lnTo>
                  <a:lnTo>
                    <a:pt x="25435" y="441517"/>
                  </a:lnTo>
                  <a:lnTo>
                    <a:pt x="27146" y="420666"/>
                  </a:lnTo>
                  <a:lnTo>
                    <a:pt x="28858" y="393247"/>
                  </a:lnTo>
                  <a:lnTo>
                    <a:pt x="30569" y="439821"/>
                  </a:lnTo>
                  <a:lnTo>
                    <a:pt x="32281" y="455971"/>
                  </a:lnTo>
                  <a:lnTo>
                    <a:pt x="33992" y="487575"/>
                  </a:lnTo>
                  <a:lnTo>
                    <a:pt x="35703" y="488682"/>
                  </a:lnTo>
                  <a:lnTo>
                    <a:pt x="37415" y="471470"/>
                  </a:lnTo>
                  <a:lnTo>
                    <a:pt x="39126" y="475722"/>
                  </a:lnTo>
                  <a:lnTo>
                    <a:pt x="40837" y="435268"/>
                  </a:lnTo>
                  <a:lnTo>
                    <a:pt x="42549" y="448359"/>
                  </a:lnTo>
                  <a:lnTo>
                    <a:pt x="44260" y="405864"/>
                  </a:lnTo>
                  <a:lnTo>
                    <a:pt x="45972" y="392202"/>
                  </a:lnTo>
                  <a:lnTo>
                    <a:pt x="47683" y="428059"/>
                  </a:lnTo>
                  <a:lnTo>
                    <a:pt x="49394" y="414458"/>
                  </a:lnTo>
                  <a:lnTo>
                    <a:pt x="51106" y="469941"/>
                  </a:lnTo>
                  <a:lnTo>
                    <a:pt x="52817" y="446276"/>
                  </a:lnTo>
                  <a:lnTo>
                    <a:pt x="54529" y="421509"/>
                  </a:lnTo>
                  <a:lnTo>
                    <a:pt x="56240" y="460023"/>
                  </a:lnTo>
                  <a:lnTo>
                    <a:pt x="57951" y="464526"/>
                  </a:lnTo>
                  <a:lnTo>
                    <a:pt x="59663" y="493677"/>
                  </a:lnTo>
                  <a:lnTo>
                    <a:pt x="61374" y="490189"/>
                  </a:lnTo>
                  <a:lnTo>
                    <a:pt x="63086" y="505443"/>
                  </a:lnTo>
                  <a:lnTo>
                    <a:pt x="64797" y="495270"/>
                  </a:lnTo>
                  <a:lnTo>
                    <a:pt x="66508" y="480450"/>
                  </a:lnTo>
                  <a:lnTo>
                    <a:pt x="68220" y="444474"/>
                  </a:lnTo>
                  <a:lnTo>
                    <a:pt x="69931" y="380919"/>
                  </a:lnTo>
                  <a:lnTo>
                    <a:pt x="71643" y="335139"/>
                  </a:lnTo>
                  <a:lnTo>
                    <a:pt x="73354" y="345745"/>
                  </a:lnTo>
                  <a:lnTo>
                    <a:pt x="75065" y="332832"/>
                  </a:lnTo>
                  <a:lnTo>
                    <a:pt x="76777" y="317501"/>
                  </a:lnTo>
                  <a:lnTo>
                    <a:pt x="78488" y="361765"/>
                  </a:lnTo>
                  <a:lnTo>
                    <a:pt x="80200" y="384495"/>
                  </a:lnTo>
                  <a:lnTo>
                    <a:pt x="81911" y="326417"/>
                  </a:lnTo>
                  <a:lnTo>
                    <a:pt x="83622" y="275423"/>
                  </a:lnTo>
                  <a:lnTo>
                    <a:pt x="85334" y="259627"/>
                  </a:lnTo>
                  <a:lnTo>
                    <a:pt x="87045" y="313227"/>
                  </a:lnTo>
                  <a:lnTo>
                    <a:pt x="88757" y="320425"/>
                  </a:lnTo>
                  <a:lnTo>
                    <a:pt x="90468" y="286391"/>
                  </a:lnTo>
                  <a:lnTo>
                    <a:pt x="92179" y="269103"/>
                  </a:lnTo>
                  <a:lnTo>
                    <a:pt x="93891" y="253285"/>
                  </a:lnTo>
                  <a:lnTo>
                    <a:pt x="95602" y="267576"/>
                  </a:lnTo>
                  <a:lnTo>
                    <a:pt x="97314" y="234004"/>
                  </a:lnTo>
                  <a:lnTo>
                    <a:pt x="99025" y="155415"/>
                  </a:lnTo>
                  <a:lnTo>
                    <a:pt x="100736" y="126703"/>
                  </a:lnTo>
                  <a:lnTo>
                    <a:pt x="102448" y="69465"/>
                  </a:lnTo>
                  <a:lnTo>
                    <a:pt x="104159" y="67710"/>
                  </a:lnTo>
                  <a:lnTo>
                    <a:pt x="105871" y="86712"/>
                  </a:lnTo>
                  <a:lnTo>
                    <a:pt x="107582" y="135816"/>
                  </a:lnTo>
                  <a:lnTo>
                    <a:pt x="109293" y="182717"/>
                  </a:lnTo>
                  <a:lnTo>
                    <a:pt x="111005" y="213435"/>
                  </a:lnTo>
                  <a:lnTo>
                    <a:pt x="112716" y="313773"/>
                  </a:lnTo>
                  <a:lnTo>
                    <a:pt x="114428" y="359371"/>
                  </a:lnTo>
                  <a:lnTo>
                    <a:pt x="116139" y="373937"/>
                  </a:lnTo>
                  <a:lnTo>
                    <a:pt x="117850" y="377619"/>
                  </a:lnTo>
                  <a:lnTo>
                    <a:pt x="119562" y="348707"/>
                  </a:lnTo>
                  <a:lnTo>
                    <a:pt x="121273" y="329072"/>
                  </a:lnTo>
                  <a:lnTo>
                    <a:pt x="122985" y="399999"/>
                  </a:lnTo>
                  <a:lnTo>
                    <a:pt x="124696" y="378432"/>
                  </a:lnTo>
                  <a:lnTo>
                    <a:pt x="126407" y="377736"/>
                  </a:lnTo>
                  <a:lnTo>
                    <a:pt x="128119" y="382185"/>
                  </a:lnTo>
                  <a:lnTo>
                    <a:pt x="129830" y="390264"/>
                  </a:lnTo>
                  <a:lnTo>
                    <a:pt x="131542" y="425712"/>
                  </a:lnTo>
                  <a:lnTo>
                    <a:pt x="133253" y="405859"/>
                  </a:lnTo>
                  <a:lnTo>
                    <a:pt x="134964" y="405059"/>
                  </a:lnTo>
                  <a:lnTo>
                    <a:pt x="136676" y="439701"/>
                  </a:lnTo>
                  <a:lnTo>
                    <a:pt x="138387" y="473912"/>
                  </a:lnTo>
                  <a:lnTo>
                    <a:pt x="140099" y="499838"/>
                  </a:lnTo>
                  <a:lnTo>
                    <a:pt x="141810" y="465612"/>
                  </a:lnTo>
                  <a:lnTo>
                    <a:pt x="143521" y="474063"/>
                  </a:lnTo>
                  <a:lnTo>
                    <a:pt x="145233" y="516687"/>
                  </a:lnTo>
                  <a:lnTo>
                    <a:pt x="146944" y="516775"/>
                  </a:lnTo>
                  <a:lnTo>
                    <a:pt x="148655" y="504936"/>
                  </a:lnTo>
                  <a:lnTo>
                    <a:pt x="150367" y="470020"/>
                  </a:lnTo>
                  <a:lnTo>
                    <a:pt x="152078" y="484492"/>
                  </a:lnTo>
                  <a:lnTo>
                    <a:pt x="153790" y="463466"/>
                  </a:lnTo>
                  <a:lnTo>
                    <a:pt x="155501" y="474591"/>
                  </a:lnTo>
                  <a:lnTo>
                    <a:pt x="157212" y="429566"/>
                  </a:lnTo>
                  <a:lnTo>
                    <a:pt x="158924" y="412168"/>
                  </a:lnTo>
                  <a:lnTo>
                    <a:pt x="160635" y="435518"/>
                  </a:lnTo>
                  <a:lnTo>
                    <a:pt x="162347" y="365057"/>
                  </a:lnTo>
                  <a:lnTo>
                    <a:pt x="164058" y="374172"/>
                  </a:lnTo>
                  <a:lnTo>
                    <a:pt x="165769" y="365749"/>
                  </a:lnTo>
                  <a:lnTo>
                    <a:pt x="167481" y="360049"/>
                  </a:lnTo>
                  <a:lnTo>
                    <a:pt x="169192" y="331886"/>
                  </a:lnTo>
                  <a:lnTo>
                    <a:pt x="170904" y="362459"/>
                  </a:lnTo>
                  <a:lnTo>
                    <a:pt x="172615" y="452456"/>
                  </a:lnTo>
                  <a:lnTo>
                    <a:pt x="174326" y="471493"/>
                  </a:lnTo>
                  <a:lnTo>
                    <a:pt x="176038" y="465628"/>
                  </a:lnTo>
                  <a:lnTo>
                    <a:pt x="177749" y="479568"/>
                  </a:lnTo>
                  <a:lnTo>
                    <a:pt x="179461" y="462531"/>
                  </a:lnTo>
                  <a:lnTo>
                    <a:pt x="181172" y="434666"/>
                  </a:lnTo>
                  <a:lnTo>
                    <a:pt x="182883" y="385340"/>
                  </a:lnTo>
                  <a:lnTo>
                    <a:pt x="184595" y="360217"/>
                  </a:lnTo>
                  <a:lnTo>
                    <a:pt x="186306" y="405160"/>
                  </a:lnTo>
                  <a:lnTo>
                    <a:pt x="188018" y="423019"/>
                  </a:lnTo>
                  <a:lnTo>
                    <a:pt x="189729" y="387773"/>
                  </a:lnTo>
                  <a:lnTo>
                    <a:pt x="191440" y="381839"/>
                  </a:lnTo>
                  <a:lnTo>
                    <a:pt x="193152" y="374529"/>
                  </a:lnTo>
                  <a:lnTo>
                    <a:pt x="194863" y="342891"/>
                  </a:lnTo>
                  <a:lnTo>
                    <a:pt x="196575" y="318374"/>
                  </a:lnTo>
                  <a:lnTo>
                    <a:pt x="198286" y="239077"/>
                  </a:lnTo>
                  <a:lnTo>
                    <a:pt x="199997" y="222118"/>
                  </a:lnTo>
                  <a:lnTo>
                    <a:pt x="201709" y="210049"/>
                  </a:lnTo>
                  <a:lnTo>
                    <a:pt x="203420" y="239768"/>
                  </a:lnTo>
                  <a:lnTo>
                    <a:pt x="205132" y="253009"/>
                  </a:lnTo>
                  <a:lnTo>
                    <a:pt x="206843" y="351924"/>
                  </a:lnTo>
                  <a:lnTo>
                    <a:pt x="208554" y="365205"/>
                  </a:lnTo>
                  <a:lnTo>
                    <a:pt x="210266" y="375787"/>
                  </a:lnTo>
                  <a:lnTo>
                    <a:pt x="211977" y="408646"/>
                  </a:lnTo>
                  <a:lnTo>
                    <a:pt x="213689" y="394374"/>
                  </a:lnTo>
                  <a:lnTo>
                    <a:pt x="215400" y="297930"/>
                  </a:lnTo>
                  <a:lnTo>
                    <a:pt x="217111" y="238392"/>
                  </a:lnTo>
                  <a:lnTo>
                    <a:pt x="218823" y="288277"/>
                  </a:lnTo>
                  <a:lnTo>
                    <a:pt x="220534" y="330308"/>
                  </a:lnTo>
                  <a:lnTo>
                    <a:pt x="222246" y="360587"/>
                  </a:lnTo>
                  <a:lnTo>
                    <a:pt x="223957" y="311560"/>
                  </a:lnTo>
                  <a:lnTo>
                    <a:pt x="225668" y="240451"/>
                  </a:lnTo>
                  <a:lnTo>
                    <a:pt x="227380" y="248322"/>
                  </a:lnTo>
                  <a:lnTo>
                    <a:pt x="229091" y="287418"/>
                  </a:lnTo>
                  <a:lnTo>
                    <a:pt x="230803" y="302633"/>
                  </a:lnTo>
                  <a:lnTo>
                    <a:pt x="232514" y="323275"/>
                  </a:lnTo>
                  <a:lnTo>
                    <a:pt x="234225" y="343087"/>
                  </a:lnTo>
                  <a:lnTo>
                    <a:pt x="235937" y="337391"/>
                  </a:lnTo>
                  <a:lnTo>
                    <a:pt x="237648" y="406167"/>
                  </a:lnTo>
                  <a:lnTo>
                    <a:pt x="239360" y="431733"/>
                  </a:lnTo>
                  <a:lnTo>
                    <a:pt x="241071" y="461891"/>
                  </a:lnTo>
                  <a:lnTo>
                    <a:pt x="242782" y="468390"/>
                  </a:lnTo>
                  <a:lnTo>
                    <a:pt x="244494" y="466128"/>
                  </a:lnTo>
                  <a:lnTo>
                    <a:pt x="246205" y="482215"/>
                  </a:lnTo>
                  <a:lnTo>
                    <a:pt x="247917" y="461881"/>
                  </a:lnTo>
                  <a:lnTo>
                    <a:pt x="249628" y="487498"/>
                  </a:lnTo>
                  <a:lnTo>
                    <a:pt x="251339" y="479242"/>
                  </a:lnTo>
                  <a:lnTo>
                    <a:pt x="253051" y="429105"/>
                  </a:lnTo>
                  <a:lnTo>
                    <a:pt x="254762" y="459217"/>
                  </a:lnTo>
                  <a:lnTo>
                    <a:pt x="256473" y="449967"/>
                  </a:lnTo>
                  <a:lnTo>
                    <a:pt x="258185" y="471586"/>
                  </a:lnTo>
                  <a:lnTo>
                    <a:pt x="259896" y="444579"/>
                  </a:lnTo>
                  <a:lnTo>
                    <a:pt x="261608" y="479065"/>
                  </a:lnTo>
                  <a:lnTo>
                    <a:pt x="263319" y="509093"/>
                  </a:lnTo>
                  <a:lnTo>
                    <a:pt x="265030" y="491414"/>
                  </a:lnTo>
                  <a:lnTo>
                    <a:pt x="266742" y="445388"/>
                  </a:lnTo>
                  <a:lnTo>
                    <a:pt x="268453" y="399163"/>
                  </a:lnTo>
                  <a:lnTo>
                    <a:pt x="270165" y="324691"/>
                  </a:lnTo>
                  <a:lnTo>
                    <a:pt x="271876" y="343419"/>
                  </a:lnTo>
                  <a:lnTo>
                    <a:pt x="273587" y="435670"/>
                  </a:lnTo>
                  <a:lnTo>
                    <a:pt x="275299" y="441383"/>
                  </a:lnTo>
                  <a:lnTo>
                    <a:pt x="277010" y="461877"/>
                  </a:lnTo>
                  <a:lnTo>
                    <a:pt x="278722" y="475824"/>
                  </a:lnTo>
                  <a:lnTo>
                    <a:pt x="280433" y="434597"/>
                  </a:lnTo>
                  <a:lnTo>
                    <a:pt x="282144" y="420072"/>
                  </a:lnTo>
                  <a:lnTo>
                    <a:pt x="283856" y="369869"/>
                  </a:lnTo>
                  <a:lnTo>
                    <a:pt x="285567" y="392400"/>
                  </a:lnTo>
                  <a:lnTo>
                    <a:pt x="287279" y="440799"/>
                  </a:lnTo>
                  <a:lnTo>
                    <a:pt x="288990" y="416035"/>
                  </a:lnTo>
                  <a:lnTo>
                    <a:pt x="290701" y="425341"/>
                  </a:lnTo>
                  <a:lnTo>
                    <a:pt x="292413" y="404579"/>
                  </a:lnTo>
                  <a:lnTo>
                    <a:pt x="294124" y="344540"/>
                  </a:lnTo>
                  <a:lnTo>
                    <a:pt x="295836" y="391626"/>
                  </a:lnTo>
                  <a:lnTo>
                    <a:pt x="297547" y="390880"/>
                  </a:lnTo>
                  <a:lnTo>
                    <a:pt x="299258" y="395543"/>
                  </a:lnTo>
                  <a:lnTo>
                    <a:pt x="300970" y="393109"/>
                  </a:lnTo>
                  <a:lnTo>
                    <a:pt x="302681" y="423112"/>
                  </a:lnTo>
                  <a:lnTo>
                    <a:pt x="304393" y="453423"/>
                  </a:lnTo>
                  <a:lnTo>
                    <a:pt x="306104" y="461407"/>
                  </a:lnTo>
                  <a:lnTo>
                    <a:pt x="307815" y="451470"/>
                  </a:lnTo>
                  <a:lnTo>
                    <a:pt x="309527" y="463676"/>
                  </a:lnTo>
                  <a:lnTo>
                    <a:pt x="311238" y="452746"/>
                  </a:lnTo>
                  <a:lnTo>
                    <a:pt x="312950" y="419747"/>
                  </a:lnTo>
                  <a:lnTo>
                    <a:pt x="314661" y="405966"/>
                  </a:lnTo>
                  <a:lnTo>
                    <a:pt x="316372" y="423347"/>
                  </a:lnTo>
                  <a:lnTo>
                    <a:pt x="318084" y="443970"/>
                  </a:lnTo>
                  <a:lnTo>
                    <a:pt x="319795" y="446105"/>
                  </a:lnTo>
                  <a:lnTo>
                    <a:pt x="321507" y="438258"/>
                  </a:lnTo>
                  <a:lnTo>
                    <a:pt x="323218" y="465079"/>
                  </a:lnTo>
                  <a:lnTo>
                    <a:pt x="324929" y="452118"/>
                  </a:lnTo>
                  <a:lnTo>
                    <a:pt x="326641" y="409047"/>
                  </a:lnTo>
                  <a:lnTo>
                    <a:pt x="328352" y="407144"/>
                  </a:lnTo>
                  <a:lnTo>
                    <a:pt x="330064" y="412521"/>
                  </a:lnTo>
                  <a:lnTo>
                    <a:pt x="331775" y="420158"/>
                  </a:lnTo>
                  <a:lnTo>
                    <a:pt x="333486" y="377421"/>
                  </a:lnTo>
                  <a:lnTo>
                    <a:pt x="335198" y="249651"/>
                  </a:lnTo>
                  <a:lnTo>
                    <a:pt x="336909" y="279060"/>
                  </a:lnTo>
                  <a:lnTo>
                    <a:pt x="338621" y="258040"/>
                  </a:lnTo>
                  <a:lnTo>
                    <a:pt x="340332" y="296881"/>
                  </a:lnTo>
                  <a:lnTo>
                    <a:pt x="342043" y="247183"/>
                  </a:lnTo>
                  <a:lnTo>
                    <a:pt x="343755" y="178881"/>
                  </a:lnTo>
                  <a:lnTo>
                    <a:pt x="345466" y="217405"/>
                  </a:lnTo>
                  <a:lnTo>
                    <a:pt x="347178" y="267211"/>
                  </a:lnTo>
                  <a:lnTo>
                    <a:pt x="348889" y="247574"/>
                  </a:lnTo>
                  <a:lnTo>
                    <a:pt x="350600" y="182519"/>
                  </a:lnTo>
                  <a:lnTo>
                    <a:pt x="352312" y="171667"/>
                  </a:lnTo>
                  <a:lnTo>
                    <a:pt x="354023" y="226796"/>
                  </a:lnTo>
                  <a:lnTo>
                    <a:pt x="355735" y="239656"/>
                  </a:lnTo>
                  <a:lnTo>
                    <a:pt x="357446" y="330799"/>
                  </a:lnTo>
                  <a:lnTo>
                    <a:pt x="359157" y="354469"/>
                  </a:lnTo>
                  <a:lnTo>
                    <a:pt x="360869" y="279497"/>
                  </a:lnTo>
                  <a:lnTo>
                    <a:pt x="362580" y="252457"/>
                  </a:lnTo>
                  <a:lnTo>
                    <a:pt x="364291" y="308294"/>
                  </a:lnTo>
                  <a:lnTo>
                    <a:pt x="366003" y="331234"/>
                  </a:lnTo>
                  <a:lnTo>
                    <a:pt x="367714" y="270257"/>
                  </a:lnTo>
                  <a:lnTo>
                    <a:pt x="369426" y="284437"/>
                  </a:lnTo>
                  <a:lnTo>
                    <a:pt x="371137" y="334820"/>
                  </a:lnTo>
                  <a:lnTo>
                    <a:pt x="372848" y="411223"/>
                  </a:lnTo>
                  <a:lnTo>
                    <a:pt x="374560" y="396277"/>
                  </a:lnTo>
                  <a:lnTo>
                    <a:pt x="376271" y="394947"/>
                  </a:lnTo>
                  <a:lnTo>
                    <a:pt x="377983" y="359546"/>
                  </a:lnTo>
                  <a:lnTo>
                    <a:pt x="379694" y="381114"/>
                  </a:lnTo>
                  <a:lnTo>
                    <a:pt x="381405" y="326095"/>
                  </a:lnTo>
                  <a:lnTo>
                    <a:pt x="383117" y="365451"/>
                  </a:lnTo>
                  <a:lnTo>
                    <a:pt x="384828" y="342308"/>
                  </a:lnTo>
                  <a:lnTo>
                    <a:pt x="386540" y="328528"/>
                  </a:lnTo>
                  <a:lnTo>
                    <a:pt x="388251" y="347970"/>
                  </a:lnTo>
                  <a:lnTo>
                    <a:pt x="389962" y="320554"/>
                  </a:lnTo>
                  <a:lnTo>
                    <a:pt x="391674" y="235999"/>
                  </a:lnTo>
                  <a:lnTo>
                    <a:pt x="393385" y="214521"/>
                  </a:lnTo>
                  <a:lnTo>
                    <a:pt x="395097" y="246494"/>
                  </a:lnTo>
                  <a:lnTo>
                    <a:pt x="396808" y="232216"/>
                  </a:lnTo>
                  <a:lnTo>
                    <a:pt x="398519" y="303173"/>
                  </a:lnTo>
                  <a:lnTo>
                    <a:pt x="400231" y="253924"/>
                  </a:lnTo>
                  <a:lnTo>
                    <a:pt x="401942" y="179749"/>
                  </a:lnTo>
                  <a:lnTo>
                    <a:pt x="403654" y="193731"/>
                  </a:lnTo>
                  <a:lnTo>
                    <a:pt x="405365" y="151914"/>
                  </a:lnTo>
                  <a:lnTo>
                    <a:pt x="407076" y="182668"/>
                  </a:lnTo>
                  <a:lnTo>
                    <a:pt x="408788" y="158935"/>
                  </a:lnTo>
                  <a:lnTo>
                    <a:pt x="410499" y="276751"/>
                  </a:lnTo>
                  <a:lnTo>
                    <a:pt x="412211" y="216849"/>
                  </a:lnTo>
                  <a:lnTo>
                    <a:pt x="413922" y="166505"/>
                  </a:lnTo>
                  <a:lnTo>
                    <a:pt x="415633" y="212073"/>
                  </a:lnTo>
                  <a:lnTo>
                    <a:pt x="417345" y="254042"/>
                  </a:lnTo>
                  <a:lnTo>
                    <a:pt x="419056" y="283398"/>
                  </a:lnTo>
                  <a:lnTo>
                    <a:pt x="420768" y="246798"/>
                  </a:lnTo>
                  <a:lnTo>
                    <a:pt x="422479" y="257351"/>
                  </a:lnTo>
                  <a:lnTo>
                    <a:pt x="424190" y="265721"/>
                  </a:lnTo>
                  <a:lnTo>
                    <a:pt x="425902" y="210768"/>
                  </a:lnTo>
                  <a:lnTo>
                    <a:pt x="427613" y="205664"/>
                  </a:lnTo>
                  <a:lnTo>
                    <a:pt x="429325" y="246313"/>
                  </a:lnTo>
                  <a:lnTo>
                    <a:pt x="431036" y="280970"/>
                  </a:lnTo>
                  <a:lnTo>
                    <a:pt x="432747" y="289723"/>
                  </a:lnTo>
                  <a:lnTo>
                    <a:pt x="434459" y="291864"/>
                  </a:lnTo>
                  <a:lnTo>
                    <a:pt x="436170" y="373701"/>
                  </a:lnTo>
                  <a:lnTo>
                    <a:pt x="437882" y="400383"/>
                  </a:lnTo>
                  <a:lnTo>
                    <a:pt x="439593" y="393737"/>
                  </a:lnTo>
                  <a:lnTo>
                    <a:pt x="441304" y="410487"/>
                  </a:lnTo>
                  <a:lnTo>
                    <a:pt x="443016" y="443600"/>
                  </a:lnTo>
                  <a:lnTo>
                    <a:pt x="444727" y="494657"/>
                  </a:lnTo>
                  <a:lnTo>
                    <a:pt x="446439" y="472267"/>
                  </a:lnTo>
                  <a:lnTo>
                    <a:pt x="448150" y="452729"/>
                  </a:lnTo>
                  <a:lnTo>
                    <a:pt x="449861" y="438319"/>
                  </a:lnTo>
                  <a:lnTo>
                    <a:pt x="451573" y="429119"/>
                  </a:lnTo>
                  <a:lnTo>
                    <a:pt x="453284" y="428343"/>
                  </a:lnTo>
                  <a:lnTo>
                    <a:pt x="454996" y="380189"/>
                  </a:lnTo>
                  <a:lnTo>
                    <a:pt x="456707" y="318604"/>
                  </a:lnTo>
                  <a:lnTo>
                    <a:pt x="458418" y="285788"/>
                  </a:lnTo>
                  <a:lnTo>
                    <a:pt x="460130" y="241630"/>
                  </a:lnTo>
                  <a:lnTo>
                    <a:pt x="461841" y="194137"/>
                  </a:lnTo>
                  <a:lnTo>
                    <a:pt x="463552" y="201775"/>
                  </a:lnTo>
                  <a:lnTo>
                    <a:pt x="465264" y="170230"/>
                  </a:lnTo>
                  <a:lnTo>
                    <a:pt x="466975" y="178381"/>
                  </a:lnTo>
                  <a:lnTo>
                    <a:pt x="468687" y="158915"/>
                  </a:lnTo>
                  <a:lnTo>
                    <a:pt x="470398" y="194879"/>
                  </a:lnTo>
                  <a:lnTo>
                    <a:pt x="472109" y="282761"/>
                  </a:lnTo>
                  <a:lnTo>
                    <a:pt x="473821" y="273371"/>
                  </a:lnTo>
                  <a:lnTo>
                    <a:pt x="475532" y="245964"/>
                  </a:lnTo>
                  <a:lnTo>
                    <a:pt x="477244" y="283008"/>
                  </a:lnTo>
                  <a:lnTo>
                    <a:pt x="478955" y="324328"/>
                  </a:lnTo>
                  <a:lnTo>
                    <a:pt x="480666" y="364827"/>
                  </a:lnTo>
                  <a:lnTo>
                    <a:pt x="482378" y="367016"/>
                  </a:lnTo>
                  <a:lnTo>
                    <a:pt x="484089" y="337455"/>
                  </a:lnTo>
                  <a:lnTo>
                    <a:pt x="485801" y="266761"/>
                  </a:lnTo>
                  <a:lnTo>
                    <a:pt x="487512" y="237639"/>
                  </a:lnTo>
                  <a:lnTo>
                    <a:pt x="489223" y="205102"/>
                  </a:lnTo>
                  <a:lnTo>
                    <a:pt x="490935" y="198173"/>
                  </a:lnTo>
                  <a:lnTo>
                    <a:pt x="492646" y="191866"/>
                  </a:lnTo>
                  <a:lnTo>
                    <a:pt x="494358" y="272375"/>
                  </a:lnTo>
                  <a:lnTo>
                    <a:pt x="496069" y="217718"/>
                  </a:lnTo>
                  <a:lnTo>
                    <a:pt x="497780" y="243443"/>
                  </a:lnTo>
                  <a:lnTo>
                    <a:pt x="499492" y="283380"/>
                  </a:lnTo>
                  <a:lnTo>
                    <a:pt x="501203" y="359306"/>
                  </a:lnTo>
                  <a:lnTo>
                    <a:pt x="502915" y="396287"/>
                  </a:lnTo>
                  <a:lnTo>
                    <a:pt x="504626" y="387142"/>
                  </a:lnTo>
                  <a:lnTo>
                    <a:pt x="506337" y="378763"/>
                  </a:lnTo>
                  <a:lnTo>
                    <a:pt x="508049" y="376916"/>
                  </a:lnTo>
                  <a:lnTo>
                    <a:pt x="509760" y="432203"/>
                  </a:lnTo>
                  <a:lnTo>
                    <a:pt x="511472" y="439362"/>
                  </a:lnTo>
                  <a:lnTo>
                    <a:pt x="513183" y="439779"/>
                  </a:lnTo>
                  <a:lnTo>
                    <a:pt x="514894" y="436936"/>
                  </a:lnTo>
                  <a:lnTo>
                    <a:pt x="516606" y="407444"/>
                  </a:lnTo>
                  <a:lnTo>
                    <a:pt x="518317" y="364309"/>
                  </a:lnTo>
                  <a:lnTo>
                    <a:pt x="520029" y="321150"/>
                  </a:lnTo>
                  <a:lnTo>
                    <a:pt x="521740" y="315078"/>
                  </a:lnTo>
                  <a:lnTo>
                    <a:pt x="523451" y="397040"/>
                  </a:lnTo>
                  <a:lnTo>
                    <a:pt x="525163" y="400083"/>
                  </a:lnTo>
                  <a:lnTo>
                    <a:pt x="526874" y="432846"/>
                  </a:lnTo>
                  <a:lnTo>
                    <a:pt x="528586" y="373882"/>
                  </a:lnTo>
                  <a:lnTo>
                    <a:pt x="530297" y="439723"/>
                  </a:lnTo>
                  <a:lnTo>
                    <a:pt x="532008" y="449422"/>
                  </a:lnTo>
                  <a:lnTo>
                    <a:pt x="533720" y="450150"/>
                  </a:lnTo>
                  <a:lnTo>
                    <a:pt x="535431" y="446929"/>
                  </a:lnTo>
                  <a:lnTo>
                    <a:pt x="537143" y="462947"/>
                  </a:lnTo>
                  <a:lnTo>
                    <a:pt x="538854" y="490505"/>
                  </a:lnTo>
                  <a:lnTo>
                    <a:pt x="540565" y="459788"/>
                  </a:lnTo>
                  <a:lnTo>
                    <a:pt x="542277" y="430102"/>
                  </a:lnTo>
                  <a:lnTo>
                    <a:pt x="543988" y="381838"/>
                  </a:lnTo>
                  <a:lnTo>
                    <a:pt x="545700" y="379622"/>
                  </a:lnTo>
                  <a:lnTo>
                    <a:pt x="547411" y="362961"/>
                  </a:lnTo>
                  <a:lnTo>
                    <a:pt x="549122" y="353425"/>
                  </a:lnTo>
                  <a:lnTo>
                    <a:pt x="550834" y="309347"/>
                  </a:lnTo>
                  <a:lnTo>
                    <a:pt x="552545" y="296036"/>
                  </a:lnTo>
                  <a:lnTo>
                    <a:pt x="554257" y="270844"/>
                  </a:lnTo>
                  <a:lnTo>
                    <a:pt x="555968" y="351168"/>
                  </a:lnTo>
                  <a:lnTo>
                    <a:pt x="557679" y="344179"/>
                  </a:lnTo>
                  <a:lnTo>
                    <a:pt x="559391" y="349217"/>
                  </a:lnTo>
                  <a:lnTo>
                    <a:pt x="561102" y="318777"/>
                  </a:lnTo>
                  <a:lnTo>
                    <a:pt x="562814" y="248257"/>
                  </a:lnTo>
                  <a:lnTo>
                    <a:pt x="564525" y="250710"/>
                  </a:lnTo>
                  <a:lnTo>
                    <a:pt x="566236" y="279050"/>
                  </a:lnTo>
                  <a:lnTo>
                    <a:pt x="567948" y="260971"/>
                  </a:lnTo>
                  <a:lnTo>
                    <a:pt x="569659" y="269071"/>
                  </a:lnTo>
                  <a:lnTo>
                    <a:pt x="571370" y="286054"/>
                  </a:lnTo>
                  <a:lnTo>
                    <a:pt x="573082" y="410707"/>
                  </a:lnTo>
                  <a:lnTo>
                    <a:pt x="574793" y="405288"/>
                  </a:lnTo>
                  <a:lnTo>
                    <a:pt x="576505" y="395422"/>
                  </a:lnTo>
                  <a:lnTo>
                    <a:pt x="578216" y="387071"/>
                  </a:lnTo>
                  <a:lnTo>
                    <a:pt x="579927" y="384362"/>
                  </a:lnTo>
                  <a:lnTo>
                    <a:pt x="581639" y="416511"/>
                  </a:lnTo>
                  <a:lnTo>
                    <a:pt x="583350" y="416228"/>
                  </a:lnTo>
                  <a:lnTo>
                    <a:pt x="585062" y="402669"/>
                  </a:lnTo>
                  <a:lnTo>
                    <a:pt x="586773" y="390855"/>
                  </a:lnTo>
                  <a:lnTo>
                    <a:pt x="588484" y="344428"/>
                  </a:lnTo>
                  <a:lnTo>
                    <a:pt x="590196" y="330892"/>
                  </a:lnTo>
                  <a:lnTo>
                    <a:pt x="591907" y="276982"/>
                  </a:lnTo>
                  <a:lnTo>
                    <a:pt x="593619" y="322468"/>
                  </a:lnTo>
                  <a:lnTo>
                    <a:pt x="595330" y="244174"/>
                  </a:lnTo>
                  <a:lnTo>
                    <a:pt x="597041" y="184744"/>
                  </a:lnTo>
                  <a:lnTo>
                    <a:pt x="598753" y="205070"/>
                  </a:lnTo>
                  <a:lnTo>
                    <a:pt x="600464" y="206338"/>
                  </a:lnTo>
                  <a:lnTo>
                    <a:pt x="602176" y="198756"/>
                  </a:lnTo>
                  <a:lnTo>
                    <a:pt x="603887" y="227972"/>
                  </a:lnTo>
                  <a:lnTo>
                    <a:pt x="605598" y="304509"/>
                  </a:lnTo>
                  <a:lnTo>
                    <a:pt x="607310" y="360852"/>
                  </a:lnTo>
                  <a:lnTo>
                    <a:pt x="609021" y="349610"/>
                  </a:lnTo>
                  <a:lnTo>
                    <a:pt x="610733" y="258869"/>
                  </a:lnTo>
                  <a:lnTo>
                    <a:pt x="612444" y="329493"/>
                  </a:lnTo>
                  <a:lnTo>
                    <a:pt x="614155" y="384812"/>
                  </a:lnTo>
                  <a:lnTo>
                    <a:pt x="615867" y="422708"/>
                  </a:lnTo>
                  <a:lnTo>
                    <a:pt x="617578" y="405017"/>
                  </a:lnTo>
                  <a:lnTo>
                    <a:pt x="619290" y="380772"/>
                  </a:lnTo>
                  <a:lnTo>
                    <a:pt x="621001" y="415316"/>
                  </a:lnTo>
                  <a:lnTo>
                    <a:pt x="622712" y="376317"/>
                  </a:lnTo>
                  <a:lnTo>
                    <a:pt x="624424" y="429895"/>
                  </a:lnTo>
                  <a:lnTo>
                    <a:pt x="626135" y="405017"/>
                  </a:lnTo>
                  <a:lnTo>
                    <a:pt x="627847" y="467335"/>
                  </a:lnTo>
                  <a:lnTo>
                    <a:pt x="629558" y="470622"/>
                  </a:lnTo>
                  <a:lnTo>
                    <a:pt x="631269" y="468886"/>
                  </a:lnTo>
                  <a:lnTo>
                    <a:pt x="632981" y="466903"/>
                  </a:lnTo>
                  <a:lnTo>
                    <a:pt x="634692" y="441559"/>
                  </a:lnTo>
                  <a:lnTo>
                    <a:pt x="636404" y="395474"/>
                  </a:lnTo>
                  <a:lnTo>
                    <a:pt x="638115" y="341226"/>
                  </a:lnTo>
                  <a:lnTo>
                    <a:pt x="639826" y="334738"/>
                  </a:lnTo>
                  <a:lnTo>
                    <a:pt x="641538" y="372557"/>
                  </a:lnTo>
                  <a:lnTo>
                    <a:pt x="643249" y="387216"/>
                  </a:lnTo>
                  <a:lnTo>
                    <a:pt x="644961" y="377479"/>
                  </a:lnTo>
                  <a:lnTo>
                    <a:pt x="646672" y="366522"/>
                  </a:lnTo>
                  <a:lnTo>
                    <a:pt x="648383" y="418201"/>
                  </a:lnTo>
                  <a:lnTo>
                    <a:pt x="650095" y="464716"/>
                  </a:lnTo>
                  <a:lnTo>
                    <a:pt x="651806" y="463946"/>
                  </a:lnTo>
                  <a:lnTo>
                    <a:pt x="653518" y="478699"/>
                  </a:lnTo>
                  <a:lnTo>
                    <a:pt x="655229" y="491544"/>
                  </a:lnTo>
                  <a:lnTo>
                    <a:pt x="656940" y="493490"/>
                  </a:lnTo>
                  <a:lnTo>
                    <a:pt x="658652" y="489503"/>
                  </a:lnTo>
                  <a:lnTo>
                    <a:pt x="660363" y="455972"/>
                  </a:lnTo>
                  <a:lnTo>
                    <a:pt x="662075" y="448222"/>
                  </a:lnTo>
                  <a:lnTo>
                    <a:pt x="663786" y="439260"/>
                  </a:lnTo>
                  <a:lnTo>
                    <a:pt x="665497" y="436502"/>
                  </a:lnTo>
                  <a:lnTo>
                    <a:pt x="667209" y="438307"/>
                  </a:lnTo>
                  <a:lnTo>
                    <a:pt x="668920" y="451162"/>
                  </a:lnTo>
                  <a:lnTo>
                    <a:pt x="670632" y="458836"/>
                  </a:lnTo>
                  <a:lnTo>
                    <a:pt x="672343" y="461618"/>
                  </a:lnTo>
                  <a:lnTo>
                    <a:pt x="674054" y="446176"/>
                  </a:lnTo>
                  <a:lnTo>
                    <a:pt x="675766" y="429040"/>
                  </a:lnTo>
                  <a:lnTo>
                    <a:pt x="677477" y="429755"/>
                  </a:lnTo>
                  <a:lnTo>
                    <a:pt x="679188" y="449743"/>
                  </a:lnTo>
                  <a:lnTo>
                    <a:pt x="680900" y="476660"/>
                  </a:lnTo>
                  <a:lnTo>
                    <a:pt x="682611" y="465198"/>
                  </a:lnTo>
                  <a:lnTo>
                    <a:pt x="684323" y="460655"/>
                  </a:lnTo>
                  <a:lnTo>
                    <a:pt x="686034" y="472956"/>
                  </a:lnTo>
                  <a:lnTo>
                    <a:pt x="687745" y="411190"/>
                  </a:lnTo>
                  <a:lnTo>
                    <a:pt x="689457" y="383296"/>
                  </a:lnTo>
                  <a:lnTo>
                    <a:pt x="691168" y="297189"/>
                  </a:lnTo>
                  <a:lnTo>
                    <a:pt x="692880" y="360339"/>
                  </a:lnTo>
                  <a:lnTo>
                    <a:pt x="694591" y="376887"/>
                  </a:lnTo>
                  <a:lnTo>
                    <a:pt x="696302" y="365860"/>
                  </a:lnTo>
                  <a:lnTo>
                    <a:pt x="698014" y="271215"/>
                  </a:lnTo>
                  <a:lnTo>
                    <a:pt x="699725" y="276982"/>
                  </a:lnTo>
                  <a:lnTo>
                    <a:pt x="701437" y="317900"/>
                  </a:lnTo>
                  <a:lnTo>
                    <a:pt x="703148" y="373649"/>
                  </a:lnTo>
                  <a:lnTo>
                    <a:pt x="704859" y="359833"/>
                  </a:lnTo>
                  <a:lnTo>
                    <a:pt x="706571" y="363472"/>
                  </a:lnTo>
                  <a:lnTo>
                    <a:pt x="708282" y="370240"/>
                  </a:lnTo>
                  <a:lnTo>
                    <a:pt x="709994" y="366519"/>
                  </a:lnTo>
                  <a:lnTo>
                    <a:pt x="711705" y="348688"/>
                  </a:lnTo>
                  <a:lnTo>
                    <a:pt x="713416" y="302513"/>
                  </a:lnTo>
                  <a:lnTo>
                    <a:pt x="715128" y="272756"/>
                  </a:lnTo>
                  <a:lnTo>
                    <a:pt x="716839" y="264055"/>
                  </a:lnTo>
                  <a:lnTo>
                    <a:pt x="718551" y="280761"/>
                  </a:lnTo>
                  <a:lnTo>
                    <a:pt x="720262" y="317211"/>
                  </a:lnTo>
                  <a:lnTo>
                    <a:pt x="721973" y="340954"/>
                  </a:lnTo>
                  <a:lnTo>
                    <a:pt x="723685" y="341297"/>
                  </a:lnTo>
                  <a:lnTo>
                    <a:pt x="725396" y="356394"/>
                  </a:lnTo>
                  <a:lnTo>
                    <a:pt x="727108" y="311820"/>
                  </a:lnTo>
                  <a:lnTo>
                    <a:pt x="728819" y="273061"/>
                  </a:lnTo>
                  <a:lnTo>
                    <a:pt x="730530" y="270113"/>
                  </a:lnTo>
                  <a:lnTo>
                    <a:pt x="732242" y="311174"/>
                  </a:lnTo>
                  <a:lnTo>
                    <a:pt x="733953" y="344214"/>
                  </a:lnTo>
                  <a:lnTo>
                    <a:pt x="735665" y="259483"/>
                  </a:lnTo>
                  <a:lnTo>
                    <a:pt x="737376" y="204911"/>
                  </a:lnTo>
                  <a:lnTo>
                    <a:pt x="739087" y="220832"/>
                  </a:lnTo>
                  <a:lnTo>
                    <a:pt x="740799" y="288037"/>
                  </a:lnTo>
                  <a:lnTo>
                    <a:pt x="742510" y="290936"/>
                  </a:lnTo>
                  <a:lnTo>
                    <a:pt x="744222" y="276410"/>
                  </a:lnTo>
                  <a:lnTo>
                    <a:pt x="745933" y="258351"/>
                  </a:lnTo>
                  <a:lnTo>
                    <a:pt x="747644" y="290013"/>
                  </a:lnTo>
                  <a:lnTo>
                    <a:pt x="749356" y="317630"/>
                  </a:lnTo>
                  <a:lnTo>
                    <a:pt x="751067" y="306322"/>
                  </a:lnTo>
                  <a:lnTo>
                    <a:pt x="752779" y="294145"/>
                  </a:lnTo>
                  <a:lnTo>
                    <a:pt x="754490" y="276129"/>
                  </a:lnTo>
                  <a:lnTo>
                    <a:pt x="756201" y="307992"/>
                  </a:lnTo>
                  <a:lnTo>
                    <a:pt x="757913" y="371336"/>
                  </a:lnTo>
                  <a:lnTo>
                    <a:pt x="759624" y="357385"/>
                  </a:lnTo>
                  <a:lnTo>
                    <a:pt x="761336" y="393142"/>
                  </a:lnTo>
                  <a:lnTo>
                    <a:pt x="763047" y="395168"/>
                  </a:lnTo>
                  <a:lnTo>
                    <a:pt x="764758" y="305889"/>
                  </a:lnTo>
                  <a:lnTo>
                    <a:pt x="766470" y="306972"/>
                  </a:lnTo>
                  <a:lnTo>
                    <a:pt x="768181" y="341238"/>
                  </a:lnTo>
                  <a:lnTo>
                    <a:pt x="769893" y="398932"/>
                  </a:lnTo>
                  <a:lnTo>
                    <a:pt x="771604" y="388767"/>
                  </a:lnTo>
                  <a:lnTo>
                    <a:pt x="773315" y="366466"/>
                  </a:lnTo>
                  <a:lnTo>
                    <a:pt x="775027" y="374858"/>
                  </a:lnTo>
                  <a:lnTo>
                    <a:pt x="776738" y="379474"/>
                  </a:lnTo>
                  <a:lnTo>
                    <a:pt x="778449" y="405975"/>
                  </a:lnTo>
                  <a:lnTo>
                    <a:pt x="780161" y="406466"/>
                  </a:lnTo>
                  <a:lnTo>
                    <a:pt x="781872" y="364873"/>
                  </a:lnTo>
                  <a:lnTo>
                    <a:pt x="783584" y="304078"/>
                  </a:lnTo>
                  <a:lnTo>
                    <a:pt x="785295" y="262871"/>
                  </a:lnTo>
                  <a:lnTo>
                    <a:pt x="787006" y="286583"/>
                  </a:lnTo>
                  <a:lnTo>
                    <a:pt x="788718" y="317265"/>
                  </a:lnTo>
                  <a:lnTo>
                    <a:pt x="790429" y="276390"/>
                  </a:lnTo>
                  <a:lnTo>
                    <a:pt x="792141" y="275430"/>
                  </a:lnTo>
                  <a:lnTo>
                    <a:pt x="793852" y="395123"/>
                  </a:lnTo>
                  <a:lnTo>
                    <a:pt x="795563" y="450001"/>
                  </a:lnTo>
                  <a:lnTo>
                    <a:pt x="797275" y="450127"/>
                  </a:lnTo>
                  <a:lnTo>
                    <a:pt x="798986" y="437976"/>
                  </a:lnTo>
                  <a:lnTo>
                    <a:pt x="800698" y="448074"/>
                  </a:lnTo>
                  <a:lnTo>
                    <a:pt x="802409" y="410224"/>
                  </a:lnTo>
                  <a:lnTo>
                    <a:pt x="804120" y="310865"/>
                  </a:lnTo>
                  <a:lnTo>
                    <a:pt x="805832" y="294591"/>
                  </a:lnTo>
                  <a:lnTo>
                    <a:pt x="807543" y="304772"/>
                  </a:lnTo>
                  <a:lnTo>
                    <a:pt x="809255" y="299479"/>
                  </a:lnTo>
                  <a:lnTo>
                    <a:pt x="810966" y="286664"/>
                  </a:lnTo>
                  <a:lnTo>
                    <a:pt x="812677" y="293333"/>
                  </a:lnTo>
                  <a:lnTo>
                    <a:pt x="814389" y="290639"/>
                  </a:lnTo>
                  <a:lnTo>
                    <a:pt x="816100" y="330509"/>
                  </a:lnTo>
                  <a:lnTo>
                    <a:pt x="817812" y="320371"/>
                  </a:lnTo>
                  <a:lnTo>
                    <a:pt x="819523" y="368826"/>
                  </a:lnTo>
                  <a:lnTo>
                    <a:pt x="821234" y="366642"/>
                  </a:lnTo>
                  <a:lnTo>
                    <a:pt x="822946" y="405386"/>
                  </a:lnTo>
                  <a:lnTo>
                    <a:pt x="824657" y="457637"/>
                  </a:lnTo>
                  <a:lnTo>
                    <a:pt x="826369" y="412943"/>
                  </a:lnTo>
                  <a:lnTo>
                    <a:pt x="828080" y="329807"/>
                  </a:lnTo>
                  <a:lnTo>
                    <a:pt x="829791" y="385762"/>
                  </a:lnTo>
                  <a:lnTo>
                    <a:pt x="831503" y="447858"/>
                  </a:lnTo>
                  <a:lnTo>
                    <a:pt x="833214" y="471546"/>
                  </a:lnTo>
                  <a:lnTo>
                    <a:pt x="834926" y="441985"/>
                  </a:lnTo>
                  <a:lnTo>
                    <a:pt x="836637" y="429070"/>
                  </a:lnTo>
                  <a:lnTo>
                    <a:pt x="838348" y="410575"/>
                  </a:lnTo>
                  <a:lnTo>
                    <a:pt x="840060" y="400705"/>
                  </a:lnTo>
                  <a:lnTo>
                    <a:pt x="841771" y="365362"/>
                  </a:lnTo>
                  <a:lnTo>
                    <a:pt x="843483" y="339932"/>
                  </a:lnTo>
                  <a:lnTo>
                    <a:pt x="845194" y="380669"/>
                  </a:lnTo>
                  <a:lnTo>
                    <a:pt x="846905" y="394180"/>
                  </a:lnTo>
                  <a:lnTo>
                    <a:pt x="848617" y="384669"/>
                  </a:lnTo>
                  <a:lnTo>
                    <a:pt x="850328" y="384133"/>
                  </a:lnTo>
                  <a:lnTo>
                    <a:pt x="852040" y="388129"/>
                  </a:lnTo>
                  <a:lnTo>
                    <a:pt x="853751" y="380543"/>
                  </a:lnTo>
                  <a:lnTo>
                    <a:pt x="855462" y="394087"/>
                  </a:lnTo>
                  <a:lnTo>
                    <a:pt x="857174" y="420131"/>
                  </a:lnTo>
                  <a:lnTo>
                    <a:pt x="858885" y="416128"/>
                  </a:lnTo>
                  <a:lnTo>
                    <a:pt x="860597" y="410258"/>
                  </a:lnTo>
                  <a:lnTo>
                    <a:pt x="862308" y="386105"/>
                  </a:lnTo>
                  <a:lnTo>
                    <a:pt x="864019" y="376253"/>
                  </a:lnTo>
                  <a:lnTo>
                    <a:pt x="865731" y="361665"/>
                  </a:lnTo>
                  <a:lnTo>
                    <a:pt x="867442" y="405686"/>
                  </a:lnTo>
                  <a:lnTo>
                    <a:pt x="869154" y="439683"/>
                  </a:lnTo>
                  <a:lnTo>
                    <a:pt x="870865" y="460533"/>
                  </a:lnTo>
                  <a:lnTo>
                    <a:pt x="872576" y="431993"/>
                  </a:lnTo>
                  <a:lnTo>
                    <a:pt x="874288" y="424435"/>
                  </a:lnTo>
                  <a:lnTo>
                    <a:pt x="875999" y="455085"/>
                  </a:lnTo>
                  <a:lnTo>
                    <a:pt x="877711" y="499062"/>
                  </a:lnTo>
                  <a:lnTo>
                    <a:pt x="879422" y="529481"/>
                  </a:lnTo>
                  <a:lnTo>
                    <a:pt x="881133" y="489884"/>
                  </a:lnTo>
                  <a:lnTo>
                    <a:pt x="882845" y="507148"/>
                  </a:lnTo>
                  <a:lnTo>
                    <a:pt x="884556" y="483491"/>
                  </a:lnTo>
                  <a:lnTo>
                    <a:pt x="886267" y="481210"/>
                  </a:lnTo>
                  <a:lnTo>
                    <a:pt x="887979" y="510086"/>
                  </a:lnTo>
                  <a:lnTo>
                    <a:pt x="889690" y="485930"/>
                  </a:lnTo>
                  <a:lnTo>
                    <a:pt x="891402" y="487031"/>
                  </a:lnTo>
                  <a:lnTo>
                    <a:pt x="893113" y="475357"/>
                  </a:lnTo>
                  <a:lnTo>
                    <a:pt x="894824" y="465864"/>
                  </a:lnTo>
                  <a:lnTo>
                    <a:pt x="896536" y="426831"/>
                  </a:lnTo>
                  <a:lnTo>
                    <a:pt x="898247" y="321759"/>
                  </a:lnTo>
                  <a:lnTo>
                    <a:pt x="899959" y="304557"/>
                  </a:lnTo>
                  <a:lnTo>
                    <a:pt x="901670" y="362648"/>
                  </a:lnTo>
                  <a:lnTo>
                    <a:pt x="903381" y="383150"/>
                  </a:lnTo>
                  <a:lnTo>
                    <a:pt x="905093" y="399844"/>
                  </a:lnTo>
                  <a:lnTo>
                    <a:pt x="906804" y="394508"/>
                  </a:lnTo>
                  <a:lnTo>
                    <a:pt x="908516" y="362348"/>
                  </a:lnTo>
                  <a:lnTo>
                    <a:pt x="910227" y="391246"/>
                  </a:lnTo>
                  <a:lnTo>
                    <a:pt x="911938" y="367989"/>
                  </a:lnTo>
                  <a:lnTo>
                    <a:pt x="913650" y="297547"/>
                  </a:lnTo>
                  <a:lnTo>
                    <a:pt x="915361" y="221863"/>
                  </a:lnTo>
                  <a:lnTo>
                    <a:pt x="917073" y="245717"/>
                  </a:lnTo>
                  <a:lnTo>
                    <a:pt x="918784" y="311001"/>
                  </a:lnTo>
                  <a:lnTo>
                    <a:pt x="920495" y="343801"/>
                  </a:lnTo>
                  <a:lnTo>
                    <a:pt x="922207" y="251858"/>
                  </a:lnTo>
                  <a:lnTo>
                    <a:pt x="923918" y="215096"/>
                  </a:lnTo>
                  <a:lnTo>
                    <a:pt x="925630" y="234939"/>
                  </a:lnTo>
                  <a:lnTo>
                    <a:pt x="927341" y="228473"/>
                  </a:lnTo>
                  <a:lnTo>
                    <a:pt x="929052" y="231000"/>
                  </a:lnTo>
                  <a:lnTo>
                    <a:pt x="930764" y="238019"/>
                  </a:lnTo>
                  <a:lnTo>
                    <a:pt x="932475" y="265395"/>
                  </a:lnTo>
                  <a:lnTo>
                    <a:pt x="934187" y="359023"/>
                  </a:lnTo>
                  <a:lnTo>
                    <a:pt x="935898" y="360975"/>
                  </a:lnTo>
                  <a:lnTo>
                    <a:pt x="937609" y="362641"/>
                  </a:lnTo>
                  <a:lnTo>
                    <a:pt x="939321" y="360520"/>
                  </a:lnTo>
                  <a:lnTo>
                    <a:pt x="941032" y="308374"/>
                  </a:lnTo>
                  <a:lnTo>
                    <a:pt x="942744" y="322136"/>
                  </a:lnTo>
                  <a:lnTo>
                    <a:pt x="944455" y="293109"/>
                  </a:lnTo>
                  <a:lnTo>
                    <a:pt x="946166" y="283790"/>
                  </a:lnTo>
                  <a:lnTo>
                    <a:pt x="947878" y="259757"/>
                  </a:lnTo>
                  <a:lnTo>
                    <a:pt x="949589" y="327038"/>
                  </a:lnTo>
                  <a:lnTo>
                    <a:pt x="951301" y="347496"/>
                  </a:lnTo>
                  <a:lnTo>
                    <a:pt x="953012" y="335064"/>
                  </a:lnTo>
                  <a:lnTo>
                    <a:pt x="954723" y="302087"/>
                  </a:lnTo>
                  <a:lnTo>
                    <a:pt x="956435" y="243032"/>
                  </a:lnTo>
                  <a:lnTo>
                    <a:pt x="958146" y="230395"/>
                  </a:lnTo>
                  <a:lnTo>
                    <a:pt x="959858" y="230065"/>
                  </a:lnTo>
                  <a:lnTo>
                    <a:pt x="961569" y="190892"/>
                  </a:lnTo>
                  <a:lnTo>
                    <a:pt x="963280" y="210557"/>
                  </a:lnTo>
                  <a:lnTo>
                    <a:pt x="964992" y="191468"/>
                  </a:lnTo>
                  <a:lnTo>
                    <a:pt x="966703" y="235256"/>
                  </a:lnTo>
                  <a:lnTo>
                    <a:pt x="968415" y="258983"/>
                  </a:lnTo>
                  <a:lnTo>
                    <a:pt x="970126" y="383541"/>
                  </a:lnTo>
                  <a:lnTo>
                    <a:pt x="971837" y="453696"/>
                  </a:lnTo>
                  <a:lnTo>
                    <a:pt x="973549" y="432174"/>
                  </a:lnTo>
                  <a:lnTo>
                    <a:pt x="975260" y="444885"/>
                  </a:lnTo>
                  <a:lnTo>
                    <a:pt x="976972" y="431581"/>
                  </a:lnTo>
                  <a:lnTo>
                    <a:pt x="978683" y="415894"/>
                  </a:lnTo>
                  <a:lnTo>
                    <a:pt x="980394" y="399442"/>
                  </a:lnTo>
                  <a:lnTo>
                    <a:pt x="982106" y="314961"/>
                  </a:lnTo>
                  <a:lnTo>
                    <a:pt x="983817" y="217368"/>
                  </a:lnTo>
                  <a:lnTo>
                    <a:pt x="985529" y="163501"/>
                  </a:lnTo>
                  <a:lnTo>
                    <a:pt x="987240" y="219865"/>
                  </a:lnTo>
                  <a:lnTo>
                    <a:pt x="988951" y="220737"/>
                  </a:lnTo>
                  <a:lnTo>
                    <a:pt x="990663" y="197630"/>
                  </a:lnTo>
                  <a:lnTo>
                    <a:pt x="992374" y="177724"/>
                  </a:lnTo>
                  <a:lnTo>
                    <a:pt x="994085" y="102948"/>
                  </a:lnTo>
                  <a:lnTo>
                    <a:pt x="995797" y="148930"/>
                  </a:lnTo>
                  <a:lnTo>
                    <a:pt x="997508" y="122898"/>
                  </a:lnTo>
                  <a:lnTo>
                    <a:pt x="999220" y="30714"/>
                  </a:lnTo>
                  <a:lnTo>
                    <a:pt x="1000931" y="64191"/>
                  </a:lnTo>
                  <a:lnTo>
                    <a:pt x="1002642" y="0"/>
                  </a:lnTo>
                  <a:lnTo>
                    <a:pt x="1004354" y="39883"/>
                  </a:lnTo>
                  <a:lnTo>
                    <a:pt x="1006065" y="54402"/>
                  </a:lnTo>
                  <a:lnTo>
                    <a:pt x="1007777" y="109520"/>
                  </a:lnTo>
                  <a:lnTo>
                    <a:pt x="1009488" y="92468"/>
                  </a:lnTo>
                  <a:lnTo>
                    <a:pt x="1011199" y="73589"/>
                  </a:lnTo>
                  <a:lnTo>
                    <a:pt x="1012911" y="131857"/>
                  </a:lnTo>
                  <a:lnTo>
                    <a:pt x="1014622" y="220310"/>
                  </a:lnTo>
                  <a:lnTo>
                    <a:pt x="1016334" y="256647"/>
                  </a:lnTo>
                  <a:lnTo>
                    <a:pt x="1018045" y="232220"/>
                  </a:lnTo>
                  <a:lnTo>
                    <a:pt x="1019756" y="180866"/>
                  </a:lnTo>
                  <a:lnTo>
                    <a:pt x="1021468" y="164683"/>
                  </a:lnTo>
                  <a:lnTo>
                    <a:pt x="1023179" y="159272"/>
                  </a:lnTo>
                  <a:lnTo>
                    <a:pt x="1024891" y="172500"/>
                  </a:lnTo>
                  <a:lnTo>
                    <a:pt x="1026602" y="164653"/>
                  </a:lnTo>
                  <a:lnTo>
                    <a:pt x="1028313" y="241577"/>
                  </a:lnTo>
                  <a:lnTo>
                    <a:pt x="1030025" y="200714"/>
                  </a:lnTo>
                  <a:lnTo>
                    <a:pt x="1031736" y="207729"/>
                  </a:lnTo>
                  <a:lnTo>
                    <a:pt x="1033448" y="264899"/>
                  </a:lnTo>
                  <a:lnTo>
                    <a:pt x="1035159" y="359376"/>
                  </a:lnTo>
                  <a:lnTo>
                    <a:pt x="1036870" y="404082"/>
                  </a:lnTo>
                  <a:lnTo>
                    <a:pt x="1038582" y="385094"/>
                  </a:lnTo>
                  <a:lnTo>
                    <a:pt x="1040293" y="325666"/>
                  </a:lnTo>
                  <a:lnTo>
                    <a:pt x="1042005" y="243169"/>
                  </a:lnTo>
                  <a:lnTo>
                    <a:pt x="1043716" y="231537"/>
                  </a:lnTo>
                  <a:lnTo>
                    <a:pt x="1045427" y="211179"/>
                  </a:lnTo>
                  <a:lnTo>
                    <a:pt x="1047139" y="203098"/>
                  </a:lnTo>
                  <a:lnTo>
                    <a:pt x="1048850" y="213941"/>
                  </a:lnTo>
                  <a:lnTo>
                    <a:pt x="1050562" y="231435"/>
                  </a:lnTo>
                  <a:lnTo>
                    <a:pt x="1052273" y="233120"/>
                  </a:lnTo>
                  <a:lnTo>
                    <a:pt x="1053984" y="276483"/>
                  </a:lnTo>
                  <a:lnTo>
                    <a:pt x="1055696" y="351153"/>
                  </a:lnTo>
                  <a:lnTo>
                    <a:pt x="1057407" y="369623"/>
                  </a:lnTo>
                  <a:lnTo>
                    <a:pt x="1059119" y="336911"/>
                  </a:lnTo>
                  <a:lnTo>
                    <a:pt x="1060830" y="322086"/>
                  </a:lnTo>
                  <a:lnTo>
                    <a:pt x="1062541" y="382593"/>
                  </a:lnTo>
                  <a:lnTo>
                    <a:pt x="1064253" y="415064"/>
                  </a:lnTo>
                  <a:lnTo>
                    <a:pt x="1065964" y="416307"/>
                  </a:lnTo>
                  <a:lnTo>
                    <a:pt x="1067676" y="404256"/>
                  </a:lnTo>
                  <a:lnTo>
                    <a:pt x="1069387" y="359736"/>
                  </a:lnTo>
                  <a:lnTo>
                    <a:pt x="1071098" y="293651"/>
                  </a:lnTo>
                  <a:lnTo>
                    <a:pt x="1072810" y="280165"/>
                  </a:lnTo>
                  <a:lnTo>
                    <a:pt x="1074521" y="313861"/>
                  </a:lnTo>
                  <a:lnTo>
                    <a:pt x="1076233" y="436694"/>
                  </a:lnTo>
                  <a:lnTo>
                    <a:pt x="1077944" y="447484"/>
                  </a:lnTo>
                  <a:lnTo>
                    <a:pt x="1079655" y="454674"/>
                  </a:lnTo>
                  <a:lnTo>
                    <a:pt x="1081367" y="463873"/>
                  </a:lnTo>
                  <a:lnTo>
                    <a:pt x="1083078" y="467788"/>
                  </a:lnTo>
                  <a:lnTo>
                    <a:pt x="1084790" y="443184"/>
                  </a:lnTo>
                  <a:lnTo>
                    <a:pt x="1086501" y="428909"/>
                  </a:lnTo>
                  <a:lnTo>
                    <a:pt x="1088212" y="443243"/>
                  </a:lnTo>
                  <a:lnTo>
                    <a:pt x="1089924" y="445498"/>
                  </a:lnTo>
                  <a:lnTo>
                    <a:pt x="1091635" y="451589"/>
                  </a:lnTo>
                  <a:lnTo>
                    <a:pt x="1093347" y="350362"/>
                  </a:lnTo>
                  <a:lnTo>
                    <a:pt x="1095058" y="408456"/>
                  </a:lnTo>
                  <a:lnTo>
                    <a:pt x="1096769" y="415557"/>
                  </a:lnTo>
                  <a:lnTo>
                    <a:pt x="1098481" y="420118"/>
                  </a:lnTo>
                  <a:lnTo>
                    <a:pt x="1100192" y="392091"/>
                  </a:lnTo>
                  <a:lnTo>
                    <a:pt x="1101903" y="391440"/>
                  </a:lnTo>
                  <a:lnTo>
                    <a:pt x="1103615" y="435176"/>
                  </a:lnTo>
                  <a:lnTo>
                    <a:pt x="1105326" y="457484"/>
                  </a:lnTo>
                  <a:lnTo>
                    <a:pt x="1107038" y="406538"/>
                  </a:lnTo>
                  <a:lnTo>
                    <a:pt x="1108749" y="374716"/>
                  </a:lnTo>
                  <a:lnTo>
                    <a:pt x="1110460" y="352867"/>
                  </a:lnTo>
                  <a:lnTo>
                    <a:pt x="1112172" y="415381"/>
                  </a:lnTo>
                  <a:lnTo>
                    <a:pt x="1113883" y="400922"/>
                  </a:lnTo>
                  <a:lnTo>
                    <a:pt x="1115595" y="410999"/>
                  </a:lnTo>
                  <a:lnTo>
                    <a:pt x="1117306" y="377987"/>
                  </a:lnTo>
                  <a:lnTo>
                    <a:pt x="1119017" y="388630"/>
                  </a:lnTo>
                  <a:lnTo>
                    <a:pt x="1120729" y="314171"/>
                  </a:lnTo>
                  <a:lnTo>
                    <a:pt x="1122440" y="290439"/>
                  </a:lnTo>
                  <a:lnTo>
                    <a:pt x="1124152" y="347483"/>
                  </a:lnTo>
                  <a:lnTo>
                    <a:pt x="1125863" y="361612"/>
                  </a:lnTo>
                  <a:lnTo>
                    <a:pt x="1127574" y="383957"/>
                  </a:lnTo>
                  <a:lnTo>
                    <a:pt x="1129286" y="365641"/>
                  </a:lnTo>
                  <a:lnTo>
                    <a:pt x="1130997" y="374967"/>
                  </a:lnTo>
                  <a:lnTo>
                    <a:pt x="1132709" y="348965"/>
                  </a:lnTo>
                  <a:lnTo>
                    <a:pt x="1134420" y="349148"/>
                  </a:lnTo>
                  <a:lnTo>
                    <a:pt x="1136131" y="338304"/>
                  </a:lnTo>
                  <a:lnTo>
                    <a:pt x="1137843" y="352709"/>
                  </a:lnTo>
                  <a:lnTo>
                    <a:pt x="1139554" y="328115"/>
                  </a:lnTo>
                  <a:lnTo>
                    <a:pt x="1141266" y="399363"/>
                  </a:lnTo>
                  <a:lnTo>
                    <a:pt x="1142977" y="406220"/>
                  </a:lnTo>
                  <a:lnTo>
                    <a:pt x="1144688" y="424544"/>
                  </a:lnTo>
                  <a:lnTo>
                    <a:pt x="1146400" y="346246"/>
                  </a:lnTo>
                  <a:lnTo>
                    <a:pt x="1148111" y="291951"/>
                  </a:lnTo>
                  <a:lnTo>
                    <a:pt x="1149823" y="316862"/>
                  </a:lnTo>
                  <a:lnTo>
                    <a:pt x="1151534" y="400745"/>
                  </a:lnTo>
                  <a:lnTo>
                    <a:pt x="1153245" y="441648"/>
                  </a:lnTo>
                  <a:lnTo>
                    <a:pt x="1154957" y="451453"/>
                  </a:lnTo>
                  <a:lnTo>
                    <a:pt x="1156668" y="501407"/>
                  </a:lnTo>
                  <a:lnTo>
                    <a:pt x="1158380" y="490931"/>
                  </a:lnTo>
                  <a:lnTo>
                    <a:pt x="1160091" y="499790"/>
                  </a:lnTo>
                  <a:lnTo>
                    <a:pt x="1161802" y="509220"/>
                  </a:lnTo>
                  <a:lnTo>
                    <a:pt x="1163514" y="487347"/>
                  </a:lnTo>
                  <a:lnTo>
                    <a:pt x="1165225" y="503159"/>
                  </a:lnTo>
                  <a:lnTo>
                    <a:pt x="1166937" y="498850"/>
                  </a:lnTo>
                  <a:lnTo>
                    <a:pt x="1168648" y="527092"/>
                  </a:lnTo>
                  <a:lnTo>
                    <a:pt x="1170359" y="549525"/>
                  </a:lnTo>
                  <a:lnTo>
                    <a:pt x="1172071" y="538833"/>
                  </a:lnTo>
                  <a:lnTo>
                    <a:pt x="1173782" y="536643"/>
                  </a:lnTo>
                  <a:lnTo>
                    <a:pt x="1175494" y="532429"/>
                  </a:lnTo>
                  <a:lnTo>
                    <a:pt x="1177205" y="507401"/>
                  </a:lnTo>
                  <a:lnTo>
                    <a:pt x="1178916" y="493336"/>
                  </a:lnTo>
                  <a:lnTo>
                    <a:pt x="1180628" y="454464"/>
                  </a:lnTo>
                  <a:lnTo>
                    <a:pt x="1182339" y="458304"/>
                  </a:lnTo>
                  <a:lnTo>
                    <a:pt x="1184051" y="467751"/>
                  </a:lnTo>
                  <a:lnTo>
                    <a:pt x="1185762" y="445806"/>
                  </a:lnTo>
                  <a:lnTo>
                    <a:pt x="1187473" y="457347"/>
                  </a:lnTo>
                  <a:lnTo>
                    <a:pt x="1189185" y="524135"/>
                  </a:lnTo>
                  <a:lnTo>
                    <a:pt x="1190896" y="555297"/>
                  </a:lnTo>
                  <a:lnTo>
                    <a:pt x="1191694" y="57347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093421" y="6101263"/>
              <a:ext cx="146541" cy="278186"/>
            </a:xfrm>
            <a:custGeom>
              <a:avLst/>
              <a:pathLst>
                <a:path w="146541" h="278186">
                  <a:moveTo>
                    <a:pt x="0" y="278186"/>
                  </a:moveTo>
                  <a:lnTo>
                    <a:pt x="1299" y="262315"/>
                  </a:lnTo>
                  <a:lnTo>
                    <a:pt x="3010" y="260580"/>
                  </a:lnTo>
                  <a:lnTo>
                    <a:pt x="4722" y="256966"/>
                  </a:lnTo>
                  <a:lnTo>
                    <a:pt x="6433" y="231888"/>
                  </a:lnTo>
                  <a:lnTo>
                    <a:pt x="8144" y="224471"/>
                  </a:lnTo>
                  <a:lnTo>
                    <a:pt x="9856" y="213932"/>
                  </a:lnTo>
                  <a:lnTo>
                    <a:pt x="11567" y="209213"/>
                  </a:lnTo>
                  <a:lnTo>
                    <a:pt x="13279" y="184083"/>
                  </a:lnTo>
                  <a:lnTo>
                    <a:pt x="14990" y="191029"/>
                  </a:lnTo>
                  <a:lnTo>
                    <a:pt x="16701" y="162299"/>
                  </a:lnTo>
                  <a:lnTo>
                    <a:pt x="18413" y="153979"/>
                  </a:lnTo>
                  <a:lnTo>
                    <a:pt x="20124" y="99186"/>
                  </a:lnTo>
                  <a:lnTo>
                    <a:pt x="21836" y="35245"/>
                  </a:lnTo>
                  <a:lnTo>
                    <a:pt x="23547" y="0"/>
                  </a:lnTo>
                  <a:lnTo>
                    <a:pt x="25258" y="84748"/>
                  </a:lnTo>
                  <a:lnTo>
                    <a:pt x="26970" y="102091"/>
                  </a:lnTo>
                  <a:lnTo>
                    <a:pt x="28681" y="98553"/>
                  </a:lnTo>
                  <a:lnTo>
                    <a:pt x="30393" y="106634"/>
                  </a:lnTo>
                  <a:lnTo>
                    <a:pt x="32104" y="104460"/>
                  </a:lnTo>
                  <a:lnTo>
                    <a:pt x="33815" y="95921"/>
                  </a:lnTo>
                  <a:lnTo>
                    <a:pt x="35527" y="27673"/>
                  </a:lnTo>
                  <a:lnTo>
                    <a:pt x="37238" y="37054"/>
                  </a:lnTo>
                  <a:lnTo>
                    <a:pt x="38950" y="60708"/>
                  </a:lnTo>
                  <a:lnTo>
                    <a:pt x="40661" y="125259"/>
                  </a:lnTo>
                  <a:lnTo>
                    <a:pt x="42372" y="130109"/>
                  </a:lnTo>
                  <a:lnTo>
                    <a:pt x="44084" y="143901"/>
                  </a:lnTo>
                  <a:lnTo>
                    <a:pt x="45795" y="146040"/>
                  </a:lnTo>
                  <a:lnTo>
                    <a:pt x="47507" y="137740"/>
                  </a:lnTo>
                  <a:lnTo>
                    <a:pt x="49218" y="186748"/>
                  </a:lnTo>
                  <a:lnTo>
                    <a:pt x="50929" y="201535"/>
                  </a:lnTo>
                  <a:lnTo>
                    <a:pt x="52641" y="230494"/>
                  </a:lnTo>
                  <a:lnTo>
                    <a:pt x="54352" y="246210"/>
                  </a:lnTo>
                  <a:lnTo>
                    <a:pt x="56063" y="231020"/>
                  </a:lnTo>
                  <a:lnTo>
                    <a:pt x="57775" y="253352"/>
                  </a:lnTo>
                  <a:lnTo>
                    <a:pt x="59486" y="263034"/>
                  </a:lnTo>
                  <a:lnTo>
                    <a:pt x="61198" y="256100"/>
                  </a:lnTo>
                  <a:lnTo>
                    <a:pt x="62909" y="246453"/>
                  </a:lnTo>
                  <a:lnTo>
                    <a:pt x="64620" y="241342"/>
                  </a:lnTo>
                  <a:lnTo>
                    <a:pt x="66332" y="245277"/>
                  </a:lnTo>
                  <a:lnTo>
                    <a:pt x="68043" y="214368"/>
                  </a:lnTo>
                  <a:lnTo>
                    <a:pt x="69755" y="210075"/>
                  </a:lnTo>
                  <a:lnTo>
                    <a:pt x="71466" y="169676"/>
                  </a:lnTo>
                  <a:lnTo>
                    <a:pt x="73177" y="145928"/>
                  </a:lnTo>
                  <a:lnTo>
                    <a:pt x="74889" y="157655"/>
                  </a:lnTo>
                  <a:lnTo>
                    <a:pt x="76600" y="149298"/>
                  </a:lnTo>
                  <a:lnTo>
                    <a:pt x="78312" y="181167"/>
                  </a:lnTo>
                  <a:lnTo>
                    <a:pt x="80023" y="163056"/>
                  </a:lnTo>
                  <a:lnTo>
                    <a:pt x="81734" y="117938"/>
                  </a:lnTo>
                  <a:lnTo>
                    <a:pt x="83446" y="124971"/>
                  </a:lnTo>
                  <a:lnTo>
                    <a:pt x="85157" y="124002"/>
                  </a:lnTo>
                  <a:lnTo>
                    <a:pt x="86869" y="124949"/>
                  </a:lnTo>
                  <a:lnTo>
                    <a:pt x="88580" y="138659"/>
                  </a:lnTo>
                  <a:lnTo>
                    <a:pt x="90291" y="155618"/>
                  </a:lnTo>
                  <a:lnTo>
                    <a:pt x="92003" y="174642"/>
                  </a:lnTo>
                  <a:lnTo>
                    <a:pt x="93714" y="190383"/>
                  </a:lnTo>
                  <a:lnTo>
                    <a:pt x="95426" y="146102"/>
                  </a:lnTo>
                  <a:lnTo>
                    <a:pt x="97137" y="133639"/>
                  </a:lnTo>
                  <a:lnTo>
                    <a:pt x="98848" y="99789"/>
                  </a:lnTo>
                  <a:lnTo>
                    <a:pt x="100560" y="60627"/>
                  </a:lnTo>
                  <a:lnTo>
                    <a:pt x="102271" y="63851"/>
                  </a:lnTo>
                  <a:lnTo>
                    <a:pt x="103983" y="54606"/>
                  </a:lnTo>
                  <a:lnTo>
                    <a:pt x="105694" y="82535"/>
                  </a:lnTo>
                  <a:lnTo>
                    <a:pt x="107405" y="137530"/>
                  </a:lnTo>
                  <a:lnTo>
                    <a:pt x="109117" y="152760"/>
                  </a:lnTo>
                  <a:lnTo>
                    <a:pt x="110828" y="175992"/>
                  </a:lnTo>
                  <a:lnTo>
                    <a:pt x="112540" y="152877"/>
                  </a:lnTo>
                  <a:lnTo>
                    <a:pt x="114251" y="176463"/>
                  </a:lnTo>
                  <a:lnTo>
                    <a:pt x="115962" y="186473"/>
                  </a:lnTo>
                  <a:lnTo>
                    <a:pt x="117674" y="180216"/>
                  </a:lnTo>
                  <a:lnTo>
                    <a:pt x="119385" y="191852"/>
                  </a:lnTo>
                  <a:lnTo>
                    <a:pt x="121097" y="184936"/>
                  </a:lnTo>
                  <a:lnTo>
                    <a:pt x="122808" y="206933"/>
                  </a:lnTo>
                  <a:lnTo>
                    <a:pt x="124519" y="219869"/>
                  </a:lnTo>
                  <a:lnTo>
                    <a:pt x="126231" y="205912"/>
                  </a:lnTo>
                  <a:lnTo>
                    <a:pt x="127942" y="192652"/>
                  </a:lnTo>
                  <a:lnTo>
                    <a:pt x="129654" y="215995"/>
                  </a:lnTo>
                  <a:lnTo>
                    <a:pt x="131365" y="240762"/>
                  </a:lnTo>
                  <a:lnTo>
                    <a:pt x="133076" y="242999"/>
                  </a:lnTo>
                  <a:lnTo>
                    <a:pt x="134788" y="252473"/>
                  </a:lnTo>
                  <a:lnTo>
                    <a:pt x="136499" y="246766"/>
                  </a:lnTo>
                  <a:lnTo>
                    <a:pt x="138211" y="258944"/>
                  </a:lnTo>
                  <a:lnTo>
                    <a:pt x="139922" y="254915"/>
                  </a:lnTo>
                  <a:lnTo>
                    <a:pt x="141633" y="249785"/>
                  </a:lnTo>
                  <a:lnTo>
                    <a:pt x="143345" y="253800"/>
                  </a:lnTo>
                  <a:lnTo>
                    <a:pt x="145056" y="244885"/>
                  </a:lnTo>
                  <a:lnTo>
                    <a:pt x="146541" y="27818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240527" y="3987482"/>
              <a:ext cx="6307727" cy="2391967"/>
            </a:xfrm>
            <a:custGeom>
              <a:avLst/>
              <a:pathLst>
                <a:path w="6307727" h="2391967">
                  <a:moveTo>
                    <a:pt x="0" y="2391967"/>
                  </a:moveTo>
                  <a:lnTo>
                    <a:pt x="1374" y="2371277"/>
                  </a:lnTo>
                  <a:lnTo>
                    <a:pt x="3085" y="2354454"/>
                  </a:lnTo>
                  <a:lnTo>
                    <a:pt x="4796" y="2341031"/>
                  </a:lnTo>
                  <a:lnTo>
                    <a:pt x="6508" y="2331492"/>
                  </a:lnTo>
                  <a:lnTo>
                    <a:pt x="8219" y="2329224"/>
                  </a:lnTo>
                  <a:lnTo>
                    <a:pt x="9931" y="2299959"/>
                  </a:lnTo>
                  <a:lnTo>
                    <a:pt x="11642" y="2251985"/>
                  </a:lnTo>
                  <a:lnTo>
                    <a:pt x="13353" y="2273829"/>
                  </a:lnTo>
                  <a:lnTo>
                    <a:pt x="15065" y="2272536"/>
                  </a:lnTo>
                  <a:lnTo>
                    <a:pt x="16776" y="2273611"/>
                  </a:lnTo>
                  <a:lnTo>
                    <a:pt x="18487" y="2267560"/>
                  </a:lnTo>
                  <a:lnTo>
                    <a:pt x="20199" y="2271424"/>
                  </a:lnTo>
                  <a:lnTo>
                    <a:pt x="21910" y="2300666"/>
                  </a:lnTo>
                  <a:lnTo>
                    <a:pt x="23622" y="2271257"/>
                  </a:lnTo>
                  <a:lnTo>
                    <a:pt x="25333" y="2242562"/>
                  </a:lnTo>
                  <a:lnTo>
                    <a:pt x="27044" y="2154094"/>
                  </a:lnTo>
                  <a:lnTo>
                    <a:pt x="28756" y="2169263"/>
                  </a:lnTo>
                  <a:lnTo>
                    <a:pt x="30467" y="2145052"/>
                  </a:lnTo>
                  <a:lnTo>
                    <a:pt x="32179" y="2096040"/>
                  </a:lnTo>
                  <a:lnTo>
                    <a:pt x="33890" y="2083504"/>
                  </a:lnTo>
                  <a:lnTo>
                    <a:pt x="35601" y="2099799"/>
                  </a:lnTo>
                  <a:lnTo>
                    <a:pt x="37313" y="2130264"/>
                  </a:lnTo>
                  <a:lnTo>
                    <a:pt x="39024" y="2142994"/>
                  </a:lnTo>
                  <a:lnTo>
                    <a:pt x="40736" y="2174596"/>
                  </a:lnTo>
                  <a:lnTo>
                    <a:pt x="42447" y="2228620"/>
                  </a:lnTo>
                  <a:lnTo>
                    <a:pt x="44158" y="2243347"/>
                  </a:lnTo>
                  <a:lnTo>
                    <a:pt x="45870" y="2248103"/>
                  </a:lnTo>
                  <a:lnTo>
                    <a:pt x="47581" y="2311636"/>
                  </a:lnTo>
                  <a:lnTo>
                    <a:pt x="49293" y="2316567"/>
                  </a:lnTo>
                  <a:lnTo>
                    <a:pt x="51004" y="2329047"/>
                  </a:lnTo>
                  <a:lnTo>
                    <a:pt x="52715" y="2323617"/>
                  </a:lnTo>
                  <a:lnTo>
                    <a:pt x="54427" y="2271937"/>
                  </a:lnTo>
                  <a:lnTo>
                    <a:pt x="56138" y="2186431"/>
                  </a:lnTo>
                  <a:lnTo>
                    <a:pt x="57850" y="2205455"/>
                  </a:lnTo>
                  <a:lnTo>
                    <a:pt x="59561" y="2267868"/>
                  </a:lnTo>
                  <a:lnTo>
                    <a:pt x="61272" y="2287316"/>
                  </a:lnTo>
                  <a:lnTo>
                    <a:pt x="62984" y="2259180"/>
                  </a:lnTo>
                  <a:lnTo>
                    <a:pt x="64695" y="2277152"/>
                  </a:lnTo>
                  <a:lnTo>
                    <a:pt x="66407" y="2273749"/>
                  </a:lnTo>
                  <a:lnTo>
                    <a:pt x="68118" y="2268040"/>
                  </a:lnTo>
                  <a:lnTo>
                    <a:pt x="69829" y="2277778"/>
                  </a:lnTo>
                  <a:lnTo>
                    <a:pt x="71541" y="2252517"/>
                  </a:lnTo>
                  <a:lnTo>
                    <a:pt x="73252" y="2280038"/>
                  </a:lnTo>
                  <a:lnTo>
                    <a:pt x="74964" y="2268390"/>
                  </a:lnTo>
                  <a:lnTo>
                    <a:pt x="76675" y="2256564"/>
                  </a:lnTo>
                  <a:lnTo>
                    <a:pt x="78386" y="2256915"/>
                  </a:lnTo>
                  <a:lnTo>
                    <a:pt x="80098" y="2281354"/>
                  </a:lnTo>
                  <a:lnTo>
                    <a:pt x="81809" y="2288188"/>
                  </a:lnTo>
                  <a:lnTo>
                    <a:pt x="83521" y="2280459"/>
                  </a:lnTo>
                  <a:lnTo>
                    <a:pt x="85232" y="2267026"/>
                  </a:lnTo>
                  <a:lnTo>
                    <a:pt x="86943" y="2245406"/>
                  </a:lnTo>
                  <a:lnTo>
                    <a:pt x="88655" y="2273236"/>
                  </a:lnTo>
                  <a:lnTo>
                    <a:pt x="90366" y="2274882"/>
                  </a:lnTo>
                  <a:lnTo>
                    <a:pt x="92078" y="2264796"/>
                  </a:lnTo>
                  <a:lnTo>
                    <a:pt x="93789" y="2272910"/>
                  </a:lnTo>
                  <a:lnTo>
                    <a:pt x="95500" y="2277127"/>
                  </a:lnTo>
                  <a:lnTo>
                    <a:pt x="97212" y="2282800"/>
                  </a:lnTo>
                  <a:lnTo>
                    <a:pt x="98923" y="2260267"/>
                  </a:lnTo>
                  <a:lnTo>
                    <a:pt x="100635" y="2240365"/>
                  </a:lnTo>
                  <a:lnTo>
                    <a:pt x="102346" y="2237122"/>
                  </a:lnTo>
                  <a:lnTo>
                    <a:pt x="104057" y="2242727"/>
                  </a:lnTo>
                  <a:lnTo>
                    <a:pt x="105769" y="2241429"/>
                  </a:lnTo>
                  <a:lnTo>
                    <a:pt x="107480" y="2191529"/>
                  </a:lnTo>
                  <a:lnTo>
                    <a:pt x="109192" y="2237865"/>
                  </a:lnTo>
                  <a:lnTo>
                    <a:pt x="110903" y="2284598"/>
                  </a:lnTo>
                  <a:lnTo>
                    <a:pt x="112614" y="2305513"/>
                  </a:lnTo>
                  <a:lnTo>
                    <a:pt x="114326" y="2324589"/>
                  </a:lnTo>
                  <a:lnTo>
                    <a:pt x="116037" y="2314384"/>
                  </a:lnTo>
                  <a:lnTo>
                    <a:pt x="117748" y="2341173"/>
                  </a:lnTo>
                  <a:lnTo>
                    <a:pt x="119460" y="2318066"/>
                  </a:lnTo>
                  <a:lnTo>
                    <a:pt x="121171" y="2293537"/>
                  </a:lnTo>
                  <a:lnTo>
                    <a:pt x="122883" y="2241187"/>
                  </a:lnTo>
                  <a:lnTo>
                    <a:pt x="124594" y="2241333"/>
                  </a:lnTo>
                  <a:lnTo>
                    <a:pt x="126305" y="2242011"/>
                  </a:lnTo>
                  <a:lnTo>
                    <a:pt x="128017" y="2268356"/>
                  </a:lnTo>
                  <a:lnTo>
                    <a:pt x="129728" y="2269824"/>
                  </a:lnTo>
                  <a:lnTo>
                    <a:pt x="131440" y="2295429"/>
                  </a:lnTo>
                  <a:lnTo>
                    <a:pt x="133151" y="2310707"/>
                  </a:lnTo>
                  <a:lnTo>
                    <a:pt x="134862" y="2312718"/>
                  </a:lnTo>
                  <a:lnTo>
                    <a:pt x="136574" y="2190209"/>
                  </a:lnTo>
                  <a:lnTo>
                    <a:pt x="138285" y="2168642"/>
                  </a:lnTo>
                  <a:lnTo>
                    <a:pt x="139997" y="2116741"/>
                  </a:lnTo>
                  <a:lnTo>
                    <a:pt x="141708" y="2127605"/>
                  </a:lnTo>
                  <a:lnTo>
                    <a:pt x="143419" y="2185137"/>
                  </a:lnTo>
                  <a:lnTo>
                    <a:pt x="145131" y="2203352"/>
                  </a:lnTo>
                  <a:lnTo>
                    <a:pt x="146842" y="2205444"/>
                  </a:lnTo>
                  <a:lnTo>
                    <a:pt x="148554" y="2201074"/>
                  </a:lnTo>
                  <a:lnTo>
                    <a:pt x="150265" y="2197668"/>
                  </a:lnTo>
                  <a:lnTo>
                    <a:pt x="151976" y="2169209"/>
                  </a:lnTo>
                  <a:lnTo>
                    <a:pt x="153688" y="2164664"/>
                  </a:lnTo>
                  <a:lnTo>
                    <a:pt x="155399" y="2121984"/>
                  </a:lnTo>
                  <a:lnTo>
                    <a:pt x="157111" y="2138225"/>
                  </a:lnTo>
                  <a:lnTo>
                    <a:pt x="158822" y="2101546"/>
                  </a:lnTo>
                  <a:lnTo>
                    <a:pt x="160533" y="2085052"/>
                  </a:lnTo>
                  <a:lnTo>
                    <a:pt x="162245" y="2087961"/>
                  </a:lnTo>
                  <a:lnTo>
                    <a:pt x="163956" y="2150758"/>
                  </a:lnTo>
                  <a:lnTo>
                    <a:pt x="165668" y="2155432"/>
                  </a:lnTo>
                  <a:lnTo>
                    <a:pt x="167379" y="2097041"/>
                  </a:lnTo>
                  <a:lnTo>
                    <a:pt x="169090" y="2061256"/>
                  </a:lnTo>
                  <a:lnTo>
                    <a:pt x="170802" y="2168913"/>
                  </a:lnTo>
                  <a:lnTo>
                    <a:pt x="172513" y="2208515"/>
                  </a:lnTo>
                  <a:lnTo>
                    <a:pt x="174225" y="2185478"/>
                  </a:lnTo>
                  <a:lnTo>
                    <a:pt x="175936" y="2054605"/>
                  </a:lnTo>
                  <a:lnTo>
                    <a:pt x="177647" y="2074796"/>
                  </a:lnTo>
                  <a:lnTo>
                    <a:pt x="179359" y="2122552"/>
                  </a:lnTo>
                  <a:lnTo>
                    <a:pt x="181070" y="2181964"/>
                  </a:lnTo>
                  <a:lnTo>
                    <a:pt x="182782" y="2144436"/>
                  </a:lnTo>
                  <a:lnTo>
                    <a:pt x="184493" y="2089052"/>
                  </a:lnTo>
                  <a:lnTo>
                    <a:pt x="186204" y="2165470"/>
                  </a:lnTo>
                  <a:lnTo>
                    <a:pt x="187916" y="2119362"/>
                  </a:lnTo>
                  <a:lnTo>
                    <a:pt x="189627" y="2158841"/>
                  </a:lnTo>
                  <a:lnTo>
                    <a:pt x="191339" y="2120527"/>
                  </a:lnTo>
                  <a:lnTo>
                    <a:pt x="193050" y="2115901"/>
                  </a:lnTo>
                  <a:lnTo>
                    <a:pt x="194761" y="2113654"/>
                  </a:lnTo>
                  <a:lnTo>
                    <a:pt x="196473" y="2113652"/>
                  </a:lnTo>
                  <a:lnTo>
                    <a:pt x="198184" y="2142038"/>
                  </a:lnTo>
                  <a:lnTo>
                    <a:pt x="199896" y="2140335"/>
                  </a:lnTo>
                  <a:lnTo>
                    <a:pt x="201607" y="2150862"/>
                  </a:lnTo>
                  <a:lnTo>
                    <a:pt x="203318" y="2142951"/>
                  </a:lnTo>
                  <a:lnTo>
                    <a:pt x="205030" y="2167954"/>
                  </a:lnTo>
                  <a:lnTo>
                    <a:pt x="206741" y="2201932"/>
                  </a:lnTo>
                  <a:lnTo>
                    <a:pt x="208453" y="2231280"/>
                  </a:lnTo>
                  <a:lnTo>
                    <a:pt x="210164" y="2280404"/>
                  </a:lnTo>
                  <a:lnTo>
                    <a:pt x="211875" y="2295570"/>
                  </a:lnTo>
                  <a:lnTo>
                    <a:pt x="213587" y="2242684"/>
                  </a:lnTo>
                  <a:lnTo>
                    <a:pt x="215298" y="2256854"/>
                  </a:lnTo>
                  <a:lnTo>
                    <a:pt x="217010" y="2247553"/>
                  </a:lnTo>
                  <a:lnTo>
                    <a:pt x="218721" y="2241278"/>
                  </a:lnTo>
                  <a:lnTo>
                    <a:pt x="220432" y="2250655"/>
                  </a:lnTo>
                  <a:lnTo>
                    <a:pt x="222144" y="2280954"/>
                  </a:lnTo>
                  <a:lnTo>
                    <a:pt x="223855" y="2316533"/>
                  </a:lnTo>
                  <a:lnTo>
                    <a:pt x="225566" y="2288194"/>
                  </a:lnTo>
                  <a:lnTo>
                    <a:pt x="227278" y="2244493"/>
                  </a:lnTo>
                  <a:lnTo>
                    <a:pt x="228989" y="2184870"/>
                  </a:lnTo>
                  <a:lnTo>
                    <a:pt x="230701" y="2129990"/>
                  </a:lnTo>
                  <a:lnTo>
                    <a:pt x="232412" y="2166446"/>
                  </a:lnTo>
                  <a:lnTo>
                    <a:pt x="234123" y="2238664"/>
                  </a:lnTo>
                  <a:lnTo>
                    <a:pt x="235835" y="2225082"/>
                  </a:lnTo>
                  <a:lnTo>
                    <a:pt x="237546" y="2270233"/>
                  </a:lnTo>
                  <a:lnTo>
                    <a:pt x="239258" y="2290858"/>
                  </a:lnTo>
                  <a:lnTo>
                    <a:pt x="240969" y="2298082"/>
                  </a:lnTo>
                  <a:lnTo>
                    <a:pt x="242680" y="2326371"/>
                  </a:lnTo>
                  <a:lnTo>
                    <a:pt x="244392" y="2286139"/>
                  </a:lnTo>
                  <a:lnTo>
                    <a:pt x="246103" y="2223786"/>
                  </a:lnTo>
                  <a:lnTo>
                    <a:pt x="247815" y="2245698"/>
                  </a:lnTo>
                  <a:lnTo>
                    <a:pt x="249526" y="2293609"/>
                  </a:lnTo>
                  <a:lnTo>
                    <a:pt x="251237" y="2287401"/>
                  </a:lnTo>
                  <a:lnTo>
                    <a:pt x="252949" y="2290683"/>
                  </a:lnTo>
                  <a:lnTo>
                    <a:pt x="254660" y="2308446"/>
                  </a:lnTo>
                  <a:lnTo>
                    <a:pt x="256372" y="2260922"/>
                  </a:lnTo>
                  <a:lnTo>
                    <a:pt x="258083" y="2249015"/>
                  </a:lnTo>
                  <a:lnTo>
                    <a:pt x="259794" y="2224853"/>
                  </a:lnTo>
                  <a:lnTo>
                    <a:pt x="261506" y="2169482"/>
                  </a:lnTo>
                  <a:lnTo>
                    <a:pt x="263217" y="2159719"/>
                  </a:lnTo>
                  <a:lnTo>
                    <a:pt x="264929" y="2105753"/>
                  </a:lnTo>
                  <a:lnTo>
                    <a:pt x="266640" y="2133600"/>
                  </a:lnTo>
                  <a:lnTo>
                    <a:pt x="268351" y="2216080"/>
                  </a:lnTo>
                  <a:lnTo>
                    <a:pt x="270063" y="2223743"/>
                  </a:lnTo>
                  <a:lnTo>
                    <a:pt x="271774" y="2258837"/>
                  </a:lnTo>
                  <a:lnTo>
                    <a:pt x="273486" y="2270423"/>
                  </a:lnTo>
                  <a:lnTo>
                    <a:pt x="275197" y="2307506"/>
                  </a:lnTo>
                  <a:lnTo>
                    <a:pt x="276908" y="2303162"/>
                  </a:lnTo>
                  <a:lnTo>
                    <a:pt x="278620" y="2259284"/>
                  </a:lnTo>
                  <a:lnTo>
                    <a:pt x="280331" y="2260358"/>
                  </a:lnTo>
                  <a:lnTo>
                    <a:pt x="282043" y="2264197"/>
                  </a:lnTo>
                  <a:lnTo>
                    <a:pt x="283754" y="2266225"/>
                  </a:lnTo>
                  <a:lnTo>
                    <a:pt x="285465" y="2234327"/>
                  </a:lnTo>
                  <a:lnTo>
                    <a:pt x="287177" y="2184532"/>
                  </a:lnTo>
                  <a:lnTo>
                    <a:pt x="288888" y="2195151"/>
                  </a:lnTo>
                  <a:lnTo>
                    <a:pt x="290600" y="2182856"/>
                  </a:lnTo>
                  <a:lnTo>
                    <a:pt x="292311" y="2164864"/>
                  </a:lnTo>
                  <a:lnTo>
                    <a:pt x="294022" y="2112266"/>
                  </a:lnTo>
                  <a:lnTo>
                    <a:pt x="295734" y="2105543"/>
                  </a:lnTo>
                  <a:lnTo>
                    <a:pt x="297445" y="2071238"/>
                  </a:lnTo>
                  <a:lnTo>
                    <a:pt x="299157" y="2084100"/>
                  </a:lnTo>
                  <a:lnTo>
                    <a:pt x="300868" y="2079962"/>
                  </a:lnTo>
                  <a:lnTo>
                    <a:pt x="302579" y="2187954"/>
                  </a:lnTo>
                  <a:lnTo>
                    <a:pt x="304291" y="2196436"/>
                  </a:lnTo>
                  <a:lnTo>
                    <a:pt x="306002" y="2188311"/>
                  </a:lnTo>
                  <a:lnTo>
                    <a:pt x="307714" y="2145397"/>
                  </a:lnTo>
                  <a:lnTo>
                    <a:pt x="309425" y="2167528"/>
                  </a:lnTo>
                  <a:lnTo>
                    <a:pt x="311136" y="2216644"/>
                  </a:lnTo>
                  <a:lnTo>
                    <a:pt x="312848" y="2236806"/>
                  </a:lnTo>
                  <a:lnTo>
                    <a:pt x="314559" y="2265192"/>
                  </a:lnTo>
                  <a:lnTo>
                    <a:pt x="316271" y="2257741"/>
                  </a:lnTo>
                  <a:lnTo>
                    <a:pt x="317982" y="2267149"/>
                  </a:lnTo>
                  <a:lnTo>
                    <a:pt x="319693" y="2306760"/>
                  </a:lnTo>
                  <a:lnTo>
                    <a:pt x="321405" y="2304882"/>
                  </a:lnTo>
                  <a:lnTo>
                    <a:pt x="323116" y="2323738"/>
                  </a:lnTo>
                  <a:lnTo>
                    <a:pt x="324828" y="2319598"/>
                  </a:lnTo>
                  <a:lnTo>
                    <a:pt x="326539" y="2305580"/>
                  </a:lnTo>
                  <a:lnTo>
                    <a:pt x="328250" y="2302939"/>
                  </a:lnTo>
                  <a:lnTo>
                    <a:pt x="329962" y="2292604"/>
                  </a:lnTo>
                  <a:lnTo>
                    <a:pt x="331673" y="2288889"/>
                  </a:lnTo>
                  <a:lnTo>
                    <a:pt x="333384" y="2307750"/>
                  </a:lnTo>
                  <a:lnTo>
                    <a:pt x="335096" y="2307681"/>
                  </a:lnTo>
                  <a:lnTo>
                    <a:pt x="336807" y="2303057"/>
                  </a:lnTo>
                  <a:lnTo>
                    <a:pt x="338519" y="2273589"/>
                  </a:lnTo>
                  <a:lnTo>
                    <a:pt x="340230" y="2239676"/>
                  </a:lnTo>
                  <a:lnTo>
                    <a:pt x="341941" y="2223152"/>
                  </a:lnTo>
                  <a:lnTo>
                    <a:pt x="343653" y="2223249"/>
                  </a:lnTo>
                  <a:lnTo>
                    <a:pt x="345364" y="2212089"/>
                  </a:lnTo>
                  <a:lnTo>
                    <a:pt x="347076" y="2174661"/>
                  </a:lnTo>
                  <a:lnTo>
                    <a:pt x="348787" y="2188460"/>
                  </a:lnTo>
                  <a:lnTo>
                    <a:pt x="350498" y="2197455"/>
                  </a:lnTo>
                  <a:lnTo>
                    <a:pt x="352210" y="2165401"/>
                  </a:lnTo>
                  <a:lnTo>
                    <a:pt x="353921" y="2121966"/>
                  </a:lnTo>
                  <a:lnTo>
                    <a:pt x="355633" y="2157218"/>
                  </a:lnTo>
                  <a:lnTo>
                    <a:pt x="357344" y="2199414"/>
                  </a:lnTo>
                  <a:lnTo>
                    <a:pt x="359055" y="2224956"/>
                  </a:lnTo>
                  <a:lnTo>
                    <a:pt x="360767" y="2222889"/>
                  </a:lnTo>
                  <a:lnTo>
                    <a:pt x="362478" y="2246908"/>
                  </a:lnTo>
                  <a:lnTo>
                    <a:pt x="364190" y="2216016"/>
                  </a:lnTo>
                  <a:lnTo>
                    <a:pt x="365901" y="2212094"/>
                  </a:lnTo>
                  <a:lnTo>
                    <a:pt x="367612" y="2190110"/>
                  </a:lnTo>
                  <a:lnTo>
                    <a:pt x="369324" y="2164831"/>
                  </a:lnTo>
                  <a:lnTo>
                    <a:pt x="371035" y="2112913"/>
                  </a:lnTo>
                  <a:lnTo>
                    <a:pt x="372747" y="2068923"/>
                  </a:lnTo>
                  <a:lnTo>
                    <a:pt x="374458" y="2055133"/>
                  </a:lnTo>
                  <a:lnTo>
                    <a:pt x="376169" y="2067841"/>
                  </a:lnTo>
                  <a:lnTo>
                    <a:pt x="377881" y="2073055"/>
                  </a:lnTo>
                  <a:lnTo>
                    <a:pt x="379592" y="2034479"/>
                  </a:lnTo>
                  <a:lnTo>
                    <a:pt x="381304" y="2053688"/>
                  </a:lnTo>
                  <a:lnTo>
                    <a:pt x="383015" y="2071222"/>
                  </a:lnTo>
                  <a:lnTo>
                    <a:pt x="384726" y="2179660"/>
                  </a:lnTo>
                  <a:lnTo>
                    <a:pt x="386438" y="2136478"/>
                  </a:lnTo>
                  <a:lnTo>
                    <a:pt x="388149" y="2079198"/>
                  </a:lnTo>
                  <a:lnTo>
                    <a:pt x="389861" y="2071012"/>
                  </a:lnTo>
                  <a:lnTo>
                    <a:pt x="391572" y="2136894"/>
                  </a:lnTo>
                  <a:lnTo>
                    <a:pt x="393283" y="2111037"/>
                  </a:lnTo>
                  <a:lnTo>
                    <a:pt x="394995" y="2053507"/>
                  </a:lnTo>
                  <a:lnTo>
                    <a:pt x="396706" y="2056752"/>
                  </a:lnTo>
                  <a:lnTo>
                    <a:pt x="398418" y="2079592"/>
                  </a:lnTo>
                  <a:lnTo>
                    <a:pt x="400129" y="2079355"/>
                  </a:lnTo>
                  <a:lnTo>
                    <a:pt x="401840" y="2043611"/>
                  </a:lnTo>
                  <a:lnTo>
                    <a:pt x="403552" y="2099407"/>
                  </a:lnTo>
                  <a:lnTo>
                    <a:pt x="405263" y="2165605"/>
                  </a:lnTo>
                  <a:lnTo>
                    <a:pt x="406975" y="2195328"/>
                  </a:lnTo>
                  <a:lnTo>
                    <a:pt x="408686" y="2169995"/>
                  </a:lnTo>
                  <a:lnTo>
                    <a:pt x="410397" y="2157633"/>
                  </a:lnTo>
                  <a:lnTo>
                    <a:pt x="412109" y="2065691"/>
                  </a:lnTo>
                  <a:lnTo>
                    <a:pt x="413820" y="2044655"/>
                  </a:lnTo>
                  <a:lnTo>
                    <a:pt x="415532" y="2052483"/>
                  </a:lnTo>
                  <a:lnTo>
                    <a:pt x="417243" y="2064212"/>
                  </a:lnTo>
                  <a:lnTo>
                    <a:pt x="418954" y="2099419"/>
                  </a:lnTo>
                  <a:lnTo>
                    <a:pt x="420666" y="2051023"/>
                  </a:lnTo>
                  <a:lnTo>
                    <a:pt x="422377" y="2134136"/>
                  </a:lnTo>
                  <a:lnTo>
                    <a:pt x="424089" y="2131016"/>
                  </a:lnTo>
                  <a:lnTo>
                    <a:pt x="425800" y="2134283"/>
                  </a:lnTo>
                  <a:lnTo>
                    <a:pt x="427511" y="2073237"/>
                  </a:lnTo>
                  <a:lnTo>
                    <a:pt x="429223" y="2131294"/>
                  </a:lnTo>
                  <a:lnTo>
                    <a:pt x="430934" y="2233124"/>
                  </a:lnTo>
                  <a:lnTo>
                    <a:pt x="432646" y="2228349"/>
                  </a:lnTo>
                  <a:lnTo>
                    <a:pt x="434357" y="2252698"/>
                  </a:lnTo>
                  <a:lnTo>
                    <a:pt x="436068" y="2237108"/>
                  </a:lnTo>
                  <a:lnTo>
                    <a:pt x="437780" y="2256734"/>
                  </a:lnTo>
                  <a:lnTo>
                    <a:pt x="439491" y="2251699"/>
                  </a:lnTo>
                  <a:lnTo>
                    <a:pt x="441202" y="2211345"/>
                  </a:lnTo>
                  <a:lnTo>
                    <a:pt x="442914" y="2166044"/>
                  </a:lnTo>
                  <a:lnTo>
                    <a:pt x="444625" y="2248850"/>
                  </a:lnTo>
                  <a:lnTo>
                    <a:pt x="446337" y="2292797"/>
                  </a:lnTo>
                  <a:lnTo>
                    <a:pt x="448048" y="2305003"/>
                  </a:lnTo>
                  <a:lnTo>
                    <a:pt x="449759" y="2277557"/>
                  </a:lnTo>
                  <a:lnTo>
                    <a:pt x="451471" y="2296404"/>
                  </a:lnTo>
                  <a:lnTo>
                    <a:pt x="453182" y="2275710"/>
                  </a:lnTo>
                  <a:lnTo>
                    <a:pt x="454894" y="2284970"/>
                  </a:lnTo>
                  <a:lnTo>
                    <a:pt x="456605" y="2289830"/>
                  </a:lnTo>
                  <a:lnTo>
                    <a:pt x="458316" y="2272651"/>
                  </a:lnTo>
                  <a:lnTo>
                    <a:pt x="460028" y="2269356"/>
                  </a:lnTo>
                  <a:lnTo>
                    <a:pt x="461739" y="2271701"/>
                  </a:lnTo>
                  <a:lnTo>
                    <a:pt x="463451" y="2283806"/>
                  </a:lnTo>
                  <a:lnTo>
                    <a:pt x="465162" y="2284990"/>
                  </a:lnTo>
                  <a:lnTo>
                    <a:pt x="466873" y="2253985"/>
                  </a:lnTo>
                  <a:lnTo>
                    <a:pt x="468585" y="2210253"/>
                  </a:lnTo>
                  <a:lnTo>
                    <a:pt x="470296" y="2274637"/>
                  </a:lnTo>
                  <a:lnTo>
                    <a:pt x="472008" y="2309194"/>
                  </a:lnTo>
                  <a:lnTo>
                    <a:pt x="473719" y="2329212"/>
                  </a:lnTo>
                  <a:lnTo>
                    <a:pt x="475430" y="2308926"/>
                  </a:lnTo>
                  <a:lnTo>
                    <a:pt x="477142" y="2328731"/>
                  </a:lnTo>
                  <a:lnTo>
                    <a:pt x="478853" y="2328074"/>
                  </a:lnTo>
                  <a:lnTo>
                    <a:pt x="480565" y="2353603"/>
                  </a:lnTo>
                  <a:lnTo>
                    <a:pt x="482276" y="2358673"/>
                  </a:lnTo>
                  <a:lnTo>
                    <a:pt x="483987" y="2346621"/>
                  </a:lnTo>
                  <a:lnTo>
                    <a:pt x="485699" y="2350149"/>
                  </a:lnTo>
                  <a:lnTo>
                    <a:pt x="487410" y="2369074"/>
                  </a:lnTo>
                  <a:lnTo>
                    <a:pt x="489122" y="2351258"/>
                  </a:lnTo>
                  <a:lnTo>
                    <a:pt x="490833" y="2343946"/>
                  </a:lnTo>
                  <a:lnTo>
                    <a:pt x="492544" y="2351352"/>
                  </a:lnTo>
                  <a:lnTo>
                    <a:pt x="494256" y="2313843"/>
                  </a:lnTo>
                  <a:lnTo>
                    <a:pt x="495967" y="2310628"/>
                  </a:lnTo>
                  <a:lnTo>
                    <a:pt x="497679" y="2245110"/>
                  </a:lnTo>
                  <a:lnTo>
                    <a:pt x="499390" y="2149412"/>
                  </a:lnTo>
                  <a:lnTo>
                    <a:pt x="501101" y="2168651"/>
                  </a:lnTo>
                  <a:lnTo>
                    <a:pt x="502813" y="2230981"/>
                  </a:lnTo>
                  <a:lnTo>
                    <a:pt x="504524" y="2270530"/>
                  </a:lnTo>
                  <a:lnTo>
                    <a:pt x="506236" y="2266173"/>
                  </a:lnTo>
                  <a:lnTo>
                    <a:pt x="507947" y="2236147"/>
                  </a:lnTo>
                  <a:lnTo>
                    <a:pt x="509658" y="2237371"/>
                  </a:lnTo>
                  <a:lnTo>
                    <a:pt x="511370" y="2248083"/>
                  </a:lnTo>
                  <a:lnTo>
                    <a:pt x="513081" y="2246242"/>
                  </a:lnTo>
                  <a:lnTo>
                    <a:pt x="514793" y="2155340"/>
                  </a:lnTo>
                  <a:lnTo>
                    <a:pt x="516504" y="2232571"/>
                  </a:lnTo>
                  <a:lnTo>
                    <a:pt x="518215" y="2281540"/>
                  </a:lnTo>
                  <a:lnTo>
                    <a:pt x="519927" y="2301210"/>
                  </a:lnTo>
                  <a:lnTo>
                    <a:pt x="521638" y="2280585"/>
                  </a:lnTo>
                  <a:lnTo>
                    <a:pt x="523350" y="2278923"/>
                  </a:lnTo>
                  <a:lnTo>
                    <a:pt x="525061" y="2231596"/>
                  </a:lnTo>
                  <a:lnTo>
                    <a:pt x="526772" y="2213281"/>
                  </a:lnTo>
                  <a:lnTo>
                    <a:pt x="528484" y="2266731"/>
                  </a:lnTo>
                  <a:lnTo>
                    <a:pt x="530195" y="2238833"/>
                  </a:lnTo>
                  <a:lnTo>
                    <a:pt x="531907" y="2283497"/>
                  </a:lnTo>
                  <a:lnTo>
                    <a:pt x="533618" y="2302629"/>
                  </a:lnTo>
                  <a:lnTo>
                    <a:pt x="535329" y="2298501"/>
                  </a:lnTo>
                  <a:lnTo>
                    <a:pt x="537041" y="2302565"/>
                  </a:lnTo>
                  <a:lnTo>
                    <a:pt x="538752" y="2286490"/>
                  </a:lnTo>
                  <a:lnTo>
                    <a:pt x="540463" y="2260424"/>
                  </a:lnTo>
                  <a:lnTo>
                    <a:pt x="542175" y="2258678"/>
                  </a:lnTo>
                  <a:lnTo>
                    <a:pt x="543886" y="2252288"/>
                  </a:lnTo>
                  <a:lnTo>
                    <a:pt x="545598" y="2279916"/>
                  </a:lnTo>
                  <a:lnTo>
                    <a:pt x="547309" y="2235510"/>
                  </a:lnTo>
                  <a:lnTo>
                    <a:pt x="549020" y="2232738"/>
                  </a:lnTo>
                  <a:lnTo>
                    <a:pt x="550732" y="2236166"/>
                  </a:lnTo>
                  <a:lnTo>
                    <a:pt x="552443" y="2204960"/>
                  </a:lnTo>
                  <a:lnTo>
                    <a:pt x="554155" y="2212658"/>
                  </a:lnTo>
                  <a:lnTo>
                    <a:pt x="555866" y="2188474"/>
                  </a:lnTo>
                  <a:lnTo>
                    <a:pt x="557577" y="2235328"/>
                  </a:lnTo>
                  <a:lnTo>
                    <a:pt x="559289" y="2208958"/>
                  </a:lnTo>
                  <a:lnTo>
                    <a:pt x="561000" y="2190998"/>
                  </a:lnTo>
                  <a:lnTo>
                    <a:pt x="562712" y="2100263"/>
                  </a:lnTo>
                  <a:lnTo>
                    <a:pt x="564423" y="2097319"/>
                  </a:lnTo>
                  <a:lnTo>
                    <a:pt x="566134" y="2120345"/>
                  </a:lnTo>
                  <a:lnTo>
                    <a:pt x="567846" y="2187875"/>
                  </a:lnTo>
                  <a:lnTo>
                    <a:pt x="569557" y="2214193"/>
                  </a:lnTo>
                  <a:lnTo>
                    <a:pt x="571269" y="2221919"/>
                  </a:lnTo>
                  <a:lnTo>
                    <a:pt x="572980" y="2120159"/>
                  </a:lnTo>
                  <a:lnTo>
                    <a:pt x="574691" y="2122856"/>
                  </a:lnTo>
                  <a:lnTo>
                    <a:pt x="576403" y="2205075"/>
                  </a:lnTo>
                  <a:lnTo>
                    <a:pt x="578114" y="2221376"/>
                  </a:lnTo>
                  <a:lnTo>
                    <a:pt x="579826" y="2226661"/>
                  </a:lnTo>
                  <a:lnTo>
                    <a:pt x="581537" y="2253874"/>
                  </a:lnTo>
                  <a:lnTo>
                    <a:pt x="583248" y="2265138"/>
                  </a:lnTo>
                  <a:lnTo>
                    <a:pt x="584960" y="2288830"/>
                  </a:lnTo>
                  <a:lnTo>
                    <a:pt x="586671" y="2271843"/>
                  </a:lnTo>
                  <a:lnTo>
                    <a:pt x="588383" y="2238421"/>
                  </a:lnTo>
                  <a:lnTo>
                    <a:pt x="590094" y="2241313"/>
                  </a:lnTo>
                  <a:lnTo>
                    <a:pt x="591805" y="2222702"/>
                  </a:lnTo>
                  <a:lnTo>
                    <a:pt x="593517" y="2198974"/>
                  </a:lnTo>
                  <a:lnTo>
                    <a:pt x="595228" y="2179083"/>
                  </a:lnTo>
                  <a:lnTo>
                    <a:pt x="596940" y="2151349"/>
                  </a:lnTo>
                  <a:lnTo>
                    <a:pt x="598651" y="2186018"/>
                  </a:lnTo>
                  <a:lnTo>
                    <a:pt x="600362" y="2195444"/>
                  </a:lnTo>
                  <a:lnTo>
                    <a:pt x="602074" y="2166116"/>
                  </a:lnTo>
                  <a:lnTo>
                    <a:pt x="603785" y="2183228"/>
                  </a:lnTo>
                  <a:lnTo>
                    <a:pt x="605497" y="2138322"/>
                  </a:lnTo>
                  <a:lnTo>
                    <a:pt x="607208" y="2021802"/>
                  </a:lnTo>
                  <a:lnTo>
                    <a:pt x="608919" y="1972376"/>
                  </a:lnTo>
                  <a:lnTo>
                    <a:pt x="610631" y="1948023"/>
                  </a:lnTo>
                  <a:lnTo>
                    <a:pt x="612342" y="1919000"/>
                  </a:lnTo>
                  <a:lnTo>
                    <a:pt x="614054" y="1916135"/>
                  </a:lnTo>
                  <a:lnTo>
                    <a:pt x="615765" y="1963109"/>
                  </a:lnTo>
                  <a:lnTo>
                    <a:pt x="617476" y="2008885"/>
                  </a:lnTo>
                  <a:lnTo>
                    <a:pt x="619188" y="2090277"/>
                  </a:lnTo>
                  <a:lnTo>
                    <a:pt x="620899" y="2137205"/>
                  </a:lnTo>
                  <a:lnTo>
                    <a:pt x="622611" y="2179172"/>
                  </a:lnTo>
                  <a:lnTo>
                    <a:pt x="624322" y="2211842"/>
                  </a:lnTo>
                  <a:lnTo>
                    <a:pt x="626033" y="2230456"/>
                  </a:lnTo>
                  <a:lnTo>
                    <a:pt x="627745" y="2233722"/>
                  </a:lnTo>
                  <a:lnTo>
                    <a:pt x="629456" y="2241724"/>
                  </a:lnTo>
                  <a:lnTo>
                    <a:pt x="631168" y="2223568"/>
                  </a:lnTo>
                  <a:lnTo>
                    <a:pt x="632879" y="2221740"/>
                  </a:lnTo>
                  <a:lnTo>
                    <a:pt x="634590" y="2212038"/>
                  </a:lnTo>
                  <a:lnTo>
                    <a:pt x="636302" y="2203137"/>
                  </a:lnTo>
                  <a:lnTo>
                    <a:pt x="638013" y="2235523"/>
                  </a:lnTo>
                  <a:lnTo>
                    <a:pt x="639725" y="2242462"/>
                  </a:lnTo>
                  <a:lnTo>
                    <a:pt x="641436" y="2260007"/>
                  </a:lnTo>
                  <a:lnTo>
                    <a:pt x="643147" y="2230984"/>
                  </a:lnTo>
                  <a:lnTo>
                    <a:pt x="644859" y="2233641"/>
                  </a:lnTo>
                  <a:lnTo>
                    <a:pt x="646570" y="2240378"/>
                  </a:lnTo>
                  <a:lnTo>
                    <a:pt x="648281" y="2230512"/>
                  </a:lnTo>
                  <a:lnTo>
                    <a:pt x="649993" y="2263603"/>
                  </a:lnTo>
                  <a:lnTo>
                    <a:pt x="651704" y="2174153"/>
                  </a:lnTo>
                  <a:lnTo>
                    <a:pt x="653416" y="2145278"/>
                  </a:lnTo>
                  <a:lnTo>
                    <a:pt x="655127" y="2100929"/>
                  </a:lnTo>
                  <a:lnTo>
                    <a:pt x="656838" y="2072647"/>
                  </a:lnTo>
                  <a:lnTo>
                    <a:pt x="658550" y="2105945"/>
                  </a:lnTo>
                  <a:lnTo>
                    <a:pt x="660261" y="2155919"/>
                  </a:lnTo>
                  <a:lnTo>
                    <a:pt x="661973" y="2205344"/>
                  </a:lnTo>
                  <a:lnTo>
                    <a:pt x="663684" y="2209552"/>
                  </a:lnTo>
                  <a:lnTo>
                    <a:pt x="665395" y="2172087"/>
                  </a:lnTo>
                  <a:lnTo>
                    <a:pt x="667107" y="2161753"/>
                  </a:lnTo>
                  <a:lnTo>
                    <a:pt x="668818" y="2167137"/>
                  </a:lnTo>
                  <a:lnTo>
                    <a:pt x="670530" y="2158963"/>
                  </a:lnTo>
                  <a:lnTo>
                    <a:pt x="672241" y="2132893"/>
                  </a:lnTo>
                  <a:lnTo>
                    <a:pt x="673952" y="2096443"/>
                  </a:lnTo>
                  <a:lnTo>
                    <a:pt x="675664" y="2065282"/>
                  </a:lnTo>
                  <a:lnTo>
                    <a:pt x="677375" y="2098219"/>
                  </a:lnTo>
                  <a:lnTo>
                    <a:pt x="679087" y="2134340"/>
                  </a:lnTo>
                  <a:lnTo>
                    <a:pt x="680798" y="2147796"/>
                  </a:lnTo>
                  <a:lnTo>
                    <a:pt x="682509" y="2142684"/>
                  </a:lnTo>
                  <a:lnTo>
                    <a:pt x="684221" y="2120322"/>
                  </a:lnTo>
                  <a:lnTo>
                    <a:pt x="685932" y="2070433"/>
                  </a:lnTo>
                  <a:lnTo>
                    <a:pt x="687644" y="2080895"/>
                  </a:lnTo>
                  <a:lnTo>
                    <a:pt x="689355" y="2093611"/>
                  </a:lnTo>
                  <a:lnTo>
                    <a:pt x="691066" y="2085205"/>
                  </a:lnTo>
                  <a:lnTo>
                    <a:pt x="692778" y="2130342"/>
                  </a:lnTo>
                  <a:lnTo>
                    <a:pt x="694489" y="2149167"/>
                  </a:lnTo>
                  <a:lnTo>
                    <a:pt x="696201" y="2150522"/>
                  </a:lnTo>
                  <a:lnTo>
                    <a:pt x="697912" y="2108097"/>
                  </a:lnTo>
                  <a:lnTo>
                    <a:pt x="699623" y="2118571"/>
                  </a:lnTo>
                  <a:lnTo>
                    <a:pt x="701335" y="2138113"/>
                  </a:lnTo>
                  <a:lnTo>
                    <a:pt x="703046" y="2198877"/>
                  </a:lnTo>
                  <a:lnTo>
                    <a:pt x="704758" y="2268640"/>
                  </a:lnTo>
                  <a:lnTo>
                    <a:pt x="706469" y="2273142"/>
                  </a:lnTo>
                  <a:lnTo>
                    <a:pt x="708180" y="2287673"/>
                  </a:lnTo>
                  <a:lnTo>
                    <a:pt x="709892" y="2265239"/>
                  </a:lnTo>
                  <a:lnTo>
                    <a:pt x="711603" y="2283081"/>
                  </a:lnTo>
                  <a:lnTo>
                    <a:pt x="713315" y="2182828"/>
                  </a:lnTo>
                  <a:lnTo>
                    <a:pt x="715026" y="2115439"/>
                  </a:lnTo>
                  <a:lnTo>
                    <a:pt x="716737" y="2111125"/>
                  </a:lnTo>
                  <a:lnTo>
                    <a:pt x="718449" y="2048762"/>
                  </a:lnTo>
                  <a:lnTo>
                    <a:pt x="720160" y="2035924"/>
                  </a:lnTo>
                  <a:lnTo>
                    <a:pt x="721872" y="2006689"/>
                  </a:lnTo>
                  <a:lnTo>
                    <a:pt x="723583" y="1973861"/>
                  </a:lnTo>
                  <a:lnTo>
                    <a:pt x="725294" y="1984534"/>
                  </a:lnTo>
                  <a:lnTo>
                    <a:pt x="727006" y="1979969"/>
                  </a:lnTo>
                  <a:lnTo>
                    <a:pt x="728717" y="2068949"/>
                  </a:lnTo>
                  <a:lnTo>
                    <a:pt x="730429" y="2067721"/>
                  </a:lnTo>
                  <a:lnTo>
                    <a:pt x="732140" y="1995238"/>
                  </a:lnTo>
                  <a:lnTo>
                    <a:pt x="733851" y="2023407"/>
                  </a:lnTo>
                  <a:lnTo>
                    <a:pt x="735563" y="2096629"/>
                  </a:lnTo>
                  <a:lnTo>
                    <a:pt x="737274" y="2131710"/>
                  </a:lnTo>
                  <a:lnTo>
                    <a:pt x="738986" y="2135686"/>
                  </a:lnTo>
                  <a:lnTo>
                    <a:pt x="740697" y="2112750"/>
                  </a:lnTo>
                  <a:lnTo>
                    <a:pt x="742408" y="2070392"/>
                  </a:lnTo>
                  <a:lnTo>
                    <a:pt x="744120" y="2048546"/>
                  </a:lnTo>
                  <a:lnTo>
                    <a:pt x="745831" y="2029483"/>
                  </a:lnTo>
                  <a:lnTo>
                    <a:pt x="747543" y="2031728"/>
                  </a:lnTo>
                  <a:lnTo>
                    <a:pt x="749254" y="2031408"/>
                  </a:lnTo>
                  <a:lnTo>
                    <a:pt x="750965" y="2024830"/>
                  </a:lnTo>
                  <a:lnTo>
                    <a:pt x="752677" y="2024594"/>
                  </a:lnTo>
                  <a:lnTo>
                    <a:pt x="754388" y="2044186"/>
                  </a:lnTo>
                  <a:lnTo>
                    <a:pt x="756099" y="2039573"/>
                  </a:lnTo>
                  <a:lnTo>
                    <a:pt x="757811" y="2109505"/>
                  </a:lnTo>
                  <a:lnTo>
                    <a:pt x="759522" y="2046124"/>
                  </a:lnTo>
                  <a:lnTo>
                    <a:pt x="761234" y="2050660"/>
                  </a:lnTo>
                  <a:lnTo>
                    <a:pt x="762945" y="2042076"/>
                  </a:lnTo>
                  <a:lnTo>
                    <a:pt x="764656" y="2169358"/>
                  </a:lnTo>
                  <a:lnTo>
                    <a:pt x="766368" y="2138796"/>
                  </a:lnTo>
                  <a:lnTo>
                    <a:pt x="768079" y="2110533"/>
                  </a:lnTo>
                  <a:lnTo>
                    <a:pt x="769791" y="2158000"/>
                  </a:lnTo>
                  <a:lnTo>
                    <a:pt x="771502" y="2191835"/>
                  </a:lnTo>
                  <a:lnTo>
                    <a:pt x="773213" y="2234372"/>
                  </a:lnTo>
                  <a:lnTo>
                    <a:pt x="774925" y="2227749"/>
                  </a:lnTo>
                  <a:lnTo>
                    <a:pt x="776636" y="2224437"/>
                  </a:lnTo>
                  <a:lnTo>
                    <a:pt x="778348" y="2139528"/>
                  </a:lnTo>
                  <a:lnTo>
                    <a:pt x="780059" y="2107786"/>
                  </a:lnTo>
                  <a:lnTo>
                    <a:pt x="781770" y="2098564"/>
                  </a:lnTo>
                  <a:lnTo>
                    <a:pt x="783482" y="2121591"/>
                  </a:lnTo>
                  <a:lnTo>
                    <a:pt x="785193" y="2082587"/>
                  </a:lnTo>
                  <a:lnTo>
                    <a:pt x="786905" y="2142289"/>
                  </a:lnTo>
                  <a:lnTo>
                    <a:pt x="788616" y="2172184"/>
                  </a:lnTo>
                  <a:lnTo>
                    <a:pt x="790327" y="2156032"/>
                  </a:lnTo>
                  <a:lnTo>
                    <a:pt x="792039" y="2074877"/>
                  </a:lnTo>
                  <a:lnTo>
                    <a:pt x="793750" y="2081962"/>
                  </a:lnTo>
                  <a:lnTo>
                    <a:pt x="795462" y="2088847"/>
                  </a:lnTo>
                  <a:lnTo>
                    <a:pt x="797173" y="2183117"/>
                  </a:lnTo>
                  <a:lnTo>
                    <a:pt x="798884" y="2187307"/>
                  </a:lnTo>
                  <a:lnTo>
                    <a:pt x="800596" y="2215282"/>
                  </a:lnTo>
                  <a:lnTo>
                    <a:pt x="802307" y="2229888"/>
                  </a:lnTo>
                  <a:lnTo>
                    <a:pt x="804019" y="2226050"/>
                  </a:lnTo>
                  <a:lnTo>
                    <a:pt x="805730" y="2229323"/>
                  </a:lnTo>
                  <a:lnTo>
                    <a:pt x="807441" y="2220717"/>
                  </a:lnTo>
                  <a:lnTo>
                    <a:pt x="809153" y="2258326"/>
                  </a:lnTo>
                  <a:lnTo>
                    <a:pt x="810864" y="2264862"/>
                  </a:lnTo>
                  <a:lnTo>
                    <a:pt x="812576" y="2283313"/>
                  </a:lnTo>
                  <a:lnTo>
                    <a:pt x="814287" y="2284492"/>
                  </a:lnTo>
                  <a:lnTo>
                    <a:pt x="815998" y="2257184"/>
                  </a:lnTo>
                  <a:lnTo>
                    <a:pt x="817710" y="2171470"/>
                  </a:lnTo>
                  <a:lnTo>
                    <a:pt x="819421" y="2148169"/>
                  </a:lnTo>
                  <a:lnTo>
                    <a:pt x="821133" y="2202464"/>
                  </a:lnTo>
                  <a:lnTo>
                    <a:pt x="822844" y="2186424"/>
                  </a:lnTo>
                  <a:lnTo>
                    <a:pt x="824555" y="2116614"/>
                  </a:lnTo>
                  <a:lnTo>
                    <a:pt x="826267" y="2095623"/>
                  </a:lnTo>
                  <a:lnTo>
                    <a:pt x="827978" y="2069097"/>
                  </a:lnTo>
                  <a:lnTo>
                    <a:pt x="829690" y="2108009"/>
                  </a:lnTo>
                  <a:lnTo>
                    <a:pt x="831401" y="2051034"/>
                  </a:lnTo>
                  <a:lnTo>
                    <a:pt x="833112" y="2030572"/>
                  </a:lnTo>
                  <a:lnTo>
                    <a:pt x="834824" y="2018312"/>
                  </a:lnTo>
                  <a:lnTo>
                    <a:pt x="836535" y="2029543"/>
                  </a:lnTo>
                  <a:lnTo>
                    <a:pt x="838247" y="2049364"/>
                  </a:lnTo>
                  <a:lnTo>
                    <a:pt x="839958" y="2060651"/>
                  </a:lnTo>
                  <a:lnTo>
                    <a:pt x="841669" y="2048624"/>
                  </a:lnTo>
                  <a:lnTo>
                    <a:pt x="843381" y="2128250"/>
                  </a:lnTo>
                  <a:lnTo>
                    <a:pt x="845092" y="2122534"/>
                  </a:lnTo>
                  <a:lnTo>
                    <a:pt x="846804" y="2164325"/>
                  </a:lnTo>
                  <a:lnTo>
                    <a:pt x="848515" y="2196839"/>
                  </a:lnTo>
                  <a:lnTo>
                    <a:pt x="850226" y="2188786"/>
                  </a:lnTo>
                  <a:lnTo>
                    <a:pt x="851938" y="2279368"/>
                  </a:lnTo>
                  <a:lnTo>
                    <a:pt x="853649" y="2261590"/>
                  </a:lnTo>
                  <a:lnTo>
                    <a:pt x="855360" y="2244058"/>
                  </a:lnTo>
                  <a:lnTo>
                    <a:pt x="857072" y="2177991"/>
                  </a:lnTo>
                  <a:lnTo>
                    <a:pt x="858783" y="2150948"/>
                  </a:lnTo>
                  <a:lnTo>
                    <a:pt x="860495" y="2151388"/>
                  </a:lnTo>
                  <a:lnTo>
                    <a:pt x="862206" y="2112143"/>
                  </a:lnTo>
                  <a:lnTo>
                    <a:pt x="863917" y="2143638"/>
                  </a:lnTo>
                  <a:lnTo>
                    <a:pt x="865629" y="2130199"/>
                  </a:lnTo>
                  <a:lnTo>
                    <a:pt x="867340" y="2092860"/>
                  </a:lnTo>
                  <a:lnTo>
                    <a:pt x="869052" y="2124672"/>
                  </a:lnTo>
                  <a:lnTo>
                    <a:pt x="870763" y="2179916"/>
                  </a:lnTo>
                  <a:lnTo>
                    <a:pt x="872474" y="2242580"/>
                  </a:lnTo>
                  <a:lnTo>
                    <a:pt x="874186" y="2280791"/>
                  </a:lnTo>
                  <a:lnTo>
                    <a:pt x="875897" y="2323615"/>
                  </a:lnTo>
                  <a:lnTo>
                    <a:pt x="877609" y="2303907"/>
                  </a:lnTo>
                  <a:lnTo>
                    <a:pt x="879320" y="2270283"/>
                  </a:lnTo>
                  <a:lnTo>
                    <a:pt x="881031" y="2185313"/>
                  </a:lnTo>
                  <a:lnTo>
                    <a:pt x="882743" y="2120167"/>
                  </a:lnTo>
                  <a:lnTo>
                    <a:pt x="884454" y="2098137"/>
                  </a:lnTo>
                  <a:lnTo>
                    <a:pt x="886166" y="2068890"/>
                  </a:lnTo>
                  <a:lnTo>
                    <a:pt x="887877" y="2091805"/>
                  </a:lnTo>
                  <a:lnTo>
                    <a:pt x="889588" y="2059453"/>
                  </a:lnTo>
                  <a:lnTo>
                    <a:pt x="891300" y="2087635"/>
                  </a:lnTo>
                  <a:lnTo>
                    <a:pt x="893011" y="2060886"/>
                  </a:lnTo>
                  <a:lnTo>
                    <a:pt x="894723" y="2051329"/>
                  </a:lnTo>
                  <a:lnTo>
                    <a:pt x="896434" y="2081041"/>
                  </a:lnTo>
                  <a:lnTo>
                    <a:pt x="898145" y="2167396"/>
                  </a:lnTo>
                  <a:lnTo>
                    <a:pt x="899857" y="2222002"/>
                  </a:lnTo>
                  <a:lnTo>
                    <a:pt x="901568" y="2227511"/>
                  </a:lnTo>
                  <a:lnTo>
                    <a:pt x="903280" y="2242918"/>
                  </a:lnTo>
                  <a:lnTo>
                    <a:pt x="904991" y="2264582"/>
                  </a:lnTo>
                  <a:lnTo>
                    <a:pt x="906702" y="2273277"/>
                  </a:lnTo>
                  <a:lnTo>
                    <a:pt x="908414" y="2264109"/>
                  </a:lnTo>
                  <a:lnTo>
                    <a:pt x="910125" y="2239636"/>
                  </a:lnTo>
                  <a:lnTo>
                    <a:pt x="911837" y="2200497"/>
                  </a:lnTo>
                  <a:lnTo>
                    <a:pt x="913548" y="2257171"/>
                  </a:lnTo>
                  <a:lnTo>
                    <a:pt x="915259" y="2264510"/>
                  </a:lnTo>
                  <a:lnTo>
                    <a:pt x="916971" y="2285104"/>
                  </a:lnTo>
                  <a:lnTo>
                    <a:pt x="918682" y="2295700"/>
                  </a:lnTo>
                  <a:lnTo>
                    <a:pt x="920394" y="2305045"/>
                  </a:lnTo>
                  <a:lnTo>
                    <a:pt x="922105" y="2336280"/>
                  </a:lnTo>
                  <a:lnTo>
                    <a:pt x="923816" y="2334679"/>
                  </a:lnTo>
                  <a:lnTo>
                    <a:pt x="925528" y="2319308"/>
                  </a:lnTo>
                  <a:lnTo>
                    <a:pt x="927239" y="2316534"/>
                  </a:lnTo>
                  <a:lnTo>
                    <a:pt x="928951" y="2300944"/>
                  </a:lnTo>
                  <a:lnTo>
                    <a:pt x="930662" y="2344941"/>
                  </a:lnTo>
                  <a:lnTo>
                    <a:pt x="932373" y="2322000"/>
                  </a:lnTo>
                  <a:lnTo>
                    <a:pt x="934085" y="2355214"/>
                  </a:lnTo>
                  <a:lnTo>
                    <a:pt x="935796" y="2350683"/>
                  </a:lnTo>
                  <a:lnTo>
                    <a:pt x="937508" y="2309482"/>
                  </a:lnTo>
                  <a:lnTo>
                    <a:pt x="939219" y="2349332"/>
                  </a:lnTo>
                  <a:lnTo>
                    <a:pt x="940930" y="2331337"/>
                  </a:lnTo>
                  <a:lnTo>
                    <a:pt x="942642" y="2323047"/>
                  </a:lnTo>
                  <a:lnTo>
                    <a:pt x="944353" y="2307446"/>
                  </a:lnTo>
                  <a:lnTo>
                    <a:pt x="946065" y="2206584"/>
                  </a:lnTo>
                  <a:lnTo>
                    <a:pt x="947776" y="2131577"/>
                  </a:lnTo>
                  <a:lnTo>
                    <a:pt x="949487" y="2072133"/>
                  </a:lnTo>
                  <a:lnTo>
                    <a:pt x="951199" y="2148760"/>
                  </a:lnTo>
                  <a:lnTo>
                    <a:pt x="952910" y="2153755"/>
                  </a:lnTo>
                  <a:lnTo>
                    <a:pt x="954622" y="2133530"/>
                  </a:lnTo>
                  <a:lnTo>
                    <a:pt x="956333" y="2142208"/>
                  </a:lnTo>
                  <a:lnTo>
                    <a:pt x="958044" y="2112130"/>
                  </a:lnTo>
                  <a:lnTo>
                    <a:pt x="959756" y="2110755"/>
                  </a:lnTo>
                  <a:lnTo>
                    <a:pt x="961467" y="2027179"/>
                  </a:lnTo>
                  <a:lnTo>
                    <a:pt x="963178" y="1987457"/>
                  </a:lnTo>
                  <a:lnTo>
                    <a:pt x="964890" y="2009747"/>
                  </a:lnTo>
                  <a:lnTo>
                    <a:pt x="966601" y="1977446"/>
                  </a:lnTo>
                  <a:lnTo>
                    <a:pt x="968313" y="2023055"/>
                  </a:lnTo>
                  <a:lnTo>
                    <a:pt x="970024" y="2111482"/>
                  </a:lnTo>
                  <a:lnTo>
                    <a:pt x="971735" y="2117852"/>
                  </a:lnTo>
                  <a:lnTo>
                    <a:pt x="973447" y="2183566"/>
                  </a:lnTo>
                  <a:lnTo>
                    <a:pt x="975158" y="2157442"/>
                  </a:lnTo>
                  <a:lnTo>
                    <a:pt x="976870" y="2192222"/>
                  </a:lnTo>
                  <a:lnTo>
                    <a:pt x="978581" y="2243764"/>
                  </a:lnTo>
                  <a:lnTo>
                    <a:pt x="980292" y="2291836"/>
                  </a:lnTo>
                  <a:lnTo>
                    <a:pt x="982004" y="2300892"/>
                  </a:lnTo>
                  <a:lnTo>
                    <a:pt x="983715" y="2282759"/>
                  </a:lnTo>
                  <a:lnTo>
                    <a:pt x="985427" y="2283146"/>
                  </a:lnTo>
                  <a:lnTo>
                    <a:pt x="987138" y="2284561"/>
                  </a:lnTo>
                  <a:lnTo>
                    <a:pt x="988849" y="2270922"/>
                  </a:lnTo>
                  <a:lnTo>
                    <a:pt x="990561" y="2221529"/>
                  </a:lnTo>
                  <a:lnTo>
                    <a:pt x="992272" y="2224180"/>
                  </a:lnTo>
                  <a:lnTo>
                    <a:pt x="993984" y="2245161"/>
                  </a:lnTo>
                  <a:lnTo>
                    <a:pt x="995695" y="2191843"/>
                  </a:lnTo>
                  <a:lnTo>
                    <a:pt x="997406" y="2084299"/>
                  </a:lnTo>
                  <a:lnTo>
                    <a:pt x="999118" y="2056388"/>
                  </a:lnTo>
                  <a:lnTo>
                    <a:pt x="1000829" y="2013040"/>
                  </a:lnTo>
                  <a:lnTo>
                    <a:pt x="1002541" y="2033284"/>
                  </a:lnTo>
                  <a:lnTo>
                    <a:pt x="1004252" y="1974278"/>
                  </a:lnTo>
                  <a:lnTo>
                    <a:pt x="1005963" y="1988794"/>
                  </a:lnTo>
                  <a:lnTo>
                    <a:pt x="1007675" y="1956461"/>
                  </a:lnTo>
                  <a:lnTo>
                    <a:pt x="1009386" y="1962704"/>
                  </a:lnTo>
                  <a:lnTo>
                    <a:pt x="1011098" y="2045308"/>
                  </a:lnTo>
                  <a:lnTo>
                    <a:pt x="1012809" y="2032115"/>
                  </a:lnTo>
                  <a:lnTo>
                    <a:pt x="1014520" y="2035575"/>
                  </a:lnTo>
                  <a:lnTo>
                    <a:pt x="1016232" y="2035245"/>
                  </a:lnTo>
                  <a:lnTo>
                    <a:pt x="1017943" y="2045219"/>
                  </a:lnTo>
                  <a:lnTo>
                    <a:pt x="1019655" y="2079379"/>
                  </a:lnTo>
                  <a:lnTo>
                    <a:pt x="1021366" y="2034893"/>
                  </a:lnTo>
                  <a:lnTo>
                    <a:pt x="1023077" y="2139934"/>
                  </a:lnTo>
                  <a:lnTo>
                    <a:pt x="1024789" y="2129553"/>
                  </a:lnTo>
                  <a:lnTo>
                    <a:pt x="1026500" y="2144555"/>
                  </a:lnTo>
                  <a:lnTo>
                    <a:pt x="1028212" y="2132276"/>
                  </a:lnTo>
                  <a:lnTo>
                    <a:pt x="1029923" y="2118524"/>
                  </a:lnTo>
                  <a:lnTo>
                    <a:pt x="1031634" y="2085592"/>
                  </a:lnTo>
                  <a:lnTo>
                    <a:pt x="1033346" y="2181744"/>
                  </a:lnTo>
                  <a:lnTo>
                    <a:pt x="1035057" y="2193587"/>
                  </a:lnTo>
                  <a:lnTo>
                    <a:pt x="1036769" y="2201383"/>
                  </a:lnTo>
                  <a:lnTo>
                    <a:pt x="1038480" y="2165168"/>
                  </a:lnTo>
                  <a:lnTo>
                    <a:pt x="1040191" y="2139073"/>
                  </a:lnTo>
                  <a:lnTo>
                    <a:pt x="1041903" y="2137728"/>
                  </a:lnTo>
                  <a:lnTo>
                    <a:pt x="1043614" y="2076428"/>
                  </a:lnTo>
                  <a:lnTo>
                    <a:pt x="1045326" y="2086799"/>
                  </a:lnTo>
                  <a:lnTo>
                    <a:pt x="1047037" y="2006958"/>
                  </a:lnTo>
                  <a:lnTo>
                    <a:pt x="1048748" y="2031896"/>
                  </a:lnTo>
                  <a:lnTo>
                    <a:pt x="1050460" y="2058711"/>
                  </a:lnTo>
                  <a:lnTo>
                    <a:pt x="1052171" y="1947492"/>
                  </a:lnTo>
                  <a:lnTo>
                    <a:pt x="1053883" y="1902717"/>
                  </a:lnTo>
                  <a:lnTo>
                    <a:pt x="1055594" y="1881274"/>
                  </a:lnTo>
                  <a:lnTo>
                    <a:pt x="1057305" y="1860212"/>
                  </a:lnTo>
                  <a:lnTo>
                    <a:pt x="1059017" y="1947093"/>
                  </a:lnTo>
                  <a:lnTo>
                    <a:pt x="1060728" y="1952442"/>
                  </a:lnTo>
                  <a:lnTo>
                    <a:pt x="1062440" y="1848264"/>
                  </a:lnTo>
                  <a:lnTo>
                    <a:pt x="1064151" y="1730962"/>
                  </a:lnTo>
                  <a:lnTo>
                    <a:pt x="1065862" y="1760404"/>
                  </a:lnTo>
                  <a:lnTo>
                    <a:pt x="1067574" y="1712467"/>
                  </a:lnTo>
                  <a:lnTo>
                    <a:pt x="1069285" y="1687883"/>
                  </a:lnTo>
                  <a:lnTo>
                    <a:pt x="1070996" y="1693212"/>
                  </a:lnTo>
                  <a:lnTo>
                    <a:pt x="1072708" y="1681023"/>
                  </a:lnTo>
                  <a:lnTo>
                    <a:pt x="1074419" y="1702783"/>
                  </a:lnTo>
                  <a:lnTo>
                    <a:pt x="1076131" y="1823803"/>
                  </a:lnTo>
                  <a:lnTo>
                    <a:pt x="1077842" y="1847330"/>
                  </a:lnTo>
                  <a:lnTo>
                    <a:pt x="1079553" y="1817958"/>
                  </a:lnTo>
                  <a:lnTo>
                    <a:pt x="1081265" y="1721075"/>
                  </a:lnTo>
                  <a:lnTo>
                    <a:pt x="1082976" y="1699213"/>
                  </a:lnTo>
                  <a:lnTo>
                    <a:pt x="1084688" y="1769435"/>
                  </a:lnTo>
                  <a:lnTo>
                    <a:pt x="1086399" y="1784427"/>
                  </a:lnTo>
                  <a:lnTo>
                    <a:pt x="1088110" y="1815676"/>
                  </a:lnTo>
                  <a:lnTo>
                    <a:pt x="1089822" y="1773426"/>
                  </a:lnTo>
                  <a:lnTo>
                    <a:pt x="1091533" y="1755211"/>
                  </a:lnTo>
                  <a:lnTo>
                    <a:pt x="1093245" y="1833508"/>
                  </a:lnTo>
                  <a:lnTo>
                    <a:pt x="1094956" y="1824905"/>
                  </a:lnTo>
                  <a:lnTo>
                    <a:pt x="1096667" y="1844211"/>
                  </a:lnTo>
                  <a:lnTo>
                    <a:pt x="1098379" y="1808655"/>
                  </a:lnTo>
                  <a:lnTo>
                    <a:pt x="1100090" y="1850081"/>
                  </a:lnTo>
                  <a:lnTo>
                    <a:pt x="1101802" y="1858094"/>
                  </a:lnTo>
                  <a:lnTo>
                    <a:pt x="1103513" y="1854633"/>
                  </a:lnTo>
                  <a:lnTo>
                    <a:pt x="1105224" y="1876218"/>
                  </a:lnTo>
                  <a:lnTo>
                    <a:pt x="1106936" y="1986443"/>
                  </a:lnTo>
                  <a:lnTo>
                    <a:pt x="1108647" y="2002953"/>
                  </a:lnTo>
                  <a:lnTo>
                    <a:pt x="1110359" y="2000080"/>
                  </a:lnTo>
                  <a:lnTo>
                    <a:pt x="1112070" y="1889764"/>
                  </a:lnTo>
                  <a:lnTo>
                    <a:pt x="1113781" y="1908769"/>
                  </a:lnTo>
                  <a:lnTo>
                    <a:pt x="1115493" y="1909668"/>
                  </a:lnTo>
                  <a:lnTo>
                    <a:pt x="1117204" y="1955298"/>
                  </a:lnTo>
                  <a:lnTo>
                    <a:pt x="1118916" y="1972980"/>
                  </a:lnTo>
                  <a:lnTo>
                    <a:pt x="1120627" y="2118582"/>
                  </a:lnTo>
                  <a:lnTo>
                    <a:pt x="1122338" y="2118695"/>
                  </a:lnTo>
                  <a:lnTo>
                    <a:pt x="1124050" y="2133888"/>
                  </a:lnTo>
                  <a:lnTo>
                    <a:pt x="1125761" y="2175574"/>
                  </a:lnTo>
                  <a:lnTo>
                    <a:pt x="1127473" y="2198772"/>
                  </a:lnTo>
                  <a:lnTo>
                    <a:pt x="1129184" y="2205579"/>
                  </a:lnTo>
                  <a:lnTo>
                    <a:pt x="1130895" y="2164299"/>
                  </a:lnTo>
                  <a:lnTo>
                    <a:pt x="1132607" y="2172992"/>
                  </a:lnTo>
                  <a:lnTo>
                    <a:pt x="1134318" y="2109884"/>
                  </a:lnTo>
                  <a:lnTo>
                    <a:pt x="1136030" y="2020995"/>
                  </a:lnTo>
                  <a:lnTo>
                    <a:pt x="1137741" y="2045576"/>
                  </a:lnTo>
                  <a:lnTo>
                    <a:pt x="1139452" y="1990897"/>
                  </a:lnTo>
                  <a:lnTo>
                    <a:pt x="1141164" y="1984330"/>
                  </a:lnTo>
                  <a:lnTo>
                    <a:pt x="1142875" y="1966139"/>
                  </a:lnTo>
                  <a:lnTo>
                    <a:pt x="1144587" y="1953152"/>
                  </a:lnTo>
                  <a:lnTo>
                    <a:pt x="1146298" y="1954871"/>
                  </a:lnTo>
                  <a:lnTo>
                    <a:pt x="1148009" y="1959030"/>
                  </a:lnTo>
                  <a:lnTo>
                    <a:pt x="1149721" y="1971199"/>
                  </a:lnTo>
                  <a:lnTo>
                    <a:pt x="1151432" y="1978006"/>
                  </a:lnTo>
                  <a:lnTo>
                    <a:pt x="1153144" y="1959595"/>
                  </a:lnTo>
                  <a:lnTo>
                    <a:pt x="1154855" y="2000292"/>
                  </a:lnTo>
                  <a:lnTo>
                    <a:pt x="1156566" y="2018302"/>
                  </a:lnTo>
                  <a:lnTo>
                    <a:pt x="1158278" y="2057663"/>
                  </a:lnTo>
                  <a:lnTo>
                    <a:pt x="1159989" y="2090749"/>
                  </a:lnTo>
                  <a:lnTo>
                    <a:pt x="1161701" y="2160657"/>
                  </a:lnTo>
                  <a:lnTo>
                    <a:pt x="1163412" y="2234734"/>
                  </a:lnTo>
                  <a:lnTo>
                    <a:pt x="1165123" y="2176835"/>
                  </a:lnTo>
                  <a:lnTo>
                    <a:pt x="1166835" y="2122625"/>
                  </a:lnTo>
                  <a:lnTo>
                    <a:pt x="1168546" y="2027521"/>
                  </a:lnTo>
                  <a:lnTo>
                    <a:pt x="1170258" y="1995125"/>
                  </a:lnTo>
                  <a:lnTo>
                    <a:pt x="1171969" y="1975948"/>
                  </a:lnTo>
                  <a:lnTo>
                    <a:pt x="1173680" y="1946795"/>
                  </a:lnTo>
                  <a:lnTo>
                    <a:pt x="1175392" y="1944417"/>
                  </a:lnTo>
                  <a:lnTo>
                    <a:pt x="1177103" y="1874501"/>
                  </a:lnTo>
                  <a:lnTo>
                    <a:pt x="1178814" y="1853464"/>
                  </a:lnTo>
                  <a:lnTo>
                    <a:pt x="1180526" y="1833220"/>
                  </a:lnTo>
                  <a:lnTo>
                    <a:pt x="1182237" y="1805108"/>
                  </a:lnTo>
                  <a:lnTo>
                    <a:pt x="1183949" y="1827392"/>
                  </a:lnTo>
                  <a:lnTo>
                    <a:pt x="1185660" y="1825310"/>
                  </a:lnTo>
                  <a:lnTo>
                    <a:pt x="1187371" y="1804553"/>
                  </a:lnTo>
                  <a:lnTo>
                    <a:pt x="1189083" y="1779164"/>
                  </a:lnTo>
                  <a:lnTo>
                    <a:pt x="1190794" y="1728390"/>
                  </a:lnTo>
                  <a:lnTo>
                    <a:pt x="1192506" y="1738208"/>
                  </a:lnTo>
                  <a:lnTo>
                    <a:pt x="1194217" y="1693815"/>
                  </a:lnTo>
                  <a:lnTo>
                    <a:pt x="1195928" y="1696410"/>
                  </a:lnTo>
                  <a:lnTo>
                    <a:pt x="1197640" y="1692786"/>
                  </a:lnTo>
                  <a:lnTo>
                    <a:pt x="1199351" y="1666804"/>
                  </a:lnTo>
                  <a:lnTo>
                    <a:pt x="1201063" y="1769052"/>
                  </a:lnTo>
                  <a:lnTo>
                    <a:pt x="1202774" y="1746698"/>
                  </a:lnTo>
                  <a:lnTo>
                    <a:pt x="1204485" y="1837001"/>
                  </a:lnTo>
                  <a:lnTo>
                    <a:pt x="1206197" y="1850317"/>
                  </a:lnTo>
                  <a:lnTo>
                    <a:pt x="1207908" y="1859240"/>
                  </a:lnTo>
                  <a:lnTo>
                    <a:pt x="1209620" y="1952055"/>
                  </a:lnTo>
                  <a:lnTo>
                    <a:pt x="1211331" y="2102053"/>
                  </a:lnTo>
                  <a:lnTo>
                    <a:pt x="1213042" y="2155781"/>
                  </a:lnTo>
                  <a:lnTo>
                    <a:pt x="1214754" y="2164387"/>
                  </a:lnTo>
                  <a:lnTo>
                    <a:pt x="1216465" y="2092352"/>
                  </a:lnTo>
                  <a:lnTo>
                    <a:pt x="1218177" y="2003617"/>
                  </a:lnTo>
                  <a:lnTo>
                    <a:pt x="1219888" y="1969760"/>
                  </a:lnTo>
                  <a:lnTo>
                    <a:pt x="1221599" y="1941951"/>
                  </a:lnTo>
                  <a:lnTo>
                    <a:pt x="1223311" y="1894513"/>
                  </a:lnTo>
                  <a:lnTo>
                    <a:pt x="1225022" y="1847070"/>
                  </a:lnTo>
                  <a:lnTo>
                    <a:pt x="1226734" y="1748412"/>
                  </a:lnTo>
                  <a:lnTo>
                    <a:pt x="1228445" y="1797933"/>
                  </a:lnTo>
                  <a:lnTo>
                    <a:pt x="1230156" y="1717167"/>
                  </a:lnTo>
                  <a:lnTo>
                    <a:pt x="1231868" y="1716851"/>
                  </a:lnTo>
                  <a:lnTo>
                    <a:pt x="1233579" y="1784847"/>
                  </a:lnTo>
                  <a:lnTo>
                    <a:pt x="1235291" y="1734329"/>
                  </a:lnTo>
                  <a:lnTo>
                    <a:pt x="1237002" y="1794957"/>
                  </a:lnTo>
                  <a:lnTo>
                    <a:pt x="1238713" y="1811603"/>
                  </a:lnTo>
                  <a:lnTo>
                    <a:pt x="1240425" y="1805005"/>
                  </a:lnTo>
                  <a:lnTo>
                    <a:pt x="1242136" y="1897382"/>
                  </a:lnTo>
                  <a:lnTo>
                    <a:pt x="1243848" y="1897011"/>
                  </a:lnTo>
                  <a:lnTo>
                    <a:pt x="1245559" y="1936205"/>
                  </a:lnTo>
                  <a:lnTo>
                    <a:pt x="1247270" y="1972496"/>
                  </a:lnTo>
                  <a:lnTo>
                    <a:pt x="1248982" y="1972551"/>
                  </a:lnTo>
                  <a:lnTo>
                    <a:pt x="1250693" y="1984054"/>
                  </a:lnTo>
                  <a:lnTo>
                    <a:pt x="1252405" y="1986875"/>
                  </a:lnTo>
                  <a:lnTo>
                    <a:pt x="1254116" y="2051449"/>
                  </a:lnTo>
                  <a:lnTo>
                    <a:pt x="1255827" y="2064731"/>
                  </a:lnTo>
                  <a:lnTo>
                    <a:pt x="1257539" y="1946267"/>
                  </a:lnTo>
                  <a:lnTo>
                    <a:pt x="1259250" y="1917710"/>
                  </a:lnTo>
                  <a:lnTo>
                    <a:pt x="1260962" y="1959866"/>
                  </a:lnTo>
                  <a:lnTo>
                    <a:pt x="1262673" y="1917807"/>
                  </a:lnTo>
                  <a:lnTo>
                    <a:pt x="1264384" y="1886562"/>
                  </a:lnTo>
                  <a:lnTo>
                    <a:pt x="1266096" y="1918259"/>
                  </a:lnTo>
                  <a:lnTo>
                    <a:pt x="1267807" y="1907618"/>
                  </a:lnTo>
                  <a:lnTo>
                    <a:pt x="1269519" y="1874151"/>
                  </a:lnTo>
                  <a:lnTo>
                    <a:pt x="1271230" y="1876950"/>
                  </a:lnTo>
                  <a:lnTo>
                    <a:pt x="1272941" y="1998309"/>
                  </a:lnTo>
                  <a:lnTo>
                    <a:pt x="1274653" y="2016184"/>
                  </a:lnTo>
                  <a:lnTo>
                    <a:pt x="1276364" y="2034350"/>
                  </a:lnTo>
                  <a:lnTo>
                    <a:pt x="1278075" y="1919232"/>
                  </a:lnTo>
                  <a:lnTo>
                    <a:pt x="1279787" y="1895410"/>
                  </a:lnTo>
                  <a:lnTo>
                    <a:pt x="1281498" y="1919610"/>
                  </a:lnTo>
                  <a:lnTo>
                    <a:pt x="1283210" y="1961839"/>
                  </a:lnTo>
                  <a:lnTo>
                    <a:pt x="1284921" y="1959812"/>
                  </a:lnTo>
                  <a:lnTo>
                    <a:pt x="1286632" y="1967236"/>
                  </a:lnTo>
                  <a:lnTo>
                    <a:pt x="1288344" y="1898025"/>
                  </a:lnTo>
                  <a:lnTo>
                    <a:pt x="1290055" y="1956906"/>
                  </a:lnTo>
                  <a:lnTo>
                    <a:pt x="1291767" y="1968307"/>
                  </a:lnTo>
                  <a:lnTo>
                    <a:pt x="1293478" y="2081799"/>
                  </a:lnTo>
                  <a:lnTo>
                    <a:pt x="1295189" y="2132233"/>
                  </a:lnTo>
                  <a:lnTo>
                    <a:pt x="1296901" y="2010366"/>
                  </a:lnTo>
                  <a:lnTo>
                    <a:pt x="1298612" y="2004878"/>
                  </a:lnTo>
                  <a:lnTo>
                    <a:pt x="1300324" y="2027016"/>
                  </a:lnTo>
                  <a:lnTo>
                    <a:pt x="1302035" y="2055528"/>
                  </a:lnTo>
                  <a:lnTo>
                    <a:pt x="1303746" y="2055347"/>
                  </a:lnTo>
                  <a:lnTo>
                    <a:pt x="1305458" y="2091893"/>
                  </a:lnTo>
                  <a:lnTo>
                    <a:pt x="1307169" y="2092504"/>
                  </a:lnTo>
                  <a:lnTo>
                    <a:pt x="1308881" y="2209951"/>
                  </a:lnTo>
                  <a:lnTo>
                    <a:pt x="1310592" y="2228740"/>
                  </a:lnTo>
                  <a:lnTo>
                    <a:pt x="1312303" y="2217174"/>
                  </a:lnTo>
                  <a:lnTo>
                    <a:pt x="1314015" y="2225870"/>
                  </a:lnTo>
                  <a:lnTo>
                    <a:pt x="1315726" y="2249144"/>
                  </a:lnTo>
                  <a:lnTo>
                    <a:pt x="1317438" y="2253831"/>
                  </a:lnTo>
                  <a:lnTo>
                    <a:pt x="1319149" y="2256850"/>
                  </a:lnTo>
                  <a:lnTo>
                    <a:pt x="1320860" y="2234764"/>
                  </a:lnTo>
                  <a:lnTo>
                    <a:pt x="1322572" y="2246110"/>
                  </a:lnTo>
                  <a:lnTo>
                    <a:pt x="1324283" y="2215639"/>
                  </a:lnTo>
                  <a:lnTo>
                    <a:pt x="1325995" y="2235232"/>
                  </a:lnTo>
                  <a:lnTo>
                    <a:pt x="1327706" y="2179623"/>
                  </a:lnTo>
                  <a:lnTo>
                    <a:pt x="1329417" y="2073811"/>
                  </a:lnTo>
                  <a:lnTo>
                    <a:pt x="1331129" y="2091383"/>
                  </a:lnTo>
                  <a:lnTo>
                    <a:pt x="1332840" y="2092133"/>
                  </a:lnTo>
                  <a:lnTo>
                    <a:pt x="1334552" y="2082643"/>
                  </a:lnTo>
                  <a:lnTo>
                    <a:pt x="1336263" y="2203746"/>
                  </a:lnTo>
                  <a:lnTo>
                    <a:pt x="1337974" y="2178642"/>
                  </a:lnTo>
                  <a:lnTo>
                    <a:pt x="1339686" y="2188765"/>
                  </a:lnTo>
                  <a:lnTo>
                    <a:pt x="1341397" y="2135185"/>
                  </a:lnTo>
                  <a:lnTo>
                    <a:pt x="1343109" y="2065936"/>
                  </a:lnTo>
                  <a:lnTo>
                    <a:pt x="1344820" y="2028280"/>
                  </a:lnTo>
                  <a:lnTo>
                    <a:pt x="1346531" y="2019498"/>
                  </a:lnTo>
                  <a:lnTo>
                    <a:pt x="1348243" y="1963968"/>
                  </a:lnTo>
                  <a:lnTo>
                    <a:pt x="1349954" y="1961212"/>
                  </a:lnTo>
                  <a:lnTo>
                    <a:pt x="1351666" y="2005415"/>
                  </a:lnTo>
                  <a:lnTo>
                    <a:pt x="1353377" y="1972038"/>
                  </a:lnTo>
                  <a:lnTo>
                    <a:pt x="1355088" y="1902262"/>
                  </a:lnTo>
                  <a:lnTo>
                    <a:pt x="1356800" y="1904957"/>
                  </a:lnTo>
                  <a:lnTo>
                    <a:pt x="1358511" y="1917045"/>
                  </a:lnTo>
                  <a:lnTo>
                    <a:pt x="1360223" y="1864524"/>
                  </a:lnTo>
                  <a:lnTo>
                    <a:pt x="1361934" y="1839253"/>
                  </a:lnTo>
                  <a:lnTo>
                    <a:pt x="1363645" y="1863262"/>
                  </a:lnTo>
                  <a:lnTo>
                    <a:pt x="1365357" y="1841096"/>
                  </a:lnTo>
                  <a:lnTo>
                    <a:pt x="1367068" y="1862610"/>
                  </a:lnTo>
                  <a:lnTo>
                    <a:pt x="1368780" y="1810737"/>
                  </a:lnTo>
                  <a:lnTo>
                    <a:pt x="1370491" y="1829517"/>
                  </a:lnTo>
                  <a:lnTo>
                    <a:pt x="1372202" y="1854664"/>
                  </a:lnTo>
                  <a:lnTo>
                    <a:pt x="1373914" y="1862540"/>
                  </a:lnTo>
                  <a:lnTo>
                    <a:pt x="1375625" y="1927882"/>
                  </a:lnTo>
                  <a:lnTo>
                    <a:pt x="1377337" y="1951011"/>
                  </a:lnTo>
                  <a:lnTo>
                    <a:pt x="1379048" y="1972521"/>
                  </a:lnTo>
                  <a:lnTo>
                    <a:pt x="1380759" y="1995815"/>
                  </a:lnTo>
                  <a:lnTo>
                    <a:pt x="1382471" y="2140181"/>
                  </a:lnTo>
                  <a:lnTo>
                    <a:pt x="1384182" y="2157906"/>
                  </a:lnTo>
                  <a:lnTo>
                    <a:pt x="1385893" y="2169263"/>
                  </a:lnTo>
                  <a:lnTo>
                    <a:pt x="1387605" y="2139508"/>
                  </a:lnTo>
                  <a:lnTo>
                    <a:pt x="1389316" y="2175635"/>
                  </a:lnTo>
                  <a:lnTo>
                    <a:pt x="1391028" y="2090235"/>
                  </a:lnTo>
                  <a:lnTo>
                    <a:pt x="1392739" y="2117903"/>
                  </a:lnTo>
                  <a:lnTo>
                    <a:pt x="1394450" y="2044511"/>
                  </a:lnTo>
                  <a:lnTo>
                    <a:pt x="1396162" y="2194712"/>
                  </a:lnTo>
                  <a:lnTo>
                    <a:pt x="1397873" y="2221954"/>
                  </a:lnTo>
                  <a:lnTo>
                    <a:pt x="1399585" y="2223536"/>
                  </a:lnTo>
                  <a:lnTo>
                    <a:pt x="1401296" y="2167251"/>
                  </a:lnTo>
                  <a:lnTo>
                    <a:pt x="1403007" y="2256028"/>
                  </a:lnTo>
                  <a:lnTo>
                    <a:pt x="1404719" y="2276116"/>
                  </a:lnTo>
                  <a:lnTo>
                    <a:pt x="1406430" y="2267345"/>
                  </a:lnTo>
                  <a:lnTo>
                    <a:pt x="1408142" y="2244909"/>
                  </a:lnTo>
                  <a:lnTo>
                    <a:pt x="1409853" y="2242497"/>
                  </a:lnTo>
                  <a:lnTo>
                    <a:pt x="1411564" y="2113967"/>
                  </a:lnTo>
                  <a:lnTo>
                    <a:pt x="1413276" y="2039603"/>
                  </a:lnTo>
                  <a:lnTo>
                    <a:pt x="1414987" y="2006532"/>
                  </a:lnTo>
                  <a:lnTo>
                    <a:pt x="1416699" y="2020552"/>
                  </a:lnTo>
                  <a:lnTo>
                    <a:pt x="1418410" y="1931391"/>
                  </a:lnTo>
                  <a:lnTo>
                    <a:pt x="1420121" y="1918614"/>
                  </a:lnTo>
                  <a:lnTo>
                    <a:pt x="1421833" y="1893468"/>
                  </a:lnTo>
                  <a:lnTo>
                    <a:pt x="1423544" y="1956948"/>
                  </a:lnTo>
                  <a:lnTo>
                    <a:pt x="1425256" y="1873706"/>
                  </a:lnTo>
                  <a:lnTo>
                    <a:pt x="1426967" y="1891055"/>
                  </a:lnTo>
                  <a:lnTo>
                    <a:pt x="1428678" y="1906324"/>
                  </a:lnTo>
                  <a:lnTo>
                    <a:pt x="1430390" y="2026360"/>
                  </a:lnTo>
                  <a:lnTo>
                    <a:pt x="1432101" y="2075181"/>
                  </a:lnTo>
                  <a:lnTo>
                    <a:pt x="1433813" y="2126791"/>
                  </a:lnTo>
                  <a:lnTo>
                    <a:pt x="1435524" y="2166595"/>
                  </a:lnTo>
                  <a:lnTo>
                    <a:pt x="1437235" y="2119756"/>
                  </a:lnTo>
                  <a:lnTo>
                    <a:pt x="1438947" y="2085062"/>
                  </a:lnTo>
                  <a:lnTo>
                    <a:pt x="1440658" y="2132417"/>
                  </a:lnTo>
                  <a:lnTo>
                    <a:pt x="1442370" y="2138056"/>
                  </a:lnTo>
                  <a:lnTo>
                    <a:pt x="1444081" y="2146752"/>
                  </a:lnTo>
                  <a:lnTo>
                    <a:pt x="1445792" y="2148789"/>
                  </a:lnTo>
                  <a:lnTo>
                    <a:pt x="1447504" y="2195751"/>
                  </a:lnTo>
                  <a:lnTo>
                    <a:pt x="1449215" y="2240196"/>
                  </a:lnTo>
                  <a:lnTo>
                    <a:pt x="1450927" y="2241339"/>
                  </a:lnTo>
                  <a:lnTo>
                    <a:pt x="1452638" y="2223705"/>
                  </a:lnTo>
                  <a:lnTo>
                    <a:pt x="1454349" y="2230003"/>
                  </a:lnTo>
                  <a:lnTo>
                    <a:pt x="1456061" y="2196892"/>
                  </a:lnTo>
                  <a:lnTo>
                    <a:pt x="1457772" y="2177025"/>
                  </a:lnTo>
                  <a:lnTo>
                    <a:pt x="1459484" y="2119194"/>
                  </a:lnTo>
                  <a:lnTo>
                    <a:pt x="1461195" y="2122983"/>
                  </a:lnTo>
                  <a:lnTo>
                    <a:pt x="1462906" y="2125672"/>
                  </a:lnTo>
                  <a:lnTo>
                    <a:pt x="1464618" y="2006755"/>
                  </a:lnTo>
                  <a:lnTo>
                    <a:pt x="1466329" y="2006201"/>
                  </a:lnTo>
                  <a:lnTo>
                    <a:pt x="1468041" y="2113957"/>
                  </a:lnTo>
                  <a:lnTo>
                    <a:pt x="1469752" y="2104102"/>
                  </a:lnTo>
                  <a:lnTo>
                    <a:pt x="1471463" y="2129514"/>
                  </a:lnTo>
                  <a:lnTo>
                    <a:pt x="1473175" y="1975622"/>
                  </a:lnTo>
                  <a:lnTo>
                    <a:pt x="1474886" y="1996718"/>
                  </a:lnTo>
                  <a:lnTo>
                    <a:pt x="1476598" y="1915832"/>
                  </a:lnTo>
                  <a:lnTo>
                    <a:pt x="1478309" y="1931739"/>
                  </a:lnTo>
                  <a:lnTo>
                    <a:pt x="1480020" y="1956742"/>
                  </a:lnTo>
                  <a:lnTo>
                    <a:pt x="1481732" y="1950107"/>
                  </a:lnTo>
                  <a:lnTo>
                    <a:pt x="1483443" y="2010037"/>
                  </a:lnTo>
                  <a:lnTo>
                    <a:pt x="1485155" y="2073590"/>
                  </a:lnTo>
                  <a:lnTo>
                    <a:pt x="1486866" y="2094378"/>
                  </a:lnTo>
                  <a:lnTo>
                    <a:pt x="1488577" y="2043418"/>
                  </a:lnTo>
                  <a:lnTo>
                    <a:pt x="1490289" y="1912525"/>
                  </a:lnTo>
                  <a:lnTo>
                    <a:pt x="1492000" y="1980990"/>
                  </a:lnTo>
                  <a:lnTo>
                    <a:pt x="1493711" y="1939428"/>
                  </a:lnTo>
                  <a:lnTo>
                    <a:pt x="1495423" y="1986640"/>
                  </a:lnTo>
                  <a:lnTo>
                    <a:pt x="1497134" y="2078389"/>
                  </a:lnTo>
                  <a:lnTo>
                    <a:pt x="1498846" y="2093305"/>
                  </a:lnTo>
                  <a:lnTo>
                    <a:pt x="1500557" y="2175641"/>
                  </a:lnTo>
                  <a:lnTo>
                    <a:pt x="1502268" y="2180673"/>
                  </a:lnTo>
                  <a:lnTo>
                    <a:pt x="1503980" y="2172594"/>
                  </a:lnTo>
                  <a:lnTo>
                    <a:pt x="1505691" y="2139217"/>
                  </a:lnTo>
                  <a:lnTo>
                    <a:pt x="1507403" y="2087605"/>
                  </a:lnTo>
                  <a:lnTo>
                    <a:pt x="1509114" y="2000826"/>
                  </a:lnTo>
                  <a:lnTo>
                    <a:pt x="1510825" y="1937997"/>
                  </a:lnTo>
                  <a:lnTo>
                    <a:pt x="1512537" y="1966368"/>
                  </a:lnTo>
                  <a:lnTo>
                    <a:pt x="1514248" y="1945741"/>
                  </a:lnTo>
                  <a:lnTo>
                    <a:pt x="1515960" y="1993869"/>
                  </a:lnTo>
                  <a:lnTo>
                    <a:pt x="1517671" y="1978347"/>
                  </a:lnTo>
                  <a:lnTo>
                    <a:pt x="1519382" y="1969645"/>
                  </a:lnTo>
                  <a:lnTo>
                    <a:pt x="1521094" y="1911478"/>
                  </a:lnTo>
                  <a:lnTo>
                    <a:pt x="1522805" y="1924302"/>
                  </a:lnTo>
                  <a:lnTo>
                    <a:pt x="1524517" y="1927934"/>
                  </a:lnTo>
                  <a:lnTo>
                    <a:pt x="1526228" y="1908501"/>
                  </a:lnTo>
                  <a:lnTo>
                    <a:pt x="1527939" y="1900856"/>
                  </a:lnTo>
                  <a:lnTo>
                    <a:pt x="1529651" y="1969108"/>
                  </a:lnTo>
                  <a:lnTo>
                    <a:pt x="1531362" y="1974848"/>
                  </a:lnTo>
                  <a:lnTo>
                    <a:pt x="1533074" y="1965079"/>
                  </a:lnTo>
                  <a:lnTo>
                    <a:pt x="1534785" y="1981554"/>
                  </a:lnTo>
                  <a:lnTo>
                    <a:pt x="1536496" y="2063271"/>
                  </a:lnTo>
                  <a:lnTo>
                    <a:pt x="1538208" y="2065254"/>
                  </a:lnTo>
                  <a:lnTo>
                    <a:pt x="1539919" y="2063839"/>
                  </a:lnTo>
                  <a:lnTo>
                    <a:pt x="1541631" y="2127661"/>
                  </a:lnTo>
                  <a:lnTo>
                    <a:pt x="1543342" y="2172084"/>
                  </a:lnTo>
                  <a:lnTo>
                    <a:pt x="1545053" y="2171752"/>
                  </a:lnTo>
                  <a:lnTo>
                    <a:pt x="1546765" y="2158819"/>
                  </a:lnTo>
                  <a:lnTo>
                    <a:pt x="1548476" y="2190200"/>
                  </a:lnTo>
                  <a:lnTo>
                    <a:pt x="1550188" y="2160959"/>
                  </a:lnTo>
                  <a:lnTo>
                    <a:pt x="1551899" y="2174136"/>
                  </a:lnTo>
                  <a:lnTo>
                    <a:pt x="1553610" y="2140994"/>
                  </a:lnTo>
                  <a:lnTo>
                    <a:pt x="1555322" y="2092655"/>
                  </a:lnTo>
                  <a:lnTo>
                    <a:pt x="1557033" y="2061010"/>
                  </a:lnTo>
                  <a:lnTo>
                    <a:pt x="1558745" y="2045439"/>
                  </a:lnTo>
                  <a:lnTo>
                    <a:pt x="1560456" y="2042615"/>
                  </a:lnTo>
                  <a:lnTo>
                    <a:pt x="1562167" y="1996558"/>
                  </a:lnTo>
                  <a:lnTo>
                    <a:pt x="1563879" y="1948526"/>
                  </a:lnTo>
                  <a:lnTo>
                    <a:pt x="1565590" y="1923743"/>
                  </a:lnTo>
                  <a:lnTo>
                    <a:pt x="1567302" y="1944907"/>
                  </a:lnTo>
                  <a:lnTo>
                    <a:pt x="1569013" y="2000105"/>
                  </a:lnTo>
                  <a:lnTo>
                    <a:pt x="1570724" y="2061353"/>
                  </a:lnTo>
                  <a:lnTo>
                    <a:pt x="1572436" y="1951094"/>
                  </a:lnTo>
                  <a:lnTo>
                    <a:pt x="1574147" y="1849723"/>
                  </a:lnTo>
                  <a:lnTo>
                    <a:pt x="1575859" y="1883457"/>
                  </a:lnTo>
                  <a:lnTo>
                    <a:pt x="1577570" y="1867790"/>
                  </a:lnTo>
                  <a:lnTo>
                    <a:pt x="1579281" y="1822796"/>
                  </a:lnTo>
                  <a:lnTo>
                    <a:pt x="1580993" y="1831397"/>
                  </a:lnTo>
                  <a:lnTo>
                    <a:pt x="1582704" y="1802605"/>
                  </a:lnTo>
                  <a:lnTo>
                    <a:pt x="1584416" y="1860497"/>
                  </a:lnTo>
                  <a:lnTo>
                    <a:pt x="1586127" y="1914913"/>
                  </a:lnTo>
                  <a:lnTo>
                    <a:pt x="1587838" y="1914463"/>
                  </a:lnTo>
                  <a:lnTo>
                    <a:pt x="1589550" y="1927067"/>
                  </a:lnTo>
                  <a:lnTo>
                    <a:pt x="1591261" y="1962628"/>
                  </a:lnTo>
                  <a:lnTo>
                    <a:pt x="1592973" y="2024328"/>
                  </a:lnTo>
                  <a:lnTo>
                    <a:pt x="1594684" y="2143386"/>
                  </a:lnTo>
                  <a:lnTo>
                    <a:pt x="1596395" y="2158506"/>
                  </a:lnTo>
                  <a:lnTo>
                    <a:pt x="1598107" y="2069654"/>
                  </a:lnTo>
                  <a:lnTo>
                    <a:pt x="1599818" y="2032557"/>
                  </a:lnTo>
                  <a:lnTo>
                    <a:pt x="1601529" y="1993792"/>
                  </a:lnTo>
                  <a:lnTo>
                    <a:pt x="1603241" y="2009832"/>
                  </a:lnTo>
                  <a:lnTo>
                    <a:pt x="1604952" y="2131804"/>
                  </a:lnTo>
                  <a:lnTo>
                    <a:pt x="1606664" y="2146285"/>
                  </a:lnTo>
                  <a:lnTo>
                    <a:pt x="1608375" y="2177730"/>
                  </a:lnTo>
                  <a:lnTo>
                    <a:pt x="1610086" y="2057776"/>
                  </a:lnTo>
                  <a:lnTo>
                    <a:pt x="1611798" y="2050916"/>
                  </a:lnTo>
                  <a:lnTo>
                    <a:pt x="1613509" y="2126830"/>
                  </a:lnTo>
                  <a:lnTo>
                    <a:pt x="1615221" y="2153092"/>
                  </a:lnTo>
                  <a:lnTo>
                    <a:pt x="1616932" y="2104980"/>
                  </a:lnTo>
                  <a:lnTo>
                    <a:pt x="1618643" y="2061768"/>
                  </a:lnTo>
                  <a:lnTo>
                    <a:pt x="1620355" y="1956458"/>
                  </a:lnTo>
                  <a:lnTo>
                    <a:pt x="1622066" y="1932906"/>
                  </a:lnTo>
                  <a:lnTo>
                    <a:pt x="1623778" y="1929870"/>
                  </a:lnTo>
                  <a:lnTo>
                    <a:pt x="1625489" y="1896679"/>
                  </a:lnTo>
                  <a:lnTo>
                    <a:pt x="1627200" y="1887258"/>
                  </a:lnTo>
                  <a:lnTo>
                    <a:pt x="1628912" y="1943169"/>
                  </a:lnTo>
                  <a:lnTo>
                    <a:pt x="1630623" y="1939044"/>
                  </a:lnTo>
                  <a:lnTo>
                    <a:pt x="1632335" y="1925538"/>
                  </a:lnTo>
                  <a:lnTo>
                    <a:pt x="1634046" y="1894734"/>
                  </a:lnTo>
                  <a:lnTo>
                    <a:pt x="1635757" y="1942170"/>
                  </a:lnTo>
                  <a:lnTo>
                    <a:pt x="1637469" y="1965317"/>
                  </a:lnTo>
                  <a:lnTo>
                    <a:pt x="1639180" y="1889442"/>
                  </a:lnTo>
                  <a:lnTo>
                    <a:pt x="1640892" y="1879427"/>
                  </a:lnTo>
                  <a:lnTo>
                    <a:pt x="1642603" y="1898421"/>
                  </a:lnTo>
                  <a:lnTo>
                    <a:pt x="1644314" y="1954647"/>
                  </a:lnTo>
                  <a:lnTo>
                    <a:pt x="1646026" y="2106300"/>
                  </a:lnTo>
                  <a:lnTo>
                    <a:pt x="1647737" y="2083039"/>
                  </a:lnTo>
                  <a:lnTo>
                    <a:pt x="1649449" y="2005815"/>
                  </a:lnTo>
                  <a:lnTo>
                    <a:pt x="1651160" y="2026835"/>
                  </a:lnTo>
                  <a:lnTo>
                    <a:pt x="1652871" y="2202131"/>
                  </a:lnTo>
                  <a:lnTo>
                    <a:pt x="1654583" y="2214979"/>
                  </a:lnTo>
                  <a:lnTo>
                    <a:pt x="1656294" y="2235366"/>
                  </a:lnTo>
                  <a:lnTo>
                    <a:pt x="1658006" y="2233032"/>
                  </a:lnTo>
                  <a:lnTo>
                    <a:pt x="1659717" y="2230910"/>
                  </a:lnTo>
                  <a:lnTo>
                    <a:pt x="1661428" y="2227460"/>
                  </a:lnTo>
                  <a:lnTo>
                    <a:pt x="1663140" y="2210104"/>
                  </a:lnTo>
                  <a:lnTo>
                    <a:pt x="1664851" y="2235079"/>
                  </a:lnTo>
                  <a:lnTo>
                    <a:pt x="1666563" y="2249875"/>
                  </a:lnTo>
                  <a:lnTo>
                    <a:pt x="1668274" y="2218810"/>
                  </a:lnTo>
                  <a:lnTo>
                    <a:pt x="1669985" y="2242839"/>
                  </a:lnTo>
                  <a:lnTo>
                    <a:pt x="1671697" y="2228881"/>
                  </a:lnTo>
                  <a:lnTo>
                    <a:pt x="1673408" y="2244474"/>
                  </a:lnTo>
                  <a:lnTo>
                    <a:pt x="1675120" y="2241060"/>
                  </a:lnTo>
                  <a:lnTo>
                    <a:pt x="1676831" y="2175606"/>
                  </a:lnTo>
                  <a:lnTo>
                    <a:pt x="1678542" y="2114050"/>
                  </a:lnTo>
                  <a:lnTo>
                    <a:pt x="1680254" y="2137825"/>
                  </a:lnTo>
                  <a:lnTo>
                    <a:pt x="1681965" y="2215609"/>
                  </a:lnTo>
                  <a:lnTo>
                    <a:pt x="1683677" y="2232253"/>
                  </a:lnTo>
                  <a:lnTo>
                    <a:pt x="1685388" y="2198522"/>
                  </a:lnTo>
                  <a:lnTo>
                    <a:pt x="1687099" y="2191210"/>
                  </a:lnTo>
                  <a:lnTo>
                    <a:pt x="1688811" y="2173927"/>
                  </a:lnTo>
                  <a:lnTo>
                    <a:pt x="1690522" y="2144490"/>
                  </a:lnTo>
                  <a:lnTo>
                    <a:pt x="1692234" y="2130930"/>
                  </a:lnTo>
                  <a:lnTo>
                    <a:pt x="1693945" y="2191380"/>
                  </a:lnTo>
                  <a:lnTo>
                    <a:pt x="1695656" y="2245235"/>
                  </a:lnTo>
                  <a:lnTo>
                    <a:pt x="1697368" y="2266760"/>
                  </a:lnTo>
                  <a:lnTo>
                    <a:pt x="1699079" y="2278343"/>
                  </a:lnTo>
                  <a:lnTo>
                    <a:pt x="1700790" y="2286774"/>
                  </a:lnTo>
                  <a:lnTo>
                    <a:pt x="1702502" y="2267807"/>
                  </a:lnTo>
                  <a:lnTo>
                    <a:pt x="1704213" y="2260119"/>
                  </a:lnTo>
                  <a:lnTo>
                    <a:pt x="1705925" y="2264415"/>
                  </a:lnTo>
                  <a:lnTo>
                    <a:pt x="1707636" y="2271414"/>
                  </a:lnTo>
                  <a:lnTo>
                    <a:pt x="1709347" y="2235790"/>
                  </a:lnTo>
                  <a:lnTo>
                    <a:pt x="1711059" y="2223408"/>
                  </a:lnTo>
                  <a:lnTo>
                    <a:pt x="1712770" y="2205352"/>
                  </a:lnTo>
                  <a:lnTo>
                    <a:pt x="1714482" y="2237589"/>
                  </a:lnTo>
                  <a:lnTo>
                    <a:pt x="1716193" y="2238515"/>
                  </a:lnTo>
                  <a:lnTo>
                    <a:pt x="1717904" y="2224820"/>
                  </a:lnTo>
                  <a:lnTo>
                    <a:pt x="1719616" y="2284295"/>
                  </a:lnTo>
                  <a:lnTo>
                    <a:pt x="1721327" y="2326508"/>
                  </a:lnTo>
                  <a:lnTo>
                    <a:pt x="1723039" y="2357519"/>
                  </a:lnTo>
                  <a:lnTo>
                    <a:pt x="1724750" y="2340786"/>
                  </a:lnTo>
                  <a:lnTo>
                    <a:pt x="1726461" y="2323591"/>
                  </a:lnTo>
                  <a:lnTo>
                    <a:pt x="1728173" y="2312318"/>
                  </a:lnTo>
                  <a:lnTo>
                    <a:pt x="1729884" y="2281754"/>
                  </a:lnTo>
                  <a:lnTo>
                    <a:pt x="1731596" y="2301291"/>
                  </a:lnTo>
                  <a:lnTo>
                    <a:pt x="1733307" y="2281086"/>
                  </a:lnTo>
                  <a:lnTo>
                    <a:pt x="1735018" y="2308873"/>
                  </a:lnTo>
                  <a:lnTo>
                    <a:pt x="1736730" y="2298580"/>
                  </a:lnTo>
                  <a:lnTo>
                    <a:pt x="1738441" y="2297654"/>
                  </a:lnTo>
                  <a:lnTo>
                    <a:pt x="1740153" y="2304633"/>
                  </a:lnTo>
                  <a:lnTo>
                    <a:pt x="1741864" y="2239888"/>
                  </a:lnTo>
                  <a:lnTo>
                    <a:pt x="1743575" y="2221248"/>
                  </a:lnTo>
                  <a:lnTo>
                    <a:pt x="1745287" y="2207174"/>
                  </a:lnTo>
                  <a:lnTo>
                    <a:pt x="1746998" y="2221043"/>
                  </a:lnTo>
                  <a:lnTo>
                    <a:pt x="1748710" y="2214551"/>
                  </a:lnTo>
                  <a:lnTo>
                    <a:pt x="1750421" y="2173837"/>
                  </a:lnTo>
                  <a:lnTo>
                    <a:pt x="1752132" y="2133910"/>
                  </a:lnTo>
                  <a:lnTo>
                    <a:pt x="1753844" y="2171549"/>
                  </a:lnTo>
                  <a:lnTo>
                    <a:pt x="1755555" y="2197478"/>
                  </a:lnTo>
                  <a:lnTo>
                    <a:pt x="1757267" y="2134741"/>
                  </a:lnTo>
                  <a:lnTo>
                    <a:pt x="1758978" y="2023401"/>
                  </a:lnTo>
                  <a:lnTo>
                    <a:pt x="1760689" y="2021023"/>
                  </a:lnTo>
                  <a:lnTo>
                    <a:pt x="1762401" y="2116487"/>
                  </a:lnTo>
                  <a:lnTo>
                    <a:pt x="1764112" y="2222735"/>
                  </a:lnTo>
                  <a:lnTo>
                    <a:pt x="1765824" y="2224840"/>
                  </a:lnTo>
                  <a:lnTo>
                    <a:pt x="1767535" y="2201059"/>
                  </a:lnTo>
                  <a:lnTo>
                    <a:pt x="1769246" y="2193121"/>
                  </a:lnTo>
                  <a:lnTo>
                    <a:pt x="1770958" y="2232123"/>
                  </a:lnTo>
                  <a:lnTo>
                    <a:pt x="1772669" y="2271448"/>
                  </a:lnTo>
                  <a:lnTo>
                    <a:pt x="1774381" y="2281617"/>
                  </a:lnTo>
                  <a:lnTo>
                    <a:pt x="1776092" y="2293587"/>
                  </a:lnTo>
                  <a:lnTo>
                    <a:pt x="1777803" y="2286167"/>
                  </a:lnTo>
                  <a:lnTo>
                    <a:pt x="1779515" y="2308161"/>
                  </a:lnTo>
                  <a:lnTo>
                    <a:pt x="1781226" y="2281548"/>
                  </a:lnTo>
                  <a:lnTo>
                    <a:pt x="1782938" y="2290930"/>
                  </a:lnTo>
                  <a:lnTo>
                    <a:pt x="1784649" y="2266820"/>
                  </a:lnTo>
                  <a:lnTo>
                    <a:pt x="1786360" y="2230448"/>
                  </a:lnTo>
                  <a:lnTo>
                    <a:pt x="1788072" y="2228420"/>
                  </a:lnTo>
                  <a:lnTo>
                    <a:pt x="1789783" y="2167184"/>
                  </a:lnTo>
                  <a:lnTo>
                    <a:pt x="1791495" y="2119304"/>
                  </a:lnTo>
                  <a:lnTo>
                    <a:pt x="1793206" y="2051981"/>
                  </a:lnTo>
                  <a:lnTo>
                    <a:pt x="1794917" y="2044383"/>
                  </a:lnTo>
                  <a:lnTo>
                    <a:pt x="1796629" y="2116691"/>
                  </a:lnTo>
                  <a:lnTo>
                    <a:pt x="1798340" y="2153724"/>
                  </a:lnTo>
                  <a:lnTo>
                    <a:pt x="1800052" y="2190235"/>
                  </a:lnTo>
                  <a:lnTo>
                    <a:pt x="1801763" y="2204911"/>
                  </a:lnTo>
                  <a:lnTo>
                    <a:pt x="1803474" y="2211721"/>
                  </a:lnTo>
                  <a:lnTo>
                    <a:pt x="1805186" y="2185209"/>
                  </a:lnTo>
                  <a:lnTo>
                    <a:pt x="1806897" y="2126443"/>
                  </a:lnTo>
                  <a:lnTo>
                    <a:pt x="1808608" y="2184145"/>
                  </a:lnTo>
                  <a:lnTo>
                    <a:pt x="1810320" y="2207149"/>
                  </a:lnTo>
                  <a:lnTo>
                    <a:pt x="1812031" y="2175611"/>
                  </a:lnTo>
                  <a:lnTo>
                    <a:pt x="1813743" y="2068837"/>
                  </a:lnTo>
                  <a:lnTo>
                    <a:pt x="1815454" y="2123771"/>
                  </a:lnTo>
                  <a:lnTo>
                    <a:pt x="1817165" y="2102429"/>
                  </a:lnTo>
                  <a:lnTo>
                    <a:pt x="1818877" y="2028423"/>
                  </a:lnTo>
                  <a:lnTo>
                    <a:pt x="1820588" y="2029286"/>
                  </a:lnTo>
                  <a:lnTo>
                    <a:pt x="1822300" y="2071595"/>
                  </a:lnTo>
                  <a:lnTo>
                    <a:pt x="1824011" y="2091850"/>
                  </a:lnTo>
                  <a:lnTo>
                    <a:pt x="1825722" y="2119596"/>
                  </a:lnTo>
                  <a:lnTo>
                    <a:pt x="1827434" y="2216197"/>
                  </a:lnTo>
                  <a:lnTo>
                    <a:pt x="1829145" y="2206797"/>
                  </a:lnTo>
                  <a:lnTo>
                    <a:pt x="1830857" y="2250488"/>
                  </a:lnTo>
                  <a:lnTo>
                    <a:pt x="1832568" y="2247548"/>
                  </a:lnTo>
                  <a:lnTo>
                    <a:pt x="1834279" y="2235446"/>
                  </a:lnTo>
                  <a:lnTo>
                    <a:pt x="1835991" y="2165896"/>
                  </a:lnTo>
                  <a:lnTo>
                    <a:pt x="1837702" y="2186584"/>
                  </a:lnTo>
                  <a:lnTo>
                    <a:pt x="1839414" y="2231848"/>
                  </a:lnTo>
                  <a:lnTo>
                    <a:pt x="1841125" y="2220935"/>
                  </a:lnTo>
                  <a:lnTo>
                    <a:pt x="1842836" y="2176519"/>
                  </a:lnTo>
                  <a:lnTo>
                    <a:pt x="1844548" y="2226457"/>
                  </a:lnTo>
                  <a:lnTo>
                    <a:pt x="1846259" y="2194926"/>
                  </a:lnTo>
                  <a:lnTo>
                    <a:pt x="1847971" y="2225989"/>
                  </a:lnTo>
                  <a:lnTo>
                    <a:pt x="1849682" y="2190712"/>
                  </a:lnTo>
                  <a:lnTo>
                    <a:pt x="1851393" y="2166934"/>
                  </a:lnTo>
                  <a:lnTo>
                    <a:pt x="1853105" y="2166953"/>
                  </a:lnTo>
                  <a:lnTo>
                    <a:pt x="1854816" y="2173496"/>
                  </a:lnTo>
                  <a:lnTo>
                    <a:pt x="1856528" y="2140881"/>
                  </a:lnTo>
                  <a:lnTo>
                    <a:pt x="1858239" y="2116891"/>
                  </a:lnTo>
                  <a:lnTo>
                    <a:pt x="1859950" y="2115950"/>
                  </a:lnTo>
                  <a:lnTo>
                    <a:pt x="1861662" y="2134615"/>
                  </a:lnTo>
                  <a:lnTo>
                    <a:pt x="1863373" y="2167795"/>
                  </a:lnTo>
                  <a:lnTo>
                    <a:pt x="1865085" y="2192879"/>
                  </a:lnTo>
                  <a:lnTo>
                    <a:pt x="1866796" y="2106789"/>
                  </a:lnTo>
                  <a:lnTo>
                    <a:pt x="1868507" y="2058451"/>
                  </a:lnTo>
                  <a:lnTo>
                    <a:pt x="1870219" y="2127923"/>
                  </a:lnTo>
                  <a:lnTo>
                    <a:pt x="1871930" y="2115134"/>
                  </a:lnTo>
                  <a:lnTo>
                    <a:pt x="1873642" y="2120854"/>
                  </a:lnTo>
                  <a:lnTo>
                    <a:pt x="1875353" y="2048254"/>
                  </a:lnTo>
                  <a:lnTo>
                    <a:pt x="1877064" y="2033465"/>
                  </a:lnTo>
                  <a:lnTo>
                    <a:pt x="1878776" y="1977251"/>
                  </a:lnTo>
                  <a:lnTo>
                    <a:pt x="1880487" y="1979758"/>
                  </a:lnTo>
                  <a:lnTo>
                    <a:pt x="1882199" y="2001640"/>
                  </a:lnTo>
                  <a:lnTo>
                    <a:pt x="1883910" y="2051435"/>
                  </a:lnTo>
                  <a:lnTo>
                    <a:pt x="1885621" y="2090506"/>
                  </a:lnTo>
                  <a:lnTo>
                    <a:pt x="1887333" y="2086373"/>
                  </a:lnTo>
                  <a:lnTo>
                    <a:pt x="1889044" y="2133442"/>
                  </a:lnTo>
                  <a:lnTo>
                    <a:pt x="1890756" y="2156583"/>
                  </a:lnTo>
                  <a:lnTo>
                    <a:pt x="1892467" y="2192117"/>
                  </a:lnTo>
                  <a:lnTo>
                    <a:pt x="1894178" y="2182159"/>
                  </a:lnTo>
                  <a:lnTo>
                    <a:pt x="1895890" y="2186520"/>
                  </a:lnTo>
                  <a:lnTo>
                    <a:pt x="1897601" y="2136276"/>
                  </a:lnTo>
                  <a:lnTo>
                    <a:pt x="1899313" y="2100143"/>
                  </a:lnTo>
                  <a:lnTo>
                    <a:pt x="1901024" y="2006098"/>
                  </a:lnTo>
                  <a:lnTo>
                    <a:pt x="1902735" y="1916836"/>
                  </a:lnTo>
                  <a:lnTo>
                    <a:pt x="1904447" y="1966736"/>
                  </a:lnTo>
                  <a:lnTo>
                    <a:pt x="1906158" y="1889407"/>
                  </a:lnTo>
                  <a:lnTo>
                    <a:pt x="1907870" y="1896169"/>
                  </a:lnTo>
                  <a:lnTo>
                    <a:pt x="1909581" y="1890693"/>
                  </a:lnTo>
                  <a:lnTo>
                    <a:pt x="1911292" y="1886332"/>
                  </a:lnTo>
                  <a:lnTo>
                    <a:pt x="1913004" y="1944377"/>
                  </a:lnTo>
                  <a:lnTo>
                    <a:pt x="1914715" y="2010371"/>
                  </a:lnTo>
                  <a:lnTo>
                    <a:pt x="1916426" y="1964389"/>
                  </a:lnTo>
                  <a:lnTo>
                    <a:pt x="1918138" y="1956387"/>
                  </a:lnTo>
                  <a:lnTo>
                    <a:pt x="1919849" y="1944353"/>
                  </a:lnTo>
                  <a:lnTo>
                    <a:pt x="1921561" y="1997743"/>
                  </a:lnTo>
                  <a:lnTo>
                    <a:pt x="1923272" y="2059468"/>
                  </a:lnTo>
                  <a:lnTo>
                    <a:pt x="1924983" y="2169212"/>
                  </a:lnTo>
                  <a:lnTo>
                    <a:pt x="1926695" y="2234247"/>
                  </a:lnTo>
                  <a:lnTo>
                    <a:pt x="1928406" y="2212441"/>
                  </a:lnTo>
                  <a:lnTo>
                    <a:pt x="1930118" y="2186701"/>
                  </a:lnTo>
                  <a:lnTo>
                    <a:pt x="1931829" y="2133669"/>
                  </a:lnTo>
                  <a:lnTo>
                    <a:pt x="1933540" y="2199160"/>
                  </a:lnTo>
                  <a:lnTo>
                    <a:pt x="1935252" y="2203541"/>
                  </a:lnTo>
                  <a:lnTo>
                    <a:pt x="1936963" y="2208208"/>
                  </a:lnTo>
                  <a:lnTo>
                    <a:pt x="1938675" y="2200639"/>
                  </a:lnTo>
                  <a:lnTo>
                    <a:pt x="1940386" y="2139393"/>
                  </a:lnTo>
                  <a:lnTo>
                    <a:pt x="1942097" y="2039439"/>
                  </a:lnTo>
                  <a:lnTo>
                    <a:pt x="1943809" y="1991695"/>
                  </a:lnTo>
                  <a:lnTo>
                    <a:pt x="1945520" y="2005697"/>
                  </a:lnTo>
                  <a:lnTo>
                    <a:pt x="1947232" y="1971684"/>
                  </a:lnTo>
                  <a:lnTo>
                    <a:pt x="1948943" y="1938624"/>
                  </a:lnTo>
                  <a:lnTo>
                    <a:pt x="1950654" y="1962212"/>
                  </a:lnTo>
                  <a:lnTo>
                    <a:pt x="1952366" y="1968757"/>
                  </a:lnTo>
                  <a:lnTo>
                    <a:pt x="1954077" y="1988825"/>
                  </a:lnTo>
                  <a:lnTo>
                    <a:pt x="1955789" y="1996575"/>
                  </a:lnTo>
                  <a:lnTo>
                    <a:pt x="1957500" y="2073875"/>
                  </a:lnTo>
                  <a:lnTo>
                    <a:pt x="1959211" y="2111302"/>
                  </a:lnTo>
                  <a:lnTo>
                    <a:pt x="1960923" y="2052945"/>
                  </a:lnTo>
                  <a:lnTo>
                    <a:pt x="1962634" y="2064324"/>
                  </a:lnTo>
                  <a:lnTo>
                    <a:pt x="1964346" y="2104219"/>
                  </a:lnTo>
                  <a:lnTo>
                    <a:pt x="1966057" y="2097367"/>
                  </a:lnTo>
                  <a:lnTo>
                    <a:pt x="1967768" y="2085128"/>
                  </a:lnTo>
                  <a:lnTo>
                    <a:pt x="1969480" y="2168992"/>
                  </a:lnTo>
                  <a:lnTo>
                    <a:pt x="1971191" y="2196077"/>
                  </a:lnTo>
                  <a:lnTo>
                    <a:pt x="1972903" y="2198573"/>
                  </a:lnTo>
                  <a:lnTo>
                    <a:pt x="1974614" y="2219117"/>
                  </a:lnTo>
                  <a:lnTo>
                    <a:pt x="1976325" y="2228718"/>
                  </a:lnTo>
                  <a:lnTo>
                    <a:pt x="1978037" y="2211998"/>
                  </a:lnTo>
                  <a:lnTo>
                    <a:pt x="1979748" y="2175109"/>
                  </a:lnTo>
                  <a:lnTo>
                    <a:pt x="1981460" y="2145066"/>
                  </a:lnTo>
                  <a:lnTo>
                    <a:pt x="1983171" y="2160240"/>
                  </a:lnTo>
                  <a:lnTo>
                    <a:pt x="1984882" y="2124701"/>
                  </a:lnTo>
                  <a:lnTo>
                    <a:pt x="1986594" y="2081214"/>
                  </a:lnTo>
                  <a:lnTo>
                    <a:pt x="1988305" y="2068197"/>
                  </a:lnTo>
                  <a:lnTo>
                    <a:pt x="1990017" y="2128399"/>
                  </a:lnTo>
                  <a:lnTo>
                    <a:pt x="1991728" y="2174951"/>
                  </a:lnTo>
                  <a:lnTo>
                    <a:pt x="1993439" y="2142437"/>
                  </a:lnTo>
                  <a:lnTo>
                    <a:pt x="1995151" y="2068280"/>
                  </a:lnTo>
                  <a:lnTo>
                    <a:pt x="1996862" y="2066122"/>
                  </a:lnTo>
                  <a:lnTo>
                    <a:pt x="1998574" y="2183548"/>
                  </a:lnTo>
                  <a:lnTo>
                    <a:pt x="2000285" y="2193267"/>
                  </a:lnTo>
                  <a:lnTo>
                    <a:pt x="2001996" y="2193467"/>
                  </a:lnTo>
                  <a:lnTo>
                    <a:pt x="2003708" y="2152336"/>
                  </a:lnTo>
                  <a:lnTo>
                    <a:pt x="2005419" y="2128752"/>
                  </a:lnTo>
                  <a:lnTo>
                    <a:pt x="2007131" y="2099143"/>
                  </a:lnTo>
                  <a:lnTo>
                    <a:pt x="2008842" y="2085780"/>
                  </a:lnTo>
                  <a:lnTo>
                    <a:pt x="2010553" y="2029126"/>
                  </a:lnTo>
                  <a:lnTo>
                    <a:pt x="2012265" y="2054909"/>
                  </a:lnTo>
                  <a:lnTo>
                    <a:pt x="2013976" y="2097807"/>
                  </a:lnTo>
                  <a:lnTo>
                    <a:pt x="2015687" y="2086908"/>
                  </a:lnTo>
                  <a:lnTo>
                    <a:pt x="2017399" y="2064500"/>
                  </a:lnTo>
                  <a:lnTo>
                    <a:pt x="2019110" y="2069897"/>
                  </a:lnTo>
                  <a:lnTo>
                    <a:pt x="2020822" y="2101007"/>
                  </a:lnTo>
                  <a:lnTo>
                    <a:pt x="2022533" y="2144684"/>
                  </a:lnTo>
                  <a:lnTo>
                    <a:pt x="2024244" y="2131353"/>
                  </a:lnTo>
                  <a:lnTo>
                    <a:pt x="2025956" y="2133112"/>
                  </a:lnTo>
                  <a:lnTo>
                    <a:pt x="2027667" y="2164407"/>
                  </a:lnTo>
                  <a:lnTo>
                    <a:pt x="2029379" y="2191919"/>
                  </a:lnTo>
                  <a:lnTo>
                    <a:pt x="2031090" y="2231777"/>
                  </a:lnTo>
                  <a:lnTo>
                    <a:pt x="2032801" y="2193883"/>
                  </a:lnTo>
                  <a:lnTo>
                    <a:pt x="2034513" y="2190289"/>
                  </a:lnTo>
                  <a:lnTo>
                    <a:pt x="2036224" y="2163271"/>
                  </a:lnTo>
                  <a:lnTo>
                    <a:pt x="2037936" y="2163154"/>
                  </a:lnTo>
                  <a:lnTo>
                    <a:pt x="2039647" y="2141831"/>
                  </a:lnTo>
                  <a:lnTo>
                    <a:pt x="2041358" y="2173782"/>
                  </a:lnTo>
                  <a:lnTo>
                    <a:pt x="2043070" y="2216869"/>
                  </a:lnTo>
                  <a:lnTo>
                    <a:pt x="2044781" y="2242745"/>
                  </a:lnTo>
                  <a:lnTo>
                    <a:pt x="2046493" y="2204198"/>
                  </a:lnTo>
                  <a:lnTo>
                    <a:pt x="2048204" y="2188694"/>
                  </a:lnTo>
                  <a:lnTo>
                    <a:pt x="2049915" y="2083546"/>
                  </a:lnTo>
                  <a:lnTo>
                    <a:pt x="2051627" y="2170125"/>
                  </a:lnTo>
                  <a:lnTo>
                    <a:pt x="2053338" y="2258716"/>
                  </a:lnTo>
                  <a:lnTo>
                    <a:pt x="2055050" y="2271854"/>
                  </a:lnTo>
                  <a:lnTo>
                    <a:pt x="2056761" y="2308893"/>
                  </a:lnTo>
                  <a:lnTo>
                    <a:pt x="2058472" y="2279741"/>
                  </a:lnTo>
                  <a:lnTo>
                    <a:pt x="2060184" y="2266274"/>
                  </a:lnTo>
                  <a:lnTo>
                    <a:pt x="2061895" y="2252002"/>
                  </a:lnTo>
                  <a:lnTo>
                    <a:pt x="2063607" y="2235534"/>
                  </a:lnTo>
                  <a:lnTo>
                    <a:pt x="2065318" y="2209481"/>
                  </a:lnTo>
                  <a:lnTo>
                    <a:pt x="2067029" y="2088430"/>
                  </a:lnTo>
                  <a:lnTo>
                    <a:pt x="2068741" y="2089354"/>
                  </a:lnTo>
                  <a:lnTo>
                    <a:pt x="2070452" y="2118301"/>
                  </a:lnTo>
                  <a:lnTo>
                    <a:pt x="2072164" y="2107727"/>
                  </a:lnTo>
                  <a:lnTo>
                    <a:pt x="2073875" y="2112876"/>
                  </a:lnTo>
                  <a:lnTo>
                    <a:pt x="2075586" y="2200630"/>
                  </a:lnTo>
                  <a:lnTo>
                    <a:pt x="2077298" y="2215018"/>
                  </a:lnTo>
                  <a:lnTo>
                    <a:pt x="2079009" y="2243538"/>
                  </a:lnTo>
                  <a:lnTo>
                    <a:pt x="2080721" y="2253946"/>
                  </a:lnTo>
                  <a:lnTo>
                    <a:pt x="2082432" y="2215607"/>
                  </a:lnTo>
                  <a:lnTo>
                    <a:pt x="2084143" y="2220200"/>
                  </a:lnTo>
                  <a:lnTo>
                    <a:pt x="2085855" y="2244665"/>
                  </a:lnTo>
                  <a:lnTo>
                    <a:pt x="2087566" y="2253402"/>
                  </a:lnTo>
                  <a:lnTo>
                    <a:pt x="2089278" y="2287770"/>
                  </a:lnTo>
                  <a:lnTo>
                    <a:pt x="2090989" y="2284258"/>
                  </a:lnTo>
                  <a:lnTo>
                    <a:pt x="2092700" y="2275142"/>
                  </a:lnTo>
                  <a:lnTo>
                    <a:pt x="2094412" y="2300207"/>
                  </a:lnTo>
                  <a:lnTo>
                    <a:pt x="2096123" y="2277170"/>
                  </a:lnTo>
                  <a:lnTo>
                    <a:pt x="2097835" y="2319669"/>
                  </a:lnTo>
                  <a:lnTo>
                    <a:pt x="2099546" y="2288627"/>
                  </a:lnTo>
                  <a:lnTo>
                    <a:pt x="2101257" y="2306620"/>
                  </a:lnTo>
                  <a:lnTo>
                    <a:pt x="2102969" y="2311729"/>
                  </a:lnTo>
                  <a:lnTo>
                    <a:pt x="2104680" y="2262554"/>
                  </a:lnTo>
                  <a:lnTo>
                    <a:pt x="2106392" y="2243074"/>
                  </a:lnTo>
                  <a:lnTo>
                    <a:pt x="2108103" y="2216656"/>
                  </a:lnTo>
                  <a:lnTo>
                    <a:pt x="2109814" y="2239902"/>
                  </a:lnTo>
                  <a:lnTo>
                    <a:pt x="2111526" y="2225522"/>
                  </a:lnTo>
                  <a:lnTo>
                    <a:pt x="2113237" y="2160117"/>
                  </a:lnTo>
                  <a:lnTo>
                    <a:pt x="2114949" y="2125816"/>
                  </a:lnTo>
                  <a:lnTo>
                    <a:pt x="2116660" y="2094908"/>
                  </a:lnTo>
                  <a:lnTo>
                    <a:pt x="2118371" y="2092028"/>
                  </a:lnTo>
                  <a:lnTo>
                    <a:pt x="2120083" y="2047829"/>
                  </a:lnTo>
                  <a:lnTo>
                    <a:pt x="2121794" y="2086152"/>
                  </a:lnTo>
                  <a:lnTo>
                    <a:pt x="2123505" y="2132903"/>
                  </a:lnTo>
                  <a:lnTo>
                    <a:pt x="2125217" y="2113805"/>
                  </a:lnTo>
                  <a:lnTo>
                    <a:pt x="2126928" y="2085908"/>
                  </a:lnTo>
                  <a:lnTo>
                    <a:pt x="2128640" y="2085618"/>
                  </a:lnTo>
                  <a:lnTo>
                    <a:pt x="2130351" y="2116136"/>
                  </a:lnTo>
                  <a:lnTo>
                    <a:pt x="2132062" y="2081304"/>
                  </a:lnTo>
                  <a:lnTo>
                    <a:pt x="2133774" y="2057274"/>
                  </a:lnTo>
                  <a:lnTo>
                    <a:pt x="2135485" y="2054001"/>
                  </a:lnTo>
                  <a:lnTo>
                    <a:pt x="2137197" y="2085913"/>
                  </a:lnTo>
                  <a:lnTo>
                    <a:pt x="2138908" y="2055063"/>
                  </a:lnTo>
                  <a:lnTo>
                    <a:pt x="2140619" y="2049700"/>
                  </a:lnTo>
                  <a:lnTo>
                    <a:pt x="2142331" y="2016530"/>
                  </a:lnTo>
                  <a:lnTo>
                    <a:pt x="2144042" y="2042478"/>
                  </a:lnTo>
                  <a:lnTo>
                    <a:pt x="2145754" y="2041560"/>
                  </a:lnTo>
                  <a:lnTo>
                    <a:pt x="2147465" y="2080809"/>
                  </a:lnTo>
                  <a:lnTo>
                    <a:pt x="2149176" y="2114993"/>
                  </a:lnTo>
                  <a:lnTo>
                    <a:pt x="2150888" y="2159179"/>
                  </a:lnTo>
                  <a:lnTo>
                    <a:pt x="2152599" y="2196150"/>
                  </a:lnTo>
                  <a:lnTo>
                    <a:pt x="2154311" y="2214929"/>
                  </a:lnTo>
                  <a:lnTo>
                    <a:pt x="2156022" y="2181409"/>
                  </a:lnTo>
                  <a:lnTo>
                    <a:pt x="2157733" y="2183078"/>
                  </a:lnTo>
                  <a:lnTo>
                    <a:pt x="2159445" y="2154486"/>
                  </a:lnTo>
                  <a:lnTo>
                    <a:pt x="2161156" y="2148971"/>
                  </a:lnTo>
                  <a:lnTo>
                    <a:pt x="2162868" y="2208291"/>
                  </a:lnTo>
                  <a:lnTo>
                    <a:pt x="2164579" y="2215796"/>
                  </a:lnTo>
                  <a:lnTo>
                    <a:pt x="2166290" y="2169912"/>
                  </a:lnTo>
                  <a:lnTo>
                    <a:pt x="2168002" y="2201982"/>
                  </a:lnTo>
                  <a:lnTo>
                    <a:pt x="2169713" y="2169683"/>
                  </a:lnTo>
                  <a:lnTo>
                    <a:pt x="2171425" y="2226061"/>
                  </a:lnTo>
                  <a:lnTo>
                    <a:pt x="2173136" y="2158643"/>
                  </a:lnTo>
                  <a:lnTo>
                    <a:pt x="2174847" y="2130879"/>
                  </a:lnTo>
                  <a:lnTo>
                    <a:pt x="2176559" y="2104567"/>
                  </a:lnTo>
                  <a:lnTo>
                    <a:pt x="2178270" y="2062439"/>
                  </a:lnTo>
                  <a:lnTo>
                    <a:pt x="2179982" y="2104740"/>
                  </a:lnTo>
                  <a:lnTo>
                    <a:pt x="2181693" y="2115149"/>
                  </a:lnTo>
                  <a:lnTo>
                    <a:pt x="2183404" y="2089356"/>
                  </a:lnTo>
                  <a:lnTo>
                    <a:pt x="2185116" y="2113835"/>
                  </a:lnTo>
                  <a:lnTo>
                    <a:pt x="2186827" y="2110507"/>
                  </a:lnTo>
                  <a:lnTo>
                    <a:pt x="2188539" y="2087214"/>
                  </a:lnTo>
                  <a:lnTo>
                    <a:pt x="2190250" y="2047838"/>
                  </a:lnTo>
                  <a:lnTo>
                    <a:pt x="2191961" y="2014613"/>
                  </a:lnTo>
                  <a:lnTo>
                    <a:pt x="2193673" y="1984687"/>
                  </a:lnTo>
                  <a:lnTo>
                    <a:pt x="2195384" y="2014861"/>
                  </a:lnTo>
                  <a:lnTo>
                    <a:pt x="2197096" y="2010084"/>
                  </a:lnTo>
                  <a:lnTo>
                    <a:pt x="2198807" y="2017327"/>
                  </a:lnTo>
                  <a:lnTo>
                    <a:pt x="2200518" y="2069263"/>
                  </a:lnTo>
                  <a:lnTo>
                    <a:pt x="2202230" y="2102957"/>
                  </a:lnTo>
                  <a:lnTo>
                    <a:pt x="2203941" y="2136481"/>
                  </a:lnTo>
                  <a:lnTo>
                    <a:pt x="2205653" y="2139130"/>
                  </a:lnTo>
                  <a:lnTo>
                    <a:pt x="2207364" y="2118497"/>
                  </a:lnTo>
                  <a:lnTo>
                    <a:pt x="2209075" y="2173354"/>
                  </a:lnTo>
                  <a:lnTo>
                    <a:pt x="2210787" y="2169888"/>
                  </a:lnTo>
                  <a:lnTo>
                    <a:pt x="2212498" y="2151744"/>
                  </a:lnTo>
                  <a:lnTo>
                    <a:pt x="2214210" y="2107825"/>
                  </a:lnTo>
                  <a:lnTo>
                    <a:pt x="2215921" y="2102995"/>
                  </a:lnTo>
                  <a:lnTo>
                    <a:pt x="2217632" y="2144473"/>
                  </a:lnTo>
                  <a:lnTo>
                    <a:pt x="2219344" y="2131920"/>
                  </a:lnTo>
                  <a:lnTo>
                    <a:pt x="2221055" y="2136904"/>
                  </a:lnTo>
                  <a:lnTo>
                    <a:pt x="2222767" y="2122973"/>
                  </a:lnTo>
                  <a:lnTo>
                    <a:pt x="2224478" y="2102906"/>
                  </a:lnTo>
                  <a:lnTo>
                    <a:pt x="2226189" y="2066599"/>
                  </a:lnTo>
                  <a:lnTo>
                    <a:pt x="2227901" y="2056931"/>
                  </a:lnTo>
                  <a:lnTo>
                    <a:pt x="2229612" y="2028430"/>
                  </a:lnTo>
                  <a:lnTo>
                    <a:pt x="2231323" y="1998743"/>
                  </a:lnTo>
                  <a:lnTo>
                    <a:pt x="2233035" y="2044200"/>
                  </a:lnTo>
                  <a:lnTo>
                    <a:pt x="2234746" y="2099913"/>
                  </a:lnTo>
                  <a:lnTo>
                    <a:pt x="2236458" y="2086989"/>
                  </a:lnTo>
                  <a:lnTo>
                    <a:pt x="2238169" y="2149207"/>
                  </a:lnTo>
                  <a:lnTo>
                    <a:pt x="2239880" y="2163647"/>
                  </a:lnTo>
                  <a:lnTo>
                    <a:pt x="2241592" y="2208616"/>
                  </a:lnTo>
                  <a:lnTo>
                    <a:pt x="2243303" y="2299389"/>
                  </a:lnTo>
                  <a:lnTo>
                    <a:pt x="2245015" y="2288374"/>
                  </a:lnTo>
                  <a:lnTo>
                    <a:pt x="2246726" y="2268016"/>
                  </a:lnTo>
                  <a:lnTo>
                    <a:pt x="2248437" y="2254587"/>
                  </a:lnTo>
                  <a:lnTo>
                    <a:pt x="2250149" y="2223706"/>
                  </a:lnTo>
                  <a:lnTo>
                    <a:pt x="2251860" y="2206542"/>
                  </a:lnTo>
                  <a:lnTo>
                    <a:pt x="2253572" y="2179257"/>
                  </a:lnTo>
                  <a:lnTo>
                    <a:pt x="2255283" y="2177530"/>
                  </a:lnTo>
                  <a:lnTo>
                    <a:pt x="2256994" y="2147652"/>
                  </a:lnTo>
                  <a:lnTo>
                    <a:pt x="2258706" y="2132188"/>
                  </a:lnTo>
                  <a:lnTo>
                    <a:pt x="2260417" y="2113845"/>
                  </a:lnTo>
                  <a:lnTo>
                    <a:pt x="2262129" y="2080795"/>
                  </a:lnTo>
                  <a:lnTo>
                    <a:pt x="2263840" y="2085808"/>
                  </a:lnTo>
                  <a:lnTo>
                    <a:pt x="2265551" y="2097501"/>
                  </a:lnTo>
                  <a:lnTo>
                    <a:pt x="2267263" y="2071251"/>
                  </a:lnTo>
                  <a:lnTo>
                    <a:pt x="2268974" y="2055666"/>
                  </a:lnTo>
                  <a:lnTo>
                    <a:pt x="2270686" y="2044745"/>
                  </a:lnTo>
                  <a:lnTo>
                    <a:pt x="2272397" y="2116959"/>
                  </a:lnTo>
                  <a:lnTo>
                    <a:pt x="2274108" y="2133190"/>
                  </a:lnTo>
                  <a:lnTo>
                    <a:pt x="2275820" y="2141847"/>
                  </a:lnTo>
                  <a:lnTo>
                    <a:pt x="2277531" y="2173866"/>
                  </a:lnTo>
                  <a:lnTo>
                    <a:pt x="2279243" y="2147934"/>
                  </a:lnTo>
                  <a:lnTo>
                    <a:pt x="2280954" y="2187417"/>
                  </a:lnTo>
                  <a:lnTo>
                    <a:pt x="2282665" y="2209886"/>
                  </a:lnTo>
                  <a:lnTo>
                    <a:pt x="2284377" y="2183179"/>
                  </a:lnTo>
                  <a:lnTo>
                    <a:pt x="2286088" y="2225486"/>
                  </a:lnTo>
                  <a:lnTo>
                    <a:pt x="2287800" y="2268578"/>
                  </a:lnTo>
                  <a:lnTo>
                    <a:pt x="2289511" y="2314489"/>
                  </a:lnTo>
                  <a:lnTo>
                    <a:pt x="2291222" y="2330833"/>
                  </a:lnTo>
                  <a:lnTo>
                    <a:pt x="2292934" y="2259720"/>
                  </a:lnTo>
                  <a:lnTo>
                    <a:pt x="2294645" y="2248565"/>
                  </a:lnTo>
                  <a:lnTo>
                    <a:pt x="2296357" y="2224659"/>
                  </a:lnTo>
                  <a:lnTo>
                    <a:pt x="2298068" y="2223556"/>
                  </a:lnTo>
                  <a:lnTo>
                    <a:pt x="2299779" y="2277719"/>
                  </a:lnTo>
                  <a:lnTo>
                    <a:pt x="2301491" y="2251741"/>
                  </a:lnTo>
                  <a:lnTo>
                    <a:pt x="2303202" y="2228182"/>
                  </a:lnTo>
                  <a:lnTo>
                    <a:pt x="2304914" y="2199955"/>
                  </a:lnTo>
                  <a:lnTo>
                    <a:pt x="2306625" y="2139996"/>
                  </a:lnTo>
                  <a:lnTo>
                    <a:pt x="2308336" y="2165345"/>
                  </a:lnTo>
                  <a:lnTo>
                    <a:pt x="2310048" y="2139861"/>
                  </a:lnTo>
                  <a:lnTo>
                    <a:pt x="2311759" y="2135808"/>
                  </a:lnTo>
                  <a:lnTo>
                    <a:pt x="2313471" y="2131263"/>
                  </a:lnTo>
                  <a:lnTo>
                    <a:pt x="2315182" y="2186023"/>
                  </a:lnTo>
                  <a:lnTo>
                    <a:pt x="2316893" y="2234002"/>
                  </a:lnTo>
                  <a:lnTo>
                    <a:pt x="2318605" y="2251542"/>
                  </a:lnTo>
                  <a:lnTo>
                    <a:pt x="2320316" y="2246275"/>
                  </a:lnTo>
                  <a:lnTo>
                    <a:pt x="2322028" y="2243808"/>
                  </a:lnTo>
                  <a:lnTo>
                    <a:pt x="2323739" y="2265332"/>
                  </a:lnTo>
                  <a:lnTo>
                    <a:pt x="2325450" y="2217920"/>
                  </a:lnTo>
                  <a:lnTo>
                    <a:pt x="2327162" y="2186757"/>
                  </a:lnTo>
                  <a:lnTo>
                    <a:pt x="2328873" y="2169921"/>
                  </a:lnTo>
                  <a:lnTo>
                    <a:pt x="2330585" y="2166765"/>
                  </a:lnTo>
                  <a:lnTo>
                    <a:pt x="2332296" y="2219553"/>
                  </a:lnTo>
                  <a:lnTo>
                    <a:pt x="2334007" y="2156751"/>
                  </a:lnTo>
                  <a:lnTo>
                    <a:pt x="2335719" y="2124125"/>
                  </a:lnTo>
                  <a:lnTo>
                    <a:pt x="2337430" y="2079083"/>
                  </a:lnTo>
                  <a:lnTo>
                    <a:pt x="2339141" y="2017758"/>
                  </a:lnTo>
                  <a:lnTo>
                    <a:pt x="2340853" y="2075536"/>
                  </a:lnTo>
                  <a:lnTo>
                    <a:pt x="2342564" y="2068358"/>
                  </a:lnTo>
                  <a:lnTo>
                    <a:pt x="2344276" y="2061142"/>
                  </a:lnTo>
                  <a:lnTo>
                    <a:pt x="2345987" y="2053848"/>
                  </a:lnTo>
                  <a:lnTo>
                    <a:pt x="2347698" y="2049473"/>
                  </a:lnTo>
                  <a:lnTo>
                    <a:pt x="2349410" y="2065791"/>
                  </a:lnTo>
                  <a:lnTo>
                    <a:pt x="2351121" y="2098519"/>
                  </a:lnTo>
                  <a:lnTo>
                    <a:pt x="2352833" y="2069828"/>
                  </a:lnTo>
                  <a:lnTo>
                    <a:pt x="2354544" y="2090863"/>
                  </a:lnTo>
                  <a:lnTo>
                    <a:pt x="2356255" y="2111013"/>
                  </a:lnTo>
                  <a:lnTo>
                    <a:pt x="2357967" y="2203460"/>
                  </a:lnTo>
                  <a:lnTo>
                    <a:pt x="2359678" y="2257584"/>
                  </a:lnTo>
                  <a:lnTo>
                    <a:pt x="2361390" y="2268582"/>
                  </a:lnTo>
                  <a:lnTo>
                    <a:pt x="2363101" y="2223669"/>
                  </a:lnTo>
                  <a:lnTo>
                    <a:pt x="2364812" y="2242878"/>
                  </a:lnTo>
                  <a:lnTo>
                    <a:pt x="2366524" y="2248345"/>
                  </a:lnTo>
                  <a:lnTo>
                    <a:pt x="2368235" y="2198272"/>
                  </a:lnTo>
                  <a:lnTo>
                    <a:pt x="2369947" y="2163029"/>
                  </a:lnTo>
                  <a:lnTo>
                    <a:pt x="2371658" y="2091377"/>
                  </a:lnTo>
                  <a:lnTo>
                    <a:pt x="2373369" y="2079468"/>
                  </a:lnTo>
                  <a:lnTo>
                    <a:pt x="2375081" y="2058621"/>
                  </a:lnTo>
                  <a:lnTo>
                    <a:pt x="2376792" y="2034526"/>
                  </a:lnTo>
                  <a:lnTo>
                    <a:pt x="2378504" y="2023157"/>
                  </a:lnTo>
                  <a:lnTo>
                    <a:pt x="2380215" y="2052412"/>
                  </a:lnTo>
                  <a:lnTo>
                    <a:pt x="2381926" y="2053415"/>
                  </a:lnTo>
                  <a:lnTo>
                    <a:pt x="2383638" y="2048267"/>
                  </a:lnTo>
                  <a:lnTo>
                    <a:pt x="2385349" y="2051431"/>
                  </a:lnTo>
                  <a:lnTo>
                    <a:pt x="2387061" y="2051845"/>
                  </a:lnTo>
                  <a:lnTo>
                    <a:pt x="2388772" y="2081979"/>
                  </a:lnTo>
                  <a:lnTo>
                    <a:pt x="2390483" y="2096793"/>
                  </a:lnTo>
                  <a:lnTo>
                    <a:pt x="2392195" y="2105833"/>
                  </a:lnTo>
                  <a:lnTo>
                    <a:pt x="2393906" y="2140840"/>
                  </a:lnTo>
                  <a:lnTo>
                    <a:pt x="2395618" y="2111973"/>
                  </a:lnTo>
                  <a:lnTo>
                    <a:pt x="2397329" y="2164683"/>
                  </a:lnTo>
                  <a:lnTo>
                    <a:pt x="2399040" y="2124967"/>
                  </a:lnTo>
                  <a:lnTo>
                    <a:pt x="2400752" y="2053717"/>
                  </a:lnTo>
                  <a:lnTo>
                    <a:pt x="2402463" y="2053146"/>
                  </a:lnTo>
                  <a:lnTo>
                    <a:pt x="2404175" y="1994582"/>
                  </a:lnTo>
                  <a:lnTo>
                    <a:pt x="2405886" y="2014591"/>
                  </a:lnTo>
                  <a:lnTo>
                    <a:pt x="2407597" y="1975425"/>
                  </a:lnTo>
                  <a:lnTo>
                    <a:pt x="2409309" y="2011990"/>
                  </a:lnTo>
                  <a:lnTo>
                    <a:pt x="2411020" y="2007916"/>
                  </a:lnTo>
                  <a:lnTo>
                    <a:pt x="2412732" y="2065991"/>
                  </a:lnTo>
                  <a:lnTo>
                    <a:pt x="2414443" y="2084087"/>
                  </a:lnTo>
                  <a:lnTo>
                    <a:pt x="2416154" y="2068952"/>
                  </a:lnTo>
                  <a:lnTo>
                    <a:pt x="2417866" y="2083420"/>
                  </a:lnTo>
                  <a:lnTo>
                    <a:pt x="2419577" y="2135839"/>
                  </a:lnTo>
                  <a:lnTo>
                    <a:pt x="2421289" y="2195225"/>
                  </a:lnTo>
                  <a:lnTo>
                    <a:pt x="2423000" y="2182689"/>
                  </a:lnTo>
                  <a:lnTo>
                    <a:pt x="2424711" y="2152494"/>
                  </a:lnTo>
                  <a:lnTo>
                    <a:pt x="2426423" y="2200751"/>
                  </a:lnTo>
                  <a:lnTo>
                    <a:pt x="2428134" y="2248204"/>
                  </a:lnTo>
                  <a:lnTo>
                    <a:pt x="2429846" y="2269672"/>
                  </a:lnTo>
                  <a:lnTo>
                    <a:pt x="2431557" y="2263228"/>
                  </a:lnTo>
                  <a:lnTo>
                    <a:pt x="2433268" y="2241042"/>
                  </a:lnTo>
                  <a:lnTo>
                    <a:pt x="2434980" y="2188173"/>
                  </a:lnTo>
                  <a:lnTo>
                    <a:pt x="2436691" y="2187258"/>
                  </a:lnTo>
                  <a:lnTo>
                    <a:pt x="2438402" y="2159337"/>
                  </a:lnTo>
                  <a:lnTo>
                    <a:pt x="2440114" y="2175978"/>
                  </a:lnTo>
                  <a:lnTo>
                    <a:pt x="2441825" y="2155268"/>
                  </a:lnTo>
                  <a:lnTo>
                    <a:pt x="2443537" y="2125646"/>
                  </a:lnTo>
                  <a:lnTo>
                    <a:pt x="2445248" y="2091178"/>
                  </a:lnTo>
                  <a:lnTo>
                    <a:pt x="2446959" y="2097925"/>
                  </a:lnTo>
                  <a:lnTo>
                    <a:pt x="2448671" y="2137313"/>
                  </a:lnTo>
                  <a:lnTo>
                    <a:pt x="2450382" y="2144356"/>
                  </a:lnTo>
                  <a:lnTo>
                    <a:pt x="2452094" y="2063163"/>
                  </a:lnTo>
                  <a:lnTo>
                    <a:pt x="2453805" y="2031892"/>
                  </a:lnTo>
                  <a:lnTo>
                    <a:pt x="2455516" y="2022785"/>
                  </a:lnTo>
                  <a:lnTo>
                    <a:pt x="2457228" y="2039597"/>
                  </a:lnTo>
                  <a:lnTo>
                    <a:pt x="2458939" y="2015247"/>
                  </a:lnTo>
                  <a:lnTo>
                    <a:pt x="2460651" y="2009420"/>
                  </a:lnTo>
                  <a:lnTo>
                    <a:pt x="2462362" y="2030544"/>
                  </a:lnTo>
                  <a:lnTo>
                    <a:pt x="2464073" y="2055196"/>
                  </a:lnTo>
                  <a:lnTo>
                    <a:pt x="2465785" y="2108014"/>
                  </a:lnTo>
                  <a:lnTo>
                    <a:pt x="2467496" y="2147621"/>
                  </a:lnTo>
                  <a:lnTo>
                    <a:pt x="2469208" y="2136197"/>
                  </a:lnTo>
                  <a:lnTo>
                    <a:pt x="2470919" y="2090532"/>
                  </a:lnTo>
                  <a:lnTo>
                    <a:pt x="2472630" y="2132537"/>
                  </a:lnTo>
                  <a:lnTo>
                    <a:pt x="2474342" y="2143358"/>
                  </a:lnTo>
                  <a:lnTo>
                    <a:pt x="2476053" y="2209590"/>
                  </a:lnTo>
                  <a:lnTo>
                    <a:pt x="2477765" y="2217193"/>
                  </a:lnTo>
                  <a:lnTo>
                    <a:pt x="2479476" y="2240332"/>
                  </a:lnTo>
                  <a:lnTo>
                    <a:pt x="2481187" y="2213182"/>
                  </a:lnTo>
                  <a:lnTo>
                    <a:pt x="2482899" y="2202801"/>
                  </a:lnTo>
                  <a:lnTo>
                    <a:pt x="2484610" y="2265118"/>
                  </a:lnTo>
                  <a:lnTo>
                    <a:pt x="2486322" y="2225255"/>
                  </a:lnTo>
                  <a:lnTo>
                    <a:pt x="2488033" y="2226224"/>
                  </a:lnTo>
                  <a:lnTo>
                    <a:pt x="2489744" y="2265413"/>
                  </a:lnTo>
                  <a:lnTo>
                    <a:pt x="2491456" y="2205241"/>
                  </a:lnTo>
                  <a:lnTo>
                    <a:pt x="2493167" y="2236112"/>
                  </a:lnTo>
                  <a:lnTo>
                    <a:pt x="2494879" y="2204655"/>
                  </a:lnTo>
                  <a:lnTo>
                    <a:pt x="2496590" y="2182720"/>
                  </a:lnTo>
                  <a:lnTo>
                    <a:pt x="2498301" y="2167193"/>
                  </a:lnTo>
                  <a:lnTo>
                    <a:pt x="2500013" y="2135652"/>
                  </a:lnTo>
                  <a:lnTo>
                    <a:pt x="2501724" y="2150519"/>
                  </a:lnTo>
                  <a:lnTo>
                    <a:pt x="2503436" y="2176645"/>
                  </a:lnTo>
                  <a:lnTo>
                    <a:pt x="2505147" y="2203616"/>
                  </a:lnTo>
                  <a:lnTo>
                    <a:pt x="2506858" y="2230260"/>
                  </a:lnTo>
                  <a:lnTo>
                    <a:pt x="2508570" y="2185915"/>
                  </a:lnTo>
                  <a:lnTo>
                    <a:pt x="2510281" y="2213632"/>
                  </a:lnTo>
                  <a:lnTo>
                    <a:pt x="2511993" y="2197657"/>
                  </a:lnTo>
                  <a:lnTo>
                    <a:pt x="2513704" y="2176675"/>
                  </a:lnTo>
                  <a:lnTo>
                    <a:pt x="2515415" y="2178352"/>
                  </a:lnTo>
                  <a:lnTo>
                    <a:pt x="2517127" y="2179619"/>
                  </a:lnTo>
                  <a:lnTo>
                    <a:pt x="2518838" y="2232076"/>
                  </a:lnTo>
                  <a:lnTo>
                    <a:pt x="2520550" y="2228093"/>
                  </a:lnTo>
                  <a:lnTo>
                    <a:pt x="2522261" y="2202012"/>
                  </a:lnTo>
                  <a:lnTo>
                    <a:pt x="2523972" y="2172480"/>
                  </a:lnTo>
                  <a:lnTo>
                    <a:pt x="2525684" y="2200369"/>
                  </a:lnTo>
                  <a:lnTo>
                    <a:pt x="2527395" y="2259396"/>
                  </a:lnTo>
                  <a:lnTo>
                    <a:pt x="2529107" y="2237129"/>
                  </a:lnTo>
                  <a:lnTo>
                    <a:pt x="2530818" y="2199410"/>
                  </a:lnTo>
                  <a:lnTo>
                    <a:pt x="2532529" y="2126243"/>
                  </a:lnTo>
                  <a:lnTo>
                    <a:pt x="2534241" y="2109231"/>
                  </a:lnTo>
                  <a:lnTo>
                    <a:pt x="2535952" y="2074217"/>
                  </a:lnTo>
                  <a:lnTo>
                    <a:pt x="2537664" y="2106280"/>
                  </a:lnTo>
                  <a:lnTo>
                    <a:pt x="2539375" y="2084550"/>
                  </a:lnTo>
                  <a:lnTo>
                    <a:pt x="2541086" y="2067112"/>
                  </a:lnTo>
                  <a:lnTo>
                    <a:pt x="2542798" y="2089160"/>
                  </a:lnTo>
                  <a:lnTo>
                    <a:pt x="2544509" y="2039691"/>
                  </a:lnTo>
                  <a:lnTo>
                    <a:pt x="2546220" y="2016230"/>
                  </a:lnTo>
                  <a:lnTo>
                    <a:pt x="2547932" y="2020808"/>
                  </a:lnTo>
                  <a:lnTo>
                    <a:pt x="2549643" y="2040910"/>
                  </a:lnTo>
                  <a:lnTo>
                    <a:pt x="2551355" y="2102890"/>
                  </a:lnTo>
                  <a:lnTo>
                    <a:pt x="2553066" y="2112834"/>
                  </a:lnTo>
                  <a:lnTo>
                    <a:pt x="2554777" y="2133041"/>
                  </a:lnTo>
                  <a:lnTo>
                    <a:pt x="2556489" y="2130528"/>
                  </a:lnTo>
                  <a:lnTo>
                    <a:pt x="2558200" y="2098923"/>
                  </a:lnTo>
                  <a:lnTo>
                    <a:pt x="2559912" y="2066533"/>
                  </a:lnTo>
                  <a:lnTo>
                    <a:pt x="2561623" y="2063527"/>
                  </a:lnTo>
                  <a:lnTo>
                    <a:pt x="2563334" y="2041215"/>
                  </a:lnTo>
                  <a:lnTo>
                    <a:pt x="2565046" y="2039531"/>
                  </a:lnTo>
                  <a:lnTo>
                    <a:pt x="2566757" y="2068551"/>
                  </a:lnTo>
                  <a:lnTo>
                    <a:pt x="2568469" y="2136547"/>
                  </a:lnTo>
                  <a:lnTo>
                    <a:pt x="2570180" y="2167772"/>
                  </a:lnTo>
                  <a:lnTo>
                    <a:pt x="2571891" y="2157432"/>
                  </a:lnTo>
                  <a:lnTo>
                    <a:pt x="2573603" y="2102914"/>
                  </a:lnTo>
                  <a:lnTo>
                    <a:pt x="2575314" y="2060424"/>
                  </a:lnTo>
                  <a:lnTo>
                    <a:pt x="2577026" y="2057682"/>
                  </a:lnTo>
                  <a:lnTo>
                    <a:pt x="2578737" y="2030711"/>
                  </a:lnTo>
                  <a:lnTo>
                    <a:pt x="2580448" y="2040007"/>
                  </a:lnTo>
                  <a:lnTo>
                    <a:pt x="2582160" y="2062543"/>
                  </a:lnTo>
                  <a:lnTo>
                    <a:pt x="2583871" y="2032776"/>
                  </a:lnTo>
                  <a:lnTo>
                    <a:pt x="2585583" y="2080776"/>
                  </a:lnTo>
                  <a:lnTo>
                    <a:pt x="2587294" y="2046051"/>
                  </a:lnTo>
                  <a:lnTo>
                    <a:pt x="2589005" y="2057225"/>
                  </a:lnTo>
                  <a:lnTo>
                    <a:pt x="2590717" y="2078182"/>
                  </a:lnTo>
                  <a:lnTo>
                    <a:pt x="2592428" y="2057373"/>
                  </a:lnTo>
                  <a:lnTo>
                    <a:pt x="2594140" y="2034043"/>
                  </a:lnTo>
                  <a:lnTo>
                    <a:pt x="2595851" y="2055744"/>
                  </a:lnTo>
                  <a:lnTo>
                    <a:pt x="2597562" y="2094102"/>
                  </a:lnTo>
                  <a:lnTo>
                    <a:pt x="2599274" y="2099509"/>
                  </a:lnTo>
                  <a:lnTo>
                    <a:pt x="2600985" y="2159984"/>
                  </a:lnTo>
                  <a:lnTo>
                    <a:pt x="2602697" y="2178886"/>
                  </a:lnTo>
                  <a:lnTo>
                    <a:pt x="2604408" y="2213482"/>
                  </a:lnTo>
                  <a:lnTo>
                    <a:pt x="2606119" y="2295547"/>
                  </a:lnTo>
                  <a:lnTo>
                    <a:pt x="2607831" y="2318386"/>
                  </a:lnTo>
                  <a:lnTo>
                    <a:pt x="2609542" y="2319313"/>
                  </a:lnTo>
                  <a:lnTo>
                    <a:pt x="2611254" y="2345105"/>
                  </a:lnTo>
                  <a:lnTo>
                    <a:pt x="2612965" y="2352091"/>
                  </a:lnTo>
                  <a:lnTo>
                    <a:pt x="2614676" y="2355334"/>
                  </a:lnTo>
                  <a:lnTo>
                    <a:pt x="2616388" y="2346260"/>
                  </a:lnTo>
                  <a:lnTo>
                    <a:pt x="2618099" y="2344903"/>
                  </a:lnTo>
                  <a:lnTo>
                    <a:pt x="2619811" y="2330748"/>
                  </a:lnTo>
                  <a:lnTo>
                    <a:pt x="2621522" y="2304048"/>
                  </a:lnTo>
                  <a:lnTo>
                    <a:pt x="2623233" y="2272864"/>
                  </a:lnTo>
                  <a:lnTo>
                    <a:pt x="2624945" y="2224898"/>
                  </a:lnTo>
                  <a:lnTo>
                    <a:pt x="2626656" y="2180520"/>
                  </a:lnTo>
                  <a:lnTo>
                    <a:pt x="2628368" y="2203663"/>
                  </a:lnTo>
                  <a:lnTo>
                    <a:pt x="2630079" y="2178346"/>
                  </a:lnTo>
                  <a:lnTo>
                    <a:pt x="2631790" y="2167080"/>
                  </a:lnTo>
                  <a:lnTo>
                    <a:pt x="2633502" y="2189916"/>
                  </a:lnTo>
                  <a:lnTo>
                    <a:pt x="2635213" y="2174038"/>
                  </a:lnTo>
                  <a:lnTo>
                    <a:pt x="2636925" y="2160996"/>
                  </a:lnTo>
                  <a:lnTo>
                    <a:pt x="2638636" y="2198842"/>
                  </a:lnTo>
                  <a:lnTo>
                    <a:pt x="2640347" y="2161820"/>
                  </a:lnTo>
                  <a:lnTo>
                    <a:pt x="2642059" y="2137353"/>
                  </a:lnTo>
                  <a:lnTo>
                    <a:pt x="2643770" y="2159980"/>
                  </a:lnTo>
                  <a:lnTo>
                    <a:pt x="2645482" y="2133939"/>
                  </a:lnTo>
                  <a:lnTo>
                    <a:pt x="2647193" y="2177297"/>
                  </a:lnTo>
                  <a:lnTo>
                    <a:pt x="2648904" y="2219437"/>
                  </a:lnTo>
                  <a:lnTo>
                    <a:pt x="2650616" y="2227286"/>
                  </a:lnTo>
                  <a:lnTo>
                    <a:pt x="2652327" y="2263176"/>
                  </a:lnTo>
                  <a:lnTo>
                    <a:pt x="2654038" y="2266478"/>
                  </a:lnTo>
                  <a:lnTo>
                    <a:pt x="2655750" y="2288439"/>
                  </a:lnTo>
                  <a:lnTo>
                    <a:pt x="2657461" y="2240144"/>
                  </a:lnTo>
                  <a:lnTo>
                    <a:pt x="2659173" y="2237404"/>
                  </a:lnTo>
                  <a:lnTo>
                    <a:pt x="2660884" y="2280112"/>
                  </a:lnTo>
                  <a:lnTo>
                    <a:pt x="2662595" y="2258475"/>
                  </a:lnTo>
                  <a:lnTo>
                    <a:pt x="2664307" y="2251403"/>
                  </a:lnTo>
                  <a:lnTo>
                    <a:pt x="2666018" y="2238541"/>
                  </a:lnTo>
                  <a:lnTo>
                    <a:pt x="2667730" y="2244945"/>
                  </a:lnTo>
                  <a:lnTo>
                    <a:pt x="2669441" y="2271092"/>
                  </a:lnTo>
                  <a:lnTo>
                    <a:pt x="2671152" y="2296890"/>
                  </a:lnTo>
                  <a:lnTo>
                    <a:pt x="2672864" y="2259632"/>
                  </a:lnTo>
                  <a:lnTo>
                    <a:pt x="2674575" y="2288233"/>
                  </a:lnTo>
                  <a:lnTo>
                    <a:pt x="2676287" y="2238683"/>
                  </a:lnTo>
                  <a:lnTo>
                    <a:pt x="2677998" y="2241232"/>
                  </a:lnTo>
                  <a:lnTo>
                    <a:pt x="2679709" y="2157724"/>
                  </a:lnTo>
                  <a:lnTo>
                    <a:pt x="2681421" y="2092683"/>
                  </a:lnTo>
                  <a:lnTo>
                    <a:pt x="2683132" y="2144494"/>
                  </a:lnTo>
                  <a:lnTo>
                    <a:pt x="2684844" y="2174478"/>
                  </a:lnTo>
                  <a:lnTo>
                    <a:pt x="2686555" y="2201979"/>
                  </a:lnTo>
                  <a:lnTo>
                    <a:pt x="2688266" y="2231558"/>
                  </a:lnTo>
                  <a:lnTo>
                    <a:pt x="2689978" y="2174395"/>
                  </a:lnTo>
                  <a:lnTo>
                    <a:pt x="2691689" y="2187577"/>
                  </a:lnTo>
                  <a:lnTo>
                    <a:pt x="2693401" y="2179811"/>
                  </a:lnTo>
                  <a:lnTo>
                    <a:pt x="2695112" y="2151444"/>
                  </a:lnTo>
                  <a:lnTo>
                    <a:pt x="2696823" y="2169870"/>
                  </a:lnTo>
                  <a:lnTo>
                    <a:pt x="2698535" y="2209587"/>
                  </a:lnTo>
                  <a:lnTo>
                    <a:pt x="2700246" y="2219686"/>
                  </a:lnTo>
                  <a:lnTo>
                    <a:pt x="2701958" y="2193312"/>
                  </a:lnTo>
                  <a:lnTo>
                    <a:pt x="2703669" y="2204415"/>
                  </a:lnTo>
                  <a:lnTo>
                    <a:pt x="2705380" y="2164331"/>
                  </a:lnTo>
                  <a:lnTo>
                    <a:pt x="2707092" y="2181968"/>
                  </a:lnTo>
                  <a:lnTo>
                    <a:pt x="2708803" y="2237414"/>
                  </a:lnTo>
                  <a:lnTo>
                    <a:pt x="2710515" y="2237020"/>
                  </a:lnTo>
                  <a:lnTo>
                    <a:pt x="2712226" y="2291315"/>
                  </a:lnTo>
                  <a:lnTo>
                    <a:pt x="2713937" y="2280577"/>
                  </a:lnTo>
                  <a:lnTo>
                    <a:pt x="2715649" y="2263413"/>
                  </a:lnTo>
                  <a:lnTo>
                    <a:pt x="2717360" y="2291883"/>
                  </a:lnTo>
                  <a:lnTo>
                    <a:pt x="2719072" y="2244248"/>
                  </a:lnTo>
                  <a:lnTo>
                    <a:pt x="2720783" y="2255637"/>
                  </a:lnTo>
                  <a:lnTo>
                    <a:pt x="2722494" y="2202567"/>
                  </a:lnTo>
                  <a:lnTo>
                    <a:pt x="2724206" y="2147867"/>
                  </a:lnTo>
                  <a:lnTo>
                    <a:pt x="2725917" y="2188255"/>
                  </a:lnTo>
                  <a:lnTo>
                    <a:pt x="2727629" y="2131392"/>
                  </a:lnTo>
                  <a:lnTo>
                    <a:pt x="2729340" y="2098440"/>
                  </a:lnTo>
                  <a:lnTo>
                    <a:pt x="2731051" y="2088845"/>
                  </a:lnTo>
                  <a:lnTo>
                    <a:pt x="2732763" y="2003992"/>
                  </a:lnTo>
                  <a:lnTo>
                    <a:pt x="2734474" y="1977456"/>
                  </a:lnTo>
                  <a:lnTo>
                    <a:pt x="2736186" y="2011416"/>
                  </a:lnTo>
                  <a:lnTo>
                    <a:pt x="2737897" y="2028822"/>
                  </a:lnTo>
                  <a:lnTo>
                    <a:pt x="2739608" y="2038389"/>
                  </a:lnTo>
                  <a:lnTo>
                    <a:pt x="2741320" y="2057586"/>
                  </a:lnTo>
                  <a:lnTo>
                    <a:pt x="2743031" y="2113703"/>
                  </a:lnTo>
                  <a:lnTo>
                    <a:pt x="2744743" y="2121997"/>
                  </a:lnTo>
                  <a:lnTo>
                    <a:pt x="2746454" y="2156522"/>
                  </a:lnTo>
                  <a:lnTo>
                    <a:pt x="2748165" y="2163088"/>
                  </a:lnTo>
                  <a:lnTo>
                    <a:pt x="2749877" y="2195549"/>
                  </a:lnTo>
                  <a:lnTo>
                    <a:pt x="2751588" y="2202369"/>
                  </a:lnTo>
                  <a:lnTo>
                    <a:pt x="2753299" y="2237273"/>
                  </a:lnTo>
                  <a:lnTo>
                    <a:pt x="2755011" y="2266846"/>
                  </a:lnTo>
                  <a:lnTo>
                    <a:pt x="2756722" y="2270990"/>
                  </a:lnTo>
                  <a:lnTo>
                    <a:pt x="2758434" y="2295006"/>
                  </a:lnTo>
                  <a:lnTo>
                    <a:pt x="2760145" y="2316744"/>
                  </a:lnTo>
                  <a:lnTo>
                    <a:pt x="2761856" y="2325461"/>
                  </a:lnTo>
                  <a:lnTo>
                    <a:pt x="2763568" y="2320701"/>
                  </a:lnTo>
                  <a:lnTo>
                    <a:pt x="2765279" y="2294725"/>
                  </a:lnTo>
                  <a:lnTo>
                    <a:pt x="2766991" y="2292090"/>
                  </a:lnTo>
                  <a:lnTo>
                    <a:pt x="2768702" y="2225764"/>
                  </a:lnTo>
                  <a:lnTo>
                    <a:pt x="2770413" y="2200215"/>
                  </a:lnTo>
                  <a:lnTo>
                    <a:pt x="2772125" y="2200696"/>
                  </a:lnTo>
                  <a:lnTo>
                    <a:pt x="2773836" y="2128962"/>
                  </a:lnTo>
                  <a:lnTo>
                    <a:pt x="2775548" y="2142777"/>
                  </a:lnTo>
                  <a:lnTo>
                    <a:pt x="2777259" y="2113305"/>
                  </a:lnTo>
                  <a:lnTo>
                    <a:pt x="2778970" y="2131007"/>
                  </a:lnTo>
                  <a:lnTo>
                    <a:pt x="2780682" y="2139088"/>
                  </a:lnTo>
                  <a:lnTo>
                    <a:pt x="2782393" y="2215277"/>
                  </a:lnTo>
                  <a:lnTo>
                    <a:pt x="2784105" y="2229256"/>
                  </a:lnTo>
                  <a:lnTo>
                    <a:pt x="2785816" y="2196335"/>
                  </a:lnTo>
                  <a:lnTo>
                    <a:pt x="2787527" y="2235607"/>
                  </a:lnTo>
                  <a:lnTo>
                    <a:pt x="2789239" y="2217692"/>
                  </a:lnTo>
                  <a:lnTo>
                    <a:pt x="2790950" y="2219234"/>
                  </a:lnTo>
                  <a:lnTo>
                    <a:pt x="2792662" y="2217811"/>
                  </a:lnTo>
                  <a:lnTo>
                    <a:pt x="2794373" y="2224407"/>
                  </a:lnTo>
                  <a:lnTo>
                    <a:pt x="2796084" y="2280168"/>
                  </a:lnTo>
                  <a:lnTo>
                    <a:pt x="2797796" y="2269937"/>
                  </a:lnTo>
                  <a:lnTo>
                    <a:pt x="2799507" y="2254750"/>
                  </a:lnTo>
                  <a:lnTo>
                    <a:pt x="2801219" y="2291605"/>
                  </a:lnTo>
                  <a:lnTo>
                    <a:pt x="2802930" y="2275093"/>
                  </a:lnTo>
                  <a:lnTo>
                    <a:pt x="2804641" y="2273491"/>
                  </a:lnTo>
                  <a:lnTo>
                    <a:pt x="2806353" y="2271281"/>
                  </a:lnTo>
                  <a:lnTo>
                    <a:pt x="2808064" y="2283475"/>
                  </a:lnTo>
                  <a:lnTo>
                    <a:pt x="2809776" y="2290968"/>
                  </a:lnTo>
                  <a:lnTo>
                    <a:pt x="2811487" y="2271652"/>
                  </a:lnTo>
                  <a:lnTo>
                    <a:pt x="2813198" y="2264794"/>
                  </a:lnTo>
                  <a:lnTo>
                    <a:pt x="2814910" y="2293038"/>
                  </a:lnTo>
                  <a:lnTo>
                    <a:pt x="2816621" y="2263325"/>
                  </a:lnTo>
                  <a:lnTo>
                    <a:pt x="2818333" y="2307648"/>
                  </a:lnTo>
                  <a:lnTo>
                    <a:pt x="2820044" y="2235412"/>
                  </a:lnTo>
                  <a:lnTo>
                    <a:pt x="2821755" y="2207769"/>
                  </a:lnTo>
                  <a:lnTo>
                    <a:pt x="2823467" y="2161200"/>
                  </a:lnTo>
                  <a:lnTo>
                    <a:pt x="2825178" y="2111628"/>
                  </a:lnTo>
                  <a:lnTo>
                    <a:pt x="2826890" y="2107408"/>
                  </a:lnTo>
                  <a:lnTo>
                    <a:pt x="2828601" y="2090640"/>
                  </a:lnTo>
                  <a:lnTo>
                    <a:pt x="2830312" y="2096972"/>
                  </a:lnTo>
                  <a:lnTo>
                    <a:pt x="2832024" y="2047604"/>
                  </a:lnTo>
                  <a:lnTo>
                    <a:pt x="2833735" y="2060234"/>
                  </a:lnTo>
                  <a:lnTo>
                    <a:pt x="2835447" y="2091204"/>
                  </a:lnTo>
                  <a:lnTo>
                    <a:pt x="2837158" y="2033958"/>
                  </a:lnTo>
                  <a:lnTo>
                    <a:pt x="2838869" y="2007834"/>
                  </a:lnTo>
                  <a:lnTo>
                    <a:pt x="2840581" y="1975202"/>
                  </a:lnTo>
                  <a:lnTo>
                    <a:pt x="2842292" y="2038809"/>
                  </a:lnTo>
                  <a:lnTo>
                    <a:pt x="2844004" y="2032468"/>
                  </a:lnTo>
                  <a:lnTo>
                    <a:pt x="2845715" y="2009428"/>
                  </a:lnTo>
                  <a:lnTo>
                    <a:pt x="2847426" y="1980330"/>
                  </a:lnTo>
                  <a:lnTo>
                    <a:pt x="2849138" y="1978693"/>
                  </a:lnTo>
                  <a:lnTo>
                    <a:pt x="2850849" y="1996596"/>
                  </a:lnTo>
                  <a:lnTo>
                    <a:pt x="2852561" y="1966702"/>
                  </a:lnTo>
                  <a:lnTo>
                    <a:pt x="2854272" y="1935743"/>
                  </a:lnTo>
                  <a:lnTo>
                    <a:pt x="2855983" y="1933548"/>
                  </a:lnTo>
                  <a:lnTo>
                    <a:pt x="2857695" y="1981332"/>
                  </a:lnTo>
                  <a:lnTo>
                    <a:pt x="2859406" y="2020231"/>
                  </a:lnTo>
                  <a:lnTo>
                    <a:pt x="2861117" y="1985675"/>
                  </a:lnTo>
                  <a:lnTo>
                    <a:pt x="2862829" y="1956854"/>
                  </a:lnTo>
                  <a:lnTo>
                    <a:pt x="2864540" y="2031059"/>
                  </a:lnTo>
                  <a:lnTo>
                    <a:pt x="2866252" y="1987679"/>
                  </a:lnTo>
                  <a:lnTo>
                    <a:pt x="2867963" y="1999907"/>
                  </a:lnTo>
                  <a:lnTo>
                    <a:pt x="2869674" y="1968615"/>
                  </a:lnTo>
                  <a:lnTo>
                    <a:pt x="2871386" y="1997727"/>
                  </a:lnTo>
                  <a:lnTo>
                    <a:pt x="2873097" y="1976271"/>
                  </a:lnTo>
                  <a:lnTo>
                    <a:pt x="2874809" y="2041932"/>
                  </a:lnTo>
                  <a:lnTo>
                    <a:pt x="2876520" y="2020346"/>
                  </a:lnTo>
                  <a:lnTo>
                    <a:pt x="2878231" y="1985467"/>
                  </a:lnTo>
                  <a:lnTo>
                    <a:pt x="2879943" y="2020234"/>
                  </a:lnTo>
                  <a:lnTo>
                    <a:pt x="2881654" y="2028848"/>
                  </a:lnTo>
                  <a:lnTo>
                    <a:pt x="2883366" y="2045969"/>
                  </a:lnTo>
                  <a:lnTo>
                    <a:pt x="2885077" y="2086409"/>
                  </a:lnTo>
                  <a:lnTo>
                    <a:pt x="2886788" y="2031779"/>
                  </a:lnTo>
                  <a:lnTo>
                    <a:pt x="2888500" y="1974851"/>
                  </a:lnTo>
                  <a:lnTo>
                    <a:pt x="2890211" y="1976192"/>
                  </a:lnTo>
                  <a:lnTo>
                    <a:pt x="2891923" y="1990219"/>
                  </a:lnTo>
                  <a:lnTo>
                    <a:pt x="2893634" y="2013696"/>
                  </a:lnTo>
                  <a:lnTo>
                    <a:pt x="2895345" y="1944239"/>
                  </a:lnTo>
                  <a:lnTo>
                    <a:pt x="2897057" y="1949631"/>
                  </a:lnTo>
                  <a:lnTo>
                    <a:pt x="2898768" y="1948366"/>
                  </a:lnTo>
                  <a:lnTo>
                    <a:pt x="2900480" y="1965460"/>
                  </a:lnTo>
                  <a:lnTo>
                    <a:pt x="2902191" y="1942715"/>
                  </a:lnTo>
                  <a:lnTo>
                    <a:pt x="2903902" y="1937464"/>
                  </a:lnTo>
                  <a:lnTo>
                    <a:pt x="2905614" y="1916710"/>
                  </a:lnTo>
                  <a:lnTo>
                    <a:pt x="2907325" y="1946956"/>
                  </a:lnTo>
                  <a:lnTo>
                    <a:pt x="2909037" y="1878350"/>
                  </a:lnTo>
                  <a:lnTo>
                    <a:pt x="2910748" y="1905423"/>
                  </a:lnTo>
                  <a:lnTo>
                    <a:pt x="2912459" y="1903878"/>
                  </a:lnTo>
                  <a:lnTo>
                    <a:pt x="2914171" y="1925155"/>
                  </a:lnTo>
                  <a:lnTo>
                    <a:pt x="2915882" y="1904215"/>
                  </a:lnTo>
                  <a:lnTo>
                    <a:pt x="2917594" y="1911698"/>
                  </a:lnTo>
                  <a:lnTo>
                    <a:pt x="2919305" y="1893978"/>
                  </a:lnTo>
                  <a:lnTo>
                    <a:pt x="2921016" y="1939870"/>
                  </a:lnTo>
                  <a:lnTo>
                    <a:pt x="2922728" y="1917378"/>
                  </a:lnTo>
                  <a:lnTo>
                    <a:pt x="2924439" y="1899471"/>
                  </a:lnTo>
                  <a:lnTo>
                    <a:pt x="2926151" y="1895849"/>
                  </a:lnTo>
                  <a:lnTo>
                    <a:pt x="2927862" y="1950855"/>
                  </a:lnTo>
                  <a:lnTo>
                    <a:pt x="2929573" y="1988175"/>
                  </a:lnTo>
                  <a:lnTo>
                    <a:pt x="2931285" y="1897745"/>
                  </a:lnTo>
                  <a:lnTo>
                    <a:pt x="2932996" y="1870373"/>
                  </a:lnTo>
                  <a:lnTo>
                    <a:pt x="2934708" y="1935122"/>
                  </a:lnTo>
                  <a:lnTo>
                    <a:pt x="2936419" y="1914179"/>
                  </a:lnTo>
                  <a:lnTo>
                    <a:pt x="2938130" y="1963233"/>
                  </a:lnTo>
                  <a:lnTo>
                    <a:pt x="2939842" y="1906189"/>
                  </a:lnTo>
                  <a:lnTo>
                    <a:pt x="2941553" y="1893562"/>
                  </a:lnTo>
                  <a:lnTo>
                    <a:pt x="2943265" y="1902004"/>
                  </a:lnTo>
                  <a:lnTo>
                    <a:pt x="2944976" y="1896165"/>
                  </a:lnTo>
                  <a:lnTo>
                    <a:pt x="2946687" y="1887329"/>
                  </a:lnTo>
                  <a:lnTo>
                    <a:pt x="2948399" y="1911360"/>
                  </a:lnTo>
                  <a:lnTo>
                    <a:pt x="2950110" y="2008741"/>
                  </a:lnTo>
                  <a:lnTo>
                    <a:pt x="2951822" y="2010293"/>
                  </a:lnTo>
                  <a:lnTo>
                    <a:pt x="2953533" y="1950801"/>
                  </a:lnTo>
                  <a:lnTo>
                    <a:pt x="2955244" y="1936935"/>
                  </a:lnTo>
                  <a:lnTo>
                    <a:pt x="2956956" y="1988149"/>
                  </a:lnTo>
                  <a:lnTo>
                    <a:pt x="2958667" y="2008226"/>
                  </a:lnTo>
                  <a:lnTo>
                    <a:pt x="2960379" y="2014592"/>
                  </a:lnTo>
                  <a:lnTo>
                    <a:pt x="2962090" y="2025732"/>
                  </a:lnTo>
                  <a:lnTo>
                    <a:pt x="2963801" y="1983837"/>
                  </a:lnTo>
                  <a:lnTo>
                    <a:pt x="2965513" y="1978755"/>
                  </a:lnTo>
                  <a:lnTo>
                    <a:pt x="2967224" y="2011750"/>
                  </a:lnTo>
                  <a:lnTo>
                    <a:pt x="2968935" y="2006677"/>
                  </a:lnTo>
                  <a:lnTo>
                    <a:pt x="2970647" y="1997654"/>
                  </a:lnTo>
                  <a:lnTo>
                    <a:pt x="2972358" y="1981881"/>
                  </a:lnTo>
                  <a:lnTo>
                    <a:pt x="2974070" y="2007018"/>
                  </a:lnTo>
                  <a:lnTo>
                    <a:pt x="2975781" y="1975208"/>
                  </a:lnTo>
                  <a:lnTo>
                    <a:pt x="2977492" y="1919012"/>
                  </a:lnTo>
                  <a:lnTo>
                    <a:pt x="2979204" y="1921270"/>
                  </a:lnTo>
                  <a:lnTo>
                    <a:pt x="2980915" y="1949841"/>
                  </a:lnTo>
                  <a:lnTo>
                    <a:pt x="2982627" y="1969374"/>
                  </a:lnTo>
                  <a:lnTo>
                    <a:pt x="2984338" y="2011078"/>
                  </a:lnTo>
                  <a:lnTo>
                    <a:pt x="2986049" y="1966999"/>
                  </a:lnTo>
                  <a:lnTo>
                    <a:pt x="2987761" y="1987662"/>
                  </a:lnTo>
                  <a:lnTo>
                    <a:pt x="2989472" y="2048059"/>
                  </a:lnTo>
                  <a:lnTo>
                    <a:pt x="2991184" y="2013775"/>
                  </a:lnTo>
                  <a:lnTo>
                    <a:pt x="2992895" y="1932040"/>
                  </a:lnTo>
                  <a:lnTo>
                    <a:pt x="2994606" y="1969501"/>
                  </a:lnTo>
                  <a:lnTo>
                    <a:pt x="2996318" y="1960285"/>
                  </a:lnTo>
                  <a:lnTo>
                    <a:pt x="2998029" y="1981494"/>
                  </a:lnTo>
                  <a:lnTo>
                    <a:pt x="2999741" y="1985866"/>
                  </a:lnTo>
                  <a:lnTo>
                    <a:pt x="3001452" y="1917721"/>
                  </a:lnTo>
                  <a:lnTo>
                    <a:pt x="3003163" y="1923553"/>
                  </a:lnTo>
                  <a:lnTo>
                    <a:pt x="3004875" y="1944097"/>
                  </a:lnTo>
                  <a:lnTo>
                    <a:pt x="3006586" y="1941112"/>
                  </a:lnTo>
                  <a:lnTo>
                    <a:pt x="3008298" y="1946796"/>
                  </a:lnTo>
                  <a:lnTo>
                    <a:pt x="3010009" y="1923251"/>
                  </a:lnTo>
                  <a:lnTo>
                    <a:pt x="3011720" y="1963486"/>
                  </a:lnTo>
                  <a:lnTo>
                    <a:pt x="3013432" y="1985091"/>
                  </a:lnTo>
                  <a:lnTo>
                    <a:pt x="3015143" y="1935627"/>
                  </a:lnTo>
                  <a:lnTo>
                    <a:pt x="3016855" y="1972002"/>
                  </a:lnTo>
                  <a:lnTo>
                    <a:pt x="3018566" y="2030146"/>
                  </a:lnTo>
                  <a:lnTo>
                    <a:pt x="3020277" y="2040545"/>
                  </a:lnTo>
                  <a:lnTo>
                    <a:pt x="3021989" y="2094154"/>
                  </a:lnTo>
                  <a:lnTo>
                    <a:pt x="3023700" y="2161388"/>
                  </a:lnTo>
                  <a:lnTo>
                    <a:pt x="3025412" y="2187270"/>
                  </a:lnTo>
                  <a:lnTo>
                    <a:pt x="3027123" y="2207790"/>
                  </a:lnTo>
                  <a:lnTo>
                    <a:pt x="3028834" y="2185261"/>
                  </a:lnTo>
                  <a:lnTo>
                    <a:pt x="3030546" y="2239141"/>
                  </a:lnTo>
                  <a:lnTo>
                    <a:pt x="3032257" y="2225890"/>
                  </a:lnTo>
                  <a:lnTo>
                    <a:pt x="3033969" y="2244210"/>
                  </a:lnTo>
                  <a:lnTo>
                    <a:pt x="3035680" y="2230866"/>
                  </a:lnTo>
                  <a:lnTo>
                    <a:pt x="3037391" y="2263346"/>
                  </a:lnTo>
                  <a:lnTo>
                    <a:pt x="3039103" y="2227741"/>
                  </a:lnTo>
                  <a:lnTo>
                    <a:pt x="3040814" y="2214283"/>
                  </a:lnTo>
                  <a:lnTo>
                    <a:pt x="3042526" y="2219460"/>
                  </a:lnTo>
                  <a:lnTo>
                    <a:pt x="3044237" y="2185255"/>
                  </a:lnTo>
                  <a:lnTo>
                    <a:pt x="3045948" y="2164564"/>
                  </a:lnTo>
                  <a:lnTo>
                    <a:pt x="3047660" y="2131550"/>
                  </a:lnTo>
                  <a:lnTo>
                    <a:pt x="3049371" y="2152992"/>
                  </a:lnTo>
                  <a:lnTo>
                    <a:pt x="3051083" y="2123729"/>
                  </a:lnTo>
                  <a:lnTo>
                    <a:pt x="3052794" y="2091270"/>
                  </a:lnTo>
                  <a:lnTo>
                    <a:pt x="3054505" y="2121137"/>
                  </a:lnTo>
                  <a:lnTo>
                    <a:pt x="3056217" y="2096106"/>
                  </a:lnTo>
                  <a:lnTo>
                    <a:pt x="3057928" y="2063267"/>
                  </a:lnTo>
                  <a:lnTo>
                    <a:pt x="3059640" y="2002102"/>
                  </a:lnTo>
                  <a:lnTo>
                    <a:pt x="3061351" y="1986155"/>
                  </a:lnTo>
                  <a:lnTo>
                    <a:pt x="3063062" y="1912409"/>
                  </a:lnTo>
                  <a:lnTo>
                    <a:pt x="3064774" y="1920793"/>
                  </a:lnTo>
                  <a:lnTo>
                    <a:pt x="3066485" y="1923548"/>
                  </a:lnTo>
                  <a:lnTo>
                    <a:pt x="3068197" y="1888746"/>
                  </a:lnTo>
                  <a:lnTo>
                    <a:pt x="3069908" y="1919425"/>
                  </a:lnTo>
                  <a:lnTo>
                    <a:pt x="3071619" y="1914444"/>
                  </a:lnTo>
                  <a:lnTo>
                    <a:pt x="3073331" y="1975522"/>
                  </a:lnTo>
                  <a:lnTo>
                    <a:pt x="3075042" y="1981145"/>
                  </a:lnTo>
                  <a:lnTo>
                    <a:pt x="3076753" y="1944164"/>
                  </a:lnTo>
                  <a:lnTo>
                    <a:pt x="3078465" y="2033202"/>
                  </a:lnTo>
                  <a:lnTo>
                    <a:pt x="3080176" y="2041011"/>
                  </a:lnTo>
                  <a:lnTo>
                    <a:pt x="3081888" y="2083296"/>
                  </a:lnTo>
                  <a:lnTo>
                    <a:pt x="3083599" y="2087095"/>
                  </a:lnTo>
                  <a:lnTo>
                    <a:pt x="3085310" y="2066849"/>
                  </a:lnTo>
                  <a:lnTo>
                    <a:pt x="3087022" y="2122637"/>
                  </a:lnTo>
                  <a:lnTo>
                    <a:pt x="3088733" y="2076756"/>
                  </a:lnTo>
                  <a:lnTo>
                    <a:pt x="3090445" y="2073864"/>
                  </a:lnTo>
                  <a:lnTo>
                    <a:pt x="3092156" y="2022387"/>
                  </a:lnTo>
                  <a:lnTo>
                    <a:pt x="3093867" y="1965935"/>
                  </a:lnTo>
                  <a:lnTo>
                    <a:pt x="3095579" y="2012277"/>
                  </a:lnTo>
                  <a:lnTo>
                    <a:pt x="3097290" y="1983006"/>
                  </a:lnTo>
                  <a:lnTo>
                    <a:pt x="3099002" y="1942943"/>
                  </a:lnTo>
                  <a:lnTo>
                    <a:pt x="3100713" y="1973065"/>
                  </a:lnTo>
                  <a:lnTo>
                    <a:pt x="3102424" y="1958751"/>
                  </a:lnTo>
                  <a:lnTo>
                    <a:pt x="3104136" y="1971002"/>
                  </a:lnTo>
                  <a:lnTo>
                    <a:pt x="3105847" y="1976855"/>
                  </a:lnTo>
                  <a:lnTo>
                    <a:pt x="3107559" y="1935113"/>
                  </a:lnTo>
                  <a:lnTo>
                    <a:pt x="3109270" y="1951711"/>
                  </a:lnTo>
                  <a:lnTo>
                    <a:pt x="3110981" y="1968248"/>
                  </a:lnTo>
                  <a:lnTo>
                    <a:pt x="3112693" y="1942837"/>
                  </a:lnTo>
                  <a:lnTo>
                    <a:pt x="3114404" y="1975518"/>
                  </a:lnTo>
                  <a:lnTo>
                    <a:pt x="3116116" y="2006236"/>
                  </a:lnTo>
                  <a:lnTo>
                    <a:pt x="3117827" y="2078548"/>
                  </a:lnTo>
                  <a:lnTo>
                    <a:pt x="3119538" y="2110305"/>
                  </a:lnTo>
                  <a:lnTo>
                    <a:pt x="3121250" y="2161383"/>
                  </a:lnTo>
                  <a:lnTo>
                    <a:pt x="3122961" y="2223549"/>
                  </a:lnTo>
                  <a:lnTo>
                    <a:pt x="3124673" y="2220405"/>
                  </a:lnTo>
                  <a:lnTo>
                    <a:pt x="3126384" y="2237574"/>
                  </a:lnTo>
                  <a:lnTo>
                    <a:pt x="3128095" y="2236233"/>
                  </a:lnTo>
                  <a:lnTo>
                    <a:pt x="3129807" y="2210995"/>
                  </a:lnTo>
                  <a:lnTo>
                    <a:pt x="3131518" y="2242412"/>
                  </a:lnTo>
                  <a:lnTo>
                    <a:pt x="3133230" y="2198847"/>
                  </a:lnTo>
                  <a:lnTo>
                    <a:pt x="3134941" y="2197946"/>
                  </a:lnTo>
                  <a:lnTo>
                    <a:pt x="3136652" y="2153095"/>
                  </a:lnTo>
                  <a:lnTo>
                    <a:pt x="3138364" y="2157446"/>
                  </a:lnTo>
                  <a:lnTo>
                    <a:pt x="3140075" y="2108918"/>
                  </a:lnTo>
                  <a:lnTo>
                    <a:pt x="3141787" y="2089065"/>
                  </a:lnTo>
                  <a:lnTo>
                    <a:pt x="3143498" y="2051288"/>
                  </a:lnTo>
                  <a:lnTo>
                    <a:pt x="3145209" y="2022543"/>
                  </a:lnTo>
                  <a:lnTo>
                    <a:pt x="3146921" y="2066528"/>
                  </a:lnTo>
                  <a:lnTo>
                    <a:pt x="3148632" y="2023605"/>
                  </a:lnTo>
                  <a:lnTo>
                    <a:pt x="3150344" y="2016436"/>
                  </a:lnTo>
                  <a:lnTo>
                    <a:pt x="3152055" y="2036084"/>
                  </a:lnTo>
                  <a:lnTo>
                    <a:pt x="3153766" y="2065462"/>
                  </a:lnTo>
                  <a:lnTo>
                    <a:pt x="3155478" y="2086500"/>
                  </a:lnTo>
                  <a:lnTo>
                    <a:pt x="3157189" y="2127309"/>
                  </a:lnTo>
                  <a:lnTo>
                    <a:pt x="3158901" y="2121045"/>
                  </a:lnTo>
                  <a:lnTo>
                    <a:pt x="3160612" y="2159153"/>
                  </a:lnTo>
                  <a:lnTo>
                    <a:pt x="3162323" y="2155813"/>
                  </a:lnTo>
                  <a:lnTo>
                    <a:pt x="3164035" y="2163411"/>
                  </a:lnTo>
                  <a:lnTo>
                    <a:pt x="3165746" y="2158611"/>
                  </a:lnTo>
                  <a:lnTo>
                    <a:pt x="3167458" y="2145884"/>
                  </a:lnTo>
                  <a:lnTo>
                    <a:pt x="3169169" y="2120464"/>
                  </a:lnTo>
                  <a:lnTo>
                    <a:pt x="3170880" y="2138307"/>
                  </a:lnTo>
                  <a:lnTo>
                    <a:pt x="3172592" y="2132637"/>
                  </a:lnTo>
                  <a:lnTo>
                    <a:pt x="3174303" y="2134094"/>
                  </a:lnTo>
                  <a:lnTo>
                    <a:pt x="3176014" y="2113237"/>
                  </a:lnTo>
                  <a:lnTo>
                    <a:pt x="3177726" y="2099774"/>
                  </a:lnTo>
                  <a:lnTo>
                    <a:pt x="3179437" y="2079776"/>
                  </a:lnTo>
                  <a:lnTo>
                    <a:pt x="3181149" y="2058890"/>
                  </a:lnTo>
                  <a:lnTo>
                    <a:pt x="3182860" y="1994695"/>
                  </a:lnTo>
                  <a:lnTo>
                    <a:pt x="3184571" y="1994790"/>
                  </a:lnTo>
                  <a:lnTo>
                    <a:pt x="3186283" y="1944462"/>
                  </a:lnTo>
                  <a:lnTo>
                    <a:pt x="3187994" y="2011476"/>
                  </a:lnTo>
                  <a:lnTo>
                    <a:pt x="3189706" y="1985052"/>
                  </a:lnTo>
                  <a:lnTo>
                    <a:pt x="3191417" y="1999422"/>
                  </a:lnTo>
                  <a:lnTo>
                    <a:pt x="3193128" y="2016661"/>
                  </a:lnTo>
                  <a:lnTo>
                    <a:pt x="3194840" y="2098491"/>
                  </a:lnTo>
                  <a:lnTo>
                    <a:pt x="3196551" y="2148600"/>
                  </a:lnTo>
                  <a:lnTo>
                    <a:pt x="3198263" y="2138077"/>
                  </a:lnTo>
                  <a:lnTo>
                    <a:pt x="3199974" y="2132168"/>
                  </a:lnTo>
                  <a:lnTo>
                    <a:pt x="3201685" y="2133238"/>
                  </a:lnTo>
                  <a:lnTo>
                    <a:pt x="3203397" y="2110954"/>
                  </a:lnTo>
                  <a:lnTo>
                    <a:pt x="3205108" y="2149247"/>
                  </a:lnTo>
                  <a:lnTo>
                    <a:pt x="3206820" y="2125696"/>
                  </a:lnTo>
                  <a:lnTo>
                    <a:pt x="3208531" y="2149214"/>
                  </a:lnTo>
                  <a:lnTo>
                    <a:pt x="3210242" y="2116557"/>
                  </a:lnTo>
                  <a:lnTo>
                    <a:pt x="3211954" y="2093398"/>
                  </a:lnTo>
                  <a:lnTo>
                    <a:pt x="3213665" y="2155411"/>
                  </a:lnTo>
                  <a:lnTo>
                    <a:pt x="3215377" y="2162345"/>
                  </a:lnTo>
                  <a:lnTo>
                    <a:pt x="3217088" y="2160324"/>
                  </a:lnTo>
                  <a:lnTo>
                    <a:pt x="3218799" y="2218786"/>
                  </a:lnTo>
                  <a:lnTo>
                    <a:pt x="3220511" y="2160272"/>
                  </a:lnTo>
                  <a:lnTo>
                    <a:pt x="3222222" y="2181847"/>
                  </a:lnTo>
                  <a:lnTo>
                    <a:pt x="3223934" y="2155457"/>
                  </a:lnTo>
                  <a:lnTo>
                    <a:pt x="3225645" y="2171333"/>
                  </a:lnTo>
                  <a:lnTo>
                    <a:pt x="3227356" y="2234276"/>
                  </a:lnTo>
                  <a:lnTo>
                    <a:pt x="3229068" y="2195593"/>
                  </a:lnTo>
                  <a:lnTo>
                    <a:pt x="3230779" y="2272039"/>
                  </a:lnTo>
                  <a:lnTo>
                    <a:pt x="3232491" y="2260519"/>
                  </a:lnTo>
                  <a:lnTo>
                    <a:pt x="3234202" y="2288915"/>
                  </a:lnTo>
                  <a:lnTo>
                    <a:pt x="3235913" y="2322585"/>
                  </a:lnTo>
                  <a:lnTo>
                    <a:pt x="3237625" y="2282752"/>
                  </a:lnTo>
                  <a:lnTo>
                    <a:pt x="3239336" y="2299444"/>
                  </a:lnTo>
                  <a:lnTo>
                    <a:pt x="3241048" y="2284509"/>
                  </a:lnTo>
                  <a:lnTo>
                    <a:pt x="3242759" y="2300662"/>
                  </a:lnTo>
                  <a:lnTo>
                    <a:pt x="3244470" y="2331980"/>
                  </a:lnTo>
                  <a:lnTo>
                    <a:pt x="3246182" y="2275597"/>
                  </a:lnTo>
                  <a:lnTo>
                    <a:pt x="3247893" y="2262655"/>
                  </a:lnTo>
                  <a:lnTo>
                    <a:pt x="3249605" y="2290041"/>
                  </a:lnTo>
                  <a:lnTo>
                    <a:pt x="3251316" y="2282544"/>
                  </a:lnTo>
                  <a:lnTo>
                    <a:pt x="3253027" y="2296896"/>
                  </a:lnTo>
                  <a:lnTo>
                    <a:pt x="3254739" y="2309490"/>
                  </a:lnTo>
                  <a:lnTo>
                    <a:pt x="3256450" y="2348043"/>
                  </a:lnTo>
                  <a:lnTo>
                    <a:pt x="3258162" y="2375502"/>
                  </a:lnTo>
                  <a:lnTo>
                    <a:pt x="3259873" y="2313320"/>
                  </a:lnTo>
                  <a:lnTo>
                    <a:pt x="3261584" y="2344515"/>
                  </a:lnTo>
                  <a:lnTo>
                    <a:pt x="3263296" y="2313450"/>
                  </a:lnTo>
                  <a:lnTo>
                    <a:pt x="3265007" y="2301047"/>
                  </a:lnTo>
                  <a:lnTo>
                    <a:pt x="3266719" y="2286543"/>
                  </a:lnTo>
                  <a:lnTo>
                    <a:pt x="3268430" y="2272098"/>
                  </a:lnTo>
                  <a:lnTo>
                    <a:pt x="3270141" y="2275715"/>
                  </a:lnTo>
                  <a:lnTo>
                    <a:pt x="3271853" y="2287881"/>
                  </a:lnTo>
                  <a:lnTo>
                    <a:pt x="3273564" y="2336295"/>
                  </a:lnTo>
                  <a:lnTo>
                    <a:pt x="3275276" y="2290810"/>
                  </a:lnTo>
                  <a:lnTo>
                    <a:pt x="3276987" y="2325577"/>
                  </a:lnTo>
                  <a:lnTo>
                    <a:pt x="3278698" y="2312169"/>
                  </a:lnTo>
                  <a:lnTo>
                    <a:pt x="3280410" y="2279385"/>
                  </a:lnTo>
                  <a:lnTo>
                    <a:pt x="3282121" y="2300878"/>
                  </a:lnTo>
                  <a:lnTo>
                    <a:pt x="3283832" y="2289593"/>
                  </a:lnTo>
                  <a:lnTo>
                    <a:pt x="3285544" y="2314238"/>
                  </a:lnTo>
                  <a:lnTo>
                    <a:pt x="3287255" y="2316858"/>
                  </a:lnTo>
                  <a:lnTo>
                    <a:pt x="3288967" y="2305893"/>
                  </a:lnTo>
                  <a:lnTo>
                    <a:pt x="3290678" y="2314257"/>
                  </a:lnTo>
                  <a:lnTo>
                    <a:pt x="3292389" y="2281281"/>
                  </a:lnTo>
                  <a:lnTo>
                    <a:pt x="3294101" y="2276162"/>
                  </a:lnTo>
                  <a:lnTo>
                    <a:pt x="3295812" y="2279677"/>
                  </a:lnTo>
                  <a:lnTo>
                    <a:pt x="3297524" y="2290534"/>
                  </a:lnTo>
                  <a:lnTo>
                    <a:pt x="3299235" y="2343046"/>
                  </a:lnTo>
                  <a:lnTo>
                    <a:pt x="3300946" y="2353549"/>
                  </a:lnTo>
                  <a:lnTo>
                    <a:pt x="3302658" y="2331411"/>
                  </a:lnTo>
                  <a:lnTo>
                    <a:pt x="3304369" y="2341244"/>
                  </a:lnTo>
                  <a:lnTo>
                    <a:pt x="3306081" y="2333085"/>
                  </a:lnTo>
                  <a:lnTo>
                    <a:pt x="3307792" y="2321956"/>
                  </a:lnTo>
                  <a:lnTo>
                    <a:pt x="3309503" y="2288409"/>
                  </a:lnTo>
                  <a:lnTo>
                    <a:pt x="3311215" y="2258721"/>
                  </a:lnTo>
                  <a:lnTo>
                    <a:pt x="3312926" y="2256125"/>
                  </a:lnTo>
                  <a:lnTo>
                    <a:pt x="3314638" y="2195467"/>
                  </a:lnTo>
                  <a:lnTo>
                    <a:pt x="3316349" y="2109870"/>
                  </a:lnTo>
                  <a:lnTo>
                    <a:pt x="3318060" y="1970283"/>
                  </a:lnTo>
                  <a:lnTo>
                    <a:pt x="3319772" y="1888934"/>
                  </a:lnTo>
                  <a:lnTo>
                    <a:pt x="3321483" y="1957757"/>
                  </a:lnTo>
                  <a:lnTo>
                    <a:pt x="3323195" y="1921511"/>
                  </a:lnTo>
                  <a:lnTo>
                    <a:pt x="3324906" y="1921545"/>
                  </a:lnTo>
                  <a:lnTo>
                    <a:pt x="3326617" y="1816786"/>
                  </a:lnTo>
                  <a:lnTo>
                    <a:pt x="3328329" y="1881790"/>
                  </a:lnTo>
                  <a:lnTo>
                    <a:pt x="3330040" y="1917709"/>
                  </a:lnTo>
                  <a:lnTo>
                    <a:pt x="3331752" y="1939613"/>
                  </a:lnTo>
                  <a:lnTo>
                    <a:pt x="3333463" y="1975216"/>
                  </a:lnTo>
                  <a:lnTo>
                    <a:pt x="3335174" y="2010426"/>
                  </a:lnTo>
                  <a:lnTo>
                    <a:pt x="3336886" y="2177862"/>
                  </a:lnTo>
                  <a:lnTo>
                    <a:pt x="3338597" y="2205628"/>
                  </a:lnTo>
                  <a:lnTo>
                    <a:pt x="3340309" y="2184081"/>
                  </a:lnTo>
                  <a:lnTo>
                    <a:pt x="3342020" y="2227528"/>
                  </a:lnTo>
                  <a:lnTo>
                    <a:pt x="3343731" y="2262167"/>
                  </a:lnTo>
                  <a:lnTo>
                    <a:pt x="3345443" y="2268610"/>
                  </a:lnTo>
                  <a:lnTo>
                    <a:pt x="3347154" y="2284336"/>
                  </a:lnTo>
                  <a:lnTo>
                    <a:pt x="3348866" y="2230870"/>
                  </a:lnTo>
                  <a:lnTo>
                    <a:pt x="3350577" y="2256727"/>
                  </a:lnTo>
                  <a:lnTo>
                    <a:pt x="3352288" y="2254254"/>
                  </a:lnTo>
                  <a:lnTo>
                    <a:pt x="3354000" y="2308562"/>
                  </a:lnTo>
                  <a:lnTo>
                    <a:pt x="3355711" y="2237704"/>
                  </a:lnTo>
                  <a:lnTo>
                    <a:pt x="3357423" y="2236974"/>
                  </a:lnTo>
                  <a:lnTo>
                    <a:pt x="3359134" y="2217996"/>
                  </a:lnTo>
                  <a:lnTo>
                    <a:pt x="3360845" y="2152075"/>
                  </a:lnTo>
                  <a:lnTo>
                    <a:pt x="3362557" y="2096697"/>
                  </a:lnTo>
                  <a:lnTo>
                    <a:pt x="3364268" y="2039565"/>
                  </a:lnTo>
                  <a:lnTo>
                    <a:pt x="3365980" y="2045184"/>
                  </a:lnTo>
                  <a:lnTo>
                    <a:pt x="3367691" y="1966651"/>
                  </a:lnTo>
                  <a:lnTo>
                    <a:pt x="3369402" y="1986576"/>
                  </a:lnTo>
                  <a:lnTo>
                    <a:pt x="3371114" y="2117460"/>
                  </a:lnTo>
                  <a:lnTo>
                    <a:pt x="3372825" y="2172591"/>
                  </a:lnTo>
                  <a:lnTo>
                    <a:pt x="3374537" y="2216808"/>
                  </a:lnTo>
                  <a:lnTo>
                    <a:pt x="3376248" y="2168504"/>
                  </a:lnTo>
                  <a:lnTo>
                    <a:pt x="3377959" y="2187310"/>
                  </a:lnTo>
                  <a:lnTo>
                    <a:pt x="3379671" y="2247062"/>
                  </a:lnTo>
                  <a:lnTo>
                    <a:pt x="3381382" y="2252299"/>
                  </a:lnTo>
                  <a:lnTo>
                    <a:pt x="3383094" y="2260929"/>
                  </a:lnTo>
                  <a:lnTo>
                    <a:pt x="3384805" y="2258739"/>
                  </a:lnTo>
                  <a:lnTo>
                    <a:pt x="3386516" y="2308267"/>
                  </a:lnTo>
                  <a:lnTo>
                    <a:pt x="3388228" y="2290199"/>
                  </a:lnTo>
                  <a:lnTo>
                    <a:pt x="3389939" y="2282719"/>
                  </a:lnTo>
                  <a:lnTo>
                    <a:pt x="3391650" y="2258524"/>
                  </a:lnTo>
                  <a:lnTo>
                    <a:pt x="3393362" y="2226816"/>
                  </a:lnTo>
                  <a:lnTo>
                    <a:pt x="3395073" y="2247573"/>
                  </a:lnTo>
                  <a:lnTo>
                    <a:pt x="3396785" y="2199696"/>
                  </a:lnTo>
                  <a:lnTo>
                    <a:pt x="3398496" y="2167603"/>
                  </a:lnTo>
                  <a:lnTo>
                    <a:pt x="3400207" y="2160364"/>
                  </a:lnTo>
                  <a:lnTo>
                    <a:pt x="3401919" y="2102563"/>
                  </a:lnTo>
                  <a:lnTo>
                    <a:pt x="3403630" y="2030639"/>
                  </a:lnTo>
                  <a:lnTo>
                    <a:pt x="3405342" y="2030130"/>
                  </a:lnTo>
                  <a:lnTo>
                    <a:pt x="3407053" y="2000342"/>
                  </a:lnTo>
                  <a:lnTo>
                    <a:pt x="3408764" y="2072504"/>
                  </a:lnTo>
                  <a:lnTo>
                    <a:pt x="3410476" y="2086918"/>
                  </a:lnTo>
                  <a:lnTo>
                    <a:pt x="3412187" y="2097867"/>
                  </a:lnTo>
                  <a:lnTo>
                    <a:pt x="3413899" y="2110004"/>
                  </a:lnTo>
                  <a:lnTo>
                    <a:pt x="3415610" y="2055047"/>
                  </a:lnTo>
                  <a:lnTo>
                    <a:pt x="3417321" y="2018456"/>
                  </a:lnTo>
                  <a:lnTo>
                    <a:pt x="3419033" y="1913536"/>
                  </a:lnTo>
                  <a:lnTo>
                    <a:pt x="3420744" y="1875436"/>
                  </a:lnTo>
                  <a:lnTo>
                    <a:pt x="3422456" y="1832481"/>
                  </a:lnTo>
                  <a:lnTo>
                    <a:pt x="3424167" y="1787745"/>
                  </a:lnTo>
                  <a:lnTo>
                    <a:pt x="3425878" y="1783291"/>
                  </a:lnTo>
                  <a:lnTo>
                    <a:pt x="3427590" y="1687552"/>
                  </a:lnTo>
                  <a:lnTo>
                    <a:pt x="3429301" y="1741841"/>
                  </a:lnTo>
                  <a:lnTo>
                    <a:pt x="3431013" y="1774025"/>
                  </a:lnTo>
                  <a:lnTo>
                    <a:pt x="3432724" y="1758826"/>
                  </a:lnTo>
                  <a:lnTo>
                    <a:pt x="3434435" y="1802011"/>
                  </a:lnTo>
                  <a:lnTo>
                    <a:pt x="3436147" y="1777116"/>
                  </a:lnTo>
                  <a:lnTo>
                    <a:pt x="3437858" y="1822843"/>
                  </a:lnTo>
                  <a:lnTo>
                    <a:pt x="3439570" y="1858886"/>
                  </a:lnTo>
                  <a:lnTo>
                    <a:pt x="3441281" y="1959378"/>
                  </a:lnTo>
                  <a:lnTo>
                    <a:pt x="3442992" y="2029069"/>
                  </a:lnTo>
                  <a:lnTo>
                    <a:pt x="3444704" y="2003898"/>
                  </a:lnTo>
                  <a:lnTo>
                    <a:pt x="3446415" y="1928941"/>
                  </a:lnTo>
                  <a:lnTo>
                    <a:pt x="3448127" y="1876823"/>
                  </a:lnTo>
                  <a:lnTo>
                    <a:pt x="3449838" y="1903832"/>
                  </a:lnTo>
                  <a:lnTo>
                    <a:pt x="3451549" y="1914297"/>
                  </a:lnTo>
                  <a:lnTo>
                    <a:pt x="3453261" y="1837712"/>
                  </a:lnTo>
                  <a:lnTo>
                    <a:pt x="3454972" y="1786036"/>
                  </a:lnTo>
                  <a:lnTo>
                    <a:pt x="3456684" y="1745178"/>
                  </a:lnTo>
                  <a:lnTo>
                    <a:pt x="3458395" y="1722292"/>
                  </a:lnTo>
                  <a:lnTo>
                    <a:pt x="3460106" y="1663652"/>
                  </a:lnTo>
                  <a:lnTo>
                    <a:pt x="3461818" y="1693641"/>
                  </a:lnTo>
                  <a:lnTo>
                    <a:pt x="3463529" y="1755667"/>
                  </a:lnTo>
                  <a:lnTo>
                    <a:pt x="3465241" y="1696736"/>
                  </a:lnTo>
                  <a:lnTo>
                    <a:pt x="3466952" y="1788219"/>
                  </a:lnTo>
                  <a:lnTo>
                    <a:pt x="3468663" y="1803371"/>
                  </a:lnTo>
                  <a:lnTo>
                    <a:pt x="3470375" y="1771491"/>
                  </a:lnTo>
                  <a:lnTo>
                    <a:pt x="3472086" y="1721108"/>
                  </a:lnTo>
                  <a:lnTo>
                    <a:pt x="3473798" y="1656723"/>
                  </a:lnTo>
                  <a:lnTo>
                    <a:pt x="3475509" y="1661165"/>
                  </a:lnTo>
                  <a:lnTo>
                    <a:pt x="3477220" y="1704027"/>
                  </a:lnTo>
                  <a:lnTo>
                    <a:pt x="3478932" y="1652576"/>
                  </a:lnTo>
                  <a:lnTo>
                    <a:pt x="3480643" y="1694859"/>
                  </a:lnTo>
                  <a:lnTo>
                    <a:pt x="3482355" y="1689810"/>
                  </a:lnTo>
                  <a:lnTo>
                    <a:pt x="3484066" y="1703780"/>
                  </a:lnTo>
                  <a:lnTo>
                    <a:pt x="3485777" y="1837399"/>
                  </a:lnTo>
                  <a:lnTo>
                    <a:pt x="3487489" y="1860592"/>
                  </a:lnTo>
                  <a:lnTo>
                    <a:pt x="3489200" y="1904476"/>
                  </a:lnTo>
                  <a:lnTo>
                    <a:pt x="3490911" y="1813314"/>
                  </a:lnTo>
                  <a:lnTo>
                    <a:pt x="3492623" y="1722146"/>
                  </a:lnTo>
                  <a:lnTo>
                    <a:pt x="3494334" y="1696225"/>
                  </a:lnTo>
                  <a:lnTo>
                    <a:pt x="3496046" y="1670631"/>
                  </a:lnTo>
                  <a:lnTo>
                    <a:pt x="3497757" y="1700879"/>
                  </a:lnTo>
                  <a:lnTo>
                    <a:pt x="3499468" y="1753163"/>
                  </a:lnTo>
                  <a:lnTo>
                    <a:pt x="3501180" y="1645626"/>
                  </a:lnTo>
                  <a:lnTo>
                    <a:pt x="3502891" y="1637892"/>
                  </a:lnTo>
                  <a:lnTo>
                    <a:pt x="3504603" y="1609376"/>
                  </a:lnTo>
                  <a:lnTo>
                    <a:pt x="3506314" y="1495918"/>
                  </a:lnTo>
                  <a:lnTo>
                    <a:pt x="3508025" y="1488986"/>
                  </a:lnTo>
                  <a:lnTo>
                    <a:pt x="3509737" y="1489835"/>
                  </a:lnTo>
                  <a:lnTo>
                    <a:pt x="3511448" y="1684076"/>
                  </a:lnTo>
                  <a:lnTo>
                    <a:pt x="3513160" y="1668814"/>
                  </a:lnTo>
                  <a:lnTo>
                    <a:pt x="3514871" y="1649817"/>
                  </a:lnTo>
                  <a:lnTo>
                    <a:pt x="3516582" y="1643305"/>
                  </a:lnTo>
                  <a:lnTo>
                    <a:pt x="3518294" y="1401174"/>
                  </a:lnTo>
                  <a:lnTo>
                    <a:pt x="3520005" y="1288339"/>
                  </a:lnTo>
                  <a:lnTo>
                    <a:pt x="3521717" y="1337058"/>
                  </a:lnTo>
                  <a:lnTo>
                    <a:pt x="3523428" y="1280389"/>
                  </a:lnTo>
                  <a:lnTo>
                    <a:pt x="3525139" y="1128598"/>
                  </a:lnTo>
                  <a:lnTo>
                    <a:pt x="3526851" y="1097425"/>
                  </a:lnTo>
                  <a:lnTo>
                    <a:pt x="3528562" y="967917"/>
                  </a:lnTo>
                  <a:lnTo>
                    <a:pt x="3530274" y="926372"/>
                  </a:lnTo>
                  <a:lnTo>
                    <a:pt x="3531985" y="980814"/>
                  </a:lnTo>
                  <a:lnTo>
                    <a:pt x="3533696" y="890066"/>
                  </a:lnTo>
                  <a:lnTo>
                    <a:pt x="3535408" y="909678"/>
                  </a:lnTo>
                  <a:lnTo>
                    <a:pt x="3537119" y="862293"/>
                  </a:lnTo>
                  <a:lnTo>
                    <a:pt x="3538831" y="788920"/>
                  </a:lnTo>
                  <a:lnTo>
                    <a:pt x="3540542" y="870114"/>
                  </a:lnTo>
                  <a:lnTo>
                    <a:pt x="3542253" y="928596"/>
                  </a:lnTo>
                  <a:lnTo>
                    <a:pt x="3543965" y="1002680"/>
                  </a:lnTo>
                  <a:lnTo>
                    <a:pt x="3545676" y="1039361"/>
                  </a:lnTo>
                  <a:lnTo>
                    <a:pt x="3547388" y="929268"/>
                  </a:lnTo>
                  <a:lnTo>
                    <a:pt x="3549099" y="1123597"/>
                  </a:lnTo>
                  <a:lnTo>
                    <a:pt x="3550810" y="984738"/>
                  </a:lnTo>
                  <a:lnTo>
                    <a:pt x="3552522" y="1114181"/>
                  </a:lnTo>
                  <a:lnTo>
                    <a:pt x="3554233" y="1148807"/>
                  </a:lnTo>
                  <a:lnTo>
                    <a:pt x="3555945" y="1071387"/>
                  </a:lnTo>
                  <a:lnTo>
                    <a:pt x="3557656" y="1190558"/>
                  </a:lnTo>
                  <a:lnTo>
                    <a:pt x="3559367" y="1099457"/>
                  </a:lnTo>
                  <a:lnTo>
                    <a:pt x="3561079" y="1303354"/>
                  </a:lnTo>
                  <a:lnTo>
                    <a:pt x="3562790" y="1411630"/>
                  </a:lnTo>
                  <a:lnTo>
                    <a:pt x="3564502" y="1369934"/>
                  </a:lnTo>
                  <a:lnTo>
                    <a:pt x="3566213" y="1598161"/>
                  </a:lnTo>
                  <a:lnTo>
                    <a:pt x="3567924" y="1448641"/>
                  </a:lnTo>
                  <a:lnTo>
                    <a:pt x="3569636" y="1351607"/>
                  </a:lnTo>
                  <a:lnTo>
                    <a:pt x="3571347" y="1507632"/>
                  </a:lnTo>
                  <a:lnTo>
                    <a:pt x="3573059" y="1676359"/>
                  </a:lnTo>
                  <a:lnTo>
                    <a:pt x="3574770" y="1775370"/>
                  </a:lnTo>
                  <a:lnTo>
                    <a:pt x="3576481" y="1811158"/>
                  </a:lnTo>
                  <a:lnTo>
                    <a:pt x="3578193" y="1879058"/>
                  </a:lnTo>
                  <a:lnTo>
                    <a:pt x="3579904" y="1906198"/>
                  </a:lnTo>
                  <a:lnTo>
                    <a:pt x="3581616" y="1895004"/>
                  </a:lnTo>
                  <a:lnTo>
                    <a:pt x="3583327" y="1940732"/>
                  </a:lnTo>
                  <a:lnTo>
                    <a:pt x="3585038" y="1941878"/>
                  </a:lnTo>
                  <a:lnTo>
                    <a:pt x="3586750" y="1970170"/>
                  </a:lnTo>
                  <a:lnTo>
                    <a:pt x="3588461" y="1981010"/>
                  </a:lnTo>
                  <a:lnTo>
                    <a:pt x="3590173" y="1970878"/>
                  </a:lnTo>
                  <a:lnTo>
                    <a:pt x="3591884" y="1988643"/>
                  </a:lnTo>
                  <a:lnTo>
                    <a:pt x="3593595" y="2019027"/>
                  </a:lnTo>
                  <a:lnTo>
                    <a:pt x="3595307" y="1943388"/>
                  </a:lnTo>
                  <a:lnTo>
                    <a:pt x="3597018" y="1907203"/>
                  </a:lnTo>
                  <a:lnTo>
                    <a:pt x="3598729" y="1876044"/>
                  </a:lnTo>
                  <a:lnTo>
                    <a:pt x="3600441" y="1925934"/>
                  </a:lnTo>
                  <a:lnTo>
                    <a:pt x="3602152" y="1946826"/>
                  </a:lnTo>
                  <a:lnTo>
                    <a:pt x="3603864" y="2015300"/>
                  </a:lnTo>
                  <a:lnTo>
                    <a:pt x="3605575" y="1958681"/>
                  </a:lnTo>
                  <a:lnTo>
                    <a:pt x="3607286" y="2017549"/>
                  </a:lnTo>
                  <a:lnTo>
                    <a:pt x="3608998" y="2065327"/>
                  </a:lnTo>
                  <a:lnTo>
                    <a:pt x="3610709" y="2080408"/>
                  </a:lnTo>
                  <a:lnTo>
                    <a:pt x="3612421" y="2104022"/>
                  </a:lnTo>
                  <a:lnTo>
                    <a:pt x="3614132" y="2085361"/>
                  </a:lnTo>
                  <a:lnTo>
                    <a:pt x="3615843" y="2129944"/>
                  </a:lnTo>
                  <a:lnTo>
                    <a:pt x="3617555" y="2190150"/>
                  </a:lnTo>
                  <a:lnTo>
                    <a:pt x="3619266" y="2140985"/>
                  </a:lnTo>
                  <a:lnTo>
                    <a:pt x="3620978" y="2144465"/>
                  </a:lnTo>
                  <a:lnTo>
                    <a:pt x="3622689" y="2095484"/>
                  </a:lnTo>
                  <a:lnTo>
                    <a:pt x="3624400" y="2049403"/>
                  </a:lnTo>
                  <a:lnTo>
                    <a:pt x="3626112" y="2104734"/>
                  </a:lnTo>
                  <a:lnTo>
                    <a:pt x="3627823" y="2106506"/>
                  </a:lnTo>
                  <a:lnTo>
                    <a:pt x="3629535" y="2010893"/>
                  </a:lnTo>
                  <a:lnTo>
                    <a:pt x="3631246" y="2037719"/>
                  </a:lnTo>
                  <a:lnTo>
                    <a:pt x="3632957" y="2077409"/>
                  </a:lnTo>
                  <a:lnTo>
                    <a:pt x="3634669" y="2127053"/>
                  </a:lnTo>
                  <a:lnTo>
                    <a:pt x="3636380" y="2119463"/>
                  </a:lnTo>
                  <a:lnTo>
                    <a:pt x="3638092" y="2056037"/>
                  </a:lnTo>
                  <a:lnTo>
                    <a:pt x="3639803" y="2031031"/>
                  </a:lnTo>
                  <a:lnTo>
                    <a:pt x="3641514" y="2124016"/>
                  </a:lnTo>
                  <a:lnTo>
                    <a:pt x="3643226" y="2120136"/>
                  </a:lnTo>
                  <a:lnTo>
                    <a:pt x="3644937" y="2131668"/>
                  </a:lnTo>
                  <a:lnTo>
                    <a:pt x="3646649" y="2086908"/>
                  </a:lnTo>
                  <a:lnTo>
                    <a:pt x="3648360" y="2057666"/>
                  </a:lnTo>
                  <a:lnTo>
                    <a:pt x="3650071" y="2130634"/>
                  </a:lnTo>
                  <a:lnTo>
                    <a:pt x="3651783" y="2111004"/>
                  </a:lnTo>
                  <a:lnTo>
                    <a:pt x="3653494" y="2106034"/>
                  </a:lnTo>
                  <a:lnTo>
                    <a:pt x="3655206" y="2119086"/>
                  </a:lnTo>
                  <a:lnTo>
                    <a:pt x="3656917" y="2138437"/>
                  </a:lnTo>
                  <a:lnTo>
                    <a:pt x="3658628" y="2168622"/>
                  </a:lnTo>
                  <a:lnTo>
                    <a:pt x="3660340" y="2146630"/>
                  </a:lnTo>
                  <a:lnTo>
                    <a:pt x="3662051" y="2144103"/>
                  </a:lnTo>
                  <a:lnTo>
                    <a:pt x="3663763" y="2162808"/>
                  </a:lnTo>
                  <a:lnTo>
                    <a:pt x="3665474" y="2106594"/>
                  </a:lnTo>
                  <a:lnTo>
                    <a:pt x="3667185" y="2050934"/>
                  </a:lnTo>
                  <a:lnTo>
                    <a:pt x="3668897" y="2013940"/>
                  </a:lnTo>
                  <a:lnTo>
                    <a:pt x="3670608" y="2017934"/>
                  </a:lnTo>
                  <a:lnTo>
                    <a:pt x="3672320" y="1985252"/>
                  </a:lnTo>
                  <a:lnTo>
                    <a:pt x="3674031" y="2042297"/>
                  </a:lnTo>
                  <a:lnTo>
                    <a:pt x="3675742" y="2107322"/>
                  </a:lnTo>
                  <a:lnTo>
                    <a:pt x="3677454" y="2086086"/>
                  </a:lnTo>
                  <a:lnTo>
                    <a:pt x="3679165" y="2059135"/>
                  </a:lnTo>
                  <a:lnTo>
                    <a:pt x="3680877" y="1986479"/>
                  </a:lnTo>
                  <a:lnTo>
                    <a:pt x="3682588" y="1992819"/>
                  </a:lnTo>
                  <a:lnTo>
                    <a:pt x="3684299" y="1968098"/>
                  </a:lnTo>
                  <a:lnTo>
                    <a:pt x="3686011" y="1803010"/>
                  </a:lnTo>
                  <a:lnTo>
                    <a:pt x="3687722" y="1827880"/>
                  </a:lnTo>
                  <a:lnTo>
                    <a:pt x="3689434" y="1744739"/>
                  </a:lnTo>
                  <a:lnTo>
                    <a:pt x="3691145" y="1801390"/>
                  </a:lnTo>
                  <a:lnTo>
                    <a:pt x="3692856" y="1845646"/>
                  </a:lnTo>
                  <a:lnTo>
                    <a:pt x="3694568" y="1812592"/>
                  </a:lnTo>
                  <a:lnTo>
                    <a:pt x="3696279" y="1851134"/>
                  </a:lnTo>
                  <a:lnTo>
                    <a:pt x="3697991" y="1875560"/>
                  </a:lnTo>
                  <a:lnTo>
                    <a:pt x="3699702" y="1897680"/>
                  </a:lnTo>
                  <a:lnTo>
                    <a:pt x="3701413" y="1878078"/>
                  </a:lnTo>
                  <a:lnTo>
                    <a:pt x="3703125" y="1847201"/>
                  </a:lnTo>
                  <a:lnTo>
                    <a:pt x="3704836" y="1848283"/>
                  </a:lnTo>
                  <a:lnTo>
                    <a:pt x="3706547" y="1905668"/>
                  </a:lnTo>
                  <a:lnTo>
                    <a:pt x="3708259" y="1964609"/>
                  </a:lnTo>
                  <a:lnTo>
                    <a:pt x="3709970" y="2008647"/>
                  </a:lnTo>
                  <a:lnTo>
                    <a:pt x="3711682" y="1966199"/>
                  </a:lnTo>
                  <a:lnTo>
                    <a:pt x="3713393" y="1986107"/>
                  </a:lnTo>
                  <a:lnTo>
                    <a:pt x="3715104" y="1991606"/>
                  </a:lnTo>
                  <a:lnTo>
                    <a:pt x="3716816" y="2093709"/>
                  </a:lnTo>
                  <a:lnTo>
                    <a:pt x="3718527" y="2085356"/>
                  </a:lnTo>
                  <a:lnTo>
                    <a:pt x="3720239" y="1995079"/>
                  </a:lnTo>
                  <a:lnTo>
                    <a:pt x="3721950" y="2048630"/>
                  </a:lnTo>
                  <a:lnTo>
                    <a:pt x="3723661" y="2155715"/>
                  </a:lnTo>
                  <a:lnTo>
                    <a:pt x="3725373" y="2198370"/>
                  </a:lnTo>
                  <a:lnTo>
                    <a:pt x="3727084" y="2195555"/>
                  </a:lnTo>
                  <a:lnTo>
                    <a:pt x="3728796" y="2175485"/>
                  </a:lnTo>
                  <a:lnTo>
                    <a:pt x="3730507" y="2225391"/>
                  </a:lnTo>
                  <a:lnTo>
                    <a:pt x="3732218" y="2156363"/>
                  </a:lnTo>
                  <a:lnTo>
                    <a:pt x="3733930" y="2118839"/>
                  </a:lnTo>
                  <a:lnTo>
                    <a:pt x="3735641" y="2102359"/>
                  </a:lnTo>
                  <a:lnTo>
                    <a:pt x="3737353" y="2053902"/>
                  </a:lnTo>
                  <a:lnTo>
                    <a:pt x="3739064" y="2025487"/>
                  </a:lnTo>
                  <a:lnTo>
                    <a:pt x="3740775" y="2043442"/>
                  </a:lnTo>
                  <a:lnTo>
                    <a:pt x="3742487" y="2090558"/>
                  </a:lnTo>
                  <a:lnTo>
                    <a:pt x="3744198" y="2080911"/>
                  </a:lnTo>
                  <a:lnTo>
                    <a:pt x="3745910" y="1951332"/>
                  </a:lnTo>
                  <a:lnTo>
                    <a:pt x="3747621" y="1986175"/>
                  </a:lnTo>
                  <a:lnTo>
                    <a:pt x="3749332" y="1985611"/>
                  </a:lnTo>
                  <a:lnTo>
                    <a:pt x="3751044" y="1997396"/>
                  </a:lnTo>
                  <a:lnTo>
                    <a:pt x="3752755" y="2013978"/>
                  </a:lnTo>
                  <a:lnTo>
                    <a:pt x="3754467" y="2020987"/>
                  </a:lnTo>
                  <a:lnTo>
                    <a:pt x="3756178" y="2155427"/>
                  </a:lnTo>
                  <a:lnTo>
                    <a:pt x="3757889" y="2107150"/>
                  </a:lnTo>
                  <a:lnTo>
                    <a:pt x="3759601" y="2077986"/>
                  </a:lnTo>
                  <a:lnTo>
                    <a:pt x="3761312" y="2125860"/>
                  </a:lnTo>
                  <a:lnTo>
                    <a:pt x="3763024" y="2172331"/>
                  </a:lnTo>
                  <a:lnTo>
                    <a:pt x="3764735" y="2228848"/>
                  </a:lnTo>
                  <a:lnTo>
                    <a:pt x="3766446" y="2238367"/>
                  </a:lnTo>
                  <a:lnTo>
                    <a:pt x="3768158" y="2290754"/>
                  </a:lnTo>
                  <a:lnTo>
                    <a:pt x="3769869" y="2329156"/>
                  </a:lnTo>
                  <a:lnTo>
                    <a:pt x="3771581" y="2316196"/>
                  </a:lnTo>
                  <a:lnTo>
                    <a:pt x="3773292" y="2308633"/>
                  </a:lnTo>
                  <a:lnTo>
                    <a:pt x="3775003" y="2292128"/>
                  </a:lnTo>
                  <a:lnTo>
                    <a:pt x="3776715" y="2278729"/>
                  </a:lnTo>
                  <a:lnTo>
                    <a:pt x="3778426" y="2277478"/>
                  </a:lnTo>
                  <a:lnTo>
                    <a:pt x="3780138" y="2243473"/>
                  </a:lnTo>
                  <a:lnTo>
                    <a:pt x="3781849" y="2211260"/>
                  </a:lnTo>
                  <a:lnTo>
                    <a:pt x="3783560" y="2155500"/>
                  </a:lnTo>
                  <a:lnTo>
                    <a:pt x="3785272" y="2100637"/>
                  </a:lnTo>
                  <a:lnTo>
                    <a:pt x="3786983" y="2086705"/>
                  </a:lnTo>
                  <a:lnTo>
                    <a:pt x="3788695" y="2051131"/>
                  </a:lnTo>
                  <a:lnTo>
                    <a:pt x="3790406" y="2011710"/>
                  </a:lnTo>
                  <a:lnTo>
                    <a:pt x="3792117" y="2060137"/>
                  </a:lnTo>
                  <a:lnTo>
                    <a:pt x="3793829" y="2151191"/>
                  </a:lnTo>
                  <a:lnTo>
                    <a:pt x="3795540" y="2208805"/>
                  </a:lnTo>
                  <a:lnTo>
                    <a:pt x="3797252" y="2208993"/>
                  </a:lnTo>
                  <a:lnTo>
                    <a:pt x="3798963" y="2215616"/>
                  </a:lnTo>
                  <a:lnTo>
                    <a:pt x="3800674" y="2214195"/>
                  </a:lnTo>
                  <a:lnTo>
                    <a:pt x="3802386" y="2175565"/>
                  </a:lnTo>
                  <a:lnTo>
                    <a:pt x="3804097" y="2168194"/>
                  </a:lnTo>
                  <a:lnTo>
                    <a:pt x="3805809" y="2171035"/>
                  </a:lnTo>
                  <a:lnTo>
                    <a:pt x="3807520" y="2173731"/>
                  </a:lnTo>
                  <a:lnTo>
                    <a:pt x="3809231" y="2140013"/>
                  </a:lnTo>
                  <a:lnTo>
                    <a:pt x="3810943" y="2138494"/>
                  </a:lnTo>
                  <a:lnTo>
                    <a:pt x="3812654" y="2191136"/>
                  </a:lnTo>
                  <a:lnTo>
                    <a:pt x="3814365" y="2204156"/>
                  </a:lnTo>
                  <a:lnTo>
                    <a:pt x="3816077" y="2240491"/>
                  </a:lnTo>
                  <a:lnTo>
                    <a:pt x="3817788" y="2205318"/>
                  </a:lnTo>
                  <a:lnTo>
                    <a:pt x="3819500" y="2166126"/>
                  </a:lnTo>
                  <a:lnTo>
                    <a:pt x="3821211" y="2110129"/>
                  </a:lnTo>
                  <a:lnTo>
                    <a:pt x="3822922" y="2103149"/>
                  </a:lnTo>
                  <a:lnTo>
                    <a:pt x="3824634" y="2024552"/>
                  </a:lnTo>
                  <a:lnTo>
                    <a:pt x="3826345" y="2070026"/>
                  </a:lnTo>
                  <a:lnTo>
                    <a:pt x="3828057" y="2148679"/>
                  </a:lnTo>
                  <a:lnTo>
                    <a:pt x="3829768" y="2172133"/>
                  </a:lnTo>
                  <a:lnTo>
                    <a:pt x="3831479" y="2178629"/>
                  </a:lnTo>
                  <a:lnTo>
                    <a:pt x="3833191" y="2128052"/>
                  </a:lnTo>
                  <a:lnTo>
                    <a:pt x="3834902" y="2175569"/>
                  </a:lnTo>
                  <a:lnTo>
                    <a:pt x="3836614" y="2097441"/>
                  </a:lnTo>
                  <a:lnTo>
                    <a:pt x="3838325" y="2105264"/>
                  </a:lnTo>
                  <a:lnTo>
                    <a:pt x="3840036" y="2125217"/>
                  </a:lnTo>
                  <a:lnTo>
                    <a:pt x="3841748" y="2215320"/>
                  </a:lnTo>
                  <a:lnTo>
                    <a:pt x="3843459" y="2334455"/>
                  </a:lnTo>
                  <a:lnTo>
                    <a:pt x="3845171" y="2344511"/>
                  </a:lnTo>
                  <a:lnTo>
                    <a:pt x="3846882" y="2300607"/>
                  </a:lnTo>
                  <a:lnTo>
                    <a:pt x="3848593" y="2342331"/>
                  </a:lnTo>
                  <a:lnTo>
                    <a:pt x="3850305" y="2337273"/>
                  </a:lnTo>
                  <a:lnTo>
                    <a:pt x="3852016" y="2345069"/>
                  </a:lnTo>
                  <a:lnTo>
                    <a:pt x="3853728" y="2288474"/>
                  </a:lnTo>
                  <a:lnTo>
                    <a:pt x="3855439" y="2290424"/>
                  </a:lnTo>
                  <a:lnTo>
                    <a:pt x="3857150" y="2239903"/>
                  </a:lnTo>
                  <a:lnTo>
                    <a:pt x="3858862" y="2195281"/>
                  </a:lnTo>
                  <a:lnTo>
                    <a:pt x="3860573" y="2091623"/>
                  </a:lnTo>
                  <a:lnTo>
                    <a:pt x="3862285" y="1967230"/>
                  </a:lnTo>
                  <a:lnTo>
                    <a:pt x="3863996" y="1912007"/>
                  </a:lnTo>
                  <a:lnTo>
                    <a:pt x="3865707" y="1823152"/>
                  </a:lnTo>
                  <a:lnTo>
                    <a:pt x="3867419" y="1772291"/>
                  </a:lnTo>
                  <a:lnTo>
                    <a:pt x="3869130" y="1745119"/>
                  </a:lnTo>
                  <a:lnTo>
                    <a:pt x="3870842" y="1714289"/>
                  </a:lnTo>
                  <a:lnTo>
                    <a:pt x="3872553" y="1811292"/>
                  </a:lnTo>
                  <a:lnTo>
                    <a:pt x="3874264" y="1807896"/>
                  </a:lnTo>
                  <a:lnTo>
                    <a:pt x="3875976" y="1819581"/>
                  </a:lnTo>
                  <a:lnTo>
                    <a:pt x="3877687" y="1835029"/>
                  </a:lnTo>
                  <a:lnTo>
                    <a:pt x="3879399" y="1796699"/>
                  </a:lnTo>
                  <a:lnTo>
                    <a:pt x="3881110" y="1833834"/>
                  </a:lnTo>
                  <a:lnTo>
                    <a:pt x="3882821" y="1882502"/>
                  </a:lnTo>
                  <a:lnTo>
                    <a:pt x="3884533" y="1862540"/>
                  </a:lnTo>
                  <a:lnTo>
                    <a:pt x="3886244" y="1957256"/>
                  </a:lnTo>
                  <a:lnTo>
                    <a:pt x="3887956" y="1990905"/>
                  </a:lnTo>
                  <a:lnTo>
                    <a:pt x="3889667" y="2045175"/>
                  </a:lnTo>
                  <a:lnTo>
                    <a:pt x="3891378" y="2031654"/>
                  </a:lnTo>
                  <a:lnTo>
                    <a:pt x="3893090" y="2075220"/>
                  </a:lnTo>
                  <a:lnTo>
                    <a:pt x="3894801" y="2127202"/>
                  </a:lnTo>
                  <a:lnTo>
                    <a:pt x="3896513" y="2130548"/>
                  </a:lnTo>
                  <a:lnTo>
                    <a:pt x="3898224" y="2138695"/>
                  </a:lnTo>
                  <a:lnTo>
                    <a:pt x="3899935" y="2102439"/>
                  </a:lnTo>
                  <a:lnTo>
                    <a:pt x="3901647" y="2137413"/>
                  </a:lnTo>
                  <a:lnTo>
                    <a:pt x="3903358" y="2158544"/>
                  </a:lnTo>
                  <a:lnTo>
                    <a:pt x="3905070" y="2196792"/>
                  </a:lnTo>
                  <a:lnTo>
                    <a:pt x="3906781" y="2225049"/>
                  </a:lnTo>
                  <a:lnTo>
                    <a:pt x="3908492" y="2245152"/>
                  </a:lnTo>
                  <a:lnTo>
                    <a:pt x="3910204" y="2239441"/>
                  </a:lnTo>
                  <a:lnTo>
                    <a:pt x="3911915" y="2242622"/>
                  </a:lnTo>
                  <a:lnTo>
                    <a:pt x="3913626" y="2182028"/>
                  </a:lnTo>
                  <a:lnTo>
                    <a:pt x="3915338" y="2167045"/>
                  </a:lnTo>
                  <a:lnTo>
                    <a:pt x="3917049" y="2177542"/>
                  </a:lnTo>
                  <a:lnTo>
                    <a:pt x="3918761" y="2156798"/>
                  </a:lnTo>
                  <a:lnTo>
                    <a:pt x="3920472" y="2170952"/>
                  </a:lnTo>
                  <a:lnTo>
                    <a:pt x="3922183" y="2138104"/>
                  </a:lnTo>
                  <a:lnTo>
                    <a:pt x="3923895" y="2171697"/>
                  </a:lnTo>
                  <a:lnTo>
                    <a:pt x="3925606" y="2146882"/>
                  </a:lnTo>
                  <a:lnTo>
                    <a:pt x="3927318" y="2135172"/>
                  </a:lnTo>
                  <a:lnTo>
                    <a:pt x="3929029" y="2077915"/>
                  </a:lnTo>
                  <a:lnTo>
                    <a:pt x="3930740" y="1984319"/>
                  </a:lnTo>
                  <a:lnTo>
                    <a:pt x="3932452" y="2047779"/>
                  </a:lnTo>
                  <a:lnTo>
                    <a:pt x="3934163" y="2011693"/>
                  </a:lnTo>
                  <a:lnTo>
                    <a:pt x="3935875" y="1970702"/>
                  </a:lnTo>
                  <a:lnTo>
                    <a:pt x="3937586" y="2067627"/>
                  </a:lnTo>
                  <a:lnTo>
                    <a:pt x="3939297" y="2150547"/>
                  </a:lnTo>
                  <a:lnTo>
                    <a:pt x="3941009" y="2168524"/>
                  </a:lnTo>
                  <a:lnTo>
                    <a:pt x="3942720" y="2198357"/>
                  </a:lnTo>
                  <a:lnTo>
                    <a:pt x="3944432" y="2155228"/>
                  </a:lnTo>
                  <a:lnTo>
                    <a:pt x="3946143" y="2150753"/>
                  </a:lnTo>
                  <a:lnTo>
                    <a:pt x="3947854" y="2126976"/>
                  </a:lnTo>
                  <a:lnTo>
                    <a:pt x="3949566" y="2065046"/>
                  </a:lnTo>
                  <a:lnTo>
                    <a:pt x="3951277" y="2113278"/>
                  </a:lnTo>
                  <a:lnTo>
                    <a:pt x="3952989" y="2087161"/>
                  </a:lnTo>
                  <a:lnTo>
                    <a:pt x="3954700" y="2100409"/>
                  </a:lnTo>
                  <a:lnTo>
                    <a:pt x="3956411" y="2162923"/>
                  </a:lnTo>
                  <a:lnTo>
                    <a:pt x="3958123" y="2028486"/>
                  </a:lnTo>
                  <a:lnTo>
                    <a:pt x="3959834" y="2008229"/>
                  </a:lnTo>
                  <a:lnTo>
                    <a:pt x="3961546" y="1984322"/>
                  </a:lnTo>
                  <a:lnTo>
                    <a:pt x="3963257" y="1993762"/>
                  </a:lnTo>
                  <a:lnTo>
                    <a:pt x="3964968" y="2053130"/>
                  </a:lnTo>
                  <a:lnTo>
                    <a:pt x="3966680" y="2031358"/>
                  </a:lnTo>
                  <a:lnTo>
                    <a:pt x="3968391" y="2063166"/>
                  </a:lnTo>
                  <a:lnTo>
                    <a:pt x="3970103" y="2037924"/>
                  </a:lnTo>
                  <a:lnTo>
                    <a:pt x="3971814" y="2059404"/>
                  </a:lnTo>
                  <a:lnTo>
                    <a:pt x="3973525" y="2044403"/>
                  </a:lnTo>
                  <a:lnTo>
                    <a:pt x="3975237" y="2017477"/>
                  </a:lnTo>
                  <a:lnTo>
                    <a:pt x="3976948" y="2017166"/>
                  </a:lnTo>
                  <a:lnTo>
                    <a:pt x="3978660" y="1940234"/>
                  </a:lnTo>
                  <a:lnTo>
                    <a:pt x="3980371" y="1961993"/>
                  </a:lnTo>
                  <a:lnTo>
                    <a:pt x="3982082" y="1974655"/>
                  </a:lnTo>
                  <a:lnTo>
                    <a:pt x="3983794" y="2041160"/>
                  </a:lnTo>
                  <a:lnTo>
                    <a:pt x="3985505" y="2132125"/>
                  </a:lnTo>
                  <a:lnTo>
                    <a:pt x="3987217" y="2095970"/>
                  </a:lnTo>
                  <a:lnTo>
                    <a:pt x="3988928" y="2151328"/>
                  </a:lnTo>
                  <a:lnTo>
                    <a:pt x="3990639" y="2150994"/>
                  </a:lnTo>
                  <a:lnTo>
                    <a:pt x="3992351" y="2154815"/>
                  </a:lnTo>
                  <a:lnTo>
                    <a:pt x="3994062" y="2194851"/>
                  </a:lnTo>
                  <a:lnTo>
                    <a:pt x="3995774" y="2188823"/>
                  </a:lnTo>
                  <a:lnTo>
                    <a:pt x="3997485" y="2250666"/>
                  </a:lnTo>
                  <a:lnTo>
                    <a:pt x="3999196" y="2256040"/>
                  </a:lnTo>
                  <a:lnTo>
                    <a:pt x="4000908" y="2275744"/>
                  </a:lnTo>
                  <a:lnTo>
                    <a:pt x="4002619" y="2271215"/>
                  </a:lnTo>
                  <a:lnTo>
                    <a:pt x="4004331" y="2279371"/>
                  </a:lnTo>
                  <a:lnTo>
                    <a:pt x="4006042" y="2281690"/>
                  </a:lnTo>
                  <a:lnTo>
                    <a:pt x="4007753" y="2268803"/>
                  </a:lnTo>
                  <a:lnTo>
                    <a:pt x="4009465" y="2279372"/>
                  </a:lnTo>
                  <a:lnTo>
                    <a:pt x="4011176" y="2295710"/>
                  </a:lnTo>
                  <a:lnTo>
                    <a:pt x="4012888" y="2306465"/>
                  </a:lnTo>
                  <a:lnTo>
                    <a:pt x="4014599" y="2305469"/>
                  </a:lnTo>
                  <a:lnTo>
                    <a:pt x="4016310" y="2281663"/>
                  </a:lnTo>
                  <a:lnTo>
                    <a:pt x="4018022" y="2281738"/>
                  </a:lnTo>
                  <a:lnTo>
                    <a:pt x="4019733" y="2286506"/>
                  </a:lnTo>
                  <a:lnTo>
                    <a:pt x="4021444" y="2290694"/>
                  </a:lnTo>
                  <a:lnTo>
                    <a:pt x="4023156" y="2279218"/>
                  </a:lnTo>
                  <a:lnTo>
                    <a:pt x="4024867" y="2299513"/>
                  </a:lnTo>
                  <a:lnTo>
                    <a:pt x="4026579" y="2291910"/>
                  </a:lnTo>
                  <a:lnTo>
                    <a:pt x="4028290" y="2272477"/>
                  </a:lnTo>
                  <a:lnTo>
                    <a:pt x="4030001" y="2250393"/>
                  </a:lnTo>
                  <a:lnTo>
                    <a:pt x="4031713" y="2193124"/>
                  </a:lnTo>
                  <a:lnTo>
                    <a:pt x="4033424" y="2191573"/>
                  </a:lnTo>
                  <a:lnTo>
                    <a:pt x="4035136" y="2140314"/>
                  </a:lnTo>
                  <a:lnTo>
                    <a:pt x="4036847" y="2112500"/>
                  </a:lnTo>
                  <a:lnTo>
                    <a:pt x="4038558" y="2102820"/>
                  </a:lnTo>
                  <a:lnTo>
                    <a:pt x="4040270" y="2029694"/>
                  </a:lnTo>
                  <a:lnTo>
                    <a:pt x="4041981" y="2059432"/>
                  </a:lnTo>
                  <a:lnTo>
                    <a:pt x="4043693" y="2016106"/>
                  </a:lnTo>
                  <a:lnTo>
                    <a:pt x="4045404" y="1989141"/>
                  </a:lnTo>
                  <a:lnTo>
                    <a:pt x="4047115" y="2001155"/>
                  </a:lnTo>
                  <a:lnTo>
                    <a:pt x="4048827" y="2074858"/>
                  </a:lnTo>
                  <a:lnTo>
                    <a:pt x="4050538" y="2062774"/>
                  </a:lnTo>
                  <a:lnTo>
                    <a:pt x="4052250" y="2109335"/>
                  </a:lnTo>
                  <a:lnTo>
                    <a:pt x="4053961" y="2094980"/>
                  </a:lnTo>
                  <a:lnTo>
                    <a:pt x="4055672" y="2002093"/>
                  </a:lnTo>
                  <a:lnTo>
                    <a:pt x="4057384" y="1931652"/>
                  </a:lnTo>
                  <a:lnTo>
                    <a:pt x="4059095" y="1796870"/>
                  </a:lnTo>
                  <a:lnTo>
                    <a:pt x="4060807" y="1861758"/>
                  </a:lnTo>
                  <a:lnTo>
                    <a:pt x="4062518" y="1822409"/>
                  </a:lnTo>
                  <a:lnTo>
                    <a:pt x="4064229" y="1676074"/>
                  </a:lnTo>
                  <a:lnTo>
                    <a:pt x="4065941" y="1670930"/>
                  </a:lnTo>
                  <a:lnTo>
                    <a:pt x="4067652" y="1617864"/>
                  </a:lnTo>
                  <a:lnTo>
                    <a:pt x="4069364" y="1705253"/>
                  </a:lnTo>
                  <a:lnTo>
                    <a:pt x="4071075" y="1673074"/>
                  </a:lnTo>
                  <a:lnTo>
                    <a:pt x="4072786" y="1672632"/>
                  </a:lnTo>
                  <a:lnTo>
                    <a:pt x="4074498" y="1677088"/>
                  </a:lnTo>
                  <a:lnTo>
                    <a:pt x="4076209" y="1698843"/>
                  </a:lnTo>
                  <a:lnTo>
                    <a:pt x="4077921" y="1675882"/>
                  </a:lnTo>
                  <a:lnTo>
                    <a:pt x="4079632" y="1670665"/>
                  </a:lnTo>
                  <a:lnTo>
                    <a:pt x="4081343" y="1704712"/>
                  </a:lnTo>
                  <a:lnTo>
                    <a:pt x="4083055" y="1748687"/>
                  </a:lnTo>
                  <a:lnTo>
                    <a:pt x="4084766" y="1824600"/>
                  </a:lnTo>
                  <a:lnTo>
                    <a:pt x="4086478" y="1920921"/>
                  </a:lnTo>
                  <a:lnTo>
                    <a:pt x="4088189" y="1988488"/>
                  </a:lnTo>
                  <a:lnTo>
                    <a:pt x="4089900" y="1927887"/>
                  </a:lnTo>
                  <a:lnTo>
                    <a:pt x="4091612" y="1836797"/>
                  </a:lnTo>
                  <a:lnTo>
                    <a:pt x="4093323" y="1871383"/>
                  </a:lnTo>
                  <a:lnTo>
                    <a:pt x="4095035" y="1904300"/>
                  </a:lnTo>
                  <a:lnTo>
                    <a:pt x="4096746" y="1937672"/>
                  </a:lnTo>
                  <a:lnTo>
                    <a:pt x="4098457" y="1890811"/>
                  </a:lnTo>
                  <a:lnTo>
                    <a:pt x="4100169" y="2004050"/>
                  </a:lnTo>
                  <a:lnTo>
                    <a:pt x="4101880" y="2159453"/>
                  </a:lnTo>
                  <a:lnTo>
                    <a:pt x="4103592" y="2157266"/>
                  </a:lnTo>
                  <a:lnTo>
                    <a:pt x="4105303" y="2129431"/>
                  </a:lnTo>
                  <a:lnTo>
                    <a:pt x="4107014" y="2161532"/>
                  </a:lnTo>
                  <a:lnTo>
                    <a:pt x="4108726" y="2215891"/>
                  </a:lnTo>
                  <a:lnTo>
                    <a:pt x="4110437" y="2216115"/>
                  </a:lnTo>
                  <a:lnTo>
                    <a:pt x="4112149" y="2176890"/>
                  </a:lnTo>
                  <a:lnTo>
                    <a:pt x="4113860" y="2193774"/>
                  </a:lnTo>
                  <a:lnTo>
                    <a:pt x="4115571" y="2112952"/>
                  </a:lnTo>
                  <a:lnTo>
                    <a:pt x="4117283" y="2113078"/>
                  </a:lnTo>
                  <a:lnTo>
                    <a:pt x="4118994" y="2020815"/>
                  </a:lnTo>
                  <a:lnTo>
                    <a:pt x="4120706" y="1965808"/>
                  </a:lnTo>
                  <a:lnTo>
                    <a:pt x="4122417" y="1989961"/>
                  </a:lnTo>
                  <a:lnTo>
                    <a:pt x="4124128" y="2061927"/>
                  </a:lnTo>
                  <a:lnTo>
                    <a:pt x="4125840" y="2040812"/>
                  </a:lnTo>
                  <a:lnTo>
                    <a:pt x="4127551" y="1976119"/>
                  </a:lnTo>
                  <a:lnTo>
                    <a:pt x="4129262" y="1989525"/>
                  </a:lnTo>
                  <a:lnTo>
                    <a:pt x="4130974" y="1941012"/>
                  </a:lnTo>
                  <a:lnTo>
                    <a:pt x="4132685" y="2011703"/>
                  </a:lnTo>
                  <a:lnTo>
                    <a:pt x="4134397" y="2084700"/>
                  </a:lnTo>
                  <a:lnTo>
                    <a:pt x="4136108" y="2158548"/>
                  </a:lnTo>
                  <a:lnTo>
                    <a:pt x="4137819" y="2140419"/>
                  </a:lnTo>
                  <a:lnTo>
                    <a:pt x="4139531" y="2124069"/>
                  </a:lnTo>
                  <a:lnTo>
                    <a:pt x="4141242" y="2092705"/>
                  </a:lnTo>
                  <a:lnTo>
                    <a:pt x="4142954" y="2054978"/>
                  </a:lnTo>
                  <a:lnTo>
                    <a:pt x="4144665" y="2057992"/>
                  </a:lnTo>
                  <a:lnTo>
                    <a:pt x="4146376" y="2009913"/>
                  </a:lnTo>
                  <a:lnTo>
                    <a:pt x="4148088" y="1897904"/>
                  </a:lnTo>
                  <a:lnTo>
                    <a:pt x="4149799" y="1810545"/>
                  </a:lnTo>
                  <a:lnTo>
                    <a:pt x="4151511" y="1768468"/>
                  </a:lnTo>
                  <a:lnTo>
                    <a:pt x="4153222" y="1721657"/>
                  </a:lnTo>
                  <a:lnTo>
                    <a:pt x="4154933" y="1666999"/>
                  </a:lnTo>
                  <a:lnTo>
                    <a:pt x="4156645" y="1656548"/>
                  </a:lnTo>
                  <a:lnTo>
                    <a:pt x="4158356" y="1661070"/>
                  </a:lnTo>
                  <a:lnTo>
                    <a:pt x="4160068" y="1650477"/>
                  </a:lnTo>
                  <a:lnTo>
                    <a:pt x="4161779" y="1672094"/>
                  </a:lnTo>
                  <a:lnTo>
                    <a:pt x="4163490" y="1627565"/>
                  </a:lnTo>
                  <a:lnTo>
                    <a:pt x="4165202" y="1623107"/>
                  </a:lnTo>
                  <a:lnTo>
                    <a:pt x="4166913" y="1679925"/>
                  </a:lnTo>
                  <a:lnTo>
                    <a:pt x="4168625" y="1620565"/>
                  </a:lnTo>
                  <a:lnTo>
                    <a:pt x="4170336" y="1653864"/>
                  </a:lnTo>
                  <a:lnTo>
                    <a:pt x="4172047" y="1578203"/>
                  </a:lnTo>
                  <a:lnTo>
                    <a:pt x="4173759" y="1638442"/>
                  </a:lnTo>
                  <a:lnTo>
                    <a:pt x="4175470" y="1730537"/>
                  </a:lnTo>
                  <a:lnTo>
                    <a:pt x="4177182" y="1848649"/>
                  </a:lnTo>
                  <a:lnTo>
                    <a:pt x="4178893" y="1885927"/>
                  </a:lnTo>
                  <a:lnTo>
                    <a:pt x="4180604" y="1973679"/>
                  </a:lnTo>
                  <a:lnTo>
                    <a:pt x="4182316" y="2054702"/>
                  </a:lnTo>
                  <a:lnTo>
                    <a:pt x="4184027" y="2083205"/>
                  </a:lnTo>
                  <a:lnTo>
                    <a:pt x="4185739" y="2056452"/>
                  </a:lnTo>
                  <a:lnTo>
                    <a:pt x="4187450" y="2020235"/>
                  </a:lnTo>
                  <a:lnTo>
                    <a:pt x="4189161" y="1959480"/>
                  </a:lnTo>
                  <a:lnTo>
                    <a:pt x="4190873" y="2043859"/>
                  </a:lnTo>
                  <a:lnTo>
                    <a:pt x="4192584" y="2061003"/>
                  </a:lnTo>
                  <a:lnTo>
                    <a:pt x="4194296" y="2162874"/>
                  </a:lnTo>
                  <a:lnTo>
                    <a:pt x="4196007" y="2192482"/>
                  </a:lnTo>
                  <a:lnTo>
                    <a:pt x="4197718" y="2238594"/>
                  </a:lnTo>
                  <a:lnTo>
                    <a:pt x="4199430" y="2249840"/>
                  </a:lnTo>
                  <a:lnTo>
                    <a:pt x="4201141" y="2253663"/>
                  </a:lnTo>
                  <a:lnTo>
                    <a:pt x="4202853" y="2231516"/>
                  </a:lnTo>
                  <a:lnTo>
                    <a:pt x="4204564" y="2219822"/>
                  </a:lnTo>
                  <a:lnTo>
                    <a:pt x="4206275" y="2206094"/>
                  </a:lnTo>
                  <a:lnTo>
                    <a:pt x="4207987" y="2202140"/>
                  </a:lnTo>
                  <a:lnTo>
                    <a:pt x="4209698" y="2135975"/>
                  </a:lnTo>
                  <a:lnTo>
                    <a:pt x="4211410" y="2008460"/>
                  </a:lnTo>
                  <a:lnTo>
                    <a:pt x="4213121" y="1954573"/>
                  </a:lnTo>
                  <a:lnTo>
                    <a:pt x="4214832" y="1889382"/>
                  </a:lnTo>
                  <a:lnTo>
                    <a:pt x="4216544" y="1864604"/>
                  </a:lnTo>
                  <a:lnTo>
                    <a:pt x="4218255" y="1875937"/>
                  </a:lnTo>
                  <a:lnTo>
                    <a:pt x="4219967" y="1933481"/>
                  </a:lnTo>
                  <a:lnTo>
                    <a:pt x="4221678" y="1933022"/>
                  </a:lnTo>
                  <a:lnTo>
                    <a:pt x="4223389" y="1856580"/>
                  </a:lnTo>
                  <a:lnTo>
                    <a:pt x="4225101" y="1803969"/>
                  </a:lnTo>
                  <a:lnTo>
                    <a:pt x="4226812" y="1802360"/>
                  </a:lnTo>
                  <a:lnTo>
                    <a:pt x="4228523" y="1784698"/>
                  </a:lnTo>
                  <a:lnTo>
                    <a:pt x="4230235" y="1730338"/>
                  </a:lnTo>
                  <a:lnTo>
                    <a:pt x="4231946" y="1786656"/>
                  </a:lnTo>
                  <a:lnTo>
                    <a:pt x="4233658" y="1763560"/>
                  </a:lnTo>
                  <a:lnTo>
                    <a:pt x="4235369" y="1817549"/>
                  </a:lnTo>
                  <a:lnTo>
                    <a:pt x="4237080" y="1860557"/>
                  </a:lnTo>
                  <a:lnTo>
                    <a:pt x="4238792" y="1926289"/>
                  </a:lnTo>
                  <a:lnTo>
                    <a:pt x="4240503" y="1981771"/>
                  </a:lnTo>
                  <a:lnTo>
                    <a:pt x="4242215" y="1913101"/>
                  </a:lnTo>
                  <a:lnTo>
                    <a:pt x="4243926" y="1868416"/>
                  </a:lnTo>
                  <a:lnTo>
                    <a:pt x="4245637" y="1895422"/>
                  </a:lnTo>
                  <a:lnTo>
                    <a:pt x="4247349" y="1976148"/>
                  </a:lnTo>
                  <a:lnTo>
                    <a:pt x="4249060" y="1954733"/>
                  </a:lnTo>
                  <a:lnTo>
                    <a:pt x="4250772" y="1909015"/>
                  </a:lnTo>
                  <a:lnTo>
                    <a:pt x="4252483" y="1836161"/>
                  </a:lnTo>
                  <a:lnTo>
                    <a:pt x="4254194" y="1875794"/>
                  </a:lnTo>
                  <a:lnTo>
                    <a:pt x="4255906" y="1890586"/>
                  </a:lnTo>
                  <a:lnTo>
                    <a:pt x="4257617" y="1904953"/>
                  </a:lnTo>
                  <a:lnTo>
                    <a:pt x="4259329" y="1986501"/>
                  </a:lnTo>
                  <a:lnTo>
                    <a:pt x="4261040" y="1976072"/>
                  </a:lnTo>
                  <a:lnTo>
                    <a:pt x="4262751" y="1980352"/>
                  </a:lnTo>
                  <a:lnTo>
                    <a:pt x="4264463" y="2047369"/>
                  </a:lnTo>
                  <a:lnTo>
                    <a:pt x="4266174" y="2115299"/>
                  </a:lnTo>
                  <a:lnTo>
                    <a:pt x="4267886" y="2119033"/>
                  </a:lnTo>
                  <a:lnTo>
                    <a:pt x="4269597" y="2042681"/>
                  </a:lnTo>
                  <a:lnTo>
                    <a:pt x="4271308" y="2115314"/>
                  </a:lnTo>
                  <a:lnTo>
                    <a:pt x="4273020" y="2157480"/>
                  </a:lnTo>
                  <a:lnTo>
                    <a:pt x="4274731" y="2201227"/>
                  </a:lnTo>
                  <a:lnTo>
                    <a:pt x="4276443" y="2189516"/>
                  </a:lnTo>
                  <a:lnTo>
                    <a:pt x="4278154" y="2146290"/>
                  </a:lnTo>
                  <a:lnTo>
                    <a:pt x="4279865" y="2170365"/>
                  </a:lnTo>
                  <a:lnTo>
                    <a:pt x="4281577" y="2170813"/>
                  </a:lnTo>
                  <a:lnTo>
                    <a:pt x="4283288" y="2125253"/>
                  </a:lnTo>
                  <a:lnTo>
                    <a:pt x="4285000" y="2000165"/>
                  </a:lnTo>
                  <a:lnTo>
                    <a:pt x="4286711" y="2022729"/>
                  </a:lnTo>
                  <a:lnTo>
                    <a:pt x="4288422" y="2003783"/>
                  </a:lnTo>
                  <a:lnTo>
                    <a:pt x="4290134" y="2083416"/>
                  </a:lnTo>
                  <a:lnTo>
                    <a:pt x="4291845" y="2110659"/>
                  </a:lnTo>
                  <a:lnTo>
                    <a:pt x="4293557" y="2149300"/>
                  </a:lnTo>
                  <a:lnTo>
                    <a:pt x="4295268" y="2151480"/>
                  </a:lnTo>
                  <a:lnTo>
                    <a:pt x="4296979" y="2164470"/>
                  </a:lnTo>
                  <a:lnTo>
                    <a:pt x="4298691" y="2221955"/>
                  </a:lnTo>
                  <a:lnTo>
                    <a:pt x="4300402" y="2255936"/>
                  </a:lnTo>
                  <a:lnTo>
                    <a:pt x="4302114" y="2256724"/>
                  </a:lnTo>
                  <a:lnTo>
                    <a:pt x="4303825" y="2235963"/>
                  </a:lnTo>
                  <a:lnTo>
                    <a:pt x="4305536" y="2263547"/>
                  </a:lnTo>
                  <a:lnTo>
                    <a:pt x="4307248" y="2283597"/>
                  </a:lnTo>
                  <a:lnTo>
                    <a:pt x="4308959" y="2285323"/>
                  </a:lnTo>
                  <a:lnTo>
                    <a:pt x="4310671" y="2279596"/>
                  </a:lnTo>
                  <a:lnTo>
                    <a:pt x="4312382" y="2275462"/>
                  </a:lnTo>
                  <a:lnTo>
                    <a:pt x="4314093" y="2236961"/>
                  </a:lnTo>
                  <a:lnTo>
                    <a:pt x="4315805" y="2187362"/>
                  </a:lnTo>
                  <a:lnTo>
                    <a:pt x="4317516" y="2148226"/>
                  </a:lnTo>
                  <a:lnTo>
                    <a:pt x="4319228" y="2043587"/>
                  </a:lnTo>
                  <a:lnTo>
                    <a:pt x="4320939" y="2114415"/>
                  </a:lnTo>
                  <a:lnTo>
                    <a:pt x="4322650" y="2154966"/>
                  </a:lnTo>
                  <a:lnTo>
                    <a:pt x="4324362" y="2180142"/>
                  </a:lnTo>
                  <a:lnTo>
                    <a:pt x="4326073" y="2185540"/>
                  </a:lnTo>
                  <a:lnTo>
                    <a:pt x="4327785" y="2074373"/>
                  </a:lnTo>
                  <a:lnTo>
                    <a:pt x="4329496" y="1969257"/>
                  </a:lnTo>
                  <a:lnTo>
                    <a:pt x="4331207" y="1964088"/>
                  </a:lnTo>
                  <a:lnTo>
                    <a:pt x="4332919" y="1917025"/>
                  </a:lnTo>
                  <a:lnTo>
                    <a:pt x="4334630" y="2010445"/>
                  </a:lnTo>
                  <a:lnTo>
                    <a:pt x="4336341" y="1896137"/>
                  </a:lnTo>
                  <a:lnTo>
                    <a:pt x="4338053" y="1920730"/>
                  </a:lnTo>
                  <a:lnTo>
                    <a:pt x="4339764" y="2007223"/>
                  </a:lnTo>
                  <a:lnTo>
                    <a:pt x="4341476" y="2039900"/>
                  </a:lnTo>
                  <a:lnTo>
                    <a:pt x="4343187" y="2046481"/>
                  </a:lnTo>
                  <a:lnTo>
                    <a:pt x="4344898" y="2017752"/>
                  </a:lnTo>
                  <a:lnTo>
                    <a:pt x="4346610" y="2011864"/>
                  </a:lnTo>
                  <a:lnTo>
                    <a:pt x="4348321" y="2031177"/>
                  </a:lnTo>
                  <a:lnTo>
                    <a:pt x="4350033" y="1983251"/>
                  </a:lnTo>
                  <a:lnTo>
                    <a:pt x="4351744" y="1862629"/>
                  </a:lnTo>
                  <a:lnTo>
                    <a:pt x="4353455" y="1713118"/>
                  </a:lnTo>
                  <a:lnTo>
                    <a:pt x="4355167" y="1762708"/>
                  </a:lnTo>
                  <a:lnTo>
                    <a:pt x="4356878" y="1769084"/>
                  </a:lnTo>
                  <a:lnTo>
                    <a:pt x="4358590" y="1639264"/>
                  </a:lnTo>
                  <a:lnTo>
                    <a:pt x="4360301" y="1641605"/>
                  </a:lnTo>
                  <a:lnTo>
                    <a:pt x="4362012" y="1629492"/>
                  </a:lnTo>
                  <a:lnTo>
                    <a:pt x="4363724" y="1691919"/>
                  </a:lnTo>
                  <a:lnTo>
                    <a:pt x="4365435" y="1658848"/>
                  </a:lnTo>
                  <a:lnTo>
                    <a:pt x="4367147" y="1636147"/>
                  </a:lnTo>
                  <a:lnTo>
                    <a:pt x="4368858" y="1792008"/>
                  </a:lnTo>
                  <a:lnTo>
                    <a:pt x="4370569" y="1888414"/>
                  </a:lnTo>
                  <a:lnTo>
                    <a:pt x="4372281" y="1914681"/>
                  </a:lnTo>
                  <a:lnTo>
                    <a:pt x="4373992" y="1902933"/>
                  </a:lnTo>
                  <a:lnTo>
                    <a:pt x="4375704" y="1765351"/>
                  </a:lnTo>
                  <a:lnTo>
                    <a:pt x="4377415" y="1771971"/>
                  </a:lnTo>
                  <a:lnTo>
                    <a:pt x="4379126" y="1709432"/>
                  </a:lnTo>
                  <a:lnTo>
                    <a:pt x="4380838" y="1615907"/>
                  </a:lnTo>
                  <a:lnTo>
                    <a:pt x="4382549" y="1614891"/>
                  </a:lnTo>
                  <a:lnTo>
                    <a:pt x="4384261" y="1620693"/>
                  </a:lnTo>
                  <a:lnTo>
                    <a:pt x="4385972" y="1652336"/>
                  </a:lnTo>
                  <a:lnTo>
                    <a:pt x="4387683" y="1684580"/>
                  </a:lnTo>
                  <a:lnTo>
                    <a:pt x="4389395" y="1840975"/>
                  </a:lnTo>
                  <a:lnTo>
                    <a:pt x="4391106" y="1977595"/>
                  </a:lnTo>
                  <a:lnTo>
                    <a:pt x="4392818" y="2016297"/>
                  </a:lnTo>
                  <a:lnTo>
                    <a:pt x="4394529" y="2030877"/>
                  </a:lnTo>
                  <a:lnTo>
                    <a:pt x="4396240" y="2023567"/>
                  </a:lnTo>
                  <a:lnTo>
                    <a:pt x="4397952" y="2077887"/>
                  </a:lnTo>
                  <a:lnTo>
                    <a:pt x="4399663" y="2071561"/>
                  </a:lnTo>
                  <a:lnTo>
                    <a:pt x="4401375" y="1980671"/>
                  </a:lnTo>
                  <a:lnTo>
                    <a:pt x="4403086" y="1937869"/>
                  </a:lnTo>
                  <a:lnTo>
                    <a:pt x="4404797" y="1911655"/>
                  </a:lnTo>
                  <a:lnTo>
                    <a:pt x="4406509" y="1995690"/>
                  </a:lnTo>
                  <a:lnTo>
                    <a:pt x="4408220" y="1953207"/>
                  </a:lnTo>
                  <a:lnTo>
                    <a:pt x="4409932" y="1961712"/>
                  </a:lnTo>
                  <a:lnTo>
                    <a:pt x="4411643" y="2030909"/>
                  </a:lnTo>
                  <a:lnTo>
                    <a:pt x="4413354" y="2050286"/>
                  </a:lnTo>
                  <a:lnTo>
                    <a:pt x="4415066" y="2101372"/>
                  </a:lnTo>
                  <a:lnTo>
                    <a:pt x="4416777" y="2103364"/>
                  </a:lnTo>
                  <a:lnTo>
                    <a:pt x="4418489" y="2116663"/>
                  </a:lnTo>
                  <a:lnTo>
                    <a:pt x="4420200" y="2103923"/>
                  </a:lnTo>
                  <a:lnTo>
                    <a:pt x="4421911" y="2141987"/>
                  </a:lnTo>
                  <a:lnTo>
                    <a:pt x="4423623" y="2141755"/>
                  </a:lnTo>
                  <a:lnTo>
                    <a:pt x="4425334" y="2171644"/>
                  </a:lnTo>
                  <a:lnTo>
                    <a:pt x="4427046" y="2176184"/>
                  </a:lnTo>
                  <a:lnTo>
                    <a:pt x="4428757" y="2167810"/>
                  </a:lnTo>
                  <a:lnTo>
                    <a:pt x="4430468" y="2144409"/>
                  </a:lnTo>
                  <a:lnTo>
                    <a:pt x="4432180" y="2163412"/>
                  </a:lnTo>
                  <a:lnTo>
                    <a:pt x="4433891" y="2155427"/>
                  </a:lnTo>
                  <a:lnTo>
                    <a:pt x="4435603" y="2111171"/>
                  </a:lnTo>
                  <a:lnTo>
                    <a:pt x="4437314" y="2125738"/>
                  </a:lnTo>
                  <a:lnTo>
                    <a:pt x="4439025" y="2115817"/>
                  </a:lnTo>
                  <a:lnTo>
                    <a:pt x="4440737" y="2113649"/>
                  </a:lnTo>
                  <a:lnTo>
                    <a:pt x="4442448" y="2103561"/>
                  </a:lnTo>
                  <a:lnTo>
                    <a:pt x="4444159" y="2020671"/>
                  </a:lnTo>
                  <a:lnTo>
                    <a:pt x="4445871" y="1929708"/>
                  </a:lnTo>
                  <a:lnTo>
                    <a:pt x="4447582" y="1932912"/>
                  </a:lnTo>
                  <a:lnTo>
                    <a:pt x="4449294" y="1935545"/>
                  </a:lnTo>
                  <a:lnTo>
                    <a:pt x="4451005" y="1973822"/>
                  </a:lnTo>
                  <a:lnTo>
                    <a:pt x="4452716" y="2051825"/>
                  </a:lnTo>
                  <a:lnTo>
                    <a:pt x="4454428" y="2063887"/>
                  </a:lnTo>
                  <a:lnTo>
                    <a:pt x="4456139" y="2097011"/>
                  </a:lnTo>
                  <a:lnTo>
                    <a:pt x="4457851" y="2142959"/>
                  </a:lnTo>
                  <a:lnTo>
                    <a:pt x="4459562" y="2139637"/>
                  </a:lnTo>
                  <a:lnTo>
                    <a:pt x="4461273" y="2121071"/>
                  </a:lnTo>
                  <a:lnTo>
                    <a:pt x="4462985" y="2088571"/>
                  </a:lnTo>
                  <a:lnTo>
                    <a:pt x="4464696" y="2049087"/>
                  </a:lnTo>
                  <a:lnTo>
                    <a:pt x="4466408" y="2049155"/>
                  </a:lnTo>
                  <a:lnTo>
                    <a:pt x="4468119" y="1931872"/>
                  </a:lnTo>
                  <a:lnTo>
                    <a:pt x="4469830" y="1866720"/>
                  </a:lnTo>
                  <a:lnTo>
                    <a:pt x="4471542" y="1955447"/>
                  </a:lnTo>
                  <a:lnTo>
                    <a:pt x="4473253" y="1892378"/>
                  </a:lnTo>
                  <a:lnTo>
                    <a:pt x="4474965" y="1931569"/>
                  </a:lnTo>
                  <a:lnTo>
                    <a:pt x="4476676" y="1993724"/>
                  </a:lnTo>
                  <a:lnTo>
                    <a:pt x="4478387" y="1954244"/>
                  </a:lnTo>
                  <a:lnTo>
                    <a:pt x="4480099" y="2069797"/>
                  </a:lnTo>
                  <a:lnTo>
                    <a:pt x="4481810" y="1988573"/>
                  </a:lnTo>
                  <a:lnTo>
                    <a:pt x="4483522" y="2036074"/>
                  </a:lnTo>
                  <a:lnTo>
                    <a:pt x="4485233" y="2065756"/>
                  </a:lnTo>
                  <a:lnTo>
                    <a:pt x="4486944" y="2093346"/>
                  </a:lnTo>
                  <a:lnTo>
                    <a:pt x="4488656" y="2112424"/>
                  </a:lnTo>
                  <a:lnTo>
                    <a:pt x="4490367" y="2026377"/>
                  </a:lnTo>
                  <a:lnTo>
                    <a:pt x="4492079" y="2077314"/>
                  </a:lnTo>
                  <a:lnTo>
                    <a:pt x="4493790" y="1859579"/>
                  </a:lnTo>
                  <a:lnTo>
                    <a:pt x="4495501" y="1775086"/>
                  </a:lnTo>
                  <a:lnTo>
                    <a:pt x="4497213" y="1765368"/>
                  </a:lnTo>
                  <a:lnTo>
                    <a:pt x="4498924" y="1610348"/>
                  </a:lnTo>
                  <a:lnTo>
                    <a:pt x="4500636" y="1609481"/>
                  </a:lnTo>
                  <a:lnTo>
                    <a:pt x="4502347" y="1575536"/>
                  </a:lnTo>
                  <a:lnTo>
                    <a:pt x="4504058" y="1783734"/>
                  </a:lnTo>
                  <a:lnTo>
                    <a:pt x="4505770" y="1912190"/>
                  </a:lnTo>
                  <a:lnTo>
                    <a:pt x="4507481" y="1825354"/>
                  </a:lnTo>
                  <a:lnTo>
                    <a:pt x="4509193" y="1723577"/>
                  </a:lnTo>
                  <a:lnTo>
                    <a:pt x="4510904" y="1768256"/>
                  </a:lnTo>
                  <a:lnTo>
                    <a:pt x="4512615" y="1848313"/>
                  </a:lnTo>
                  <a:lnTo>
                    <a:pt x="4514327" y="1782833"/>
                  </a:lnTo>
                  <a:lnTo>
                    <a:pt x="4516038" y="1805012"/>
                  </a:lnTo>
                  <a:lnTo>
                    <a:pt x="4517750" y="1735079"/>
                  </a:lnTo>
                  <a:lnTo>
                    <a:pt x="4519461" y="1681124"/>
                  </a:lnTo>
                  <a:lnTo>
                    <a:pt x="4521172" y="1666673"/>
                  </a:lnTo>
                  <a:lnTo>
                    <a:pt x="4522884" y="1612630"/>
                  </a:lnTo>
                  <a:lnTo>
                    <a:pt x="4524595" y="1633359"/>
                  </a:lnTo>
                  <a:lnTo>
                    <a:pt x="4526307" y="1660566"/>
                  </a:lnTo>
                  <a:lnTo>
                    <a:pt x="4528018" y="1671669"/>
                  </a:lnTo>
                  <a:lnTo>
                    <a:pt x="4529729" y="1765273"/>
                  </a:lnTo>
                  <a:lnTo>
                    <a:pt x="4531441" y="1811015"/>
                  </a:lnTo>
                  <a:lnTo>
                    <a:pt x="4533152" y="1878302"/>
                  </a:lnTo>
                  <a:lnTo>
                    <a:pt x="4534864" y="1913827"/>
                  </a:lnTo>
                  <a:lnTo>
                    <a:pt x="4536575" y="1901134"/>
                  </a:lnTo>
                  <a:lnTo>
                    <a:pt x="4538286" y="1915717"/>
                  </a:lnTo>
                  <a:lnTo>
                    <a:pt x="4539998" y="1846938"/>
                  </a:lnTo>
                  <a:lnTo>
                    <a:pt x="4541709" y="1769796"/>
                  </a:lnTo>
                  <a:lnTo>
                    <a:pt x="4543421" y="1743046"/>
                  </a:lnTo>
                  <a:lnTo>
                    <a:pt x="4545132" y="1748375"/>
                  </a:lnTo>
                  <a:lnTo>
                    <a:pt x="4546843" y="1765586"/>
                  </a:lnTo>
                  <a:lnTo>
                    <a:pt x="4548555" y="1841980"/>
                  </a:lnTo>
                  <a:lnTo>
                    <a:pt x="4550266" y="1939353"/>
                  </a:lnTo>
                  <a:lnTo>
                    <a:pt x="4551977" y="1964904"/>
                  </a:lnTo>
                  <a:lnTo>
                    <a:pt x="4553689" y="2030653"/>
                  </a:lnTo>
                  <a:lnTo>
                    <a:pt x="4555400" y="1971404"/>
                  </a:lnTo>
                  <a:lnTo>
                    <a:pt x="4557112" y="1919005"/>
                  </a:lnTo>
                  <a:lnTo>
                    <a:pt x="4558823" y="1863647"/>
                  </a:lnTo>
                  <a:lnTo>
                    <a:pt x="4560534" y="1904911"/>
                  </a:lnTo>
                  <a:lnTo>
                    <a:pt x="4562246" y="2077542"/>
                  </a:lnTo>
                  <a:lnTo>
                    <a:pt x="4563957" y="2113561"/>
                  </a:lnTo>
                  <a:lnTo>
                    <a:pt x="4565669" y="2112848"/>
                  </a:lnTo>
                  <a:lnTo>
                    <a:pt x="4567380" y="2087676"/>
                  </a:lnTo>
                  <a:lnTo>
                    <a:pt x="4569091" y="2089490"/>
                  </a:lnTo>
                  <a:lnTo>
                    <a:pt x="4570803" y="2011354"/>
                  </a:lnTo>
                  <a:lnTo>
                    <a:pt x="4572514" y="1979042"/>
                  </a:lnTo>
                  <a:lnTo>
                    <a:pt x="4574226" y="1898952"/>
                  </a:lnTo>
                  <a:lnTo>
                    <a:pt x="4575937" y="1928500"/>
                  </a:lnTo>
                  <a:lnTo>
                    <a:pt x="4577648" y="2010512"/>
                  </a:lnTo>
                  <a:lnTo>
                    <a:pt x="4579360" y="1991951"/>
                  </a:lnTo>
                  <a:lnTo>
                    <a:pt x="4581071" y="1985430"/>
                  </a:lnTo>
                  <a:lnTo>
                    <a:pt x="4582783" y="2023310"/>
                  </a:lnTo>
                  <a:lnTo>
                    <a:pt x="4584494" y="2045848"/>
                  </a:lnTo>
                  <a:lnTo>
                    <a:pt x="4586205" y="2026184"/>
                  </a:lnTo>
                  <a:lnTo>
                    <a:pt x="4587917" y="1940072"/>
                  </a:lnTo>
                  <a:lnTo>
                    <a:pt x="4589628" y="1829845"/>
                  </a:lnTo>
                  <a:lnTo>
                    <a:pt x="4591340" y="1717104"/>
                  </a:lnTo>
                  <a:lnTo>
                    <a:pt x="4593051" y="1696923"/>
                  </a:lnTo>
                  <a:lnTo>
                    <a:pt x="4594762" y="1836327"/>
                  </a:lnTo>
                  <a:lnTo>
                    <a:pt x="4596474" y="1881975"/>
                  </a:lnTo>
                  <a:lnTo>
                    <a:pt x="4598185" y="1905550"/>
                  </a:lnTo>
                  <a:lnTo>
                    <a:pt x="4599897" y="1846858"/>
                  </a:lnTo>
                  <a:lnTo>
                    <a:pt x="4601608" y="1820158"/>
                  </a:lnTo>
                  <a:lnTo>
                    <a:pt x="4603319" y="1830511"/>
                  </a:lnTo>
                  <a:lnTo>
                    <a:pt x="4605031" y="1827466"/>
                  </a:lnTo>
                  <a:lnTo>
                    <a:pt x="4606742" y="1801335"/>
                  </a:lnTo>
                  <a:lnTo>
                    <a:pt x="4608454" y="1685427"/>
                  </a:lnTo>
                  <a:lnTo>
                    <a:pt x="4610165" y="1621945"/>
                  </a:lnTo>
                  <a:lnTo>
                    <a:pt x="4611876" y="1600801"/>
                  </a:lnTo>
                  <a:lnTo>
                    <a:pt x="4613588" y="1613313"/>
                  </a:lnTo>
                  <a:lnTo>
                    <a:pt x="4615299" y="1602307"/>
                  </a:lnTo>
                  <a:lnTo>
                    <a:pt x="4617011" y="1541407"/>
                  </a:lnTo>
                  <a:lnTo>
                    <a:pt x="4618722" y="1598643"/>
                  </a:lnTo>
                  <a:lnTo>
                    <a:pt x="4620433" y="1676946"/>
                  </a:lnTo>
                  <a:lnTo>
                    <a:pt x="4622145" y="1830613"/>
                  </a:lnTo>
                  <a:lnTo>
                    <a:pt x="4623856" y="1901862"/>
                  </a:lnTo>
                  <a:lnTo>
                    <a:pt x="4625568" y="1926252"/>
                  </a:lnTo>
                  <a:lnTo>
                    <a:pt x="4627279" y="1940189"/>
                  </a:lnTo>
                  <a:lnTo>
                    <a:pt x="4628990" y="1907767"/>
                  </a:lnTo>
                  <a:lnTo>
                    <a:pt x="4630702" y="1906404"/>
                  </a:lnTo>
                  <a:lnTo>
                    <a:pt x="4632413" y="1887376"/>
                  </a:lnTo>
                  <a:lnTo>
                    <a:pt x="4634125" y="1946133"/>
                  </a:lnTo>
                  <a:lnTo>
                    <a:pt x="4635836" y="1990584"/>
                  </a:lnTo>
                  <a:lnTo>
                    <a:pt x="4637547" y="1988173"/>
                  </a:lnTo>
                  <a:lnTo>
                    <a:pt x="4639259" y="2092058"/>
                  </a:lnTo>
                  <a:lnTo>
                    <a:pt x="4640970" y="1997847"/>
                  </a:lnTo>
                  <a:lnTo>
                    <a:pt x="4642682" y="1871393"/>
                  </a:lnTo>
                  <a:lnTo>
                    <a:pt x="4644393" y="1709762"/>
                  </a:lnTo>
                  <a:lnTo>
                    <a:pt x="4646104" y="1764522"/>
                  </a:lnTo>
                  <a:lnTo>
                    <a:pt x="4647816" y="1937621"/>
                  </a:lnTo>
                  <a:lnTo>
                    <a:pt x="4649527" y="1979230"/>
                  </a:lnTo>
                  <a:lnTo>
                    <a:pt x="4651238" y="2043089"/>
                  </a:lnTo>
                  <a:lnTo>
                    <a:pt x="4652950" y="2023476"/>
                  </a:lnTo>
                  <a:lnTo>
                    <a:pt x="4654661" y="2005931"/>
                  </a:lnTo>
                  <a:lnTo>
                    <a:pt x="4656373" y="1988938"/>
                  </a:lnTo>
                  <a:lnTo>
                    <a:pt x="4658084" y="1875749"/>
                  </a:lnTo>
                  <a:lnTo>
                    <a:pt x="4659795" y="1862294"/>
                  </a:lnTo>
                  <a:lnTo>
                    <a:pt x="4661507" y="1921313"/>
                  </a:lnTo>
                  <a:lnTo>
                    <a:pt x="4663218" y="1942913"/>
                  </a:lnTo>
                  <a:lnTo>
                    <a:pt x="4664930" y="1978930"/>
                  </a:lnTo>
                  <a:lnTo>
                    <a:pt x="4666641" y="1995565"/>
                  </a:lnTo>
                  <a:lnTo>
                    <a:pt x="4668352" y="2013278"/>
                  </a:lnTo>
                  <a:lnTo>
                    <a:pt x="4670064" y="2001390"/>
                  </a:lnTo>
                  <a:lnTo>
                    <a:pt x="4671775" y="1971755"/>
                  </a:lnTo>
                  <a:lnTo>
                    <a:pt x="4673487" y="2027610"/>
                  </a:lnTo>
                  <a:lnTo>
                    <a:pt x="4675198" y="1932765"/>
                  </a:lnTo>
                  <a:lnTo>
                    <a:pt x="4676909" y="1938612"/>
                  </a:lnTo>
                  <a:lnTo>
                    <a:pt x="4678621" y="1945073"/>
                  </a:lnTo>
                  <a:lnTo>
                    <a:pt x="4680332" y="1734672"/>
                  </a:lnTo>
                  <a:lnTo>
                    <a:pt x="4682044" y="1581956"/>
                  </a:lnTo>
                  <a:lnTo>
                    <a:pt x="4683755" y="1365706"/>
                  </a:lnTo>
                  <a:lnTo>
                    <a:pt x="4685466" y="1330877"/>
                  </a:lnTo>
                  <a:lnTo>
                    <a:pt x="4687178" y="1273065"/>
                  </a:lnTo>
                  <a:lnTo>
                    <a:pt x="4688889" y="1301595"/>
                  </a:lnTo>
                  <a:lnTo>
                    <a:pt x="4690601" y="1364697"/>
                  </a:lnTo>
                  <a:lnTo>
                    <a:pt x="4692312" y="1172852"/>
                  </a:lnTo>
                  <a:lnTo>
                    <a:pt x="4694023" y="1226762"/>
                  </a:lnTo>
                  <a:lnTo>
                    <a:pt x="4695735" y="1206784"/>
                  </a:lnTo>
                  <a:lnTo>
                    <a:pt x="4697446" y="1173611"/>
                  </a:lnTo>
                  <a:lnTo>
                    <a:pt x="4699158" y="1195747"/>
                  </a:lnTo>
                  <a:lnTo>
                    <a:pt x="4700869" y="1206724"/>
                  </a:lnTo>
                  <a:lnTo>
                    <a:pt x="4702580" y="1227912"/>
                  </a:lnTo>
                  <a:lnTo>
                    <a:pt x="4704292" y="1269308"/>
                  </a:lnTo>
                  <a:lnTo>
                    <a:pt x="4706003" y="1425324"/>
                  </a:lnTo>
                  <a:lnTo>
                    <a:pt x="4707715" y="1472761"/>
                  </a:lnTo>
                  <a:lnTo>
                    <a:pt x="4709426" y="1554037"/>
                  </a:lnTo>
                  <a:lnTo>
                    <a:pt x="4711137" y="1416453"/>
                  </a:lnTo>
                  <a:lnTo>
                    <a:pt x="4712849" y="1325260"/>
                  </a:lnTo>
                  <a:lnTo>
                    <a:pt x="4714560" y="1327703"/>
                  </a:lnTo>
                  <a:lnTo>
                    <a:pt x="4716272" y="1392762"/>
                  </a:lnTo>
                  <a:lnTo>
                    <a:pt x="4717983" y="1434338"/>
                  </a:lnTo>
                  <a:lnTo>
                    <a:pt x="4719694" y="1339220"/>
                  </a:lnTo>
                  <a:lnTo>
                    <a:pt x="4721406" y="1296520"/>
                  </a:lnTo>
                  <a:lnTo>
                    <a:pt x="4723117" y="1408078"/>
                  </a:lnTo>
                  <a:lnTo>
                    <a:pt x="4724829" y="1411623"/>
                  </a:lnTo>
                  <a:lnTo>
                    <a:pt x="4726540" y="1425304"/>
                  </a:lnTo>
                  <a:lnTo>
                    <a:pt x="4728251" y="1368554"/>
                  </a:lnTo>
                  <a:lnTo>
                    <a:pt x="4729963" y="1333577"/>
                  </a:lnTo>
                  <a:lnTo>
                    <a:pt x="4731674" y="1225437"/>
                  </a:lnTo>
                  <a:lnTo>
                    <a:pt x="4733386" y="1169473"/>
                  </a:lnTo>
                  <a:lnTo>
                    <a:pt x="4735097" y="1298666"/>
                  </a:lnTo>
                  <a:lnTo>
                    <a:pt x="4736808" y="1163335"/>
                  </a:lnTo>
                  <a:lnTo>
                    <a:pt x="4738520" y="872551"/>
                  </a:lnTo>
                  <a:lnTo>
                    <a:pt x="4740231" y="781253"/>
                  </a:lnTo>
                  <a:lnTo>
                    <a:pt x="4741943" y="678071"/>
                  </a:lnTo>
                  <a:lnTo>
                    <a:pt x="4743654" y="692058"/>
                  </a:lnTo>
                  <a:lnTo>
                    <a:pt x="4745365" y="643401"/>
                  </a:lnTo>
                  <a:lnTo>
                    <a:pt x="4747077" y="672485"/>
                  </a:lnTo>
                  <a:lnTo>
                    <a:pt x="4748788" y="676128"/>
                  </a:lnTo>
                  <a:lnTo>
                    <a:pt x="4750500" y="672785"/>
                  </a:lnTo>
                  <a:lnTo>
                    <a:pt x="4752211" y="594229"/>
                  </a:lnTo>
                  <a:lnTo>
                    <a:pt x="4753922" y="526057"/>
                  </a:lnTo>
                  <a:lnTo>
                    <a:pt x="4755634" y="482017"/>
                  </a:lnTo>
                  <a:lnTo>
                    <a:pt x="4757345" y="500839"/>
                  </a:lnTo>
                  <a:lnTo>
                    <a:pt x="4759056" y="371176"/>
                  </a:lnTo>
                  <a:lnTo>
                    <a:pt x="4760768" y="339185"/>
                  </a:lnTo>
                  <a:lnTo>
                    <a:pt x="4762479" y="448369"/>
                  </a:lnTo>
                  <a:lnTo>
                    <a:pt x="4764191" y="465026"/>
                  </a:lnTo>
                  <a:lnTo>
                    <a:pt x="4765902" y="424552"/>
                  </a:lnTo>
                  <a:lnTo>
                    <a:pt x="4767613" y="368335"/>
                  </a:lnTo>
                  <a:lnTo>
                    <a:pt x="4769325" y="230454"/>
                  </a:lnTo>
                  <a:lnTo>
                    <a:pt x="4771036" y="157184"/>
                  </a:lnTo>
                  <a:lnTo>
                    <a:pt x="4772748" y="225013"/>
                  </a:lnTo>
                  <a:lnTo>
                    <a:pt x="4774459" y="275738"/>
                  </a:lnTo>
                  <a:lnTo>
                    <a:pt x="4776170" y="163320"/>
                  </a:lnTo>
                  <a:lnTo>
                    <a:pt x="4777882" y="65540"/>
                  </a:lnTo>
                  <a:lnTo>
                    <a:pt x="4779593" y="23059"/>
                  </a:lnTo>
                  <a:lnTo>
                    <a:pt x="4781305" y="0"/>
                  </a:lnTo>
                  <a:lnTo>
                    <a:pt x="4783016" y="75818"/>
                  </a:lnTo>
                  <a:lnTo>
                    <a:pt x="4784727" y="34262"/>
                  </a:lnTo>
                  <a:lnTo>
                    <a:pt x="4786439" y="135246"/>
                  </a:lnTo>
                  <a:lnTo>
                    <a:pt x="4788150" y="140254"/>
                  </a:lnTo>
                  <a:lnTo>
                    <a:pt x="4789862" y="202416"/>
                  </a:lnTo>
                  <a:lnTo>
                    <a:pt x="4791573" y="485216"/>
                  </a:lnTo>
                  <a:lnTo>
                    <a:pt x="4793284" y="308479"/>
                  </a:lnTo>
                  <a:lnTo>
                    <a:pt x="4794996" y="347620"/>
                  </a:lnTo>
                  <a:lnTo>
                    <a:pt x="4796707" y="344920"/>
                  </a:lnTo>
                  <a:lnTo>
                    <a:pt x="4798419" y="387273"/>
                  </a:lnTo>
                  <a:lnTo>
                    <a:pt x="4800130" y="187246"/>
                  </a:lnTo>
                  <a:lnTo>
                    <a:pt x="4801841" y="270465"/>
                  </a:lnTo>
                  <a:lnTo>
                    <a:pt x="4803553" y="478213"/>
                  </a:lnTo>
                  <a:lnTo>
                    <a:pt x="4805264" y="450126"/>
                  </a:lnTo>
                  <a:lnTo>
                    <a:pt x="4806976" y="607083"/>
                  </a:lnTo>
                  <a:lnTo>
                    <a:pt x="4808687" y="563149"/>
                  </a:lnTo>
                  <a:lnTo>
                    <a:pt x="4810398" y="526711"/>
                  </a:lnTo>
                  <a:lnTo>
                    <a:pt x="4812110" y="614971"/>
                  </a:lnTo>
                  <a:lnTo>
                    <a:pt x="4813821" y="476054"/>
                  </a:lnTo>
                  <a:lnTo>
                    <a:pt x="4815533" y="530211"/>
                  </a:lnTo>
                  <a:lnTo>
                    <a:pt x="4817244" y="375580"/>
                  </a:lnTo>
                  <a:lnTo>
                    <a:pt x="4818955" y="76724"/>
                  </a:lnTo>
                  <a:lnTo>
                    <a:pt x="4820667" y="222730"/>
                  </a:lnTo>
                  <a:lnTo>
                    <a:pt x="4822378" y="307381"/>
                  </a:lnTo>
                  <a:lnTo>
                    <a:pt x="4824090" y="402949"/>
                  </a:lnTo>
                  <a:lnTo>
                    <a:pt x="4825801" y="288404"/>
                  </a:lnTo>
                  <a:lnTo>
                    <a:pt x="4827512" y="234203"/>
                  </a:lnTo>
                  <a:lnTo>
                    <a:pt x="4829224" y="282076"/>
                  </a:lnTo>
                  <a:lnTo>
                    <a:pt x="4830935" y="285480"/>
                  </a:lnTo>
                  <a:lnTo>
                    <a:pt x="4832647" y="339774"/>
                  </a:lnTo>
                  <a:lnTo>
                    <a:pt x="4834358" y="229600"/>
                  </a:lnTo>
                  <a:lnTo>
                    <a:pt x="4836069" y="380103"/>
                  </a:lnTo>
                  <a:lnTo>
                    <a:pt x="4837781" y="379448"/>
                  </a:lnTo>
                  <a:lnTo>
                    <a:pt x="4839492" y="407057"/>
                  </a:lnTo>
                  <a:lnTo>
                    <a:pt x="4841204" y="455999"/>
                  </a:lnTo>
                  <a:lnTo>
                    <a:pt x="4842915" y="457820"/>
                  </a:lnTo>
                  <a:lnTo>
                    <a:pt x="4844626" y="433951"/>
                  </a:lnTo>
                  <a:lnTo>
                    <a:pt x="4846338" y="452966"/>
                  </a:lnTo>
                  <a:lnTo>
                    <a:pt x="4848049" y="478259"/>
                  </a:lnTo>
                  <a:lnTo>
                    <a:pt x="4849761" y="524792"/>
                  </a:lnTo>
                  <a:lnTo>
                    <a:pt x="4851472" y="531148"/>
                  </a:lnTo>
                  <a:lnTo>
                    <a:pt x="4853183" y="637155"/>
                  </a:lnTo>
                  <a:lnTo>
                    <a:pt x="4854895" y="830291"/>
                  </a:lnTo>
                  <a:lnTo>
                    <a:pt x="4856606" y="933486"/>
                  </a:lnTo>
                  <a:lnTo>
                    <a:pt x="4858318" y="948722"/>
                  </a:lnTo>
                  <a:lnTo>
                    <a:pt x="4860029" y="1065217"/>
                  </a:lnTo>
                  <a:lnTo>
                    <a:pt x="4861740" y="1014887"/>
                  </a:lnTo>
                  <a:lnTo>
                    <a:pt x="4863452" y="1111642"/>
                  </a:lnTo>
                  <a:lnTo>
                    <a:pt x="4865163" y="1037902"/>
                  </a:lnTo>
                  <a:lnTo>
                    <a:pt x="4866874" y="1024657"/>
                  </a:lnTo>
                  <a:lnTo>
                    <a:pt x="4868586" y="1101097"/>
                  </a:lnTo>
                  <a:lnTo>
                    <a:pt x="4870297" y="1223407"/>
                  </a:lnTo>
                  <a:lnTo>
                    <a:pt x="4872009" y="1303650"/>
                  </a:lnTo>
                  <a:lnTo>
                    <a:pt x="4873720" y="1257964"/>
                  </a:lnTo>
                  <a:lnTo>
                    <a:pt x="4875431" y="1343986"/>
                  </a:lnTo>
                  <a:lnTo>
                    <a:pt x="4877143" y="1313053"/>
                  </a:lnTo>
                  <a:lnTo>
                    <a:pt x="4878854" y="1377219"/>
                  </a:lnTo>
                  <a:lnTo>
                    <a:pt x="4880566" y="1262273"/>
                  </a:lnTo>
                  <a:lnTo>
                    <a:pt x="4882277" y="1253055"/>
                  </a:lnTo>
                  <a:lnTo>
                    <a:pt x="4883988" y="1455800"/>
                  </a:lnTo>
                  <a:lnTo>
                    <a:pt x="4885700" y="1520941"/>
                  </a:lnTo>
                  <a:lnTo>
                    <a:pt x="4887411" y="1520364"/>
                  </a:lnTo>
                  <a:lnTo>
                    <a:pt x="4889123" y="1463189"/>
                  </a:lnTo>
                  <a:lnTo>
                    <a:pt x="4890834" y="1362868"/>
                  </a:lnTo>
                  <a:lnTo>
                    <a:pt x="4892545" y="1255720"/>
                  </a:lnTo>
                  <a:lnTo>
                    <a:pt x="4894257" y="1187923"/>
                  </a:lnTo>
                  <a:lnTo>
                    <a:pt x="4895968" y="1237328"/>
                  </a:lnTo>
                  <a:lnTo>
                    <a:pt x="4897680" y="1310776"/>
                  </a:lnTo>
                  <a:lnTo>
                    <a:pt x="4899391" y="1605180"/>
                  </a:lnTo>
                  <a:lnTo>
                    <a:pt x="4901102" y="1686029"/>
                  </a:lnTo>
                  <a:lnTo>
                    <a:pt x="4902814" y="1718155"/>
                  </a:lnTo>
                  <a:lnTo>
                    <a:pt x="4904525" y="1739723"/>
                  </a:lnTo>
                  <a:lnTo>
                    <a:pt x="4906237" y="1795599"/>
                  </a:lnTo>
                  <a:lnTo>
                    <a:pt x="4907948" y="1785595"/>
                  </a:lnTo>
                  <a:lnTo>
                    <a:pt x="4909659" y="1737315"/>
                  </a:lnTo>
                  <a:lnTo>
                    <a:pt x="4911371" y="1829289"/>
                  </a:lnTo>
                  <a:lnTo>
                    <a:pt x="4913082" y="1804617"/>
                  </a:lnTo>
                  <a:lnTo>
                    <a:pt x="4914794" y="1830840"/>
                  </a:lnTo>
                  <a:lnTo>
                    <a:pt x="4916505" y="1807236"/>
                  </a:lnTo>
                  <a:lnTo>
                    <a:pt x="4918216" y="1859780"/>
                  </a:lnTo>
                  <a:lnTo>
                    <a:pt x="4919928" y="1941294"/>
                  </a:lnTo>
                  <a:lnTo>
                    <a:pt x="4921639" y="1950188"/>
                  </a:lnTo>
                  <a:lnTo>
                    <a:pt x="4923351" y="1967538"/>
                  </a:lnTo>
                  <a:lnTo>
                    <a:pt x="4925062" y="1986053"/>
                  </a:lnTo>
                  <a:lnTo>
                    <a:pt x="4926773" y="1916670"/>
                  </a:lnTo>
                  <a:lnTo>
                    <a:pt x="4928485" y="1918141"/>
                  </a:lnTo>
                  <a:lnTo>
                    <a:pt x="4930196" y="1730902"/>
                  </a:lnTo>
                  <a:lnTo>
                    <a:pt x="4931908" y="1658902"/>
                  </a:lnTo>
                  <a:lnTo>
                    <a:pt x="4933619" y="1682751"/>
                  </a:lnTo>
                  <a:lnTo>
                    <a:pt x="4935330" y="1641704"/>
                  </a:lnTo>
                  <a:lnTo>
                    <a:pt x="4937042" y="1584069"/>
                  </a:lnTo>
                  <a:lnTo>
                    <a:pt x="4938753" y="1538777"/>
                  </a:lnTo>
                  <a:lnTo>
                    <a:pt x="4940465" y="1405914"/>
                  </a:lnTo>
                  <a:lnTo>
                    <a:pt x="4942176" y="1435264"/>
                  </a:lnTo>
                  <a:lnTo>
                    <a:pt x="4943887" y="1565663"/>
                  </a:lnTo>
                  <a:lnTo>
                    <a:pt x="4945599" y="1542208"/>
                  </a:lnTo>
                  <a:lnTo>
                    <a:pt x="4947310" y="1588770"/>
                  </a:lnTo>
                  <a:lnTo>
                    <a:pt x="4949022" y="1531018"/>
                  </a:lnTo>
                  <a:lnTo>
                    <a:pt x="4950733" y="1623556"/>
                  </a:lnTo>
                  <a:lnTo>
                    <a:pt x="4952444" y="1709414"/>
                  </a:lnTo>
                  <a:lnTo>
                    <a:pt x="4954156" y="1753322"/>
                  </a:lnTo>
                  <a:lnTo>
                    <a:pt x="4955867" y="1780628"/>
                  </a:lnTo>
                  <a:lnTo>
                    <a:pt x="4957579" y="1816958"/>
                  </a:lnTo>
                  <a:lnTo>
                    <a:pt x="4959290" y="1820144"/>
                  </a:lnTo>
                  <a:lnTo>
                    <a:pt x="4961001" y="1796933"/>
                  </a:lnTo>
                  <a:lnTo>
                    <a:pt x="4962713" y="1719319"/>
                  </a:lnTo>
                  <a:lnTo>
                    <a:pt x="4964424" y="1690667"/>
                  </a:lnTo>
                  <a:lnTo>
                    <a:pt x="4966136" y="1693375"/>
                  </a:lnTo>
                  <a:lnTo>
                    <a:pt x="4967847" y="1783585"/>
                  </a:lnTo>
                  <a:lnTo>
                    <a:pt x="4969558" y="1818116"/>
                  </a:lnTo>
                  <a:lnTo>
                    <a:pt x="4971270" y="1765383"/>
                  </a:lnTo>
                  <a:lnTo>
                    <a:pt x="4972981" y="1838062"/>
                  </a:lnTo>
                  <a:lnTo>
                    <a:pt x="4974692" y="1899789"/>
                  </a:lnTo>
                  <a:lnTo>
                    <a:pt x="4976404" y="1907976"/>
                  </a:lnTo>
                  <a:lnTo>
                    <a:pt x="4978115" y="1941064"/>
                  </a:lnTo>
                  <a:lnTo>
                    <a:pt x="4979827" y="1833778"/>
                  </a:lnTo>
                  <a:lnTo>
                    <a:pt x="4981538" y="1751721"/>
                  </a:lnTo>
                  <a:lnTo>
                    <a:pt x="4983249" y="1846359"/>
                  </a:lnTo>
                  <a:lnTo>
                    <a:pt x="4984961" y="1852813"/>
                  </a:lnTo>
                  <a:lnTo>
                    <a:pt x="4986672" y="1872836"/>
                  </a:lnTo>
                  <a:lnTo>
                    <a:pt x="4988384" y="1886558"/>
                  </a:lnTo>
                  <a:lnTo>
                    <a:pt x="4990095" y="1756450"/>
                  </a:lnTo>
                  <a:lnTo>
                    <a:pt x="4991806" y="1720100"/>
                  </a:lnTo>
                  <a:lnTo>
                    <a:pt x="4993518" y="1757421"/>
                  </a:lnTo>
                  <a:lnTo>
                    <a:pt x="4995229" y="1850134"/>
                  </a:lnTo>
                  <a:lnTo>
                    <a:pt x="4996941" y="1866070"/>
                  </a:lnTo>
                  <a:lnTo>
                    <a:pt x="4998652" y="1941088"/>
                  </a:lnTo>
                  <a:lnTo>
                    <a:pt x="5000363" y="1846975"/>
                  </a:lnTo>
                  <a:lnTo>
                    <a:pt x="5002075" y="1883952"/>
                  </a:lnTo>
                  <a:lnTo>
                    <a:pt x="5003786" y="1977120"/>
                  </a:lnTo>
                  <a:lnTo>
                    <a:pt x="5005498" y="2071783"/>
                  </a:lnTo>
                  <a:lnTo>
                    <a:pt x="5007209" y="2090003"/>
                  </a:lnTo>
                  <a:lnTo>
                    <a:pt x="5008920" y="2101613"/>
                  </a:lnTo>
                  <a:lnTo>
                    <a:pt x="5010632" y="2136342"/>
                  </a:lnTo>
                  <a:lnTo>
                    <a:pt x="5012343" y="1977563"/>
                  </a:lnTo>
                  <a:lnTo>
                    <a:pt x="5014055" y="1979531"/>
                  </a:lnTo>
                  <a:lnTo>
                    <a:pt x="5015766" y="1844805"/>
                  </a:lnTo>
                  <a:lnTo>
                    <a:pt x="5017477" y="1798030"/>
                  </a:lnTo>
                  <a:lnTo>
                    <a:pt x="5019189" y="1812806"/>
                  </a:lnTo>
                  <a:lnTo>
                    <a:pt x="5020900" y="1698723"/>
                  </a:lnTo>
                  <a:lnTo>
                    <a:pt x="5022612" y="1690260"/>
                  </a:lnTo>
                  <a:lnTo>
                    <a:pt x="5024323" y="1658217"/>
                  </a:lnTo>
                  <a:lnTo>
                    <a:pt x="5026034" y="1668375"/>
                  </a:lnTo>
                  <a:lnTo>
                    <a:pt x="5027746" y="1734714"/>
                  </a:lnTo>
                  <a:lnTo>
                    <a:pt x="5029457" y="1859610"/>
                  </a:lnTo>
                  <a:lnTo>
                    <a:pt x="5031169" y="1935195"/>
                  </a:lnTo>
                  <a:lnTo>
                    <a:pt x="5032880" y="1867618"/>
                  </a:lnTo>
                  <a:lnTo>
                    <a:pt x="5034591" y="1850747"/>
                  </a:lnTo>
                  <a:lnTo>
                    <a:pt x="5036303" y="1946954"/>
                  </a:lnTo>
                  <a:lnTo>
                    <a:pt x="5038014" y="1919817"/>
                  </a:lnTo>
                  <a:lnTo>
                    <a:pt x="5039726" y="2018325"/>
                  </a:lnTo>
                  <a:lnTo>
                    <a:pt x="5041437" y="2046647"/>
                  </a:lnTo>
                  <a:lnTo>
                    <a:pt x="5043148" y="2032180"/>
                  </a:lnTo>
                  <a:lnTo>
                    <a:pt x="5044860" y="2111228"/>
                  </a:lnTo>
                  <a:lnTo>
                    <a:pt x="5046571" y="2120380"/>
                  </a:lnTo>
                  <a:lnTo>
                    <a:pt x="5048283" y="2180316"/>
                  </a:lnTo>
                  <a:lnTo>
                    <a:pt x="5049994" y="2224720"/>
                  </a:lnTo>
                  <a:lnTo>
                    <a:pt x="5051705" y="2222028"/>
                  </a:lnTo>
                  <a:lnTo>
                    <a:pt x="5053417" y="2265236"/>
                  </a:lnTo>
                  <a:lnTo>
                    <a:pt x="5055128" y="2249393"/>
                  </a:lnTo>
                  <a:lnTo>
                    <a:pt x="5056840" y="2271523"/>
                  </a:lnTo>
                  <a:lnTo>
                    <a:pt x="5058551" y="2235678"/>
                  </a:lnTo>
                  <a:lnTo>
                    <a:pt x="5060262" y="2216436"/>
                  </a:lnTo>
                  <a:lnTo>
                    <a:pt x="5061974" y="2254278"/>
                  </a:lnTo>
                  <a:lnTo>
                    <a:pt x="5063685" y="2288651"/>
                  </a:lnTo>
                  <a:lnTo>
                    <a:pt x="5065397" y="2224876"/>
                  </a:lnTo>
                  <a:lnTo>
                    <a:pt x="5067108" y="2195491"/>
                  </a:lnTo>
                  <a:lnTo>
                    <a:pt x="5068819" y="2238428"/>
                  </a:lnTo>
                  <a:lnTo>
                    <a:pt x="5070531" y="2246254"/>
                  </a:lnTo>
                  <a:lnTo>
                    <a:pt x="5072242" y="2255245"/>
                  </a:lnTo>
                  <a:lnTo>
                    <a:pt x="5073953" y="2243632"/>
                  </a:lnTo>
                  <a:lnTo>
                    <a:pt x="5075665" y="2190450"/>
                  </a:lnTo>
                  <a:lnTo>
                    <a:pt x="5077376" y="2226677"/>
                  </a:lnTo>
                  <a:lnTo>
                    <a:pt x="5079088" y="2194231"/>
                  </a:lnTo>
                  <a:lnTo>
                    <a:pt x="5080799" y="2048387"/>
                  </a:lnTo>
                  <a:lnTo>
                    <a:pt x="5082510" y="2088525"/>
                  </a:lnTo>
                  <a:lnTo>
                    <a:pt x="5084222" y="2042322"/>
                  </a:lnTo>
                  <a:lnTo>
                    <a:pt x="5085933" y="2173073"/>
                  </a:lnTo>
                  <a:lnTo>
                    <a:pt x="5087645" y="2085154"/>
                  </a:lnTo>
                  <a:lnTo>
                    <a:pt x="5089356" y="1963291"/>
                  </a:lnTo>
                  <a:lnTo>
                    <a:pt x="5091067" y="2021793"/>
                  </a:lnTo>
                  <a:lnTo>
                    <a:pt x="5092779" y="1892653"/>
                  </a:lnTo>
                  <a:lnTo>
                    <a:pt x="5094490" y="2017348"/>
                  </a:lnTo>
                  <a:lnTo>
                    <a:pt x="5096202" y="2090801"/>
                  </a:lnTo>
                  <a:lnTo>
                    <a:pt x="5097913" y="2091405"/>
                  </a:lnTo>
                  <a:lnTo>
                    <a:pt x="5099624" y="2043434"/>
                  </a:lnTo>
                  <a:lnTo>
                    <a:pt x="5101336" y="1910494"/>
                  </a:lnTo>
                  <a:lnTo>
                    <a:pt x="5103047" y="2030304"/>
                  </a:lnTo>
                  <a:lnTo>
                    <a:pt x="5104759" y="2086393"/>
                  </a:lnTo>
                  <a:lnTo>
                    <a:pt x="5106470" y="2188898"/>
                  </a:lnTo>
                  <a:lnTo>
                    <a:pt x="5108181" y="2222542"/>
                  </a:lnTo>
                  <a:lnTo>
                    <a:pt x="5109893" y="2172053"/>
                  </a:lnTo>
                  <a:lnTo>
                    <a:pt x="5111604" y="2247033"/>
                  </a:lnTo>
                  <a:lnTo>
                    <a:pt x="5113316" y="2118868"/>
                  </a:lnTo>
                  <a:lnTo>
                    <a:pt x="5115027" y="2112640"/>
                  </a:lnTo>
                  <a:lnTo>
                    <a:pt x="5116738" y="2103106"/>
                  </a:lnTo>
                  <a:lnTo>
                    <a:pt x="5118450" y="2005425"/>
                  </a:lnTo>
                  <a:lnTo>
                    <a:pt x="5120161" y="2011505"/>
                  </a:lnTo>
                  <a:lnTo>
                    <a:pt x="5121873" y="2025881"/>
                  </a:lnTo>
                  <a:lnTo>
                    <a:pt x="5123584" y="2064101"/>
                  </a:lnTo>
                  <a:lnTo>
                    <a:pt x="5125295" y="2071981"/>
                  </a:lnTo>
                  <a:lnTo>
                    <a:pt x="5127007" y="2054042"/>
                  </a:lnTo>
                  <a:lnTo>
                    <a:pt x="5128718" y="2091028"/>
                  </a:lnTo>
                  <a:lnTo>
                    <a:pt x="5130430" y="2106772"/>
                  </a:lnTo>
                  <a:lnTo>
                    <a:pt x="5132141" y="2096426"/>
                  </a:lnTo>
                  <a:lnTo>
                    <a:pt x="5133852" y="2047415"/>
                  </a:lnTo>
                  <a:lnTo>
                    <a:pt x="5135564" y="2085911"/>
                  </a:lnTo>
                  <a:lnTo>
                    <a:pt x="5137275" y="2067730"/>
                  </a:lnTo>
                  <a:lnTo>
                    <a:pt x="5138987" y="2081595"/>
                  </a:lnTo>
                  <a:lnTo>
                    <a:pt x="5140698" y="2088159"/>
                  </a:lnTo>
                  <a:lnTo>
                    <a:pt x="5142409" y="2099647"/>
                  </a:lnTo>
                  <a:lnTo>
                    <a:pt x="5144121" y="2144841"/>
                  </a:lnTo>
                  <a:lnTo>
                    <a:pt x="5145832" y="2090236"/>
                  </a:lnTo>
                  <a:lnTo>
                    <a:pt x="5147544" y="2129087"/>
                  </a:lnTo>
                  <a:lnTo>
                    <a:pt x="5149255" y="2063661"/>
                  </a:lnTo>
                  <a:lnTo>
                    <a:pt x="5150966" y="2104371"/>
                  </a:lnTo>
                  <a:lnTo>
                    <a:pt x="5152678" y="2202820"/>
                  </a:lnTo>
                  <a:lnTo>
                    <a:pt x="5154389" y="2196560"/>
                  </a:lnTo>
                  <a:lnTo>
                    <a:pt x="5156101" y="2208662"/>
                  </a:lnTo>
                  <a:lnTo>
                    <a:pt x="5157812" y="2209916"/>
                  </a:lnTo>
                  <a:lnTo>
                    <a:pt x="5159523" y="2226667"/>
                  </a:lnTo>
                  <a:lnTo>
                    <a:pt x="5161235" y="2240976"/>
                  </a:lnTo>
                  <a:lnTo>
                    <a:pt x="5162946" y="2239420"/>
                  </a:lnTo>
                  <a:lnTo>
                    <a:pt x="5164658" y="2196656"/>
                  </a:lnTo>
                  <a:lnTo>
                    <a:pt x="5166369" y="2232199"/>
                  </a:lnTo>
                  <a:lnTo>
                    <a:pt x="5168080" y="2258438"/>
                  </a:lnTo>
                  <a:lnTo>
                    <a:pt x="5169792" y="2246196"/>
                  </a:lnTo>
                  <a:lnTo>
                    <a:pt x="5171503" y="2243440"/>
                  </a:lnTo>
                  <a:lnTo>
                    <a:pt x="5173215" y="2190169"/>
                  </a:lnTo>
                  <a:lnTo>
                    <a:pt x="5174926" y="2142195"/>
                  </a:lnTo>
                  <a:lnTo>
                    <a:pt x="5176637" y="2076884"/>
                  </a:lnTo>
                  <a:lnTo>
                    <a:pt x="5178349" y="2108342"/>
                  </a:lnTo>
                  <a:lnTo>
                    <a:pt x="5180060" y="2161549"/>
                  </a:lnTo>
                  <a:lnTo>
                    <a:pt x="5181771" y="2172263"/>
                  </a:lnTo>
                  <a:lnTo>
                    <a:pt x="5183483" y="1995133"/>
                  </a:lnTo>
                  <a:lnTo>
                    <a:pt x="5185194" y="1890477"/>
                  </a:lnTo>
                  <a:lnTo>
                    <a:pt x="5186906" y="1867962"/>
                  </a:lnTo>
                  <a:lnTo>
                    <a:pt x="5188617" y="1825488"/>
                  </a:lnTo>
                  <a:lnTo>
                    <a:pt x="5190328" y="1878359"/>
                  </a:lnTo>
                  <a:lnTo>
                    <a:pt x="5192040" y="1738150"/>
                  </a:lnTo>
                  <a:lnTo>
                    <a:pt x="5193751" y="1786502"/>
                  </a:lnTo>
                  <a:lnTo>
                    <a:pt x="5195463" y="1932381"/>
                  </a:lnTo>
                  <a:lnTo>
                    <a:pt x="5197174" y="1986954"/>
                  </a:lnTo>
                  <a:lnTo>
                    <a:pt x="5198885" y="1962972"/>
                  </a:lnTo>
                  <a:lnTo>
                    <a:pt x="5200597" y="1974764"/>
                  </a:lnTo>
                  <a:lnTo>
                    <a:pt x="5202308" y="1993323"/>
                  </a:lnTo>
                  <a:lnTo>
                    <a:pt x="5204020" y="1979324"/>
                  </a:lnTo>
                  <a:lnTo>
                    <a:pt x="5205731" y="1939287"/>
                  </a:lnTo>
                  <a:lnTo>
                    <a:pt x="5207442" y="1857414"/>
                  </a:lnTo>
                  <a:lnTo>
                    <a:pt x="5209154" y="1789507"/>
                  </a:lnTo>
                  <a:lnTo>
                    <a:pt x="5210865" y="1879766"/>
                  </a:lnTo>
                  <a:lnTo>
                    <a:pt x="5212577" y="2007016"/>
                  </a:lnTo>
                  <a:lnTo>
                    <a:pt x="5214288" y="2046435"/>
                  </a:lnTo>
                  <a:lnTo>
                    <a:pt x="5215999" y="2065411"/>
                  </a:lnTo>
                  <a:lnTo>
                    <a:pt x="5217711" y="1958021"/>
                  </a:lnTo>
                  <a:lnTo>
                    <a:pt x="5219422" y="1917828"/>
                  </a:lnTo>
                  <a:lnTo>
                    <a:pt x="5221134" y="1958308"/>
                  </a:lnTo>
                  <a:lnTo>
                    <a:pt x="5222845" y="1911812"/>
                  </a:lnTo>
                  <a:lnTo>
                    <a:pt x="5224556" y="1887552"/>
                  </a:lnTo>
                  <a:lnTo>
                    <a:pt x="5226268" y="1937626"/>
                  </a:lnTo>
                  <a:lnTo>
                    <a:pt x="5227979" y="1950332"/>
                  </a:lnTo>
                  <a:lnTo>
                    <a:pt x="5229691" y="1985907"/>
                  </a:lnTo>
                  <a:lnTo>
                    <a:pt x="5231402" y="2070896"/>
                  </a:lnTo>
                  <a:lnTo>
                    <a:pt x="5233113" y="2013604"/>
                  </a:lnTo>
                  <a:lnTo>
                    <a:pt x="5234825" y="2061336"/>
                  </a:lnTo>
                  <a:lnTo>
                    <a:pt x="5236536" y="2064934"/>
                  </a:lnTo>
                  <a:lnTo>
                    <a:pt x="5238248" y="2099669"/>
                  </a:lnTo>
                  <a:lnTo>
                    <a:pt x="5239959" y="2136648"/>
                  </a:lnTo>
                  <a:lnTo>
                    <a:pt x="5241670" y="2084757"/>
                  </a:lnTo>
                  <a:lnTo>
                    <a:pt x="5243382" y="2104005"/>
                  </a:lnTo>
                  <a:lnTo>
                    <a:pt x="5245093" y="2089823"/>
                  </a:lnTo>
                  <a:lnTo>
                    <a:pt x="5246805" y="2014773"/>
                  </a:lnTo>
                  <a:lnTo>
                    <a:pt x="5248516" y="2035718"/>
                  </a:lnTo>
                  <a:lnTo>
                    <a:pt x="5250227" y="2106737"/>
                  </a:lnTo>
                  <a:lnTo>
                    <a:pt x="5251939" y="2144323"/>
                  </a:lnTo>
                  <a:lnTo>
                    <a:pt x="5253650" y="2169012"/>
                  </a:lnTo>
                  <a:lnTo>
                    <a:pt x="5255362" y="2164101"/>
                  </a:lnTo>
                  <a:lnTo>
                    <a:pt x="5257073" y="2164788"/>
                  </a:lnTo>
                  <a:lnTo>
                    <a:pt x="5258784" y="2154019"/>
                  </a:lnTo>
                  <a:lnTo>
                    <a:pt x="5260496" y="2130494"/>
                  </a:lnTo>
                  <a:lnTo>
                    <a:pt x="5262207" y="2105106"/>
                  </a:lnTo>
                  <a:lnTo>
                    <a:pt x="5263919" y="2034322"/>
                  </a:lnTo>
                  <a:lnTo>
                    <a:pt x="5265630" y="2012734"/>
                  </a:lnTo>
                  <a:lnTo>
                    <a:pt x="5267341" y="1990758"/>
                  </a:lnTo>
                  <a:lnTo>
                    <a:pt x="5269053" y="2071874"/>
                  </a:lnTo>
                  <a:lnTo>
                    <a:pt x="5270764" y="2130055"/>
                  </a:lnTo>
                  <a:lnTo>
                    <a:pt x="5272476" y="2102512"/>
                  </a:lnTo>
                  <a:lnTo>
                    <a:pt x="5274187" y="2145073"/>
                  </a:lnTo>
                  <a:lnTo>
                    <a:pt x="5275898" y="2103196"/>
                  </a:lnTo>
                  <a:lnTo>
                    <a:pt x="5277610" y="2084619"/>
                  </a:lnTo>
                  <a:lnTo>
                    <a:pt x="5279321" y="2059397"/>
                  </a:lnTo>
                  <a:lnTo>
                    <a:pt x="5281033" y="1984943"/>
                  </a:lnTo>
                  <a:lnTo>
                    <a:pt x="5282744" y="1906566"/>
                  </a:lnTo>
                  <a:lnTo>
                    <a:pt x="5284455" y="1821851"/>
                  </a:lnTo>
                  <a:lnTo>
                    <a:pt x="5286167" y="1857120"/>
                  </a:lnTo>
                  <a:lnTo>
                    <a:pt x="5287878" y="1816026"/>
                  </a:lnTo>
                  <a:lnTo>
                    <a:pt x="5289589" y="1865198"/>
                  </a:lnTo>
                  <a:lnTo>
                    <a:pt x="5291301" y="1782706"/>
                  </a:lnTo>
                  <a:lnTo>
                    <a:pt x="5293012" y="1765638"/>
                  </a:lnTo>
                  <a:lnTo>
                    <a:pt x="5294724" y="1770720"/>
                  </a:lnTo>
                  <a:lnTo>
                    <a:pt x="5296435" y="1727678"/>
                  </a:lnTo>
                  <a:lnTo>
                    <a:pt x="5298146" y="1780042"/>
                  </a:lnTo>
                  <a:lnTo>
                    <a:pt x="5299858" y="1834876"/>
                  </a:lnTo>
                  <a:lnTo>
                    <a:pt x="5301569" y="1817361"/>
                  </a:lnTo>
                  <a:lnTo>
                    <a:pt x="5303281" y="1807143"/>
                  </a:lnTo>
                  <a:lnTo>
                    <a:pt x="5304992" y="1703729"/>
                  </a:lnTo>
                  <a:lnTo>
                    <a:pt x="5306703" y="1698396"/>
                  </a:lnTo>
                  <a:lnTo>
                    <a:pt x="5308415" y="1717731"/>
                  </a:lnTo>
                  <a:lnTo>
                    <a:pt x="5310126" y="1656264"/>
                  </a:lnTo>
                  <a:lnTo>
                    <a:pt x="5311838" y="1679286"/>
                  </a:lnTo>
                  <a:lnTo>
                    <a:pt x="5313549" y="1602020"/>
                  </a:lnTo>
                  <a:lnTo>
                    <a:pt x="5315260" y="1603599"/>
                  </a:lnTo>
                  <a:lnTo>
                    <a:pt x="5316972" y="1631790"/>
                  </a:lnTo>
                  <a:lnTo>
                    <a:pt x="5318683" y="1590088"/>
                  </a:lnTo>
                  <a:lnTo>
                    <a:pt x="5320395" y="1684859"/>
                  </a:lnTo>
                  <a:lnTo>
                    <a:pt x="5322106" y="1684187"/>
                  </a:lnTo>
                  <a:lnTo>
                    <a:pt x="5323817" y="1740292"/>
                  </a:lnTo>
                  <a:lnTo>
                    <a:pt x="5325529" y="1799279"/>
                  </a:lnTo>
                  <a:lnTo>
                    <a:pt x="5327240" y="1994794"/>
                  </a:lnTo>
                  <a:lnTo>
                    <a:pt x="5328952" y="2004428"/>
                  </a:lnTo>
                  <a:lnTo>
                    <a:pt x="5330663" y="2102731"/>
                  </a:lnTo>
                  <a:lnTo>
                    <a:pt x="5332374" y="2126882"/>
                  </a:lnTo>
                  <a:lnTo>
                    <a:pt x="5334086" y="2153835"/>
                  </a:lnTo>
                  <a:lnTo>
                    <a:pt x="5335797" y="2207981"/>
                  </a:lnTo>
                  <a:lnTo>
                    <a:pt x="5337509" y="2152261"/>
                  </a:lnTo>
                  <a:lnTo>
                    <a:pt x="5339220" y="2086772"/>
                  </a:lnTo>
                  <a:lnTo>
                    <a:pt x="5340931" y="2040373"/>
                  </a:lnTo>
                  <a:lnTo>
                    <a:pt x="5342643" y="1987918"/>
                  </a:lnTo>
                  <a:lnTo>
                    <a:pt x="5344354" y="1971206"/>
                  </a:lnTo>
                  <a:lnTo>
                    <a:pt x="5346066" y="2003332"/>
                  </a:lnTo>
                  <a:lnTo>
                    <a:pt x="5347777" y="1993266"/>
                  </a:lnTo>
                  <a:lnTo>
                    <a:pt x="5349488" y="2017927"/>
                  </a:lnTo>
                  <a:lnTo>
                    <a:pt x="5351200" y="2057241"/>
                  </a:lnTo>
                  <a:lnTo>
                    <a:pt x="5352911" y="2061411"/>
                  </a:lnTo>
                  <a:lnTo>
                    <a:pt x="5354623" y="2065948"/>
                  </a:lnTo>
                  <a:lnTo>
                    <a:pt x="5356334" y="2066839"/>
                  </a:lnTo>
                  <a:lnTo>
                    <a:pt x="5358045" y="2008865"/>
                  </a:lnTo>
                  <a:lnTo>
                    <a:pt x="5359757" y="2005901"/>
                  </a:lnTo>
                  <a:lnTo>
                    <a:pt x="5361468" y="1913696"/>
                  </a:lnTo>
                  <a:lnTo>
                    <a:pt x="5363180" y="1857425"/>
                  </a:lnTo>
                  <a:lnTo>
                    <a:pt x="5364891" y="1882098"/>
                  </a:lnTo>
                  <a:lnTo>
                    <a:pt x="5366602" y="1853622"/>
                  </a:lnTo>
                  <a:lnTo>
                    <a:pt x="5368314" y="1839167"/>
                  </a:lnTo>
                  <a:lnTo>
                    <a:pt x="5370025" y="1817791"/>
                  </a:lnTo>
                  <a:lnTo>
                    <a:pt x="5371737" y="1790685"/>
                  </a:lnTo>
                  <a:lnTo>
                    <a:pt x="5373448" y="1807894"/>
                  </a:lnTo>
                  <a:lnTo>
                    <a:pt x="5375159" y="1895071"/>
                  </a:lnTo>
                  <a:lnTo>
                    <a:pt x="5376871" y="1879058"/>
                  </a:lnTo>
                  <a:lnTo>
                    <a:pt x="5378582" y="1974202"/>
                  </a:lnTo>
                  <a:lnTo>
                    <a:pt x="5380294" y="1920501"/>
                  </a:lnTo>
                  <a:lnTo>
                    <a:pt x="5382005" y="1959027"/>
                  </a:lnTo>
                  <a:lnTo>
                    <a:pt x="5383716" y="1887712"/>
                  </a:lnTo>
                  <a:lnTo>
                    <a:pt x="5385428" y="1877452"/>
                  </a:lnTo>
                  <a:lnTo>
                    <a:pt x="5387139" y="1923240"/>
                  </a:lnTo>
                  <a:lnTo>
                    <a:pt x="5388850" y="1911701"/>
                  </a:lnTo>
                  <a:lnTo>
                    <a:pt x="5390562" y="1896858"/>
                  </a:lnTo>
                  <a:lnTo>
                    <a:pt x="5392273" y="1894441"/>
                  </a:lnTo>
                  <a:lnTo>
                    <a:pt x="5393985" y="1901859"/>
                  </a:lnTo>
                  <a:lnTo>
                    <a:pt x="5395696" y="1906138"/>
                  </a:lnTo>
                  <a:lnTo>
                    <a:pt x="5397407" y="1853770"/>
                  </a:lnTo>
                  <a:lnTo>
                    <a:pt x="5399119" y="1818436"/>
                  </a:lnTo>
                  <a:lnTo>
                    <a:pt x="5400830" y="1857593"/>
                  </a:lnTo>
                  <a:lnTo>
                    <a:pt x="5402542" y="1984617"/>
                  </a:lnTo>
                  <a:lnTo>
                    <a:pt x="5404253" y="1963597"/>
                  </a:lnTo>
                  <a:lnTo>
                    <a:pt x="5405964" y="1908328"/>
                  </a:lnTo>
                  <a:lnTo>
                    <a:pt x="5407676" y="1840974"/>
                  </a:lnTo>
                  <a:lnTo>
                    <a:pt x="5409387" y="1918241"/>
                  </a:lnTo>
                  <a:lnTo>
                    <a:pt x="5411099" y="1978651"/>
                  </a:lnTo>
                  <a:lnTo>
                    <a:pt x="5412810" y="1903144"/>
                  </a:lnTo>
                  <a:lnTo>
                    <a:pt x="5414521" y="2027378"/>
                  </a:lnTo>
                  <a:lnTo>
                    <a:pt x="5416233" y="2107269"/>
                  </a:lnTo>
                  <a:lnTo>
                    <a:pt x="5417944" y="2122248"/>
                  </a:lnTo>
                  <a:lnTo>
                    <a:pt x="5419656" y="2154161"/>
                  </a:lnTo>
                  <a:lnTo>
                    <a:pt x="5421367" y="2140839"/>
                  </a:lnTo>
                  <a:lnTo>
                    <a:pt x="5423078" y="2183530"/>
                  </a:lnTo>
                  <a:lnTo>
                    <a:pt x="5424790" y="2163537"/>
                  </a:lnTo>
                  <a:lnTo>
                    <a:pt x="5426501" y="2146549"/>
                  </a:lnTo>
                  <a:lnTo>
                    <a:pt x="5428213" y="2156178"/>
                  </a:lnTo>
                  <a:lnTo>
                    <a:pt x="5429924" y="2122323"/>
                  </a:lnTo>
                  <a:lnTo>
                    <a:pt x="5431635" y="2136190"/>
                  </a:lnTo>
                  <a:lnTo>
                    <a:pt x="5433347" y="2106968"/>
                  </a:lnTo>
                  <a:lnTo>
                    <a:pt x="5435058" y="1953337"/>
                  </a:lnTo>
                  <a:lnTo>
                    <a:pt x="5436770" y="1974387"/>
                  </a:lnTo>
                  <a:lnTo>
                    <a:pt x="5438481" y="2014186"/>
                  </a:lnTo>
                  <a:lnTo>
                    <a:pt x="5440192" y="2025999"/>
                  </a:lnTo>
                  <a:lnTo>
                    <a:pt x="5441904" y="2007684"/>
                  </a:lnTo>
                  <a:lnTo>
                    <a:pt x="5443615" y="1935448"/>
                  </a:lnTo>
                  <a:lnTo>
                    <a:pt x="5445327" y="2034786"/>
                  </a:lnTo>
                  <a:lnTo>
                    <a:pt x="5447038" y="2014930"/>
                  </a:lnTo>
                  <a:lnTo>
                    <a:pt x="5448749" y="2064378"/>
                  </a:lnTo>
                  <a:lnTo>
                    <a:pt x="5450461" y="2016092"/>
                  </a:lnTo>
                  <a:lnTo>
                    <a:pt x="5452172" y="1952143"/>
                  </a:lnTo>
                  <a:lnTo>
                    <a:pt x="5453884" y="1942042"/>
                  </a:lnTo>
                  <a:lnTo>
                    <a:pt x="5455595" y="1971317"/>
                  </a:lnTo>
                  <a:lnTo>
                    <a:pt x="5457306" y="2043034"/>
                  </a:lnTo>
                  <a:lnTo>
                    <a:pt x="5459018" y="2036804"/>
                  </a:lnTo>
                  <a:lnTo>
                    <a:pt x="5460729" y="1928169"/>
                  </a:lnTo>
                  <a:lnTo>
                    <a:pt x="5462441" y="2037008"/>
                  </a:lnTo>
                  <a:lnTo>
                    <a:pt x="5464152" y="2107841"/>
                  </a:lnTo>
                  <a:lnTo>
                    <a:pt x="5465863" y="2154750"/>
                  </a:lnTo>
                  <a:lnTo>
                    <a:pt x="5467575" y="2139751"/>
                  </a:lnTo>
                  <a:lnTo>
                    <a:pt x="5469286" y="2068114"/>
                  </a:lnTo>
                  <a:lnTo>
                    <a:pt x="5470998" y="2057584"/>
                  </a:lnTo>
                  <a:lnTo>
                    <a:pt x="5472709" y="2001761"/>
                  </a:lnTo>
                  <a:lnTo>
                    <a:pt x="5474420" y="1991061"/>
                  </a:lnTo>
                  <a:lnTo>
                    <a:pt x="5476132" y="2037435"/>
                  </a:lnTo>
                  <a:lnTo>
                    <a:pt x="5477843" y="2042998"/>
                  </a:lnTo>
                  <a:lnTo>
                    <a:pt x="5479555" y="2027356"/>
                  </a:lnTo>
                  <a:lnTo>
                    <a:pt x="5481266" y="1855976"/>
                  </a:lnTo>
                  <a:lnTo>
                    <a:pt x="5482977" y="1818386"/>
                  </a:lnTo>
                  <a:lnTo>
                    <a:pt x="5484689" y="1781070"/>
                  </a:lnTo>
                  <a:lnTo>
                    <a:pt x="5486400" y="1726776"/>
                  </a:lnTo>
                  <a:lnTo>
                    <a:pt x="5488112" y="1738784"/>
                  </a:lnTo>
                  <a:lnTo>
                    <a:pt x="5489823" y="1648874"/>
                  </a:lnTo>
                  <a:lnTo>
                    <a:pt x="5491534" y="1705895"/>
                  </a:lnTo>
                  <a:lnTo>
                    <a:pt x="5493246" y="1866415"/>
                  </a:lnTo>
                  <a:lnTo>
                    <a:pt x="5494957" y="1858571"/>
                  </a:lnTo>
                  <a:lnTo>
                    <a:pt x="5496668" y="1936536"/>
                  </a:lnTo>
                  <a:lnTo>
                    <a:pt x="5498380" y="1880929"/>
                  </a:lnTo>
                  <a:lnTo>
                    <a:pt x="5500091" y="1917968"/>
                  </a:lnTo>
                  <a:lnTo>
                    <a:pt x="5501803" y="1946520"/>
                  </a:lnTo>
                  <a:lnTo>
                    <a:pt x="5503514" y="1848885"/>
                  </a:lnTo>
                  <a:lnTo>
                    <a:pt x="5505225" y="1852187"/>
                  </a:lnTo>
                  <a:lnTo>
                    <a:pt x="5506937" y="1934022"/>
                  </a:lnTo>
                  <a:lnTo>
                    <a:pt x="5508648" y="1879894"/>
                  </a:lnTo>
                  <a:lnTo>
                    <a:pt x="5510360" y="1927301"/>
                  </a:lnTo>
                  <a:lnTo>
                    <a:pt x="5512071" y="2002519"/>
                  </a:lnTo>
                  <a:lnTo>
                    <a:pt x="5513782" y="2128094"/>
                  </a:lnTo>
                  <a:lnTo>
                    <a:pt x="5515494" y="2200284"/>
                  </a:lnTo>
                  <a:lnTo>
                    <a:pt x="5517205" y="2173143"/>
                  </a:lnTo>
                  <a:lnTo>
                    <a:pt x="5518917" y="2129055"/>
                  </a:lnTo>
                  <a:lnTo>
                    <a:pt x="5520628" y="2161296"/>
                  </a:lnTo>
                  <a:lnTo>
                    <a:pt x="5522339" y="2056615"/>
                  </a:lnTo>
                  <a:lnTo>
                    <a:pt x="5524051" y="2065064"/>
                  </a:lnTo>
                  <a:lnTo>
                    <a:pt x="5525762" y="2058237"/>
                  </a:lnTo>
                  <a:lnTo>
                    <a:pt x="5527474" y="2035366"/>
                  </a:lnTo>
                  <a:lnTo>
                    <a:pt x="5529185" y="2088477"/>
                  </a:lnTo>
                  <a:lnTo>
                    <a:pt x="5530896" y="1991715"/>
                  </a:lnTo>
                  <a:lnTo>
                    <a:pt x="5532608" y="1981915"/>
                  </a:lnTo>
                  <a:lnTo>
                    <a:pt x="5534319" y="1941436"/>
                  </a:lnTo>
                  <a:lnTo>
                    <a:pt x="5536031" y="1953189"/>
                  </a:lnTo>
                  <a:lnTo>
                    <a:pt x="5537742" y="1987287"/>
                  </a:lnTo>
                  <a:lnTo>
                    <a:pt x="5539453" y="2015270"/>
                  </a:lnTo>
                  <a:lnTo>
                    <a:pt x="5541165" y="2100249"/>
                  </a:lnTo>
                  <a:lnTo>
                    <a:pt x="5542876" y="2103067"/>
                  </a:lnTo>
                  <a:lnTo>
                    <a:pt x="5544588" y="2145216"/>
                  </a:lnTo>
                  <a:lnTo>
                    <a:pt x="5546299" y="2191309"/>
                  </a:lnTo>
                  <a:lnTo>
                    <a:pt x="5548010" y="2170261"/>
                  </a:lnTo>
                  <a:lnTo>
                    <a:pt x="5549722" y="2140642"/>
                  </a:lnTo>
                  <a:lnTo>
                    <a:pt x="5551433" y="2143354"/>
                  </a:lnTo>
                  <a:lnTo>
                    <a:pt x="5553145" y="2052347"/>
                  </a:lnTo>
                  <a:lnTo>
                    <a:pt x="5554856" y="2035581"/>
                  </a:lnTo>
                  <a:lnTo>
                    <a:pt x="5556567" y="1990147"/>
                  </a:lnTo>
                  <a:lnTo>
                    <a:pt x="5558279" y="1891166"/>
                  </a:lnTo>
                  <a:lnTo>
                    <a:pt x="5559990" y="1845756"/>
                  </a:lnTo>
                  <a:lnTo>
                    <a:pt x="5561702" y="1805914"/>
                  </a:lnTo>
                  <a:lnTo>
                    <a:pt x="5563413" y="1843795"/>
                  </a:lnTo>
                  <a:lnTo>
                    <a:pt x="5565124" y="1900066"/>
                  </a:lnTo>
                  <a:lnTo>
                    <a:pt x="5566836" y="1831240"/>
                  </a:lnTo>
                  <a:lnTo>
                    <a:pt x="5568547" y="1766811"/>
                  </a:lnTo>
                  <a:lnTo>
                    <a:pt x="5570259" y="1661930"/>
                  </a:lnTo>
                  <a:lnTo>
                    <a:pt x="5571970" y="1705729"/>
                  </a:lnTo>
                  <a:lnTo>
                    <a:pt x="5573681" y="1661743"/>
                  </a:lnTo>
                  <a:lnTo>
                    <a:pt x="5575393" y="1637230"/>
                  </a:lnTo>
                  <a:lnTo>
                    <a:pt x="5577104" y="1654345"/>
                  </a:lnTo>
                  <a:lnTo>
                    <a:pt x="5578816" y="1775248"/>
                  </a:lnTo>
                  <a:lnTo>
                    <a:pt x="5580527" y="1838103"/>
                  </a:lnTo>
                  <a:lnTo>
                    <a:pt x="5582238" y="1759523"/>
                  </a:lnTo>
                  <a:lnTo>
                    <a:pt x="5583950" y="1752598"/>
                  </a:lnTo>
                  <a:lnTo>
                    <a:pt x="5585661" y="1773718"/>
                  </a:lnTo>
                  <a:lnTo>
                    <a:pt x="5587373" y="1919571"/>
                  </a:lnTo>
                  <a:lnTo>
                    <a:pt x="5589084" y="1920243"/>
                  </a:lnTo>
                  <a:lnTo>
                    <a:pt x="5590795" y="1872518"/>
                  </a:lnTo>
                  <a:lnTo>
                    <a:pt x="5592507" y="1796894"/>
                  </a:lnTo>
                  <a:lnTo>
                    <a:pt x="5594218" y="1838847"/>
                  </a:lnTo>
                  <a:lnTo>
                    <a:pt x="5595930" y="1868278"/>
                  </a:lnTo>
                  <a:lnTo>
                    <a:pt x="5597641" y="1814012"/>
                  </a:lnTo>
                  <a:lnTo>
                    <a:pt x="5599352" y="1803386"/>
                  </a:lnTo>
                  <a:lnTo>
                    <a:pt x="5601064" y="1819400"/>
                  </a:lnTo>
                  <a:lnTo>
                    <a:pt x="5602775" y="1763943"/>
                  </a:lnTo>
                  <a:lnTo>
                    <a:pt x="5604486" y="1834654"/>
                  </a:lnTo>
                  <a:lnTo>
                    <a:pt x="5606198" y="1863458"/>
                  </a:lnTo>
                  <a:lnTo>
                    <a:pt x="5607909" y="1861146"/>
                  </a:lnTo>
                  <a:lnTo>
                    <a:pt x="5609621" y="1808835"/>
                  </a:lnTo>
                  <a:lnTo>
                    <a:pt x="5611332" y="1748567"/>
                  </a:lnTo>
                  <a:lnTo>
                    <a:pt x="5613043" y="1800386"/>
                  </a:lnTo>
                  <a:lnTo>
                    <a:pt x="5614755" y="1787745"/>
                  </a:lnTo>
                  <a:lnTo>
                    <a:pt x="5616466" y="1803530"/>
                  </a:lnTo>
                  <a:lnTo>
                    <a:pt x="5618178" y="1879273"/>
                  </a:lnTo>
                  <a:lnTo>
                    <a:pt x="5619889" y="2004232"/>
                  </a:lnTo>
                  <a:lnTo>
                    <a:pt x="5621600" y="2076090"/>
                  </a:lnTo>
                  <a:lnTo>
                    <a:pt x="5623312" y="2105630"/>
                  </a:lnTo>
                  <a:lnTo>
                    <a:pt x="5625023" y="2122147"/>
                  </a:lnTo>
                  <a:lnTo>
                    <a:pt x="5626735" y="2058010"/>
                  </a:lnTo>
                  <a:lnTo>
                    <a:pt x="5628446" y="2030584"/>
                  </a:lnTo>
                  <a:lnTo>
                    <a:pt x="5630157" y="2049662"/>
                  </a:lnTo>
                  <a:lnTo>
                    <a:pt x="5631869" y="2044305"/>
                  </a:lnTo>
                  <a:lnTo>
                    <a:pt x="5633580" y="1959005"/>
                  </a:lnTo>
                  <a:lnTo>
                    <a:pt x="5635292" y="1921727"/>
                  </a:lnTo>
                  <a:lnTo>
                    <a:pt x="5637003" y="1929314"/>
                  </a:lnTo>
                  <a:lnTo>
                    <a:pt x="5638714" y="1973037"/>
                  </a:lnTo>
                  <a:lnTo>
                    <a:pt x="5640426" y="1892172"/>
                  </a:lnTo>
                  <a:lnTo>
                    <a:pt x="5642137" y="1845993"/>
                  </a:lnTo>
                  <a:lnTo>
                    <a:pt x="5643849" y="1908377"/>
                  </a:lnTo>
                  <a:lnTo>
                    <a:pt x="5645560" y="1952954"/>
                  </a:lnTo>
                  <a:lnTo>
                    <a:pt x="5647271" y="1900146"/>
                  </a:lnTo>
                  <a:lnTo>
                    <a:pt x="5648983" y="1938299"/>
                  </a:lnTo>
                  <a:lnTo>
                    <a:pt x="5650694" y="1880178"/>
                  </a:lnTo>
                  <a:lnTo>
                    <a:pt x="5652406" y="1935273"/>
                  </a:lnTo>
                  <a:lnTo>
                    <a:pt x="5654117" y="2018555"/>
                  </a:lnTo>
                  <a:lnTo>
                    <a:pt x="5655828" y="2015599"/>
                  </a:lnTo>
                  <a:lnTo>
                    <a:pt x="5657540" y="2120618"/>
                  </a:lnTo>
                  <a:lnTo>
                    <a:pt x="5659251" y="2053853"/>
                  </a:lnTo>
                  <a:lnTo>
                    <a:pt x="5660963" y="2054424"/>
                  </a:lnTo>
                  <a:lnTo>
                    <a:pt x="5662674" y="2019073"/>
                  </a:lnTo>
                  <a:lnTo>
                    <a:pt x="5664385" y="1949607"/>
                  </a:lnTo>
                  <a:lnTo>
                    <a:pt x="5666097" y="2047200"/>
                  </a:lnTo>
                  <a:lnTo>
                    <a:pt x="5667808" y="1956807"/>
                  </a:lnTo>
                  <a:lnTo>
                    <a:pt x="5669520" y="1975182"/>
                  </a:lnTo>
                  <a:lnTo>
                    <a:pt x="5671231" y="2079977"/>
                  </a:lnTo>
                  <a:lnTo>
                    <a:pt x="5672942" y="2129039"/>
                  </a:lnTo>
                  <a:lnTo>
                    <a:pt x="5674654" y="2214923"/>
                  </a:lnTo>
                  <a:lnTo>
                    <a:pt x="5676365" y="2210670"/>
                  </a:lnTo>
                  <a:lnTo>
                    <a:pt x="5678077" y="2201633"/>
                  </a:lnTo>
                  <a:lnTo>
                    <a:pt x="5679788" y="2216127"/>
                  </a:lnTo>
                  <a:lnTo>
                    <a:pt x="5681499" y="2165360"/>
                  </a:lnTo>
                  <a:lnTo>
                    <a:pt x="5683211" y="2152617"/>
                  </a:lnTo>
                  <a:lnTo>
                    <a:pt x="5684922" y="2015330"/>
                  </a:lnTo>
                  <a:lnTo>
                    <a:pt x="5686634" y="1954660"/>
                  </a:lnTo>
                  <a:lnTo>
                    <a:pt x="5688345" y="2039128"/>
                  </a:lnTo>
                  <a:lnTo>
                    <a:pt x="5690056" y="2009169"/>
                  </a:lnTo>
                  <a:lnTo>
                    <a:pt x="5691768" y="1895765"/>
                  </a:lnTo>
                  <a:lnTo>
                    <a:pt x="5693479" y="1855870"/>
                  </a:lnTo>
                  <a:lnTo>
                    <a:pt x="5695191" y="1842428"/>
                  </a:lnTo>
                  <a:lnTo>
                    <a:pt x="5696902" y="1939100"/>
                  </a:lnTo>
                  <a:lnTo>
                    <a:pt x="5698613" y="1898772"/>
                  </a:lnTo>
                  <a:lnTo>
                    <a:pt x="5700325" y="1848499"/>
                  </a:lnTo>
                  <a:lnTo>
                    <a:pt x="5702036" y="1749357"/>
                  </a:lnTo>
                  <a:lnTo>
                    <a:pt x="5703748" y="1654612"/>
                  </a:lnTo>
                  <a:lnTo>
                    <a:pt x="5705459" y="1714648"/>
                  </a:lnTo>
                  <a:lnTo>
                    <a:pt x="5707170" y="1649519"/>
                  </a:lnTo>
                  <a:lnTo>
                    <a:pt x="5708882" y="1630846"/>
                  </a:lnTo>
                  <a:lnTo>
                    <a:pt x="5710593" y="1632995"/>
                  </a:lnTo>
                  <a:lnTo>
                    <a:pt x="5712304" y="1657870"/>
                  </a:lnTo>
                  <a:lnTo>
                    <a:pt x="5714016" y="1684217"/>
                  </a:lnTo>
                  <a:lnTo>
                    <a:pt x="5715727" y="1671499"/>
                  </a:lnTo>
                  <a:lnTo>
                    <a:pt x="5717439" y="1729834"/>
                  </a:lnTo>
                  <a:lnTo>
                    <a:pt x="5719150" y="1782039"/>
                  </a:lnTo>
                  <a:lnTo>
                    <a:pt x="5720861" y="1826045"/>
                  </a:lnTo>
                  <a:lnTo>
                    <a:pt x="5722573" y="1839988"/>
                  </a:lnTo>
                  <a:lnTo>
                    <a:pt x="5724284" y="1862558"/>
                  </a:lnTo>
                  <a:lnTo>
                    <a:pt x="5725996" y="1886760"/>
                  </a:lnTo>
                  <a:lnTo>
                    <a:pt x="5727707" y="1994132"/>
                  </a:lnTo>
                  <a:lnTo>
                    <a:pt x="5729418" y="2049360"/>
                  </a:lnTo>
                  <a:lnTo>
                    <a:pt x="5731130" y="2134345"/>
                  </a:lnTo>
                  <a:lnTo>
                    <a:pt x="5732841" y="2170022"/>
                  </a:lnTo>
                  <a:lnTo>
                    <a:pt x="5734553" y="2172474"/>
                  </a:lnTo>
                  <a:lnTo>
                    <a:pt x="5736264" y="2220499"/>
                  </a:lnTo>
                  <a:lnTo>
                    <a:pt x="5737975" y="2142415"/>
                  </a:lnTo>
                  <a:lnTo>
                    <a:pt x="5739687" y="2043911"/>
                  </a:lnTo>
                  <a:lnTo>
                    <a:pt x="5741398" y="1999197"/>
                  </a:lnTo>
                  <a:lnTo>
                    <a:pt x="5743110" y="1945234"/>
                  </a:lnTo>
                  <a:lnTo>
                    <a:pt x="5744821" y="1989954"/>
                  </a:lnTo>
                  <a:lnTo>
                    <a:pt x="5746532" y="1970296"/>
                  </a:lnTo>
                  <a:lnTo>
                    <a:pt x="5748244" y="1936962"/>
                  </a:lnTo>
                  <a:lnTo>
                    <a:pt x="5749955" y="1986035"/>
                  </a:lnTo>
                  <a:lnTo>
                    <a:pt x="5751667" y="1933869"/>
                  </a:lnTo>
                  <a:lnTo>
                    <a:pt x="5753378" y="1961302"/>
                  </a:lnTo>
                  <a:lnTo>
                    <a:pt x="5755089" y="1972979"/>
                  </a:lnTo>
                  <a:lnTo>
                    <a:pt x="5756801" y="1925888"/>
                  </a:lnTo>
                  <a:lnTo>
                    <a:pt x="5758512" y="1868463"/>
                  </a:lnTo>
                  <a:lnTo>
                    <a:pt x="5760224" y="1824641"/>
                  </a:lnTo>
                  <a:lnTo>
                    <a:pt x="5761935" y="1808921"/>
                  </a:lnTo>
                  <a:lnTo>
                    <a:pt x="5763646" y="1850047"/>
                  </a:lnTo>
                  <a:lnTo>
                    <a:pt x="5765358" y="1789188"/>
                  </a:lnTo>
                  <a:lnTo>
                    <a:pt x="5767069" y="1801583"/>
                  </a:lnTo>
                  <a:lnTo>
                    <a:pt x="5768781" y="1765221"/>
                  </a:lnTo>
                  <a:lnTo>
                    <a:pt x="5770492" y="1767832"/>
                  </a:lnTo>
                  <a:lnTo>
                    <a:pt x="5772203" y="1849875"/>
                  </a:lnTo>
                  <a:lnTo>
                    <a:pt x="5773915" y="1876064"/>
                  </a:lnTo>
                  <a:lnTo>
                    <a:pt x="5775626" y="1972301"/>
                  </a:lnTo>
                  <a:lnTo>
                    <a:pt x="5777338" y="1983339"/>
                  </a:lnTo>
                  <a:lnTo>
                    <a:pt x="5779049" y="1984005"/>
                  </a:lnTo>
                  <a:lnTo>
                    <a:pt x="5780760" y="1956049"/>
                  </a:lnTo>
                  <a:lnTo>
                    <a:pt x="5782472" y="1848600"/>
                  </a:lnTo>
                  <a:lnTo>
                    <a:pt x="5784183" y="1865544"/>
                  </a:lnTo>
                  <a:lnTo>
                    <a:pt x="5785895" y="1821919"/>
                  </a:lnTo>
                  <a:lnTo>
                    <a:pt x="5787606" y="1809929"/>
                  </a:lnTo>
                  <a:lnTo>
                    <a:pt x="5789317" y="1798326"/>
                  </a:lnTo>
                  <a:lnTo>
                    <a:pt x="5791029" y="1839382"/>
                  </a:lnTo>
                  <a:lnTo>
                    <a:pt x="5792740" y="1914255"/>
                  </a:lnTo>
                  <a:lnTo>
                    <a:pt x="5794452" y="1949665"/>
                  </a:lnTo>
                  <a:lnTo>
                    <a:pt x="5796163" y="1989592"/>
                  </a:lnTo>
                  <a:lnTo>
                    <a:pt x="5797874" y="1895592"/>
                  </a:lnTo>
                  <a:lnTo>
                    <a:pt x="5799586" y="1838844"/>
                  </a:lnTo>
                  <a:lnTo>
                    <a:pt x="5801297" y="1871549"/>
                  </a:lnTo>
                  <a:lnTo>
                    <a:pt x="5803009" y="1864788"/>
                  </a:lnTo>
                  <a:lnTo>
                    <a:pt x="5804720" y="1859678"/>
                  </a:lnTo>
                  <a:lnTo>
                    <a:pt x="5806431" y="1992182"/>
                  </a:lnTo>
                  <a:lnTo>
                    <a:pt x="5808143" y="2009508"/>
                  </a:lnTo>
                  <a:lnTo>
                    <a:pt x="5809854" y="2091610"/>
                  </a:lnTo>
                  <a:lnTo>
                    <a:pt x="5811565" y="2063800"/>
                  </a:lnTo>
                  <a:lnTo>
                    <a:pt x="5813277" y="2007898"/>
                  </a:lnTo>
                  <a:lnTo>
                    <a:pt x="5814988" y="2014052"/>
                  </a:lnTo>
                  <a:lnTo>
                    <a:pt x="5816700" y="2034044"/>
                  </a:lnTo>
                  <a:lnTo>
                    <a:pt x="5818411" y="1984562"/>
                  </a:lnTo>
                  <a:lnTo>
                    <a:pt x="5820122" y="1938666"/>
                  </a:lnTo>
                  <a:lnTo>
                    <a:pt x="5821834" y="1911594"/>
                  </a:lnTo>
                  <a:lnTo>
                    <a:pt x="5823545" y="1930260"/>
                  </a:lnTo>
                  <a:lnTo>
                    <a:pt x="5825257" y="1934760"/>
                  </a:lnTo>
                  <a:lnTo>
                    <a:pt x="5826968" y="1856865"/>
                  </a:lnTo>
                  <a:lnTo>
                    <a:pt x="5828679" y="1855016"/>
                  </a:lnTo>
                  <a:lnTo>
                    <a:pt x="5830391" y="1917033"/>
                  </a:lnTo>
                  <a:lnTo>
                    <a:pt x="5832102" y="1936293"/>
                  </a:lnTo>
                  <a:lnTo>
                    <a:pt x="5833814" y="1951065"/>
                  </a:lnTo>
                  <a:lnTo>
                    <a:pt x="5835525" y="1924300"/>
                  </a:lnTo>
                  <a:lnTo>
                    <a:pt x="5837236" y="1866710"/>
                  </a:lnTo>
                  <a:lnTo>
                    <a:pt x="5838948" y="1916928"/>
                  </a:lnTo>
                  <a:lnTo>
                    <a:pt x="5840659" y="1924330"/>
                  </a:lnTo>
                  <a:lnTo>
                    <a:pt x="5842371" y="1901154"/>
                  </a:lnTo>
                  <a:lnTo>
                    <a:pt x="5844082" y="1931673"/>
                  </a:lnTo>
                  <a:lnTo>
                    <a:pt x="5845793" y="1964023"/>
                  </a:lnTo>
                  <a:lnTo>
                    <a:pt x="5847505" y="2135261"/>
                  </a:lnTo>
                  <a:lnTo>
                    <a:pt x="5849216" y="2149175"/>
                  </a:lnTo>
                  <a:lnTo>
                    <a:pt x="5850928" y="2122995"/>
                  </a:lnTo>
                  <a:lnTo>
                    <a:pt x="5852639" y="2192237"/>
                  </a:lnTo>
                  <a:lnTo>
                    <a:pt x="5854350" y="2130692"/>
                  </a:lnTo>
                  <a:lnTo>
                    <a:pt x="5856062" y="2137721"/>
                  </a:lnTo>
                  <a:lnTo>
                    <a:pt x="5857773" y="2038136"/>
                  </a:lnTo>
                  <a:lnTo>
                    <a:pt x="5859485" y="1991230"/>
                  </a:lnTo>
                  <a:lnTo>
                    <a:pt x="5861196" y="2052746"/>
                  </a:lnTo>
                  <a:lnTo>
                    <a:pt x="5862907" y="2040355"/>
                  </a:lnTo>
                  <a:lnTo>
                    <a:pt x="5864619" y="2000323"/>
                  </a:lnTo>
                  <a:lnTo>
                    <a:pt x="5866330" y="2063767"/>
                  </a:lnTo>
                  <a:lnTo>
                    <a:pt x="5868042" y="2123456"/>
                  </a:lnTo>
                  <a:lnTo>
                    <a:pt x="5869753" y="2086752"/>
                  </a:lnTo>
                  <a:lnTo>
                    <a:pt x="5871464" y="2087518"/>
                  </a:lnTo>
                  <a:lnTo>
                    <a:pt x="5873176" y="2161022"/>
                  </a:lnTo>
                  <a:lnTo>
                    <a:pt x="5874887" y="2163260"/>
                  </a:lnTo>
                  <a:lnTo>
                    <a:pt x="5876599" y="2170911"/>
                  </a:lnTo>
                  <a:lnTo>
                    <a:pt x="5878310" y="2143094"/>
                  </a:lnTo>
                  <a:lnTo>
                    <a:pt x="5880021" y="2068335"/>
                  </a:lnTo>
                  <a:lnTo>
                    <a:pt x="5881733" y="2018245"/>
                  </a:lnTo>
                  <a:lnTo>
                    <a:pt x="5883444" y="1979672"/>
                  </a:lnTo>
                  <a:lnTo>
                    <a:pt x="5885156" y="1920451"/>
                  </a:lnTo>
                  <a:lnTo>
                    <a:pt x="5886867" y="1897640"/>
                  </a:lnTo>
                  <a:lnTo>
                    <a:pt x="5888578" y="1794639"/>
                  </a:lnTo>
                  <a:lnTo>
                    <a:pt x="5890290" y="1865532"/>
                  </a:lnTo>
                  <a:lnTo>
                    <a:pt x="5892001" y="1881396"/>
                  </a:lnTo>
                  <a:lnTo>
                    <a:pt x="5893713" y="1880774"/>
                  </a:lnTo>
                  <a:lnTo>
                    <a:pt x="5895424" y="1871643"/>
                  </a:lnTo>
                  <a:lnTo>
                    <a:pt x="5897135" y="1829074"/>
                  </a:lnTo>
                  <a:lnTo>
                    <a:pt x="5898847" y="1878168"/>
                  </a:lnTo>
                  <a:lnTo>
                    <a:pt x="5900558" y="1810001"/>
                  </a:lnTo>
                  <a:lnTo>
                    <a:pt x="5902270" y="1824357"/>
                  </a:lnTo>
                  <a:lnTo>
                    <a:pt x="5903981" y="1824764"/>
                  </a:lnTo>
                  <a:lnTo>
                    <a:pt x="5905692" y="1807942"/>
                  </a:lnTo>
                  <a:lnTo>
                    <a:pt x="5907404" y="1843076"/>
                  </a:lnTo>
                  <a:lnTo>
                    <a:pt x="5909115" y="1801201"/>
                  </a:lnTo>
                  <a:lnTo>
                    <a:pt x="5910827" y="1847168"/>
                  </a:lnTo>
                  <a:lnTo>
                    <a:pt x="5912538" y="1845846"/>
                  </a:lnTo>
                  <a:lnTo>
                    <a:pt x="5914249" y="1863427"/>
                  </a:lnTo>
                  <a:lnTo>
                    <a:pt x="5915961" y="1872267"/>
                  </a:lnTo>
                  <a:lnTo>
                    <a:pt x="5917672" y="1897245"/>
                  </a:lnTo>
                  <a:lnTo>
                    <a:pt x="5919383" y="1973510"/>
                  </a:lnTo>
                  <a:lnTo>
                    <a:pt x="5921095" y="1960527"/>
                  </a:lnTo>
                  <a:lnTo>
                    <a:pt x="5922806" y="1954287"/>
                  </a:lnTo>
                  <a:lnTo>
                    <a:pt x="5924518" y="1918263"/>
                  </a:lnTo>
                  <a:lnTo>
                    <a:pt x="5926229" y="1912188"/>
                  </a:lnTo>
                  <a:lnTo>
                    <a:pt x="5927940" y="1915005"/>
                  </a:lnTo>
                  <a:lnTo>
                    <a:pt x="5929652" y="1897543"/>
                  </a:lnTo>
                  <a:lnTo>
                    <a:pt x="5931363" y="1851251"/>
                  </a:lnTo>
                  <a:lnTo>
                    <a:pt x="5933075" y="1847349"/>
                  </a:lnTo>
                  <a:lnTo>
                    <a:pt x="5934786" y="1913713"/>
                  </a:lnTo>
                  <a:lnTo>
                    <a:pt x="5936497" y="1874638"/>
                  </a:lnTo>
                  <a:lnTo>
                    <a:pt x="5938209" y="1863853"/>
                  </a:lnTo>
                  <a:lnTo>
                    <a:pt x="5939920" y="1920836"/>
                  </a:lnTo>
                  <a:lnTo>
                    <a:pt x="5941632" y="1896527"/>
                  </a:lnTo>
                  <a:lnTo>
                    <a:pt x="5943343" y="2031522"/>
                  </a:lnTo>
                  <a:lnTo>
                    <a:pt x="5945054" y="2074420"/>
                  </a:lnTo>
                  <a:lnTo>
                    <a:pt x="5946766" y="2127601"/>
                  </a:lnTo>
                  <a:lnTo>
                    <a:pt x="5948477" y="2152858"/>
                  </a:lnTo>
                  <a:lnTo>
                    <a:pt x="5950189" y="2158780"/>
                  </a:lnTo>
                  <a:lnTo>
                    <a:pt x="5951900" y="2174736"/>
                  </a:lnTo>
                  <a:lnTo>
                    <a:pt x="5953611" y="2111882"/>
                  </a:lnTo>
                  <a:lnTo>
                    <a:pt x="5955323" y="2068634"/>
                  </a:lnTo>
                  <a:lnTo>
                    <a:pt x="5957034" y="2040970"/>
                  </a:lnTo>
                  <a:lnTo>
                    <a:pt x="5958746" y="2030150"/>
                  </a:lnTo>
                  <a:lnTo>
                    <a:pt x="5960457" y="2065840"/>
                  </a:lnTo>
                  <a:lnTo>
                    <a:pt x="5962168" y="2000929"/>
                  </a:lnTo>
                  <a:lnTo>
                    <a:pt x="5963880" y="2091852"/>
                  </a:lnTo>
                  <a:lnTo>
                    <a:pt x="5965591" y="2080166"/>
                  </a:lnTo>
                  <a:lnTo>
                    <a:pt x="5967303" y="2112717"/>
                  </a:lnTo>
                  <a:lnTo>
                    <a:pt x="5969014" y="2089366"/>
                  </a:lnTo>
                  <a:lnTo>
                    <a:pt x="5970725" y="2036416"/>
                  </a:lnTo>
                  <a:lnTo>
                    <a:pt x="5972437" y="2085233"/>
                  </a:lnTo>
                  <a:lnTo>
                    <a:pt x="5974148" y="2100994"/>
                  </a:lnTo>
                  <a:lnTo>
                    <a:pt x="5975860" y="2074702"/>
                  </a:lnTo>
                  <a:lnTo>
                    <a:pt x="5977571" y="2015978"/>
                  </a:lnTo>
                  <a:lnTo>
                    <a:pt x="5979282" y="2048485"/>
                  </a:lnTo>
                  <a:lnTo>
                    <a:pt x="5980994" y="2077780"/>
                  </a:lnTo>
                  <a:lnTo>
                    <a:pt x="5982705" y="2024806"/>
                  </a:lnTo>
                  <a:lnTo>
                    <a:pt x="5984417" y="1953557"/>
                  </a:lnTo>
                  <a:lnTo>
                    <a:pt x="5986128" y="1961855"/>
                  </a:lnTo>
                  <a:lnTo>
                    <a:pt x="5987839" y="2018084"/>
                  </a:lnTo>
                  <a:lnTo>
                    <a:pt x="5989551" y="1953721"/>
                  </a:lnTo>
                  <a:lnTo>
                    <a:pt x="5991262" y="1921849"/>
                  </a:lnTo>
                  <a:lnTo>
                    <a:pt x="5992974" y="1851773"/>
                  </a:lnTo>
                  <a:lnTo>
                    <a:pt x="5994685" y="1822276"/>
                  </a:lnTo>
                  <a:lnTo>
                    <a:pt x="5996396" y="1804826"/>
                  </a:lnTo>
                  <a:lnTo>
                    <a:pt x="5998108" y="1724218"/>
                  </a:lnTo>
                  <a:lnTo>
                    <a:pt x="5999819" y="1760568"/>
                  </a:lnTo>
                  <a:lnTo>
                    <a:pt x="6001531" y="1725766"/>
                  </a:lnTo>
                  <a:lnTo>
                    <a:pt x="6003242" y="1766800"/>
                  </a:lnTo>
                  <a:lnTo>
                    <a:pt x="6004953" y="1788658"/>
                  </a:lnTo>
                  <a:lnTo>
                    <a:pt x="6006665" y="1717119"/>
                  </a:lnTo>
                  <a:lnTo>
                    <a:pt x="6008376" y="1754694"/>
                  </a:lnTo>
                  <a:lnTo>
                    <a:pt x="6010088" y="1760075"/>
                  </a:lnTo>
                  <a:lnTo>
                    <a:pt x="6011799" y="1787225"/>
                  </a:lnTo>
                  <a:lnTo>
                    <a:pt x="6013510" y="1782789"/>
                  </a:lnTo>
                  <a:lnTo>
                    <a:pt x="6015222" y="1824633"/>
                  </a:lnTo>
                  <a:lnTo>
                    <a:pt x="6016933" y="1896926"/>
                  </a:lnTo>
                  <a:lnTo>
                    <a:pt x="6018645" y="1909541"/>
                  </a:lnTo>
                  <a:lnTo>
                    <a:pt x="6020356" y="1992698"/>
                  </a:lnTo>
                  <a:lnTo>
                    <a:pt x="6022067" y="1985257"/>
                  </a:lnTo>
                  <a:lnTo>
                    <a:pt x="6023779" y="1978001"/>
                  </a:lnTo>
                  <a:lnTo>
                    <a:pt x="6025490" y="2010897"/>
                  </a:lnTo>
                  <a:lnTo>
                    <a:pt x="6027201" y="1995976"/>
                  </a:lnTo>
                  <a:lnTo>
                    <a:pt x="6028913" y="1997749"/>
                  </a:lnTo>
                  <a:lnTo>
                    <a:pt x="6030624" y="1955634"/>
                  </a:lnTo>
                  <a:lnTo>
                    <a:pt x="6032336" y="1965501"/>
                  </a:lnTo>
                  <a:lnTo>
                    <a:pt x="6034047" y="1981625"/>
                  </a:lnTo>
                  <a:lnTo>
                    <a:pt x="6035758" y="1935085"/>
                  </a:lnTo>
                  <a:lnTo>
                    <a:pt x="6037470" y="1927921"/>
                  </a:lnTo>
                  <a:lnTo>
                    <a:pt x="6039181" y="1927329"/>
                  </a:lnTo>
                  <a:lnTo>
                    <a:pt x="6040893" y="1922679"/>
                  </a:lnTo>
                  <a:lnTo>
                    <a:pt x="6042604" y="1896317"/>
                  </a:lnTo>
                  <a:lnTo>
                    <a:pt x="6044315" y="1887481"/>
                  </a:lnTo>
                  <a:lnTo>
                    <a:pt x="6046027" y="1895834"/>
                  </a:lnTo>
                  <a:lnTo>
                    <a:pt x="6047738" y="1888135"/>
                  </a:lnTo>
                  <a:lnTo>
                    <a:pt x="6049450" y="1905553"/>
                  </a:lnTo>
                  <a:lnTo>
                    <a:pt x="6051161" y="1894379"/>
                  </a:lnTo>
                  <a:lnTo>
                    <a:pt x="6052872" y="1887780"/>
                  </a:lnTo>
                  <a:lnTo>
                    <a:pt x="6054584" y="1892835"/>
                  </a:lnTo>
                  <a:lnTo>
                    <a:pt x="6056295" y="1874222"/>
                  </a:lnTo>
                  <a:lnTo>
                    <a:pt x="6058007" y="1939696"/>
                  </a:lnTo>
                  <a:lnTo>
                    <a:pt x="6059718" y="1871739"/>
                  </a:lnTo>
                  <a:lnTo>
                    <a:pt x="6061429" y="1921500"/>
                  </a:lnTo>
                  <a:lnTo>
                    <a:pt x="6063141" y="1903321"/>
                  </a:lnTo>
                  <a:lnTo>
                    <a:pt x="6064852" y="1892669"/>
                  </a:lnTo>
                  <a:lnTo>
                    <a:pt x="6066564" y="1976092"/>
                  </a:lnTo>
                  <a:lnTo>
                    <a:pt x="6068275" y="1957889"/>
                  </a:lnTo>
                  <a:lnTo>
                    <a:pt x="6069986" y="1968677"/>
                  </a:lnTo>
                  <a:lnTo>
                    <a:pt x="6071698" y="2028338"/>
                  </a:lnTo>
                  <a:lnTo>
                    <a:pt x="6073409" y="2046212"/>
                  </a:lnTo>
                  <a:lnTo>
                    <a:pt x="6075121" y="2090274"/>
                  </a:lnTo>
                  <a:lnTo>
                    <a:pt x="6076832" y="2021838"/>
                  </a:lnTo>
                  <a:lnTo>
                    <a:pt x="6078543" y="2024121"/>
                  </a:lnTo>
                  <a:lnTo>
                    <a:pt x="6080255" y="2079121"/>
                  </a:lnTo>
                  <a:lnTo>
                    <a:pt x="6081966" y="2067499"/>
                  </a:lnTo>
                  <a:lnTo>
                    <a:pt x="6083678" y="2110371"/>
                  </a:lnTo>
                  <a:lnTo>
                    <a:pt x="6085389" y="2134093"/>
                  </a:lnTo>
                  <a:lnTo>
                    <a:pt x="6087100" y="2217284"/>
                  </a:lnTo>
                  <a:lnTo>
                    <a:pt x="6088812" y="2218243"/>
                  </a:lnTo>
                  <a:lnTo>
                    <a:pt x="6090523" y="2254960"/>
                  </a:lnTo>
                  <a:lnTo>
                    <a:pt x="6092235" y="2225463"/>
                  </a:lnTo>
                  <a:lnTo>
                    <a:pt x="6093946" y="2183328"/>
                  </a:lnTo>
                  <a:lnTo>
                    <a:pt x="6095657" y="2211798"/>
                  </a:lnTo>
                  <a:lnTo>
                    <a:pt x="6097369" y="2160423"/>
                  </a:lnTo>
                  <a:lnTo>
                    <a:pt x="6099080" y="2189029"/>
                  </a:lnTo>
                  <a:lnTo>
                    <a:pt x="6100792" y="2266299"/>
                  </a:lnTo>
                  <a:lnTo>
                    <a:pt x="6102503" y="2266370"/>
                  </a:lnTo>
                  <a:lnTo>
                    <a:pt x="6104214" y="2267588"/>
                  </a:lnTo>
                  <a:lnTo>
                    <a:pt x="6105926" y="2222800"/>
                  </a:lnTo>
                  <a:lnTo>
                    <a:pt x="6107637" y="2177566"/>
                  </a:lnTo>
                  <a:lnTo>
                    <a:pt x="6109349" y="2173555"/>
                  </a:lnTo>
                  <a:lnTo>
                    <a:pt x="6111060" y="2162395"/>
                  </a:lnTo>
                  <a:lnTo>
                    <a:pt x="6112771" y="2193967"/>
                  </a:lnTo>
                  <a:lnTo>
                    <a:pt x="6114483" y="2196635"/>
                  </a:lnTo>
                  <a:lnTo>
                    <a:pt x="6116194" y="2210746"/>
                  </a:lnTo>
                  <a:lnTo>
                    <a:pt x="6117906" y="2254131"/>
                  </a:lnTo>
                  <a:lnTo>
                    <a:pt x="6119617" y="2239113"/>
                  </a:lnTo>
                  <a:lnTo>
                    <a:pt x="6121328" y="2181315"/>
                  </a:lnTo>
                  <a:lnTo>
                    <a:pt x="6123040" y="2196086"/>
                  </a:lnTo>
                  <a:lnTo>
                    <a:pt x="6124751" y="2205388"/>
                  </a:lnTo>
                  <a:lnTo>
                    <a:pt x="6126462" y="2235464"/>
                  </a:lnTo>
                  <a:lnTo>
                    <a:pt x="6128174" y="2215940"/>
                  </a:lnTo>
                  <a:lnTo>
                    <a:pt x="6129885" y="2225641"/>
                  </a:lnTo>
                  <a:lnTo>
                    <a:pt x="6131597" y="2234332"/>
                  </a:lnTo>
                  <a:lnTo>
                    <a:pt x="6133308" y="2237770"/>
                  </a:lnTo>
                  <a:lnTo>
                    <a:pt x="6135019" y="2212563"/>
                  </a:lnTo>
                  <a:lnTo>
                    <a:pt x="6136731" y="2210345"/>
                  </a:lnTo>
                  <a:lnTo>
                    <a:pt x="6138442" y="2202430"/>
                  </a:lnTo>
                  <a:lnTo>
                    <a:pt x="6140154" y="2203288"/>
                  </a:lnTo>
                  <a:lnTo>
                    <a:pt x="6141865" y="2213065"/>
                  </a:lnTo>
                  <a:lnTo>
                    <a:pt x="6143576" y="2141517"/>
                  </a:lnTo>
                  <a:lnTo>
                    <a:pt x="6145288" y="2076937"/>
                  </a:lnTo>
                  <a:lnTo>
                    <a:pt x="6146999" y="1970652"/>
                  </a:lnTo>
                  <a:lnTo>
                    <a:pt x="6148711" y="1981597"/>
                  </a:lnTo>
                  <a:lnTo>
                    <a:pt x="6150422" y="2019881"/>
                  </a:lnTo>
                  <a:lnTo>
                    <a:pt x="6152133" y="1819418"/>
                  </a:lnTo>
                  <a:lnTo>
                    <a:pt x="6153845" y="1882872"/>
                  </a:lnTo>
                  <a:lnTo>
                    <a:pt x="6155556" y="1884104"/>
                  </a:lnTo>
                  <a:lnTo>
                    <a:pt x="6157268" y="1821894"/>
                  </a:lnTo>
                  <a:lnTo>
                    <a:pt x="6158979" y="1898010"/>
                  </a:lnTo>
                  <a:lnTo>
                    <a:pt x="6160690" y="1775836"/>
                  </a:lnTo>
                  <a:lnTo>
                    <a:pt x="6162402" y="1814206"/>
                  </a:lnTo>
                  <a:lnTo>
                    <a:pt x="6164113" y="1930256"/>
                  </a:lnTo>
                  <a:lnTo>
                    <a:pt x="6165825" y="1912670"/>
                  </a:lnTo>
                  <a:lnTo>
                    <a:pt x="6167536" y="1971077"/>
                  </a:lnTo>
                  <a:lnTo>
                    <a:pt x="6169247" y="1990997"/>
                  </a:lnTo>
                  <a:lnTo>
                    <a:pt x="6170959" y="2027863"/>
                  </a:lnTo>
                  <a:lnTo>
                    <a:pt x="6172670" y="2109064"/>
                  </a:lnTo>
                  <a:lnTo>
                    <a:pt x="6174382" y="2125618"/>
                  </a:lnTo>
                  <a:lnTo>
                    <a:pt x="6176093" y="2167753"/>
                  </a:lnTo>
                  <a:lnTo>
                    <a:pt x="6177804" y="2203727"/>
                  </a:lnTo>
                  <a:lnTo>
                    <a:pt x="6179516" y="2245001"/>
                  </a:lnTo>
                  <a:lnTo>
                    <a:pt x="6181227" y="2290815"/>
                  </a:lnTo>
                  <a:lnTo>
                    <a:pt x="6182939" y="2333311"/>
                  </a:lnTo>
                  <a:lnTo>
                    <a:pt x="6184650" y="2300589"/>
                  </a:lnTo>
                  <a:lnTo>
                    <a:pt x="6186361" y="2283694"/>
                  </a:lnTo>
                  <a:lnTo>
                    <a:pt x="6188073" y="2286353"/>
                  </a:lnTo>
                  <a:lnTo>
                    <a:pt x="6189784" y="2287645"/>
                  </a:lnTo>
                  <a:lnTo>
                    <a:pt x="6191496" y="2278709"/>
                  </a:lnTo>
                  <a:lnTo>
                    <a:pt x="6193207" y="2267685"/>
                  </a:lnTo>
                  <a:lnTo>
                    <a:pt x="6194918" y="2198047"/>
                  </a:lnTo>
                  <a:lnTo>
                    <a:pt x="6196630" y="2278061"/>
                  </a:lnTo>
                  <a:lnTo>
                    <a:pt x="6198341" y="2278266"/>
                  </a:lnTo>
                  <a:lnTo>
                    <a:pt x="6200053" y="2259213"/>
                  </a:lnTo>
                  <a:lnTo>
                    <a:pt x="6201764" y="2237437"/>
                  </a:lnTo>
                  <a:lnTo>
                    <a:pt x="6203475" y="2229589"/>
                  </a:lnTo>
                  <a:lnTo>
                    <a:pt x="6205187" y="2270401"/>
                  </a:lnTo>
                  <a:lnTo>
                    <a:pt x="6206898" y="2322783"/>
                  </a:lnTo>
                  <a:lnTo>
                    <a:pt x="6208610" y="2271656"/>
                  </a:lnTo>
                  <a:lnTo>
                    <a:pt x="6210321" y="2270107"/>
                  </a:lnTo>
                  <a:lnTo>
                    <a:pt x="6212032" y="2238423"/>
                  </a:lnTo>
                  <a:lnTo>
                    <a:pt x="6213744" y="2213946"/>
                  </a:lnTo>
                  <a:lnTo>
                    <a:pt x="6215455" y="2302736"/>
                  </a:lnTo>
                  <a:lnTo>
                    <a:pt x="6217167" y="2196014"/>
                  </a:lnTo>
                  <a:lnTo>
                    <a:pt x="6218878" y="2195415"/>
                  </a:lnTo>
                  <a:lnTo>
                    <a:pt x="6220589" y="2215223"/>
                  </a:lnTo>
                  <a:lnTo>
                    <a:pt x="6222301" y="2182935"/>
                  </a:lnTo>
                  <a:lnTo>
                    <a:pt x="6224012" y="2213260"/>
                  </a:lnTo>
                  <a:lnTo>
                    <a:pt x="6225724" y="2201252"/>
                  </a:lnTo>
                  <a:lnTo>
                    <a:pt x="6227435" y="2158998"/>
                  </a:lnTo>
                  <a:lnTo>
                    <a:pt x="6229146" y="2217570"/>
                  </a:lnTo>
                  <a:lnTo>
                    <a:pt x="6230858" y="2230831"/>
                  </a:lnTo>
                  <a:lnTo>
                    <a:pt x="6232569" y="2226155"/>
                  </a:lnTo>
                  <a:lnTo>
                    <a:pt x="6234280" y="2251356"/>
                  </a:lnTo>
                  <a:lnTo>
                    <a:pt x="6235992" y="2271940"/>
                  </a:lnTo>
                  <a:lnTo>
                    <a:pt x="6237703" y="2291192"/>
                  </a:lnTo>
                  <a:lnTo>
                    <a:pt x="6239415" y="2245730"/>
                  </a:lnTo>
                  <a:lnTo>
                    <a:pt x="6241126" y="2205447"/>
                  </a:lnTo>
                  <a:lnTo>
                    <a:pt x="6242837" y="2269185"/>
                  </a:lnTo>
                  <a:lnTo>
                    <a:pt x="6244549" y="2254422"/>
                  </a:lnTo>
                  <a:lnTo>
                    <a:pt x="6246260" y="2242836"/>
                  </a:lnTo>
                  <a:lnTo>
                    <a:pt x="6247972" y="2230325"/>
                  </a:lnTo>
                  <a:lnTo>
                    <a:pt x="6249683" y="2242403"/>
                  </a:lnTo>
                  <a:lnTo>
                    <a:pt x="6251394" y="2265968"/>
                  </a:lnTo>
                  <a:lnTo>
                    <a:pt x="6253106" y="2265504"/>
                  </a:lnTo>
                  <a:lnTo>
                    <a:pt x="6254817" y="2283511"/>
                  </a:lnTo>
                  <a:lnTo>
                    <a:pt x="6256529" y="2334513"/>
                  </a:lnTo>
                  <a:lnTo>
                    <a:pt x="6258240" y="2326358"/>
                  </a:lnTo>
                  <a:lnTo>
                    <a:pt x="6259951" y="2358432"/>
                  </a:lnTo>
                  <a:lnTo>
                    <a:pt x="6261663" y="2334404"/>
                  </a:lnTo>
                  <a:lnTo>
                    <a:pt x="6263374" y="2346666"/>
                  </a:lnTo>
                  <a:lnTo>
                    <a:pt x="6265086" y="2350999"/>
                  </a:lnTo>
                  <a:lnTo>
                    <a:pt x="6266797" y="2312953"/>
                  </a:lnTo>
                  <a:lnTo>
                    <a:pt x="6268508" y="2311257"/>
                  </a:lnTo>
                  <a:lnTo>
                    <a:pt x="6270220" y="2295265"/>
                  </a:lnTo>
                  <a:lnTo>
                    <a:pt x="6271931" y="2299197"/>
                  </a:lnTo>
                  <a:lnTo>
                    <a:pt x="6273643" y="2291107"/>
                  </a:lnTo>
                  <a:lnTo>
                    <a:pt x="6275354" y="2287187"/>
                  </a:lnTo>
                  <a:lnTo>
                    <a:pt x="6277065" y="2307087"/>
                  </a:lnTo>
                  <a:lnTo>
                    <a:pt x="6278777" y="2297758"/>
                  </a:lnTo>
                  <a:lnTo>
                    <a:pt x="6280488" y="2274878"/>
                  </a:lnTo>
                  <a:lnTo>
                    <a:pt x="6282200" y="2300046"/>
                  </a:lnTo>
                  <a:lnTo>
                    <a:pt x="6283911" y="2258655"/>
                  </a:lnTo>
                  <a:lnTo>
                    <a:pt x="6285622" y="2275092"/>
                  </a:lnTo>
                  <a:lnTo>
                    <a:pt x="6287334" y="2268860"/>
                  </a:lnTo>
                  <a:lnTo>
                    <a:pt x="6289045" y="2302400"/>
                  </a:lnTo>
                  <a:lnTo>
                    <a:pt x="6290757" y="2374985"/>
                  </a:lnTo>
                  <a:lnTo>
                    <a:pt x="6292468" y="2318048"/>
                  </a:lnTo>
                  <a:lnTo>
                    <a:pt x="6294179" y="2334438"/>
                  </a:lnTo>
                  <a:lnTo>
                    <a:pt x="6295891" y="2372236"/>
                  </a:lnTo>
                  <a:lnTo>
                    <a:pt x="6297602" y="2331615"/>
                  </a:lnTo>
                  <a:lnTo>
                    <a:pt x="6299314" y="2361573"/>
                  </a:lnTo>
                  <a:lnTo>
                    <a:pt x="6301025" y="2332285"/>
                  </a:lnTo>
                  <a:lnTo>
                    <a:pt x="6302736" y="2380133"/>
                  </a:lnTo>
                  <a:lnTo>
                    <a:pt x="6304448" y="2373911"/>
                  </a:lnTo>
                  <a:lnTo>
                    <a:pt x="6306159" y="2367631"/>
                  </a:lnTo>
                  <a:lnTo>
                    <a:pt x="6307727" y="239196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8548506" y="6346374"/>
              <a:ext cx="3098" cy="33075"/>
            </a:xfrm>
            <a:custGeom>
              <a:avLst/>
              <a:pathLst>
                <a:path w="3098" h="33075">
                  <a:moveTo>
                    <a:pt x="0" y="33075"/>
                  </a:moveTo>
                  <a:lnTo>
                    <a:pt x="1603" y="0"/>
                  </a:lnTo>
                  <a:lnTo>
                    <a:pt x="3098" y="3307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8552451" y="6352085"/>
              <a:ext cx="7879" cy="27364"/>
            </a:xfrm>
            <a:custGeom>
              <a:avLst/>
              <a:pathLst>
                <a:path w="7879" h="27364">
                  <a:moveTo>
                    <a:pt x="0" y="27364"/>
                  </a:moveTo>
                  <a:lnTo>
                    <a:pt x="1081" y="19160"/>
                  </a:lnTo>
                  <a:lnTo>
                    <a:pt x="2792" y="5003"/>
                  </a:lnTo>
                  <a:lnTo>
                    <a:pt x="4504" y="2177"/>
                  </a:lnTo>
                  <a:lnTo>
                    <a:pt x="6215" y="0"/>
                  </a:lnTo>
                  <a:lnTo>
                    <a:pt x="7879" y="2736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8561730" y="6379185"/>
              <a:ext cx="2187" cy="264"/>
            </a:xfrm>
            <a:custGeom>
              <a:avLst/>
              <a:pathLst>
                <a:path w="2187" h="264">
                  <a:moveTo>
                    <a:pt x="0" y="264"/>
                  </a:moveTo>
                  <a:lnTo>
                    <a:pt x="358" y="56"/>
                  </a:lnTo>
                  <a:lnTo>
                    <a:pt x="2069" y="0"/>
                  </a:lnTo>
                  <a:lnTo>
                    <a:pt x="2187" y="26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8567119" y="6379218"/>
              <a:ext cx="174" cy="231"/>
            </a:xfrm>
            <a:custGeom>
              <a:avLst/>
              <a:pathLst>
                <a:path w="174" h="231">
                  <a:moveTo>
                    <a:pt x="0" y="231"/>
                  </a:moveTo>
                  <a:lnTo>
                    <a:pt x="103" y="0"/>
                  </a:lnTo>
                  <a:lnTo>
                    <a:pt x="174" y="23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8573030" y="6362740"/>
              <a:ext cx="2878" cy="16709"/>
            </a:xfrm>
            <a:custGeom>
              <a:avLst/>
              <a:pathLst>
                <a:path w="2878" h="16709">
                  <a:moveTo>
                    <a:pt x="0" y="16709"/>
                  </a:moveTo>
                  <a:lnTo>
                    <a:pt x="1038" y="0"/>
                  </a:lnTo>
                  <a:lnTo>
                    <a:pt x="2749" y="16445"/>
                  </a:lnTo>
                  <a:lnTo>
                    <a:pt x="2878" y="1670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8577803" y="6247833"/>
              <a:ext cx="61364" cy="131616"/>
            </a:xfrm>
            <a:custGeom>
              <a:avLst/>
              <a:pathLst>
                <a:path w="61364" h="131616">
                  <a:moveTo>
                    <a:pt x="0" y="131616"/>
                  </a:moveTo>
                  <a:lnTo>
                    <a:pt x="1400" y="117014"/>
                  </a:lnTo>
                  <a:lnTo>
                    <a:pt x="3111" y="122630"/>
                  </a:lnTo>
                  <a:lnTo>
                    <a:pt x="4823" y="91673"/>
                  </a:lnTo>
                  <a:lnTo>
                    <a:pt x="6534" y="90408"/>
                  </a:lnTo>
                  <a:lnTo>
                    <a:pt x="8245" y="112816"/>
                  </a:lnTo>
                  <a:lnTo>
                    <a:pt x="9957" y="67045"/>
                  </a:lnTo>
                  <a:lnTo>
                    <a:pt x="11668" y="69012"/>
                  </a:lnTo>
                  <a:lnTo>
                    <a:pt x="13380" y="41910"/>
                  </a:lnTo>
                  <a:lnTo>
                    <a:pt x="15091" y="30285"/>
                  </a:lnTo>
                  <a:lnTo>
                    <a:pt x="16802" y="45280"/>
                  </a:lnTo>
                  <a:lnTo>
                    <a:pt x="18514" y="0"/>
                  </a:lnTo>
                  <a:lnTo>
                    <a:pt x="20225" y="47957"/>
                  </a:lnTo>
                  <a:lnTo>
                    <a:pt x="21937" y="8169"/>
                  </a:lnTo>
                  <a:lnTo>
                    <a:pt x="23648" y="33105"/>
                  </a:lnTo>
                  <a:lnTo>
                    <a:pt x="25359" y="15438"/>
                  </a:lnTo>
                  <a:lnTo>
                    <a:pt x="27071" y="40966"/>
                  </a:lnTo>
                  <a:lnTo>
                    <a:pt x="28782" y="88305"/>
                  </a:lnTo>
                  <a:lnTo>
                    <a:pt x="30494" y="78564"/>
                  </a:lnTo>
                  <a:lnTo>
                    <a:pt x="32205" y="72124"/>
                  </a:lnTo>
                  <a:lnTo>
                    <a:pt x="33916" y="67488"/>
                  </a:lnTo>
                  <a:lnTo>
                    <a:pt x="35628" y="105009"/>
                  </a:lnTo>
                  <a:lnTo>
                    <a:pt x="37339" y="119275"/>
                  </a:lnTo>
                  <a:lnTo>
                    <a:pt x="39051" y="81332"/>
                  </a:lnTo>
                  <a:lnTo>
                    <a:pt x="40762" y="72561"/>
                  </a:lnTo>
                  <a:lnTo>
                    <a:pt x="42473" y="95560"/>
                  </a:lnTo>
                  <a:lnTo>
                    <a:pt x="44185" y="86391"/>
                  </a:lnTo>
                  <a:lnTo>
                    <a:pt x="45896" y="85495"/>
                  </a:lnTo>
                  <a:lnTo>
                    <a:pt x="47608" y="63755"/>
                  </a:lnTo>
                  <a:lnTo>
                    <a:pt x="49319" y="16095"/>
                  </a:lnTo>
                  <a:lnTo>
                    <a:pt x="51030" y="44884"/>
                  </a:lnTo>
                  <a:lnTo>
                    <a:pt x="52742" y="49162"/>
                  </a:lnTo>
                  <a:lnTo>
                    <a:pt x="54453" y="37745"/>
                  </a:lnTo>
                  <a:lnTo>
                    <a:pt x="56165" y="46118"/>
                  </a:lnTo>
                  <a:lnTo>
                    <a:pt x="57876" y="68705"/>
                  </a:lnTo>
                  <a:lnTo>
                    <a:pt x="59587" y="119289"/>
                  </a:lnTo>
                  <a:lnTo>
                    <a:pt x="61299" y="130951"/>
                  </a:lnTo>
                  <a:lnTo>
                    <a:pt x="61364" y="13161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8644449" y="6334894"/>
              <a:ext cx="12601" cy="44555"/>
            </a:xfrm>
            <a:custGeom>
              <a:avLst/>
              <a:pathLst>
                <a:path w="12601" h="44555">
                  <a:moveTo>
                    <a:pt x="0" y="44555"/>
                  </a:moveTo>
                  <a:lnTo>
                    <a:pt x="1498" y="15529"/>
                  </a:lnTo>
                  <a:lnTo>
                    <a:pt x="3209" y="0"/>
                  </a:lnTo>
                  <a:lnTo>
                    <a:pt x="4920" y="2163"/>
                  </a:lnTo>
                  <a:lnTo>
                    <a:pt x="6632" y="8394"/>
                  </a:lnTo>
                  <a:lnTo>
                    <a:pt x="8343" y="21779"/>
                  </a:lnTo>
                  <a:lnTo>
                    <a:pt x="10054" y="16138"/>
                  </a:lnTo>
                  <a:lnTo>
                    <a:pt x="11766" y="32569"/>
                  </a:lnTo>
                  <a:lnTo>
                    <a:pt x="12601" y="4455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8662541" y="6364936"/>
              <a:ext cx="1610" cy="14513"/>
            </a:xfrm>
            <a:custGeom>
              <a:avLst/>
              <a:pathLst>
                <a:path w="1610" h="14513">
                  <a:moveTo>
                    <a:pt x="0" y="14513"/>
                  </a:moveTo>
                  <a:lnTo>
                    <a:pt x="520" y="0"/>
                  </a:lnTo>
                  <a:lnTo>
                    <a:pt x="1610" y="1451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8670215" y="6342260"/>
              <a:ext cx="3727" cy="37189"/>
            </a:xfrm>
            <a:custGeom>
              <a:avLst/>
              <a:pathLst>
                <a:path w="3727" h="37189">
                  <a:moveTo>
                    <a:pt x="0" y="37189"/>
                  </a:moveTo>
                  <a:lnTo>
                    <a:pt x="1403" y="0"/>
                  </a:lnTo>
                  <a:lnTo>
                    <a:pt x="3114" y="16998"/>
                  </a:lnTo>
                  <a:lnTo>
                    <a:pt x="3727" y="3718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8676043" y="6288939"/>
              <a:ext cx="7450" cy="90510"/>
            </a:xfrm>
            <a:custGeom>
              <a:avLst/>
              <a:pathLst>
                <a:path w="7450" h="90510">
                  <a:moveTo>
                    <a:pt x="0" y="90510"/>
                  </a:moveTo>
                  <a:lnTo>
                    <a:pt x="709" y="64833"/>
                  </a:lnTo>
                  <a:lnTo>
                    <a:pt x="2421" y="35612"/>
                  </a:lnTo>
                  <a:lnTo>
                    <a:pt x="4132" y="0"/>
                  </a:lnTo>
                  <a:lnTo>
                    <a:pt x="5844" y="58114"/>
                  </a:lnTo>
                  <a:lnTo>
                    <a:pt x="7450" y="9051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8683710" y="6270515"/>
              <a:ext cx="33313" cy="108934"/>
            </a:xfrm>
            <a:custGeom>
              <a:avLst/>
              <a:pathLst>
                <a:path w="33313" h="108934">
                  <a:moveTo>
                    <a:pt x="0" y="108934"/>
                  </a:moveTo>
                  <a:lnTo>
                    <a:pt x="1599" y="78645"/>
                  </a:lnTo>
                  <a:lnTo>
                    <a:pt x="3311" y="62772"/>
                  </a:lnTo>
                  <a:lnTo>
                    <a:pt x="5022" y="33392"/>
                  </a:lnTo>
                  <a:lnTo>
                    <a:pt x="6733" y="7049"/>
                  </a:lnTo>
                  <a:lnTo>
                    <a:pt x="8445" y="5523"/>
                  </a:lnTo>
                  <a:lnTo>
                    <a:pt x="10156" y="1529"/>
                  </a:lnTo>
                  <a:lnTo>
                    <a:pt x="11868" y="0"/>
                  </a:lnTo>
                  <a:lnTo>
                    <a:pt x="13579" y="24257"/>
                  </a:lnTo>
                  <a:lnTo>
                    <a:pt x="15290" y="58045"/>
                  </a:lnTo>
                  <a:lnTo>
                    <a:pt x="17002" y="56307"/>
                  </a:lnTo>
                  <a:lnTo>
                    <a:pt x="18713" y="67140"/>
                  </a:lnTo>
                  <a:lnTo>
                    <a:pt x="20425" y="64087"/>
                  </a:lnTo>
                  <a:lnTo>
                    <a:pt x="22136" y="46696"/>
                  </a:lnTo>
                  <a:lnTo>
                    <a:pt x="23847" y="50299"/>
                  </a:lnTo>
                  <a:lnTo>
                    <a:pt x="25559" y="92618"/>
                  </a:lnTo>
                  <a:lnTo>
                    <a:pt x="27270" y="97967"/>
                  </a:lnTo>
                  <a:lnTo>
                    <a:pt x="28981" y="108216"/>
                  </a:lnTo>
                  <a:lnTo>
                    <a:pt x="30693" y="108739"/>
                  </a:lnTo>
                  <a:lnTo>
                    <a:pt x="32404" y="103787"/>
                  </a:lnTo>
                  <a:lnTo>
                    <a:pt x="33313" y="10893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8719711" y="6363434"/>
              <a:ext cx="2907" cy="16015"/>
            </a:xfrm>
            <a:custGeom>
              <a:avLst/>
              <a:pathLst>
                <a:path w="2907" h="16015">
                  <a:moveTo>
                    <a:pt x="0" y="16015"/>
                  </a:moveTo>
                  <a:lnTo>
                    <a:pt x="1537" y="0"/>
                  </a:lnTo>
                  <a:lnTo>
                    <a:pt x="2907" y="1601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8730128" y="6336829"/>
              <a:ext cx="3673" cy="42620"/>
            </a:xfrm>
            <a:custGeom>
              <a:avLst/>
              <a:pathLst>
                <a:path w="3673" h="42620">
                  <a:moveTo>
                    <a:pt x="0" y="42620"/>
                  </a:moveTo>
                  <a:lnTo>
                    <a:pt x="1389" y="0"/>
                  </a:lnTo>
                  <a:lnTo>
                    <a:pt x="3100" y="31963"/>
                  </a:lnTo>
                  <a:lnTo>
                    <a:pt x="3673" y="4262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8746362" y="6368860"/>
              <a:ext cx="2674" cy="10589"/>
            </a:xfrm>
            <a:custGeom>
              <a:avLst/>
              <a:pathLst>
                <a:path w="2674" h="10589">
                  <a:moveTo>
                    <a:pt x="0" y="10589"/>
                  </a:moveTo>
                  <a:lnTo>
                    <a:pt x="558" y="48"/>
                  </a:lnTo>
                  <a:lnTo>
                    <a:pt x="2269" y="0"/>
                  </a:lnTo>
                  <a:lnTo>
                    <a:pt x="2674" y="1058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782381" y="6367625"/>
              <a:ext cx="4004" cy="11824"/>
            </a:xfrm>
            <a:custGeom>
              <a:avLst/>
              <a:pathLst>
                <a:path w="4004" h="11824">
                  <a:moveTo>
                    <a:pt x="0" y="11824"/>
                  </a:moveTo>
                  <a:lnTo>
                    <a:pt x="477" y="0"/>
                  </a:lnTo>
                  <a:lnTo>
                    <a:pt x="2189" y="6912"/>
                  </a:lnTo>
                  <a:lnTo>
                    <a:pt x="3900" y="9522"/>
                  </a:lnTo>
                  <a:lnTo>
                    <a:pt x="4004" y="1182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8822669" y="6334371"/>
              <a:ext cx="12319" cy="45078"/>
            </a:xfrm>
            <a:custGeom>
              <a:avLst/>
              <a:pathLst>
                <a:path w="12319" h="45078">
                  <a:moveTo>
                    <a:pt x="0" y="45078"/>
                  </a:moveTo>
                  <a:lnTo>
                    <a:pt x="1263" y="1615"/>
                  </a:lnTo>
                  <a:lnTo>
                    <a:pt x="2974" y="0"/>
                  </a:lnTo>
                  <a:lnTo>
                    <a:pt x="4686" y="44047"/>
                  </a:lnTo>
                  <a:lnTo>
                    <a:pt x="6397" y="31503"/>
                  </a:lnTo>
                  <a:lnTo>
                    <a:pt x="8109" y="34183"/>
                  </a:lnTo>
                  <a:lnTo>
                    <a:pt x="9820" y="28165"/>
                  </a:lnTo>
                  <a:lnTo>
                    <a:pt x="11531" y="33095"/>
                  </a:lnTo>
                  <a:lnTo>
                    <a:pt x="12319" y="4507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8837734" y="6353772"/>
              <a:ext cx="5517" cy="25677"/>
            </a:xfrm>
            <a:custGeom>
              <a:avLst/>
              <a:pathLst>
                <a:path w="5517" h="25677">
                  <a:moveTo>
                    <a:pt x="0" y="25677"/>
                  </a:moveTo>
                  <a:lnTo>
                    <a:pt x="1601" y="8269"/>
                  </a:lnTo>
                  <a:lnTo>
                    <a:pt x="3312" y="0"/>
                  </a:lnTo>
                  <a:lnTo>
                    <a:pt x="5024" y="19265"/>
                  </a:lnTo>
                  <a:lnTo>
                    <a:pt x="5517" y="2567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8845459" y="6364421"/>
              <a:ext cx="4079" cy="15028"/>
            </a:xfrm>
            <a:custGeom>
              <a:avLst/>
              <a:pathLst>
                <a:path w="4079" h="15028">
                  <a:moveTo>
                    <a:pt x="0" y="15028"/>
                  </a:moveTo>
                  <a:lnTo>
                    <a:pt x="721" y="3482"/>
                  </a:lnTo>
                  <a:lnTo>
                    <a:pt x="2432" y="0"/>
                  </a:lnTo>
                  <a:lnTo>
                    <a:pt x="4079" y="1502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8849648" y="6343487"/>
              <a:ext cx="8157" cy="35962"/>
            </a:xfrm>
            <a:custGeom>
              <a:avLst/>
              <a:pathLst>
                <a:path w="8157" h="35962">
                  <a:moveTo>
                    <a:pt x="0" y="35962"/>
                  </a:moveTo>
                  <a:lnTo>
                    <a:pt x="1666" y="13994"/>
                  </a:lnTo>
                  <a:lnTo>
                    <a:pt x="3377" y="9375"/>
                  </a:lnTo>
                  <a:lnTo>
                    <a:pt x="5089" y="19077"/>
                  </a:lnTo>
                  <a:lnTo>
                    <a:pt x="6800" y="0"/>
                  </a:lnTo>
                  <a:lnTo>
                    <a:pt x="8157" y="3596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8863564" y="6339685"/>
              <a:ext cx="6616" cy="39764"/>
            </a:xfrm>
            <a:custGeom>
              <a:avLst/>
              <a:pathLst>
                <a:path w="6616" h="39764">
                  <a:moveTo>
                    <a:pt x="0" y="39764"/>
                  </a:moveTo>
                  <a:lnTo>
                    <a:pt x="1442" y="0"/>
                  </a:lnTo>
                  <a:lnTo>
                    <a:pt x="3153" y="25560"/>
                  </a:lnTo>
                  <a:lnTo>
                    <a:pt x="4865" y="13268"/>
                  </a:lnTo>
                  <a:lnTo>
                    <a:pt x="6576" y="39464"/>
                  </a:lnTo>
                  <a:lnTo>
                    <a:pt x="6616" y="3976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8877763" y="6374199"/>
              <a:ext cx="1438" cy="5250"/>
            </a:xfrm>
            <a:custGeom>
              <a:avLst/>
              <a:pathLst>
                <a:path w="1438" h="5250">
                  <a:moveTo>
                    <a:pt x="0" y="5250"/>
                  </a:moveTo>
                  <a:lnTo>
                    <a:pt x="934" y="0"/>
                  </a:lnTo>
                  <a:lnTo>
                    <a:pt x="1438" y="525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8910565" y="6343819"/>
              <a:ext cx="7220" cy="35630"/>
            </a:xfrm>
            <a:custGeom>
              <a:avLst/>
              <a:pathLst>
                <a:path w="7220" h="35630">
                  <a:moveTo>
                    <a:pt x="0" y="35630"/>
                  </a:moveTo>
                  <a:lnTo>
                    <a:pt x="649" y="26551"/>
                  </a:lnTo>
                  <a:lnTo>
                    <a:pt x="2360" y="0"/>
                  </a:lnTo>
                  <a:lnTo>
                    <a:pt x="4072" y="931"/>
                  </a:lnTo>
                  <a:lnTo>
                    <a:pt x="5783" y="6755"/>
                  </a:lnTo>
                  <a:lnTo>
                    <a:pt x="7220" y="3563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8920017" y="6318747"/>
              <a:ext cx="12884" cy="60702"/>
            </a:xfrm>
            <a:custGeom>
              <a:avLst/>
              <a:pathLst>
                <a:path w="12884" h="60702">
                  <a:moveTo>
                    <a:pt x="0" y="60702"/>
                  </a:moveTo>
                  <a:lnTo>
                    <a:pt x="1465" y="44285"/>
                  </a:lnTo>
                  <a:lnTo>
                    <a:pt x="3176" y="0"/>
                  </a:lnTo>
                  <a:lnTo>
                    <a:pt x="4888" y="44672"/>
                  </a:lnTo>
                  <a:lnTo>
                    <a:pt x="6599" y="37301"/>
                  </a:lnTo>
                  <a:lnTo>
                    <a:pt x="8311" y="28018"/>
                  </a:lnTo>
                  <a:lnTo>
                    <a:pt x="10022" y="26059"/>
                  </a:lnTo>
                  <a:lnTo>
                    <a:pt x="11733" y="42858"/>
                  </a:lnTo>
                  <a:lnTo>
                    <a:pt x="12884" y="6070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8937449" y="6352710"/>
              <a:ext cx="4142" cy="26739"/>
            </a:xfrm>
            <a:custGeom>
              <a:avLst/>
              <a:pathLst>
                <a:path w="4142" h="26739">
                  <a:moveTo>
                    <a:pt x="0" y="26739"/>
                  </a:moveTo>
                  <a:lnTo>
                    <a:pt x="1147" y="16686"/>
                  </a:lnTo>
                  <a:lnTo>
                    <a:pt x="2859" y="0"/>
                  </a:lnTo>
                  <a:lnTo>
                    <a:pt x="4142" y="2673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8995239" y="6337032"/>
              <a:ext cx="3256" cy="42417"/>
            </a:xfrm>
            <a:custGeom>
              <a:avLst/>
              <a:pathLst>
                <a:path w="3256" h="42417">
                  <a:moveTo>
                    <a:pt x="0" y="42417"/>
                  </a:moveTo>
                  <a:lnTo>
                    <a:pt x="1545" y="7356"/>
                  </a:lnTo>
                  <a:lnTo>
                    <a:pt x="3256" y="0"/>
                  </a:lnTo>
                  <a:lnTo>
                    <a:pt x="3256" y="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444934" y="3987482"/>
              <a:ext cx="8553560" cy="2391967"/>
            </a:xfrm>
            <a:custGeom>
              <a:avLst/>
              <a:pathLst>
                <a:path w="8553560" h="2391967">
                  <a:moveTo>
                    <a:pt x="0" y="2298874"/>
                  </a:moveTo>
                  <a:lnTo>
                    <a:pt x="1711" y="2312332"/>
                  </a:lnTo>
                  <a:lnTo>
                    <a:pt x="3422" y="2295397"/>
                  </a:lnTo>
                  <a:lnTo>
                    <a:pt x="5134" y="2275202"/>
                  </a:lnTo>
                  <a:lnTo>
                    <a:pt x="6845" y="2269757"/>
                  </a:lnTo>
                  <a:lnTo>
                    <a:pt x="8556" y="2282974"/>
                  </a:lnTo>
                  <a:lnTo>
                    <a:pt x="10268" y="2292937"/>
                  </a:lnTo>
                  <a:lnTo>
                    <a:pt x="11979" y="2257858"/>
                  </a:lnTo>
                  <a:lnTo>
                    <a:pt x="13691" y="2222452"/>
                  </a:lnTo>
                  <a:lnTo>
                    <a:pt x="15402" y="2248887"/>
                  </a:lnTo>
                  <a:lnTo>
                    <a:pt x="17113" y="2266205"/>
                  </a:lnTo>
                  <a:lnTo>
                    <a:pt x="18825" y="2258762"/>
                  </a:lnTo>
                  <a:lnTo>
                    <a:pt x="20536" y="2232465"/>
                  </a:lnTo>
                  <a:lnTo>
                    <a:pt x="22248" y="2233725"/>
                  </a:lnTo>
                  <a:lnTo>
                    <a:pt x="23959" y="2225547"/>
                  </a:lnTo>
                  <a:lnTo>
                    <a:pt x="25670" y="2218998"/>
                  </a:lnTo>
                  <a:lnTo>
                    <a:pt x="27382" y="2210303"/>
                  </a:lnTo>
                  <a:lnTo>
                    <a:pt x="29093" y="2222523"/>
                  </a:lnTo>
                  <a:lnTo>
                    <a:pt x="30805" y="2219530"/>
                  </a:lnTo>
                  <a:lnTo>
                    <a:pt x="32516" y="2156908"/>
                  </a:lnTo>
                  <a:lnTo>
                    <a:pt x="34227" y="2166562"/>
                  </a:lnTo>
                  <a:lnTo>
                    <a:pt x="35939" y="2154203"/>
                  </a:lnTo>
                  <a:lnTo>
                    <a:pt x="37650" y="2166206"/>
                  </a:lnTo>
                  <a:lnTo>
                    <a:pt x="39362" y="2138261"/>
                  </a:lnTo>
                  <a:lnTo>
                    <a:pt x="41073" y="2135275"/>
                  </a:lnTo>
                  <a:lnTo>
                    <a:pt x="42784" y="2194130"/>
                  </a:lnTo>
                  <a:lnTo>
                    <a:pt x="44496" y="2177472"/>
                  </a:lnTo>
                  <a:lnTo>
                    <a:pt x="46207" y="2157739"/>
                  </a:lnTo>
                  <a:lnTo>
                    <a:pt x="47919" y="2161061"/>
                  </a:lnTo>
                  <a:lnTo>
                    <a:pt x="49630" y="2172613"/>
                  </a:lnTo>
                  <a:lnTo>
                    <a:pt x="51341" y="2198758"/>
                  </a:lnTo>
                  <a:lnTo>
                    <a:pt x="53053" y="2190654"/>
                  </a:lnTo>
                  <a:lnTo>
                    <a:pt x="54764" y="2219359"/>
                  </a:lnTo>
                  <a:lnTo>
                    <a:pt x="56476" y="2247906"/>
                  </a:lnTo>
                  <a:lnTo>
                    <a:pt x="58187" y="2244382"/>
                  </a:lnTo>
                  <a:lnTo>
                    <a:pt x="59898" y="2243826"/>
                  </a:lnTo>
                  <a:lnTo>
                    <a:pt x="61610" y="2201842"/>
                  </a:lnTo>
                  <a:lnTo>
                    <a:pt x="63321" y="2136399"/>
                  </a:lnTo>
                  <a:lnTo>
                    <a:pt x="65033" y="2171734"/>
                  </a:lnTo>
                  <a:lnTo>
                    <a:pt x="66744" y="2186331"/>
                  </a:lnTo>
                  <a:lnTo>
                    <a:pt x="68455" y="2202228"/>
                  </a:lnTo>
                  <a:lnTo>
                    <a:pt x="70167" y="2197963"/>
                  </a:lnTo>
                  <a:lnTo>
                    <a:pt x="71878" y="2205589"/>
                  </a:lnTo>
                  <a:lnTo>
                    <a:pt x="73590" y="2216007"/>
                  </a:lnTo>
                  <a:lnTo>
                    <a:pt x="75301" y="2224079"/>
                  </a:lnTo>
                  <a:lnTo>
                    <a:pt x="77012" y="2145904"/>
                  </a:lnTo>
                  <a:lnTo>
                    <a:pt x="78724" y="2144060"/>
                  </a:lnTo>
                  <a:lnTo>
                    <a:pt x="80435" y="2091997"/>
                  </a:lnTo>
                  <a:lnTo>
                    <a:pt x="82147" y="2130506"/>
                  </a:lnTo>
                  <a:lnTo>
                    <a:pt x="83858" y="2117936"/>
                  </a:lnTo>
                  <a:lnTo>
                    <a:pt x="85569" y="2100405"/>
                  </a:lnTo>
                  <a:lnTo>
                    <a:pt x="87281" y="2104401"/>
                  </a:lnTo>
                  <a:lnTo>
                    <a:pt x="88992" y="2089635"/>
                  </a:lnTo>
                  <a:lnTo>
                    <a:pt x="90704" y="2072758"/>
                  </a:lnTo>
                  <a:lnTo>
                    <a:pt x="92415" y="2079889"/>
                  </a:lnTo>
                  <a:lnTo>
                    <a:pt x="94126" y="2035530"/>
                  </a:lnTo>
                  <a:lnTo>
                    <a:pt x="95838" y="2083734"/>
                  </a:lnTo>
                  <a:lnTo>
                    <a:pt x="97549" y="2161125"/>
                  </a:lnTo>
                  <a:lnTo>
                    <a:pt x="99261" y="2233820"/>
                  </a:lnTo>
                  <a:lnTo>
                    <a:pt x="100972" y="2254737"/>
                  </a:lnTo>
                  <a:lnTo>
                    <a:pt x="102683" y="2244925"/>
                  </a:lnTo>
                  <a:lnTo>
                    <a:pt x="104395" y="2257546"/>
                  </a:lnTo>
                  <a:lnTo>
                    <a:pt x="106106" y="2270311"/>
                  </a:lnTo>
                  <a:lnTo>
                    <a:pt x="107817" y="2250158"/>
                  </a:lnTo>
                  <a:lnTo>
                    <a:pt x="109529" y="2278598"/>
                  </a:lnTo>
                  <a:lnTo>
                    <a:pt x="111240" y="2295466"/>
                  </a:lnTo>
                  <a:lnTo>
                    <a:pt x="112952" y="2312099"/>
                  </a:lnTo>
                  <a:lnTo>
                    <a:pt x="114663" y="2309008"/>
                  </a:lnTo>
                  <a:lnTo>
                    <a:pt x="116374" y="2317068"/>
                  </a:lnTo>
                  <a:lnTo>
                    <a:pt x="118086" y="2294461"/>
                  </a:lnTo>
                  <a:lnTo>
                    <a:pt x="119797" y="2290499"/>
                  </a:lnTo>
                  <a:lnTo>
                    <a:pt x="121509" y="2250731"/>
                  </a:lnTo>
                  <a:lnTo>
                    <a:pt x="123220" y="2254330"/>
                  </a:lnTo>
                  <a:lnTo>
                    <a:pt x="124931" y="2225042"/>
                  </a:lnTo>
                  <a:lnTo>
                    <a:pt x="126643" y="2211168"/>
                  </a:lnTo>
                  <a:lnTo>
                    <a:pt x="128354" y="2193499"/>
                  </a:lnTo>
                  <a:lnTo>
                    <a:pt x="130066" y="2201785"/>
                  </a:lnTo>
                  <a:lnTo>
                    <a:pt x="131777" y="2206615"/>
                  </a:lnTo>
                  <a:lnTo>
                    <a:pt x="133488" y="2243600"/>
                  </a:lnTo>
                  <a:lnTo>
                    <a:pt x="135200" y="2226092"/>
                  </a:lnTo>
                  <a:lnTo>
                    <a:pt x="136911" y="2199202"/>
                  </a:lnTo>
                  <a:lnTo>
                    <a:pt x="138623" y="2209798"/>
                  </a:lnTo>
                  <a:lnTo>
                    <a:pt x="140334" y="2198501"/>
                  </a:lnTo>
                  <a:lnTo>
                    <a:pt x="142045" y="2226751"/>
                  </a:lnTo>
                  <a:lnTo>
                    <a:pt x="143757" y="2196944"/>
                  </a:lnTo>
                  <a:lnTo>
                    <a:pt x="145468" y="2222675"/>
                  </a:lnTo>
                  <a:lnTo>
                    <a:pt x="147180" y="2224633"/>
                  </a:lnTo>
                  <a:lnTo>
                    <a:pt x="148891" y="2234581"/>
                  </a:lnTo>
                  <a:lnTo>
                    <a:pt x="150602" y="2241987"/>
                  </a:lnTo>
                  <a:lnTo>
                    <a:pt x="152314" y="2197214"/>
                  </a:lnTo>
                  <a:lnTo>
                    <a:pt x="154025" y="2207453"/>
                  </a:lnTo>
                  <a:lnTo>
                    <a:pt x="155737" y="2177816"/>
                  </a:lnTo>
                  <a:lnTo>
                    <a:pt x="157448" y="2151757"/>
                  </a:lnTo>
                  <a:lnTo>
                    <a:pt x="159159" y="2144789"/>
                  </a:lnTo>
                  <a:lnTo>
                    <a:pt x="160871" y="2143966"/>
                  </a:lnTo>
                  <a:lnTo>
                    <a:pt x="162582" y="2100831"/>
                  </a:lnTo>
                  <a:lnTo>
                    <a:pt x="164294" y="2101165"/>
                  </a:lnTo>
                  <a:lnTo>
                    <a:pt x="166005" y="2102292"/>
                  </a:lnTo>
                  <a:lnTo>
                    <a:pt x="167716" y="2142672"/>
                  </a:lnTo>
                  <a:lnTo>
                    <a:pt x="169428" y="2194655"/>
                  </a:lnTo>
                  <a:lnTo>
                    <a:pt x="171139" y="2220013"/>
                  </a:lnTo>
                  <a:lnTo>
                    <a:pt x="172851" y="2213966"/>
                  </a:lnTo>
                  <a:lnTo>
                    <a:pt x="174562" y="2212939"/>
                  </a:lnTo>
                  <a:lnTo>
                    <a:pt x="176273" y="2214784"/>
                  </a:lnTo>
                  <a:lnTo>
                    <a:pt x="177985" y="2222870"/>
                  </a:lnTo>
                  <a:lnTo>
                    <a:pt x="179696" y="2236417"/>
                  </a:lnTo>
                  <a:lnTo>
                    <a:pt x="181408" y="2236789"/>
                  </a:lnTo>
                  <a:lnTo>
                    <a:pt x="183119" y="2246306"/>
                  </a:lnTo>
                  <a:lnTo>
                    <a:pt x="184830" y="2250998"/>
                  </a:lnTo>
                  <a:lnTo>
                    <a:pt x="186542" y="2225932"/>
                  </a:lnTo>
                  <a:lnTo>
                    <a:pt x="188253" y="2215516"/>
                  </a:lnTo>
                  <a:lnTo>
                    <a:pt x="189965" y="2212984"/>
                  </a:lnTo>
                  <a:lnTo>
                    <a:pt x="191676" y="2241634"/>
                  </a:lnTo>
                  <a:lnTo>
                    <a:pt x="193387" y="2257749"/>
                  </a:lnTo>
                  <a:lnTo>
                    <a:pt x="195099" y="2234066"/>
                  </a:lnTo>
                  <a:lnTo>
                    <a:pt x="196810" y="2192201"/>
                  </a:lnTo>
                  <a:lnTo>
                    <a:pt x="198522" y="2168820"/>
                  </a:lnTo>
                  <a:lnTo>
                    <a:pt x="200233" y="2173459"/>
                  </a:lnTo>
                  <a:lnTo>
                    <a:pt x="201944" y="2149544"/>
                  </a:lnTo>
                  <a:lnTo>
                    <a:pt x="203656" y="2149440"/>
                  </a:lnTo>
                  <a:lnTo>
                    <a:pt x="205367" y="2124274"/>
                  </a:lnTo>
                  <a:lnTo>
                    <a:pt x="207079" y="2117005"/>
                  </a:lnTo>
                  <a:lnTo>
                    <a:pt x="208790" y="2102915"/>
                  </a:lnTo>
                  <a:lnTo>
                    <a:pt x="210501" y="2078760"/>
                  </a:lnTo>
                  <a:lnTo>
                    <a:pt x="212213" y="2068429"/>
                  </a:lnTo>
                  <a:lnTo>
                    <a:pt x="213924" y="2050293"/>
                  </a:lnTo>
                  <a:lnTo>
                    <a:pt x="215635" y="2096150"/>
                  </a:lnTo>
                  <a:lnTo>
                    <a:pt x="217347" y="2099313"/>
                  </a:lnTo>
                  <a:lnTo>
                    <a:pt x="219058" y="2145608"/>
                  </a:lnTo>
                  <a:lnTo>
                    <a:pt x="220770" y="2171320"/>
                  </a:lnTo>
                  <a:lnTo>
                    <a:pt x="222481" y="2166125"/>
                  </a:lnTo>
                  <a:lnTo>
                    <a:pt x="224192" y="2213464"/>
                  </a:lnTo>
                  <a:lnTo>
                    <a:pt x="225904" y="2220777"/>
                  </a:lnTo>
                  <a:lnTo>
                    <a:pt x="227615" y="2270409"/>
                  </a:lnTo>
                  <a:lnTo>
                    <a:pt x="229327" y="2300460"/>
                  </a:lnTo>
                  <a:lnTo>
                    <a:pt x="231038" y="2305621"/>
                  </a:lnTo>
                  <a:lnTo>
                    <a:pt x="232749" y="2322318"/>
                  </a:lnTo>
                  <a:lnTo>
                    <a:pt x="234461" y="2333658"/>
                  </a:lnTo>
                  <a:lnTo>
                    <a:pt x="236172" y="2329115"/>
                  </a:lnTo>
                  <a:lnTo>
                    <a:pt x="237884" y="2331180"/>
                  </a:lnTo>
                  <a:lnTo>
                    <a:pt x="239595" y="2323674"/>
                  </a:lnTo>
                  <a:lnTo>
                    <a:pt x="241306" y="2308424"/>
                  </a:lnTo>
                  <a:lnTo>
                    <a:pt x="243018" y="2346034"/>
                  </a:lnTo>
                  <a:lnTo>
                    <a:pt x="244729" y="2316187"/>
                  </a:lnTo>
                  <a:lnTo>
                    <a:pt x="246441" y="2252006"/>
                  </a:lnTo>
                  <a:lnTo>
                    <a:pt x="248152" y="2280651"/>
                  </a:lnTo>
                  <a:lnTo>
                    <a:pt x="249863" y="2292473"/>
                  </a:lnTo>
                  <a:lnTo>
                    <a:pt x="251575" y="2329401"/>
                  </a:lnTo>
                  <a:lnTo>
                    <a:pt x="253286" y="2299512"/>
                  </a:lnTo>
                  <a:lnTo>
                    <a:pt x="254998" y="2298573"/>
                  </a:lnTo>
                  <a:lnTo>
                    <a:pt x="256709" y="2289807"/>
                  </a:lnTo>
                  <a:lnTo>
                    <a:pt x="258420" y="2278583"/>
                  </a:lnTo>
                  <a:lnTo>
                    <a:pt x="260132" y="2288814"/>
                  </a:lnTo>
                  <a:lnTo>
                    <a:pt x="261843" y="2242343"/>
                  </a:lnTo>
                  <a:lnTo>
                    <a:pt x="263555" y="2260842"/>
                  </a:lnTo>
                  <a:lnTo>
                    <a:pt x="265266" y="2279064"/>
                  </a:lnTo>
                  <a:lnTo>
                    <a:pt x="266977" y="2277099"/>
                  </a:lnTo>
                  <a:lnTo>
                    <a:pt x="268689" y="2241634"/>
                  </a:lnTo>
                  <a:lnTo>
                    <a:pt x="270400" y="2243266"/>
                  </a:lnTo>
                  <a:lnTo>
                    <a:pt x="272112" y="2246577"/>
                  </a:lnTo>
                  <a:lnTo>
                    <a:pt x="273823" y="2271595"/>
                  </a:lnTo>
                  <a:lnTo>
                    <a:pt x="275534" y="2210085"/>
                  </a:lnTo>
                  <a:lnTo>
                    <a:pt x="277246" y="2171589"/>
                  </a:lnTo>
                  <a:lnTo>
                    <a:pt x="278957" y="2216758"/>
                  </a:lnTo>
                  <a:lnTo>
                    <a:pt x="280669" y="2281320"/>
                  </a:lnTo>
                  <a:lnTo>
                    <a:pt x="282380" y="2306076"/>
                  </a:lnTo>
                  <a:lnTo>
                    <a:pt x="284091" y="2313951"/>
                  </a:lnTo>
                  <a:lnTo>
                    <a:pt x="285803" y="2325449"/>
                  </a:lnTo>
                  <a:lnTo>
                    <a:pt x="287514" y="2329752"/>
                  </a:lnTo>
                  <a:lnTo>
                    <a:pt x="289226" y="2326141"/>
                  </a:lnTo>
                  <a:lnTo>
                    <a:pt x="290937" y="2335657"/>
                  </a:lnTo>
                  <a:lnTo>
                    <a:pt x="292648" y="2324868"/>
                  </a:lnTo>
                  <a:lnTo>
                    <a:pt x="294360" y="2335513"/>
                  </a:lnTo>
                  <a:lnTo>
                    <a:pt x="296071" y="2346410"/>
                  </a:lnTo>
                  <a:lnTo>
                    <a:pt x="297783" y="2351605"/>
                  </a:lnTo>
                  <a:lnTo>
                    <a:pt x="299494" y="2346644"/>
                  </a:lnTo>
                  <a:lnTo>
                    <a:pt x="301205" y="2330300"/>
                  </a:lnTo>
                  <a:lnTo>
                    <a:pt x="302917" y="2349564"/>
                  </a:lnTo>
                  <a:lnTo>
                    <a:pt x="304628" y="2323478"/>
                  </a:lnTo>
                  <a:lnTo>
                    <a:pt x="306340" y="2299810"/>
                  </a:lnTo>
                  <a:lnTo>
                    <a:pt x="308051" y="2293871"/>
                  </a:lnTo>
                  <a:lnTo>
                    <a:pt x="309762" y="2285120"/>
                  </a:lnTo>
                  <a:lnTo>
                    <a:pt x="311474" y="2277793"/>
                  </a:lnTo>
                  <a:lnTo>
                    <a:pt x="313185" y="2266879"/>
                  </a:lnTo>
                  <a:lnTo>
                    <a:pt x="314897" y="2265350"/>
                  </a:lnTo>
                  <a:lnTo>
                    <a:pt x="316608" y="2271113"/>
                  </a:lnTo>
                  <a:lnTo>
                    <a:pt x="318319" y="2287515"/>
                  </a:lnTo>
                  <a:lnTo>
                    <a:pt x="320031" y="2285843"/>
                  </a:lnTo>
                  <a:lnTo>
                    <a:pt x="321742" y="2278800"/>
                  </a:lnTo>
                  <a:lnTo>
                    <a:pt x="323453" y="2305027"/>
                  </a:lnTo>
                  <a:lnTo>
                    <a:pt x="325165" y="2324122"/>
                  </a:lnTo>
                  <a:lnTo>
                    <a:pt x="326876" y="2326085"/>
                  </a:lnTo>
                  <a:lnTo>
                    <a:pt x="328588" y="2335277"/>
                  </a:lnTo>
                  <a:lnTo>
                    <a:pt x="330299" y="2355089"/>
                  </a:lnTo>
                  <a:lnTo>
                    <a:pt x="332010" y="2363341"/>
                  </a:lnTo>
                  <a:lnTo>
                    <a:pt x="333722" y="2374111"/>
                  </a:lnTo>
                  <a:lnTo>
                    <a:pt x="335433" y="2373848"/>
                  </a:lnTo>
                  <a:lnTo>
                    <a:pt x="337145" y="2374928"/>
                  </a:lnTo>
                  <a:lnTo>
                    <a:pt x="338856" y="2376500"/>
                  </a:lnTo>
                  <a:lnTo>
                    <a:pt x="340567" y="2374432"/>
                  </a:lnTo>
                  <a:lnTo>
                    <a:pt x="342279" y="2368854"/>
                  </a:lnTo>
                  <a:lnTo>
                    <a:pt x="343990" y="2372564"/>
                  </a:lnTo>
                  <a:lnTo>
                    <a:pt x="345702" y="2371352"/>
                  </a:lnTo>
                  <a:lnTo>
                    <a:pt x="347413" y="2363544"/>
                  </a:lnTo>
                  <a:lnTo>
                    <a:pt x="349124" y="2351039"/>
                  </a:lnTo>
                  <a:lnTo>
                    <a:pt x="350836" y="2346488"/>
                  </a:lnTo>
                  <a:lnTo>
                    <a:pt x="352547" y="2329389"/>
                  </a:lnTo>
                  <a:lnTo>
                    <a:pt x="354259" y="2326409"/>
                  </a:lnTo>
                  <a:lnTo>
                    <a:pt x="355970" y="2316925"/>
                  </a:lnTo>
                  <a:lnTo>
                    <a:pt x="357681" y="2277923"/>
                  </a:lnTo>
                  <a:lnTo>
                    <a:pt x="359393" y="2277807"/>
                  </a:lnTo>
                  <a:lnTo>
                    <a:pt x="361104" y="2259881"/>
                  </a:lnTo>
                  <a:lnTo>
                    <a:pt x="362816" y="2228945"/>
                  </a:lnTo>
                  <a:lnTo>
                    <a:pt x="364527" y="2182889"/>
                  </a:lnTo>
                  <a:lnTo>
                    <a:pt x="366238" y="2167502"/>
                  </a:lnTo>
                  <a:lnTo>
                    <a:pt x="367950" y="2154047"/>
                  </a:lnTo>
                  <a:lnTo>
                    <a:pt x="369661" y="2120645"/>
                  </a:lnTo>
                  <a:lnTo>
                    <a:pt x="371373" y="2142675"/>
                  </a:lnTo>
                  <a:lnTo>
                    <a:pt x="373084" y="2140755"/>
                  </a:lnTo>
                  <a:lnTo>
                    <a:pt x="374795" y="2156527"/>
                  </a:lnTo>
                  <a:lnTo>
                    <a:pt x="376507" y="2166067"/>
                  </a:lnTo>
                  <a:lnTo>
                    <a:pt x="378218" y="2185565"/>
                  </a:lnTo>
                  <a:lnTo>
                    <a:pt x="379930" y="2206743"/>
                  </a:lnTo>
                  <a:lnTo>
                    <a:pt x="381641" y="2199816"/>
                  </a:lnTo>
                  <a:lnTo>
                    <a:pt x="383352" y="2192810"/>
                  </a:lnTo>
                  <a:lnTo>
                    <a:pt x="385064" y="2184137"/>
                  </a:lnTo>
                  <a:lnTo>
                    <a:pt x="386775" y="2160864"/>
                  </a:lnTo>
                  <a:lnTo>
                    <a:pt x="388487" y="2210607"/>
                  </a:lnTo>
                  <a:lnTo>
                    <a:pt x="390198" y="2205944"/>
                  </a:lnTo>
                  <a:lnTo>
                    <a:pt x="391909" y="2237785"/>
                  </a:lnTo>
                  <a:lnTo>
                    <a:pt x="393621" y="2242837"/>
                  </a:lnTo>
                  <a:lnTo>
                    <a:pt x="395332" y="2252128"/>
                  </a:lnTo>
                  <a:lnTo>
                    <a:pt x="397044" y="2225856"/>
                  </a:lnTo>
                  <a:lnTo>
                    <a:pt x="398755" y="2259860"/>
                  </a:lnTo>
                  <a:lnTo>
                    <a:pt x="400466" y="2282280"/>
                  </a:lnTo>
                  <a:lnTo>
                    <a:pt x="402178" y="2294019"/>
                  </a:lnTo>
                  <a:lnTo>
                    <a:pt x="403889" y="2291994"/>
                  </a:lnTo>
                  <a:lnTo>
                    <a:pt x="405601" y="2315269"/>
                  </a:lnTo>
                  <a:lnTo>
                    <a:pt x="407312" y="2351189"/>
                  </a:lnTo>
                  <a:lnTo>
                    <a:pt x="409023" y="2351892"/>
                  </a:lnTo>
                  <a:lnTo>
                    <a:pt x="410735" y="2351678"/>
                  </a:lnTo>
                  <a:lnTo>
                    <a:pt x="412446" y="2364510"/>
                  </a:lnTo>
                  <a:lnTo>
                    <a:pt x="414158" y="2353338"/>
                  </a:lnTo>
                  <a:lnTo>
                    <a:pt x="415869" y="2351913"/>
                  </a:lnTo>
                  <a:lnTo>
                    <a:pt x="417580" y="2329284"/>
                  </a:lnTo>
                  <a:lnTo>
                    <a:pt x="419292" y="2341623"/>
                  </a:lnTo>
                  <a:lnTo>
                    <a:pt x="421003" y="2353086"/>
                  </a:lnTo>
                  <a:lnTo>
                    <a:pt x="422714" y="2354888"/>
                  </a:lnTo>
                  <a:lnTo>
                    <a:pt x="424426" y="2364516"/>
                  </a:lnTo>
                  <a:lnTo>
                    <a:pt x="426137" y="2344477"/>
                  </a:lnTo>
                  <a:lnTo>
                    <a:pt x="427849" y="2345185"/>
                  </a:lnTo>
                  <a:lnTo>
                    <a:pt x="429560" y="2348893"/>
                  </a:lnTo>
                  <a:lnTo>
                    <a:pt x="431271" y="2357486"/>
                  </a:lnTo>
                  <a:lnTo>
                    <a:pt x="432983" y="2369413"/>
                  </a:lnTo>
                  <a:lnTo>
                    <a:pt x="434694" y="2355592"/>
                  </a:lnTo>
                  <a:lnTo>
                    <a:pt x="436406" y="2352324"/>
                  </a:lnTo>
                  <a:lnTo>
                    <a:pt x="438117" y="2352919"/>
                  </a:lnTo>
                  <a:lnTo>
                    <a:pt x="439828" y="2345811"/>
                  </a:lnTo>
                  <a:lnTo>
                    <a:pt x="441540" y="2347515"/>
                  </a:lnTo>
                  <a:lnTo>
                    <a:pt x="443251" y="2370271"/>
                  </a:lnTo>
                  <a:lnTo>
                    <a:pt x="444963" y="2370013"/>
                  </a:lnTo>
                  <a:lnTo>
                    <a:pt x="446674" y="2371538"/>
                  </a:lnTo>
                  <a:lnTo>
                    <a:pt x="448385" y="2388756"/>
                  </a:lnTo>
                  <a:lnTo>
                    <a:pt x="450097" y="2391967"/>
                  </a:lnTo>
                  <a:lnTo>
                    <a:pt x="451808" y="2378992"/>
                  </a:lnTo>
                  <a:lnTo>
                    <a:pt x="453520" y="2383255"/>
                  </a:lnTo>
                  <a:lnTo>
                    <a:pt x="455231" y="2377662"/>
                  </a:lnTo>
                  <a:lnTo>
                    <a:pt x="456942" y="2381735"/>
                  </a:lnTo>
                  <a:lnTo>
                    <a:pt x="458654" y="2369994"/>
                  </a:lnTo>
                  <a:lnTo>
                    <a:pt x="460365" y="2373094"/>
                  </a:lnTo>
                  <a:lnTo>
                    <a:pt x="462077" y="2367743"/>
                  </a:lnTo>
                  <a:lnTo>
                    <a:pt x="463788" y="2347876"/>
                  </a:lnTo>
                  <a:lnTo>
                    <a:pt x="465499" y="2359648"/>
                  </a:lnTo>
                  <a:lnTo>
                    <a:pt x="467211" y="2353800"/>
                  </a:lnTo>
                  <a:lnTo>
                    <a:pt x="468922" y="2342036"/>
                  </a:lnTo>
                  <a:lnTo>
                    <a:pt x="470634" y="2331328"/>
                  </a:lnTo>
                  <a:lnTo>
                    <a:pt x="472345" y="2325288"/>
                  </a:lnTo>
                  <a:lnTo>
                    <a:pt x="474056" y="2268372"/>
                  </a:lnTo>
                  <a:lnTo>
                    <a:pt x="475768" y="2260013"/>
                  </a:lnTo>
                  <a:lnTo>
                    <a:pt x="477479" y="2239161"/>
                  </a:lnTo>
                  <a:lnTo>
                    <a:pt x="479191" y="2211742"/>
                  </a:lnTo>
                  <a:lnTo>
                    <a:pt x="480902" y="2258316"/>
                  </a:lnTo>
                  <a:lnTo>
                    <a:pt x="482613" y="2274466"/>
                  </a:lnTo>
                  <a:lnTo>
                    <a:pt x="484325" y="2306070"/>
                  </a:lnTo>
                  <a:lnTo>
                    <a:pt x="486036" y="2307177"/>
                  </a:lnTo>
                  <a:lnTo>
                    <a:pt x="487748" y="2289965"/>
                  </a:lnTo>
                  <a:lnTo>
                    <a:pt x="489459" y="2294217"/>
                  </a:lnTo>
                  <a:lnTo>
                    <a:pt x="491170" y="2253763"/>
                  </a:lnTo>
                  <a:lnTo>
                    <a:pt x="492882" y="2266854"/>
                  </a:lnTo>
                  <a:lnTo>
                    <a:pt x="494593" y="2224359"/>
                  </a:lnTo>
                  <a:lnTo>
                    <a:pt x="496305" y="2210698"/>
                  </a:lnTo>
                  <a:lnTo>
                    <a:pt x="498016" y="2246554"/>
                  </a:lnTo>
                  <a:lnTo>
                    <a:pt x="499727" y="2232953"/>
                  </a:lnTo>
                  <a:lnTo>
                    <a:pt x="501439" y="2288436"/>
                  </a:lnTo>
                  <a:lnTo>
                    <a:pt x="503150" y="2264771"/>
                  </a:lnTo>
                  <a:lnTo>
                    <a:pt x="504862" y="2240004"/>
                  </a:lnTo>
                  <a:lnTo>
                    <a:pt x="506573" y="2278519"/>
                  </a:lnTo>
                  <a:lnTo>
                    <a:pt x="508284" y="2283021"/>
                  </a:lnTo>
                  <a:lnTo>
                    <a:pt x="509996" y="2312172"/>
                  </a:lnTo>
                  <a:lnTo>
                    <a:pt x="511707" y="2308684"/>
                  </a:lnTo>
                  <a:lnTo>
                    <a:pt x="513419" y="2323938"/>
                  </a:lnTo>
                  <a:lnTo>
                    <a:pt x="515130" y="2313765"/>
                  </a:lnTo>
                  <a:lnTo>
                    <a:pt x="516841" y="2298945"/>
                  </a:lnTo>
                  <a:lnTo>
                    <a:pt x="518553" y="2262969"/>
                  </a:lnTo>
                  <a:lnTo>
                    <a:pt x="520264" y="2199414"/>
                  </a:lnTo>
                  <a:lnTo>
                    <a:pt x="521976" y="2153634"/>
                  </a:lnTo>
                  <a:lnTo>
                    <a:pt x="523687" y="2164240"/>
                  </a:lnTo>
                  <a:lnTo>
                    <a:pt x="525398" y="2151327"/>
                  </a:lnTo>
                  <a:lnTo>
                    <a:pt x="527110" y="2135997"/>
                  </a:lnTo>
                  <a:lnTo>
                    <a:pt x="528821" y="2180260"/>
                  </a:lnTo>
                  <a:lnTo>
                    <a:pt x="530532" y="2202991"/>
                  </a:lnTo>
                  <a:lnTo>
                    <a:pt x="532244" y="2144912"/>
                  </a:lnTo>
                  <a:lnTo>
                    <a:pt x="533955" y="2093918"/>
                  </a:lnTo>
                  <a:lnTo>
                    <a:pt x="535667" y="2078122"/>
                  </a:lnTo>
                  <a:lnTo>
                    <a:pt x="537378" y="2131722"/>
                  </a:lnTo>
                  <a:lnTo>
                    <a:pt x="539089" y="2138921"/>
                  </a:lnTo>
                  <a:lnTo>
                    <a:pt x="540801" y="2104887"/>
                  </a:lnTo>
                  <a:lnTo>
                    <a:pt x="542512" y="2087598"/>
                  </a:lnTo>
                  <a:lnTo>
                    <a:pt x="544224" y="2071780"/>
                  </a:lnTo>
                  <a:lnTo>
                    <a:pt x="545935" y="2086071"/>
                  </a:lnTo>
                  <a:lnTo>
                    <a:pt x="547646" y="2052500"/>
                  </a:lnTo>
                  <a:lnTo>
                    <a:pt x="549358" y="1973910"/>
                  </a:lnTo>
                  <a:lnTo>
                    <a:pt x="551069" y="1945198"/>
                  </a:lnTo>
                  <a:lnTo>
                    <a:pt x="552781" y="1887960"/>
                  </a:lnTo>
                  <a:lnTo>
                    <a:pt x="554492" y="1886205"/>
                  </a:lnTo>
                  <a:lnTo>
                    <a:pt x="556203" y="1905207"/>
                  </a:lnTo>
                  <a:lnTo>
                    <a:pt x="557915" y="1954311"/>
                  </a:lnTo>
                  <a:lnTo>
                    <a:pt x="559626" y="2001213"/>
                  </a:lnTo>
                  <a:lnTo>
                    <a:pt x="561338" y="2031930"/>
                  </a:lnTo>
                  <a:lnTo>
                    <a:pt x="563049" y="2132268"/>
                  </a:lnTo>
                  <a:lnTo>
                    <a:pt x="564760" y="2177866"/>
                  </a:lnTo>
                  <a:lnTo>
                    <a:pt x="566472" y="2192432"/>
                  </a:lnTo>
                  <a:lnTo>
                    <a:pt x="568183" y="2196115"/>
                  </a:lnTo>
                  <a:lnTo>
                    <a:pt x="569895" y="2167202"/>
                  </a:lnTo>
                  <a:lnTo>
                    <a:pt x="571606" y="2147567"/>
                  </a:lnTo>
                  <a:lnTo>
                    <a:pt x="573317" y="2218494"/>
                  </a:lnTo>
                  <a:lnTo>
                    <a:pt x="575029" y="2196927"/>
                  </a:lnTo>
                  <a:lnTo>
                    <a:pt x="576740" y="2196231"/>
                  </a:lnTo>
                  <a:lnTo>
                    <a:pt x="578452" y="2200680"/>
                  </a:lnTo>
                  <a:lnTo>
                    <a:pt x="580163" y="2208759"/>
                  </a:lnTo>
                  <a:lnTo>
                    <a:pt x="581874" y="2244207"/>
                  </a:lnTo>
                  <a:lnTo>
                    <a:pt x="583586" y="2224355"/>
                  </a:lnTo>
                  <a:lnTo>
                    <a:pt x="585297" y="2223554"/>
                  </a:lnTo>
                  <a:lnTo>
                    <a:pt x="587009" y="2258196"/>
                  </a:lnTo>
                  <a:lnTo>
                    <a:pt x="588720" y="2292407"/>
                  </a:lnTo>
                  <a:lnTo>
                    <a:pt x="590431" y="2318333"/>
                  </a:lnTo>
                  <a:lnTo>
                    <a:pt x="592143" y="2284107"/>
                  </a:lnTo>
                  <a:lnTo>
                    <a:pt x="593854" y="2292558"/>
                  </a:lnTo>
                  <a:lnTo>
                    <a:pt x="595566" y="2335182"/>
                  </a:lnTo>
                  <a:lnTo>
                    <a:pt x="597277" y="2335270"/>
                  </a:lnTo>
                  <a:lnTo>
                    <a:pt x="598988" y="2323432"/>
                  </a:lnTo>
                  <a:lnTo>
                    <a:pt x="600700" y="2288516"/>
                  </a:lnTo>
                  <a:lnTo>
                    <a:pt x="602411" y="2302987"/>
                  </a:lnTo>
                  <a:lnTo>
                    <a:pt x="604123" y="2281962"/>
                  </a:lnTo>
                  <a:lnTo>
                    <a:pt x="605834" y="2293086"/>
                  </a:lnTo>
                  <a:lnTo>
                    <a:pt x="607545" y="2248062"/>
                  </a:lnTo>
                  <a:lnTo>
                    <a:pt x="609257" y="2230663"/>
                  </a:lnTo>
                  <a:lnTo>
                    <a:pt x="610968" y="2254013"/>
                  </a:lnTo>
                  <a:lnTo>
                    <a:pt x="612680" y="2183553"/>
                  </a:lnTo>
                  <a:lnTo>
                    <a:pt x="614391" y="2192667"/>
                  </a:lnTo>
                  <a:lnTo>
                    <a:pt x="616102" y="2184244"/>
                  </a:lnTo>
                  <a:lnTo>
                    <a:pt x="617814" y="2178544"/>
                  </a:lnTo>
                  <a:lnTo>
                    <a:pt x="619525" y="2150382"/>
                  </a:lnTo>
                  <a:lnTo>
                    <a:pt x="621237" y="2180954"/>
                  </a:lnTo>
                  <a:lnTo>
                    <a:pt x="622948" y="2270951"/>
                  </a:lnTo>
                  <a:lnTo>
                    <a:pt x="624659" y="2289988"/>
                  </a:lnTo>
                  <a:lnTo>
                    <a:pt x="626371" y="2284123"/>
                  </a:lnTo>
                  <a:lnTo>
                    <a:pt x="628082" y="2298063"/>
                  </a:lnTo>
                  <a:lnTo>
                    <a:pt x="629794" y="2281027"/>
                  </a:lnTo>
                  <a:lnTo>
                    <a:pt x="631505" y="2253161"/>
                  </a:lnTo>
                  <a:lnTo>
                    <a:pt x="633216" y="2203835"/>
                  </a:lnTo>
                  <a:lnTo>
                    <a:pt x="634928" y="2178712"/>
                  </a:lnTo>
                  <a:lnTo>
                    <a:pt x="636639" y="2223655"/>
                  </a:lnTo>
                  <a:lnTo>
                    <a:pt x="638350" y="2241515"/>
                  </a:lnTo>
                  <a:lnTo>
                    <a:pt x="640062" y="2206268"/>
                  </a:lnTo>
                  <a:lnTo>
                    <a:pt x="641773" y="2200334"/>
                  </a:lnTo>
                  <a:lnTo>
                    <a:pt x="643485" y="2193024"/>
                  </a:lnTo>
                  <a:lnTo>
                    <a:pt x="645196" y="2161386"/>
                  </a:lnTo>
                  <a:lnTo>
                    <a:pt x="646907" y="2136869"/>
                  </a:lnTo>
                  <a:lnTo>
                    <a:pt x="648619" y="2057572"/>
                  </a:lnTo>
                  <a:lnTo>
                    <a:pt x="650330" y="2040613"/>
                  </a:lnTo>
                  <a:lnTo>
                    <a:pt x="652042" y="2028544"/>
                  </a:lnTo>
                  <a:lnTo>
                    <a:pt x="653753" y="2058263"/>
                  </a:lnTo>
                  <a:lnTo>
                    <a:pt x="655464" y="2071504"/>
                  </a:lnTo>
                  <a:lnTo>
                    <a:pt x="657176" y="2170419"/>
                  </a:lnTo>
                  <a:lnTo>
                    <a:pt x="658887" y="2183700"/>
                  </a:lnTo>
                  <a:lnTo>
                    <a:pt x="660599" y="2194282"/>
                  </a:lnTo>
                  <a:lnTo>
                    <a:pt x="662310" y="2227141"/>
                  </a:lnTo>
                  <a:lnTo>
                    <a:pt x="664021" y="2212869"/>
                  </a:lnTo>
                  <a:lnTo>
                    <a:pt x="665733" y="2116425"/>
                  </a:lnTo>
                  <a:lnTo>
                    <a:pt x="667444" y="2056887"/>
                  </a:lnTo>
                  <a:lnTo>
                    <a:pt x="669156" y="2106772"/>
                  </a:lnTo>
                  <a:lnTo>
                    <a:pt x="670867" y="2148803"/>
                  </a:lnTo>
                  <a:lnTo>
                    <a:pt x="672578" y="2179083"/>
                  </a:lnTo>
                  <a:lnTo>
                    <a:pt x="674290" y="2130055"/>
                  </a:lnTo>
                  <a:lnTo>
                    <a:pt x="676001" y="2058946"/>
                  </a:lnTo>
                  <a:lnTo>
                    <a:pt x="677713" y="2066817"/>
                  </a:lnTo>
                  <a:lnTo>
                    <a:pt x="679424" y="2105913"/>
                  </a:lnTo>
                  <a:lnTo>
                    <a:pt x="681135" y="2121128"/>
                  </a:lnTo>
                  <a:lnTo>
                    <a:pt x="682847" y="2141770"/>
                  </a:lnTo>
                  <a:lnTo>
                    <a:pt x="684558" y="2161582"/>
                  </a:lnTo>
                  <a:lnTo>
                    <a:pt x="686270" y="2155887"/>
                  </a:lnTo>
                  <a:lnTo>
                    <a:pt x="687981" y="2224663"/>
                  </a:lnTo>
                  <a:lnTo>
                    <a:pt x="689692" y="2250228"/>
                  </a:lnTo>
                  <a:lnTo>
                    <a:pt x="691404" y="2280386"/>
                  </a:lnTo>
                  <a:lnTo>
                    <a:pt x="693115" y="2286885"/>
                  </a:lnTo>
                  <a:lnTo>
                    <a:pt x="694827" y="2284623"/>
                  </a:lnTo>
                  <a:lnTo>
                    <a:pt x="696538" y="2300710"/>
                  </a:lnTo>
                  <a:lnTo>
                    <a:pt x="698249" y="2280376"/>
                  </a:lnTo>
                  <a:lnTo>
                    <a:pt x="699961" y="2305993"/>
                  </a:lnTo>
                  <a:lnTo>
                    <a:pt x="701672" y="2297738"/>
                  </a:lnTo>
                  <a:lnTo>
                    <a:pt x="703384" y="2247600"/>
                  </a:lnTo>
                  <a:lnTo>
                    <a:pt x="705095" y="2277713"/>
                  </a:lnTo>
                  <a:lnTo>
                    <a:pt x="706806" y="2268462"/>
                  </a:lnTo>
                  <a:lnTo>
                    <a:pt x="708518" y="2290081"/>
                  </a:lnTo>
                  <a:lnTo>
                    <a:pt x="710229" y="2263075"/>
                  </a:lnTo>
                  <a:lnTo>
                    <a:pt x="711941" y="2297560"/>
                  </a:lnTo>
                  <a:lnTo>
                    <a:pt x="713652" y="2327589"/>
                  </a:lnTo>
                  <a:lnTo>
                    <a:pt x="715363" y="2309909"/>
                  </a:lnTo>
                  <a:lnTo>
                    <a:pt x="717075" y="2263883"/>
                  </a:lnTo>
                  <a:lnTo>
                    <a:pt x="718786" y="2217658"/>
                  </a:lnTo>
                  <a:lnTo>
                    <a:pt x="720498" y="2143186"/>
                  </a:lnTo>
                  <a:lnTo>
                    <a:pt x="722209" y="2161915"/>
                  </a:lnTo>
                  <a:lnTo>
                    <a:pt x="723920" y="2254165"/>
                  </a:lnTo>
                  <a:lnTo>
                    <a:pt x="725632" y="2259878"/>
                  </a:lnTo>
                  <a:lnTo>
                    <a:pt x="727343" y="2280372"/>
                  </a:lnTo>
                  <a:lnTo>
                    <a:pt x="729055" y="2294319"/>
                  </a:lnTo>
                  <a:lnTo>
                    <a:pt x="730766" y="2253092"/>
                  </a:lnTo>
                  <a:lnTo>
                    <a:pt x="732477" y="2238567"/>
                  </a:lnTo>
                  <a:lnTo>
                    <a:pt x="734189" y="2188364"/>
                  </a:lnTo>
                  <a:lnTo>
                    <a:pt x="735900" y="2210895"/>
                  </a:lnTo>
                  <a:lnTo>
                    <a:pt x="737612" y="2259294"/>
                  </a:lnTo>
                  <a:lnTo>
                    <a:pt x="739323" y="2234530"/>
                  </a:lnTo>
                  <a:lnTo>
                    <a:pt x="741034" y="2243836"/>
                  </a:lnTo>
                  <a:lnTo>
                    <a:pt x="742746" y="2223075"/>
                  </a:lnTo>
                  <a:lnTo>
                    <a:pt x="744457" y="2163036"/>
                  </a:lnTo>
                  <a:lnTo>
                    <a:pt x="746168" y="2210121"/>
                  </a:lnTo>
                  <a:lnTo>
                    <a:pt x="747880" y="2209375"/>
                  </a:lnTo>
                  <a:lnTo>
                    <a:pt x="749591" y="2214039"/>
                  </a:lnTo>
                  <a:lnTo>
                    <a:pt x="751303" y="2211604"/>
                  </a:lnTo>
                  <a:lnTo>
                    <a:pt x="753014" y="2241607"/>
                  </a:lnTo>
                  <a:lnTo>
                    <a:pt x="754725" y="2271919"/>
                  </a:lnTo>
                  <a:lnTo>
                    <a:pt x="756437" y="2279903"/>
                  </a:lnTo>
                  <a:lnTo>
                    <a:pt x="758148" y="2269965"/>
                  </a:lnTo>
                  <a:lnTo>
                    <a:pt x="759860" y="2282171"/>
                  </a:lnTo>
                  <a:lnTo>
                    <a:pt x="761571" y="2271241"/>
                  </a:lnTo>
                  <a:lnTo>
                    <a:pt x="763282" y="2238242"/>
                  </a:lnTo>
                  <a:lnTo>
                    <a:pt x="764994" y="2224461"/>
                  </a:lnTo>
                  <a:lnTo>
                    <a:pt x="766705" y="2241842"/>
                  </a:lnTo>
                  <a:lnTo>
                    <a:pt x="768417" y="2262465"/>
                  </a:lnTo>
                  <a:lnTo>
                    <a:pt x="770128" y="2264600"/>
                  </a:lnTo>
                  <a:lnTo>
                    <a:pt x="771839" y="2256754"/>
                  </a:lnTo>
                  <a:lnTo>
                    <a:pt x="773551" y="2283574"/>
                  </a:lnTo>
                  <a:lnTo>
                    <a:pt x="775262" y="2270614"/>
                  </a:lnTo>
                  <a:lnTo>
                    <a:pt x="776974" y="2227542"/>
                  </a:lnTo>
                  <a:lnTo>
                    <a:pt x="778685" y="2225640"/>
                  </a:lnTo>
                  <a:lnTo>
                    <a:pt x="780396" y="2231016"/>
                  </a:lnTo>
                  <a:lnTo>
                    <a:pt x="782108" y="2238653"/>
                  </a:lnTo>
                  <a:lnTo>
                    <a:pt x="783819" y="2195917"/>
                  </a:lnTo>
                  <a:lnTo>
                    <a:pt x="785531" y="2068146"/>
                  </a:lnTo>
                  <a:lnTo>
                    <a:pt x="787242" y="2097556"/>
                  </a:lnTo>
                  <a:lnTo>
                    <a:pt x="788953" y="2076536"/>
                  </a:lnTo>
                  <a:lnTo>
                    <a:pt x="790665" y="2115376"/>
                  </a:lnTo>
                  <a:lnTo>
                    <a:pt x="792376" y="2065678"/>
                  </a:lnTo>
                  <a:lnTo>
                    <a:pt x="794088" y="1997376"/>
                  </a:lnTo>
                  <a:lnTo>
                    <a:pt x="795799" y="2035900"/>
                  </a:lnTo>
                  <a:lnTo>
                    <a:pt x="797510" y="2085707"/>
                  </a:lnTo>
                  <a:lnTo>
                    <a:pt x="799222" y="2066069"/>
                  </a:lnTo>
                  <a:lnTo>
                    <a:pt x="800933" y="2001014"/>
                  </a:lnTo>
                  <a:lnTo>
                    <a:pt x="802645" y="1990162"/>
                  </a:lnTo>
                  <a:lnTo>
                    <a:pt x="804356" y="2045292"/>
                  </a:lnTo>
                  <a:lnTo>
                    <a:pt x="806067" y="2058152"/>
                  </a:lnTo>
                  <a:lnTo>
                    <a:pt x="807779" y="2149295"/>
                  </a:lnTo>
                  <a:lnTo>
                    <a:pt x="809490" y="2172965"/>
                  </a:lnTo>
                  <a:lnTo>
                    <a:pt x="811202" y="2097992"/>
                  </a:lnTo>
                  <a:lnTo>
                    <a:pt x="812913" y="2070952"/>
                  </a:lnTo>
                  <a:lnTo>
                    <a:pt x="814624" y="2126789"/>
                  </a:lnTo>
                  <a:lnTo>
                    <a:pt x="816336" y="2149730"/>
                  </a:lnTo>
                  <a:lnTo>
                    <a:pt x="818047" y="2088752"/>
                  </a:lnTo>
                  <a:lnTo>
                    <a:pt x="819759" y="2102932"/>
                  </a:lnTo>
                  <a:lnTo>
                    <a:pt x="821470" y="2153315"/>
                  </a:lnTo>
                  <a:lnTo>
                    <a:pt x="823181" y="2229718"/>
                  </a:lnTo>
                  <a:lnTo>
                    <a:pt x="824893" y="2214773"/>
                  </a:lnTo>
                  <a:lnTo>
                    <a:pt x="826604" y="2213442"/>
                  </a:lnTo>
                  <a:lnTo>
                    <a:pt x="828316" y="2178041"/>
                  </a:lnTo>
                  <a:lnTo>
                    <a:pt x="830027" y="2199609"/>
                  </a:lnTo>
                  <a:lnTo>
                    <a:pt x="831738" y="2144590"/>
                  </a:lnTo>
                  <a:lnTo>
                    <a:pt x="833450" y="2183946"/>
                  </a:lnTo>
                  <a:lnTo>
                    <a:pt x="835161" y="2160804"/>
                  </a:lnTo>
                  <a:lnTo>
                    <a:pt x="836873" y="2147023"/>
                  </a:lnTo>
                  <a:lnTo>
                    <a:pt x="838584" y="2166465"/>
                  </a:lnTo>
                  <a:lnTo>
                    <a:pt x="840295" y="2139050"/>
                  </a:lnTo>
                  <a:lnTo>
                    <a:pt x="842007" y="2054494"/>
                  </a:lnTo>
                  <a:lnTo>
                    <a:pt x="843718" y="2033016"/>
                  </a:lnTo>
                  <a:lnTo>
                    <a:pt x="845429" y="2064989"/>
                  </a:lnTo>
                  <a:lnTo>
                    <a:pt x="847141" y="2050711"/>
                  </a:lnTo>
                  <a:lnTo>
                    <a:pt x="848852" y="2121668"/>
                  </a:lnTo>
                  <a:lnTo>
                    <a:pt x="850564" y="2072419"/>
                  </a:lnTo>
                  <a:lnTo>
                    <a:pt x="852275" y="1998244"/>
                  </a:lnTo>
                  <a:lnTo>
                    <a:pt x="853986" y="2012226"/>
                  </a:lnTo>
                  <a:lnTo>
                    <a:pt x="855698" y="1970409"/>
                  </a:lnTo>
                  <a:lnTo>
                    <a:pt x="857409" y="2001163"/>
                  </a:lnTo>
                  <a:lnTo>
                    <a:pt x="859121" y="1977430"/>
                  </a:lnTo>
                  <a:lnTo>
                    <a:pt x="860832" y="2095246"/>
                  </a:lnTo>
                  <a:lnTo>
                    <a:pt x="862543" y="2035344"/>
                  </a:lnTo>
                  <a:lnTo>
                    <a:pt x="864255" y="1985000"/>
                  </a:lnTo>
                  <a:lnTo>
                    <a:pt x="865966" y="2030568"/>
                  </a:lnTo>
                  <a:lnTo>
                    <a:pt x="867678" y="2072537"/>
                  </a:lnTo>
                  <a:lnTo>
                    <a:pt x="869389" y="2101893"/>
                  </a:lnTo>
                  <a:lnTo>
                    <a:pt x="871100" y="2065293"/>
                  </a:lnTo>
                  <a:lnTo>
                    <a:pt x="872812" y="2075846"/>
                  </a:lnTo>
                  <a:lnTo>
                    <a:pt x="874523" y="2084216"/>
                  </a:lnTo>
                  <a:lnTo>
                    <a:pt x="876235" y="2029264"/>
                  </a:lnTo>
                  <a:lnTo>
                    <a:pt x="877946" y="2024159"/>
                  </a:lnTo>
                  <a:lnTo>
                    <a:pt x="879657" y="2064808"/>
                  </a:lnTo>
                  <a:lnTo>
                    <a:pt x="881369" y="2099465"/>
                  </a:lnTo>
                  <a:lnTo>
                    <a:pt x="883080" y="2108218"/>
                  </a:lnTo>
                  <a:lnTo>
                    <a:pt x="884792" y="2110360"/>
                  </a:lnTo>
                  <a:lnTo>
                    <a:pt x="886503" y="2192196"/>
                  </a:lnTo>
                  <a:lnTo>
                    <a:pt x="888214" y="2218879"/>
                  </a:lnTo>
                  <a:lnTo>
                    <a:pt x="889926" y="2212232"/>
                  </a:lnTo>
                  <a:lnTo>
                    <a:pt x="891637" y="2228982"/>
                  </a:lnTo>
                  <a:lnTo>
                    <a:pt x="893349" y="2262095"/>
                  </a:lnTo>
                  <a:lnTo>
                    <a:pt x="895060" y="2313153"/>
                  </a:lnTo>
                  <a:lnTo>
                    <a:pt x="896771" y="2290762"/>
                  </a:lnTo>
                  <a:lnTo>
                    <a:pt x="898483" y="2271224"/>
                  </a:lnTo>
                  <a:lnTo>
                    <a:pt x="900194" y="2256814"/>
                  </a:lnTo>
                  <a:lnTo>
                    <a:pt x="901906" y="2247614"/>
                  </a:lnTo>
                  <a:lnTo>
                    <a:pt x="903617" y="2246838"/>
                  </a:lnTo>
                  <a:lnTo>
                    <a:pt x="905328" y="2198684"/>
                  </a:lnTo>
                  <a:lnTo>
                    <a:pt x="907040" y="2137099"/>
                  </a:lnTo>
                  <a:lnTo>
                    <a:pt x="908751" y="2104284"/>
                  </a:lnTo>
                  <a:lnTo>
                    <a:pt x="910463" y="2060125"/>
                  </a:lnTo>
                  <a:lnTo>
                    <a:pt x="912174" y="2012632"/>
                  </a:lnTo>
                  <a:lnTo>
                    <a:pt x="913885" y="2020270"/>
                  </a:lnTo>
                  <a:lnTo>
                    <a:pt x="915597" y="1988725"/>
                  </a:lnTo>
                  <a:lnTo>
                    <a:pt x="917308" y="1996876"/>
                  </a:lnTo>
                  <a:lnTo>
                    <a:pt x="919020" y="1977410"/>
                  </a:lnTo>
                  <a:lnTo>
                    <a:pt x="920731" y="2013375"/>
                  </a:lnTo>
                  <a:lnTo>
                    <a:pt x="922442" y="2101256"/>
                  </a:lnTo>
                  <a:lnTo>
                    <a:pt x="924154" y="2091866"/>
                  </a:lnTo>
                  <a:lnTo>
                    <a:pt x="925865" y="2064459"/>
                  </a:lnTo>
                  <a:lnTo>
                    <a:pt x="927577" y="2101503"/>
                  </a:lnTo>
                  <a:lnTo>
                    <a:pt x="929288" y="2142823"/>
                  </a:lnTo>
                  <a:lnTo>
                    <a:pt x="930999" y="2183322"/>
                  </a:lnTo>
                  <a:lnTo>
                    <a:pt x="932711" y="2185511"/>
                  </a:lnTo>
                  <a:lnTo>
                    <a:pt x="934422" y="2155950"/>
                  </a:lnTo>
                  <a:lnTo>
                    <a:pt x="936134" y="2085256"/>
                  </a:lnTo>
                  <a:lnTo>
                    <a:pt x="937845" y="2056134"/>
                  </a:lnTo>
                  <a:lnTo>
                    <a:pt x="939556" y="2023597"/>
                  </a:lnTo>
                  <a:lnTo>
                    <a:pt x="941268" y="2016668"/>
                  </a:lnTo>
                  <a:lnTo>
                    <a:pt x="942979" y="2010361"/>
                  </a:lnTo>
                  <a:lnTo>
                    <a:pt x="944691" y="2090870"/>
                  </a:lnTo>
                  <a:lnTo>
                    <a:pt x="946402" y="2036213"/>
                  </a:lnTo>
                  <a:lnTo>
                    <a:pt x="948113" y="2061938"/>
                  </a:lnTo>
                  <a:lnTo>
                    <a:pt x="949825" y="2101875"/>
                  </a:lnTo>
                  <a:lnTo>
                    <a:pt x="951536" y="2177801"/>
                  </a:lnTo>
                  <a:lnTo>
                    <a:pt x="953247" y="2214783"/>
                  </a:lnTo>
                  <a:lnTo>
                    <a:pt x="954959" y="2205637"/>
                  </a:lnTo>
                  <a:lnTo>
                    <a:pt x="956670" y="2197258"/>
                  </a:lnTo>
                  <a:lnTo>
                    <a:pt x="958382" y="2195411"/>
                  </a:lnTo>
                  <a:lnTo>
                    <a:pt x="960093" y="2250698"/>
                  </a:lnTo>
                  <a:lnTo>
                    <a:pt x="961804" y="2257857"/>
                  </a:lnTo>
                  <a:lnTo>
                    <a:pt x="963516" y="2258274"/>
                  </a:lnTo>
                  <a:lnTo>
                    <a:pt x="965227" y="2255431"/>
                  </a:lnTo>
                  <a:lnTo>
                    <a:pt x="966939" y="2225939"/>
                  </a:lnTo>
                  <a:lnTo>
                    <a:pt x="968650" y="2182804"/>
                  </a:lnTo>
                  <a:lnTo>
                    <a:pt x="970361" y="2139645"/>
                  </a:lnTo>
                  <a:lnTo>
                    <a:pt x="972073" y="2133573"/>
                  </a:lnTo>
                  <a:lnTo>
                    <a:pt x="973784" y="2215536"/>
                  </a:lnTo>
                  <a:lnTo>
                    <a:pt x="975496" y="2218579"/>
                  </a:lnTo>
                  <a:lnTo>
                    <a:pt x="977207" y="2251341"/>
                  </a:lnTo>
                  <a:lnTo>
                    <a:pt x="978918" y="2192377"/>
                  </a:lnTo>
                  <a:lnTo>
                    <a:pt x="980630" y="2258218"/>
                  </a:lnTo>
                  <a:lnTo>
                    <a:pt x="982341" y="2267917"/>
                  </a:lnTo>
                  <a:lnTo>
                    <a:pt x="984053" y="2268645"/>
                  </a:lnTo>
                  <a:lnTo>
                    <a:pt x="985764" y="2265424"/>
                  </a:lnTo>
                  <a:lnTo>
                    <a:pt x="987475" y="2281442"/>
                  </a:lnTo>
                  <a:lnTo>
                    <a:pt x="989187" y="2309000"/>
                  </a:lnTo>
                  <a:lnTo>
                    <a:pt x="990898" y="2278283"/>
                  </a:lnTo>
                  <a:lnTo>
                    <a:pt x="992610" y="2248597"/>
                  </a:lnTo>
                  <a:lnTo>
                    <a:pt x="994321" y="2200334"/>
                  </a:lnTo>
                  <a:lnTo>
                    <a:pt x="996032" y="2198118"/>
                  </a:lnTo>
                  <a:lnTo>
                    <a:pt x="997744" y="2181456"/>
                  </a:lnTo>
                  <a:lnTo>
                    <a:pt x="999455" y="2171920"/>
                  </a:lnTo>
                  <a:lnTo>
                    <a:pt x="1001167" y="2127842"/>
                  </a:lnTo>
                  <a:lnTo>
                    <a:pt x="1002878" y="2114531"/>
                  </a:lnTo>
                  <a:lnTo>
                    <a:pt x="1004589" y="2089339"/>
                  </a:lnTo>
                  <a:lnTo>
                    <a:pt x="1006301" y="2169663"/>
                  </a:lnTo>
                  <a:lnTo>
                    <a:pt x="1008012" y="2162674"/>
                  </a:lnTo>
                  <a:lnTo>
                    <a:pt x="1009724" y="2167712"/>
                  </a:lnTo>
                  <a:lnTo>
                    <a:pt x="1011435" y="2137272"/>
                  </a:lnTo>
                  <a:lnTo>
                    <a:pt x="1013146" y="2066752"/>
                  </a:lnTo>
                  <a:lnTo>
                    <a:pt x="1014858" y="2069205"/>
                  </a:lnTo>
                  <a:lnTo>
                    <a:pt x="1016569" y="2097545"/>
                  </a:lnTo>
                  <a:lnTo>
                    <a:pt x="1018281" y="2079466"/>
                  </a:lnTo>
                  <a:lnTo>
                    <a:pt x="1019992" y="2087566"/>
                  </a:lnTo>
                  <a:lnTo>
                    <a:pt x="1021703" y="2104549"/>
                  </a:lnTo>
                  <a:lnTo>
                    <a:pt x="1023415" y="2229202"/>
                  </a:lnTo>
                  <a:lnTo>
                    <a:pt x="1025126" y="2223784"/>
                  </a:lnTo>
                  <a:lnTo>
                    <a:pt x="1026838" y="2213917"/>
                  </a:lnTo>
                  <a:lnTo>
                    <a:pt x="1028549" y="2205566"/>
                  </a:lnTo>
                  <a:lnTo>
                    <a:pt x="1030260" y="2202857"/>
                  </a:lnTo>
                  <a:lnTo>
                    <a:pt x="1031972" y="2235006"/>
                  </a:lnTo>
                  <a:lnTo>
                    <a:pt x="1033683" y="2234723"/>
                  </a:lnTo>
                  <a:lnTo>
                    <a:pt x="1035395" y="2221164"/>
                  </a:lnTo>
                  <a:lnTo>
                    <a:pt x="1037106" y="2209350"/>
                  </a:lnTo>
                  <a:lnTo>
                    <a:pt x="1038817" y="2162923"/>
                  </a:lnTo>
                  <a:lnTo>
                    <a:pt x="1040529" y="2149387"/>
                  </a:lnTo>
                  <a:lnTo>
                    <a:pt x="1042240" y="2095477"/>
                  </a:lnTo>
                  <a:lnTo>
                    <a:pt x="1043952" y="2140963"/>
                  </a:lnTo>
                  <a:lnTo>
                    <a:pt x="1045663" y="2062669"/>
                  </a:lnTo>
                  <a:lnTo>
                    <a:pt x="1047374" y="2003239"/>
                  </a:lnTo>
                  <a:lnTo>
                    <a:pt x="1049086" y="2023565"/>
                  </a:lnTo>
                  <a:lnTo>
                    <a:pt x="1050797" y="2024833"/>
                  </a:lnTo>
                  <a:lnTo>
                    <a:pt x="1052509" y="2017252"/>
                  </a:lnTo>
                  <a:lnTo>
                    <a:pt x="1054220" y="2046467"/>
                  </a:lnTo>
                  <a:lnTo>
                    <a:pt x="1055931" y="2123004"/>
                  </a:lnTo>
                  <a:lnTo>
                    <a:pt x="1057643" y="2179347"/>
                  </a:lnTo>
                  <a:lnTo>
                    <a:pt x="1059354" y="2168106"/>
                  </a:lnTo>
                  <a:lnTo>
                    <a:pt x="1061065" y="2077364"/>
                  </a:lnTo>
                  <a:lnTo>
                    <a:pt x="1062777" y="2147988"/>
                  </a:lnTo>
                  <a:lnTo>
                    <a:pt x="1064488" y="2203307"/>
                  </a:lnTo>
                  <a:lnTo>
                    <a:pt x="1066200" y="2241203"/>
                  </a:lnTo>
                  <a:lnTo>
                    <a:pt x="1067911" y="2223512"/>
                  </a:lnTo>
                  <a:lnTo>
                    <a:pt x="1069622" y="2199268"/>
                  </a:lnTo>
                  <a:lnTo>
                    <a:pt x="1071334" y="2233811"/>
                  </a:lnTo>
                  <a:lnTo>
                    <a:pt x="1073045" y="2194812"/>
                  </a:lnTo>
                  <a:lnTo>
                    <a:pt x="1074757" y="2248391"/>
                  </a:lnTo>
                  <a:lnTo>
                    <a:pt x="1076468" y="2223512"/>
                  </a:lnTo>
                  <a:lnTo>
                    <a:pt x="1078179" y="2285830"/>
                  </a:lnTo>
                  <a:lnTo>
                    <a:pt x="1079891" y="2289117"/>
                  </a:lnTo>
                  <a:lnTo>
                    <a:pt x="1081602" y="2287381"/>
                  </a:lnTo>
                  <a:lnTo>
                    <a:pt x="1083314" y="2285398"/>
                  </a:lnTo>
                  <a:lnTo>
                    <a:pt x="1085025" y="2260055"/>
                  </a:lnTo>
                  <a:lnTo>
                    <a:pt x="1086736" y="2213970"/>
                  </a:lnTo>
                  <a:lnTo>
                    <a:pt x="1088448" y="2159721"/>
                  </a:lnTo>
                  <a:lnTo>
                    <a:pt x="1090159" y="2153233"/>
                  </a:lnTo>
                  <a:lnTo>
                    <a:pt x="1091871" y="2191052"/>
                  </a:lnTo>
                  <a:lnTo>
                    <a:pt x="1093582" y="2205711"/>
                  </a:lnTo>
                  <a:lnTo>
                    <a:pt x="1095293" y="2195974"/>
                  </a:lnTo>
                  <a:lnTo>
                    <a:pt x="1097005" y="2185017"/>
                  </a:lnTo>
                  <a:lnTo>
                    <a:pt x="1098716" y="2236696"/>
                  </a:lnTo>
                  <a:lnTo>
                    <a:pt x="1100428" y="2283211"/>
                  </a:lnTo>
                  <a:lnTo>
                    <a:pt x="1102139" y="2282441"/>
                  </a:lnTo>
                  <a:lnTo>
                    <a:pt x="1103850" y="2297194"/>
                  </a:lnTo>
                  <a:lnTo>
                    <a:pt x="1105562" y="2310039"/>
                  </a:lnTo>
                  <a:lnTo>
                    <a:pt x="1107273" y="2311985"/>
                  </a:lnTo>
                  <a:lnTo>
                    <a:pt x="1108985" y="2307998"/>
                  </a:lnTo>
                  <a:lnTo>
                    <a:pt x="1110696" y="2274468"/>
                  </a:lnTo>
                  <a:lnTo>
                    <a:pt x="1112407" y="2266717"/>
                  </a:lnTo>
                  <a:lnTo>
                    <a:pt x="1114119" y="2257755"/>
                  </a:lnTo>
                  <a:lnTo>
                    <a:pt x="1115830" y="2254998"/>
                  </a:lnTo>
                  <a:lnTo>
                    <a:pt x="1117542" y="2256802"/>
                  </a:lnTo>
                  <a:lnTo>
                    <a:pt x="1119253" y="2269657"/>
                  </a:lnTo>
                  <a:lnTo>
                    <a:pt x="1120964" y="2277332"/>
                  </a:lnTo>
                  <a:lnTo>
                    <a:pt x="1122676" y="2280113"/>
                  </a:lnTo>
                  <a:lnTo>
                    <a:pt x="1124387" y="2264671"/>
                  </a:lnTo>
                  <a:lnTo>
                    <a:pt x="1126099" y="2247535"/>
                  </a:lnTo>
                  <a:lnTo>
                    <a:pt x="1127810" y="2248250"/>
                  </a:lnTo>
                  <a:lnTo>
                    <a:pt x="1129521" y="2268238"/>
                  </a:lnTo>
                  <a:lnTo>
                    <a:pt x="1131233" y="2295155"/>
                  </a:lnTo>
                  <a:lnTo>
                    <a:pt x="1132944" y="2283694"/>
                  </a:lnTo>
                  <a:lnTo>
                    <a:pt x="1134656" y="2279150"/>
                  </a:lnTo>
                  <a:lnTo>
                    <a:pt x="1136367" y="2291452"/>
                  </a:lnTo>
                  <a:lnTo>
                    <a:pt x="1138078" y="2229686"/>
                  </a:lnTo>
                  <a:lnTo>
                    <a:pt x="1139790" y="2201791"/>
                  </a:lnTo>
                  <a:lnTo>
                    <a:pt x="1141501" y="2115685"/>
                  </a:lnTo>
                  <a:lnTo>
                    <a:pt x="1143213" y="2178834"/>
                  </a:lnTo>
                  <a:lnTo>
                    <a:pt x="1144924" y="2195383"/>
                  </a:lnTo>
                  <a:lnTo>
                    <a:pt x="1146635" y="2184355"/>
                  </a:lnTo>
                  <a:lnTo>
                    <a:pt x="1148347" y="2089710"/>
                  </a:lnTo>
                  <a:lnTo>
                    <a:pt x="1150058" y="2095477"/>
                  </a:lnTo>
                  <a:lnTo>
                    <a:pt x="1151770" y="2136396"/>
                  </a:lnTo>
                  <a:lnTo>
                    <a:pt x="1153481" y="2192144"/>
                  </a:lnTo>
                  <a:lnTo>
                    <a:pt x="1155192" y="2178328"/>
                  </a:lnTo>
                  <a:lnTo>
                    <a:pt x="1156904" y="2181968"/>
                  </a:lnTo>
                  <a:lnTo>
                    <a:pt x="1158615" y="2188735"/>
                  </a:lnTo>
                  <a:lnTo>
                    <a:pt x="1160326" y="2185014"/>
                  </a:lnTo>
                  <a:lnTo>
                    <a:pt x="1162038" y="2167183"/>
                  </a:lnTo>
                  <a:lnTo>
                    <a:pt x="1163749" y="2121008"/>
                  </a:lnTo>
                  <a:lnTo>
                    <a:pt x="1165461" y="2091251"/>
                  </a:lnTo>
                  <a:lnTo>
                    <a:pt x="1167172" y="2082550"/>
                  </a:lnTo>
                  <a:lnTo>
                    <a:pt x="1168883" y="2099256"/>
                  </a:lnTo>
                  <a:lnTo>
                    <a:pt x="1170595" y="2135706"/>
                  </a:lnTo>
                  <a:lnTo>
                    <a:pt x="1172306" y="2159449"/>
                  </a:lnTo>
                  <a:lnTo>
                    <a:pt x="1174018" y="2159792"/>
                  </a:lnTo>
                  <a:lnTo>
                    <a:pt x="1175729" y="2174889"/>
                  </a:lnTo>
                  <a:lnTo>
                    <a:pt x="1177440" y="2130316"/>
                  </a:lnTo>
                  <a:lnTo>
                    <a:pt x="1179152" y="2091557"/>
                  </a:lnTo>
                  <a:lnTo>
                    <a:pt x="1180863" y="2088608"/>
                  </a:lnTo>
                  <a:lnTo>
                    <a:pt x="1182575" y="2129669"/>
                  </a:lnTo>
                  <a:lnTo>
                    <a:pt x="1184286" y="2162710"/>
                  </a:lnTo>
                  <a:lnTo>
                    <a:pt x="1185997" y="2077978"/>
                  </a:lnTo>
                  <a:lnTo>
                    <a:pt x="1187709" y="2023406"/>
                  </a:lnTo>
                  <a:lnTo>
                    <a:pt x="1189420" y="2039327"/>
                  </a:lnTo>
                  <a:lnTo>
                    <a:pt x="1191132" y="2106532"/>
                  </a:lnTo>
                  <a:lnTo>
                    <a:pt x="1192843" y="2109431"/>
                  </a:lnTo>
                  <a:lnTo>
                    <a:pt x="1194554" y="2094905"/>
                  </a:lnTo>
                  <a:lnTo>
                    <a:pt x="1196266" y="2076846"/>
                  </a:lnTo>
                  <a:lnTo>
                    <a:pt x="1197977" y="2108508"/>
                  </a:lnTo>
                  <a:lnTo>
                    <a:pt x="1199689" y="2136125"/>
                  </a:lnTo>
                  <a:lnTo>
                    <a:pt x="1201400" y="2124817"/>
                  </a:lnTo>
                  <a:lnTo>
                    <a:pt x="1203111" y="2112640"/>
                  </a:lnTo>
                  <a:lnTo>
                    <a:pt x="1204823" y="2094624"/>
                  </a:lnTo>
                  <a:lnTo>
                    <a:pt x="1206534" y="2126487"/>
                  </a:lnTo>
                  <a:lnTo>
                    <a:pt x="1208246" y="2189831"/>
                  </a:lnTo>
                  <a:lnTo>
                    <a:pt x="1209957" y="2175880"/>
                  </a:lnTo>
                  <a:lnTo>
                    <a:pt x="1211668" y="2211637"/>
                  </a:lnTo>
                  <a:lnTo>
                    <a:pt x="1213380" y="2213663"/>
                  </a:lnTo>
                  <a:lnTo>
                    <a:pt x="1215091" y="2124385"/>
                  </a:lnTo>
                  <a:lnTo>
                    <a:pt x="1216803" y="2125467"/>
                  </a:lnTo>
                  <a:lnTo>
                    <a:pt x="1218514" y="2159733"/>
                  </a:lnTo>
                  <a:lnTo>
                    <a:pt x="1220225" y="2217427"/>
                  </a:lnTo>
                  <a:lnTo>
                    <a:pt x="1221937" y="2207262"/>
                  </a:lnTo>
                  <a:lnTo>
                    <a:pt x="1223648" y="2184961"/>
                  </a:lnTo>
                  <a:lnTo>
                    <a:pt x="1225360" y="2193353"/>
                  </a:lnTo>
                  <a:lnTo>
                    <a:pt x="1227071" y="2197969"/>
                  </a:lnTo>
                  <a:lnTo>
                    <a:pt x="1228782" y="2224471"/>
                  </a:lnTo>
                  <a:lnTo>
                    <a:pt x="1230494" y="2224961"/>
                  </a:lnTo>
                  <a:lnTo>
                    <a:pt x="1232205" y="2183368"/>
                  </a:lnTo>
                  <a:lnTo>
                    <a:pt x="1233917" y="2122573"/>
                  </a:lnTo>
                  <a:lnTo>
                    <a:pt x="1235628" y="2081366"/>
                  </a:lnTo>
                  <a:lnTo>
                    <a:pt x="1237339" y="2105078"/>
                  </a:lnTo>
                  <a:lnTo>
                    <a:pt x="1239051" y="2135760"/>
                  </a:lnTo>
                  <a:lnTo>
                    <a:pt x="1240762" y="2094885"/>
                  </a:lnTo>
                  <a:lnTo>
                    <a:pt x="1242474" y="2093925"/>
                  </a:lnTo>
                  <a:lnTo>
                    <a:pt x="1244185" y="2213618"/>
                  </a:lnTo>
                  <a:lnTo>
                    <a:pt x="1245896" y="2268496"/>
                  </a:lnTo>
                  <a:lnTo>
                    <a:pt x="1247608" y="2268622"/>
                  </a:lnTo>
                  <a:lnTo>
                    <a:pt x="1249319" y="2256471"/>
                  </a:lnTo>
                  <a:lnTo>
                    <a:pt x="1251031" y="2266569"/>
                  </a:lnTo>
                  <a:lnTo>
                    <a:pt x="1252742" y="2228720"/>
                  </a:lnTo>
                  <a:lnTo>
                    <a:pt x="1254453" y="2129360"/>
                  </a:lnTo>
                  <a:lnTo>
                    <a:pt x="1256165" y="2113086"/>
                  </a:lnTo>
                  <a:lnTo>
                    <a:pt x="1257876" y="2123267"/>
                  </a:lnTo>
                  <a:lnTo>
                    <a:pt x="1259588" y="2117974"/>
                  </a:lnTo>
                  <a:lnTo>
                    <a:pt x="1261299" y="2105159"/>
                  </a:lnTo>
                  <a:lnTo>
                    <a:pt x="1263010" y="2111828"/>
                  </a:lnTo>
                  <a:lnTo>
                    <a:pt x="1264722" y="2109134"/>
                  </a:lnTo>
                  <a:lnTo>
                    <a:pt x="1266433" y="2149004"/>
                  </a:lnTo>
                  <a:lnTo>
                    <a:pt x="1268144" y="2138866"/>
                  </a:lnTo>
                  <a:lnTo>
                    <a:pt x="1269856" y="2187321"/>
                  </a:lnTo>
                  <a:lnTo>
                    <a:pt x="1271567" y="2185137"/>
                  </a:lnTo>
                  <a:lnTo>
                    <a:pt x="1273279" y="2223881"/>
                  </a:lnTo>
                  <a:lnTo>
                    <a:pt x="1274990" y="2276132"/>
                  </a:lnTo>
                  <a:lnTo>
                    <a:pt x="1276701" y="2231438"/>
                  </a:lnTo>
                  <a:lnTo>
                    <a:pt x="1278413" y="2148302"/>
                  </a:lnTo>
                  <a:lnTo>
                    <a:pt x="1280124" y="2204257"/>
                  </a:lnTo>
                  <a:lnTo>
                    <a:pt x="1281836" y="2266354"/>
                  </a:lnTo>
                  <a:lnTo>
                    <a:pt x="1283547" y="2290041"/>
                  </a:lnTo>
                  <a:lnTo>
                    <a:pt x="1285258" y="2260480"/>
                  </a:lnTo>
                  <a:lnTo>
                    <a:pt x="1286970" y="2247565"/>
                  </a:lnTo>
                  <a:lnTo>
                    <a:pt x="1288681" y="2229070"/>
                  </a:lnTo>
                  <a:lnTo>
                    <a:pt x="1290393" y="2219200"/>
                  </a:lnTo>
                  <a:lnTo>
                    <a:pt x="1292104" y="2183857"/>
                  </a:lnTo>
                  <a:lnTo>
                    <a:pt x="1293815" y="2158427"/>
                  </a:lnTo>
                  <a:lnTo>
                    <a:pt x="1295527" y="2199164"/>
                  </a:lnTo>
                  <a:lnTo>
                    <a:pt x="1297238" y="2212675"/>
                  </a:lnTo>
                  <a:lnTo>
                    <a:pt x="1298950" y="2203164"/>
                  </a:lnTo>
                  <a:lnTo>
                    <a:pt x="1300661" y="2202628"/>
                  </a:lnTo>
                  <a:lnTo>
                    <a:pt x="1302372" y="2206624"/>
                  </a:lnTo>
                  <a:lnTo>
                    <a:pt x="1304084" y="2199038"/>
                  </a:lnTo>
                  <a:lnTo>
                    <a:pt x="1305795" y="2212583"/>
                  </a:lnTo>
                  <a:lnTo>
                    <a:pt x="1307507" y="2238626"/>
                  </a:lnTo>
                  <a:lnTo>
                    <a:pt x="1309218" y="2234623"/>
                  </a:lnTo>
                  <a:lnTo>
                    <a:pt x="1310929" y="2228754"/>
                  </a:lnTo>
                  <a:lnTo>
                    <a:pt x="1312641" y="2204601"/>
                  </a:lnTo>
                  <a:lnTo>
                    <a:pt x="1314352" y="2194748"/>
                  </a:lnTo>
                  <a:lnTo>
                    <a:pt x="1316064" y="2180160"/>
                  </a:lnTo>
                  <a:lnTo>
                    <a:pt x="1317775" y="2224181"/>
                  </a:lnTo>
                  <a:lnTo>
                    <a:pt x="1319486" y="2258178"/>
                  </a:lnTo>
                  <a:lnTo>
                    <a:pt x="1321198" y="2279029"/>
                  </a:lnTo>
                  <a:lnTo>
                    <a:pt x="1322909" y="2250488"/>
                  </a:lnTo>
                  <a:lnTo>
                    <a:pt x="1324621" y="2242930"/>
                  </a:lnTo>
                  <a:lnTo>
                    <a:pt x="1326332" y="2273580"/>
                  </a:lnTo>
                  <a:lnTo>
                    <a:pt x="1328043" y="2317557"/>
                  </a:lnTo>
                  <a:lnTo>
                    <a:pt x="1329755" y="2347977"/>
                  </a:lnTo>
                  <a:lnTo>
                    <a:pt x="1331466" y="2308379"/>
                  </a:lnTo>
                  <a:lnTo>
                    <a:pt x="1333178" y="2325643"/>
                  </a:lnTo>
                  <a:lnTo>
                    <a:pt x="1334889" y="2301986"/>
                  </a:lnTo>
                  <a:lnTo>
                    <a:pt x="1336600" y="2299705"/>
                  </a:lnTo>
                  <a:lnTo>
                    <a:pt x="1338312" y="2328581"/>
                  </a:lnTo>
                  <a:lnTo>
                    <a:pt x="1340023" y="2304425"/>
                  </a:lnTo>
                  <a:lnTo>
                    <a:pt x="1341735" y="2305526"/>
                  </a:lnTo>
                  <a:lnTo>
                    <a:pt x="1343446" y="2293852"/>
                  </a:lnTo>
                  <a:lnTo>
                    <a:pt x="1345157" y="2284360"/>
                  </a:lnTo>
                  <a:lnTo>
                    <a:pt x="1346869" y="2245326"/>
                  </a:lnTo>
                  <a:lnTo>
                    <a:pt x="1348580" y="2140255"/>
                  </a:lnTo>
                  <a:lnTo>
                    <a:pt x="1350292" y="2123052"/>
                  </a:lnTo>
                  <a:lnTo>
                    <a:pt x="1352003" y="2181144"/>
                  </a:lnTo>
                  <a:lnTo>
                    <a:pt x="1353714" y="2201645"/>
                  </a:lnTo>
                  <a:lnTo>
                    <a:pt x="1355426" y="2218339"/>
                  </a:lnTo>
                  <a:lnTo>
                    <a:pt x="1357137" y="2213003"/>
                  </a:lnTo>
                  <a:lnTo>
                    <a:pt x="1358849" y="2180844"/>
                  </a:lnTo>
                  <a:lnTo>
                    <a:pt x="1360560" y="2209742"/>
                  </a:lnTo>
                  <a:lnTo>
                    <a:pt x="1362271" y="2186484"/>
                  </a:lnTo>
                  <a:lnTo>
                    <a:pt x="1363983" y="2116042"/>
                  </a:lnTo>
                  <a:lnTo>
                    <a:pt x="1365694" y="2040359"/>
                  </a:lnTo>
                  <a:lnTo>
                    <a:pt x="1367406" y="2064212"/>
                  </a:lnTo>
                  <a:lnTo>
                    <a:pt x="1369117" y="2129496"/>
                  </a:lnTo>
                  <a:lnTo>
                    <a:pt x="1370828" y="2162297"/>
                  </a:lnTo>
                  <a:lnTo>
                    <a:pt x="1372540" y="2070353"/>
                  </a:lnTo>
                  <a:lnTo>
                    <a:pt x="1374251" y="2033592"/>
                  </a:lnTo>
                  <a:lnTo>
                    <a:pt x="1375962" y="2053434"/>
                  </a:lnTo>
                  <a:lnTo>
                    <a:pt x="1377674" y="2046968"/>
                  </a:lnTo>
                  <a:lnTo>
                    <a:pt x="1379385" y="2049495"/>
                  </a:lnTo>
                  <a:lnTo>
                    <a:pt x="1381097" y="2056514"/>
                  </a:lnTo>
                  <a:lnTo>
                    <a:pt x="1382808" y="2083890"/>
                  </a:lnTo>
                  <a:lnTo>
                    <a:pt x="1384519" y="2177518"/>
                  </a:lnTo>
                  <a:lnTo>
                    <a:pt x="1386231" y="2179470"/>
                  </a:lnTo>
                  <a:lnTo>
                    <a:pt x="1387942" y="2181136"/>
                  </a:lnTo>
                  <a:lnTo>
                    <a:pt x="1389654" y="2179015"/>
                  </a:lnTo>
                  <a:lnTo>
                    <a:pt x="1391365" y="2126869"/>
                  </a:lnTo>
                  <a:lnTo>
                    <a:pt x="1393076" y="2140632"/>
                  </a:lnTo>
                  <a:lnTo>
                    <a:pt x="1394788" y="2111604"/>
                  </a:lnTo>
                  <a:lnTo>
                    <a:pt x="1396499" y="2102285"/>
                  </a:lnTo>
                  <a:lnTo>
                    <a:pt x="1398211" y="2078252"/>
                  </a:lnTo>
                  <a:lnTo>
                    <a:pt x="1399922" y="2145533"/>
                  </a:lnTo>
                  <a:lnTo>
                    <a:pt x="1401633" y="2165991"/>
                  </a:lnTo>
                  <a:lnTo>
                    <a:pt x="1403345" y="2153559"/>
                  </a:lnTo>
                  <a:lnTo>
                    <a:pt x="1405056" y="2120582"/>
                  </a:lnTo>
                  <a:lnTo>
                    <a:pt x="1406768" y="2061527"/>
                  </a:lnTo>
                  <a:lnTo>
                    <a:pt x="1408479" y="2048890"/>
                  </a:lnTo>
                  <a:lnTo>
                    <a:pt x="1410190" y="2048560"/>
                  </a:lnTo>
                  <a:lnTo>
                    <a:pt x="1411902" y="2009387"/>
                  </a:lnTo>
                  <a:lnTo>
                    <a:pt x="1413613" y="2029052"/>
                  </a:lnTo>
                  <a:lnTo>
                    <a:pt x="1415325" y="2009963"/>
                  </a:lnTo>
                  <a:lnTo>
                    <a:pt x="1417036" y="2053751"/>
                  </a:lnTo>
                  <a:lnTo>
                    <a:pt x="1418747" y="2077478"/>
                  </a:lnTo>
                  <a:lnTo>
                    <a:pt x="1420459" y="2202036"/>
                  </a:lnTo>
                  <a:lnTo>
                    <a:pt x="1422170" y="2272191"/>
                  </a:lnTo>
                  <a:lnTo>
                    <a:pt x="1423882" y="2250669"/>
                  </a:lnTo>
                  <a:lnTo>
                    <a:pt x="1425593" y="2263380"/>
                  </a:lnTo>
                  <a:lnTo>
                    <a:pt x="1427304" y="2250076"/>
                  </a:lnTo>
                  <a:lnTo>
                    <a:pt x="1429016" y="2234390"/>
                  </a:lnTo>
                  <a:lnTo>
                    <a:pt x="1430727" y="2217937"/>
                  </a:lnTo>
                  <a:lnTo>
                    <a:pt x="1432439" y="2133456"/>
                  </a:lnTo>
                  <a:lnTo>
                    <a:pt x="1434150" y="2035863"/>
                  </a:lnTo>
                  <a:lnTo>
                    <a:pt x="1435861" y="1981996"/>
                  </a:lnTo>
                  <a:lnTo>
                    <a:pt x="1437573" y="2038360"/>
                  </a:lnTo>
                  <a:lnTo>
                    <a:pt x="1439284" y="2039233"/>
                  </a:lnTo>
                  <a:lnTo>
                    <a:pt x="1440996" y="2016126"/>
                  </a:lnTo>
                  <a:lnTo>
                    <a:pt x="1442707" y="1996219"/>
                  </a:lnTo>
                  <a:lnTo>
                    <a:pt x="1444418" y="1921443"/>
                  </a:lnTo>
                  <a:lnTo>
                    <a:pt x="1446130" y="1967425"/>
                  </a:lnTo>
                  <a:lnTo>
                    <a:pt x="1447841" y="1941393"/>
                  </a:lnTo>
                  <a:lnTo>
                    <a:pt x="1449553" y="1849209"/>
                  </a:lnTo>
                  <a:lnTo>
                    <a:pt x="1451264" y="1882686"/>
                  </a:lnTo>
                  <a:lnTo>
                    <a:pt x="1452975" y="1818495"/>
                  </a:lnTo>
                  <a:lnTo>
                    <a:pt x="1454687" y="1858378"/>
                  </a:lnTo>
                  <a:lnTo>
                    <a:pt x="1456398" y="1872897"/>
                  </a:lnTo>
                  <a:lnTo>
                    <a:pt x="1458110" y="1928015"/>
                  </a:lnTo>
                  <a:lnTo>
                    <a:pt x="1459821" y="1910963"/>
                  </a:lnTo>
                  <a:lnTo>
                    <a:pt x="1461532" y="1892085"/>
                  </a:lnTo>
                  <a:lnTo>
                    <a:pt x="1463244" y="1950352"/>
                  </a:lnTo>
                  <a:lnTo>
                    <a:pt x="1464955" y="2038806"/>
                  </a:lnTo>
                  <a:lnTo>
                    <a:pt x="1466667" y="2075142"/>
                  </a:lnTo>
                  <a:lnTo>
                    <a:pt x="1468378" y="2050715"/>
                  </a:lnTo>
                  <a:lnTo>
                    <a:pt x="1470089" y="1999361"/>
                  </a:lnTo>
                  <a:lnTo>
                    <a:pt x="1471801" y="1983178"/>
                  </a:lnTo>
                  <a:lnTo>
                    <a:pt x="1473512" y="1977767"/>
                  </a:lnTo>
                  <a:lnTo>
                    <a:pt x="1475224" y="1990995"/>
                  </a:lnTo>
                  <a:lnTo>
                    <a:pt x="1476935" y="1983148"/>
                  </a:lnTo>
                  <a:lnTo>
                    <a:pt x="1478646" y="2060073"/>
                  </a:lnTo>
                  <a:lnTo>
                    <a:pt x="1480358" y="2019209"/>
                  </a:lnTo>
                  <a:lnTo>
                    <a:pt x="1482069" y="2026224"/>
                  </a:lnTo>
                  <a:lnTo>
                    <a:pt x="1483780" y="2083394"/>
                  </a:lnTo>
                  <a:lnTo>
                    <a:pt x="1485492" y="2177871"/>
                  </a:lnTo>
                  <a:lnTo>
                    <a:pt x="1487203" y="2222578"/>
                  </a:lnTo>
                  <a:lnTo>
                    <a:pt x="1488915" y="2203589"/>
                  </a:lnTo>
                  <a:lnTo>
                    <a:pt x="1490626" y="2144162"/>
                  </a:lnTo>
                  <a:lnTo>
                    <a:pt x="1492337" y="2061664"/>
                  </a:lnTo>
                  <a:lnTo>
                    <a:pt x="1494049" y="2050032"/>
                  </a:lnTo>
                  <a:lnTo>
                    <a:pt x="1495760" y="2029674"/>
                  </a:lnTo>
                  <a:lnTo>
                    <a:pt x="1497472" y="2021593"/>
                  </a:lnTo>
                  <a:lnTo>
                    <a:pt x="1499183" y="2032436"/>
                  </a:lnTo>
                  <a:lnTo>
                    <a:pt x="1500894" y="2049930"/>
                  </a:lnTo>
                  <a:lnTo>
                    <a:pt x="1502606" y="2051616"/>
                  </a:lnTo>
                  <a:lnTo>
                    <a:pt x="1504317" y="2094978"/>
                  </a:lnTo>
                  <a:lnTo>
                    <a:pt x="1506029" y="2169648"/>
                  </a:lnTo>
                  <a:lnTo>
                    <a:pt x="1507740" y="2188118"/>
                  </a:lnTo>
                  <a:lnTo>
                    <a:pt x="1509451" y="2155406"/>
                  </a:lnTo>
                  <a:lnTo>
                    <a:pt x="1511163" y="2140582"/>
                  </a:lnTo>
                  <a:lnTo>
                    <a:pt x="1512874" y="2201088"/>
                  </a:lnTo>
                  <a:lnTo>
                    <a:pt x="1514586" y="2233559"/>
                  </a:lnTo>
                  <a:lnTo>
                    <a:pt x="1516297" y="2234802"/>
                  </a:lnTo>
                  <a:lnTo>
                    <a:pt x="1518008" y="2222751"/>
                  </a:lnTo>
                  <a:lnTo>
                    <a:pt x="1519720" y="2178231"/>
                  </a:lnTo>
                  <a:lnTo>
                    <a:pt x="1521431" y="2112147"/>
                  </a:lnTo>
                  <a:lnTo>
                    <a:pt x="1523143" y="2098661"/>
                  </a:lnTo>
                  <a:lnTo>
                    <a:pt x="1524854" y="2132356"/>
                  </a:lnTo>
                  <a:lnTo>
                    <a:pt x="1526565" y="2255189"/>
                  </a:lnTo>
                  <a:lnTo>
                    <a:pt x="1528277" y="2265979"/>
                  </a:lnTo>
                  <a:lnTo>
                    <a:pt x="1529988" y="2273169"/>
                  </a:lnTo>
                  <a:lnTo>
                    <a:pt x="1531700" y="2282368"/>
                  </a:lnTo>
                  <a:lnTo>
                    <a:pt x="1533411" y="2286283"/>
                  </a:lnTo>
                  <a:lnTo>
                    <a:pt x="1535122" y="2261679"/>
                  </a:lnTo>
                  <a:lnTo>
                    <a:pt x="1536834" y="2247404"/>
                  </a:lnTo>
                  <a:lnTo>
                    <a:pt x="1538545" y="2261738"/>
                  </a:lnTo>
                  <a:lnTo>
                    <a:pt x="1540257" y="2263993"/>
                  </a:lnTo>
                  <a:lnTo>
                    <a:pt x="1541968" y="2270085"/>
                  </a:lnTo>
                  <a:lnTo>
                    <a:pt x="1543679" y="2168857"/>
                  </a:lnTo>
                  <a:lnTo>
                    <a:pt x="1545391" y="2226951"/>
                  </a:lnTo>
                  <a:lnTo>
                    <a:pt x="1547102" y="2234053"/>
                  </a:lnTo>
                  <a:lnTo>
                    <a:pt x="1548814" y="2238613"/>
                  </a:lnTo>
                  <a:lnTo>
                    <a:pt x="1550525" y="2210586"/>
                  </a:lnTo>
                  <a:lnTo>
                    <a:pt x="1552236" y="2209935"/>
                  </a:lnTo>
                  <a:lnTo>
                    <a:pt x="1553948" y="2253671"/>
                  </a:lnTo>
                  <a:lnTo>
                    <a:pt x="1555659" y="2275979"/>
                  </a:lnTo>
                  <a:lnTo>
                    <a:pt x="1557371" y="2225033"/>
                  </a:lnTo>
                  <a:lnTo>
                    <a:pt x="1559082" y="2193211"/>
                  </a:lnTo>
                  <a:lnTo>
                    <a:pt x="1560793" y="2171362"/>
                  </a:lnTo>
                  <a:lnTo>
                    <a:pt x="1562505" y="2233876"/>
                  </a:lnTo>
                  <a:lnTo>
                    <a:pt x="1564216" y="2219417"/>
                  </a:lnTo>
                  <a:lnTo>
                    <a:pt x="1565928" y="2229494"/>
                  </a:lnTo>
                  <a:lnTo>
                    <a:pt x="1567639" y="2196483"/>
                  </a:lnTo>
                  <a:lnTo>
                    <a:pt x="1569350" y="2207125"/>
                  </a:lnTo>
                  <a:lnTo>
                    <a:pt x="1571062" y="2132666"/>
                  </a:lnTo>
                  <a:lnTo>
                    <a:pt x="1572773" y="2108934"/>
                  </a:lnTo>
                  <a:lnTo>
                    <a:pt x="1574485" y="2165979"/>
                  </a:lnTo>
                  <a:lnTo>
                    <a:pt x="1576196" y="2180107"/>
                  </a:lnTo>
                  <a:lnTo>
                    <a:pt x="1577907" y="2202452"/>
                  </a:lnTo>
                  <a:lnTo>
                    <a:pt x="1579619" y="2184137"/>
                  </a:lnTo>
                  <a:lnTo>
                    <a:pt x="1581330" y="2193462"/>
                  </a:lnTo>
                  <a:lnTo>
                    <a:pt x="1583041" y="2167460"/>
                  </a:lnTo>
                  <a:lnTo>
                    <a:pt x="1584753" y="2167643"/>
                  </a:lnTo>
                  <a:lnTo>
                    <a:pt x="1586464" y="2156800"/>
                  </a:lnTo>
                  <a:lnTo>
                    <a:pt x="1588176" y="2171204"/>
                  </a:lnTo>
                  <a:lnTo>
                    <a:pt x="1589887" y="2146610"/>
                  </a:lnTo>
                  <a:lnTo>
                    <a:pt x="1591598" y="2217858"/>
                  </a:lnTo>
                  <a:lnTo>
                    <a:pt x="1593310" y="2224716"/>
                  </a:lnTo>
                  <a:lnTo>
                    <a:pt x="1595021" y="2243040"/>
                  </a:lnTo>
                  <a:lnTo>
                    <a:pt x="1596733" y="2164741"/>
                  </a:lnTo>
                  <a:lnTo>
                    <a:pt x="1598444" y="2110447"/>
                  </a:lnTo>
                  <a:lnTo>
                    <a:pt x="1600155" y="2135357"/>
                  </a:lnTo>
                  <a:lnTo>
                    <a:pt x="1601867" y="2219240"/>
                  </a:lnTo>
                  <a:lnTo>
                    <a:pt x="1603578" y="2260143"/>
                  </a:lnTo>
                  <a:lnTo>
                    <a:pt x="1605290" y="2269948"/>
                  </a:lnTo>
                  <a:lnTo>
                    <a:pt x="1607001" y="2319902"/>
                  </a:lnTo>
                  <a:lnTo>
                    <a:pt x="1608712" y="2309426"/>
                  </a:lnTo>
                  <a:lnTo>
                    <a:pt x="1610424" y="2318285"/>
                  </a:lnTo>
                  <a:lnTo>
                    <a:pt x="1612135" y="2327715"/>
                  </a:lnTo>
                  <a:lnTo>
                    <a:pt x="1613847" y="2305842"/>
                  </a:lnTo>
                  <a:lnTo>
                    <a:pt x="1615558" y="2321654"/>
                  </a:lnTo>
                  <a:lnTo>
                    <a:pt x="1617269" y="2317345"/>
                  </a:lnTo>
                  <a:lnTo>
                    <a:pt x="1618981" y="2345587"/>
                  </a:lnTo>
                  <a:lnTo>
                    <a:pt x="1620692" y="2368020"/>
                  </a:lnTo>
                  <a:lnTo>
                    <a:pt x="1622404" y="2357328"/>
                  </a:lnTo>
                  <a:lnTo>
                    <a:pt x="1624115" y="2355139"/>
                  </a:lnTo>
                  <a:lnTo>
                    <a:pt x="1625826" y="2350924"/>
                  </a:lnTo>
                  <a:lnTo>
                    <a:pt x="1627538" y="2325896"/>
                  </a:lnTo>
                  <a:lnTo>
                    <a:pt x="1629249" y="2311831"/>
                  </a:lnTo>
                  <a:lnTo>
                    <a:pt x="1630961" y="2272959"/>
                  </a:lnTo>
                  <a:lnTo>
                    <a:pt x="1632672" y="2276799"/>
                  </a:lnTo>
                  <a:lnTo>
                    <a:pt x="1634383" y="2286246"/>
                  </a:lnTo>
                  <a:lnTo>
                    <a:pt x="1636095" y="2264301"/>
                  </a:lnTo>
                  <a:lnTo>
                    <a:pt x="1637806" y="2275842"/>
                  </a:lnTo>
                  <a:lnTo>
                    <a:pt x="1639518" y="2342630"/>
                  </a:lnTo>
                  <a:lnTo>
                    <a:pt x="1641229" y="2373793"/>
                  </a:lnTo>
                  <a:lnTo>
                    <a:pt x="1642940" y="2391967"/>
                  </a:lnTo>
                  <a:lnTo>
                    <a:pt x="1644652" y="2391967"/>
                  </a:lnTo>
                  <a:lnTo>
                    <a:pt x="1646363" y="2391967"/>
                  </a:lnTo>
                  <a:lnTo>
                    <a:pt x="1648075" y="2391967"/>
                  </a:lnTo>
                  <a:lnTo>
                    <a:pt x="1649786" y="2376096"/>
                  </a:lnTo>
                  <a:lnTo>
                    <a:pt x="1651497" y="2374361"/>
                  </a:lnTo>
                  <a:lnTo>
                    <a:pt x="1653209" y="2370747"/>
                  </a:lnTo>
                  <a:lnTo>
                    <a:pt x="1654920" y="2345669"/>
                  </a:lnTo>
                  <a:lnTo>
                    <a:pt x="1656632" y="2338252"/>
                  </a:lnTo>
                  <a:lnTo>
                    <a:pt x="1658343" y="2327713"/>
                  </a:lnTo>
                  <a:lnTo>
                    <a:pt x="1660054" y="2322994"/>
                  </a:lnTo>
                  <a:lnTo>
                    <a:pt x="1661766" y="2297864"/>
                  </a:lnTo>
                  <a:lnTo>
                    <a:pt x="1663477" y="2304810"/>
                  </a:lnTo>
                  <a:lnTo>
                    <a:pt x="1665189" y="2276080"/>
                  </a:lnTo>
                  <a:lnTo>
                    <a:pt x="1666900" y="2267760"/>
                  </a:lnTo>
                  <a:lnTo>
                    <a:pt x="1668611" y="2212967"/>
                  </a:lnTo>
                  <a:lnTo>
                    <a:pt x="1670323" y="2149026"/>
                  </a:lnTo>
                  <a:lnTo>
                    <a:pt x="1672034" y="2113780"/>
                  </a:lnTo>
                  <a:lnTo>
                    <a:pt x="1673746" y="2198529"/>
                  </a:lnTo>
                  <a:lnTo>
                    <a:pt x="1675457" y="2215872"/>
                  </a:lnTo>
                  <a:lnTo>
                    <a:pt x="1677168" y="2212334"/>
                  </a:lnTo>
                  <a:lnTo>
                    <a:pt x="1678880" y="2220415"/>
                  </a:lnTo>
                  <a:lnTo>
                    <a:pt x="1680591" y="2218241"/>
                  </a:lnTo>
                  <a:lnTo>
                    <a:pt x="1682303" y="2209702"/>
                  </a:lnTo>
                  <a:lnTo>
                    <a:pt x="1684014" y="2141454"/>
                  </a:lnTo>
                  <a:lnTo>
                    <a:pt x="1685725" y="2150835"/>
                  </a:lnTo>
                  <a:lnTo>
                    <a:pt x="1687437" y="2174488"/>
                  </a:lnTo>
                  <a:lnTo>
                    <a:pt x="1689148" y="2239040"/>
                  </a:lnTo>
                  <a:lnTo>
                    <a:pt x="1690859" y="2243890"/>
                  </a:lnTo>
                  <a:lnTo>
                    <a:pt x="1692571" y="2257682"/>
                  </a:lnTo>
                  <a:lnTo>
                    <a:pt x="1694282" y="2259821"/>
                  </a:lnTo>
                  <a:lnTo>
                    <a:pt x="1695994" y="2251521"/>
                  </a:lnTo>
                  <a:lnTo>
                    <a:pt x="1697705" y="2300529"/>
                  </a:lnTo>
                  <a:lnTo>
                    <a:pt x="1699416" y="2315316"/>
                  </a:lnTo>
                  <a:lnTo>
                    <a:pt x="1701128" y="2344274"/>
                  </a:lnTo>
                  <a:lnTo>
                    <a:pt x="1702839" y="2359991"/>
                  </a:lnTo>
                  <a:lnTo>
                    <a:pt x="1704551" y="2344801"/>
                  </a:lnTo>
                  <a:lnTo>
                    <a:pt x="1706262" y="2367133"/>
                  </a:lnTo>
                  <a:lnTo>
                    <a:pt x="1707973" y="2376815"/>
                  </a:lnTo>
                  <a:lnTo>
                    <a:pt x="1709685" y="2369881"/>
                  </a:lnTo>
                  <a:lnTo>
                    <a:pt x="1711396" y="2360234"/>
                  </a:lnTo>
                  <a:lnTo>
                    <a:pt x="1713108" y="2355123"/>
                  </a:lnTo>
                  <a:lnTo>
                    <a:pt x="1714819" y="2359058"/>
                  </a:lnTo>
                  <a:lnTo>
                    <a:pt x="1716530" y="2328149"/>
                  </a:lnTo>
                  <a:lnTo>
                    <a:pt x="1718242" y="2323856"/>
                  </a:lnTo>
                  <a:lnTo>
                    <a:pt x="1719953" y="2283457"/>
                  </a:lnTo>
                  <a:lnTo>
                    <a:pt x="1721665" y="2259709"/>
                  </a:lnTo>
                  <a:lnTo>
                    <a:pt x="1723376" y="2271436"/>
                  </a:lnTo>
                  <a:lnTo>
                    <a:pt x="1725087" y="2263079"/>
                  </a:lnTo>
                  <a:lnTo>
                    <a:pt x="1726799" y="2294948"/>
                  </a:lnTo>
                  <a:lnTo>
                    <a:pt x="1728510" y="2276837"/>
                  </a:lnTo>
                  <a:lnTo>
                    <a:pt x="1730222" y="2231719"/>
                  </a:lnTo>
                  <a:lnTo>
                    <a:pt x="1731933" y="2238752"/>
                  </a:lnTo>
                  <a:lnTo>
                    <a:pt x="1733644" y="2237783"/>
                  </a:lnTo>
                  <a:lnTo>
                    <a:pt x="1735356" y="2238730"/>
                  </a:lnTo>
                  <a:lnTo>
                    <a:pt x="1737067" y="2252440"/>
                  </a:lnTo>
                  <a:lnTo>
                    <a:pt x="1738779" y="2269399"/>
                  </a:lnTo>
                  <a:lnTo>
                    <a:pt x="1740490" y="2288423"/>
                  </a:lnTo>
                  <a:lnTo>
                    <a:pt x="1742201" y="2304164"/>
                  </a:lnTo>
                  <a:lnTo>
                    <a:pt x="1743913" y="2259883"/>
                  </a:lnTo>
                  <a:lnTo>
                    <a:pt x="1745624" y="2247420"/>
                  </a:lnTo>
                  <a:lnTo>
                    <a:pt x="1747336" y="2213570"/>
                  </a:lnTo>
                  <a:lnTo>
                    <a:pt x="1749047" y="2174408"/>
                  </a:lnTo>
                  <a:lnTo>
                    <a:pt x="1750758" y="2177632"/>
                  </a:lnTo>
                  <a:lnTo>
                    <a:pt x="1752470" y="2168387"/>
                  </a:lnTo>
                  <a:lnTo>
                    <a:pt x="1754181" y="2196316"/>
                  </a:lnTo>
                  <a:lnTo>
                    <a:pt x="1755893" y="2251311"/>
                  </a:lnTo>
                  <a:lnTo>
                    <a:pt x="1757604" y="2266541"/>
                  </a:lnTo>
                  <a:lnTo>
                    <a:pt x="1759315" y="2289773"/>
                  </a:lnTo>
                  <a:lnTo>
                    <a:pt x="1761027" y="2266658"/>
                  </a:lnTo>
                  <a:lnTo>
                    <a:pt x="1762738" y="2290244"/>
                  </a:lnTo>
                  <a:lnTo>
                    <a:pt x="1764450" y="2300254"/>
                  </a:lnTo>
                  <a:lnTo>
                    <a:pt x="1766161" y="2293997"/>
                  </a:lnTo>
                  <a:lnTo>
                    <a:pt x="1767872" y="2305633"/>
                  </a:lnTo>
                  <a:lnTo>
                    <a:pt x="1769584" y="2298717"/>
                  </a:lnTo>
                  <a:lnTo>
                    <a:pt x="1771295" y="2320714"/>
                  </a:lnTo>
                  <a:lnTo>
                    <a:pt x="1773007" y="2333650"/>
                  </a:lnTo>
                  <a:lnTo>
                    <a:pt x="1774718" y="2319693"/>
                  </a:lnTo>
                  <a:lnTo>
                    <a:pt x="1776429" y="2306433"/>
                  </a:lnTo>
                  <a:lnTo>
                    <a:pt x="1778141" y="2329776"/>
                  </a:lnTo>
                  <a:lnTo>
                    <a:pt x="1779852" y="2354543"/>
                  </a:lnTo>
                  <a:lnTo>
                    <a:pt x="1781564" y="2356780"/>
                  </a:lnTo>
                  <a:lnTo>
                    <a:pt x="1783275" y="2366254"/>
                  </a:lnTo>
                  <a:lnTo>
                    <a:pt x="1784986" y="2360547"/>
                  </a:lnTo>
                  <a:lnTo>
                    <a:pt x="1786698" y="2372725"/>
                  </a:lnTo>
                  <a:lnTo>
                    <a:pt x="1788409" y="2368696"/>
                  </a:lnTo>
                  <a:lnTo>
                    <a:pt x="1790121" y="2363566"/>
                  </a:lnTo>
                  <a:lnTo>
                    <a:pt x="1791832" y="2367581"/>
                  </a:lnTo>
                  <a:lnTo>
                    <a:pt x="1793543" y="2358666"/>
                  </a:lnTo>
                  <a:lnTo>
                    <a:pt x="1795255" y="2391967"/>
                  </a:lnTo>
                  <a:lnTo>
                    <a:pt x="1796966" y="2371277"/>
                  </a:lnTo>
                  <a:lnTo>
                    <a:pt x="1798677" y="2354454"/>
                  </a:lnTo>
                  <a:lnTo>
                    <a:pt x="1800389" y="2341031"/>
                  </a:lnTo>
                  <a:lnTo>
                    <a:pt x="1802100" y="2331492"/>
                  </a:lnTo>
                  <a:lnTo>
                    <a:pt x="1803812" y="2329224"/>
                  </a:lnTo>
                  <a:lnTo>
                    <a:pt x="1805523" y="2299959"/>
                  </a:lnTo>
                  <a:lnTo>
                    <a:pt x="1807234" y="2251985"/>
                  </a:lnTo>
                  <a:lnTo>
                    <a:pt x="1808946" y="2273829"/>
                  </a:lnTo>
                  <a:lnTo>
                    <a:pt x="1810657" y="2272536"/>
                  </a:lnTo>
                  <a:lnTo>
                    <a:pt x="1812369" y="2273611"/>
                  </a:lnTo>
                  <a:lnTo>
                    <a:pt x="1814080" y="2267560"/>
                  </a:lnTo>
                  <a:lnTo>
                    <a:pt x="1815791" y="2271424"/>
                  </a:lnTo>
                  <a:lnTo>
                    <a:pt x="1817503" y="2300666"/>
                  </a:lnTo>
                  <a:lnTo>
                    <a:pt x="1819214" y="2271257"/>
                  </a:lnTo>
                  <a:lnTo>
                    <a:pt x="1820926" y="2242562"/>
                  </a:lnTo>
                  <a:lnTo>
                    <a:pt x="1822637" y="2154094"/>
                  </a:lnTo>
                  <a:lnTo>
                    <a:pt x="1824348" y="2169263"/>
                  </a:lnTo>
                  <a:lnTo>
                    <a:pt x="1826060" y="2145052"/>
                  </a:lnTo>
                  <a:lnTo>
                    <a:pt x="1827771" y="2096040"/>
                  </a:lnTo>
                  <a:lnTo>
                    <a:pt x="1829483" y="2083504"/>
                  </a:lnTo>
                  <a:lnTo>
                    <a:pt x="1831194" y="2099799"/>
                  </a:lnTo>
                  <a:lnTo>
                    <a:pt x="1832905" y="2130264"/>
                  </a:lnTo>
                  <a:lnTo>
                    <a:pt x="1834617" y="2142994"/>
                  </a:lnTo>
                  <a:lnTo>
                    <a:pt x="1836328" y="2174596"/>
                  </a:lnTo>
                  <a:lnTo>
                    <a:pt x="1838040" y="2228620"/>
                  </a:lnTo>
                  <a:lnTo>
                    <a:pt x="1839751" y="2243347"/>
                  </a:lnTo>
                  <a:lnTo>
                    <a:pt x="1841462" y="2248103"/>
                  </a:lnTo>
                  <a:lnTo>
                    <a:pt x="1843174" y="2311636"/>
                  </a:lnTo>
                  <a:lnTo>
                    <a:pt x="1844885" y="2316567"/>
                  </a:lnTo>
                  <a:lnTo>
                    <a:pt x="1846597" y="2329047"/>
                  </a:lnTo>
                  <a:lnTo>
                    <a:pt x="1848308" y="2323617"/>
                  </a:lnTo>
                  <a:lnTo>
                    <a:pt x="1850019" y="2271937"/>
                  </a:lnTo>
                  <a:lnTo>
                    <a:pt x="1851731" y="2186431"/>
                  </a:lnTo>
                  <a:lnTo>
                    <a:pt x="1853442" y="2205455"/>
                  </a:lnTo>
                  <a:lnTo>
                    <a:pt x="1855154" y="2267868"/>
                  </a:lnTo>
                  <a:lnTo>
                    <a:pt x="1856865" y="2287316"/>
                  </a:lnTo>
                  <a:lnTo>
                    <a:pt x="1858576" y="2259180"/>
                  </a:lnTo>
                  <a:lnTo>
                    <a:pt x="1860288" y="2277152"/>
                  </a:lnTo>
                  <a:lnTo>
                    <a:pt x="1861999" y="2273749"/>
                  </a:lnTo>
                  <a:lnTo>
                    <a:pt x="1863711" y="2268040"/>
                  </a:lnTo>
                  <a:lnTo>
                    <a:pt x="1865422" y="2277778"/>
                  </a:lnTo>
                  <a:lnTo>
                    <a:pt x="1867133" y="2252517"/>
                  </a:lnTo>
                  <a:lnTo>
                    <a:pt x="1868845" y="2280038"/>
                  </a:lnTo>
                  <a:lnTo>
                    <a:pt x="1870556" y="2268390"/>
                  </a:lnTo>
                  <a:lnTo>
                    <a:pt x="1872268" y="2256564"/>
                  </a:lnTo>
                  <a:lnTo>
                    <a:pt x="1873979" y="2256915"/>
                  </a:lnTo>
                  <a:lnTo>
                    <a:pt x="1875690" y="2281354"/>
                  </a:lnTo>
                  <a:lnTo>
                    <a:pt x="1877402" y="2288188"/>
                  </a:lnTo>
                  <a:lnTo>
                    <a:pt x="1879113" y="2280459"/>
                  </a:lnTo>
                  <a:lnTo>
                    <a:pt x="1880825" y="2267026"/>
                  </a:lnTo>
                  <a:lnTo>
                    <a:pt x="1882536" y="2245406"/>
                  </a:lnTo>
                  <a:lnTo>
                    <a:pt x="1884247" y="2273236"/>
                  </a:lnTo>
                  <a:lnTo>
                    <a:pt x="1885959" y="2274882"/>
                  </a:lnTo>
                  <a:lnTo>
                    <a:pt x="1887670" y="2264796"/>
                  </a:lnTo>
                  <a:lnTo>
                    <a:pt x="1889382" y="2272910"/>
                  </a:lnTo>
                  <a:lnTo>
                    <a:pt x="1891093" y="2277127"/>
                  </a:lnTo>
                  <a:lnTo>
                    <a:pt x="1892804" y="2282800"/>
                  </a:lnTo>
                  <a:lnTo>
                    <a:pt x="1894516" y="2260267"/>
                  </a:lnTo>
                  <a:lnTo>
                    <a:pt x="1896227" y="2240365"/>
                  </a:lnTo>
                  <a:lnTo>
                    <a:pt x="1897938" y="2237122"/>
                  </a:lnTo>
                  <a:lnTo>
                    <a:pt x="1899650" y="2242727"/>
                  </a:lnTo>
                  <a:lnTo>
                    <a:pt x="1901361" y="2241429"/>
                  </a:lnTo>
                  <a:lnTo>
                    <a:pt x="1903073" y="2191529"/>
                  </a:lnTo>
                  <a:lnTo>
                    <a:pt x="1904784" y="2237865"/>
                  </a:lnTo>
                  <a:lnTo>
                    <a:pt x="1906495" y="2284598"/>
                  </a:lnTo>
                  <a:lnTo>
                    <a:pt x="1908207" y="2305513"/>
                  </a:lnTo>
                  <a:lnTo>
                    <a:pt x="1909918" y="2324589"/>
                  </a:lnTo>
                  <a:lnTo>
                    <a:pt x="1911630" y="2314384"/>
                  </a:lnTo>
                  <a:lnTo>
                    <a:pt x="1913341" y="2341173"/>
                  </a:lnTo>
                  <a:lnTo>
                    <a:pt x="1915052" y="2318066"/>
                  </a:lnTo>
                  <a:lnTo>
                    <a:pt x="1916764" y="2293537"/>
                  </a:lnTo>
                  <a:lnTo>
                    <a:pt x="1918475" y="2241187"/>
                  </a:lnTo>
                  <a:lnTo>
                    <a:pt x="1920187" y="2241333"/>
                  </a:lnTo>
                  <a:lnTo>
                    <a:pt x="1921898" y="2242011"/>
                  </a:lnTo>
                  <a:lnTo>
                    <a:pt x="1923609" y="2268356"/>
                  </a:lnTo>
                  <a:lnTo>
                    <a:pt x="1925321" y="2269824"/>
                  </a:lnTo>
                  <a:lnTo>
                    <a:pt x="1927032" y="2295429"/>
                  </a:lnTo>
                  <a:lnTo>
                    <a:pt x="1928744" y="2310707"/>
                  </a:lnTo>
                  <a:lnTo>
                    <a:pt x="1930455" y="2312718"/>
                  </a:lnTo>
                  <a:lnTo>
                    <a:pt x="1932166" y="2190209"/>
                  </a:lnTo>
                  <a:lnTo>
                    <a:pt x="1933878" y="2168642"/>
                  </a:lnTo>
                  <a:lnTo>
                    <a:pt x="1935589" y="2116741"/>
                  </a:lnTo>
                  <a:lnTo>
                    <a:pt x="1937301" y="2127605"/>
                  </a:lnTo>
                  <a:lnTo>
                    <a:pt x="1939012" y="2185137"/>
                  </a:lnTo>
                  <a:lnTo>
                    <a:pt x="1940723" y="2203352"/>
                  </a:lnTo>
                  <a:lnTo>
                    <a:pt x="1942435" y="2205444"/>
                  </a:lnTo>
                  <a:lnTo>
                    <a:pt x="1944146" y="2201074"/>
                  </a:lnTo>
                  <a:lnTo>
                    <a:pt x="1945858" y="2197668"/>
                  </a:lnTo>
                  <a:lnTo>
                    <a:pt x="1947569" y="2169209"/>
                  </a:lnTo>
                  <a:lnTo>
                    <a:pt x="1949280" y="2164664"/>
                  </a:lnTo>
                  <a:lnTo>
                    <a:pt x="1950992" y="2121984"/>
                  </a:lnTo>
                  <a:lnTo>
                    <a:pt x="1952703" y="2138225"/>
                  </a:lnTo>
                  <a:lnTo>
                    <a:pt x="1954415" y="2101546"/>
                  </a:lnTo>
                  <a:lnTo>
                    <a:pt x="1956126" y="2085052"/>
                  </a:lnTo>
                  <a:lnTo>
                    <a:pt x="1957837" y="2087961"/>
                  </a:lnTo>
                  <a:lnTo>
                    <a:pt x="1959549" y="2150758"/>
                  </a:lnTo>
                  <a:lnTo>
                    <a:pt x="1961260" y="2155432"/>
                  </a:lnTo>
                  <a:lnTo>
                    <a:pt x="1962972" y="2097041"/>
                  </a:lnTo>
                  <a:lnTo>
                    <a:pt x="1964683" y="2061256"/>
                  </a:lnTo>
                  <a:lnTo>
                    <a:pt x="1966394" y="2168913"/>
                  </a:lnTo>
                  <a:lnTo>
                    <a:pt x="1968106" y="2208515"/>
                  </a:lnTo>
                  <a:lnTo>
                    <a:pt x="1969817" y="2185478"/>
                  </a:lnTo>
                  <a:lnTo>
                    <a:pt x="1971529" y="2054605"/>
                  </a:lnTo>
                  <a:lnTo>
                    <a:pt x="1973240" y="2074796"/>
                  </a:lnTo>
                  <a:lnTo>
                    <a:pt x="1974951" y="2122552"/>
                  </a:lnTo>
                  <a:lnTo>
                    <a:pt x="1976663" y="2181964"/>
                  </a:lnTo>
                  <a:lnTo>
                    <a:pt x="1978374" y="2144436"/>
                  </a:lnTo>
                  <a:lnTo>
                    <a:pt x="1980086" y="2089052"/>
                  </a:lnTo>
                  <a:lnTo>
                    <a:pt x="1981797" y="2165470"/>
                  </a:lnTo>
                  <a:lnTo>
                    <a:pt x="1983508" y="2119362"/>
                  </a:lnTo>
                  <a:lnTo>
                    <a:pt x="1985220" y="2158841"/>
                  </a:lnTo>
                  <a:lnTo>
                    <a:pt x="1986931" y="2120527"/>
                  </a:lnTo>
                  <a:lnTo>
                    <a:pt x="1988643" y="2115901"/>
                  </a:lnTo>
                  <a:lnTo>
                    <a:pt x="1990354" y="2113654"/>
                  </a:lnTo>
                  <a:lnTo>
                    <a:pt x="1992065" y="2113652"/>
                  </a:lnTo>
                  <a:lnTo>
                    <a:pt x="1993777" y="2142038"/>
                  </a:lnTo>
                  <a:lnTo>
                    <a:pt x="1995488" y="2140335"/>
                  </a:lnTo>
                  <a:lnTo>
                    <a:pt x="1997200" y="2150862"/>
                  </a:lnTo>
                  <a:lnTo>
                    <a:pt x="1998911" y="2142951"/>
                  </a:lnTo>
                  <a:lnTo>
                    <a:pt x="2000622" y="2167954"/>
                  </a:lnTo>
                  <a:lnTo>
                    <a:pt x="2002334" y="2201932"/>
                  </a:lnTo>
                  <a:lnTo>
                    <a:pt x="2004045" y="2231280"/>
                  </a:lnTo>
                  <a:lnTo>
                    <a:pt x="2005756" y="2280404"/>
                  </a:lnTo>
                  <a:lnTo>
                    <a:pt x="2007468" y="2295570"/>
                  </a:lnTo>
                  <a:lnTo>
                    <a:pt x="2009179" y="2242684"/>
                  </a:lnTo>
                  <a:lnTo>
                    <a:pt x="2010891" y="2256854"/>
                  </a:lnTo>
                  <a:lnTo>
                    <a:pt x="2012602" y="2247553"/>
                  </a:lnTo>
                  <a:lnTo>
                    <a:pt x="2014313" y="2241278"/>
                  </a:lnTo>
                  <a:lnTo>
                    <a:pt x="2016025" y="2250655"/>
                  </a:lnTo>
                  <a:lnTo>
                    <a:pt x="2017736" y="2280954"/>
                  </a:lnTo>
                  <a:lnTo>
                    <a:pt x="2019448" y="2316533"/>
                  </a:lnTo>
                  <a:lnTo>
                    <a:pt x="2021159" y="2288194"/>
                  </a:lnTo>
                  <a:lnTo>
                    <a:pt x="2022870" y="2244493"/>
                  </a:lnTo>
                  <a:lnTo>
                    <a:pt x="2024582" y="2184870"/>
                  </a:lnTo>
                  <a:lnTo>
                    <a:pt x="2026293" y="2129990"/>
                  </a:lnTo>
                  <a:lnTo>
                    <a:pt x="2028005" y="2166446"/>
                  </a:lnTo>
                  <a:lnTo>
                    <a:pt x="2029716" y="2238664"/>
                  </a:lnTo>
                  <a:lnTo>
                    <a:pt x="2031427" y="2225082"/>
                  </a:lnTo>
                  <a:lnTo>
                    <a:pt x="2033139" y="2270233"/>
                  </a:lnTo>
                  <a:lnTo>
                    <a:pt x="2034850" y="2290858"/>
                  </a:lnTo>
                  <a:lnTo>
                    <a:pt x="2036562" y="2298082"/>
                  </a:lnTo>
                  <a:lnTo>
                    <a:pt x="2038273" y="2326371"/>
                  </a:lnTo>
                  <a:lnTo>
                    <a:pt x="2039984" y="2286139"/>
                  </a:lnTo>
                  <a:lnTo>
                    <a:pt x="2041696" y="2223786"/>
                  </a:lnTo>
                  <a:lnTo>
                    <a:pt x="2043407" y="2245698"/>
                  </a:lnTo>
                  <a:lnTo>
                    <a:pt x="2045119" y="2293609"/>
                  </a:lnTo>
                  <a:lnTo>
                    <a:pt x="2046830" y="2287401"/>
                  </a:lnTo>
                  <a:lnTo>
                    <a:pt x="2048541" y="2290683"/>
                  </a:lnTo>
                  <a:lnTo>
                    <a:pt x="2050253" y="2308446"/>
                  </a:lnTo>
                  <a:lnTo>
                    <a:pt x="2051964" y="2260922"/>
                  </a:lnTo>
                  <a:lnTo>
                    <a:pt x="2053676" y="2249015"/>
                  </a:lnTo>
                  <a:lnTo>
                    <a:pt x="2055387" y="2224853"/>
                  </a:lnTo>
                  <a:lnTo>
                    <a:pt x="2057098" y="2169482"/>
                  </a:lnTo>
                  <a:lnTo>
                    <a:pt x="2058810" y="2159719"/>
                  </a:lnTo>
                  <a:lnTo>
                    <a:pt x="2060521" y="2105753"/>
                  </a:lnTo>
                  <a:lnTo>
                    <a:pt x="2062233" y="2133600"/>
                  </a:lnTo>
                  <a:lnTo>
                    <a:pt x="2063944" y="2216080"/>
                  </a:lnTo>
                  <a:lnTo>
                    <a:pt x="2065655" y="2223743"/>
                  </a:lnTo>
                  <a:lnTo>
                    <a:pt x="2067367" y="2258837"/>
                  </a:lnTo>
                  <a:lnTo>
                    <a:pt x="2069078" y="2270423"/>
                  </a:lnTo>
                  <a:lnTo>
                    <a:pt x="2070790" y="2307506"/>
                  </a:lnTo>
                  <a:lnTo>
                    <a:pt x="2072501" y="2303162"/>
                  </a:lnTo>
                  <a:lnTo>
                    <a:pt x="2074212" y="2259284"/>
                  </a:lnTo>
                  <a:lnTo>
                    <a:pt x="2075924" y="2260358"/>
                  </a:lnTo>
                  <a:lnTo>
                    <a:pt x="2077635" y="2264197"/>
                  </a:lnTo>
                  <a:lnTo>
                    <a:pt x="2079347" y="2266225"/>
                  </a:lnTo>
                  <a:lnTo>
                    <a:pt x="2081058" y="2234327"/>
                  </a:lnTo>
                  <a:lnTo>
                    <a:pt x="2082769" y="2184532"/>
                  </a:lnTo>
                  <a:lnTo>
                    <a:pt x="2084481" y="2195151"/>
                  </a:lnTo>
                  <a:lnTo>
                    <a:pt x="2086192" y="2182856"/>
                  </a:lnTo>
                  <a:lnTo>
                    <a:pt x="2087904" y="2164864"/>
                  </a:lnTo>
                  <a:lnTo>
                    <a:pt x="2089615" y="2112266"/>
                  </a:lnTo>
                  <a:lnTo>
                    <a:pt x="2091326" y="2105543"/>
                  </a:lnTo>
                  <a:lnTo>
                    <a:pt x="2093038" y="2071238"/>
                  </a:lnTo>
                  <a:lnTo>
                    <a:pt x="2094749" y="2084100"/>
                  </a:lnTo>
                  <a:lnTo>
                    <a:pt x="2096461" y="2079962"/>
                  </a:lnTo>
                  <a:lnTo>
                    <a:pt x="2098172" y="2187954"/>
                  </a:lnTo>
                  <a:lnTo>
                    <a:pt x="2099883" y="2196436"/>
                  </a:lnTo>
                  <a:lnTo>
                    <a:pt x="2101595" y="2188311"/>
                  </a:lnTo>
                  <a:lnTo>
                    <a:pt x="2103306" y="2145397"/>
                  </a:lnTo>
                  <a:lnTo>
                    <a:pt x="2105018" y="2167528"/>
                  </a:lnTo>
                  <a:lnTo>
                    <a:pt x="2106729" y="2216644"/>
                  </a:lnTo>
                  <a:lnTo>
                    <a:pt x="2108440" y="2236806"/>
                  </a:lnTo>
                  <a:lnTo>
                    <a:pt x="2110152" y="2265192"/>
                  </a:lnTo>
                  <a:lnTo>
                    <a:pt x="2111863" y="2257741"/>
                  </a:lnTo>
                  <a:lnTo>
                    <a:pt x="2113574" y="2267149"/>
                  </a:lnTo>
                  <a:lnTo>
                    <a:pt x="2115286" y="2306760"/>
                  </a:lnTo>
                  <a:lnTo>
                    <a:pt x="2116997" y="2304882"/>
                  </a:lnTo>
                  <a:lnTo>
                    <a:pt x="2118709" y="2323738"/>
                  </a:lnTo>
                  <a:lnTo>
                    <a:pt x="2120420" y="2319598"/>
                  </a:lnTo>
                  <a:lnTo>
                    <a:pt x="2122131" y="2305580"/>
                  </a:lnTo>
                  <a:lnTo>
                    <a:pt x="2123843" y="2302939"/>
                  </a:lnTo>
                  <a:lnTo>
                    <a:pt x="2125554" y="2292604"/>
                  </a:lnTo>
                  <a:lnTo>
                    <a:pt x="2127266" y="2288889"/>
                  </a:lnTo>
                  <a:lnTo>
                    <a:pt x="2128977" y="2307750"/>
                  </a:lnTo>
                  <a:lnTo>
                    <a:pt x="2130688" y="2307681"/>
                  </a:lnTo>
                  <a:lnTo>
                    <a:pt x="2132400" y="2303057"/>
                  </a:lnTo>
                  <a:lnTo>
                    <a:pt x="2134111" y="2273589"/>
                  </a:lnTo>
                  <a:lnTo>
                    <a:pt x="2135823" y="2239676"/>
                  </a:lnTo>
                  <a:lnTo>
                    <a:pt x="2137534" y="2223152"/>
                  </a:lnTo>
                  <a:lnTo>
                    <a:pt x="2139245" y="2223249"/>
                  </a:lnTo>
                  <a:lnTo>
                    <a:pt x="2140957" y="2212089"/>
                  </a:lnTo>
                  <a:lnTo>
                    <a:pt x="2142668" y="2174661"/>
                  </a:lnTo>
                  <a:lnTo>
                    <a:pt x="2144380" y="2188460"/>
                  </a:lnTo>
                  <a:lnTo>
                    <a:pt x="2146091" y="2197455"/>
                  </a:lnTo>
                  <a:lnTo>
                    <a:pt x="2147802" y="2165401"/>
                  </a:lnTo>
                  <a:lnTo>
                    <a:pt x="2149514" y="2121966"/>
                  </a:lnTo>
                  <a:lnTo>
                    <a:pt x="2151225" y="2157218"/>
                  </a:lnTo>
                  <a:lnTo>
                    <a:pt x="2152937" y="2199414"/>
                  </a:lnTo>
                  <a:lnTo>
                    <a:pt x="2154648" y="2224956"/>
                  </a:lnTo>
                  <a:lnTo>
                    <a:pt x="2156359" y="2222889"/>
                  </a:lnTo>
                  <a:lnTo>
                    <a:pt x="2158071" y="2246908"/>
                  </a:lnTo>
                  <a:lnTo>
                    <a:pt x="2159782" y="2216016"/>
                  </a:lnTo>
                  <a:lnTo>
                    <a:pt x="2161494" y="2212094"/>
                  </a:lnTo>
                  <a:lnTo>
                    <a:pt x="2163205" y="2190110"/>
                  </a:lnTo>
                  <a:lnTo>
                    <a:pt x="2164916" y="2164831"/>
                  </a:lnTo>
                  <a:lnTo>
                    <a:pt x="2166628" y="2112913"/>
                  </a:lnTo>
                  <a:lnTo>
                    <a:pt x="2168339" y="2068923"/>
                  </a:lnTo>
                  <a:lnTo>
                    <a:pt x="2170051" y="2055133"/>
                  </a:lnTo>
                  <a:lnTo>
                    <a:pt x="2171762" y="2067841"/>
                  </a:lnTo>
                  <a:lnTo>
                    <a:pt x="2173473" y="2073055"/>
                  </a:lnTo>
                  <a:lnTo>
                    <a:pt x="2175185" y="2034479"/>
                  </a:lnTo>
                  <a:lnTo>
                    <a:pt x="2176896" y="2053688"/>
                  </a:lnTo>
                  <a:lnTo>
                    <a:pt x="2178608" y="2071222"/>
                  </a:lnTo>
                  <a:lnTo>
                    <a:pt x="2180319" y="2179660"/>
                  </a:lnTo>
                  <a:lnTo>
                    <a:pt x="2182030" y="2136478"/>
                  </a:lnTo>
                  <a:lnTo>
                    <a:pt x="2183742" y="2079198"/>
                  </a:lnTo>
                  <a:lnTo>
                    <a:pt x="2185453" y="2071012"/>
                  </a:lnTo>
                  <a:lnTo>
                    <a:pt x="2187165" y="2136894"/>
                  </a:lnTo>
                  <a:lnTo>
                    <a:pt x="2188876" y="2111037"/>
                  </a:lnTo>
                  <a:lnTo>
                    <a:pt x="2190587" y="2053507"/>
                  </a:lnTo>
                  <a:lnTo>
                    <a:pt x="2192299" y="2056752"/>
                  </a:lnTo>
                  <a:lnTo>
                    <a:pt x="2194010" y="2079592"/>
                  </a:lnTo>
                  <a:lnTo>
                    <a:pt x="2195722" y="2079355"/>
                  </a:lnTo>
                  <a:lnTo>
                    <a:pt x="2197433" y="2043611"/>
                  </a:lnTo>
                  <a:lnTo>
                    <a:pt x="2199144" y="2099407"/>
                  </a:lnTo>
                  <a:lnTo>
                    <a:pt x="2200856" y="2165605"/>
                  </a:lnTo>
                  <a:lnTo>
                    <a:pt x="2202567" y="2195328"/>
                  </a:lnTo>
                  <a:lnTo>
                    <a:pt x="2204279" y="2169995"/>
                  </a:lnTo>
                  <a:lnTo>
                    <a:pt x="2205990" y="2157633"/>
                  </a:lnTo>
                  <a:lnTo>
                    <a:pt x="2207701" y="2065691"/>
                  </a:lnTo>
                  <a:lnTo>
                    <a:pt x="2209413" y="2044655"/>
                  </a:lnTo>
                  <a:lnTo>
                    <a:pt x="2211124" y="2052483"/>
                  </a:lnTo>
                  <a:lnTo>
                    <a:pt x="2212836" y="2064212"/>
                  </a:lnTo>
                  <a:lnTo>
                    <a:pt x="2214547" y="2099419"/>
                  </a:lnTo>
                  <a:lnTo>
                    <a:pt x="2216258" y="2051023"/>
                  </a:lnTo>
                  <a:lnTo>
                    <a:pt x="2217970" y="2134136"/>
                  </a:lnTo>
                  <a:lnTo>
                    <a:pt x="2219681" y="2131016"/>
                  </a:lnTo>
                  <a:lnTo>
                    <a:pt x="2221392" y="2134283"/>
                  </a:lnTo>
                  <a:lnTo>
                    <a:pt x="2223104" y="2073237"/>
                  </a:lnTo>
                  <a:lnTo>
                    <a:pt x="2224815" y="2131294"/>
                  </a:lnTo>
                  <a:lnTo>
                    <a:pt x="2226527" y="2233124"/>
                  </a:lnTo>
                  <a:lnTo>
                    <a:pt x="2228238" y="2228349"/>
                  </a:lnTo>
                  <a:lnTo>
                    <a:pt x="2229949" y="2252698"/>
                  </a:lnTo>
                  <a:lnTo>
                    <a:pt x="2231661" y="2237108"/>
                  </a:lnTo>
                  <a:lnTo>
                    <a:pt x="2233372" y="2256734"/>
                  </a:lnTo>
                  <a:lnTo>
                    <a:pt x="2235084" y="2251699"/>
                  </a:lnTo>
                  <a:lnTo>
                    <a:pt x="2236795" y="2211345"/>
                  </a:lnTo>
                  <a:lnTo>
                    <a:pt x="2238506" y="2166044"/>
                  </a:lnTo>
                  <a:lnTo>
                    <a:pt x="2240218" y="2248850"/>
                  </a:lnTo>
                  <a:lnTo>
                    <a:pt x="2241929" y="2292797"/>
                  </a:lnTo>
                  <a:lnTo>
                    <a:pt x="2243641" y="2305003"/>
                  </a:lnTo>
                  <a:lnTo>
                    <a:pt x="2245352" y="2277557"/>
                  </a:lnTo>
                  <a:lnTo>
                    <a:pt x="2247063" y="2296404"/>
                  </a:lnTo>
                  <a:lnTo>
                    <a:pt x="2248775" y="2275710"/>
                  </a:lnTo>
                  <a:lnTo>
                    <a:pt x="2250486" y="2284970"/>
                  </a:lnTo>
                  <a:lnTo>
                    <a:pt x="2252198" y="2289830"/>
                  </a:lnTo>
                  <a:lnTo>
                    <a:pt x="2253909" y="2272651"/>
                  </a:lnTo>
                  <a:lnTo>
                    <a:pt x="2255620" y="2269356"/>
                  </a:lnTo>
                  <a:lnTo>
                    <a:pt x="2257332" y="2271701"/>
                  </a:lnTo>
                  <a:lnTo>
                    <a:pt x="2259043" y="2283806"/>
                  </a:lnTo>
                  <a:lnTo>
                    <a:pt x="2260755" y="2284990"/>
                  </a:lnTo>
                  <a:lnTo>
                    <a:pt x="2262466" y="2253985"/>
                  </a:lnTo>
                  <a:lnTo>
                    <a:pt x="2264177" y="2210253"/>
                  </a:lnTo>
                  <a:lnTo>
                    <a:pt x="2265889" y="2274637"/>
                  </a:lnTo>
                  <a:lnTo>
                    <a:pt x="2267600" y="2309194"/>
                  </a:lnTo>
                  <a:lnTo>
                    <a:pt x="2269312" y="2329212"/>
                  </a:lnTo>
                  <a:lnTo>
                    <a:pt x="2271023" y="2308926"/>
                  </a:lnTo>
                  <a:lnTo>
                    <a:pt x="2272734" y="2328731"/>
                  </a:lnTo>
                  <a:lnTo>
                    <a:pt x="2274446" y="2328074"/>
                  </a:lnTo>
                  <a:lnTo>
                    <a:pt x="2276157" y="2353603"/>
                  </a:lnTo>
                  <a:lnTo>
                    <a:pt x="2277869" y="2358673"/>
                  </a:lnTo>
                  <a:lnTo>
                    <a:pt x="2279580" y="2346621"/>
                  </a:lnTo>
                  <a:lnTo>
                    <a:pt x="2281291" y="2350149"/>
                  </a:lnTo>
                  <a:lnTo>
                    <a:pt x="2283003" y="2369074"/>
                  </a:lnTo>
                  <a:lnTo>
                    <a:pt x="2284714" y="2351258"/>
                  </a:lnTo>
                  <a:lnTo>
                    <a:pt x="2286426" y="2343946"/>
                  </a:lnTo>
                  <a:lnTo>
                    <a:pt x="2288137" y="2351352"/>
                  </a:lnTo>
                  <a:lnTo>
                    <a:pt x="2289848" y="2313843"/>
                  </a:lnTo>
                  <a:lnTo>
                    <a:pt x="2291560" y="2310628"/>
                  </a:lnTo>
                  <a:lnTo>
                    <a:pt x="2293271" y="2245110"/>
                  </a:lnTo>
                  <a:lnTo>
                    <a:pt x="2294983" y="2149412"/>
                  </a:lnTo>
                  <a:lnTo>
                    <a:pt x="2296694" y="2168651"/>
                  </a:lnTo>
                  <a:lnTo>
                    <a:pt x="2298405" y="2230981"/>
                  </a:lnTo>
                  <a:lnTo>
                    <a:pt x="2300117" y="2270530"/>
                  </a:lnTo>
                  <a:lnTo>
                    <a:pt x="2301828" y="2266173"/>
                  </a:lnTo>
                  <a:lnTo>
                    <a:pt x="2303540" y="2236147"/>
                  </a:lnTo>
                  <a:lnTo>
                    <a:pt x="2305251" y="2237371"/>
                  </a:lnTo>
                  <a:lnTo>
                    <a:pt x="2306962" y="2248083"/>
                  </a:lnTo>
                  <a:lnTo>
                    <a:pt x="2308674" y="2246242"/>
                  </a:lnTo>
                  <a:lnTo>
                    <a:pt x="2310385" y="2155340"/>
                  </a:lnTo>
                  <a:lnTo>
                    <a:pt x="2312097" y="2232571"/>
                  </a:lnTo>
                  <a:lnTo>
                    <a:pt x="2313808" y="2281540"/>
                  </a:lnTo>
                  <a:lnTo>
                    <a:pt x="2315519" y="2301210"/>
                  </a:lnTo>
                  <a:lnTo>
                    <a:pt x="2317231" y="2280585"/>
                  </a:lnTo>
                  <a:lnTo>
                    <a:pt x="2318942" y="2278923"/>
                  </a:lnTo>
                  <a:lnTo>
                    <a:pt x="2320653" y="2231596"/>
                  </a:lnTo>
                  <a:lnTo>
                    <a:pt x="2322365" y="2213281"/>
                  </a:lnTo>
                  <a:lnTo>
                    <a:pt x="2324076" y="2266731"/>
                  </a:lnTo>
                  <a:lnTo>
                    <a:pt x="2325788" y="2238833"/>
                  </a:lnTo>
                  <a:lnTo>
                    <a:pt x="2327499" y="2283497"/>
                  </a:lnTo>
                  <a:lnTo>
                    <a:pt x="2329210" y="2302629"/>
                  </a:lnTo>
                  <a:lnTo>
                    <a:pt x="2330922" y="2298501"/>
                  </a:lnTo>
                  <a:lnTo>
                    <a:pt x="2332633" y="2302565"/>
                  </a:lnTo>
                  <a:lnTo>
                    <a:pt x="2334345" y="2286490"/>
                  </a:lnTo>
                  <a:lnTo>
                    <a:pt x="2336056" y="2260424"/>
                  </a:lnTo>
                  <a:lnTo>
                    <a:pt x="2337767" y="2258678"/>
                  </a:lnTo>
                  <a:lnTo>
                    <a:pt x="2339479" y="2252288"/>
                  </a:lnTo>
                  <a:lnTo>
                    <a:pt x="2341190" y="2279916"/>
                  </a:lnTo>
                  <a:lnTo>
                    <a:pt x="2342902" y="2235510"/>
                  </a:lnTo>
                  <a:lnTo>
                    <a:pt x="2344613" y="2232738"/>
                  </a:lnTo>
                  <a:lnTo>
                    <a:pt x="2346324" y="2236166"/>
                  </a:lnTo>
                  <a:lnTo>
                    <a:pt x="2348036" y="2204960"/>
                  </a:lnTo>
                  <a:lnTo>
                    <a:pt x="2349747" y="2212658"/>
                  </a:lnTo>
                  <a:lnTo>
                    <a:pt x="2351459" y="2188474"/>
                  </a:lnTo>
                  <a:lnTo>
                    <a:pt x="2353170" y="2235328"/>
                  </a:lnTo>
                  <a:lnTo>
                    <a:pt x="2354881" y="2208958"/>
                  </a:lnTo>
                  <a:lnTo>
                    <a:pt x="2356593" y="2190998"/>
                  </a:lnTo>
                  <a:lnTo>
                    <a:pt x="2358304" y="2100263"/>
                  </a:lnTo>
                  <a:lnTo>
                    <a:pt x="2360016" y="2097319"/>
                  </a:lnTo>
                  <a:lnTo>
                    <a:pt x="2361727" y="2120345"/>
                  </a:lnTo>
                  <a:lnTo>
                    <a:pt x="2363438" y="2187875"/>
                  </a:lnTo>
                  <a:lnTo>
                    <a:pt x="2365150" y="2214193"/>
                  </a:lnTo>
                  <a:lnTo>
                    <a:pt x="2366861" y="2221919"/>
                  </a:lnTo>
                  <a:lnTo>
                    <a:pt x="2368573" y="2120159"/>
                  </a:lnTo>
                  <a:lnTo>
                    <a:pt x="2370284" y="2122856"/>
                  </a:lnTo>
                  <a:lnTo>
                    <a:pt x="2371995" y="2205075"/>
                  </a:lnTo>
                  <a:lnTo>
                    <a:pt x="2373707" y="2221376"/>
                  </a:lnTo>
                  <a:lnTo>
                    <a:pt x="2375418" y="2226661"/>
                  </a:lnTo>
                  <a:lnTo>
                    <a:pt x="2377130" y="2253874"/>
                  </a:lnTo>
                  <a:lnTo>
                    <a:pt x="2378841" y="2265138"/>
                  </a:lnTo>
                  <a:lnTo>
                    <a:pt x="2380552" y="2288830"/>
                  </a:lnTo>
                  <a:lnTo>
                    <a:pt x="2382264" y="2271843"/>
                  </a:lnTo>
                  <a:lnTo>
                    <a:pt x="2383975" y="2238421"/>
                  </a:lnTo>
                  <a:lnTo>
                    <a:pt x="2385687" y="2241313"/>
                  </a:lnTo>
                  <a:lnTo>
                    <a:pt x="2387398" y="2222702"/>
                  </a:lnTo>
                  <a:lnTo>
                    <a:pt x="2389109" y="2198974"/>
                  </a:lnTo>
                  <a:lnTo>
                    <a:pt x="2390821" y="2179083"/>
                  </a:lnTo>
                  <a:lnTo>
                    <a:pt x="2392532" y="2151349"/>
                  </a:lnTo>
                  <a:lnTo>
                    <a:pt x="2394244" y="2186018"/>
                  </a:lnTo>
                  <a:lnTo>
                    <a:pt x="2395955" y="2195444"/>
                  </a:lnTo>
                  <a:lnTo>
                    <a:pt x="2397666" y="2166116"/>
                  </a:lnTo>
                  <a:lnTo>
                    <a:pt x="2399378" y="2183228"/>
                  </a:lnTo>
                  <a:lnTo>
                    <a:pt x="2401089" y="2138322"/>
                  </a:lnTo>
                  <a:lnTo>
                    <a:pt x="2402801" y="2021802"/>
                  </a:lnTo>
                  <a:lnTo>
                    <a:pt x="2404512" y="1972376"/>
                  </a:lnTo>
                  <a:lnTo>
                    <a:pt x="2406223" y="1948023"/>
                  </a:lnTo>
                  <a:lnTo>
                    <a:pt x="2407935" y="1919000"/>
                  </a:lnTo>
                  <a:lnTo>
                    <a:pt x="2409646" y="1916135"/>
                  </a:lnTo>
                  <a:lnTo>
                    <a:pt x="2411358" y="1963109"/>
                  </a:lnTo>
                  <a:lnTo>
                    <a:pt x="2413069" y="2008885"/>
                  </a:lnTo>
                  <a:lnTo>
                    <a:pt x="2414780" y="2090277"/>
                  </a:lnTo>
                  <a:lnTo>
                    <a:pt x="2416492" y="2137205"/>
                  </a:lnTo>
                  <a:lnTo>
                    <a:pt x="2418203" y="2179172"/>
                  </a:lnTo>
                  <a:lnTo>
                    <a:pt x="2419915" y="2211842"/>
                  </a:lnTo>
                  <a:lnTo>
                    <a:pt x="2421626" y="2230456"/>
                  </a:lnTo>
                  <a:lnTo>
                    <a:pt x="2423337" y="2233722"/>
                  </a:lnTo>
                  <a:lnTo>
                    <a:pt x="2425049" y="2241724"/>
                  </a:lnTo>
                  <a:lnTo>
                    <a:pt x="2426760" y="2223568"/>
                  </a:lnTo>
                  <a:lnTo>
                    <a:pt x="2428471" y="2221740"/>
                  </a:lnTo>
                  <a:lnTo>
                    <a:pt x="2430183" y="2212038"/>
                  </a:lnTo>
                  <a:lnTo>
                    <a:pt x="2431894" y="2203137"/>
                  </a:lnTo>
                  <a:lnTo>
                    <a:pt x="2433606" y="2235523"/>
                  </a:lnTo>
                  <a:lnTo>
                    <a:pt x="2435317" y="2242462"/>
                  </a:lnTo>
                  <a:lnTo>
                    <a:pt x="2437028" y="2260007"/>
                  </a:lnTo>
                  <a:lnTo>
                    <a:pt x="2438740" y="2230984"/>
                  </a:lnTo>
                  <a:lnTo>
                    <a:pt x="2440451" y="2233641"/>
                  </a:lnTo>
                  <a:lnTo>
                    <a:pt x="2442163" y="2240378"/>
                  </a:lnTo>
                  <a:lnTo>
                    <a:pt x="2443874" y="2230512"/>
                  </a:lnTo>
                  <a:lnTo>
                    <a:pt x="2445585" y="2263603"/>
                  </a:lnTo>
                  <a:lnTo>
                    <a:pt x="2447297" y="2174153"/>
                  </a:lnTo>
                  <a:lnTo>
                    <a:pt x="2449008" y="2145278"/>
                  </a:lnTo>
                  <a:lnTo>
                    <a:pt x="2450720" y="2100929"/>
                  </a:lnTo>
                  <a:lnTo>
                    <a:pt x="2452431" y="2072647"/>
                  </a:lnTo>
                  <a:lnTo>
                    <a:pt x="2454142" y="2105945"/>
                  </a:lnTo>
                  <a:lnTo>
                    <a:pt x="2455854" y="2155919"/>
                  </a:lnTo>
                  <a:lnTo>
                    <a:pt x="2457565" y="2205344"/>
                  </a:lnTo>
                  <a:lnTo>
                    <a:pt x="2459277" y="2209552"/>
                  </a:lnTo>
                  <a:lnTo>
                    <a:pt x="2460988" y="2172087"/>
                  </a:lnTo>
                  <a:lnTo>
                    <a:pt x="2462699" y="2161753"/>
                  </a:lnTo>
                  <a:lnTo>
                    <a:pt x="2464411" y="2167137"/>
                  </a:lnTo>
                  <a:lnTo>
                    <a:pt x="2466122" y="2158963"/>
                  </a:lnTo>
                  <a:lnTo>
                    <a:pt x="2467834" y="2132893"/>
                  </a:lnTo>
                  <a:lnTo>
                    <a:pt x="2469545" y="2096443"/>
                  </a:lnTo>
                  <a:lnTo>
                    <a:pt x="2471256" y="2065282"/>
                  </a:lnTo>
                  <a:lnTo>
                    <a:pt x="2472968" y="2098219"/>
                  </a:lnTo>
                  <a:lnTo>
                    <a:pt x="2474679" y="2134340"/>
                  </a:lnTo>
                  <a:lnTo>
                    <a:pt x="2476391" y="2147796"/>
                  </a:lnTo>
                  <a:lnTo>
                    <a:pt x="2478102" y="2142684"/>
                  </a:lnTo>
                  <a:lnTo>
                    <a:pt x="2479813" y="2120322"/>
                  </a:lnTo>
                  <a:lnTo>
                    <a:pt x="2481525" y="2070433"/>
                  </a:lnTo>
                  <a:lnTo>
                    <a:pt x="2483236" y="2080895"/>
                  </a:lnTo>
                  <a:lnTo>
                    <a:pt x="2484948" y="2093611"/>
                  </a:lnTo>
                  <a:lnTo>
                    <a:pt x="2486659" y="2085205"/>
                  </a:lnTo>
                  <a:lnTo>
                    <a:pt x="2488370" y="2130342"/>
                  </a:lnTo>
                  <a:lnTo>
                    <a:pt x="2490082" y="2149167"/>
                  </a:lnTo>
                  <a:lnTo>
                    <a:pt x="2491793" y="2150522"/>
                  </a:lnTo>
                  <a:lnTo>
                    <a:pt x="2493505" y="2108097"/>
                  </a:lnTo>
                  <a:lnTo>
                    <a:pt x="2495216" y="2118571"/>
                  </a:lnTo>
                  <a:lnTo>
                    <a:pt x="2496927" y="2138113"/>
                  </a:lnTo>
                  <a:lnTo>
                    <a:pt x="2498639" y="2198877"/>
                  </a:lnTo>
                  <a:lnTo>
                    <a:pt x="2500350" y="2268640"/>
                  </a:lnTo>
                  <a:lnTo>
                    <a:pt x="2502062" y="2273142"/>
                  </a:lnTo>
                  <a:lnTo>
                    <a:pt x="2503773" y="2287673"/>
                  </a:lnTo>
                  <a:lnTo>
                    <a:pt x="2505484" y="2265239"/>
                  </a:lnTo>
                  <a:lnTo>
                    <a:pt x="2507196" y="2283081"/>
                  </a:lnTo>
                  <a:lnTo>
                    <a:pt x="2508907" y="2182828"/>
                  </a:lnTo>
                  <a:lnTo>
                    <a:pt x="2510619" y="2115439"/>
                  </a:lnTo>
                  <a:lnTo>
                    <a:pt x="2512330" y="2111125"/>
                  </a:lnTo>
                  <a:lnTo>
                    <a:pt x="2514041" y="2048762"/>
                  </a:lnTo>
                  <a:lnTo>
                    <a:pt x="2515753" y="2035924"/>
                  </a:lnTo>
                  <a:lnTo>
                    <a:pt x="2517464" y="2006689"/>
                  </a:lnTo>
                  <a:lnTo>
                    <a:pt x="2519176" y="1973861"/>
                  </a:lnTo>
                  <a:lnTo>
                    <a:pt x="2520887" y="1984534"/>
                  </a:lnTo>
                  <a:lnTo>
                    <a:pt x="2522598" y="1979969"/>
                  </a:lnTo>
                  <a:lnTo>
                    <a:pt x="2524310" y="2068949"/>
                  </a:lnTo>
                  <a:lnTo>
                    <a:pt x="2526021" y="2067721"/>
                  </a:lnTo>
                  <a:lnTo>
                    <a:pt x="2527733" y="1995238"/>
                  </a:lnTo>
                  <a:lnTo>
                    <a:pt x="2529444" y="2023407"/>
                  </a:lnTo>
                  <a:lnTo>
                    <a:pt x="2531155" y="2096629"/>
                  </a:lnTo>
                  <a:lnTo>
                    <a:pt x="2532867" y="2131710"/>
                  </a:lnTo>
                  <a:lnTo>
                    <a:pt x="2534578" y="2135686"/>
                  </a:lnTo>
                  <a:lnTo>
                    <a:pt x="2536289" y="2112750"/>
                  </a:lnTo>
                  <a:lnTo>
                    <a:pt x="2538001" y="2070392"/>
                  </a:lnTo>
                  <a:lnTo>
                    <a:pt x="2539712" y="2048546"/>
                  </a:lnTo>
                  <a:lnTo>
                    <a:pt x="2541424" y="2029483"/>
                  </a:lnTo>
                  <a:lnTo>
                    <a:pt x="2543135" y="2031728"/>
                  </a:lnTo>
                  <a:lnTo>
                    <a:pt x="2544846" y="2031408"/>
                  </a:lnTo>
                  <a:lnTo>
                    <a:pt x="2546558" y="2024830"/>
                  </a:lnTo>
                  <a:lnTo>
                    <a:pt x="2548269" y="2024594"/>
                  </a:lnTo>
                  <a:lnTo>
                    <a:pt x="2549981" y="2044186"/>
                  </a:lnTo>
                  <a:lnTo>
                    <a:pt x="2551692" y="2039573"/>
                  </a:lnTo>
                  <a:lnTo>
                    <a:pt x="2553403" y="2109505"/>
                  </a:lnTo>
                  <a:lnTo>
                    <a:pt x="2555115" y="2046124"/>
                  </a:lnTo>
                  <a:lnTo>
                    <a:pt x="2556826" y="2050660"/>
                  </a:lnTo>
                  <a:lnTo>
                    <a:pt x="2558538" y="2042076"/>
                  </a:lnTo>
                  <a:lnTo>
                    <a:pt x="2560249" y="2169358"/>
                  </a:lnTo>
                  <a:lnTo>
                    <a:pt x="2561960" y="2138796"/>
                  </a:lnTo>
                  <a:lnTo>
                    <a:pt x="2563672" y="2110533"/>
                  </a:lnTo>
                  <a:lnTo>
                    <a:pt x="2565383" y="2158000"/>
                  </a:lnTo>
                  <a:lnTo>
                    <a:pt x="2567095" y="2191835"/>
                  </a:lnTo>
                  <a:lnTo>
                    <a:pt x="2568806" y="2234372"/>
                  </a:lnTo>
                  <a:lnTo>
                    <a:pt x="2570517" y="2227749"/>
                  </a:lnTo>
                  <a:lnTo>
                    <a:pt x="2572229" y="2224437"/>
                  </a:lnTo>
                  <a:lnTo>
                    <a:pt x="2573940" y="2139528"/>
                  </a:lnTo>
                  <a:lnTo>
                    <a:pt x="2575652" y="2107786"/>
                  </a:lnTo>
                  <a:lnTo>
                    <a:pt x="2577363" y="2098564"/>
                  </a:lnTo>
                  <a:lnTo>
                    <a:pt x="2579074" y="2121591"/>
                  </a:lnTo>
                  <a:lnTo>
                    <a:pt x="2580786" y="2082587"/>
                  </a:lnTo>
                  <a:lnTo>
                    <a:pt x="2582497" y="2142289"/>
                  </a:lnTo>
                  <a:lnTo>
                    <a:pt x="2584209" y="2172184"/>
                  </a:lnTo>
                  <a:lnTo>
                    <a:pt x="2585920" y="2156032"/>
                  </a:lnTo>
                  <a:lnTo>
                    <a:pt x="2587631" y="2074877"/>
                  </a:lnTo>
                  <a:lnTo>
                    <a:pt x="2589343" y="2081962"/>
                  </a:lnTo>
                  <a:lnTo>
                    <a:pt x="2591054" y="2088847"/>
                  </a:lnTo>
                  <a:lnTo>
                    <a:pt x="2592766" y="2183117"/>
                  </a:lnTo>
                  <a:lnTo>
                    <a:pt x="2594477" y="2187307"/>
                  </a:lnTo>
                  <a:lnTo>
                    <a:pt x="2596188" y="2215282"/>
                  </a:lnTo>
                  <a:lnTo>
                    <a:pt x="2597900" y="2229888"/>
                  </a:lnTo>
                  <a:lnTo>
                    <a:pt x="2599611" y="2226050"/>
                  </a:lnTo>
                  <a:lnTo>
                    <a:pt x="2601323" y="2229323"/>
                  </a:lnTo>
                  <a:lnTo>
                    <a:pt x="2603034" y="2220717"/>
                  </a:lnTo>
                  <a:lnTo>
                    <a:pt x="2604745" y="2258326"/>
                  </a:lnTo>
                  <a:lnTo>
                    <a:pt x="2606457" y="2264862"/>
                  </a:lnTo>
                  <a:lnTo>
                    <a:pt x="2608168" y="2283313"/>
                  </a:lnTo>
                  <a:lnTo>
                    <a:pt x="2609880" y="2284492"/>
                  </a:lnTo>
                  <a:lnTo>
                    <a:pt x="2611591" y="2257184"/>
                  </a:lnTo>
                  <a:lnTo>
                    <a:pt x="2613302" y="2171470"/>
                  </a:lnTo>
                  <a:lnTo>
                    <a:pt x="2615014" y="2148169"/>
                  </a:lnTo>
                  <a:lnTo>
                    <a:pt x="2616725" y="2202464"/>
                  </a:lnTo>
                  <a:lnTo>
                    <a:pt x="2618437" y="2186424"/>
                  </a:lnTo>
                  <a:lnTo>
                    <a:pt x="2620148" y="2116614"/>
                  </a:lnTo>
                  <a:lnTo>
                    <a:pt x="2621859" y="2095623"/>
                  </a:lnTo>
                  <a:lnTo>
                    <a:pt x="2623571" y="2069097"/>
                  </a:lnTo>
                  <a:lnTo>
                    <a:pt x="2625282" y="2108009"/>
                  </a:lnTo>
                  <a:lnTo>
                    <a:pt x="2626994" y="2051034"/>
                  </a:lnTo>
                  <a:lnTo>
                    <a:pt x="2628705" y="2030572"/>
                  </a:lnTo>
                  <a:lnTo>
                    <a:pt x="2630416" y="2018312"/>
                  </a:lnTo>
                  <a:lnTo>
                    <a:pt x="2632128" y="2029543"/>
                  </a:lnTo>
                  <a:lnTo>
                    <a:pt x="2633839" y="2049364"/>
                  </a:lnTo>
                  <a:lnTo>
                    <a:pt x="2635550" y="2060651"/>
                  </a:lnTo>
                  <a:lnTo>
                    <a:pt x="2637262" y="2048624"/>
                  </a:lnTo>
                  <a:lnTo>
                    <a:pt x="2638973" y="2128250"/>
                  </a:lnTo>
                  <a:lnTo>
                    <a:pt x="2640685" y="2122534"/>
                  </a:lnTo>
                  <a:lnTo>
                    <a:pt x="2642396" y="2164325"/>
                  </a:lnTo>
                  <a:lnTo>
                    <a:pt x="2644107" y="2196839"/>
                  </a:lnTo>
                  <a:lnTo>
                    <a:pt x="2645819" y="2188786"/>
                  </a:lnTo>
                  <a:lnTo>
                    <a:pt x="2647530" y="2279368"/>
                  </a:lnTo>
                  <a:lnTo>
                    <a:pt x="2649242" y="2261590"/>
                  </a:lnTo>
                  <a:lnTo>
                    <a:pt x="2650953" y="2244058"/>
                  </a:lnTo>
                  <a:lnTo>
                    <a:pt x="2652664" y="2177991"/>
                  </a:lnTo>
                  <a:lnTo>
                    <a:pt x="2654376" y="2150948"/>
                  </a:lnTo>
                  <a:lnTo>
                    <a:pt x="2656087" y="2151388"/>
                  </a:lnTo>
                  <a:lnTo>
                    <a:pt x="2657799" y="2112143"/>
                  </a:lnTo>
                  <a:lnTo>
                    <a:pt x="2659510" y="2143638"/>
                  </a:lnTo>
                  <a:lnTo>
                    <a:pt x="2661221" y="2130199"/>
                  </a:lnTo>
                  <a:lnTo>
                    <a:pt x="2662933" y="2092860"/>
                  </a:lnTo>
                  <a:lnTo>
                    <a:pt x="2664644" y="2124672"/>
                  </a:lnTo>
                  <a:lnTo>
                    <a:pt x="2666356" y="2179916"/>
                  </a:lnTo>
                  <a:lnTo>
                    <a:pt x="2668067" y="2242580"/>
                  </a:lnTo>
                  <a:lnTo>
                    <a:pt x="2669778" y="2280791"/>
                  </a:lnTo>
                  <a:lnTo>
                    <a:pt x="2671490" y="2323615"/>
                  </a:lnTo>
                  <a:lnTo>
                    <a:pt x="2673201" y="2303907"/>
                  </a:lnTo>
                  <a:lnTo>
                    <a:pt x="2674913" y="2270283"/>
                  </a:lnTo>
                  <a:lnTo>
                    <a:pt x="2676624" y="2185313"/>
                  </a:lnTo>
                  <a:lnTo>
                    <a:pt x="2678335" y="2120167"/>
                  </a:lnTo>
                  <a:lnTo>
                    <a:pt x="2680047" y="2098137"/>
                  </a:lnTo>
                  <a:lnTo>
                    <a:pt x="2681758" y="2068890"/>
                  </a:lnTo>
                  <a:lnTo>
                    <a:pt x="2683470" y="2091805"/>
                  </a:lnTo>
                  <a:lnTo>
                    <a:pt x="2685181" y="2059453"/>
                  </a:lnTo>
                  <a:lnTo>
                    <a:pt x="2686892" y="2087635"/>
                  </a:lnTo>
                  <a:lnTo>
                    <a:pt x="2688604" y="2060886"/>
                  </a:lnTo>
                  <a:lnTo>
                    <a:pt x="2690315" y="2051329"/>
                  </a:lnTo>
                  <a:lnTo>
                    <a:pt x="2692027" y="2081041"/>
                  </a:lnTo>
                  <a:lnTo>
                    <a:pt x="2693738" y="2167396"/>
                  </a:lnTo>
                  <a:lnTo>
                    <a:pt x="2695449" y="2222002"/>
                  </a:lnTo>
                  <a:lnTo>
                    <a:pt x="2697161" y="2227511"/>
                  </a:lnTo>
                  <a:lnTo>
                    <a:pt x="2698872" y="2242918"/>
                  </a:lnTo>
                  <a:lnTo>
                    <a:pt x="2700584" y="2264582"/>
                  </a:lnTo>
                  <a:lnTo>
                    <a:pt x="2702295" y="2273277"/>
                  </a:lnTo>
                  <a:lnTo>
                    <a:pt x="2704006" y="2264109"/>
                  </a:lnTo>
                  <a:lnTo>
                    <a:pt x="2705718" y="2239636"/>
                  </a:lnTo>
                  <a:lnTo>
                    <a:pt x="2707429" y="2200497"/>
                  </a:lnTo>
                  <a:lnTo>
                    <a:pt x="2709141" y="2257171"/>
                  </a:lnTo>
                  <a:lnTo>
                    <a:pt x="2710852" y="2264510"/>
                  </a:lnTo>
                  <a:lnTo>
                    <a:pt x="2712563" y="2285104"/>
                  </a:lnTo>
                  <a:lnTo>
                    <a:pt x="2714275" y="2295700"/>
                  </a:lnTo>
                  <a:lnTo>
                    <a:pt x="2715986" y="2305045"/>
                  </a:lnTo>
                  <a:lnTo>
                    <a:pt x="2717698" y="2336280"/>
                  </a:lnTo>
                  <a:lnTo>
                    <a:pt x="2719409" y="2334679"/>
                  </a:lnTo>
                  <a:lnTo>
                    <a:pt x="2721120" y="2319308"/>
                  </a:lnTo>
                  <a:lnTo>
                    <a:pt x="2722832" y="2316534"/>
                  </a:lnTo>
                  <a:lnTo>
                    <a:pt x="2724543" y="2300944"/>
                  </a:lnTo>
                  <a:lnTo>
                    <a:pt x="2726255" y="2344941"/>
                  </a:lnTo>
                  <a:lnTo>
                    <a:pt x="2727966" y="2322000"/>
                  </a:lnTo>
                  <a:lnTo>
                    <a:pt x="2729677" y="2355214"/>
                  </a:lnTo>
                  <a:lnTo>
                    <a:pt x="2731389" y="2350683"/>
                  </a:lnTo>
                  <a:lnTo>
                    <a:pt x="2733100" y="2309482"/>
                  </a:lnTo>
                  <a:lnTo>
                    <a:pt x="2734812" y="2349332"/>
                  </a:lnTo>
                  <a:lnTo>
                    <a:pt x="2736523" y="2331337"/>
                  </a:lnTo>
                  <a:lnTo>
                    <a:pt x="2738234" y="2323047"/>
                  </a:lnTo>
                  <a:lnTo>
                    <a:pt x="2739946" y="2307446"/>
                  </a:lnTo>
                  <a:lnTo>
                    <a:pt x="2741657" y="2206584"/>
                  </a:lnTo>
                  <a:lnTo>
                    <a:pt x="2743368" y="2131577"/>
                  </a:lnTo>
                  <a:lnTo>
                    <a:pt x="2745080" y="2072133"/>
                  </a:lnTo>
                  <a:lnTo>
                    <a:pt x="2746791" y="2148760"/>
                  </a:lnTo>
                  <a:lnTo>
                    <a:pt x="2748503" y="2153755"/>
                  </a:lnTo>
                  <a:lnTo>
                    <a:pt x="2750214" y="2133530"/>
                  </a:lnTo>
                  <a:lnTo>
                    <a:pt x="2751925" y="2142208"/>
                  </a:lnTo>
                  <a:lnTo>
                    <a:pt x="2753637" y="2112130"/>
                  </a:lnTo>
                  <a:lnTo>
                    <a:pt x="2755348" y="2110755"/>
                  </a:lnTo>
                  <a:lnTo>
                    <a:pt x="2757060" y="2027179"/>
                  </a:lnTo>
                  <a:lnTo>
                    <a:pt x="2758771" y="1987457"/>
                  </a:lnTo>
                  <a:lnTo>
                    <a:pt x="2760482" y="2009747"/>
                  </a:lnTo>
                  <a:lnTo>
                    <a:pt x="2762194" y="1977446"/>
                  </a:lnTo>
                  <a:lnTo>
                    <a:pt x="2763905" y="2023055"/>
                  </a:lnTo>
                  <a:lnTo>
                    <a:pt x="2765617" y="2111482"/>
                  </a:lnTo>
                  <a:lnTo>
                    <a:pt x="2767328" y="2117852"/>
                  </a:lnTo>
                  <a:lnTo>
                    <a:pt x="2769039" y="2183566"/>
                  </a:lnTo>
                  <a:lnTo>
                    <a:pt x="2770751" y="2157442"/>
                  </a:lnTo>
                  <a:lnTo>
                    <a:pt x="2772462" y="2192222"/>
                  </a:lnTo>
                  <a:lnTo>
                    <a:pt x="2774174" y="2243764"/>
                  </a:lnTo>
                  <a:lnTo>
                    <a:pt x="2775885" y="2291836"/>
                  </a:lnTo>
                  <a:lnTo>
                    <a:pt x="2777596" y="2300892"/>
                  </a:lnTo>
                  <a:lnTo>
                    <a:pt x="2779308" y="2282759"/>
                  </a:lnTo>
                  <a:lnTo>
                    <a:pt x="2781019" y="2283146"/>
                  </a:lnTo>
                  <a:lnTo>
                    <a:pt x="2782731" y="2284561"/>
                  </a:lnTo>
                  <a:lnTo>
                    <a:pt x="2784442" y="2270922"/>
                  </a:lnTo>
                  <a:lnTo>
                    <a:pt x="2786153" y="2221529"/>
                  </a:lnTo>
                  <a:lnTo>
                    <a:pt x="2787865" y="2224180"/>
                  </a:lnTo>
                  <a:lnTo>
                    <a:pt x="2789576" y="2245161"/>
                  </a:lnTo>
                  <a:lnTo>
                    <a:pt x="2791288" y="2191843"/>
                  </a:lnTo>
                  <a:lnTo>
                    <a:pt x="2792999" y="2084299"/>
                  </a:lnTo>
                  <a:lnTo>
                    <a:pt x="2794710" y="2056388"/>
                  </a:lnTo>
                  <a:lnTo>
                    <a:pt x="2796422" y="2013040"/>
                  </a:lnTo>
                  <a:lnTo>
                    <a:pt x="2798133" y="2033284"/>
                  </a:lnTo>
                  <a:lnTo>
                    <a:pt x="2799845" y="1974278"/>
                  </a:lnTo>
                  <a:lnTo>
                    <a:pt x="2801556" y="1988794"/>
                  </a:lnTo>
                  <a:lnTo>
                    <a:pt x="2803267" y="1956461"/>
                  </a:lnTo>
                  <a:lnTo>
                    <a:pt x="2804979" y="1962704"/>
                  </a:lnTo>
                  <a:lnTo>
                    <a:pt x="2806690" y="2045308"/>
                  </a:lnTo>
                  <a:lnTo>
                    <a:pt x="2808402" y="2032115"/>
                  </a:lnTo>
                  <a:lnTo>
                    <a:pt x="2810113" y="2035575"/>
                  </a:lnTo>
                  <a:lnTo>
                    <a:pt x="2811824" y="2035245"/>
                  </a:lnTo>
                  <a:lnTo>
                    <a:pt x="2813536" y="2045219"/>
                  </a:lnTo>
                  <a:lnTo>
                    <a:pt x="2815247" y="2079379"/>
                  </a:lnTo>
                  <a:lnTo>
                    <a:pt x="2816959" y="2034893"/>
                  </a:lnTo>
                  <a:lnTo>
                    <a:pt x="2818670" y="2139934"/>
                  </a:lnTo>
                  <a:lnTo>
                    <a:pt x="2820381" y="2129553"/>
                  </a:lnTo>
                  <a:lnTo>
                    <a:pt x="2822093" y="2144555"/>
                  </a:lnTo>
                  <a:lnTo>
                    <a:pt x="2823804" y="2132276"/>
                  </a:lnTo>
                  <a:lnTo>
                    <a:pt x="2825516" y="2118524"/>
                  </a:lnTo>
                  <a:lnTo>
                    <a:pt x="2827227" y="2085592"/>
                  </a:lnTo>
                  <a:lnTo>
                    <a:pt x="2828938" y="2181744"/>
                  </a:lnTo>
                  <a:lnTo>
                    <a:pt x="2830650" y="2193587"/>
                  </a:lnTo>
                  <a:lnTo>
                    <a:pt x="2832361" y="2201383"/>
                  </a:lnTo>
                  <a:lnTo>
                    <a:pt x="2834073" y="2165168"/>
                  </a:lnTo>
                  <a:lnTo>
                    <a:pt x="2835784" y="2139073"/>
                  </a:lnTo>
                  <a:lnTo>
                    <a:pt x="2837495" y="2137728"/>
                  </a:lnTo>
                  <a:lnTo>
                    <a:pt x="2839207" y="2076428"/>
                  </a:lnTo>
                  <a:lnTo>
                    <a:pt x="2840918" y="2086799"/>
                  </a:lnTo>
                  <a:lnTo>
                    <a:pt x="2842630" y="2006958"/>
                  </a:lnTo>
                  <a:lnTo>
                    <a:pt x="2844341" y="2031896"/>
                  </a:lnTo>
                  <a:lnTo>
                    <a:pt x="2846052" y="2058711"/>
                  </a:lnTo>
                  <a:lnTo>
                    <a:pt x="2847764" y="1947492"/>
                  </a:lnTo>
                  <a:lnTo>
                    <a:pt x="2849475" y="1902717"/>
                  </a:lnTo>
                  <a:lnTo>
                    <a:pt x="2851186" y="1881274"/>
                  </a:lnTo>
                  <a:lnTo>
                    <a:pt x="2852898" y="1860212"/>
                  </a:lnTo>
                  <a:lnTo>
                    <a:pt x="2854609" y="1947093"/>
                  </a:lnTo>
                  <a:lnTo>
                    <a:pt x="2856321" y="1952442"/>
                  </a:lnTo>
                  <a:lnTo>
                    <a:pt x="2858032" y="1848264"/>
                  </a:lnTo>
                  <a:lnTo>
                    <a:pt x="2859743" y="1730962"/>
                  </a:lnTo>
                  <a:lnTo>
                    <a:pt x="2861455" y="1760404"/>
                  </a:lnTo>
                  <a:lnTo>
                    <a:pt x="2863166" y="1712467"/>
                  </a:lnTo>
                  <a:lnTo>
                    <a:pt x="2864878" y="1687883"/>
                  </a:lnTo>
                  <a:lnTo>
                    <a:pt x="2866589" y="1693212"/>
                  </a:lnTo>
                  <a:lnTo>
                    <a:pt x="2868300" y="1681023"/>
                  </a:lnTo>
                  <a:lnTo>
                    <a:pt x="2870012" y="1702783"/>
                  </a:lnTo>
                  <a:lnTo>
                    <a:pt x="2871723" y="1823803"/>
                  </a:lnTo>
                  <a:lnTo>
                    <a:pt x="2873435" y="1847330"/>
                  </a:lnTo>
                  <a:lnTo>
                    <a:pt x="2875146" y="1817958"/>
                  </a:lnTo>
                  <a:lnTo>
                    <a:pt x="2876857" y="1721075"/>
                  </a:lnTo>
                  <a:lnTo>
                    <a:pt x="2878569" y="1699213"/>
                  </a:lnTo>
                  <a:lnTo>
                    <a:pt x="2880280" y="1769435"/>
                  </a:lnTo>
                  <a:lnTo>
                    <a:pt x="2881992" y="1784427"/>
                  </a:lnTo>
                  <a:lnTo>
                    <a:pt x="2883703" y="1815676"/>
                  </a:lnTo>
                  <a:lnTo>
                    <a:pt x="2885414" y="1773426"/>
                  </a:lnTo>
                  <a:lnTo>
                    <a:pt x="2887126" y="1755211"/>
                  </a:lnTo>
                  <a:lnTo>
                    <a:pt x="2888837" y="1833508"/>
                  </a:lnTo>
                  <a:lnTo>
                    <a:pt x="2890549" y="1824905"/>
                  </a:lnTo>
                  <a:lnTo>
                    <a:pt x="2892260" y="1844211"/>
                  </a:lnTo>
                  <a:lnTo>
                    <a:pt x="2893971" y="1808655"/>
                  </a:lnTo>
                  <a:lnTo>
                    <a:pt x="2895683" y="1850081"/>
                  </a:lnTo>
                  <a:lnTo>
                    <a:pt x="2897394" y="1858094"/>
                  </a:lnTo>
                  <a:lnTo>
                    <a:pt x="2899106" y="1854633"/>
                  </a:lnTo>
                  <a:lnTo>
                    <a:pt x="2900817" y="1876218"/>
                  </a:lnTo>
                  <a:lnTo>
                    <a:pt x="2902528" y="1986443"/>
                  </a:lnTo>
                  <a:lnTo>
                    <a:pt x="2904240" y="2002953"/>
                  </a:lnTo>
                  <a:lnTo>
                    <a:pt x="2905951" y="2000080"/>
                  </a:lnTo>
                  <a:lnTo>
                    <a:pt x="2907663" y="1889764"/>
                  </a:lnTo>
                  <a:lnTo>
                    <a:pt x="2909374" y="1908769"/>
                  </a:lnTo>
                  <a:lnTo>
                    <a:pt x="2911085" y="1909668"/>
                  </a:lnTo>
                  <a:lnTo>
                    <a:pt x="2912797" y="1955298"/>
                  </a:lnTo>
                  <a:lnTo>
                    <a:pt x="2914508" y="1972980"/>
                  </a:lnTo>
                  <a:lnTo>
                    <a:pt x="2916220" y="2118582"/>
                  </a:lnTo>
                  <a:lnTo>
                    <a:pt x="2917931" y="2118695"/>
                  </a:lnTo>
                  <a:lnTo>
                    <a:pt x="2919642" y="2133888"/>
                  </a:lnTo>
                  <a:lnTo>
                    <a:pt x="2921354" y="2175574"/>
                  </a:lnTo>
                  <a:lnTo>
                    <a:pt x="2923065" y="2198772"/>
                  </a:lnTo>
                  <a:lnTo>
                    <a:pt x="2924777" y="2205579"/>
                  </a:lnTo>
                  <a:lnTo>
                    <a:pt x="2926488" y="2164299"/>
                  </a:lnTo>
                  <a:lnTo>
                    <a:pt x="2928199" y="2172992"/>
                  </a:lnTo>
                  <a:lnTo>
                    <a:pt x="2929911" y="2109884"/>
                  </a:lnTo>
                  <a:lnTo>
                    <a:pt x="2931622" y="2020995"/>
                  </a:lnTo>
                  <a:lnTo>
                    <a:pt x="2933334" y="2045576"/>
                  </a:lnTo>
                  <a:lnTo>
                    <a:pt x="2935045" y="1990897"/>
                  </a:lnTo>
                  <a:lnTo>
                    <a:pt x="2936756" y="1984330"/>
                  </a:lnTo>
                  <a:lnTo>
                    <a:pt x="2938468" y="1966139"/>
                  </a:lnTo>
                  <a:lnTo>
                    <a:pt x="2940179" y="1953152"/>
                  </a:lnTo>
                  <a:lnTo>
                    <a:pt x="2941891" y="1954871"/>
                  </a:lnTo>
                  <a:lnTo>
                    <a:pt x="2943602" y="1959030"/>
                  </a:lnTo>
                  <a:lnTo>
                    <a:pt x="2945313" y="1971199"/>
                  </a:lnTo>
                  <a:lnTo>
                    <a:pt x="2947025" y="1978006"/>
                  </a:lnTo>
                  <a:lnTo>
                    <a:pt x="2948736" y="1959595"/>
                  </a:lnTo>
                  <a:lnTo>
                    <a:pt x="2950448" y="2000292"/>
                  </a:lnTo>
                  <a:lnTo>
                    <a:pt x="2952159" y="2018302"/>
                  </a:lnTo>
                  <a:lnTo>
                    <a:pt x="2953870" y="2057663"/>
                  </a:lnTo>
                  <a:lnTo>
                    <a:pt x="2955582" y="2090749"/>
                  </a:lnTo>
                  <a:lnTo>
                    <a:pt x="2957293" y="2160657"/>
                  </a:lnTo>
                  <a:lnTo>
                    <a:pt x="2959004" y="2234734"/>
                  </a:lnTo>
                  <a:lnTo>
                    <a:pt x="2960716" y="2176835"/>
                  </a:lnTo>
                  <a:lnTo>
                    <a:pt x="2962427" y="2122625"/>
                  </a:lnTo>
                  <a:lnTo>
                    <a:pt x="2964139" y="2027521"/>
                  </a:lnTo>
                  <a:lnTo>
                    <a:pt x="2965850" y="1995125"/>
                  </a:lnTo>
                  <a:lnTo>
                    <a:pt x="2967561" y="1975948"/>
                  </a:lnTo>
                  <a:lnTo>
                    <a:pt x="2969273" y="1946795"/>
                  </a:lnTo>
                  <a:lnTo>
                    <a:pt x="2970984" y="1944417"/>
                  </a:lnTo>
                  <a:lnTo>
                    <a:pt x="2972696" y="1874501"/>
                  </a:lnTo>
                  <a:lnTo>
                    <a:pt x="2974407" y="1853464"/>
                  </a:lnTo>
                  <a:lnTo>
                    <a:pt x="2976118" y="1833220"/>
                  </a:lnTo>
                  <a:lnTo>
                    <a:pt x="2977830" y="1805108"/>
                  </a:lnTo>
                  <a:lnTo>
                    <a:pt x="2979541" y="1827392"/>
                  </a:lnTo>
                  <a:lnTo>
                    <a:pt x="2981253" y="1825310"/>
                  </a:lnTo>
                  <a:lnTo>
                    <a:pt x="2982964" y="1804553"/>
                  </a:lnTo>
                  <a:lnTo>
                    <a:pt x="2984675" y="1779164"/>
                  </a:lnTo>
                  <a:lnTo>
                    <a:pt x="2986387" y="1728390"/>
                  </a:lnTo>
                  <a:lnTo>
                    <a:pt x="2988098" y="1738208"/>
                  </a:lnTo>
                  <a:lnTo>
                    <a:pt x="2989810" y="1693815"/>
                  </a:lnTo>
                  <a:lnTo>
                    <a:pt x="2991521" y="1696410"/>
                  </a:lnTo>
                  <a:lnTo>
                    <a:pt x="2993232" y="1692786"/>
                  </a:lnTo>
                  <a:lnTo>
                    <a:pt x="2994944" y="1666804"/>
                  </a:lnTo>
                  <a:lnTo>
                    <a:pt x="2996655" y="1769052"/>
                  </a:lnTo>
                  <a:lnTo>
                    <a:pt x="2998367" y="1746698"/>
                  </a:lnTo>
                  <a:lnTo>
                    <a:pt x="3000078" y="1837001"/>
                  </a:lnTo>
                  <a:lnTo>
                    <a:pt x="3001789" y="1850317"/>
                  </a:lnTo>
                  <a:lnTo>
                    <a:pt x="3003501" y="1859240"/>
                  </a:lnTo>
                  <a:lnTo>
                    <a:pt x="3005212" y="1952055"/>
                  </a:lnTo>
                  <a:lnTo>
                    <a:pt x="3006924" y="2102053"/>
                  </a:lnTo>
                  <a:lnTo>
                    <a:pt x="3008635" y="2155781"/>
                  </a:lnTo>
                  <a:lnTo>
                    <a:pt x="3010346" y="2164387"/>
                  </a:lnTo>
                  <a:lnTo>
                    <a:pt x="3012058" y="2092352"/>
                  </a:lnTo>
                  <a:lnTo>
                    <a:pt x="3013769" y="2003617"/>
                  </a:lnTo>
                  <a:lnTo>
                    <a:pt x="3015481" y="1969760"/>
                  </a:lnTo>
                  <a:lnTo>
                    <a:pt x="3017192" y="1941951"/>
                  </a:lnTo>
                  <a:lnTo>
                    <a:pt x="3018903" y="1894513"/>
                  </a:lnTo>
                  <a:lnTo>
                    <a:pt x="3020615" y="1847070"/>
                  </a:lnTo>
                  <a:lnTo>
                    <a:pt x="3022326" y="1748412"/>
                  </a:lnTo>
                  <a:lnTo>
                    <a:pt x="3024038" y="1797933"/>
                  </a:lnTo>
                  <a:lnTo>
                    <a:pt x="3025749" y="1717167"/>
                  </a:lnTo>
                  <a:lnTo>
                    <a:pt x="3027460" y="1716851"/>
                  </a:lnTo>
                  <a:lnTo>
                    <a:pt x="3029172" y="1784847"/>
                  </a:lnTo>
                  <a:lnTo>
                    <a:pt x="3030883" y="1734329"/>
                  </a:lnTo>
                  <a:lnTo>
                    <a:pt x="3032595" y="1794957"/>
                  </a:lnTo>
                  <a:lnTo>
                    <a:pt x="3034306" y="1811603"/>
                  </a:lnTo>
                  <a:lnTo>
                    <a:pt x="3036017" y="1805005"/>
                  </a:lnTo>
                  <a:lnTo>
                    <a:pt x="3037729" y="1897382"/>
                  </a:lnTo>
                  <a:lnTo>
                    <a:pt x="3039440" y="1897011"/>
                  </a:lnTo>
                  <a:lnTo>
                    <a:pt x="3041152" y="1936205"/>
                  </a:lnTo>
                  <a:lnTo>
                    <a:pt x="3042863" y="1972496"/>
                  </a:lnTo>
                  <a:lnTo>
                    <a:pt x="3044574" y="1972551"/>
                  </a:lnTo>
                  <a:lnTo>
                    <a:pt x="3046286" y="1984054"/>
                  </a:lnTo>
                  <a:lnTo>
                    <a:pt x="3047997" y="1986875"/>
                  </a:lnTo>
                  <a:lnTo>
                    <a:pt x="3049709" y="2051449"/>
                  </a:lnTo>
                  <a:lnTo>
                    <a:pt x="3051420" y="2064731"/>
                  </a:lnTo>
                  <a:lnTo>
                    <a:pt x="3053131" y="1946267"/>
                  </a:lnTo>
                  <a:lnTo>
                    <a:pt x="3054843" y="1917710"/>
                  </a:lnTo>
                  <a:lnTo>
                    <a:pt x="3056554" y="1959866"/>
                  </a:lnTo>
                  <a:lnTo>
                    <a:pt x="3058265" y="1917807"/>
                  </a:lnTo>
                  <a:lnTo>
                    <a:pt x="3059977" y="1886562"/>
                  </a:lnTo>
                  <a:lnTo>
                    <a:pt x="3061688" y="1918259"/>
                  </a:lnTo>
                  <a:lnTo>
                    <a:pt x="3063400" y="1907618"/>
                  </a:lnTo>
                  <a:lnTo>
                    <a:pt x="3065111" y="1874151"/>
                  </a:lnTo>
                  <a:lnTo>
                    <a:pt x="3066822" y="1876950"/>
                  </a:lnTo>
                  <a:lnTo>
                    <a:pt x="3068534" y="1998309"/>
                  </a:lnTo>
                  <a:lnTo>
                    <a:pt x="3070245" y="2016184"/>
                  </a:lnTo>
                  <a:lnTo>
                    <a:pt x="3071957" y="2034350"/>
                  </a:lnTo>
                  <a:lnTo>
                    <a:pt x="3073668" y="1919232"/>
                  </a:lnTo>
                  <a:lnTo>
                    <a:pt x="3075379" y="1895410"/>
                  </a:lnTo>
                  <a:lnTo>
                    <a:pt x="3077091" y="1919610"/>
                  </a:lnTo>
                  <a:lnTo>
                    <a:pt x="3078802" y="1961839"/>
                  </a:lnTo>
                  <a:lnTo>
                    <a:pt x="3080514" y="1959812"/>
                  </a:lnTo>
                  <a:lnTo>
                    <a:pt x="3082225" y="1967236"/>
                  </a:lnTo>
                  <a:lnTo>
                    <a:pt x="3083936" y="1898025"/>
                  </a:lnTo>
                  <a:lnTo>
                    <a:pt x="3085648" y="1956906"/>
                  </a:lnTo>
                  <a:lnTo>
                    <a:pt x="3087359" y="1968307"/>
                  </a:lnTo>
                  <a:lnTo>
                    <a:pt x="3089071" y="2081799"/>
                  </a:lnTo>
                  <a:lnTo>
                    <a:pt x="3090782" y="2132233"/>
                  </a:lnTo>
                  <a:lnTo>
                    <a:pt x="3092493" y="2010366"/>
                  </a:lnTo>
                  <a:lnTo>
                    <a:pt x="3094205" y="2004878"/>
                  </a:lnTo>
                  <a:lnTo>
                    <a:pt x="3095916" y="2027016"/>
                  </a:lnTo>
                  <a:lnTo>
                    <a:pt x="3097628" y="2055528"/>
                  </a:lnTo>
                  <a:lnTo>
                    <a:pt x="3099339" y="2055347"/>
                  </a:lnTo>
                  <a:lnTo>
                    <a:pt x="3101050" y="2091893"/>
                  </a:lnTo>
                  <a:lnTo>
                    <a:pt x="3102762" y="2092504"/>
                  </a:lnTo>
                  <a:lnTo>
                    <a:pt x="3104473" y="2209951"/>
                  </a:lnTo>
                  <a:lnTo>
                    <a:pt x="3106185" y="2228740"/>
                  </a:lnTo>
                  <a:lnTo>
                    <a:pt x="3107896" y="2217174"/>
                  </a:lnTo>
                  <a:lnTo>
                    <a:pt x="3109607" y="2225870"/>
                  </a:lnTo>
                  <a:lnTo>
                    <a:pt x="3111319" y="2249144"/>
                  </a:lnTo>
                  <a:lnTo>
                    <a:pt x="3113030" y="2253831"/>
                  </a:lnTo>
                  <a:lnTo>
                    <a:pt x="3114742" y="2256850"/>
                  </a:lnTo>
                  <a:lnTo>
                    <a:pt x="3116453" y="2234764"/>
                  </a:lnTo>
                  <a:lnTo>
                    <a:pt x="3118164" y="2246110"/>
                  </a:lnTo>
                  <a:lnTo>
                    <a:pt x="3119876" y="2215639"/>
                  </a:lnTo>
                  <a:lnTo>
                    <a:pt x="3121587" y="2235232"/>
                  </a:lnTo>
                  <a:lnTo>
                    <a:pt x="3123299" y="2179623"/>
                  </a:lnTo>
                  <a:lnTo>
                    <a:pt x="3125010" y="2073811"/>
                  </a:lnTo>
                  <a:lnTo>
                    <a:pt x="3126721" y="2091383"/>
                  </a:lnTo>
                  <a:lnTo>
                    <a:pt x="3128433" y="2092133"/>
                  </a:lnTo>
                  <a:lnTo>
                    <a:pt x="3130144" y="2082643"/>
                  </a:lnTo>
                  <a:lnTo>
                    <a:pt x="3131856" y="2203746"/>
                  </a:lnTo>
                  <a:lnTo>
                    <a:pt x="3133567" y="2178642"/>
                  </a:lnTo>
                  <a:lnTo>
                    <a:pt x="3135278" y="2188765"/>
                  </a:lnTo>
                  <a:lnTo>
                    <a:pt x="3136990" y="2135185"/>
                  </a:lnTo>
                  <a:lnTo>
                    <a:pt x="3138701" y="2065936"/>
                  </a:lnTo>
                  <a:lnTo>
                    <a:pt x="3140413" y="2028280"/>
                  </a:lnTo>
                  <a:lnTo>
                    <a:pt x="3142124" y="2019498"/>
                  </a:lnTo>
                  <a:lnTo>
                    <a:pt x="3143835" y="1963968"/>
                  </a:lnTo>
                  <a:lnTo>
                    <a:pt x="3145547" y="1961212"/>
                  </a:lnTo>
                  <a:lnTo>
                    <a:pt x="3147258" y="2005415"/>
                  </a:lnTo>
                  <a:lnTo>
                    <a:pt x="3148970" y="1972038"/>
                  </a:lnTo>
                  <a:lnTo>
                    <a:pt x="3150681" y="1902262"/>
                  </a:lnTo>
                  <a:lnTo>
                    <a:pt x="3152392" y="1904957"/>
                  </a:lnTo>
                  <a:lnTo>
                    <a:pt x="3154104" y="1917045"/>
                  </a:lnTo>
                  <a:lnTo>
                    <a:pt x="3155815" y="1864524"/>
                  </a:lnTo>
                  <a:lnTo>
                    <a:pt x="3157527" y="1839253"/>
                  </a:lnTo>
                  <a:lnTo>
                    <a:pt x="3159238" y="1863262"/>
                  </a:lnTo>
                  <a:lnTo>
                    <a:pt x="3160949" y="1841096"/>
                  </a:lnTo>
                  <a:lnTo>
                    <a:pt x="3162661" y="1862610"/>
                  </a:lnTo>
                  <a:lnTo>
                    <a:pt x="3164372" y="1810737"/>
                  </a:lnTo>
                  <a:lnTo>
                    <a:pt x="3166083" y="1829517"/>
                  </a:lnTo>
                  <a:lnTo>
                    <a:pt x="3167795" y="1854664"/>
                  </a:lnTo>
                  <a:lnTo>
                    <a:pt x="3169506" y="1862540"/>
                  </a:lnTo>
                  <a:lnTo>
                    <a:pt x="3171218" y="1927882"/>
                  </a:lnTo>
                  <a:lnTo>
                    <a:pt x="3172929" y="1951011"/>
                  </a:lnTo>
                  <a:lnTo>
                    <a:pt x="3174640" y="1972521"/>
                  </a:lnTo>
                  <a:lnTo>
                    <a:pt x="3176352" y="1995815"/>
                  </a:lnTo>
                  <a:lnTo>
                    <a:pt x="3178063" y="2140181"/>
                  </a:lnTo>
                  <a:lnTo>
                    <a:pt x="3179775" y="2157906"/>
                  </a:lnTo>
                  <a:lnTo>
                    <a:pt x="3181486" y="2169263"/>
                  </a:lnTo>
                  <a:lnTo>
                    <a:pt x="3183197" y="2139508"/>
                  </a:lnTo>
                  <a:lnTo>
                    <a:pt x="3184909" y="2175635"/>
                  </a:lnTo>
                  <a:lnTo>
                    <a:pt x="3186620" y="2090235"/>
                  </a:lnTo>
                  <a:lnTo>
                    <a:pt x="3188332" y="2117903"/>
                  </a:lnTo>
                  <a:lnTo>
                    <a:pt x="3190043" y="2044511"/>
                  </a:lnTo>
                  <a:lnTo>
                    <a:pt x="3191754" y="2194712"/>
                  </a:lnTo>
                  <a:lnTo>
                    <a:pt x="3193466" y="2221954"/>
                  </a:lnTo>
                  <a:lnTo>
                    <a:pt x="3195177" y="2223536"/>
                  </a:lnTo>
                  <a:lnTo>
                    <a:pt x="3196889" y="2167251"/>
                  </a:lnTo>
                  <a:lnTo>
                    <a:pt x="3198600" y="2256028"/>
                  </a:lnTo>
                  <a:lnTo>
                    <a:pt x="3200311" y="2276116"/>
                  </a:lnTo>
                  <a:lnTo>
                    <a:pt x="3202023" y="2267345"/>
                  </a:lnTo>
                  <a:lnTo>
                    <a:pt x="3203734" y="2244909"/>
                  </a:lnTo>
                  <a:lnTo>
                    <a:pt x="3205446" y="2242497"/>
                  </a:lnTo>
                  <a:lnTo>
                    <a:pt x="3207157" y="2113967"/>
                  </a:lnTo>
                  <a:lnTo>
                    <a:pt x="3208868" y="2039603"/>
                  </a:lnTo>
                  <a:lnTo>
                    <a:pt x="3210580" y="2006532"/>
                  </a:lnTo>
                  <a:lnTo>
                    <a:pt x="3212291" y="2020552"/>
                  </a:lnTo>
                  <a:lnTo>
                    <a:pt x="3214003" y="1931391"/>
                  </a:lnTo>
                  <a:lnTo>
                    <a:pt x="3215714" y="1918614"/>
                  </a:lnTo>
                  <a:lnTo>
                    <a:pt x="3217425" y="1893468"/>
                  </a:lnTo>
                  <a:lnTo>
                    <a:pt x="3219137" y="1956948"/>
                  </a:lnTo>
                  <a:lnTo>
                    <a:pt x="3220848" y="1873706"/>
                  </a:lnTo>
                  <a:lnTo>
                    <a:pt x="3222560" y="1891055"/>
                  </a:lnTo>
                  <a:lnTo>
                    <a:pt x="3224271" y="1906324"/>
                  </a:lnTo>
                  <a:lnTo>
                    <a:pt x="3225982" y="2026360"/>
                  </a:lnTo>
                  <a:lnTo>
                    <a:pt x="3227694" y="2075181"/>
                  </a:lnTo>
                  <a:lnTo>
                    <a:pt x="3229405" y="2126791"/>
                  </a:lnTo>
                  <a:lnTo>
                    <a:pt x="3231117" y="2166595"/>
                  </a:lnTo>
                  <a:lnTo>
                    <a:pt x="3232828" y="2119756"/>
                  </a:lnTo>
                  <a:lnTo>
                    <a:pt x="3234539" y="2085062"/>
                  </a:lnTo>
                  <a:lnTo>
                    <a:pt x="3236251" y="2132417"/>
                  </a:lnTo>
                  <a:lnTo>
                    <a:pt x="3237962" y="2138056"/>
                  </a:lnTo>
                  <a:lnTo>
                    <a:pt x="3239674" y="2146752"/>
                  </a:lnTo>
                  <a:lnTo>
                    <a:pt x="3241385" y="2148789"/>
                  </a:lnTo>
                  <a:lnTo>
                    <a:pt x="3243096" y="2195751"/>
                  </a:lnTo>
                  <a:lnTo>
                    <a:pt x="3244808" y="2240196"/>
                  </a:lnTo>
                  <a:lnTo>
                    <a:pt x="3246519" y="2241339"/>
                  </a:lnTo>
                  <a:lnTo>
                    <a:pt x="3248231" y="2223705"/>
                  </a:lnTo>
                  <a:lnTo>
                    <a:pt x="3249942" y="2230003"/>
                  </a:lnTo>
                  <a:lnTo>
                    <a:pt x="3251653" y="2196892"/>
                  </a:lnTo>
                  <a:lnTo>
                    <a:pt x="3253365" y="2177025"/>
                  </a:lnTo>
                  <a:lnTo>
                    <a:pt x="3255076" y="2119194"/>
                  </a:lnTo>
                  <a:lnTo>
                    <a:pt x="3256788" y="2122983"/>
                  </a:lnTo>
                  <a:lnTo>
                    <a:pt x="3258499" y="2125672"/>
                  </a:lnTo>
                  <a:lnTo>
                    <a:pt x="3260210" y="2006755"/>
                  </a:lnTo>
                  <a:lnTo>
                    <a:pt x="3261922" y="2006201"/>
                  </a:lnTo>
                  <a:lnTo>
                    <a:pt x="3263633" y="2113957"/>
                  </a:lnTo>
                  <a:lnTo>
                    <a:pt x="3265345" y="2104102"/>
                  </a:lnTo>
                  <a:lnTo>
                    <a:pt x="3267056" y="2129514"/>
                  </a:lnTo>
                  <a:lnTo>
                    <a:pt x="3268767" y="1975622"/>
                  </a:lnTo>
                  <a:lnTo>
                    <a:pt x="3270479" y="1996718"/>
                  </a:lnTo>
                  <a:lnTo>
                    <a:pt x="3272190" y="1915832"/>
                  </a:lnTo>
                  <a:lnTo>
                    <a:pt x="3273901" y="1931739"/>
                  </a:lnTo>
                  <a:lnTo>
                    <a:pt x="3275613" y="1956742"/>
                  </a:lnTo>
                  <a:lnTo>
                    <a:pt x="3277324" y="1950107"/>
                  </a:lnTo>
                  <a:lnTo>
                    <a:pt x="3279036" y="2010037"/>
                  </a:lnTo>
                  <a:lnTo>
                    <a:pt x="3280747" y="2073590"/>
                  </a:lnTo>
                  <a:lnTo>
                    <a:pt x="3282458" y="2094378"/>
                  </a:lnTo>
                  <a:lnTo>
                    <a:pt x="3284170" y="2043418"/>
                  </a:lnTo>
                  <a:lnTo>
                    <a:pt x="3285881" y="1912525"/>
                  </a:lnTo>
                  <a:lnTo>
                    <a:pt x="3287593" y="1980990"/>
                  </a:lnTo>
                  <a:lnTo>
                    <a:pt x="3289304" y="1939428"/>
                  </a:lnTo>
                  <a:lnTo>
                    <a:pt x="3291015" y="1986640"/>
                  </a:lnTo>
                  <a:lnTo>
                    <a:pt x="3292727" y="2078389"/>
                  </a:lnTo>
                  <a:lnTo>
                    <a:pt x="3294438" y="2093305"/>
                  </a:lnTo>
                  <a:lnTo>
                    <a:pt x="3296150" y="2175641"/>
                  </a:lnTo>
                  <a:lnTo>
                    <a:pt x="3297861" y="2180673"/>
                  </a:lnTo>
                  <a:lnTo>
                    <a:pt x="3299572" y="2172594"/>
                  </a:lnTo>
                  <a:lnTo>
                    <a:pt x="3301284" y="2139217"/>
                  </a:lnTo>
                  <a:lnTo>
                    <a:pt x="3302995" y="2087605"/>
                  </a:lnTo>
                  <a:lnTo>
                    <a:pt x="3304707" y="2000826"/>
                  </a:lnTo>
                  <a:lnTo>
                    <a:pt x="3306418" y="1937997"/>
                  </a:lnTo>
                  <a:lnTo>
                    <a:pt x="3308129" y="1966368"/>
                  </a:lnTo>
                  <a:lnTo>
                    <a:pt x="3309841" y="1945741"/>
                  </a:lnTo>
                  <a:lnTo>
                    <a:pt x="3311552" y="1993869"/>
                  </a:lnTo>
                  <a:lnTo>
                    <a:pt x="3313264" y="1978347"/>
                  </a:lnTo>
                  <a:lnTo>
                    <a:pt x="3314975" y="1969645"/>
                  </a:lnTo>
                  <a:lnTo>
                    <a:pt x="3316686" y="1911478"/>
                  </a:lnTo>
                  <a:lnTo>
                    <a:pt x="3318398" y="1924302"/>
                  </a:lnTo>
                  <a:lnTo>
                    <a:pt x="3320109" y="1927934"/>
                  </a:lnTo>
                  <a:lnTo>
                    <a:pt x="3321821" y="1908501"/>
                  </a:lnTo>
                  <a:lnTo>
                    <a:pt x="3323532" y="1900856"/>
                  </a:lnTo>
                  <a:lnTo>
                    <a:pt x="3325243" y="1969108"/>
                  </a:lnTo>
                  <a:lnTo>
                    <a:pt x="3326955" y="1974848"/>
                  </a:lnTo>
                  <a:lnTo>
                    <a:pt x="3328666" y="1965079"/>
                  </a:lnTo>
                  <a:lnTo>
                    <a:pt x="3330378" y="1981554"/>
                  </a:lnTo>
                  <a:lnTo>
                    <a:pt x="3332089" y="2063271"/>
                  </a:lnTo>
                  <a:lnTo>
                    <a:pt x="3333800" y="2065254"/>
                  </a:lnTo>
                  <a:lnTo>
                    <a:pt x="3335512" y="2063839"/>
                  </a:lnTo>
                  <a:lnTo>
                    <a:pt x="3337223" y="2127661"/>
                  </a:lnTo>
                  <a:lnTo>
                    <a:pt x="3338935" y="2172084"/>
                  </a:lnTo>
                  <a:lnTo>
                    <a:pt x="3340646" y="2171752"/>
                  </a:lnTo>
                  <a:lnTo>
                    <a:pt x="3342357" y="2158819"/>
                  </a:lnTo>
                  <a:lnTo>
                    <a:pt x="3344069" y="2190200"/>
                  </a:lnTo>
                  <a:lnTo>
                    <a:pt x="3345780" y="2160959"/>
                  </a:lnTo>
                  <a:lnTo>
                    <a:pt x="3347492" y="2174136"/>
                  </a:lnTo>
                  <a:lnTo>
                    <a:pt x="3349203" y="2140994"/>
                  </a:lnTo>
                  <a:lnTo>
                    <a:pt x="3350914" y="2092655"/>
                  </a:lnTo>
                  <a:lnTo>
                    <a:pt x="3352626" y="2061010"/>
                  </a:lnTo>
                  <a:lnTo>
                    <a:pt x="3354337" y="2045439"/>
                  </a:lnTo>
                  <a:lnTo>
                    <a:pt x="3356049" y="2042615"/>
                  </a:lnTo>
                  <a:lnTo>
                    <a:pt x="3357760" y="1996558"/>
                  </a:lnTo>
                  <a:lnTo>
                    <a:pt x="3359471" y="1948526"/>
                  </a:lnTo>
                  <a:lnTo>
                    <a:pt x="3361183" y="1923743"/>
                  </a:lnTo>
                  <a:lnTo>
                    <a:pt x="3362894" y="1944907"/>
                  </a:lnTo>
                  <a:lnTo>
                    <a:pt x="3364606" y="2000105"/>
                  </a:lnTo>
                  <a:lnTo>
                    <a:pt x="3366317" y="2061353"/>
                  </a:lnTo>
                  <a:lnTo>
                    <a:pt x="3368028" y="1951094"/>
                  </a:lnTo>
                  <a:lnTo>
                    <a:pt x="3369740" y="1849723"/>
                  </a:lnTo>
                  <a:lnTo>
                    <a:pt x="3371451" y="1883457"/>
                  </a:lnTo>
                  <a:lnTo>
                    <a:pt x="3373162" y="1867790"/>
                  </a:lnTo>
                  <a:lnTo>
                    <a:pt x="3374874" y="1822796"/>
                  </a:lnTo>
                  <a:lnTo>
                    <a:pt x="3376585" y="1831397"/>
                  </a:lnTo>
                  <a:lnTo>
                    <a:pt x="3378297" y="1802605"/>
                  </a:lnTo>
                  <a:lnTo>
                    <a:pt x="3380008" y="1860497"/>
                  </a:lnTo>
                  <a:lnTo>
                    <a:pt x="3381719" y="1914913"/>
                  </a:lnTo>
                  <a:lnTo>
                    <a:pt x="3383431" y="1914463"/>
                  </a:lnTo>
                  <a:lnTo>
                    <a:pt x="3385142" y="1927067"/>
                  </a:lnTo>
                  <a:lnTo>
                    <a:pt x="3386854" y="1962628"/>
                  </a:lnTo>
                  <a:lnTo>
                    <a:pt x="3388565" y="2024328"/>
                  </a:lnTo>
                  <a:lnTo>
                    <a:pt x="3390276" y="2143386"/>
                  </a:lnTo>
                  <a:lnTo>
                    <a:pt x="3391988" y="2158506"/>
                  </a:lnTo>
                  <a:lnTo>
                    <a:pt x="3393699" y="2069654"/>
                  </a:lnTo>
                  <a:lnTo>
                    <a:pt x="3395411" y="2032557"/>
                  </a:lnTo>
                  <a:lnTo>
                    <a:pt x="3397122" y="1993792"/>
                  </a:lnTo>
                  <a:lnTo>
                    <a:pt x="3398833" y="2009832"/>
                  </a:lnTo>
                  <a:lnTo>
                    <a:pt x="3400545" y="2131804"/>
                  </a:lnTo>
                  <a:lnTo>
                    <a:pt x="3402256" y="2146285"/>
                  </a:lnTo>
                  <a:lnTo>
                    <a:pt x="3403968" y="2177730"/>
                  </a:lnTo>
                  <a:lnTo>
                    <a:pt x="3405679" y="2057776"/>
                  </a:lnTo>
                  <a:lnTo>
                    <a:pt x="3407390" y="2050916"/>
                  </a:lnTo>
                  <a:lnTo>
                    <a:pt x="3409102" y="2126830"/>
                  </a:lnTo>
                  <a:lnTo>
                    <a:pt x="3410813" y="2153092"/>
                  </a:lnTo>
                  <a:lnTo>
                    <a:pt x="3412525" y="2104980"/>
                  </a:lnTo>
                  <a:lnTo>
                    <a:pt x="3414236" y="2061768"/>
                  </a:lnTo>
                  <a:lnTo>
                    <a:pt x="3415947" y="1956458"/>
                  </a:lnTo>
                  <a:lnTo>
                    <a:pt x="3417659" y="1932906"/>
                  </a:lnTo>
                  <a:lnTo>
                    <a:pt x="3419370" y="1929870"/>
                  </a:lnTo>
                  <a:lnTo>
                    <a:pt x="3421082" y="1896679"/>
                  </a:lnTo>
                  <a:lnTo>
                    <a:pt x="3422793" y="1887258"/>
                  </a:lnTo>
                  <a:lnTo>
                    <a:pt x="3424504" y="1943169"/>
                  </a:lnTo>
                  <a:lnTo>
                    <a:pt x="3426216" y="1939044"/>
                  </a:lnTo>
                  <a:lnTo>
                    <a:pt x="3427927" y="1925538"/>
                  </a:lnTo>
                  <a:lnTo>
                    <a:pt x="3429639" y="1894734"/>
                  </a:lnTo>
                  <a:lnTo>
                    <a:pt x="3431350" y="1942170"/>
                  </a:lnTo>
                  <a:lnTo>
                    <a:pt x="3433061" y="1965317"/>
                  </a:lnTo>
                  <a:lnTo>
                    <a:pt x="3434773" y="1889442"/>
                  </a:lnTo>
                  <a:lnTo>
                    <a:pt x="3436484" y="1879427"/>
                  </a:lnTo>
                  <a:lnTo>
                    <a:pt x="3438196" y="1898421"/>
                  </a:lnTo>
                  <a:lnTo>
                    <a:pt x="3439907" y="1954647"/>
                  </a:lnTo>
                  <a:lnTo>
                    <a:pt x="3441618" y="2106300"/>
                  </a:lnTo>
                  <a:lnTo>
                    <a:pt x="3443330" y="2083039"/>
                  </a:lnTo>
                  <a:lnTo>
                    <a:pt x="3445041" y="2005815"/>
                  </a:lnTo>
                  <a:lnTo>
                    <a:pt x="3446753" y="2026835"/>
                  </a:lnTo>
                  <a:lnTo>
                    <a:pt x="3448464" y="2202131"/>
                  </a:lnTo>
                  <a:lnTo>
                    <a:pt x="3450175" y="2214979"/>
                  </a:lnTo>
                  <a:lnTo>
                    <a:pt x="3451887" y="2235366"/>
                  </a:lnTo>
                  <a:lnTo>
                    <a:pt x="3453598" y="2233032"/>
                  </a:lnTo>
                  <a:lnTo>
                    <a:pt x="3455310" y="2230910"/>
                  </a:lnTo>
                  <a:lnTo>
                    <a:pt x="3457021" y="2227460"/>
                  </a:lnTo>
                  <a:lnTo>
                    <a:pt x="3458732" y="2210104"/>
                  </a:lnTo>
                  <a:lnTo>
                    <a:pt x="3460444" y="2235079"/>
                  </a:lnTo>
                  <a:lnTo>
                    <a:pt x="3462155" y="2249875"/>
                  </a:lnTo>
                  <a:lnTo>
                    <a:pt x="3463867" y="2218810"/>
                  </a:lnTo>
                  <a:lnTo>
                    <a:pt x="3465578" y="2242839"/>
                  </a:lnTo>
                  <a:lnTo>
                    <a:pt x="3467289" y="2228881"/>
                  </a:lnTo>
                  <a:lnTo>
                    <a:pt x="3469001" y="2244474"/>
                  </a:lnTo>
                  <a:lnTo>
                    <a:pt x="3470712" y="2241060"/>
                  </a:lnTo>
                  <a:lnTo>
                    <a:pt x="3472424" y="2175606"/>
                  </a:lnTo>
                  <a:lnTo>
                    <a:pt x="3474135" y="2114050"/>
                  </a:lnTo>
                  <a:lnTo>
                    <a:pt x="3475846" y="2137825"/>
                  </a:lnTo>
                  <a:lnTo>
                    <a:pt x="3477558" y="2215609"/>
                  </a:lnTo>
                  <a:lnTo>
                    <a:pt x="3479269" y="2232253"/>
                  </a:lnTo>
                  <a:lnTo>
                    <a:pt x="3480980" y="2198522"/>
                  </a:lnTo>
                  <a:lnTo>
                    <a:pt x="3482692" y="2191210"/>
                  </a:lnTo>
                  <a:lnTo>
                    <a:pt x="3484403" y="2173927"/>
                  </a:lnTo>
                  <a:lnTo>
                    <a:pt x="3486115" y="2144490"/>
                  </a:lnTo>
                  <a:lnTo>
                    <a:pt x="3487826" y="2130930"/>
                  </a:lnTo>
                  <a:lnTo>
                    <a:pt x="3489537" y="2191380"/>
                  </a:lnTo>
                  <a:lnTo>
                    <a:pt x="3491249" y="2245235"/>
                  </a:lnTo>
                  <a:lnTo>
                    <a:pt x="3492960" y="2266760"/>
                  </a:lnTo>
                  <a:lnTo>
                    <a:pt x="3494672" y="2278343"/>
                  </a:lnTo>
                  <a:lnTo>
                    <a:pt x="3496383" y="2286774"/>
                  </a:lnTo>
                  <a:lnTo>
                    <a:pt x="3498094" y="2267807"/>
                  </a:lnTo>
                  <a:lnTo>
                    <a:pt x="3499806" y="2260119"/>
                  </a:lnTo>
                  <a:lnTo>
                    <a:pt x="3501517" y="2264415"/>
                  </a:lnTo>
                  <a:lnTo>
                    <a:pt x="3503229" y="2271414"/>
                  </a:lnTo>
                  <a:lnTo>
                    <a:pt x="3504940" y="2235790"/>
                  </a:lnTo>
                  <a:lnTo>
                    <a:pt x="3506651" y="2223408"/>
                  </a:lnTo>
                  <a:lnTo>
                    <a:pt x="3508363" y="2205352"/>
                  </a:lnTo>
                  <a:lnTo>
                    <a:pt x="3510074" y="2237589"/>
                  </a:lnTo>
                  <a:lnTo>
                    <a:pt x="3511786" y="2238515"/>
                  </a:lnTo>
                  <a:lnTo>
                    <a:pt x="3513497" y="2224820"/>
                  </a:lnTo>
                  <a:lnTo>
                    <a:pt x="3515208" y="2284295"/>
                  </a:lnTo>
                  <a:lnTo>
                    <a:pt x="3516920" y="2326508"/>
                  </a:lnTo>
                  <a:lnTo>
                    <a:pt x="3518631" y="2357519"/>
                  </a:lnTo>
                  <a:lnTo>
                    <a:pt x="3520343" y="2340786"/>
                  </a:lnTo>
                  <a:lnTo>
                    <a:pt x="3522054" y="2323591"/>
                  </a:lnTo>
                  <a:lnTo>
                    <a:pt x="3523765" y="2312318"/>
                  </a:lnTo>
                  <a:lnTo>
                    <a:pt x="3525477" y="2281754"/>
                  </a:lnTo>
                  <a:lnTo>
                    <a:pt x="3527188" y="2301291"/>
                  </a:lnTo>
                  <a:lnTo>
                    <a:pt x="3528900" y="2281086"/>
                  </a:lnTo>
                  <a:lnTo>
                    <a:pt x="3530611" y="2308873"/>
                  </a:lnTo>
                  <a:lnTo>
                    <a:pt x="3532322" y="2298580"/>
                  </a:lnTo>
                  <a:lnTo>
                    <a:pt x="3534034" y="2297654"/>
                  </a:lnTo>
                  <a:lnTo>
                    <a:pt x="3535745" y="2304633"/>
                  </a:lnTo>
                  <a:lnTo>
                    <a:pt x="3537457" y="2239888"/>
                  </a:lnTo>
                  <a:lnTo>
                    <a:pt x="3539168" y="2221248"/>
                  </a:lnTo>
                  <a:lnTo>
                    <a:pt x="3540879" y="2207174"/>
                  </a:lnTo>
                  <a:lnTo>
                    <a:pt x="3542591" y="2221043"/>
                  </a:lnTo>
                  <a:lnTo>
                    <a:pt x="3544302" y="2214551"/>
                  </a:lnTo>
                  <a:lnTo>
                    <a:pt x="3546014" y="2173837"/>
                  </a:lnTo>
                  <a:lnTo>
                    <a:pt x="3547725" y="2133910"/>
                  </a:lnTo>
                  <a:lnTo>
                    <a:pt x="3549436" y="2171549"/>
                  </a:lnTo>
                  <a:lnTo>
                    <a:pt x="3551148" y="2197478"/>
                  </a:lnTo>
                  <a:lnTo>
                    <a:pt x="3552859" y="2134741"/>
                  </a:lnTo>
                  <a:lnTo>
                    <a:pt x="3554571" y="2023401"/>
                  </a:lnTo>
                  <a:lnTo>
                    <a:pt x="3556282" y="2021023"/>
                  </a:lnTo>
                  <a:lnTo>
                    <a:pt x="3557993" y="2116487"/>
                  </a:lnTo>
                  <a:lnTo>
                    <a:pt x="3559705" y="2222735"/>
                  </a:lnTo>
                  <a:lnTo>
                    <a:pt x="3561416" y="2224840"/>
                  </a:lnTo>
                  <a:lnTo>
                    <a:pt x="3563128" y="2201059"/>
                  </a:lnTo>
                  <a:lnTo>
                    <a:pt x="3564839" y="2193121"/>
                  </a:lnTo>
                  <a:lnTo>
                    <a:pt x="3566550" y="2232123"/>
                  </a:lnTo>
                  <a:lnTo>
                    <a:pt x="3568262" y="2271448"/>
                  </a:lnTo>
                  <a:lnTo>
                    <a:pt x="3569973" y="2281617"/>
                  </a:lnTo>
                  <a:lnTo>
                    <a:pt x="3571685" y="2293587"/>
                  </a:lnTo>
                  <a:lnTo>
                    <a:pt x="3573396" y="2286167"/>
                  </a:lnTo>
                  <a:lnTo>
                    <a:pt x="3575107" y="2308161"/>
                  </a:lnTo>
                  <a:lnTo>
                    <a:pt x="3576819" y="2281548"/>
                  </a:lnTo>
                  <a:lnTo>
                    <a:pt x="3578530" y="2290930"/>
                  </a:lnTo>
                  <a:lnTo>
                    <a:pt x="3580242" y="2266820"/>
                  </a:lnTo>
                  <a:lnTo>
                    <a:pt x="3581953" y="2230448"/>
                  </a:lnTo>
                  <a:lnTo>
                    <a:pt x="3583664" y="2228420"/>
                  </a:lnTo>
                  <a:lnTo>
                    <a:pt x="3585376" y="2167184"/>
                  </a:lnTo>
                  <a:lnTo>
                    <a:pt x="3587087" y="2119304"/>
                  </a:lnTo>
                  <a:lnTo>
                    <a:pt x="3588798" y="2051981"/>
                  </a:lnTo>
                  <a:lnTo>
                    <a:pt x="3590510" y="2044383"/>
                  </a:lnTo>
                  <a:lnTo>
                    <a:pt x="3592221" y="2116691"/>
                  </a:lnTo>
                  <a:lnTo>
                    <a:pt x="3593933" y="2153724"/>
                  </a:lnTo>
                  <a:lnTo>
                    <a:pt x="3595644" y="2190235"/>
                  </a:lnTo>
                  <a:lnTo>
                    <a:pt x="3597355" y="2204911"/>
                  </a:lnTo>
                  <a:lnTo>
                    <a:pt x="3599067" y="2211721"/>
                  </a:lnTo>
                  <a:lnTo>
                    <a:pt x="3600778" y="2185209"/>
                  </a:lnTo>
                  <a:lnTo>
                    <a:pt x="3602490" y="2126443"/>
                  </a:lnTo>
                  <a:lnTo>
                    <a:pt x="3604201" y="2184145"/>
                  </a:lnTo>
                  <a:lnTo>
                    <a:pt x="3605912" y="2207149"/>
                  </a:lnTo>
                  <a:lnTo>
                    <a:pt x="3607624" y="2175611"/>
                  </a:lnTo>
                  <a:lnTo>
                    <a:pt x="3609335" y="2068837"/>
                  </a:lnTo>
                  <a:lnTo>
                    <a:pt x="3611047" y="2123771"/>
                  </a:lnTo>
                  <a:lnTo>
                    <a:pt x="3612758" y="2102429"/>
                  </a:lnTo>
                  <a:lnTo>
                    <a:pt x="3614469" y="2028423"/>
                  </a:lnTo>
                  <a:lnTo>
                    <a:pt x="3616181" y="2029286"/>
                  </a:lnTo>
                  <a:lnTo>
                    <a:pt x="3617892" y="2071595"/>
                  </a:lnTo>
                  <a:lnTo>
                    <a:pt x="3619604" y="2091850"/>
                  </a:lnTo>
                  <a:lnTo>
                    <a:pt x="3621315" y="2119596"/>
                  </a:lnTo>
                  <a:lnTo>
                    <a:pt x="3623026" y="2216197"/>
                  </a:lnTo>
                  <a:lnTo>
                    <a:pt x="3624738" y="2206797"/>
                  </a:lnTo>
                  <a:lnTo>
                    <a:pt x="3626449" y="2250488"/>
                  </a:lnTo>
                  <a:lnTo>
                    <a:pt x="3628161" y="2247548"/>
                  </a:lnTo>
                  <a:lnTo>
                    <a:pt x="3629872" y="2235446"/>
                  </a:lnTo>
                  <a:lnTo>
                    <a:pt x="3631583" y="2165896"/>
                  </a:lnTo>
                  <a:lnTo>
                    <a:pt x="3633295" y="2186584"/>
                  </a:lnTo>
                  <a:lnTo>
                    <a:pt x="3635006" y="2231848"/>
                  </a:lnTo>
                  <a:lnTo>
                    <a:pt x="3636718" y="2220935"/>
                  </a:lnTo>
                  <a:lnTo>
                    <a:pt x="3638429" y="2176519"/>
                  </a:lnTo>
                  <a:lnTo>
                    <a:pt x="3640140" y="2226457"/>
                  </a:lnTo>
                  <a:lnTo>
                    <a:pt x="3641852" y="2194926"/>
                  </a:lnTo>
                  <a:lnTo>
                    <a:pt x="3643563" y="2225989"/>
                  </a:lnTo>
                  <a:lnTo>
                    <a:pt x="3645275" y="2190712"/>
                  </a:lnTo>
                  <a:lnTo>
                    <a:pt x="3646986" y="2166934"/>
                  </a:lnTo>
                  <a:lnTo>
                    <a:pt x="3648697" y="2166953"/>
                  </a:lnTo>
                  <a:lnTo>
                    <a:pt x="3650409" y="2173496"/>
                  </a:lnTo>
                  <a:lnTo>
                    <a:pt x="3652120" y="2140881"/>
                  </a:lnTo>
                  <a:lnTo>
                    <a:pt x="3653832" y="2116891"/>
                  </a:lnTo>
                  <a:lnTo>
                    <a:pt x="3655543" y="2115950"/>
                  </a:lnTo>
                  <a:lnTo>
                    <a:pt x="3657254" y="2134615"/>
                  </a:lnTo>
                  <a:lnTo>
                    <a:pt x="3658966" y="2167795"/>
                  </a:lnTo>
                  <a:lnTo>
                    <a:pt x="3660677" y="2192879"/>
                  </a:lnTo>
                  <a:lnTo>
                    <a:pt x="3662389" y="2106789"/>
                  </a:lnTo>
                  <a:lnTo>
                    <a:pt x="3664100" y="2058451"/>
                  </a:lnTo>
                  <a:lnTo>
                    <a:pt x="3665811" y="2127923"/>
                  </a:lnTo>
                  <a:lnTo>
                    <a:pt x="3667523" y="2115134"/>
                  </a:lnTo>
                  <a:lnTo>
                    <a:pt x="3669234" y="2120854"/>
                  </a:lnTo>
                  <a:lnTo>
                    <a:pt x="3670946" y="2048254"/>
                  </a:lnTo>
                  <a:lnTo>
                    <a:pt x="3672657" y="2033465"/>
                  </a:lnTo>
                  <a:lnTo>
                    <a:pt x="3674368" y="1977251"/>
                  </a:lnTo>
                  <a:lnTo>
                    <a:pt x="3676080" y="1979758"/>
                  </a:lnTo>
                  <a:lnTo>
                    <a:pt x="3677791" y="2001640"/>
                  </a:lnTo>
                  <a:lnTo>
                    <a:pt x="3679503" y="2051435"/>
                  </a:lnTo>
                  <a:lnTo>
                    <a:pt x="3681214" y="2090506"/>
                  </a:lnTo>
                  <a:lnTo>
                    <a:pt x="3682925" y="2086373"/>
                  </a:lnTo>
                  <a:lnTo>
                    <a:pt x="3684637" y="2133442"/>
                  </a:lnTo>
                  <a:lnTo>
                    <a:pt x="3686348" y="2156583"/>
                  </a:lnTo>
                  <a:lnTo>
                    <a:pt x="3688060" y="2192117"/>
                  </a:lnTo>
                  <a:lnTo>
                    <a:pt x="3689771" y="2182159"/>
                  </a:lnTo>
                  <a:lnTo>
                    <a:pt x="3691482" y="2186520"/>
                  </a:lnTo>
                  <a:lnTo>
                    <a:pt x="3693194" y="2136276"/>
                  </a:lnTo>
                  <a:lnTo>
                    <a:pt x="3694905" y="2100143"/>
                  </a:lnTo>
                  <a:lnTo>
                    <a:pt x="3696616" y="2006098"/>
                  </a:lnTo>
                  <a:lnTo>
                    <a:pt x="3698328" y="1916836"/>
                  </a:lnTo>
                  <a:lnTo>
                    <a:pt x="3700039" y="1966736"/>
                  </a:lnTo>
                  <a:lnTo>
                    <a:pt x="3701751" y="1889407"/>
                  </a:lnTo>
                  <a:lnTo>
                    <a:pt x="3703462" y="1896169"/>
                  </a:lnTo>
                  <a:lnTo>
                    <a:pt x="3705173" y="1890693"/>
                  </a:lnTo>
                  <a:lnTo>
                    <a:pt x="3706885" y="1886332"/>
                  </a:lnTo>
                  <a:lnTo>
                    <a:pt x="3708596" y="1944377"/>
                  </a:lnTo>
                  <a:lnTo>
                    <a:pt x="3710308" y="2010371"/>
                  </a:lnTo>
                  <a:lnTo>
                    <a:pt x="3712019" y="1964389"/>
                  </a:lnTo>
                  <a:lnTo>
                    <a:pt x="3713730" y="1956387"/>
                  </a:lnTo>
                  <a:lnTo>
                    <a:pt x="3715442" y="1944353"/>
                  </a:lnTo>
                  <a:lnTo>
                    <a:pt x="3717153" y="1997743"/>
                  </a:lnTo>
                  <a:lnTo>
                    <a:pt x="3718865" y="2059468"/>
                  </a:lnTo>
                  <a:lnTo>
                    <a:pt x="3720576" y="2169212"/>
                  </a:lnTo>
                  <a:lnTo>
                    <a:pt x="3722287" y="2234247"/>
                  </a:lnTo>
                  <a:lnTo>
                    <a:pt x="3723999" y="2212441"/>
                  </a:lnTo>
                  <a:lnTo>
                    <a:pt x="3725710" y="2186701"/>
                  </a:lnTo>
                  <a:lnTo>
                    <a:pt x="3727422" y="2133669"/>
                  </a:lnTo>
                  <a:lnTo>
                    <a:pt x="3729133" y="2199160"/>
                  </a:lnTo>
                  <a:lnTo>
                    <a:pt x="3730844" y="2203541"/>
                  </a:lnTo>
                  <a:lnTo>
                    <a:pt x="3732556" y="2208208"/>
                  </a:lnTo>
                  <a:lnTo>
                    <a:pt x="3734267" y="2200639"/>
                  </a:lnTo>
                  <a:lnTo>
                    <a:pt x="3735979" y="2139393"/>
                  </a:lnTo>
                  <a:lnTo>
                    <a:pt x="3737690" y="2039439"/>
                  </a:lnTo>
                  <a:lnTo>
                    <a:pt x="3739401" y="1991695"/>
                  </a:lnTo>
                  <a:lnTo>
                    <a:pt x="3741113" y="2005697"/>
                  </a:lnTo>
                  <a:lnTo>
                    <a:pt x="3742824" y="1971684"/>
                  </a:lnTo>
                  <a:lnTo>
                    <a:pt x="3744536" y="1938624"/>
                  </a:lnTo>
                  <a:lnTo>
                    <a:pt x="3746247" y="1962212"/>
                  </a:lnTo>
                  <a:lnTo>
                    <a:pt x="3747958" y="1968757"/>
                  </a:lnTo>
                  <a:lnTo>
                    <a:pt x="3749670" y="1988825"/>
                  </a:lnTo>
                  <a:lnTo>
                    <a:pt x="3751381" y="1996575"/>
                  </a:lnTo>
                  <a:lnTo>
                    <a:pt x="3753093" y="2073875"/>
                  </a:lnTo>
                  <a:lnTo>
                    <a:pt x="3754804" y="2111302"/>
                  </a:lnTo>
                  <a:lnTo>
                    <a:pt x="3756515" y="2052945"/>
                  </a:lnTo>
                  <a:lnTo>
                    <a:pt x="3758227" y="2064324"/>
                  </a:lnTo>
                  <a:lnTo>
                    <a:pt x="3759938" y="2104219"/>
                  </a:lnTo>
                  <a:lnTo>
                    <a:pt x="3761650" y="2097367"/>
                  </a:lnTo>
                  <a:lnTo>
                    <a:pt x="3763361" y="2085128"/>
                  </a:lnTo>
                  <a:lnTo>
                    <a:pt x="3765072" y="2168992"/>
                  </a:lnTo>
                  <a:lnTo>
                    <a:pt x="3766784" y="2196077"/>
                  </a:lnTo>
                  <a:lnTo>
                    <a:pt x="3768495" y="2198573"/>
                  </a:lnTo>
                  <a:lnTo>
                    <a:pt x="3770207" y="2219117"/>
                  </a:lnTo>
                  <a:lnTo>
                    <a:pt x="3771918" y="2228718"/>
                  </a:lnTo>
                  <a:lnTo>
                    <a:pt x="3773629" y="2211998"/>
                  </a:lnTo>
                  <a:lnTo>
                    <a:pt x="3775341" y="2175109"/>
                  </a:lnTo>
                  <a:lnTo>
                    <a:pt x="3777052" y="2145066"/>
                  </a:lnTo>
                  <a:lnTo>
                    <a:pt x="3778764" y="2160240"/>
                  </a:lnTo>
                  <a:lnTo>
                    <a:pt x="3780475" y="2124701"/>
                  </a:lnTo>
                  <a:lnTo>
                    <a:pt x="3782186" y="2081214"/>
                  </a:lnTo>
                  <a:lnTo>
                    <a:pt x="3783898" y="2068197"/>
                  </a:lnTo>
                  <a:lnTo>
                    <a:pt x="3785609" y="2128399"/>
                  </a:lnTo>
                  <a:lnTo>
                    <a:pt x="3787321" y="2174951"/>
                  </a:lnTo>
                  <a:lnTo>
                    <a:pt x="3789032" y="2142437"/>
                  </a:lnTo>
                  <a:lnTo>
                    <a:pt x="3790743" y="2068280"/>
                  </a:lnTo>
                  <a:lnTo>
                    <a:pt x="3792455" y="2066122"/>
                  </a:lnTo>
                  <a:lnTo>
                    <a:pt x="3794166" y="2183548"/>
                  </a:lnTo>
                  <a:lnTo>
                    <a:pt x="3795877" y="2193267"/>
                  </a:lnTo>
                  <a:lnTo>
                    <a:pt x="3797589" y="2193467"/>
                  </a:lnTo>
                  <a:lnTo>
                    <a:pt x="3799300" y="2152336"/>
                  </a:lnTo>
                  <a:lnTo>
                    <a:pt x="3801012" y="2128752"/>
                  </a:lnTo>
                  <a:lnTo>
                    <a:pt x="3802723" y="2099143"/>
                  </a:lnTo>
                  <a:lnTo>
                    <a:pt x="3804434" y="2085780"/>
                  </a:lnTo>
                  <a:lnTo>
                    <a:pt x="3806146" y="2029126"/>
                  </a:lnTo>
                  <a:lnTo>
                    <a:pt x="3807857" y="2054909"/>
                  </a:lnTo>
                  <a:lnTo>
                    <a:pt x="3809569" y="2097807"/>
                  </a:lnTo>
                  <a:lnTo>
                    <a:pt x="3811280" y="2086908"/>
                  </a:lnTo>
                  <a:lnTo>
                    <a:pt x="3812991" y="2064500"/>
                  </a:lnTo>
                  <a:lnTo>
                    <a:pt x="3814703" y="2069897"/>
                  </a:lnTo>
                  <a:lnTo>
                    <a:pt x="3816414" y="2101007"/>
                  </a:lnTo>
                  <a:lnTo>
                    <a:pt x="3818126" y="2144684"/>
                  </a:lnTo>
                  <a:lnTo>
                    <a:pt x="3819837" y="2131353"/>
                  </a:lnTo>
                  <a:lnTo>
                    <a:pt x="3821548" y="2133112"/>
                  </a:lnTo>
                  <a:lnTo>
                    <a:pt x="3823260" y="2164407"/>
                  </a:lnTo>
                  <a:lnTo>
                    <a:pt x="3824971" y="2191919"/>
                  </a:lnTo>
                  <a:lnTo>
                    <a:pt x="3826683" y="2231777"/>
                  </a:lnTo>
                  <a:lnTo>
                    <a:pt x="3828394" y="2193883"/>
                  </a:lnTo>
                  <a:lnTo>
                    <a:pt x="3830105" y="2190289"/>
                  </a:lnTo>
                  <a:lnTo>
                    <a:pt x="3831817" y="2163271"/>
                  </a:lnTo>
                  <a:lnTo>
                    <a:pt x="3833528" y="2163154"/>
                  </a:lnTo>
                  <a:lnTo>
                    <a:pt x="3835240" y="2141831"/>
                  </a:lnTo>
                  <a:lnTo>
                    <a:pt x="3836951" y="2173782"/>
                  </a:lnTo>
                  <a:lnTo>
                    <a:pt x="3838662" y="2216869"/>
                  </a:lnTo>
                  <a:lnTo>
                    <a:pt x="3840374" y="2242745"/>
                  </a:lnTo>
                  <a:lnTo>
                    <a:pt x="3842085" y="2204198"/>
                  </a:lnTo>
                  <a:lnTo>
                    <a:pt x="3843797" y="2188694"/>
                  </a:lnTo>
                  <a:lnTo>
                    <a:pt x="3845508" y="2083546"/>
                  </a:lnTo>
                  <a:lnTo>
                    <a:pt x="3847219" y="2170125"/>
                  </a:lnTo>
                  <a:lnTo>
                    <a:pt x="3848931" y="2258716"/>
                  </a:lnTo>
                  <a:lnTo>
                    <a:pt x="3850642" y="2271854"/>
                  </a:lnTo>
                  <a:lnTo>
                    <a:pt x="3852354" y="2308893"/>
                  </a:lnTo>
                  <a:lnTo>
                    <a:pt x="3854065" y="2279741"/>
                  </a:lnTo>
                  <a:lnTo>
                    <a:pt x="3855776" y="2266274"/>
                  </a:lnTo>
                  <a:lnTo>
                    <a:pt x="3857488" y="2252002"/>
                  </a:lnTo>
                  <a:lnTo>
                    <a:pt x="3859199" y="2235534"/>
                  </a:lnTo>
                  <a:lnTo>
                    <a:pt x="3860911" y="2209481"/>
                  </a:lnTo>
                  <a:lnTo>
                    <a:pt x="3862622" y="2088430"/>
                  </a:lnTo>
                  <a:lnTo>
                    <a:pt x="3864333" y="2089354"/>
                  </a:lnTo>
                  <a:lnTo>
                    <a:pt x="3866045" y="2118301"/>
                  </a:lnTo>
                  <a:lnTo>
                    <a:pt x="3867756" y="2107727"/>
                  </a:lnTo>
                  <a:lnTo>
                    <a:pt x="3869468" y="2112876"/>
                  </a:lnTo>
                  <a:lnTo>
                    <a:pt x="3871179" y="2200630"/>
                  </a:lnTo>
                  <a:lnTo>
                    <a:pt x="3872890" y="2215018"/>
                  </a:lnTo>
                  <a:lnTo>
                    <a:pt x="3874602" y="2243538"/>
                  </a:lnTo>
                  <a:lnTo>
                    <a:pt x="3876313" y="2253946"/>
                  </a:lnTo>
                  <a:lnTo>
                    <a:pt x="3878025" y="2215607"/>
                  </a:lnTo>
                  <a:lnTo>
                    <a:pt x="3879736" y="2220200"/>
                  </a:lnTo>
                  <a:lnTo>
                    <a:pt x="3881447" y="2244665"/>
                  </a:lnTo>
                  <a:lnTo>
                    <a:pt x="3883159" y="2253402"/>
                  </a:lnTo>
                  <a:lnTo>
                    <a:pt x="3884870" y="2287770"/>
                  </a:lnTo>
                  <a:lnTo>
                    <a:pt x="3886582" y="2284258"/>
                  </a:lnTo>
                  <a:lnTo>
                    <a:pt x="3888293" y="2275142"/>
                  </a:lnTo>
                  <a:lnTo>
                    <a:pt x="3890004" y="2300207"/>
                  </a:lnTo>
                  <a:lnTo>
                    <a:pt x="3891716" y="2277170"/>
                  </a:lnTo>
                  <a:lnTo>
                    <a:pt x="3893427" y="2319669"/>
                  </a:lnTo>
                  <a:lnTo>
                    <a:pt x="3895139" y="2288627"/>
                  </a:lnTo>
                  <a:lnTo>
                    <a:pt x="3896850" y="2306620"/>
                  </a:lnTo>
                  <a:lnTo>
                    <a:pt x="3898561" y="2311729"/>
                  </a:lnTo>
                  <a:lnTo>
                    <a:pt x="3900273" y="2262554"/>
                  </a:lnTo>
                  <a:lnTo>
                    <a:pt x="3901984" y="2243074"/>
                  </a:lnTo>
                  <a:lnTo>
                    <a:pt x="3903695" y="2216656"/>
                  </a:lnTo>
                  <a:lnTo>
                    <a:pt x="3905407" y="2239902"/>
                  </a:lnTo>
                  <a:lnTo>
                    <a:pt x="3907118" y="2225522"/>
                  </a:lnTo>
                  <a:lnTo>
                    <a:pt x="3908830" y="2160117"/>
                  </a:lnTo>
                  <a:lnTo>
                    <a:pt x="3910541" y="2125816"/>
                  </a:lnTo>
                  <a:lnTo>
                    <a:pt x="3912252" y="2094908"/>
                  </a:lnTo>
                  <a:lnTo>
                    <a:pt x="3913964" y="2092028"/>
                  </a:lnTo>
                  <a:lnTo>
                    <a:pt x="3915675" y="2047829"/>
                  </a:lnTo>
                  <a:lnTo>
                    <a:pt x="3917387" y="2086152"/>
                  </a:lnTo>
                  <a:lnTo>
                    <a:pt x="3919098" y="2132903"/>
                  </a:lnTo>
                  <a:lnTo>
                    <a:pt x="3920809" y="2113805"/>
                  </a:lnTo>
                  <a:lnTo>
                    <a:pt x="3922521" y="2085908"/>
                  </a:lnTo>
                  <a:lnTo>
                    <a:pt x="3924232" y="2085618"/>
                  </a:lnTo>
                  <a:lnTo>
                    <a:pt x="3925944" y="2116136"/>
                  </a:lnTo>
                  <a:lnTo>
                    <a:pt x="3927655" y="2081304"/>
                  </a:lnTo>
                  <a:lnTo>
                    <a:pt x="3929366" y="2057274"/>
                  </a:lnTo>
                  <a:lnTo>
                    <a:pt x="3931078" y="2054001"/>
                  </a:lnTo>
                  <a:lnTo>
                    <a:pt x="3932789" y="2085913"/>
                  </a:lnTo>
                  <a:lnTo>
                    <a:pt x="3934501" y="2055063"/>
                  </a:lnTo>
                  <a:lnTo>
                    <a:pt x="3936212" y="2049700"/>
                  </a:lnTo>
                  <a:lnTo>
                    <a:pt x="3937923" y="2016530"/>
                  </a:lnTo>
                  <a:lnTo>
                    <a:pt x="3939635" y="2042478"/>
                  </a:lnTo>
                  <a:lnTo>
                    <a:pt x="3941346" y="2041560"/>
                  </a:lnTo>
                  <a:lnTo>
                    <a:pt x="3943058" y="2080809"/>
                  </a:lnTo>
                  <a:lnTo>
                    <a:pt x="3944769" y="2114993"/>
                  </a:lnTo>
                  <a:lnTo>
                    <a:pt x="3946480" y="2159179"/>
                  </a:lnTo>
                  <a:lnTo>
                    <a:pt x="3948192" y="2196150"/>
                  </a:lnTo>
                  <a:lnTo>
                    <a:pt x="3949903" y="2214929"/>
                  </a:lnTo>
                  <a:lnTo>
                    <a:pt x="3951615" y="2181409"/>
                  </a:lnTo>
                  <a:lnTo>
                    <a:pt x="3953326" y="2183078"/>
                  </a:lnTo>
                  <a:lnTo>
                    <a:pt x="3955037" y="2154486"/>
                  </a:lnTo>
                  <a:lnTo>
                    <a:pt x="3956749" y="2148971"/>
                  </a:lnTo>
                  <a:lnTo>
                    <a:pt x="3958460" y="2208291"/>
                  </a:lnTo>
                  <a:lnTo>
                    <a:pt x="3960172" y="2215796"/>
                  </a:lnTo>
                  <a:lnTo>
                    <a:pt x="3961883" y="2169912"/>
                  </a:lnTo>
                  <a:lnTo>
                    <a:pt x="3963594" y="2201982"/>
                  </a:lnTo>
                  <a:lnTo>
                    <a:pt x="3965306" y="2169683"/>
                  </a:lnTo>
                  <a:lnTo>
                    <a:pt x="3967017" y="2226061"/>
                  </a:lnTo>
                  <a:lnTo>
                    <a:pt x="3968729" y="2158643"/>
                  </a:lnTo>
                  <a:lnTo>
                    <a:pt x="3970440" y="2130879"/>
                  </a:lnTo>
                  <a:lnTo>
                    <a:pt x="3972151" y="2104567"/>
                  </a:lnTo>
                  <a:lnTo>
                    <a:pt x="3973863" y="2062439"/>
                  </a:lnTo>
                  <a:lnTo>
                    <a:pt x="3975574" y="2104740"/>
                  </a:lnTo>
                  <a:lnTo>
                    <a:pt x="3977286" y="2115149"/>
                  </a:lnTo>
                  <a:lnTo>
                    <a:pt x="3978997" y="2089356"/>
                  </a:lnTo>
                  <a:lnTo>
                    <a:pt x="3980708" y="2113835"/>
                  </a:lnTo>
                  <a:lnTo>
                    <a:pt x="3982420" y="2110507"/>
                  </a:lnTo>
                  <a:lnTo>
                    <a:pt x="3984131" y="2087214"/>
                  </a:lnTo>
                  <a:lnTo>
                    <a:pt x="3985843" y="2047838"/>
                  </a:lnTo>
                  <a:lnTo>
                    <a:pt x="3987554" y="2014613"/>
                  </a:lnTo>
                  <a:lnTo>
                    <a:pt x="3989265" y="1984687"/>
                  </a:lnTo>
                  <a:lnTo>
                    <a:pt x="3990977" y="2014861"/>
                  </a:lnTo>
                  <a:lnTo>
                    <a:pt x="3992688" y="2010084"/>
                  </a:lnTo>
                  <a:lnTo>
                    <a:pt x="3994400" y="2017327"/>
                  </a:lnTo>
                  <a:lnTo>
                    <a:pt x="3996111" y="2069263"/>
                  </a:lnTo>
                  <a:lnTo>
                    <a:pt x="3997822" y="2102957"/>
                  </a:lnTo>
                  <a:lnTo>
                    <a:pt x="3999534" y="2136481"/>
                  </a:lnTo>
                  <a:lnTo>
                    <a:pt x="4001245" y="2139130"/>
                  </a:lnTo>
                  <a:lnTo>
                    <a:pt x="4002957" y="2118497"/>
                  </a:lnTo>
                  <a:lnTo>
                    <a:pt x="4004668" y="2173354"/>
                  </a:lnTo>
                  <a:lnTo>
                    <a:pt x="4006379" y="2169888"/>
                  </a:lnTo>
                  <a:lnTo>
                    <a:pt x="4008091" y="2151744"/>
                  </a:lnTo>
                  <a:lnTo>
                    <a:pt x="4009802" y="2107825"/>
                  </a:lnTo>
                  <a:lnTo>
                    <a:pt x="4011513" y="2102995"/>
                  </a:lnTo>
                  <a:lnTo>
                    <a:pt x="4013225" y="2144473"/>
                  </a:lnTo>
                  <a:lnTo>
                    <a:pt x="4014936" y="2131920"/>
                  </a:lnTo>
                  <a:lnTo>
                    <a:pt x="4016648" y="2136904"/>
                  </a:lnTo>
                  <a:lnTo>
                    <a:pt x="4018359" y="2122973"/>
                  </a:lnTo>
                  <a:lnTo>
                    <a:pt x="4020070" y="2102906"/>
                  </a:lnTo>
                  <a:lnTo>
                    <a:pt x="4021782" y="2066599"/>
                  </a:lnTo>
                  <a:lnTo>
                    <a:pt x="4023493" y="2056931"/>
                  </a:lnTo>
                  <a:lnTo>
                    <a:pt x="4025205" y="2028430"/>
                  </a:lnTo>
                  <a:lnTo>
                    <a:pt x="4026916" y="1998743"/>
                  </a:lnTo>
                  <a:lnTo>
                    <a:pt x="4028627" y="2044200"/>
                  </a:lnTo>
                  <a:lnTo>
                    <a:pt x="4030339" y="2099913"/>
                  </a:lnTo>
                  <a:lnTo>
                    <a:pt x="4032050" y="2086989"/>
                  </a:lnTo>
                  <a:lnTo>
                    <a:pt x="4033762" y="2149207"/>
                  </a:lnTo>
                  <a:lnTo>
                    <a:pt x="4035473" y="2163647"/>
                  </a:lnTo>
                  <a:lnTo>
                    <a:pt x="4037184" y="2208616"/>
                  </a:lnTo>
                  <a:lnTo>
                    <a:pt x="4038896" y="2299389"/>
                  </a:lnTo>
                  <a:lnTo>
                    <a:pt x="4040607" y="2288374"/>
                  </a:lnTo>
                  <a:lnTo>
                    <a:pt x="4042319" y="2268016"/>
                  </a:lnTo>
                  <a:lnTo>
                    <a:pt x="4044030" y="2254587"/>
                  </a:lnTo>
                  <a:lnTo>
                    <a:pt x="4045741" y="2223706"/>
                  </a:lnTo>
                  <a:lnTo>
                    <a:pt x="4047453" y="2206542"/>
                  </a:lnTo>
                  <a:lnTo>
                    <a:pt x="4049164" y="2179257"/>
                  </a:lnTo>
                  <a:lnTo>
                    <a:pt x="4050876" y="2177530"/>
                  </a:lnTo>
                  <a:lnTo>
                    <a:pt x="4052587" y="2147652"/>
                  </a:lnTo>
                  <a:lnTo>
                    <a:pt x="4054298" y="2132188"/>
                  </a:lnTo>
                  <a:lnTo>
                    <a:pt x="4056010" y="2113845"/>
                  </a:lnTo>
                  <a:lnTo>
                    <a:pt x="4057721" y="2080795"/>
                  </a:lnTo>
                  <a:lnTo>
                    <a:pt x="4059433" y="2085808"/>
                  </a:lnTo>
                  <a:lnTo>
                    <a:pt x="4061144" y="2097501"/>
                  </a:lnTo>
                  <a:lnTo>
                    <a:pt x="4062855" y="2071251"/>
                  </a:lnTo>
                  <a:lnTo>
                    <a:pt x="4064567" y="2055666"/>
                  </a:lnTo>
                  <a:lnTo>
                    <a:pt x="4066278" y="2044745"/>
                  </a:lnTo>
                  <a:lnTo>
                    <a:pt x="4067990" y="2116959"/>
                  </a:lnTo>
                  <a:lnTo>
                    <a:pt x="4069701" y="2133190"/>
                  </a:lnTo>
                  <a:lnTo>
                    <a:pt x="4071412" y="2141847"/>
                  </a:lnTo>
                  <a:lnTo>
                    <a:pt x="4073124" y="2173866"/>
                  </a:lnTo>
                  <a:lnTo>
                    <a:pt x="4074835" y="2147934"/>
                  </a:lnTo>
                  <a:lnTo>
                    <a:pt x="4076547" y="2187417"/>
                  </a:lnTo>
                  <a:lnTo>
                    <a:pt x="4078258" y="2209886"/>
                  </a:lnTo>
                  <a:lnTo>
                    <a:pt x="4079969" y="2183179"/>
                  </a:lnTo>
                  <a:lnTo>
                    <a:pt x="4081681" y="2225486"/>
                  </a:lnTo>
                  <a:lnTo>
                    <a:pt x="4083392" y="2268578"/>
                  </a:lnTo>
                  <a:lnTo>
                    <a:pt x="4085104" y="2314489"/>
                  </a:lnTo>
                  <a:lnTo>
                    <a:pt x="4086815" y="2330833"/>
                  </a:lnTo>
                  <a:lnTo>
                    <a:pt x="4088526" y="2259720"/>
                  </a:lnTo>
                  <a:lnTo>
                    <a:pt x="4090238" y="2248565"/>
                  </a:lnTo>
                  <a:lnTo>
                    <a:pt x="4091949" y="2224659"/>
                  </a:lnTo>
                  <a:lnTo>
                    <a:pt x="4093661" y="2223556"/>
                  </a:lnTo>
                  <a:lnTo>
                    <a:pt x="4095372" y="2277719"/>
                  </a:lnTo>
                  <a:lnTo>
                    <a:pt x="4097083" y="2251741"/>
                  </a:lnTo>
                  <a:lnTo>
                    <a:pt x="4098795" y="2228182"/>
                  </a:lnTo>
                  <a:lnTo>
                    <a:pt x="4100506" y="2199955"/>
                  </a:lnTo>
                  <a:lnTo>
                    <a:pt x="4102218" y="2139996"/>
                  </a:lnTo>
                  <a:lnTo>
                    <a:pt x="4103929" y="2165345"/>
                  </a:lnTo>
                  <a:lnTo>
                    <a:pt x="4105640" y="2139861"/>
                  </a:lnTo>
                  <a:lnTo>
                    <a:pt x="4107352" y="2135808"/>
                  </a:lnTo>
                  <a:lnTo>
                    <a:pt x="4109063" y="2131263"/>
                  </a:lnTo>
                  <a:lnTo>
                    <a:pt x="4110775" y="2186023"/>
                  </a:lnTo>
                  <a:lnTo>
                    <a:pt x="4112486" y="2234002"/>
                  </a:lnTo>
                  <a:lnTo>
                    <a:pt x="4114197" y="2251542"/>
                  </a:lnTo>
                  <a:lnTo>
                    <a:pt x="4115909" y="2246275"/>
                  </a:lnTo>
                  <a:lnTo>
                    <a:pt x="4117620" y="2243808"/>
                  </a:lnTo>
                  <a:lnTo>
                    <a:pt x="4119331" y="2265332"/>
                  </a:lnTo>
                  <a:lnTo>
                    <a:pt x="4121043" y="2217920"/>
                  </a:lnTo>
                  <a:lnTo>
                    <a:pt x="4122754" y="2186757"/>
                  </a:lnTo>
                  <a:lnTo>
                    <a:pt x="4124466" y="2169921"/>
                  </a:lnTo>
                  <a:lnTo>
                    <a:pt x="4126177" y="2166765"/>
                  </a:lnTo>
                  <a:lnTo>
                    <a:pt x="4127888" y="2219553"/>
                  </a:lnTo>
                  <a:lnTo>
                    <a:pt x="4129600" y="2156751"/>
                  </a:lnTo>
                  <a:lnTo>
                    <a:pt x="4131311" y="2124125"/>
                  </a:lnTo>
                  <a:lnTo>
                    <a:pt x="4133023" y="2079083"/>
                  </a:lnTo>
                  <a:lnTo>
                    <a:pt x="4134734" y="2017758"/>
                  </a:lnTo>
                  <a:lnTo>
                    <a:pt x="4136445" y="2075536"/>
                  </a:lnTo>
                  <a:lnTo>
                    <a:pt x="4138157" y="2068358"/>
                  </a:lnTo>
                  <a:lnTo>
                    <a:pt x="4139868" y="2061142"/>
                  </a:lnTo>
                  <a:lnTo>
                    <a:pt x="4141580" y="2053848"/>
                  </a:lnTo>
                  <a:lnTo>
                    <a:pt x="4143291" y="2049473"/>
                  </a:lnTo>
                  <a:lnTo>
                    <a:pt x="4145002" y="2065791"/>
                  </a:lnTo>
                  <a:lnTo>
                    <a:pt x="4146714" y="2098519"/>
                  </a:lnTo>
                  <a:lnTo>
                    <a:pt x="4148425" y="2069828"/>
                  </a:lnTo>
                  <a:lnTo>
                    <a:pt x="4150137" y="2090863"/>
                  </a:lnTo>
                  <a:lnTo>
                    <a:pt x="4151848" y="2111013"/>
                  </a:lnTo>
                  <a:lnTo>
                    <a:pt x="4153559" y="2203460"/>
                  </a:lnTo>
                  <a:lnTo>
                    <a:pt x="4155271" y="2257584"/>
                  </a:lnTo>
                  <a:lnTo>
                    <a:pt x="4156982" y="2268582"/>
                  </a:lnTo>
                  <a:lnTo>
                    <a:pt x="4158694" y="2223669"/>
                  </a:lnTo>
                  <a:lnTo>
                    <a:pt x="4160405" y="2242878"/>
                  </a:lnTo>
                  <a:lnTo>
                    <a:pt x="4162116" y="2248345"/>
                  </a:lnTo>
                  <a:lnTo>
                    <a:pt x="4163828" y="2198272"/>
                  </a:lnTo>
                  <a:lnTo>
                    <a:pt x="4165539" y="2163029"/>
                  </a:lnTo>
                  <a:lnTo>
                    <a:pt x="4167251" y="2091377"/>
                  </a:lnTo>
                  <a:lnTo>
                    <a:pt x="4168962" y="2079468"/>
                  </a:lnTo>
                  <a:lnTo>
                    <a:pt x="4170673" y="2058621"/>
                  </a:lnTo>
                  <a:lnTo>
                    <a:pt x="4172385" y="2034526"/>
                  </a:lnTo>
                  <a:lnTo>
                    <a:pt x="4174096" y="2023157"/>
                  </a:lnTo>
                  <a:lnTo>
                    <a:pt x="4175808" y="2052412"/>
                  </a:lnTo>
                  <a:lnTo>
                    <a:pt x="4177519" y="2053415"/>
                  </a:lnTo>
                  <a:lnTo>
                    <a:pt x="4179230" y="2048267"/>
                  </a:lnTo>
                  <a:lnTo>
                    <a:pt x="4180942" y="2051431"/>
                  </a:lnTo>
                  <a:lnTo>
                    <a:pt x="4182653" y="2051845"/>
                  </a:lnTo>
                  <a:lnTo>
                    <a:pt x="4184365" y="2081979"/>
                  </a:lnTo>
                  <a:lnTo>
                    <a:pt x="4186076" y="2096793"/>
                  </a:lnTo>
                  <a:lnTo>
                    <a:pt x="4187787" y="2105833"/>
                  </a:lnTo>
                  <a:lnTo>
                    <a:pt x="4189499" y="2140840"/>
                  </a:lnTo>
                  <a:lnTo>
                    <a:pt x="4191210" y="2111973"/>
                  </a:lnTo>
                  <a:lnTo>
                    <a:pt x="4192922" y="2164683"/>
                  </a:lnTo>
                  <a:lnTo>
                    <a:pt x="4194633" y="2124967"/>
                  </a:lnTo>
                  <a:lnTo>
                    <a:pt x="4196344" y="2053717"/>
                  </a:lnTo>
                  <a:lnTo>
                    <a:pt x="4198056" y="2053146"/>
                  </a:lnTo>
                  <a:lnTo>
                    <a:pt x="4199767" y="1994582"/>
                  </a:lnTo>
                  <a:lnTo>
                    <a:pt x="4201479" y="2014591"/>
                  </a:lnTo>
                  <a:lnTo>
                    <a:pt x="4203190" y="1975425"/>
                  </a:lnTo>
                  <a:lnTo>
                    <a:pt x="4204901" y="2011990"/>
                  </a:lnTo>
                  <a:lnTo>
                    <a:pt x="4206613" y="2007916"/>
                  </a:lnTo>
                  <a:lnTo>
                    <a:pt x="4208324" y="2065991"/>
                  </a:lnTo>
                  <a:lnTo>
                    <a:pt x="4210036" y="2084087"/>
                  </a:lnTo>
                  <a:lnTo>
                    <a:pt x="4211747" y="2068952"/>
                  </a:lnTo>
                  <a:lnTo>
                    <a:pt x="4213458" y="2083420"/>
                  </a:lnTo>
                  <a:lnTo>
                    <a:pt x="4215170" y="2135839"/>
                  </a:lnTo>
                  <a:lnTo>
                    <a:pt x="4216881" y="2195225"/>
                  </a:lnTo>
                  <a:lnTo>
                    <a:pt x="4218592" y="2182689"/>
                  </a:lnTo>
                  <a:lnTo>
                    <a:pt x="4220304" y="2152494"/>
                  </a:lnTo>
                  <a:lnTo>
                    <a:pt x="4222015" y="2200751"/>
                  </a:lnTo>
                  <a:lnTo>
                    <a:pt x="4223727" y="2248204"/>
                  </a:lnTo>
                  <a:lnTo>
                    <a:pt x="4225438" y="2269672"/>
                  </a:lnTo>
                  <a:lnTo>
                    <a:pt x="4227149" y="2263228"/>
                  </a:lnTo>
                  <a:lnTo>
                    <a:pt x="4228861" y="2241042"/>
                  </a:lnTo>
                  <a:lnTo>
                    <a:pt x="4230572" y="2188173"/>
                  </a:lnTo>
                  <a:lnTo>
                    <a:pt x="4232284" y="2187258"/>
                  </a:lnTo>
                  <a:lnTo>
                    <a:pt x="4233995" y="2159337"/>
                  </a:lnTo>
                  <a:lnTo>
                    <a:pt x="4235706" y="2175978"/>
                  </a:lnTo>
                  <a:lnTo>
                    <a:pt x="4237418" y="2155268"/>
                  </a:lnTo>
                  <a:lnTo>
                    <a:pt x="4239129" y="2125646"/>
                  </a:lnTo>
                  <a:lnTo>
                    <a:pt x="4240841" y="2091178"/>
                  </a:lnTo>
                  <a:lnTo>
                    <a:pt x="4242552" y="2097925"/>
                  </a:lnTo>
                  <a:lnTo>
                    <a:pt x="4244263" y="2137313"/>
                  </a:lnTo>
                  <a:lnTo>
                    <a:pt x="4245975" y="2144356"/>
                  </a:lnTo>
                  <a:lnTo>
                    <a:pt x="4247686" y="2063163"/>
                  </a:lnTo>
                  <a:lnTo>
                    <a:pt x="4249398" y="2031892"/>
                  </a:lnTo>
                  <a:lnTo>
                    <a:pt x="4251109" y="2022785"/>
                  </a:lnTo>
                  <a:lnTo>
                    <a:pt x="4252820" y="2039597"/>
                  </a:lnTo>
                  <a:lnTo>
                    <a:pt x="4254532" y="2015247"/>
                  </a:lnTo>
                  <a:lnTo>
                    <a:pt x="4256243" y="2009420"/>
                  </a:lnTo>
                  <a:lnTo>
                    <a:pt x="4257955" y="2030544"/>
                  </a:lnTo>
                  <a:lnTo>
                    <a:pt x="4259666" y="2055196"/>
                  </a:lnTo>
                  <a:lnTo>
                    <a:pt x="4261377" y="2108014"/>
                  </a:lnTo>
                  <a:lnTo>
                    <a:pt x="4263089" y="2147621"/>
                  </a:lnTo>
                  <a:lnTo>
                    <a:pt x="4264800" y="2136197"/>
                  </a:lnTo>
                  <a:lnTo>
                    <a:pt x="4266512" y="2090532"/>
                  </a:lnTo>
                  <a:lnTo>
                    <a:pt x="4268223" y="2132537"/>
                  </a:lnTo>
                  <a:lnTo>
                    <a:pt x="4269934" y="2143358"/>
                  </a:lnTo>
                  <a:lnTo>
                    <a:pt x="4271646" y="2209590"/>
                  </a:lnTo>
                  <a:lnTo>
                    <a:pt x="4273357" y="2217193"/>
                  </a:lnTo>
                  <a:lnTo>
                    <a:pt x="4275069" y="2240332"/>
                  </a:lnTo>
                  <a:lnTo>
                    <a:pt x="4276780" y="2213182"/>
                  </a:lnTo>
                  <a:lnTo>
                    <a:pt x="4278491" y="2202801"/>
                  </a:lnTo>
                  <a:lnTo>
                    <a:pt x="4280203" y="2265118"/>
                  </a:lnTo>
                  <a:lnTo>
                    <a:pt x="4281914" y="2225255"/>
                  </a:lnTo>
                  <a:lnTo>
                    <a:pt x="4283626" y="2226224"/>
                  </a:lnTo>
                  <a:lnTo>
                    <a:pt x="4285337" y="2265413"/>
                  </a:lnTo>
                  <a:lnTo>
                    <a:pt x="4287048" y="2205241"/>
                  </a:lnTo>
                  <a:lnTo>
                    <a:pt x="4288760" y="2236112"/>
                  </a:lnTo>
                  <a:lnTo>
                    <a:pt x="4290471" y="2204655"/>
                  </a:lnTo>
                  <a:lnTo>
                    <a:pt x="4292183" y="2182720"/>
                  </a:lnTo>
                  <a:lnTo>
                    <a:pt x="4293894" y="2167193"/>
                  </a:lnTo>
                  <a:lnTo>
                    <a:pt x="4295605" y="2135652"/>
                  </a:lnTo>
                  <a:lnTo>
                    <a:pt x="4297317" y="2150519"/>
                  </a:lnTo>
                  <a:lnTo>
                    <a:pt x="4299028" y="2176645"/>
                  </a:lnTo>
                  <a:lnTo>
                    <a:pt x="4300740" y="2203616"/>
                  </a:lnTo>
                  <a:lnTo>
                    <a:pt x="4302451" y="2230260"/>
                  </a:lnTo>
                  <a:lnTo>
                    <a:pt x="4304162" y="2185915"/>
                  </a:lnTo>
                  <a:lnTo>
                    <a:pt x="4305874" y="2213632"/>
                  </a:lnTo>
                  <a:lnTo>
                    <a:pt x="4307585" y="2197657"/>
                  </a:lnTo>
                  <a:lnTo>
                    <a:pt x="4309297" y="2176675"/>
                  </a:lnTo>
                  <a:lnTo>
                    <a:pt x="4311008" y="2178352"/>
                  </a:lnTo>
                  <a:lnTo>
                    <a:pt x="4312719" y="2179619"/>
                  </a:lnTo>
                  <a:lnTo>
                    <a:pt x="4314431" y="2232076"/>
                  </a:lnTo>
                  <a:lnTo>
                    <a:pt x="4316142" y="2228093"/>
                  </a:lnTo>
                  <a:lnTo>
                    <a:pt x="4317854" y="2202012"/>
                  </a:lnTo>
                  <a:lnTo>
                    <a:pt x="4319565" y="2172480"/>
                  </a:lnTo>
                  <a:lnTo>
                    <a:pt x="4321276" y="2200369"/>
                  </a:lnTo>
                  <a:lnTo>
                    <a:pt x="4322988" y="2259396"/>
                  </a:lnTo>
                  <a:lnTo>
                    <a:pt x="4324699" y="2237129"/>
                  </a:lnTo>
                  <a:lnTo>
                    <a:pt x="4326410" y="2199410"/>
                  </a:lnTo>
                  <a:lnTo>
                    <a:pt x="4328122" y="2126243"/>
                  </a:lnTo>
                  <a:lnTo>
                    <a:pt x="4329833" y="2109231"/>
                  </a:lnTo>
                  <a:lnTo>
                    <a:pt x="4331545" y="2074217"/>
                  </a:lnTo>
                  <a:lnTo>
                    <a:pt x="4333256" y="2106280"/>
                  </a:lnTo>
                  <a:lnTo>
                    <a:pt x="4334967" y="2084550"/>
                  </a:lnTo>
                  <a:lnTo>
                    <a:pt x="4336679" y="2067112"/>
                  </a:lnTo>
                  <a:lnTo>
                    <a:pt x="4338390" y="2089160"/>
                  </a:lnTo>
                  <a:lnTo>
                    <a:pt x="4340102" y="2039691"/>
                  </a:lnTo>
                  <a:lnTo>
                    <a:pt x="4341813" y="2016230"/>
                  </a:lnTo>
                  <a:lnTo>
                    <a:pt x="4343524" y="2020808"/>
                  </a:lnTo>
                  <a:lnTo>
                    <a:pt x="4345236" y="2040910"/>
                  </a:lnTo>
                  <a:lnTo>
                    <a:pt x="4346947" y="2102890"/>
                  </a:lnTo>
                  <a:lnTo>
                    <a:pt x="4348659" y="2112834"/>
                  </a:lnTo>
                  <a:lnTo>
                    <a:pt x="4350370" y="2133041"/>
                  </a:lnTo>
                  <a:lnTo>
                    <a:pt x="4352081" y="2130528"/>
                  </a:lnTo>
                  <a:lnTo>
                    <a:pt x="4353793" y="2098923"/>
                  </a:lnTo>
                  <a:lnTo>
                    <a:pt x="4355504" y="2066533"/>
                  </a:lnTo>
                  <a:lnTo>
                    <a:pt x="4357216" y="2063527"/>
                  </a:lnTo>
                  <a:lnTo>
                    <a:pt x="4358927" y="2041215"/>
                  </a:lnTo>
                  <a:lnTo>
                    <a:pt x="4360638" y="2039531"/>
                  </a:lnTo>
                  <a:lnTo>
                    <a:pt x="4362350" y="2068551"/>
                  </a:lnTo>
                  <a:lnTo>
                    <a:pt x="4364061" y="2136547"/>
                  </a:lnTo>
                  <a:lnTo>
                    <a:pt x="4365773" y="2167772"/>
                  </a:lnTo>
                  <a:lnTo>
                    <a:pt x="4367484" y="2157432"/>
                  </a:lnTo>
                  <a:lnTo>
                    <a:pt x="4369195" y="2102914"/>
                  </a:lnTo>
                  <a:lnTo>
                    <a:pt x="4370907" y="2060424"/>
                  </a:lnTo>
                  <a:lnTo>
                    <a:pt x="4372618" y="2057682"/>
                  </a:lnTo>
                  <a:lnTo>
                    <a:pt x="4374330" y="2030711"/>
                  </a:lnTo>
                  <a:lnTo>
                    <a:pt x="4376041" y="2040007"/>
                  </a:lnTo>
                  <a:lnTo>
                    <a:pt x="4377752" y="2062543"/>
                  </a:lnTo>
                  <a:lnTo>
                    <a:pt x="4379464" y="2032776"/>
                  </a:lnTo>
                  <a:lnTo>
                    <a:pt x="4381175" y="2080776"/>
                  </a:lnTo>
                  <a:lnTo>
                    <a:pt x="4382887" y="2046051"/>
                  </a:lnTo>
                  <a:lnTo>
                    <a:pt x="4384598" y="2057225"/>
                  </a:lnTo>
                  <a:lnTo>
                    <a:pt x="4386309" y="2078182"/>
                  </a:lnTo>
                  <a:lnTo>
                    <a:pt x="4388021" y="2057373"/>
                  </a:lnTo>
                  <a:lnTo>
                    <a:pt x="4389732" y="2034043"/>
                  </a:lnTo>
                  <a:lnTo>
                    <a:pt x="4391444" y="2055744"/>
                  </a:lnTo>
                  <a:lnTo>
                    <a:pt x="4393155" y="2094102"/>
                  </a:lnTo>
                  <a:lnTo>
                    <a:pt x="4394866" y="2099509"/>
                  </a:lnTo>
                  <a:lnTo>
                    <a:pt x="4396578" y="2159984"/>
                  </a:lnTo>
                  <a:lnTo>
                    <a:pt x="4398289" y="2178886"/>
                  </a:lnTo>
                  <a:lnTo>
                    <a:pt x="4400001" y="2213482"/>
                  </a:lnTo>
                  <a:lnTo>
                    <a:pt x="4401712" y="2295547"/>
                  </a:lnTo>
                  <a:lnTo>
                    <a:pt x="4403423" y="2318386"/>
                  </a:lnTo>
                  <a:lnTo>
                    <a:pt x="4405135" y="2319313"/>
                  </a:lnTo>
                  <a:lnTo>
                    <a:pt x="4406846" y="2345105"/>
                  </a:lnTo>
                  <a:lnTo>
                    <a:pt x="4408558" y="2352091"/>
                  </a:lnTo>
                  <a:lnTo>
                    <a:pt x="4410269" y="2355334"/>
                  </a:lnTo>
                  <a:lnTo>
                    <a:pt x="4411980" y="2346260"/>
                  </a:lnTo>
                  <a:lnTo>
                    <a:pt x="4413692" y="2344903"/>
                  </a:lnTo>
                  <a:lnTo>
                    <a:pt x="4415403" y="2330748"/>
                  </a:lnTo>
                  <a:lnTo>
                    <a:pt x="4417115" y="2304048"/>
                  </a:lnTo>
                  <a:lnTo>
                    <a:pt x="4418826" y="2272864"/>
                  </a:lnTo>
                  <a:lnTo>
                    <a:pt x="4420537" y="2224898"/>
                  </a:lnTo>
                  <a:lnTo>
                    <a:pt x="4422249" y="2180520"/>
                  </a:lnTo>
                  <a:lnTo>
                    <a:pt x="4423960" y="2203663"/>
                  </a:lnTo>
                  <a:lnTo>
                    <a:pt x="4425672" y="2178346"/>
                  </a:lnTo>
                  <a:lnTo>
                    <a:pt x="4427383" y="2167080"/>
                  </a:lnTo>
                  <a:lnTo>
                    <a:pt x="4429094" y="2189916"/>
                  </a:lnTo>
                  <a:lnTo>
                    <a:pt x="4430806" y="2174038"/>
                  </a:lnTo>
                  <a:lnTo>
                    <a:pt x="4432517" y="2160996"/>
                  </a:lnTo>
                  <a:lnTo>
                    <a:pt x="4434228" y="2198842"/>
                  </a:lnTo>
                  <a:lnTo>
                    <a:pt x="4435940" y="2161820"/>
                  </a:lnTo>
                  <a:lnTo>
                    <a:pt x="4437651" y="2137353"/>
                  </a:lnTo>
                  <a:lnTo>
                    <a:pt x="4439363" y="2159980"/>
                  </a:lnTo>
                  <a:lnTo>
                    <a:pt x="4441074" y="2133939"/>
                  </a:lnTo>
                  <a:lnTo>
                    <a:pt x="4442785" y="2177297"/>
                  </a:lnTo>
                  <a:lnTo>
                    <a:pt x="4444497" y="2219437"/>
                  </a:lnTo>
                  <a:lnTo>
                    <a:pt x="4446208" y="2227286"/>
                  </a:lnTo>
                  <a:lnTo>
                    <a:pt x="4447920" y="2263176"/>
                  </a:lnTo>
                  <a:lnTo>
                    <a:pt x="4449631" y="2266478"/>
                  </a:lnTo>
                  <a:lnTo>
                    <a:pt x="4451342" y="2288439"/>
                  </a:lnTo>
                  <a:lnTo>
                    <a:pt x="4453054" y="2240144"/>
                  </a:lnTo>
                  <a:lnTo>
                    <a:pt x="4454765" y="2237404"/>
                  </a:lnTo>
                  <a:lnTo>
                    <a:pt x="4456477" y="2280112"/>
                  </a:lnTo>
                  <a:lnTo>
                    <a:pt x="4458188" y="2258475"/>
                  </a:lnTo>
                  <a:lnTo>
                    <a:pt x="4459899" y="2251403"/>
                  </a:lnTo>
                  <a:lnTo>
                    <a:pt x="4461611" y="2238541"/>
                  </a:lnTo>
                  <a:lnTo>
                    <a:pt x="4463322" y="2244945"/>
                  </a:lnTo>
                  <a:lnTo>
                    <a:pt x="4465034" y="2271092"/>
                  </a:lnTo>
                  <a:lnTo>
                    <a:pt x="4466745" y="2296890"/>
                  </a:lnTo>
                  <a:lnTo>
                    <a:pt x="4468456" y="2259632"/>
                  </a:lnTo>
                  <a:lnTo>
                    <a:pt x="4470168" y="2288233"/>
                  </a:lnTo>
                  <a:lnTo>
                    <a:pt x="4471879" y="2238683"/>
                  </a:lnTo>
                  <a:lnTo>
                    <a:pt x="4473591" y="2241232"/>
                  </a:lnTo>
                  <a:lnTo>
                    <a:pt x="4475302" y="2157724"/>
                  </a:lnTo>
                  <a:lnTo>
                    <a:pt x="4477013" y="2092683"/>
                  </a:lnTo>
                  <a:lnTo>
                    <a:pt x="4478725" y="2144494"/>
                  </a:lnTo>
                  <a:lnTo>
                    <a:pt x="4480436" y="2174478"/>
                  </a:lnTo>
                  <a:lnTo>
                    <a:pt x="4482148" y="2201979"/>
                  </a:lnTo>
                  <a:lnTo>
                    <a:pt x="4483859" y="2231558"/>
                  </a:lnTo>
                  <a:lnTo>
                    <a:pt x="4485570" y="2174395"/>
                  </a:lnTo>
                  <a:lnTo>
                    <a:pt x="4487282" y="2187577"/>
                  </a:lnTo>
                  <a:lnTo>
                    <a:pt x="4488993" y="2179811"/>
                  </a:lnTo>
                  <a:lnTo>
                    <a:pt x="4490705" y="2151444"/>
                  </a:lnTo>
                  <a:lnTo>
                    <a:pt x="4492416" y="2169870"/>
                  </a:lnTo>
                  <a:lnTo>
                    <a:pt x="4494127" y="2209587"/>
                  </a:lnTo>
                  <a:lnTo>
                    <a:pt x="4495839" y="2219686"/>
                  </a:lnTo>
                  <a:lnTo>
                    <a:pt x="4497550" y="2193312"/>
                  </a:lnTo>
                  <a:lnTo>
                    <a:pt x="4499262" y="2204415"/>
                  </a:lnTo>
                  <a:lnTo>
                    <a:pt x="4500973" y="2164331"/>
                  </a:lnTo>
                  <a:lnTo>
                    <a:pt x="4502684" y="2181968"/>
                  </a:lnTo>
                  <a:lnTo>
                    <a:pt x="4504396" y="2237414"/>
                  </a:lnTo>
                  <a:lnTo>
                    <a:pt x="4506107" y="2237020"/>
                  </a:lnTo>
                  <a:lnTo>
                    <a:pt x="4507819" y="2291315"/>
                  </a:lnTo>
                  <a:lnTo>
                    <a:pt x="4509530" y="2280577"/>
                  </a:lnTo>
                  <a:lnTo>
                    <a:pt x="4511241" y="2263413"/>
                  </a:lnTo>
                  <a:lnTo>
                    <a:pt x="4512953" y="2291883"/>
                  </a:lnTo>
                  <a:lnTo>
                    <a:pt x="4514664" y="2244248"/>
                  </a:lnTo>
                  <a:lnTo>
                    <a:pt x="4516376" y="2255637"/>
                  </a:lnTo>
                  <a:lnTo>
                    <a:pt x="4518087" y="2202567"/>
                  </a:lnTo>
                  <a:lnTo>
                    <a:pt x="4519798" y="2147867"/>
                  </a:lnTo>
                  <a:lnTo>
                    <a:pt x="4521510" y="2188255"/>
                  </a:lnTo>
                  <a:lnTo>
                    <a:pt x="4523221" y="2131392"/>
                  </a:lnTo>
                  <a:lnTo>
                    <a:pt x="4524933" y="2098440"/>
                  </a:lnTo>
                  <a:lnTo>
                    <a:pt x="4526644" y="2088845"/>
                  </a:lnTo>
                  <a:lnTo>
                    <a:pt x="4528355" y="2003992"/>
                  </a:lnTo>
                  <a:lnTo>
                    <a:pt x="4530067" y="1977456"/>
                  </a:lnTo>
                  <a:lnTo>
                    <a:pt x="4531778" y="2011416"/>
                  </a:lnTo>
                  <a:lnTo>
                    <a:pt x="4533489" y="2028822"/>
                  </a:lnTo>
                  <a:lnTo>
                    <a:pt x="4535201" y="2038389"/>
                  </a:lnTo>
                  <a:lnTo>
                    <a:pt x="4536912" y="2057586"/>
                  </a:lnTo>
                  <a:lnTo>
                    <a:pt x="4538624" y="2113703"/>
                  </a:lnTo>
                  <a:lnTo>
                    <a:pt x="4540335" y="2121997"/>
                  </a:lnTo>
                  <a:lnTo>
                    <a:pt x="4542046" y="2156522"/>
                  </a:lnTo>
                  <a:lnTo>
                    <a:pt x="4543758" y="2163088"/>
                  </a:lnTo>
                  <a:lnTo>
                    <a:pt x="4545469" y="2195549"/>
                  </a:lnTo>
                  <a:lnTo>
                    <a:pt x="4547181" y="2202369"/>
                  </a:lnTo>
                  <a:lnTo>
                    <a:pt x="4548892" y="2237273"/>
                  </a:lnTo>
                  <a:lnTo>
                    <a:pt x="4550603" y="2266846"/>
                  </a:lnTo>
                  <a:lnTo>
                    <a:pt x="4552315" y="2270990"/>
                  </a:lnTo>
                  <a:lnTo>
                    <a:pt x="4554026" y="2295006"/>
                  </a:lnTo>
                  <a:lnTo>
                    <a:pt x="4555738" y="2316744"/>
                  </a:lnTo>
                  <a:lnTo>
                    <a:pt x="4557449" y="2325461"/>
                  </a:lnTo>
                  <a:lnTo>
                    <a:pt x="4559160" y="2320701"/>
                  </a:lnTo>
                  <a:lnTo>
                    <a:pt x="4560872" y="2294725"/>
                  </a:lnTo>
                  <a:lnTo>
                    <a:pt x="4562583" y="2292090"/>
                  </a:lnTo>
                  <a:lnTo>
                    <a:pt x="4564295" y="2225764"/>
                  </a:lnTo>
                  <a:lnTo>
                    <a:pt x="4566006" y="2200215"/>
                  </a:lnTo>
                  <a:lnTo>
                    <a:pt x="4567717" y="2200696"/>
                  </a:lnTo>
                  <a:lnTo>
                    <a:pt x="4569429" y="2128962"/>
                  </a:lnTo>
                  <a:lnTo>
                    <a:pt x="4571140" y="2142777"/>
                  </a:lnTo>
                  <a:lnTo>
                    <a:pt x="4572852" y="2113305"/>
                  </a:lnTo>
                  <a:lnTo>
                    <a:pt x="4574563" y="2131007"/>
                  </a:lnTo>
                  <a:lnTo>
                    <a:pt x="4576274" y="2139088"/>
                  </a:lnTo>
                  <a:lnTo>
                    <a:pt x="4577986" y="2215277"/>
                  </a:lnTo>
                  <a:lnTo>
                    <a:pt x="4579697" y="2229256"/>
                  </a:lnTo>
                  <a:lnTo>
                    <a:pt x="4581409" y="2196335"/>
                  </a:lnTo>
                  <a:lnTo>
                    <a:pt x="4583120" y="2235607"/>
                  </a:lnTo>
                  <a:lnTo>
                    <a:pt x="4584831" y="2217692"/>
                  </a:lnTo>
                  <a:lnTo>
                    <a:pt x="4586543" y="2219234"/>
                  </a:lnTo>
                  <a:lnTo>
                    <a:pt x="4588254" y="2217811"/>
                  </a:lnTo>
                  <a:lnTo>
                    <a:pt x="4589966" y="2224407"/>
                  </a:lnTo>
                  <a:lnTo>
                    <a:pt x="4591677" y="2280168"/>
                  </a:lnTo>
                  <a:lnTo>
                    <a:pt x="4593388" y="2269937"/>
                  </a:lnTo>
                  <a:lnTo>
                    <a:pt x="4595100" y="2254750"/>
                  </a:lnTo>
                  <a:lnTo>
                    <a:pt x="4596811" y="2291605"/>
                  </a:lnTo>
                  <a:lnTo>
                    <a:pt x="4598523" y="2275093"/>
                  </a:lnTo>
                  <a:lnTo>
                    <a:pt x="4600234" y="2273491"/>
                  </a:lnTo>
                  <a:lnTo>
                    <a:pt x="4601945" y="2271281"/>
                  </a:lnTo>
                  <a:lnTo>
                    <a:pt x="4603657" y="2283475"/>
                  </a:lnTo>
                  <a:lnTo>
                    <a:pt x="4605368" y="2290968"/>
                  </a:lnTo>
                  <a:lnTo>
                    <a:pt x="4607080" y="2271652"/>
                  </a:lnTo>
                  <a:lnTo>
                    <a:pt x="4608791" y="2264794"/>
                  </a:lnTo>
                  <a:lnTo>
                    <a:pt x="4610502" y="2293038"/>
                  </a:lnTo>
                  <a:lnTo>
                    <a:pt x="4612214" y="2263325"/>
                  </a:lnTo>
                  <a:lnTo>
                    <a:pt x="4613925" y="2307648"/>
                  </a:lnTo>
                  <a:lnTo>
                    <a:pt x="4615637" y="2235412"/>
                  </a:lnTo>
                  <a:lnTo>
                    <a:pt x="4617348" y="2207769"/>
                  </a:lnTo>
                  <a:lnTo>
                    <a:pt x="4619059" y="2161200"/>
                  </a:lnTo>
                  <a:lnTo>
                    <a:pt x="4620771" y="2111628"/>
                  </a:lnTo>
                  <a:lnTo>
                    <a:pt x="4622482" y="2107408"/>
                  </a:lnTo>
                  <a:lnTo>
                    <a:pt x="4624194" y="2090640"/>
                  </a:lnTo>
                  <a:lnTo>
                    <a:pt x="4625905" y="2096972"/>
                  </a:lnTo>
                  <a:lnTo>
                    <a:pt x="4627616" y="2047604"/>
                  </a:lnTo>
                  <a:lnTo>
                    <a:pt x="4629328" y="2060234"/>
                  </a:lnTo>
                  <a:lnTo>
                    <a:pt x="4631039" y="2091204"/>
                  </a:lnTo>
                  <a:lnTo>
                    <a:pt x="4632751" y="2033958"/>
                  </a:lnTo>
                  <a:lnTo>
                    <a:pt x="4634462" y="2007834"/>
                  </a:lnTo>
                  <a:lnTo>
                    <a:pt x="4636173" y="1975202"/>
                  </a:lnTo>
                  <a:lnTo>
                    <a:pt x="4637885" y="2038809"/>
                  </a:lnTo>
                  <a:lnTo>
                    <a:pt x="4639596" y="2032468"/>
                  </a:lnTo>
                  <a:lnTo>
                    <a:pt x="4641307" y="2009428"/>
                  </a:lnTo>
                  <a:lnTo>
                    <a:pt x="4643019" y="1980330"/>
                  </a:lnTo>
                  <a:lnTo>
                    <a:pt x="4644730" y="1978693"/>
                  </a:lnTo>
                  <a:lnTo>
                    <a:pt x="4646442" y="1996596"/>
                  </a:lnTo>
                  <a:lnTo>
                    <a:pt x="4648153" y="1966702"/>
                  </a:lnTo>
                  <a:lnTo>
                    <a:pt x="4649864" y="1935743"/>
                  </a:lnTo>
                  <a:lnTo>
                    <a:pt x="4651576" y="1933548"/>
                  </a:lnTo>
                  <a:lnTo>
                    <a:pt x="4653287" y="1981332"/>
                  </a:lnTo>
                  <a:lnTo>
                    <a:pt x="4654999" y="2020231"/>
                  </a:lnTo>
                  <a:lnTo>
                    <a:pt x="4656710" y="1985675"/>
                  </a:lnTo>
                  <a:lnTo>
                    <a:pt x="4658421" y="1956854"/>
                  </a:lnTo>
                  <a:lnTo>
                    <a:pt x="4660133" y="2031059"/>
                  </a:lnTo>
                  <a:lnTo>
                    <a:pt x="4661844" y="1987679"/>
                  </a:lnTo>
                  <a:lnTo>
                    <a:pt x="4663556" y="1999907"/>
                  </a:lnTo>
                  <a:lnTo>
                    <a:pt x="4665267" y="1968615"/>
                  </a:lnTo>
                  <a:lnTo>
                    <a:pt x="4666978" y="1997727"/>
                  </a:lnTo>
                  <a:lnTo>
                    <a:pt x="4668690" y="1976271"/>
                  </a:lnTo>
                  <a:lnTo>
                    <a:pt x="4670401" y="2041932"/>
                  </a:lnTo>
                  <a:lnTo>
                    <a:pt x="4672113" y="2020346"/>
                  </a:lnTo>
                  <a:lnTo>
                    <a:pt x="4673824" y="1985467"/>
                  </a:lnTo>
                  <a:lnTo>
                    <a:pt x="4675535" y="2020234"/>
                  </a:lnTo>
                  <a:lnTo>
                    <a:pt x="4677247" y="2028848"/>
                  </a:lnTo>
                  <a:lnTo>
                    <a:pt x="4678958" y="2045969"/>
                  </a:lnTo>
                  <a:lnTo>
                    <a:pt x="4680670" y="2086409"/>
                  </a:lnTo>
                  <a:lnTo>
                    <a:pt x="4682381" y="2031779"/>
                  </a:lnTo>
                  <a:lnTo>
                    <a:pt x="4684092" y="1974851"/>
                  </a:lnTo>
                  <a:lnTo>
                    <a:pt x="4685804" y="1976192"/>
                  </a:lnTo>
                  <a:lnTo>
                    <a:pt x="4687515" y="1990219"/>
                  </a:lnTo>
                  <a:lnTo>
                    <a:pt x="4689227" y="2013696"/>
                  </a:lnTo>
                  <a:lnTo>
                    <a:pt x="4690938" y="1944239"/>
                  </a:lnTo>
                  <a:lnTo>
                    <a:pt x="4692649" y="1949631"/>
                  </a:lnTo>
                  <a:lnTo>
                    <a:pt x="4694361" y="1948366"/>
                  </a:lnTo>
                  <a:lnTo>
                    <a:pt x="4696072" y="1965460"/>
                  </a:lnTo>
                  <a:lnTo>
                    <a:pt x="4697784" y="1942715"/>
                  </a:lnTo>
                  <a:lnTo>
                    <a:pt x="4699495" y="1937464"/>
                  </a:lnTo>
                  <a:lnTo>
                    <a:pt x="4701206" y="1916710"/>
                  </a:lnTo>
                  <a:lnTo>
                    <a:pt x="4702918" y="1946956"/>
                  </a:lnTo>
                  <a:lnTo>
                    <a:pt x="4704629" y="1878350"/>
                  </a:lnTo>
                  <a:lnTo>
                    <a:pt x="4706341" y="1905423"/>
                  </a:lnTo>
                  <a:lnTo>
                    <a:pt x="4708052" y="1903878"/>
                  </a:lnTo>
                  <a:lnTo>
                    <a:pt x="4709763" y="1925155"/>
                  </a:lnTo>
                  <a:lnTo>
                    <a:pt x="4711475" y="1904215"/>
                  </a:lnTo>
                  <a:lnTo>
                    <a:pt x="4713186" y="1911698"/>
                  </a:lnTo>
                  <a:lnTo>
                    <a:pt x="4714898" y="1893978"/>
                  </a:lnTo>
                  <a:lnTo>
                    <a:pt x="4716609" y="1939870"/>
                  </a:lnTo>
                  <a:lnTo>
                    <a:pt x="4718320" y="1917378"/>
                  </a:lnTo>
                  <a:lnTo>
                    <a:pt x="4720032" y="1899471"/>
                  </a:lnTo>
                  <a:lnTo>
                    <a:pt x="4721743" y="1895849"/>
                  </a:lnTo>
                  <a:lnTo>
                    <a:pt x="4723455" y="1950855"/>
                  </a:lnTo>
                  <a:lnTo>
                    <a:pt x="4725166" y="1988175"/>
                  </a:lnTo>
                  <a:lnTo>
                    <a:pt x="4726877" y="1897745"/>
                  </a:lnTo>
                  <a:lnTo>
                    <a:pt x="4728589" y="1870373"/>
                  </a:lnTo>
                  <a:lnTo>
                    <a:pt x="4730300" y="1935122"/>
                  </a:lnTo>
                  <a:lnTo>
                    <a:pt x="4732012" y="1914179"/>
                  </a:lnTo>
                  <a:lnTo>
                    <a:pt x="4733723" y="1963233"/>
                  </a:lnTo>
                  <a:lnTo>
                    <a:pt x="4735434" y="1906189"/>
                  </a:lnTo>
                  <a:lnTo>
                    <a:pt x="4737146" y="1893562"/>
                  </a:lnTo>
                  <a:lnTo>
                    <a:pt x="4738857" y="1902004"/>
                  </a:lnTo>
                  <a:lnTo>
                    <a:pt x="4740569" y="1896165"/>
                  </a:lnTo>
                  <a:lnTo>
                    <a:pt x="4742280" y="1887329"/>
                  </a:lnTo>
                  <a:lnTo>
                    <a:pt x="4743991" y="1911360"/>
                  </a:lnTo>
                  <a:lnTo>
                    <a:pt x="4745703" y="2008741"/>
                  </a:lnTo>
                  <a:lnTo>
                    <a:pt x="4747414" y="2010293"/>
                  </a:lnTo>
                  <a:lnTo>
                    <a:pt x="4749125" y="1950801"/>
                  </a:lnTo>
                  <a:lnTo>
                    <a:pt x="4750837" y="1936935"/>
                  </a:lnTo>
                  <a:lnTo>
                    <a:pt x="4752548" y="1988149"/>
                  </a:lnTo>
                  <a:lnTo>
                    <a:pt x="4754260" y="2008226"/>
                  </a:lnTo>
                  <a:lnTo>
                    <a:pt x="4755971" y="2014592"/>
                  </a:lnTo>
                  <a:lnTo>
                    <a:pt x="4757682" y="2025732"/>
                  </a:lnTo>
                  <a:lnTo>
                    <a:pt x="4759394" y="1983837"/>
                  </a:lnTo>
                  <a:lnTo>
                    <a:pt x="4761105" y="1978755"/>
                  </a:lnTo>
                  <a:lnTo>
                    <a:pt x="4762817" y="2011750"/>
                  </a:lnTo>
                  <a:lnTo>
                    <a:pt x="4764528" y="2006677"/>
                  </a:lnTo>
                  <a:lnTo>
                    <a:pt x="4766239" y="1997654"/>
                  </a:lnTo>
                  <a:lnTo>
                    <a:pt x="4767951" y="1981881"/>
                  </a:lnTo>
                  <a:lnTo>
                    <a:pt x="4769662" y="2007018"/>
                  </a:lnTo>
                  <a:lnTo>
                    <a:pt x="4771374" y="1975208"/>
                  </a:lnTo>
                  <a:lnTo>
                    <a:pt x="4773085" y="1919012"/>
                  </a:lnTo>
                  <a:lnTo>
                    <a:pt x="4774796" y="1921270"/>
                  </a:lnTo>
                  <a:lnTo>
                    <a:pt x="4776508" y="1949841"/>
                  </a:lnTo>
                  <a:lnTo>
                    <a:pt x="4778219" y="1969374"/>
                  </a:lnTo>
                  <a:lnTo>
                    <a:pt x="4779931" y="2011078"/>
                  </a:lnTo>
                  <a:lnTo>
                    <a:pt x="4781642" y="1966999"/>
                  </a:lnTo>
                  <a:lnTo>
                    <a:pt x="4783353" y="1987662"/>
                  </a:lnTo>
                  <a:lnTo>
                    <a:pt x="4785065" y="2048059"/>
                  </a:lnTo>
                  <a:lnTo>
                    <a:pt x="4786776" y="2013775"/>
                  </a:lnTo>
                  <a:lnTo>
                    <a:pt x="4788488" y="1932040"/>
                  </a:lnTo>
                  <a:lnTo>
                    <a:pt x="4790199" y="1969501"/>
                  </a:lnTo>
                  <a:lnTo>
                    <a:pt x="4791910" y="1960285"/>
                  </a:lnTo>
                  <a:lnTo>
                    <a:pt x="4793622" y="1981494"/>
                  </a:lnTo>
                  <a:lnTo>
                    <a:pt x="4795333" y="1985866"/>
                  </a:lnTo>
                  <a:lnTo>
                    <a:pt x="4797045" y="1917721"/>
                  </a:lnTo>
                  <a:lnTo>
                    <a:pt x="4798756" y="1923553"/>
                  </a:lnTo>
                  <a:lnTo>
                    <a:pt x="4800467" y="1944097"/>
                  </a:lnTo>
                  <a:lnTo>
                    <a:pt x="4802179" y="1941112"/>
                  </a:lnTo>
                  <a:lnTo>
                    <a:pt x="4803890" y="1946796"/>
                  </a:lnTo>
                  <a:lnTo>
                    <a:pt x="4805602" y="1923251"/>
                  </a:lnTo>
                  <a:lnTo>
                    <a:pt x="4807313" y="1963486"/>
                  </a:lnTo>
                  <a:lnTo>
                    <a:pt x="4809024" y="1985091"/>
                  </a:lnTo>
                  <a:lnTo>
                    <a:pt x="4810736" y="1935627"/>
                  </a:lnTo>
                  <a:lnTo>
                    <a:pt x="4812447" y="1972002"/>
                  </a:lnTo>
                  <a:lnTo>
                    <a:pt x="4814159" y="2030146"/>
                  </a:lnTo>
                  <a:lnTo>
                    <a:pt x="4815870" y="2040545"/>
                  </a:lnTo>
                  <a:lnTo>
                    <a:pt x="4817581" y="2094154"/>
                  </a:lnTo>
                  <a:lnTo>
                    <a:pt x="4819293" y="2161388"/>
                  </a:lnTo>
                  <a:lnTo>
                    <a:pt x="4821004" y="2187270"/>
                  </a:lnTo>
                  <a:lnTo>
                    <a:pt x="4822716" y="2207790"/>
                  </a:lnTo>
                  <a:lnTo>
                    <a:pt x="4824427" y="2185261"/>
                  </a:lnTo>
                  <a:lnTo>
                    <a:pt x="4826138" y="2239141"/>
                  </a:lnTo>
                  <a:lnTo>
                    <a:pt x="4827850" y="2225890"/>
                  </a:lnTo>
                  <a:lnTo>
                    <a:pt x="4829561" y="2244210"/>
                  </a:lnTo>
                  <a:lnTo>
                    <a:pt x="4831273" y="2230866"/>
                  </a:lnTo>
                  <a:lnTo>
                    <a:pt x="4832984" y="2263346"/>
                  </a:lnTo>
                  <a:lnTo>
                    <a:pt x="4834695" y="2227741"/>
                  </a:lnTo>
                  <a:lnTo>
                    <a:pt x="4836407" y="2214283"/>
                  </a:lnTo>
                  <a:lnTo>
                    <a:pt x="4838118" y="2219460"/>
                  </a:lnTo>
                  <a:lnTo>
                    <a:pt x="4839830" y="2185255"/>
                  </a:lnTo>
                  <a:lnTo>
                    <a:pt x="4841541" y="2164564"/>
                  </a:lnTo>
                  <a:lnTo>
                    <a:pt x="4843252" y="2131550"/>
                  </a:lnTo>
                  <a:lnTo>
                    <a:pt x="4844964" y="2152992"/>
                  </a:lnTo>
                  <a:lnTo>
                    <a:pt x="4846675" y="2123729"/>
                  </a:lnTo>
                  <a:lnTo>
                    <a:pt x="4848387" y="2091270"/>
                  </a:lnTo>
                  <a:lnTo>
                    <a:pt x="4850098" y="2121137"/>
                  </a:lnTo>
                  <a:lnTo>
                    <a:pt x="4851809" y="2096106"/>
                  </a:lnTo>
                  <a:lnTo>
                    <a:pt x="4853521" y="2063267"/>
                  </a:lnTo>
                  <a:lnTo>
                    <a:pt x="4855232" y="2002102"/>
                  </a:lnTo>
                  <a:lnTo>
                    <a:pt x="4856943" y="1986155"/>
                  </a:lnTo>
                  <a:lnTo>
                    <a:pt x="4858655" y="1912409"/>
                  </a:lnTo>
                  <a:lnTo>
                    <a:pt x="4860366" y="1920793"/>
                  </a:lnTo>
                  <a:lnTo>
                    <a:pt x="4862078" y="1923548"/>
                  </a:lnTo>
                  <a:lnTo>
                    <a:pt x="4863789" y="1888746"/>
                  </a:lnTo>
                  <a:lnTo>
                    <a:pt x="4865500" y="1919425"/>
                  </a:lnTo>
                  <a:lnTo>
                    <a:pt x="4867212" y="1914444"/>
                  </a:lnTo>
                  <a:lnTo>
                    <a:pt x="4868923" y="1975522"/>
                  </a:lnTo>
                  <a:lnTo>
                    <a:pt x="4870635" y="1981145"/>
                  </a:lnTo>
                  <a:lnTo>
                    <a:pt x="4872346" y="1944164"/>
                  </a:lnTo>
                  <a:lnTo>
                    <a:pt x="4874057" y="2033202"/>
                  </a:lnTo>
                  <a:lnTo>
                    <a:pt x="4875769" y="2041011"/>
                  </a:lnTo>
                  <a:lnTo>
                    <a:pt x="4877480" y="2083296"/>
                  </a:lnTo>
                  <a:lnTo>
                    <a:pt x="4879192" y="2087095"/>
                  </a:lnTo>
                  <a:lnTo>
                    <a:pt x="4880903" y="2066849"/>
                  </a:lnTo>
                  <a:lnTo>
                    <a:pt x="4882614" y="2122637"/>
                  </a:lnTo>
                  <a:lnTo>
                    <a:pt x="4884326" y="2076756"/>
                  </a:lnTo>
                  <a:lnTo>
                    <a:pt x="4886037" y="2073864"/>
                  </a:lnTo>
                  <a:lnTo>
                    <a:pt x="4887749" y="2022387"/>
                  </a:lnTo>
                  <a:lnTo>
                    <a:pt x="4889460" y="1965935"/>
                  </a:lnTo>
                  <a:lnTo>
                    <a:pt x="4891171" y="2012277"/>
                  </a:lnTo>
                  <a:lnTo>
                    <a:pt x="4892883" y="1983006"/>
                  </a:lnTo>
                  <a:lnTo>
                    <a:pt x="4894594" y="1942943"/>
                  </a:lnTo>
                  <a:lnTo>
                    <a:pt x="4896306" y="1973065"/>
                  </a:lnTo>
                  <a:lnTo>
                    <a:pt x="4898017" y="1958751"/>
                  </a:lnTo>
                  <a:lnTo>
                    <a:pt x="4899728" y="1971002"/>
                  </a:lnTo>
                  <a:lnTo>
                    <a:pt x="4901440" y="1976855"/>
                  </a:lnTo>
                  <a:lnTo>
                    <a:pt x="4903151" y="1935113"/>
                  </a:lnTo>
                  <a:lnTo>
                    <a:pt x="4904863" y="1951711"/>
                  </a:lnTo>
                  <a:lnTo>
                    <a:pt x="4906574" y="1968248"/>
                  </a:lnTo>
                  <a:lnTo>
                    <a:pt x="4908285" y="1942837"/>
                  </a:lnTo>
                  <a:lnTo>
                    <a:pt x="4909997" y="1975518"/>
                  </a:lnTo>
                  <a:lnTo>
                    <a:pt x="4911708" y="2006236"/>
                  </a:lnTo>
                  <a:lnTo>
                    <a:pt x="4913420" y="2078548"/>
                  </a:lnTo>
                  <a:lnTo>
                    <a:pt x="4915131" y="2110305"/>
                  </a:lnTo>
                  <a:lnTo>
                    <a:pt x="4916842" y="2161383"/>
                  </a:lnTo>
                  <a:lnTo>
                    <a:pt x="4918554" y="2223549"/>
                  </a:lnTo>
                  <a:lnTo>
                    <a:pt x="4920265" y="2220405"/>
                  </a:lnTo>
                  <a:lnTo>
                    <a:pt x="4921977" y="2237574"/>
                  </a:lnTo>
                  <a:lnTo>
                    <a:pt x="4923688" y="2236233"/>
                  </a:lnTo>
                  <a:lnTo>
                    <a:pt x="4925399" y="2210995"/>
                  </a:lnTo>
                  <a:lnTo>
                    <a:pt x="4927111" y="2242412"/>
                  </a:lnTo>
                  <a:lnTo>
                    <a:pt x="4928822" y="2198847"/>
                  </a:lnTo>
                  <a:lnTo>
                    <a:pt x="4930534" y="2197946"/>
                  </a:lnTo>
                  <a:lnTo>
                    <a:pt x="4932245" y="2153095"/>
                  </a:lnTo>
                  <a:lnTo>
                    <a:pt x="4933956" y="2157446"/>
                  </a:lnTo>
                  <a:lnTo>
                    <a:pt x="4935668" y="2108918"/>
                  </a:lnTo>
                  <a:lnTo>
                    <a:pt x="4937379" y="2089065"/>
                  </a:lnTo>
                  <a:lnTo>
                    <a:pt x="4939091" y="2051288"/>
                  </a:lnTo>
                  <a:lnTo>
                    <a:pt x="4940802" y="2022543"/>
                  </a:lnTo>
                  <a:lnTo>
                    <a:pt x="4942513" y="2066528"/>
                  </a:lnTo>
                  <a:lnTo>
                    <a:pt x="4944225" y="2023605"/>
                  </a:lnTo>
                  <a:lnTo>
                    <a:pt x="4945936" y="2016436"/>
                  </a:lnTo>
                  <a:lnTo>
                    <a:pt x="4947648" y="2036084"/>
                  </a:lnTo>
                  <a:lnTo>
                    <a:pt x="4949359" y="2065462"/>
                  </a:lnTo>
                  <a:lnTo>
                    <a:pt x="4951070" y="2086500"/>
                  </a:lnTo>
                  <a:lnTo>
                    <a:pt x="4952782" y="2127309"/>
                  </a:lnTo>
                  <a:lnTo>
                    <a:pt x="4954493" y="2121045"/>
                  </a:lnTo>
                  <a:lnTo>
                    <a:pt x="4956204" y="2159153"/>
                  </a:lnTo>
                  <a:lnTo>
                    <a:pt x="4957916" y="2155813"/>
                  </a:lnTo>
                  <a:lnTo>
                    <a:pt x="4959627" y="2163411"/>
                  </a:lnTo>
                  <a:lnTo>
                    <a:pt x="4961339" y="2158611"/>
                  </a:lnTo>
                  <a:lnTo>
                    <a:pt x="4963050" y="2145884"/>
                  </a:lnTo>
                  <a:lnTo>
                    <a:pt x="4964761" y="2120464"/>
                  </a:lnTo>
                  <a:lnTo>
                    <a:pt x="4966473" y="2138307"/>
                  </a:lnTo>
                  <a:lnTo>
                    <a:pt x="4968184" y="2132637"/>
                  </a:lnTo>
                  <a:lnTo>
                    <a:pt x="4969896" y="2134094"/>
                  </a:lnTo>
                  <a:lnTo>
                    <a:pt x="4971607" y="2113237"/>
                  </a:lnTo>
                  <a:lnTo>
                    <a:pt x="4973318" y="2099774"/>
                  </a:lnTo>
                  <a:lnTo>
                    <a:pt x="4975030" y="2079776"/>
                  </a:lnTo>
                  <a:lnTo>
                    <a:pt x="4976741" y="2058890"/>
                  </a:lnTo>
                  <a:lnTo>
                    <a:pt x="4978453" y="1994695"/>
                  </a:lnTo>
                  <a:lnTo>
                    <a:pt x="4980164" y="1994790"/>
                  </a:lnTo>
                  <a:lnTo>
                    <a:pt x="4981875" y="1944462"/>
                  </a:lnTo>
                  <a:lnTo>
                    <a:pt x="4983587" y="2011476"/>
                  </a:lnTo>
                  <a:lnTo>
                    <a:pt x="4985298" y="1985052"/>
                  </a:lnTo>
                  <a:lnTo>
                    <a:pt x="4987010" y="1999422"/>
                  </a:lnTo>
                  <a:lnTo>
                    <a:pt x="4988721" y="2016661"/>
                  </a:lnTo>
                  <a:lnTo>
                    <a:pt x="4990432" y="2098491"/>
                  </a:lnTo>
                  <a:lnTo>
                    <a:pt x="4992144" y="2148600"/>
                  </a:lnTo>
                  <a:lnTo>
                    <a:pt x="4993855" y="2138077"/>
                  </a:lnTo>
                  <a:lnTo>
                    <a:pt x="4995567" y="2132168"/>
                  </a:lnTo>
                  <a:lnTo>
                    <a:pt x="4997278" y="2133238"/>
                  </a:lnTo>
                  <a:lnTo>
                    <a:pt x="4998989" y="2110954"/>
                  </a:lnTo>
                  <a:lnTo>
                    <a:pt x="5000701" y="2149247"/>
                  </a:lnTo>
                  <a:lnTo>
                    <a:pt x="5002412" y="2125696"/>
                  </a:lnTo>
                  <a:lnTo>
                    <a:pt x="5004124" y="2149214"/>
                  </a:lnTo>
                  <a:lnTo>
                    <a:pt x="5005835" y="2116557"/>
                  </a:lnTo>
                  <a:lnTo>
                    <a:pt x="5007546" y="2093398"/>
                  </a:lnTo>
                  <a:lnTo>
                    <a:pt x="5009258" y="2155411"/>
                  </a:lnTo>
                  <a:lnTo>
                    <a:pt x="5010969" y="2162345"/>
                  </a:lnTo>
                  <a:lnTo>
                    <a:pt x="5012681" y="2160324"/>
                  </a:lnTo>
                  <a:lnTo>
                    <a:pt x="5014392" y="2218786"/>
                  </a:lnTo>
                  <a:lnTo>
                    <a:pt x="5016103" y="2160272"/>
                  </a:lnTo>
                  <a:lnTo>
                    <a:pt x="5017815" y="2181847"/>
                  </a:lnTo>
                  <a:lnTo>
                    <a:pt x="5019526" y="2155457"/>
                  </a:lnTo>
                  <a:lnTo>
                    <a:pt x="5021238" y="2171333"/>
                  </a:lnTo>
                  <a:lnTo>
                    <a:pt x="5022949" y="2234276"/>
                  </a:lnTo>
                  <a:lnTo>
                    <a:pt x="5024660" y="2195593"/>
                  </a:lnTo>
                  <a:lnTo>
                    <a:pt x="5026372" y="2272039"/>
                  </a:lnTo>
                  <a:lnTo>
                    <a:pt x="5028083" y="2260519"/>
                  </a:lnTo>
                  <a:lnTo>
                    <a:pt x="5029795" y="2288915"/>
                  </a:lnTo>
                  <a:lnTo>
                    <a:pt x="5031506" y="2322585"/>
                  </a:lnTo>
                  <a:lnTo>
                    <a:pt x="5033217" y="2282752"/>
                  </a:lnTo>
                  <a:lnTo>
                    <a:pt x="5034929" y="2299444"/>
                  </a:lnTo>
                  <a:lnTo>
                    <a:pt x="5036640" y="2284509"/>
                  </a:lnTo>
                  <a:lnTo>
                    <a:pt x="5038352" y="2300662"/>
                  </a:lnTo>
                  <a:lnTo>
                    <a:pt x="5040063" y="2331980"/>
                  </a:lnTo>
                  <a:lnTo>
                    <a:pt x="5041774" y="2275597"/>
                  </a:lnTo>
                  <a:lnTo>
                    <a:pt x="5043486" y="2262655"/>
                  </a:lnTo>
                  <a:lnTo>
                    <a:pt x="5045197" y="2290041"/>
                  </a:lnTo>
                  <a:lnTo>
                    <a:pt x="5046909" y="2282544"/>
                  </a:lnTo>
                  <a:lnTo>
                    <a:pt x="5048620" y="2296896"/>
                  </a:lnTo>
                  <a:lnTo>
                    <a:pt x="5050331" y="2309490"/>
                  </a:lnTo>
                  <a:lnTo>
                    <a:pt x="5052043" y="2348043"/>
                  </a:lnTo>
                  <a:lnTo>
                    <a:pt x="5053754" y="2375502"/>
                  </a:lnTo>
                  <a:lnTo>
                    <a:pt x="5055466" y="2313320"/>
                  </a:lnTo>
                  <a:lnTo>
                    <a:pt x="5057177" y="2344515"/>
                  </a:lnTo>
                  <a:lnTo>
                    <a:pt x="5058888" y="2313450"/>
                  </a:lnTo>
                  <a:lnTo>
                    <a:pt x="5060600" y="2301047"/>
                  </a:lnTo>
                  <a:lnTo>
                    <a:pt x="5062311" y="2286543"/>
                  </a:lnTo>
                  <a:lnTo>
                    <a:pt x="5064022" y="2272098"/>
                  </a:lnTo>
                  <a:lnTo>
                    <a:pt x="5065734" y="2275715"/>
                  </a:lnTo>
                  <a:lnTo>
                    <a:pt x="5067445" y="2287881"/>
                  </a:lnTo>
                  <a:lnTo>
                    <a:pt x="5069157" y="2336295"/>
                  </a:lnTo>
                  <a:lnTo>
                    <a:pt x="5070868" y="2290810"/>
                  </a:lnTo>
                  <a:lnTo>
                    <a:pt x="5072579" y="2325577"/>
                  </a:lnTo>
                  <a:lnTo>
                    <a:pt x="5074291" y="2312169"/>
                  </a:lnTo>
                  <a:lnTo>
                    <a:pt x="5076002" y="2279385"/>
                  </a:lnTo>
                  <a:lnTo>
                    <a:pt x="5077714" y="2300878"/>
                  </a:lnTo>
                  <a:lnTo>
                    <a:pt x="5079425" y="2289593"/>
                  </a:lnTo>
                  <a:lnTo>
                    <a:pt x="5081136" y="2314238"/>
                  </a:lnTo>
                  <a:lnTo>
                    <a:pt x="5082848" y="2316858"/>
                  </a:lnTo>
                  <a:lnTo>
                    <a:pt x="5084559" y="2305893"/>
                  </a:lnTo>
                  <a:lnTo>
                    <a:pt x="5086271" y="2314257"/>
                  </a:lnTo>
                  <a:lnTo>
                    <a:pt x="5087982" y="2281281"/>
                  </a:lnTo>
                  <a:lnTo>
                    <a:pt x="5089693" y="2276162"/>
                  </a:lnTo>
                  <a:lnTo>
                    <a:pt x="5091405" y="2279677"/>
                  </a:lnTo>
                  <a:lnTo>
                    <a:pt x="5093116" y="2290534"/>
                  </a:lnTo>
                  <a:lnTo>
                    <a:pt x="5094828" y="2343046"/>
                  </a:lnTo>
                  <a:lnTo>
                    <a:pt x="5096539" y="2353549"/>
                  </a:lnTo>
                  <a:lnTo>
                    <a:pt x="5098250" y="2331411"/>
                  </a:lnTo>
                  <a:lnTo>
                    <a:pt x="5099962" y="2341244"/>
                  </a:lnTo>
                  <a:lnTo>
                    <a:pt x="5101673" y="2333085"/>
                  </a:lnTo>
                  <a:lnTo>
                    <a:pt x="5103385" y="2321956"/>
                  </a:lnTo>
                  <a:lnTo>
                    <a:pt x="5105096" y="2288409"/>
                  </a:lnTo>
                  <a:lnTo>
                    <a:pt x="5106807" y="2258721"/>
                  </a:lnTo>
                  <a:lnTo>
                    <a:pt x="5108519" y="2256125"/>
                  </a:lnTo>
                  <a:lnTo>
                    <a:pt x="5110230" y="2195467"/>
                  </a:lnTo>
                  <a:lnTo>
                    <a:pt x="5111942" y="2109870"/>
                  </a:lnTo>
                  <a:lnTo>
                    <a:pt x="5113653" y="1970283"/>
                  </a:lnTo>
                  <a:lnTo>
                    <a:pt x="5115364" y="1888934"/>
                  </a:lnTo>
                  <a:lnTo>
                    <a:pt x="5117076" y="1957757"/>
                  </a:lnTo>
                  <a:lnTo>
                    <a:pt x="5118787" y="1921511"/>
                  </a:lnTo>
                  <a:lnTo>
                    <a:pt x="5120499" y="1921545"/>
                  </a:lnTo>
                  <a:lnTo>
                    <a:pt x="5122210" y="1816786"/>
                  </a:lnTo>
                  <a:lnTo>
                    <a:pt x="5123921" y="1881790"/>
                  </a:lnTo>
                  <a:lnTo>
                    <a:pt x="5125633" y="1917709"/>
                  </a:lnTo>
                  <a:lnTo>
                    <a:pt x="5127344" y="1939613"/>
                  </a:lnTo>
                  <a:lnTo>
                    <a:pt x="5129056" y="1975216"/>
                  </a:lnTo>
                  <a:lnTo>
                    <a:pt x="5130767" y="2010426"/>
                  </a:lnTo>
                  <a:lnTo>
                    <a:pt x="5132478" y="2177862"/>
                  </a:lnTo>
                  <a:lnTo>
                    <a:pt x="5134190" y="2205628"/>
                  </a:lnTo>
                  <a:lnTo>
                    <a:pt x="5135901" y="2184081"/>
                  </a:lnTo>
                  <a:lnTo>
                    <a:pt x="5137613" y="2227528"/>
                  </a:lnTo>
                  <a:lnTo>
                    <a:pt x="5139324" y="2262167"/>
                  </a:lnTo>
                  <a:lnTo>
                    <a:pt x="5141035" y="2268610"/>
                  </a:lnTo>
                  <a:lnTo>
                    <a:pt x="5142747" y="2284336"/>
                  </a:lnTo>
                  <a:lnTo>
                    <a:pt x="5144458" y="2230870"/>
                  </a:lnTo>
                  <a:lnTo>
                    <a:pt x="5146170" y="2256727"/>
                  </a:lnTo>
                  <a:lnTo>
                    <a:pt x="5147881" y="2254254"/>
                  </a:lnTo>
                  <a:lnTo>
                    <a:pt x="5149592" y="2308562"/>
                  </a:lnTo>
                  <a:lnTo>
                    <a:pt x="5151304" y="2237704"/>
                  </a:lnTo>
                  <a:lnTo>
                    <a:pt x="5153015" y="2236974"/>
                  </a:lnTo>
                  <a:lnTo>
                    <a:pt x="5154727" y="2217996"/>
                  </a:lnTo>
                  <a:lnTo>
                    <a:pt x="5156438" y="2152075"/>
                  </a:lnTo>
                  <a:lnTo>
                    <a:pt x="5158149" y="2096697"/>
                  </a:lnTo>
                  <a:lnTo>
                    <a:pt x="5159861" y="2039565"/>
                  </a:lnTo>
                  <a:lnTo>
                    <a:pt x="5161572" y="2045184"/>
                  </a:lnTo>
                  <a:lnTo>
                    <a:pt x="5163284" y="1966651"/>
                  </a:lnTo>
                  <a:lnTo>
                    <a:pt x="5164995" y="1986576"/>
                  </a:lnTo>
                  <a:lnTo>
                    <a:pt x="5166706" y="2117460"/>
                  </a:lnTo>
                  <a:lnTo>
                    <a:pt x="5168418" y="2172591"/>
                  </a:lnTo>
                  <a:lnTo>
                    <a:pt x="5170129" y="2216808"/>
                  </a:lnTo>
                  <a:lnTo>
                    <a:pt x="5171840" y="2168504"/>
                  </a:lnTo>
                  <a:lnTo>
                    <a:pt x="5173552" y="2187310"/>
                  </a:lnTo>
                  <a:lnTo>
                    <a:pt x="5175263" y="2247062"/>
                  </a:lnTo>
                  <a:lnTo>
                    <a:pt x="5176975" y="2252299"/>
                  </a:lnTo>
                  <a:lnTo>
                    <a:pt x="5178686" y="2260929"/>
                  </a:lnTo>
                  <a:lnTo>
                    <a:pt x="5180397" y="2258739"/>
                  </a:lnTo>
                  <a:lnTo>
                    <a:pt x="5182109" y="2308267"/>
                  </a:lnTo>
                  <a:lnTo>
                    <a:pt x="5183820" y="2290199"/>
                  </a:lnTo>
                  <a:lnTo>
                    <a:pt x="5185532" y="2282719"/>
                  </a:lnTo>
                  <a:lnTo>
                    <a:pt x="5187243" y="2258524"/>
                  </a:lnTo>
                  <a:lnTo>
                    <a:pt x="5188954" y="2226816"/>
                  </a:lnTo>
                  <a:lnTo>
                    <a:pt x="5190666" y="2247573"/>
                  </a:lnTo>
                  <a:lnTo>
                    <a:pt x="5192377" y="2199696"/>
                  </a:lnTo>
                  <a:lnTo>
                    <a:pt x="5194089" y="2167603"/>
                  </a:lnTo>
                  <a:lnTo>
                    <a:pt x="5195800" y="2160364"/>
                  </a:lnTo>
                  <a:lnTo>
                    <a:pt x="5197511" y="2102563"/>
                  </a:lnTo>
                  <a:lnTo>
                    <a:pt x="5199223" y="2030639"/>
                  </a:lnTo>
                  <a:lnTo>
                    <a:pt x="5200934" y="2030130"/>
                  </a:lnTo>
                  <a:lnTo>
                    <a:pt x="5202646" y="2000342"/>
                  </a:lnTo>
                  <a:lnTo>
                    <a:pt x="5204357" y="2072504"/>
                  </a:lnTo>
                  <a:lnTo>
                    <a:pt x="5206068" y="2086918"/>
                  </a:lnTo>
                  <a:lnTo>
                    <a:pt x="5207780" y="2097867"/>
                  </a:lnTo>
                  <a:lnTo>
                    <a:pt x="5209491" y="2110004"/>
                  </a:lnTo>
                  <a:lnTo>
                    <a:pt x="5211203" y="2055047"/>
                  </a:lnTo>
                  <a:lnTo>
                    <a:pt x="5212914" y="2018456"/>
                  </a:lnTo>
                  <a:lnTo>
                    <a:pt x="5214625" y="1913536"/>
                  </a:lnTo>
                  <a:lnTo>
                    <a:pt x="5216337" y="1875436"/>
                  </a:lnTo>
                  <a:lnTo>
                    <a:pt x="5218048" y="1832481"/>
                  </a:lnTo>
                  <a:lnTo>
                    <a:pt x="5219760" y="1787745"/>
                  </a:lnTo>
                  <a:lnTo>
                    <a:pt x="5221471" y="1783291"/>
                  </a:lnTo>
                  <a:lnTo>
                    <a:pt x="5223182" y="1687552"/>
                  </a:lnTo>
                  <a:lnTo>
                    <a:pt x="5224894" y="1741841"/>
                  </a:lnTo>
                  <a:lnTo>
                    <a:pt x="5226605" y="1774025"/>
                  </a:lnTo>
                  <a:lnTo>
                    <a:pt x="5228317" y="1758826"/>
                  </a:lnTo>
                  <a:lnTo>
                    <a:pt x="5230028" y="1802011"/>
                  </a:lnTo>
                  <a:lnTo>
                    <a:pt x="5231739" y="1777116"/>
                  </a:lnTo>
                  <a:lnTo>
                    <a:pt x="5233451" y="1822843"/>
                  </a:lnTo>
                  <a:lnTo>
                    <a:pt x="5235162" y="1858886"/>
                  </a:lnTo>
                  <a:lnTo>
                    <a:pt x="5236874" y="1959378"/>
                  </a:lnTo>
                  <a:lnTo>
                    <a:pt x="5238585" y="2029069"/>
                  </a:lnTo>
                  <a:lnTo>
                    <a:pt x="5240296" y="2003898"/>
                  </a:lnTo>
                  <a:lnTo>
                    <a:pt x="5242008" y="1928941"/>
                  </a:lnTo>
                  <a:lnTo>
                    <a:pt x="5243719" y="1876823"/>
                  </a:lnTo>
                  <a:lnTo>
                    <a:pt x="5245431" y="1903832"/>
                  </a:lnTo>
                  <a:lnTo>
                    <a:pt x="5247142" y="1914297"/>
                  </a:lnTo>
                  <a:lnTo>
                    <a:pt x="5248853" y="1837712"/>
                  </a:lnTo>
                  <a:lnTo>
                    <a:pt x="5250565" y="1786036"/>
                  </a:lnTo>
                  <a:lnTo>
                    <a:pt x="5252276" y="1745178"/>
                  </a:lnTo>
                  <a:lnTo>
                    <a:pt x="5253988" y="1722292"/>
                  </a:lnTo>
                  <a:lnTo>
                    <a:pt x="5255699" y="1663652"/>
                  </a:lnTo>
                  <a:lnTo>
                    <a:pt x="5257410" y="1693641"/>
                  </a:lnTo>
                  <a:lnTo>
                    <a:pt x="5259122" y="1755667"/>
                  </a:lnTo>
                  <a:lnTo>
                    <a:pt x="5260833" y="1696736"/>
                  </a:lnTo>
                  <a:lnTo>
                    <a:pt x="5262545" y="1788219"/>
                  </a:lnTo>
                  <a:lnTo>
                    <a:pt x="5264256" y="1803371"/>
                  </a:lnTo>
                  <a:lnTo>
                    <a:pt x="5265967" y="1771491"/>
                  </a:lnTo>
                  <a:lnTo>
                    <a:pt x="5267679" y="1721108"/>
                  </a:lnTo>
                  <a:lnTo>
                    <a:pt x="5269390" y="1656723"/>
                  </a:lnTo>
                  <a:lnTo>
                    <a:pt x="5271101" y="1661165"/>
                  </a:lnTo>
                  <a:lnTo>
                    <a:pt x="5272813" y="1704027"/>
                  </a:lnTo>
                  <a:lnTo>
                    <a:pt x="5274524" y="1652576"/>
                  </a:lnTo>
                  <a:lnTo>
                    <a:pt x="5276236" y="1694859"/>
                  </a:lnTo>
                  <a:lnTo>
                    <a:pt x="5277947" y="1689810"/>
                  </a:lnTo>
                  <a:lnTo>
                    <a:pt x="5279658" y="1703780"/>
                  </a:lnTo>
                  <a:lnTo>
                    <a:pt x="5281370" y="1837399"/>
                  </a:lnTo>
                  <a:lnTo>
                    <a:pt x="5283081" y="1860592"/>
                  </a:lnTo>
                  <a:lnTo>
                    <a:pt x="5284793" y="1904476"/>
                  </a:lnTo>
                  <a:lnTo>
                    <a:pt x="5286504" y="1813314"/>
                  </a:lnTo>
                  <a:lnTo>
                    <a:pt x="5288215" y="1722146"/>
                  </a:lnTo>
                  <a:lnTo>
                    <a:pt x="5289927" y="1696225"/>
                  </a:lnTo>
                  <a:lnTo>
                    <a:pt x="5291638" y="1670631"/>
                  </a:lnTo>
                  <a:lnTo>
                    <a:pt x="5293350" y="1700879"/>
                  </a:lnTo>
                  <a:lnTo>
                    <a:pt x="5295061" y="1753163"/>
                  </a:lnTo>
                  <a:lnTo>
                    <a:pt x="5296772" y="1645626"/>
                  </a:lnTo>
                  <a:lnTo>
                    <a:pt x="5298484" y="1637892"/>
                  </a:lnTo>
                  <a:lnTo>
                    <a:pt x="5300195" y="1609376"/>
                  </a:lnTo>
                  <a:lnTo>
                    <a:pt x="5301907" y="1495918"/>
                  </a:lnTo>
                  <a:lnTo>
                    <a:pt x="5303618" y="1488986"/>
                  </a:lnTo>
                  <a:lnTo>
                    <a:pt x="5305329" y="1489835"/>
                  </a:lnTo>
                  <a:lnTo>
                    <a:pt x="5307041" y="1684076"/>
                  </a:lnTo>
                  <a:lnTo>
                    <a:pt x="5308752" y="1668814"/>
                  </a:lnTo>
                  <a:lnTo>
                    <a:pt x="5310464" y="1649817"/>
                  </a:lnTo>
                  <a:lnTo>
                    <a:pt x="5312175" y="1643305"/>
                  </a:lnTo>
                  <a:lnTo>
                    <a:pt x="5313886" y="1401174"/>
                  </a:lnTo>
                  <a:lnTo>
                    <a:pt x="5315598" y="1288339"/>
                  </a:lnTo>
                  <a:lnTo>
                    <a:pt x="5317309" y="1337058"/>
                  </a:lnTo>
                  <a:lnTo>
                    <a:pt x="5319021" y="1280389"/>
                  </a:lnTo>
                  <a:lnTo>
                    <a:pt x="5320732" y="1128598"/>
                  </a:lnTo>
                  <a:lnTo>
                    <a:pt x="5322443" y="1097425"/>
                  </a:lnTo>
                  <a:lnTo>
                    <a:pt x="5324155" y="967917"/>
                  </a:lnTo>
                  <a:lnTo>
                    <a:pt x="5325866" y="926372"/>
                  </a:lnTo>
                  <a:lnTo>
                    <a:pt x="5327578" y="980814"/>
                  </a:lnTo>
                  <a:lnTo>
                    <a:pt x="5329289" y="890066"/>
                  </a:lnTo>
                  <a:lnTo>
                    <a:pt x="5331000" y="909678"/>
                  </a:lnTo>
                  <a:lnTo>
                    <a:pt x="5332712" y="862293"/>
                  </a:lnTo>
                  <a:lnTo>
                    <a:pt x="5334423" y="788920"/>
                  </a:lnTo>
                  <a:lnTo>
                    <a:pt x="5336135" y="870114"/>
                  </a:lnTo>
                  <a:lnTo>
                    <a:pt x="5337846" y="928596"/>
                  </a:lnTo>
                  <a:lnTo>
                    <a:pt x="5339557" y="1002680"/>
                  </a:lnTo>
                  <a:lnTo>
                    <a:pt x="5341269" y="1039361"/>
                  </a:lnTo>
                  <a:lnTo>
                    <a:pt x="5342980" y="929268"/>
                  </a:lnTo>
                  <a:lnTo>
                    <a:pt x="5344692" y="1123597"/>
                  </a:lnTo>
                  <a:lnTo>
                    <a:pt x="5346403" y="984738"/>
                  </a:lnTo>
                  <a:lnTo>
                    <a:pt x="5348114" y="1114181"/>
                  </a:lnTo>
                  <a:lnTo>
                    <a:pt x="5349826" y="1148807"/>
                  </a:lnTo>
                  <a:lnTo>
                    <a:pt x="5351537" y="1071387"/>
                  </a:lnTo>
                  <a:lnTo>
                    <a:pt x="5353249" y="1190558"/>
                  </a:lnTo>
                  <a:lnTo>
                    <a:pt x="5354960" y="1099457"/>
                  </a:lnTo>
                  <a:lnTo>
                    <a:pt x="5356671" y="1303354"/>
                  </a:lnTo>
                  <a:lnTo>
                    <a:pt x="5358383" y="1411630"/>
                  </a:lnTo>
                  <a:lnTo>
                    <a:pt x="5360094" y="1369934"/>
                  </a:lnTo>
                  <a:lnTo>
                    <a:pt x="5361806" y="1598161"/>
                  </a:lnTo>
                  <a:lnTo>
                    <a:pt x="5363517" y="1448641"/>
                  </a:lnTo>
                  <a:lnTo>
                    <a:pt x="5365228" y="1351607"/>
                  </a:lnTo>
                  <a:lnTo>
                    <a:pt x="5366940" y="1507632"/>
                  </a:lnTo>
                  <a:lnTo>
                    <a:pt x="5368651" y="1676359"/>
                  </a:lnTo>
                  <a:lnTo>
                    <a:pt x="5370363" y="1775370"/>
                  </a:lnTo>
                  <a:lnTo>
                    <a:pt x="5372074" y="1811158"/>
                  </a:lnTo>
                  <a:lnTo>
                    <a:pt x="5373785" y="1879058"/>
                  </a:lnTo>
                  <a:lnTo>
                    <a:pt x="5375497" y="1906198"/>
                  </a:lnTo>
                  <a:lnTo>
                    <a:pt x="5377208" y="1895004"/>
                  </a:lnTo>
                  <a:lnTo>
                    <a:pt x="5378919" y="1940732"/>
                  </a:lnTo>
                  <a:lnTo>
                    <a:pt x="5380631" y="1941878"/>
                  </a:lnTo>
                  <a:lnTo>
                    <a:pt x="5382342" y="1970170"/>
                  </a:lnTo>
                  <a:lnTo>
                    <a:pt x="5384054" y="1981010"/>
                  </a:lnTo>
                  <a:lnTo>
                    <a:pt x="5385765" y="1970878"/>
                  </a:lnTo>
                  <a:lnTo>
                    <a:pt x="5387476" y="1988643"/>
                  </a:lnTo>
                  <a:lnTo>
                    <a:pt x="5389188" y="2019027"/>
                  </a:lnTo>
                  <a:lnTo>
                    <a:pt x="5390899" y="1943388"/>
                  </a:lnTo>
                  <a:lnTo>
                    <a:pt x="5392611" y="1907203"/>
                  </a:lnTo>
                  <a:lnTo>
                    <a:pt x="5394322" y="1876044"/>
                  </a:lnTo>
                  <a:lnTo>
                    <a:pt x="5396033" y="1925934"/>
                  </a:lnTo>
                  <a:lnTo>
                    <a:pt x="5397745" y="1946826"/>
                  </a:lnTo>
                  <a:lnTo>
                    <a:pt x="5399456" y="2015300"/>
                  </a:lnTo>
                  <a:lnTo>
                    <a:pt x="5401168" y="1958681"/>
                  </a:lnTo>
                  <a:lnTo>
                    <a:pt x="5402879" y="2017549"/>
                  </a:lnTo>
                  <a:lnTo>
                    <a:pt x="5404590" y="2065327"/>
                  </a:lnTo>
                  <a:lnTo>
                    <a:pt x="5406302" y="2080408"/>
                  </a:lnTo>
                  <a:lnTo>
                    <a:pt x="5408013" y="2104022"/>
                  </a:lnTo>
                  <a:lnTo>
                    <a:pt x="5409725" y="2085361"/>
                  </a:lnTo>
                  <a:lnTo>
                    <a:pt x="5411436" y="2129944"/>
                  </a:lnTo>
                  <a:lnTo>
                    <a:pt x="5413147" y="2190150"/>
                  </a:lnTo>
                  <a:lnTo>
                    <a:pt x="5414859" y="2140985"/>
                  </a:lnTo>
                  <a:lnTo>
                    <a:pt x="5416570" y="2144465"/>
                  </a:lnTo>
                  <a:lnTo>
                    <a:pt x="5418282" y="2095484"/>
                  </a:lnTo>
                  <a:lnTo>
                    <a:pt x="5419993" y="2049403"/>
                  </a:lnTo>
                  <a:lnTo>
                    <a:pt x="5421704" y="2104734"/>
                  </a:lnTo>
                  <a:lnTo>
                    <a:pt x="5423416" y="2106506"/>
                  </a:lnTo>
                  <a:lnTo>
                    <a:pt x="5425127" y="2010893"/>
                  </a:lnTo>
                  <a:lnTo>
                    <a:pt x="5426839" y="2037719"/>
                  </a:lnTo>
                  <a:lnTo>
                    <a:pt x="5428550" y="2077409"/>
                  </a:lnTo>
                  <a:lnTo>
                    <a:pt x="5430261" y="2127053"/>
                  </a:lnTo>
                  <a:lnTo>
                    <a:pt x="5431973" y="2119463"/>
                  </a:lnTo>
                  <a:lnTo>
                    <a:pt x="5433684" y="2056037"/>
                  </a:lnTo>
                  <a:lnTo>
                    <a:pt x="5435396" y="2031031"/>
                  </a:lnTo>
                  <a:lnTo>
                    <a:pt x="5437107" y="2124016"/>
                  </a:lnTo>
                  <a:lnTo>
                    <a:pt x="5438818" y="2120136"/>
                  </a:lnTo>
                  <a:lnTo>
                    <a:pt x="5440530" y="2131668"/>
                  </a:lnTo>
                  <a:lnTo>
                    <a:pt x="5442241" y="2086908"/>
                  </a:lnTo>
                  <a:lnTo>
                    <a:pt x="5443953" y="2057666"/>
                  </a:lnTo>
                  <a:lnTo>
                    <a:pt x="5445664" y="2130634"/>
                  </a:lnTo>
                  <a:lnTo>
                    <a:pt x="5447375" y="2111004"/>
                  </a:lnTo>
                  <a:lnTo>
                    <a:pt x="5449087" y="2106034"/>
                  </a:lnTo>
                  <a:lnTo>
                    <a:pt x="5450798" y="2119086"/>
                  </a:lnTo>
                  <a:lnTo>
                    <a:pt x="5452510" y="2138437"/>
                  </a:lnTo>
                  <a:lnTo>
                    <a:pt x="5454221" y="2168622"/>
                  </a:lnTo>
                  <a:lnTo>
                    <a:pt x="5455932" y="2146630"/>
                  </a:lnTo>
                  <a:lnTo>
                    <a:pt x="5457644" y="2144103"/>
                  </a:lnTo>
                  <a:lnTo>
                    <a:pt x="5459355" y="2162808"/>
                  </a:lnTo>
                  <a:lnTo>
                    <a:pt x="5461067" y="2106594"/>
                  </a:lnTo>
                  <a:lnTo>
                    <a:pt x="5462778" y="2050934"/>
                  </a:lnTo>
                  <a:lnTo>
                    <a:pt x="5464489" y="2013940"/>
                  </a:lnTo>
                  <a:lnTo>
                    <a:pt x="5466201" y="2017934"/>
                  </a:lnTo>
                  <a:lnTo>
                    <a:pt x="5467912" y="1985252"/>
                  </a:lnTo>
                  <a:lnTo>
                    <a:pt x="5469624" y="2042297"/>
                  </a:lnTo>
                  <a:lnTo>
                    <a:pt x="5471335" y="2107322"/>
                  </a:lnTo>
                  <a:lnTo>
                    <a:pt x="5473046" y="2086086"/>
                  </a:lnTo>
                  <a:lnTo>
                    <a:pt x="5474758" y="2059135"/>
                  </a:lnTo>
                  <a:lnTo>
                    <a:pt x="5476469" y="1986479"/>
                  </a:lnTo>
                  <a:lnTo>
                    <a:pt x="5478181" y="1992819"/>
                  </a:lnTo>
                  <a:lnTo>
                    <a:pt x="5479892" y="1968098"/>
                  </a:lnTo>
                  <a:lnTo>
                    <a:pt x="5481603" y="1803010"/>
                  </a:lnTo>
                  <a:lnTo>
                    <a:pt x="5483315" y="1827880"/>
                  </a:lnTo>
                  <a:lnTo>
                    <a:pt x="5485026" y="1744739"/>
                  </a:lnTo>
                  <a:lnTo>
                    <a:pt x="5486737" y="1801390"/>
                  </a:lnTo>
                  <a:lnTo>
                    <a:pt x="5488449" y="1845646"/>
                  </a:lnTo>
                  <a:lnTo>
                    <a:pt x="5490160" y="1812592"/>
                  </a:lnTo>
                  <a:lnTo>
                    <a:pt x="5491872" y="1851134"/>
                  </a:lnTo>
                  <a:lnTo>
                    <a:pt x="5493583" y="1875560"/>
                  </a:lnTo>
                  <a:lnTo>
                    <a:pt x="5495294" y="1897680"/>
                  </a:lnTo>
                  <a:lnTo>
                    <a:pt x="5497006" y="1878078"/>
                  </a:lnTo>
                  <a:lnTo>
                    <a:pt x="5498717" y="1847201"/>
                  </a:lnTo>
                  <a:lnTo>
                    <a:pt x="5500429" y="1848283"/>
                  </a:lnTo>
                  <a:lnTo>
                    <a:pt x="5502140" y="1905668"/>
                  </a:lnTo>
                  <a:lnTo>
                    <a:pt x="5503851" y="1964609"/>
                  </a:lnTo>
                  <a:lnTo>
                    <a:pt x="5505563" y="2008647"/>
                  </a:lnTo>
                  <a:lnTo>
                    <a:pt x="5507274" y="1966199"/>
                  </a:lnTo>
                  <a:lnTo>
                    <a:pt x="5508986" y="1986107"/>
                  </a:lnTo>
                  <a:lnTo>
                    <a:pt x="5510697" y="1991606"/>
                  </a:lnTo>
                  <a:lnTo>
                    <a:pt x="5512408" y="2093709"/>
                  </a:lnTo>
                  <a:lnTo>
                    <a:pt x="5514120" y="2085356"/>
                  </a:lnTo>
                  <a:lnTo>
                    <a:pt x="5515831" y="1995079"/>
                  </a:lnTo>
                  <a:lnTo>
                    <a:pt x="5517543" y="2048630"/>
                  </a:lnTo>
                  <a:lnTo>
                    <a:pt x="5519254" y="2155715"/>
                  </a:lnTo>
                  <a:lnTo>
                    <a:pt x="5520965" y="2198370"/>
                  </a:lnTo>
                  <a:lnTo>
                    <a:pt x="5522677" y="2195555"/>
                  </a:lnTo>
                  <a:lnTo>
                    <a:pt x="5524388" y="2175485"/>
                  </a:lnTo>
                  <a:lnTo>
                    <a:pt x="5526100" y="2225391"/>
                  </a:lnTo>
                  <a:lnTo>
                    <a:pt x="5527811" y="2156363"/>
                  </a:lnTo>
                  <a:lnTo>
                    <a:pt x="5529522" y="2118839"/>
                  </a:lnTo>
                  <a:lnTo>
                    <a:pt x="5531234" y="2102359"/>
                  </a:lnTo>
                  <a:lnTo>
                    <a:pt x="5532945" y="2053902"/>
                  </a:lnTo>
                  <a:lnTo>
                    <a:pt x="5534657" y="2025487"/>
                  </a:lnTo>
                  <a:lnTo>
                    <a:pt x="5536368" y="2043442"/>
                  </a:lnTo>
                  <a:lnTo>
                    <a:pt x="5538079" y="2090558"/>
                  </a:lnTo>
                  <a:lnTo>
                    <a:pt x="5539791" y="2080911"/>
                  </a:lnTo>
                  <a:lnTo>
                    <a:pt x="5541502" y="1951332"/>
                  </a:lnTo>
                  <a:lnTo>
                    <a:pt x="5543214" y="1986175"/>
                  </a:lnTo>
                  <a:lnTo>
                    <a:pt x="5544925" y="1985611"/>
                  </a:lnTo>
                  <a:lnTo>
                    <a:pt x="5546636" y="1997396"/>
                  </a:lnTo>
                  <a:lnTo>
                    <a:pt x="5548348" y="2013978"/>
                  </a:lnTo>
                  <a:lnTo>
                    <a:pt x="5550059" y="2020987"/>
                  </a:lnTo>
                  <a:lnTo>
                    <a:pt x="5551771" y="2155427"/>
                  </a:lnTo>
                  <a:lnTo>
                    <a:pt x="5553482" y="2107150"/>
                  </a:lnTo>
                  <a:lnTo>
                    <a:pt x="5555193" y="2077986"/>
                  </a:lnTo>
                  <a:lnTo>
                    <a:pt x="5556905" y="2125860"/>
                  </a:lnTo>
                  <a:lnTo>
                    <a:pt x="5558616" y="2172331"/>
                  </a:lnTo>
                  <a:lnTo>
                    <a:pt x="5560328" y="2228848"/>
                  </a:lnTo>
                  <a:lnTo>
                    <a:pt x="5562039" y="2238367"/>
                  </a:lnTo>
                  <a:lnTo>
                    <a:pt x="5563750" y="2290754"/>
                  </a:lnTo>
                  <a:lnTo>
                    <a:pt x="5565462" y="2329156"/>
                  </a:lnTo>
                  <a:lnTo>
                    <a:pt x="5567173" y="2316196"/>
                  </a:lnTo>
                  <a:lnTo>
                    <a:pt x="5568885" y="2308633"/>
                  </a:lnTo>
                  <a:lnTo>
                    <a:pt x="5570596" y="2292128"/>
                  </a:lnTo>
                  <a:lnTo>
                    <a:pt x="5572307" y="2278729"/>
                  </a:lnTo>
                  <a:lnTo>
                    <a:pt x="5574019" y="2277478"/>
                  </a:lnTo>
                  <a:lnTo>
                    <a:pt x="5575730" y="2243473"/>
                  </a:lnTo>
                  <a:lnTo>
                    <a:pt x="5577442" y="2211260"/>
                  </a:lnTo>
                  <a:lnTo>
                    <a:pt x="5579153" y="2155500"/>
                  </a:lnTo>
                  <a:lnTo>
                    <a:pt x="5580864" y="2100637"/>
                  </a:lnTo>
                  <a:lnTo>
                    <a:pt x="5582576" y="2086705"/>
                  </a:lnTo>
                  <a:lnTo>
                    <a:pt x="5584287" y="2051131"/>
                  </a:lnTo>
                  <a:lnTo>
                    <a:pt x="5585999" y="2011710"/>
                  </a:lnTo>
                  <a:lnTo>
                    <a:pt x="5587710" y="2060137"/>
                  </a:lnTo>
                  <a:lnTo>
                    <a:pt x="5589421" y="2151191"/>
                  </a:lnTo>
                  <a:lnTo>
                    <a:pt x="5591133" y="2208805"/>
                  </a:lnTo>
                  <a:lnTo>
                    <a:pt x="5592844" y="2208993"/>
                  </a:lnTo>
                  <a:lnTo>
                    <a:pt x="5594555" y="2215616"/>
                  </a:lnTo>
                  <a:lnTo>
                    <a:pt x="5596267" y="2214195"/>
                  </a:lnTo>
                  <a:lnTo>
                    <a:pt x="5597978" y="2175565"/>
                  </a:lnTo>
                  <a:lnTo>
                    <a:pt x="5599690" y="2168194"/>
                  </a:lnTo>
                  <a:lnTo>
                    <a:pt x="5601401" y="2171035"/>
                  </a:lnTo>
                  <a:lnTo>
                    <a:pt x="5603112" y="2173731"/>
                  </a:lnTo>
                  <a:lnTo>
                    <a:pt x="5604824" y="2140013"/>
                  </a:lnTo>
                  <a:lnTo>
                    <a:pt x="5606535" y="2138494"/>
                  </a:lnTo>
                  <a:lnTo>
                    <a:pt x="5608247" y="2191136"/>
                  </a:lnTo>
                  <a:lnTo>
                    <a:pt x="5609958" y="2204156"/>
                  </a:lnTo>
                  <a:lnTo>
                    <a:pt x="5611669" y="2240491"/>
                  </a:lnTo>
                  <a:lnTo>
                    <a:pt x="5613381" y="2205318"/>
                  </a:lnTo>
                  <a:lnTo>
                    <a:pt x="5615092" y="2166126"/>
                  </a:lnTo>
                  <a:lnTo>
                    <a:pt x="5616804" y="2110129"/>
                  </a:lnTo>
                  <a:lnTo>
                    <a:pt x="5618515" y="2103149"/>
                  </a:lnTo>
                  <a:lnTo>
                    <a:pt x="5620226" y="2024552"/>
                  </a:lnTo>
                  <a:lnTo>
                    <a:pt x="5621938" y="2070026"/>
                  </a:lnTo>
                  <a:lnTo>
                    <a:pt x="5623649" y="2148679"/>
                  </a:lnTo>
                  <a:lnTo>
                    <a:pt x="5625361" y="2172133"/>
                  </a:lnTo>
                  <a:lnTo>
                    <a:pt x="5627072" y="2178629"/>
                  </a:lnTo>
                  <a:lnTo>
                    <a:pt x="5628783" y="2128052"/>
                  </a:lnTo>
                  <a:lnTo>
                    <a:pt x="5630495" y="2175569"/>
                  </a:lnTo>
                  <a:lnTo>
                    <a:pt x="5632206" y="2097441"/>
                  </a:lnTo>
                  <a:lnTo>
                    <a:pt x="5633918" y="2105264"/>
                  </a:lnTo>
                  <a:lnTo>
                    <a:pt x="5635629" y="2125217"/>
                  </a:lnTo>
                  <a:lnTo>
                    <a:pt x="5637340" y="2215320"/>
                  </a:lnTo>
                  <a:lnTo>
                    <a:pt x="5639052" y="2334455"/>
                  </a:lnTo>
                  <a:lnTo>
                    <a:pt x="5640763" y="2344511"/>
                  </a:lnTo>
                  <a:lnTo>
                    <a:pt x="5642475" y="2300607"/>
                  </a:lnTo>
                  <a:lnTo>
                    <a:pt x="5644186" y="2342331"/>
                  </a:lnTo>
                  <a:lnTo>
                    <a:pt x="5645897" y="2337273"/>
                  </a:lnTo>
                  <a:lnTo>
                    <a:pt x="5647609" y="2345069"/>
                  </a:lnTo>
                  <a:lnTo>
                    <a:pt x="5649320" y="2288474"/>
                  </a:lnTo>
                  <a:lnTo>
                    <a:pt x="5651032" y="2290424"/>
                  </a:lnTo>
                  <a:lnTo>
                    <a:pt x="5652743" y="2239903"/>
                  </a:lnTo>
                  <a:lnTo>
                    <a:pt x="5654454" y="2195281"/>
                  </a:lnTo>
                  <a:lnTo>
                    <a:pt x="5656166" y="2091623"/>
                  </a:lnTo>
                  <a:lnTo>
                    <a:pt x="5657877" y="1967230"/>
                  </a:lnTo>
                  <a:lnTo>
                    <a:pt x="5659589" y="1912007"/>
                  </a:lnTo>
                  <a:lnTo>
                    <a:pt x="5661300" y="1823152"/>
                  </a:lnTo>
                  <a:lnTo>
                    <a:pt x="5663011" y="1772291"/>
                  </a:lnTo>
                  <a:lnTo>
                    <a:pt x="5664723" y="1745119"/>
                  </a:lnTo>
                  <a:lnTo>
                    <a:pt x="5666434" y="1714289"/>
                  </a:lnTo>
                  <a:lnTo>
                    <a:pt x="5668146" y="1811292"/>
                  </a:lnTo>
                  <a:lnTo>
                    <a:pt x="5669857" y="1807896"/>
                  </a:lnTo>
                  <a:lnTo>
                    <a:pt x="5671568" y="1819581"/>
                  </a:lnTo>
                  <a:lnTo>
                    <a:pt x="5673280" y="1835029"/>
                  </a:lnTo>
                  <a:lnTo>
                    <a:pt x="5674991" y="1796699"/>
                  </a:lnTo>
                  <a:lnTo>
                    <a:pt x="5676703" y="1833834"/>
                  </a:lnTo>
                  <a:lnTo>
                    <a:pt x="5678414" y="1882502"/>
                  </a:lnTo>
                  <a:lnTo>
                    <a:pt x="5680125" y="1862540"/>
                  </a:lnTo>
                  <a:lnTo>
                    <a:pt x="5681837" y="1957256"/>
                  </a:lnTo>
                  <a:lnTo>
                    <a:pt x="5683548" y="1990905"/>
                  </a:lnTo>
                  <a:lnTo>
                    <a:pt x="5685260" y="2045175"/>
                  </a:lnTo>
                  <a:lnTo>
                    <a:pt x="5686971" y="2031654"/>
                  </a:lnTo>
                  <a:lnTo>
                    <a:pt x="5688682" y="2075220"/>
                  </a:lnTo>
                  <a:lnTo>
                    <a:pt x="5690394" y="2127202"/>
                  </a:lnTo>
                  <a:lnTo>
                    <a:pt x="5692105" y="2130548"/>
                  </a:lnTo>
                  <a:lnTo>
                    <a:pt x="5693816" y="2138695"/>
                  </a:lnTo>
                  <a:lnTo>
                    <a:pt x="5695528" y="2102439"/>
                  </a:lnTo>
                  <a:lnTo>
                    <a:pt x="5697239" y="2137413"/>
                  </a:lnTo>
                  <a:lnTo>
                    <a:pt x="5698951" y="2158544"/>
                  </a:lnTo>
                  <a:lnTo>
                    <a:pt x="5700662" y="2196792"/>
                  </a:lnTo>
                  <a:lnTo>
                    <a:pt x="5702373" y="2225049"/>
                  </a:lnTo>
                  <a:lnTo>
                    <a:pt x="5704085" y="2245152"/>
                  </a:lnTo>
                  <a:lnTo>
                    <a:pt x="5705796" y="2239441"/>
                  </a:lnTo>
                  <a:lnTo>
                    <a:pt x="5707508" y="2242622"/>
                  </a:lnTo>
                  <a:lnTo>
                    <a:pt x="5709219" y="2182028"/>
                  </a:lnTo>
                  <a:lnTo>
                    <a:pt x="5710930" y="2167045"/>
                  </a:lnTo>
                  <a:lnTo>
                    <a:pt x="5712642" y="2177542"/>
                  </a:lnTo>
                  <a:lnTo>
                    <a:pt x="5714353" y="2156798"/>
                  </a:lnTo>
                  <a:lnTo>
                    <a:pt x="5716065" y="2170952"/>
                  </a:lnTo>
                  <a:lnTo>
                    <a:pt x="5717776" y="2138104"/>
                  </a:lnTo>
                  <a:lnTo>
                    <a:pt x="5719487" y="2171697"/>
                  </a:lnTo>
                  <a:lnTo>
                    <a:pt x="5721199" y="2146882"/>
                  </a:lnTo>
                  <a:lnTo>
                    <a:pt x="5722910" y="2135172"/>
                  </a:lnTo>
                  <a:lnTo>
                    <a:pt x="5724622" y="2077915"/>
                  </a:lnTo>
                  <a:lnTo>
                    <a:pt x="5726333" y="1984319"/>
                  </a:lnTo>
                  <a:lnTo>
                    <a:pt x="5728044" y="2047779"/>
                  </a:lnTo>
                  <a:lnTo>
                    <a:pt x="5729756" y="2011693"/>
                  </a:lnTo>
                  <a:lnTo>
                    <a:pt x="5731467" y="1970702"/>
                  </a:lnTo>
                  <a:lnTo>
                    <a:pt x="5733179" y="2067627"/>
                  </a:lnTo>
                  <a:lnTo>
                    <a:pt x="5734890" y="2150547"/>
                  </a:lnTo>
                  <a:lnTo>
                    <a:pt x="5736601" y="2168524"/>
                  </a:lnTo>
                  <a:lnTo>
                    <a:pt x="5738313" y="2198357"/>
                  </a:lnTo>
                  <a:lnTo>
                    <a:pt x="5740024" y="2155228"/>
                  </a:lnTo>
                  <a:lnTo>
                    <a:pt x="5741736" y="2150753"/>
                  </a:lnTo>
                  <a:lnTo>
                    <a:pt x="5743447" y="2126976"/>
                  </a:lnTo>
                  <a:lnTo>
                    <a:pt x="5745158" y="2065046"/>
                  </a:lnTo>
                  <a:lnTo>
                    <a:pt x="5746870" y="2113278"/>
                  </a:lnTo>
                  <a:lnTo>
                    <a:pt x="5748581" y="2087161"/>
                  </a:lnTo>
                  <a:lnTo>
                    <a:pt x="5750293" y="2100409"/>
                  </a:lnTo>
                  <a:lnTo>
                    <a:pt x="5752004" y="2162923"/>
                  </a:lnTo>
                  <a:lnTo>
                    <a:pt x="5753715" y="2028486"/>
                  </a:lnTo>
                  <a:lnTo>
                    <a:pt x="5755427" y="2008229"/>
                  </a:lnTo>
                  <a:lnTo>
                    <a:pt x="5757138" y="1984322"/>
                  </a:lnTo>
                  <a:lnTo>
                    <a:pt x="5758850" y="1993762"/>
                  </a:lnTo>
                  <a:lnTo>
                    <a:pt x="5760561" y="2053130"/>
                  </a:lnTo>
                  <a:lnTo>
                    <a:pt x="5762272" y="2031358"/>
                  </a:lnTo>
                  <a:lnTo>
                    <a:pt x="5763984" y="2063166"/>
                  </a:lnTo>
                  <a:lnTo>
                    <a:pt x="5765695" y="2037924"/>
                  </a:lnTo>
                  <a:lnTo>
                    <a:pt x="5767407" y="2059404"/>
                  </a:lnTo>
                  <a:lnTo>
                    <a:pt x="5769118" y="2044403"/>
                  </a:lnTo>
                  <a:lnTo>
                    <a:pt x="5770829" y="2017477"/>
                  </a:lnTo>
                  <a:lnTo>
                    <a:pt x="5772541" y="2017166"/>
                  </a:lnTo>
                  <a:lnTo>
                    <a:pt x="5774252" y="1940234"/>
                  </a:lnTo>
                  <a:lnTo>
                    <a:pt x="5775964" y="1961993"/>
                  </a:lnTo>
                  <a:lnTo>
                    <a:pt x="5777675" y="1974655"/>
                  </a:lnTo>
                  <a:lnTo>
                    <a:pt x="5779386" y="2041160"/>
                  </a:lnTo>
                  <a:lnTo>
                    <a:pt x="5781098" y="2132125"/>
                  </a:lnTo>
                  <a:lnTo>
                    <a:pt x="5782809" y="2095970"/>
                  </a:lnTo>
                  <a:lnTo>
                    <a:pt x="5784521" y="2151328"/>
                  </a:lnTo>
                  <a:lnTo>
                    <a:pt x="5786232" y="2150994"/>
                  </a:lnTo>
                  <a:lnTo>
                    <a:pt x="5787943" y="2154815"/>
                  </a:lnTo>
                  <a:lnTo>
                    <a:pt x="5789655" y="2194851"/>
                  </a:lnTo>
                  <a:lnTo>
                    <a:pt x="5791366" y="2188823"/>
                  </a:lnTo>
                  <a:lnTo>
                    <a:pt x="5793078" y="2250666"/>
                  </a:lnTo>
                  <a:lnTo>
                    <a:pt x="5794789" y="2256040"/>
                  </a:lnTo>
                  <a:lnTo>
                    <a:pt x="5796500" y="2275744"/>
                  </a:lnTo>
                  <a:lnTo>
                    <a:pt x="5798212" y="2271215"/>
                  </a:lnTo>
                  <a:lnTo>
                    <a:pt x="5799923" y="2279371"/>
                  </a:lnTo>
                  <a:lnTo>
                    <a:pt x="5801634" y="2281690"/>
                  </a:lnTo>
                  <a:lnTo>
                    <a:pt x="5803346" y="2268803"/>
                  </a:lnTo>
                  <a:lnTo>
                    <a:pt x="5805057" y="2279372"/>
                  </a:lnTo>
                  <a:lnTo>
                    <a:pt x="5806769" y="2295710"/>
                  </a:lnTo>
                  <a:lnTo>
                    <a:pt x="5808480" y="2306465"/>
                  </a:lnTo>
                  <a:lnTo>
                    <a:pt x="5810191" y="2305469"/>
                  </a:lnTo>
                  <a:lnTo>
                    <a:pt x="5811903" y="2281663"/>
                  </a:lnTo>
                  <a:lnTo>
                    <a:pt x="5813614" y="2281738"/>
                  </a:lnTo>
                  <a:lnTo>
                    <a:pt x="5815326" y="2286506"/>
                  </a:lnTo>
                  <a:lnTo>
                    <a:pt x="5817037" y="2290694"/>
                  </a:lnTo>
                  <a:lnTo>
                    <a:pt x="5818748" y="2279218"/>
                  </a:lnTo>
                  <a:lnTo>
                    <a:pt x="5820460" y="2299513"/>
                  </a:lnTo>
                  <a:lnTo>
                    <a:pt x="5822171" y="2291910"/>
                  </a:lnTo>
                  <a:lnTo>
                    <a:pt x="5823883" y="2272477"/>
                  </a:lnTo>
                  <a:lnTo>
                    <a:pt x="5825594" y="2250393"/>
                  </a:lnTo>
                  <a:lnTo>
                    <a:pt x="5827305" y="2193124"/>
                  </a:lnTo>
                  <a:lnTo>
                    <a:pt x="5829017" y="2191573"/>
                  </a:lnTo>
                  <a:lnTo>
                    <a:pt x="5830728" y="2140314"/>
                  </a:lnTo>
                  <a:lnTo>
                    <a:pt x="5832440" y="2112500"/>
                  </a:lnTo>
                  <a:lnTo>
                    <a:pt x="5834151" y="2102820"/>
                  </a:lnTo>
                  <a:lnTo>
                    <a:pt x="5835862" y="2029694"/>
                  </a:lnTo>
                  <a:lnTo>
                    <a:pt x="5837574" y="2059432"/>
                  </a:lnTo>
                  <a:lnTo>
                    <a:pt x="5839285" y="2016106"/>
                  </a:lnTo>
                  <a:lnTo>
                    <a:pt x="5840997" y="1989141"/>
                  </a:lnTo>
                  <a:lnTo>
                    <a:pt x="5842708" y="2001155"/>
                  </a:lnTo>
                  <a:lnTo>
                    <a:pt x="5844419" y="2074858"/>
                  </a:lnTo>
                  <a:lnTo>
                    <a:pt x="5846131" y="2062774"/>
                  </a:lnTo>
                  <a:lnTo>
                    <a:pt x="5847842" y="2109335"/>
                  </a:lnTo>
                  <a:lnTo>
                    <a:pt x="5849554" y="2094980"/>
                  </a:lnTo>
                  <a:lnTo>
                    <a:pt x="5851265" y="2002093"/>
                  </a:lnTo>
                  <a:lnTo>
                    <a:pt x="5852976" y="1931652"/>
                  </a:lnTo>
                  <a:lnTo>
                    <a:pt x="5854688" y="1796870"/>
                  </a:lnTo>
                  <a:lnTo>
                    <a:pt x="5856399" y="1861758"/>
                  </a:lnTo>
                  <a:lnTo>
                    <a:pt x="5858111" y="1822409"/>
                  </a:lnTo>
                  <a:lnTo>
                    <a:pt x="5859822" y="1676074"/>
                  </a:lnTo>
                  <a:lnTo>
                    <a:pt x="5861533" y="1670930"/>
                  </a:lnTo>
                  <a:lnTo>
                    <a:pt x="5863245" y="1617864"/>
                  </a:lnTo>
                  <a:lnTo>
                    <a:pt x="5864956" y="1705253"/>
                  </a:lnTo>
                  <a:lnTo>
                    <a:pt x="5866668" y="1673074"/>
                  </a:lnTo>
                  <a:lnTo>
                    <a:pt x="5868379" y="1672632"/>
                  </a:lnTo>
                  <a:lnTo>
                    <a:pt x="5870090" y="1677088"/>
                  </a:lnTo>
                  <a:lnTo>
                    <a:pt x="5871802" y="1698843"/>
                  </a:lnTo>
                  <a:lnTo>
                    <a:pt x="5873513" y="1675882"/>
                  </a:lnTo>
                  <a:lnTo>
                    <a:pt x="5875225" y="1670665"/>
                  </a:lnTo>
                  <a:lnTo>
                    <a:pt x="5876936" y="1704712"/>
                  </a:lnTo>
                  <a:lnTo>
                    <a:pt x="5878647" y="1748687"/>
                  </a:lnTo>
                  <a:lnTo>
                    <a:pt x="5880359" y="1824600"/>
                  </a:lnTo>
                  <a:lnTo>
                    <a:pt x="5882070" y="1920921"/>
                  </a:lnTo>
                  <a:lnTo>
                    <a:pt x="5883782" y="1988488"/>
                  </a:lnTo>
                  <a:lnTo>
                    <a:pt x="5885493" y="1927887"/>
                  </a:lnTo>
                  <a:lnTo>
                    <a:pt x="5887204" y="1836797"/>
                  </a:lnTo>
                  <a:lnTo>
                    <a:pt x="5888916" y="1871383"/>
                  </a:lnTo>
                  <a:lnTo>
                    <a:pt x="5890627" y="1904300"/>
                  </a:lnTo>
                  <a:lnTo>
                    <a:pt x="5892339" y="1937672"/>
                  </a:lnTo>
                  <a:lnTo>
                    <a:pt x="5894050" y="1890811"/>
                  </a:lnTo>
                  <a:lnTo>
                    <a:pt x="5895761" y="2004050"/>
                  </a:lnTo>
                  <a:lnTo>
                    <a:pt x="5897473" y="2159453"/>
                  </a:lnTo>
                  <a:lnTo>
                    <a:pt x="5899184" y="2157266"/>
                  </a:lnTo>
                  <a:lnTo>
                    <a:pt x="5900896" y="2129431"/>
                  </a:lnTo>
                  <a:lnTo>
                    <a:pt x="5902607" y="2161532"/>
                  </a:lnTo>
                  <a:lnTo>
                    <a:pt x="5904318" y="2215891"/>
                  </a:lnTo>
                  <a:lnTo>
                    <a:pt x="5906030" y="2216115"/>
                  </a:lnTo>
                  <a:lnTo>
                    <a:pt x="5907741" y="2176890"/>
                  </a:lnTo>
                  <a:lnTo>
                    <a:pt x="5909452" y="2193774"/>
                  </a:lnTo>
                  <a:lnTo>
                    <a:pt x="5911164" y="2112952"/>
                  </a:lnTo>
                  <a:lnTo>
                    <a:pt x="5912875" y="2113078"/>
                  </a:lnTo>
                  <a:lnTo>
                    <a:pt x="5914587" y="2020815"/>
                  </a:lnTo>
                  <a:lnTo>
                    <a:pt x="5916298" y="1965808"/>
                  </a:lnTo>
                  <a:lnTo>
                    <a:pt x="5918009" y="1989961"/>
                  </a:lnTo>
                  <a:lnTo>
                    <a:pt x="5919721" y="2061927"/>
                  </a:lnTo>
                  <a:lnTo>
                    <a:pt x="5921432" y="2040812"/>
                  </a:lnTo>
                  <a:lnTo>
                    <a:pt x="5923144" y="1976119"/>
                  </a:lnTo>
                  <a:lnTo>
                    <a:pt x="5924855" y="1989525"/>
                  </a:lnTo>
                  <a:lnTo>
                    <a:pt x="5926566" y="1941012"/>
                  </a:lnTo>
                  <a:lnTo>
                    <a:pt x="5928278" y="2011703"/>
                  </a:lnTo>
                  <a:lnTo>
                    <a:pt x="5929989" y="2084700"/>
                  </a:lnTo>
                  <a:lnTo>
                    <a:pt x="5931701" y="2158548"/>
                  </a:lnTo>
                  <a:lnTo>
                    <a:pt x="5933412" y="2140419"/>
                  </a:lnTo>
                  <a:lnTo>
                    <a:pt x="5935123" y="2124069"/>
                  </a:lnTo>
                  <a:lnTo>
                    <a:pt x="5936835" y="2092705"/>
                  </a:lnTo>
                  <a:lnTo>
                    <a:pt x="5938546" y="2054978"/>
                  </a:lnTo>
                  <a:lnTo>
                    <a:pt x="5940258" y="2057992"/>
                  </a:lnTo>
                  <a:lnTo>
                    <a:pt x="5941969" y="2009913"/>
                  </a:lnTo>
                  <a:lnTo>
                    <a:pt x="5943680" y="1897904"/>
                  </a:lnTo>
                  <a:lnTo>
                    <a:pt x="5945392" y="1810545"/>
                  </a:lnTo>
                  <a:lnTo>
                    <a:pt x="5947103" y="1768468"/>
                  </a:lnTo>
                  <a:lnTo>
                    <a:pt x="5948815" y="1721657"/>
                  </a:lnTo>
                  <a:lnTo>
                    <a:pt x="5950526" y="1666999"/>
                  </a:lnTo>
                  <a:lnTo>
                    <a:pt x="5952237" y="1656548"/>
                  </a:lnTo>
                  <a:lnTo>
                    <a:pt x="5953949" y="1661070"/>
                  </a:lnTo>
                  <a:lnTo>
                    <a:pt x="5955660" y="1650477"/>
                  </a:lnTo>
                  <a:lnTo>
                    <a:pt x="5957372" y="1672094"/>
                  </a:lnTo>
                  <a:lnTo>
                    <a:pt x="5959083" y="1627565"/>
                  </a:lnTo>
                  <a:lnTo>
                    <a:pt x="5960794" y="1623107"/>
                  </a:lnTo>
                  <a:lnTo>
                    <a:pt x="5962506" y="1679925"/>
                  </a:lnTo>
                  <a:lnTo>
                    <a:pt x="5964217" y="1620565"/>
                  </a:lnTo>
                  <a:lnTo>
                    <a:pt x="5965929" y="1653864"/>
                  </a:lnTo>
                  <a:lnTo>
                    <a:pt x="5967640" y="1578203"/>
                  </a:lnTo>
                  <a:lnTo>
                    <a:pt x="5969351" y="1638442"/>
                  </a:lnTo>
                  <a:lnTo>
                    <a:pt x="5971063" y="1730537"/>
                  </a:lnTo>
                  <a:lnTo>
                    <a:pt x="5972774" y="1848649"/>
                  </a:lnTo>
                  <a:lnTo>
                    <a:pt x="5974486" y="1885927"/>
                  </a:lnTo>
                  <a:lnTo>
                    <a:pt x="5976197" y="1973679"/>
                  </a:lnTo>
                  <a:lnTo>
                    <a:pt x="5977908" y="2054702"/>
                  </a:lnTo>
                  <a:lnTo>
                    <a:pt x="5979620" y="2083205"/>
                  </a:lnTo>
                  <a:lnTo>
                    <a:pt x="5981331" y="2056452"/>
                  </a:lnTo>
                  <a:lnTo>
                    <a:pt x="5983043" y="2020235"/>
                  </a:lnTo>
                  <a:lnTo>
                    <a:pt x="5984754" y="1959480"/>
                  </a:lnTo>
                  <a:lnTo>
                    <a:pt x="5986465" y="2043859"/>
                  </a:lnTo>
                  <a:lnTo>
                    <a:pt x="5988177" y="2061003"/>
                  </a:lnTo>
                  <a:lnTo>
                    <a:pt x="5989888" y="2162874"/>
                  </a:lnTo>
                  <a:lnTo>
                    <a:pt x="5991600" y="2192482"/>
                  </a:lnTo>
                  <a:lnTo>
                    <a:pt x="5993311" y="2238594"/>
                  </a:lnTo>
                  <a:lnTo>
                    <a:pt x="5995022" y="2249840"/>
                  </a:lnTo>
                  <a:lnTo>
                    <a:pt x="5996734" y="2253663"/>
                  </a:lnTo>
                  <a:lnTo>
                    <a:pt x="5998445" y="2231516"/>
                  </a:lnTo>
                  <a:lnTo>
                    <a:pt x="6000157" y="2219822"/>
                  </a:lnTo>
                  <a:lnTo>
                    <a:pt x="6001868" y="2206094"/>
                  </a:lnTo>
                  <a:lnTo>
                    <a:pt x="6003579" y="2202140"/>
                  </a:lnTo>
                  <a:lnTo>
                    <a:pt x="6005291" y="2135975"/>
                  </a:lnTo>
                  <a:lnTo>
                    <a:pt x="6007002" y="2008460"/>
                  </a:lnTo>
                  <a:lnTo>
                    <a:pt x="6008713" y="1954573"/>
                  </a:lnTo>
                  <a:lnTo>
                    <a:pt x="6010425" y="1889382"/>
                  </a:lnTo>
                  <a:lnTo>
                    <a:pt x="6012136" y="1864604"/>
                  </a:lnTo>
                  <a:lnTo>
                    <a:pt x="6013848" y="1875937"/>
                  </a:lnTo>
                  <a:lnTo>
                    <a:pt x="6015559" y="1933481"/>
                  </a:lnTo>
                  <a:lnTo>
                    <a:pt x="6017270" y="1933022"/>
                  </a:lnTo>
                  <a:lnTo>
                    <a:pt x="6018982" y="1856580"/>
                  </a:lnTo>
                  <a:lnTo>
                    <a:pt x="6020693" y="1803969"/>
                  </a:lnTo>
                  <a:lnTo>
                    <a:pt x="6022405" y="1802360"/>
                  </a:lnTo>
                  <a:lnTo>
                    <a:pt x="6024116" y="1784698"/>
                  </a:lnTo>
                  <a:lnTo>
                    <a:pt x="6025827" y="1730338"/>
                  </a:lnTo>
                  <a:lnTo>
                    <a:pt x="6027539" y="1786656"/>
                  </a:lnTo>
                  <a:lnTo>
                    <a:pt x="6029250" y="1763560"/>
                  </a:lnTo>
                  <a:lnTo>
                    <a:pt x="6030962" y="1817549"/>
                  </a:lnTo>
                  <a:lnTo>
                    <a:pt x="6032673" y="1860557"/>
                  </a:lnTo>
                  <a:lnTo>
                    <a:pt x="6034384" y="1926289"/>
                  </a:lnTo>
                  <a:lnTo>
                    <a:pt x="6036096" y="1981771"/>
                  </a:lnTo>
                  <a:lnTo>
                    <a:pt x="6037807" y="1913101"/>
                  </a:lnTo>
                  <a:lnTo>
                    <a:pt x="6039519" y="1868416"/>
                  </a:lnTo>
                  <a:lnTo>
                    <a:pt x="6041230" y="1895422"/>
                  </a:lnTo>
                  <a:lnTo>
                    <a:pt x="6042941" y="1976148"/>
                  </a:lnTo>
                  <a:lnTo>
                    <a:pt x="6044653" y="1954733"/>
                  </a:lnTo>
                  <a:lnTo>
                    <a:pt x="6046364" y="1909015"/>
                  </a:lnTo>
                  <a:lnTo>
                    <a:pt x="6048076" y="1836161"/>
                  </a:lnTo>
                  <a:lnTo>
                    <a:pt x="6049787" y="1875794"/>
                  </a:lnTo>
                  <a:lnTo>
                    <a:pt x="6051498" y="1890586"/>
                  </a:lnTo>
                  <a:lnTo>
                    <a:pt x="6053210" y="1904953"/>
                  </a:lnTo>
                  <a:lnTo>
                    <a:pt x="6054921" y="1986501"/>
                  </a:lnTo>
                  <a:lnTo>
                    <a:pt x="6056633" y="1976072"/>
                  </a:lnTo>
                  <a:lnTo>
                    <a:pt x="6058344" y="1980352"/>
                  </a:lnTo>
                  <a:lnTo>
                    <a:pt x="6060055" y="2047369"/>
                  </a:lnTo>
                  <a:lnTo>
                    <a:pt x="6061767" y="2115299"/>
                  </a:lnTo>
                  <a:lnTo>
                    <a:pt x="6063478" y="2119033"/>
                  </a:lnTo>
                  <a:lnTo>
                    <a:pt x="6065190" y="2042681"/>
                  </a:lnTo>
                  <a:lnTo>
                    <a:pt x="6066901" y="2115314"/>
                  </a:lnTo>
                  <a:lnTo>
                    <a:pt x="6068612" y="2157480"/>
                  </a:lnTo>
                  <a:lnTo>
                    <a:pt x="6070324" y="2201227"/>
                  </a:lnTo>
                  <a:lnTo>
                    <a:pt x="6072035" y="2189516"/>
                  </a:lnTo>
                  <a:lnTo>
                    <a:pt x="6073747" y="2146290"/>
                  </a:lnTo>
                  <a:lnTo>
                    <a:pt x="6075458" y="2170365"/>
                  </a:lnTo>
                  <a:lnTo>
                    <a:pt x="6077169" y="2170813"/>
                  </a:lnTo>
                  <a:lnTo>
                    <a:pt x="6078881" y="2125253"/>
                  </a:lnTo>
                  <a:lnTo>
                    <a:pt x="6080592" y="2000165"/>
                  </a:lnTo>
                  <a:lnTo>
                    <a:pt x="6082304" y="2022729"/>
                  </a:lnTo>
                  <a:lnTo>
                    <a:pt x="6084015" y="2003783"/>
                  </a:lnTo>
                  <a:lnTo>
                    <a:pt x="6085726" y="2083416"/>
                  </a:lnTo>
                  <a:lnTo>
                    <a:pt x="6087438" y="2110659"/>
                  </a:lnTo>
                  <a:lnTo>
                    <a:pt x="6089149" y="2149300"/>
                  </a:lnTo>
                  <a:lnTo>
                    <a:pt x="6090861" y="2151480"/>
                  </a:lnTo>
                  <a:lnTo>
                    <a:pt x="6092572" y="2164470"/>
                  </a:lnTo>
                  <a:lnTo>
                    <a:pt x="6094283" y="2221955"/>
                  </a:lnTo>
                  <a:lnTo>
                    <a:pt x="6095995" y="2255936"/>
                  </a:lnTo>
                  <a:lnTo>
                    <a:pt x="6097706" y="2256724"/>
                  </a:lnTo>
                  <a:lnTo>
                    <a:pt x="6099418" y="2235963"/>
                  </a:lnTo>
                  <a:lnTo>
                    <a:pt x="6101129" y="2263547"/>
                  </a:lnTo>
                  <a:lnTo>
                    <a:pt x="6102840" y="2283597"/>
                  </a:lnTo>
                  <a:lnTo>
                    <a:pt x="6104552" y="2285323"/>
                  </a:lnTo>
                  <a:lnTo>
                    <a:pt x="6106263" y="2279596"/>
                  </a:lnTo>
                  <a:lnTo>
                    <a:pt x="6107975" y="2275462"/>
                  </a:lnTo>
                  <a:lnTo>
                    <a:pt x="6109686" y="2236961"/>
                  </a:lnTo>
                  <a:lnTo>
                    <a:pt x="6111397" y="2187362"/>
                  </a:lnTo>
                  <a:lnTo>
                    <a:pt x="6113109" y="2148226"/>
                  </a:lnTo>
                  <a:lnTo>
                    <a:pt x="6114820" y="2043587"/>
                  </a:lnTo>
                  <a:lnTo>
                    <a:pt x="6116531" y="2114415"/>
                  </a:lnTo>
                  <a:lnTo>
                    <a:pt x="6118243" y="2154966"/>
                  </a:lnTo>
                  <a:lnTo>
                    <a:pt x="6119954" y="2180142"/>
                  </a:lnTo>
                  <a:lnTo>
                    <a:pt x="6121666" y="2185540"/>
                  </a:lnTo>
                  <a:lnTo>
                    <a:pt x="6123377" y="2074373"/>
                  </a:lnTo>
                  <a:lnTo>
                    <a:pt x="6125088" y="1969257"/>
                  </a:lnTo>
                  <a:lnTo>
                    <a:pt x="6126800" y="1964088"/>
                  </a:lnTo>
                  <a:lnTo>
                    <a:pt x="6128511" y="1917025"/>
                  </a:lnTo>
                  <a:lnTo>
                    <a:pt x="6130223" y="2010445"/>
                  </a:lnTo>
                  <a:lnTo>
                    <a:pt x="6131934" y="1896137"/>
                  </a:lnTo>
                  <a:lnTo>
                    <a:pt x="6133645" y="1920730"/>
                  </a:lnTo>
                  <a:lnTo>
                    <a:pt x="6135357" y="2007223"/>
                  </a:lnTo>
                  <a:lnTo>
                    <a:pt x="6137068" y="2039900"/>
                  </a:lnTo>
                  <a:lnTo>
                    <a:pt x="6138780" y="2046481"/>
                  </a:lnTo>
                  <a:lnTo>
                    <a:pt x="6140491" y="2017752"/>
                  </a:lnTo>
                  <a:lnTo>
                    <a:pt x="6142202" y="2011864"/>
                  </a:lnTo>
                  <a:lnTo>
                    <a:pt x="6143914" y="2031177"/>
                  </a:lnTo>
                  <a:lnTo>
                    <a:pt x="6145625" y="1983251"/>
                  </a:lnTo>
                  <a:lnTo>
                    <a:pt x="6147337" y="1862629"/>
                  </a:lnTo>
                  <a:lnTo>
                    <a:pt x="6149048" y="1713118"/>
                  </a:lnTo>
                  <a:lnTo>
                    <a:pt x="6150759" y="1762708"/>
                  </a:lnTo>
                  <a:lnTo>
                    <a:pt x="6152471" y="1769084"/>
                  </a:lnTo>
                  <a:lnTo>
                    <a:pt x="6154182" y="1639264"/>
                  </a:lnTo>
                  <a:lnTo>
                    <a:pt x="6155894" y="1641605"/>
                  </a:lnTo>
                  <a:lnTo>
                    <a:pt x="6157605" y="1629492"/>
                  </a:lnTo>
                  <a:lnTo>
                    <a:pt x="6159316" y="1691919"/>
                  </a:lnTo>
                  <a:lnTo>
                    <a:pt x="6161028" y="1658848"/>
                  </a:lnTo>
                  <a:lnTo>
                    <a:pt x="6162739" y="1636147"/>
                  </a:lnTo>
                  <a:lnTo>
                    <a:pt x="6164451" y="1792008"/>
                  </a:lnTo>
                  <a:lnTo>
                    <a:pt x="6166162" y="1888414"/>
                  </a:lnTo>
                  <a:lnTo>
                    <a:pt x="6167873" y="1914681"/>
                  </a:lnTo>
                  <a:lnTo>
                    <a:pt x="6169585" y="1902933"/>
                  </a:lnTo>
                  <a:lnTo>
                    <a:pt x="6171296" y="1765351"/>
                  </a:lnTo>
                  <a:lnTo>
                    <a:pt x="6173008" y="1771971"/>
                  </a:lnTo>
                  <a:lnTo>
                    <a:pt x="6174719" y="1709432"/>
                  </a:lnTo>
                  <a:lnTo>
                    <a:pt x="6176430" y="1615907"/>
                  </a:lnTo>
                  <a:lnTo>
                    <a:pt x="6178142" y="1614891"/>
                  </a:lnTo>
                  <a:lnTo>
                    <a:pt x="6179853" y="1620693"/>
                  </a:lnTo>
                  <a:lnTo>
                    <a:pt x="6181565" y="1652336"/>
                  </a:lnTo>
                  <a:lnTo>
                    <a:pt x="6183276" y="1684580"/>
                  </a:lnTo>
                  <a:lnTo>
                    <a:pt x="6184987" y="1840975"/>
                  </a:lnTo>
                  <a:lnTo>
                    <a:pt x="6186699" y="1977595"/>
                  </a:lnTo>
                  <a:lnTo>
                    <a:pt x="6188410" y="2016297"/>
                  </a:lnTo>
                  <a:lnTo>
                    <a:pt x="6190122" y="2030877"/>
                  </a:lnTo>
                  <a:lnTo>
                    <a:pt x="6191833" y="2023567"/>
                  </a:lnTo>
                  <a:lnTo>
                    <a:pt x="6193544" y="2077887"/>
                  </a:lnTo>
                  <a:lnTo>
                    <a:pt x="6195256" y="2071561"/>
                  </a:lnTo>
                  <a:lnTo>
                    <a:pt x="6196967" y="1980671"/>
                  </a:lnTo>
                  <a:lnTo>
                    <a:pt x="6198679" y="1937869"/>
                  </a:lnTo>
                  <a:lnTo>
                    <a:pt x="6200390" y="1911655"/>
                  </a:lnTo>
                  <a:lnTo>
                    <a:pt x="6202101" y="1995690"/>
                  </a:lnTo>
                  <a:lnTo>
                    <a:pt x="6203813" y="1953207"/>
                  </a:lnTo>
                  <a:lnTo>
                    <a:pt x="6205524" y="1961712"/>
                  </a:lnTo>
                  <a:lnTo>
                    <a:pt x="6207236" y="2030909"/>
                  </a:lnTo>
                  <a:lnTo>
                    <a:pt x="6208947" y="2050286"/>
                  </a:lnTo>
                  <a:lnTo>
                    <a:pt x="6210658" y="2101372"/>
                  </a:lnTo>
                  <a:lnTo>
                    <a:pt x="6212370" y="2103364"/>
                  </a:lnTo>
                  <a:lnTo>
                    <a:pt x="6214081" y="2116663"/>
                  </a:lnTo>
                  <a:lnTo>
                    <a:pt x="6215793" y="2103923"/>
                  </a:lnTo>
                  <a:lnTo>
                    <a:pt x="6217504" y="2141987"/>
                  </a:lnTo>
                  <a:lnTo>
                    <a:pt x="6219215" y="2141755"/>
                  </a:lnTo>
                  <a:lnTo>
                    <a:pt x="6220927" y="2171644"/>
                  </a:lnTo>
                  <a:lnTo>
                    <a:pt x="6222638" y="2176184"/>
                  </a:lnTo>
                  <a:lnTo>
                    <a:pt x="6224349" y="2167810"/>
                  </a:lnTo>
                  <a:lnTo>
                    <a:pt x="6226061" y="2144409"/>
                  </a:lnTo>
                  <a:lnTo>
                    <a:pt x="6227772" y="2163412"/>
                  </a:lnTo>
                  <a:lnTo>
                    <a:pt x="6229484" y="2155427"/>
                  </a:lnTo>
                  <a:lnTo>
                    <a:pt x="6231195" y="2111171"/>
                  </a:lnTo>
                  <a:lnTo>
                    <a:pt x="6232906" y="2125738"/>
                  </a:lnTo>
                  <a:lnTo>
                    <a:pt x="6234618" y="2115817"/>
                  </a:lnTo>
                  <a:lnTo>
                    <a:pt x="6236329" y="2113649"/>
                  </a:lnTo>
                  <a:lnTo>
                    <a:pt x="6238041" y="2103561"/>
                  </a:lnTo>
                  <a:lnTo>
                    <a:pt x="6239752" y="2020671"/>
                  </a:lnTo>
                  <a:lnTo>
                    <a:pt x="6241463" y="1929708"/>
                  </a:lnTo>
                  <a:lnTo>
                    <a:pt x="6243175" y="1932912"/>
                  </a:lnTo>
                  <a:lnTo>
                    <a:pt x="6244886" y="1935545"/>
                  </a:lnTo>
                  <a:lnTo>
                    <a:pt x="6246598" y="1973822"/>
                  </a:lnTo>
                  <a:lnTo>
                    <a:pt x="6248309" y="2051825"/>
                  </a:lnTo>
                  <a:lnTo>
                    <a:pt x="6250020" y="2063887"/>
                  </a:lnTo>
                  <a:lnTo>
                    <a:pt x="6251732" y="2097011"/>
                  </a:lnTo>
                  <a:lnTo>
                    <a:pt x="6253443" y="2142959"/>
                  </a:lnTo>
                  <a:lnTo>
                    <a:pt x="6255155" y="2139637"/>
                  </a:lnTo>
                  <a:lnTo>
                    <a:pt x="6256866" y="2121071"/>
                  </a:lnTo>
                  <a:lnTo>
                    <a:pt x="6258577" y="2088571"/>
                  </a:lnTo>
                  <a:lnTo>
                    <a:pt x="6260289" y="2049087"/>
                  </a:lnTo>
                  <a:lnTo>
                    <a:pt x="6262000" y="2049155"/>
                  </a:lnTo>
                  <a:lnTo>
                    <a:pt x="6263712" y="1931872"/>
                  </a:lnTo>
                  <a:lnTo>
                    <a:pt x="6265423" y="1866720"/>
                  </a:lnTo>
                  <a:lnTo>
                    <a:pt x="6267134" y="1955447"/>
                  </a:lnTo>
                  <a:lnTo>
                    <a:pt x="6268846" y="1892378"/>
                  </a:lnTo>
                  <a:lnTo>
                    <a:pt x="6270557" y="1931569"/>
                  </a:lnTo>
                  <a:lnTo>
                    <a:pt x="6272269" y="1993724"/>
                  </a:lnTo>
                  <a:lnTo>
                    <a:pt x="6273980" y="1954244"/>
                  </a:lnTo>
                  <a:lnTo>
                    <a:pt x="6275691" y="2069797"/>
                  </a:lnTo>
                  <a:lnTo>
                    <a:pt x="6277403" y="1988573"/>
                  </a:lnTo>
                  <a:lnTo>
                    <a:pt x="6279114" y="2036074"/>
                  </a:lnTo>
                  <a:lnTo>
                    <a:pt x="6280826" y="2065756"/>
                  </a:lnTo>
                  <a:lnTo>
                    <a:pt x="6282537" y="2093346"/>
                  </a:lnTo>
                  <a:lnTo>
                    <a:pt x="6284248" y="2112424"/>
                  </a:lnTo>
                  <a:lnTo>
                    <a:pt x="6285960" y="2026377"/>
                  </a:lnTo>
                  <a:lnTo>
                    <a:pt x="6287671" y="2077314"/>
                  </a:lnTo>
                  <a:lnTo>
                    <a:pt x="6289383" y="1859579"/>
                  </a:lnTo>
                  <a:lnTo>
                    <a:pt x="6291094" y="1775086"/>
                  </a:lnTo>
                  <a:lnTo>
                    <a:pt x="6292805" y="1765368"/>
                  </a:lnTo>
                  <a:lnTo>
                    <a:pt x="6294517" y="1610348"/>
                  </a:lnTo>
                  <a:lnTo>
                    <a:pt x="6296228" y="1609481"/>
                  </a:lnTo>
                  <a:lnTo>
                    <a:pt x="6297940" y="1575536"/>
                  </a:lnTo>
                  <a:lnTo>
                    <a:pt x="6299651" y="1783734"/>
                  </a:lnTo>
                  <a:lnTo>
                    <a:pt x="6301362" y="1912190"/>
                  </a:lnTo>
                  <a:lnTo>
                    <a:pt x="6303074" y="1825354"/>
                  </a:lnTo>
                  <a:lnTo>
                    <a:pt x="6304785" y="1723577"/>
                  </a:lnTo>
                  <a:lnTo>
                    <a:pt x="6306497" y="1768256"/>
                  </a:lnTo>
                  <a:lnTo>
                    <a:pt x="6308208" y="1848313"/>
                  </a:lnTo>
                  <a:lnTo>
                    <a:pt x="6309919" y="1782833"/>
                  </a:lnTo>
                  <a:lnTo>
                    <a:pt x="6311631" y="1805012"/>
                  </a:lnTo>
                  <a:lnTo>
                    <a:pt x="6313342" y="1735079"/>
                  </a:lnTo>
                  <a:lnTo>
                    <a:pt x="6315054" y="1681124"/>
                  </a:lnTo>
                  <a:lnTo>
                    <a:pt x="6316765" y="1666673"/>
                  </a:lnTo>
                  <a:lnTo>
                    <a:pt x="6318476" y="1612630"/>
                  </a:lnTo>
                  <a:lnTo>
                    <a:pt x="6320188" y="1633359"/>
                  </a:lnTo>
                  <a:lnTo>
                    <a:pt x="6321899" y="1660566"/>
                  </a:lnTo>
                  <a:lnTo>
                    <a:pt x="6323611" y="1671669"/>
                  </a:lnTo>
                  <a:lnTo>
                    <a:pt x="6325322" y="1765273"/>
                  </a:lnTo>
                  <a:lnTo>
                    <a:pt x="6327033" y="1811015"/>
                  </a:lnTo>
                  <a:lnTo>
                    <a:pt x="6328745" y="1878302"/>
                  </a:lnTo>
                  <a:lnTo>
                    <a:pt x="6330456" y="1913827"/>
                  </a:lnTo>
                  <a:lnTo>
                    <a:pt x="6332167" y="1901134"/>
                  </a:lnTo>
                  <a:lnTo>
                    <a:pt x="6333879" y="1915717"/>
                  </a:lnTo>
                  <a:lnTo>
                    <a:pt x="6335590" y="1846938"/>
                  </a:lnTo>
                  <a:lnTo>
                    <a:pt x="6337302" y="1769796"/>
                  </a:lnTo>
                  <a:lnTo>
                    <a:pt x="6339013" y="1743046"/>
                  </a:lnTo>
                  <a:lnTo>
                    <a:pt x="6340724" y="1748375"/>
                  </a:lnTo>
                  <a:lnTo>
                    <a:pt x="6342436" y="1765586"/>
                  </a:lnTo>
                  <a:lnTo>
                    <a:pt x="6344147" y="1841980"/>
                  </a:lnTo>
                  <a:lnTo>
                    <a:pt x="6345859" y="1939353"/>
                  </a:lnTo>
                  <a:lnTo>
                    <a:pt x="6347570" y="1964904"/>
                  </a:lnTo>
                  <a:lnTo>
                    <a:pt x="6349281" y="2030653"/>
                  </a:lnTo>
                  <a:lnTo>
                    <a:pt x="6350993" y="1971404"/>
                  </a:lnTo>
                  <a:lnTo>
                    <a:pt x="6352704" y="1919005"/>
                  </a:lnTo>
                  <a:lnTo>
                    <a:pt x="6354416" y="1863647"/>
                  </a:lnTo>
                  <a:lnTo>
                    <a:pt x="6356127" y="1904911"/>
                  </a:lnTo>
                  <a:lnTo>
                    <a:pt x="6357838" y="2077542"/>
                  </a:lnTo>
                  <a:lnTo>
                    <a:pt x="6359550" y="2113561"/>
                  </a:lnTo>
                  <a:lnTo>
                    <a:pt x="6361261" y="2112848"/>
                  </a:lnTo>
                  <a:lnTo>
                    <a:pt x="6362973" y="2087676"/>
                  </a:lnTo>
                  <a:lnTo>
                    <a:pt x="6364684" y="2089490"/>
                  </a:lnTo>
                  <a:lnTo>
                    <a:pt x="6366395" y="2011354"/>
                  </a:lnTo>
                  <a:lnTo>
                    <a:pt x="6368107" y="1979042"/>
                  </a:lnTo>
                  <a:lnTo>
                    <a:pt x="6369818" y="1898952"/>
                  </a:lnTo>
                  <a:lnTo>
                    <a:pt x="6371530" y="1928500"/>
                  </a:lnTo>
                  <a:lnTo>
                    <a:pt x="6373241" y="2010512"/>
                  </a:lnTo>
                  <a:lnTo>
                    <a:pt x="6374952" y="1991951"/>
                  </a:lnTo>
                  <a:lnTo>
                    <a:pt x="6376664" y="1985430"/>
                  </a:lnTo>
                  <a:lnTo>
                    <a:pt x="6378375" y="2023310"/>
                  </a:lnTo>
                  <a:lnTo>
                    <a:pt x="6380087" y="2045848"/>
                  </a:lnTo>
                  <a:lnTo>
                    <a:pt x="6381798" y="2026184"/>
                  </a:lnTo>
                  <a:lnTo>
                    <a:pt x="6383509" y="1940072"/>
                  </a:lnTo>
                  <a:lnTo>
                    <a:pt x="6385221" y="1829845"/>
                  </a:lnTo>
                  <a:lnTo>
                    <a:pt x="6386932" y="1717104"/>
                  </a:lnTo>
                  <a:lnTo>
                    <a:pt x="6388644" y="1696923"/>
                  </a:lnTo>
                  <a:lnTo>
                    <a:pt x="6390355" y="1836327"/>
                  </a:lnTo>
                  <a:lnTo>
                    <a:pt x="6392066" y="1881975"/>
                  </a:lnTo>
                  <a:lnTo>
                    <a:pt x="6393778" y="1905550"/>
                  </a:lnTo>
                  <a:lnTo>
                    <a:pt x="6395489" y="1846858"/>
                  </a:lnTo>
                  <a:lnTo>
                    <a:pt x="6397201" y="1820158"/>
                  </a:lnTo>
                  <a:lnTo>
                    <a:pt x="6398912" y="1830511"/>
                  </a:lnTo>
                  <a:lnTo>
                    <a:pt x="6400623" y="1827466"/>
                  </a:lnTo>
                  <a:lnTo>
                    <a:pt x="6402335" y="1801335"/>
                  </a:lnTo>
                  <a:lnTo>
                    <a:pt x="6404046" y="1685427"/>
                  </a:lnTo>
                  <a:lnTo>
                    <a:pt x="6405758" y="1621945"/>
                  </a:lnTo>
                  <a:lnTo>
                    <a:pt x="6407469" y="1600801"/>
                  </a:lnTo>
                  <a:lnTo>
                    <a:pt x="6409180" y="1613313"/>
                  </a:lnTo>
                  <a:lnTo>
                    <a:pt x="6410892" y="1602307"/>
                  </a:lnTo>
                  <a:lnTo>
                    <a:pt x="6412603" y="1541407"/>
                  </a:lnTo>
                  <a:lnTo>
                    <a:pt x="6414315" y="1598643"/>
                  </a:lnTo>
                  <a:lnTo>
                    <a:pt x="6416026" y="1676946"/>
                  </a:lnTo>
                  <a:lnTo>
                    <a:pt x="6417737" y="1830613"/>
                  </a:lnTo>
                  <a:lnTo>
                    <a:pt x="6419449" y="1901862"/>
                  </a:lnTo>
                  <a:lnTo>
                    <a:pt x="6421160" y="1926252"/>
                  </a:lnTo>
                  <a:lnTo>
                    <a:pt x="6422872" y="1940189"/>
                  </a:lnTo>
                  <a:lnTo>
                    <a:pt x="6424583" y="1907767"/>
                  </a:lnTo>
                  <a:lnTo>
                    <a:pt x="6426294" y="1906404"/>
                  </a:lnTo>
                  <a:lnTo>
                    <a:pt x="6428006" y="1887376"/>
                  </a:lnTo>
                  <a:lnTo>
                    <a:pt x="6429717" y="1946133"/>
                  </a:lnTo>
                  <a:lnTo>
                    <a:pt x="6431428" y="1990584"/>
                  </a:lnTo>
                  <a:lnTo>
                    <a:pt x="6433140" y="1988173"/>
                  </a:lnTo>
                  <a:lnTo>
                    <a:pt x="6434851" y="2092058"/>
                  </a:lnTo>
                  <a:lnTo>
                    <a:pt x="6436563" y="1997847"/>
                  </a:lnTo>
                  <a:lnTo>
                    <a:pt x="6438274" y="1871393"/>
                  </a:lnTo>
                  <a:lnTo>
                    <a:pt x="6439985" y="1709762"/>
                  </a:lnTo>
                  <a:lnTo>
                    <a:pt x="6441697" y="1764522"/>
                  </a:lnTo>
                  <a:lnTo>
                    <a:pt x="6443408" y="1937621"/>
                  </a:lnTo>
                  <a:lnTo>
                    <a:pt x="6445120" y="1979230"/>
                  </a:lnTo>
                  <a:lnTo>
                    <a:pt x="6446831" y="2043089"/>
                  </a:lnTo>
                  <a:lnTo>
                    <a:pt x="6448542" y="2023476"/>
                  </a:lnTo>
                  <a:lnTo>
                    <a:pt x="6450254" y="2005931"/>
                  </a:lnTo>
                  <a:lnTo>
                    <a:pt x="6451965" y="1988938"/>
                  </a:lnTo>
                  <a:lnTo>
                    <a:pt x="6453677" y="1875749"/>
                  </a:lnTo>
                  <a:lnTo>
                    <a:pt x="6455388" y="1862294"/>
                  </a:lnTo>
                  <a:lnTo>
                    <a:pt x="6457099" y="1921313"/>
                  </a:lnTo>
                  <a:lnTo>
                    <a:pt x="6458811" y="1942913"/>
                  </a:lnTo>
                  <a:lnTo>
                    <a:pt x="6460522" y="1978930"/>
                  </a:lnTo>
                  <a:lnTo>
                    <a:pt x="6462234" y="1995565"/>
                  </a:lnTo>
                  <a:lnTo>
                    <a:pt x="6463945" y="2013278"/>
                  </a:lnTo>
                  <a:lnTo>
                    <a:pt x="6465656" y="2001390"/>
                  </a:lnTo>
                  <a:lnTo>
                    <a:pt x="6467368" y="1971755"/>
                  </a:lnTo>
                  <a:lnTo>
                    <a:pt x="6469079" y="2027610"/>
                  </a:lnTo>
                  <a:lnTo>
                    <a:pt x="6470791" y="1932765"/>
                  </a:lnTo>
                  <a:lnTo>
                    <a:pt x="6472502" y="1938612"/>
                  </a:lnTo>
                  <a:lnTo>
                    <a:pt x="6474213" y="1945073"/>
                  </a:lnTo>
                  <a:lnTo>
                    <a:pt x="6475925" y="1734672"/>
                  </a:lnTo>
                  <a:lnTo>
                    <a:pt x="6477636" y="1581956"/>
                  </a:lnTo>
                  <a:lnTo>
                    <a:pt x="6479348" y="1365706"/>
                  </a:lnTo>
                  <a:lnTo>
                    <a:pt x="6481059" y="1330877"/>
                  </a:lnTo>
                  <a:lnTo>
                    <a:pt x="6482770" y="1273065"/>
                  </a:lnTo>
                  <a:lnTo>
                    <a:pt x="6484482" y="1301595"/>
                  </a:lnTo>
                  <a:lnTo>
                    <a:pt x="6486193" y="1364697"/>
                  </a:lnTo>
                  <a:lnTo>
                    <a:pt x="6487905" y="1172852"/>
                  </a:lnTo>
                  <a:lnTo>
                    <a:pt x="6489616" y="1226762"/>
                  </a:lnTo>
                  <a:lnTo>
                    <a:pt x="6491327" y="1206784"/>
                  </a:lnTo>
                  <a:lnTo>
                    <a:pt x="6493039" y="1173611"/>
                  </a:lnTo>
                  <a:lnTo>
                    <a:pt x="6494750" y="1195747"/>
                  </a:lnTo>
                  <a:lnTo>
                    <a:pt x="6496462" y="1206724"/>
                  </a:lnTo>
                  <a:lnTo>
                    <a:pt x="6498173" y="1227912"/>
                  </a:lnTo>
                  <a:lnTo>
                    <a:pt x="6499884" y="1269308"/>
                  </a:lnTo>
                  <a:lnTo>
                    <a:pt x="6501596" y="1425324"/>
                  </a:lnTo>
                  <a:lnTo>
                    <a:pt x="6503307" y="1472761"/>
                  </a:lnTo>
                  <a:lnTo>
                    <a:pt x="6505019" y="1554037"/>
                  </a:lnTo>
                  <a:lnTo>
                    <a:pt x="6506730" y="1416453"/>
                  </a:lnTo>
                  <a:lnTo>
                    <a:pt x="6508441" y="1325260"/>
                  </a:lnTo>
                  <a:lnTo>
                    <a:pt x="6510153" y="1327703"/>
                  </a:lnTo>
                  <a:lnTo>
                    <a:pt x="6511864" y="1392762"/>
                  </a:lnTo>
                  <a:lnTo>
                    <a:pt x="6513576" y="1434338"/>
                  </a:lnTo>
                  <a:lnTo>
                    <a:pt x="6515287" y="1339220"/>
                  </a:lnTo>
                  <a:lnTo>
                    <a:pt x="6516998" y="1296520"/>
                  </a:lnTo>
                  <a:lnTo>
                    <a:pt x="6518710" y="1408078"/>
                  </a:lnTo>
                  <a:lnTo>
                    <a:pt x="6520421" y="1411623"/>
                  </a:lnTo>
                  <a:lnTo>
                    <a:pt x="6522133" y="1425304"/>
                  </a:lnTo>
                  <a:lnTo>
                    <a:pt x="6523844" y="1368554"/>
                  </a:lnTo>
                  <a:lnTo>
                    <a:pt x="6525555" y="1333577"/>
                  </a:lnTo>
                  <a:lnTo>
                    <a:pt x="6527267" y="1225437"/>
                  </a:lnTo>
                  <a:lnTo>
                    <a:pt x="6528978" y="1169473"/>
                  </a:lnTo>
                  <a:lnTo>
                    <a:pt x="6530690" y="1298666"/>
                  </a:lnTo>
                  <a:lnTo>
                    <a:pt x="6532401" y="1163335"/>
                  </a:lnTo>
                  <a:lnTo>
                    <a:pt x="6534112" y="872551"/>
                  </a:lnTo>
                  <a:lnTo>
                    <a:pt x="6535824" y="781253"/>
                  </a:lnTo>
                  <a:lnTo>
                    <a:pt x="6537535" y="678071"/>
                  </a:lnTo>
                  <a:lnTo>
                    <a:pt x="6539246" y="692058"/>
                  </a:lnTo>
                  <a:lnTo>
                    <a:pt x="6540958" y="643401"/>
                  </a:lnTo>
                  <a:lnTo>
                    <a:pt x="6542669" y="672485"/>
                  </a:lnTo>
                  <a:lnTo>
                    <a:pt x="6544381" y="676128"/>
                  </a:lnTo>
                  <a:lnTo>
                    <a:pt x="6546092" y="672785"/>
                  </a:lnTo>
                  <a:lnTo>
                    <a:pt x="6547803" y="594229"/>
                  </a:lnTo>
                  <a:lnTo>
                    <a:pt x="6549515" y="526057"/>
                  </a:lnTo>
                  <a:lnTo>
                    <a:pt x="6551226" y="482017"/>
                  </a:lnTo>
                  <a:lnTo>
                    <a:pt x="6552938" y="500839"/>
                  </a:lnTo>
                  <a:lnTo>
                    <a:pt x="6554649" y="371176"/>
                  </a:lnTo>
                  <a:lnTo>
                    <a:pt x="6556360" y="339185"/>
                  </a:lnTo>
                  <a:lnTo>
                    <a:pt x="6558072" y="448369"/>
                  </a:lnTo>
                  <a:lnTo>
                    <a:pt x="6559783" y="465026"/>
                  </a:lnTo>
                  <a:lnTo>
                    <a:pt x="6561495" y="424552"/>
                  </a:lnTo>
                  <a:lnTo>
                    <a:pt x="6563206" y="368335"/>
                  </a:lnTo>
                  <a:lnTo>
                    <a:pt x="6564917" y="230454"/>
                  </a:lnTo>
                  <a:lnTo>
                    <a:pt x="6566629" y="157184"/>
                  </a:lnTo>
                  <a:lnTo>
                    <a:pt x="6568340" y="225013"/>
                  </a:lnTo>
                  <a:lnTo>
                    <a:pt x="6570052" y="275738"/>
                  </a:lnTo>
                  <a:lnTo>
                    <a:pt x="6571763" y="163320"/>
                  </a:lnTo>
                  <a:lnTo>
                    <a:pt x="6573474" y="65540"/>
                  </a:lnTo>
                  <a:lnTo>
                    <a:pt x="6575186" y="23059"/>
                  </a:lnTo>
                  <a:lnTo>
                    <a:pt x="6576897" y="0"/>
                  </a:lnTo>
                  <a:lnTo>
                    <a:pt x="6578609" y="75818"/>
                  </a:lnTo>
                  <a:lnTo>
                    <a:pt x="6580320" y="34262"/>
                  </a:lnTo>
                  <a:lnTo>
                    <a:pt x="6582031" y="135246"/>
                  </a:lnTo>
                  <a:lnTo>
                    <a:pt x="6583743" y="140254"/>
                  </a:lnTo>
                  <a:lnTo>
                    <a:pt x="6585454" y="202416"/>
                  </a:lnTo>
                  <a:lnTo>
                    <a:pt x="6587166" y="485216"/>
                  </a:lnTo>
                  <a:lnTo>
                    <a:pt x="6588877" y="308479"/>
                  </a:lnTo>
                  <a:lnTo>
                    <a:pt x="6590588" y="347620"/>
                  </a:lnTo>
                  <a:lnTo>
                    <a:pt x="6592300" y="344920"/>
                  </a:lnTo>
                  <a:lnTo>
                    <a:pt x="6594011" y="387273"/>
                  </a:lnTo>
                  <a:lnTo>
                    <a:pt x="6595723" y="187246"/>
                  </a:lnTo>
                  <a:lnTo>
                    <a:pt x="6597434" y="270465"/>
                  </a:lnTo>
                  <a:lnTo>
                    <a:pt x="6599145" y="478213"/>
                  </a:lnTo>
                  <a:lnTo>
                    <a:pt x="6600857" y="450126"/>
                  </a:lnTo>
                  <a:lnTo>
                    <a:pt x="6602568" y="607083"/>
                  </a:lnTo>
                  <a:lnTo>
                    <a:pt x="6604280" y="563149"/>
                  </a:lnTo>
                  <a:lnTo>
                    <a:pt x="6605991" y="526711"/>
                  </a:lnTo>
                  <a:lnTo>
                    <a:pt x="6607702" y="614971"/>
                  </a:lnTo>
                  <a:lnTo>
                    <a:pt x="6609414" y="476054"/>
                  </a:lnTo>
                  <a:lnTo>
                    <a:pt x="6611125" y="530211"/>
                  </a:lnTo>
                  <a:lnTo>
                    <a:pt x="6612837" y="375580"/>
                  </a:lnTo>
                  <a:lnTo>
                    <a:pt x="6614548" y="76724"/>
                  </a:lnTo>
                  <a:lnTo>
                    <a:pt x="6616259" y="222730"/>
                  </a:lnTo>
                  <a:lnTo>
                    <a:pt x="6617971" y="307381"/>
                  </a:lnTo>
                  <a:lnTo>
                    <a:pt x="6619682" y="402949"/>
                  </a:lnTo>
                  <a:lnTo>
                    <a:pt x="6621394" y="288404"/>
                  </a:lnTo>
                  <a:lnTo>
                    <a:pt x="6623105" y="234203"/>
                  </a:lnTo>
                  <a:lnTo>
                    <a:pt x="6624816" y="282076"/>
                  </a:lnTo>
                  <a:lnTo>
                    <a:pt x="6626528" y="285480"/>
                  </a:lnTo>
                  <a:lnTo>
                    <a:pt x="6628239" y="339774"/>
                  </a:lnTo>
                  <a:lnTo>
                    <a:pt x="6629951" y="229600"/>
                  </a:lnTo>
                  <a:lnTo>
                    <a:pt x="6631662" y="380103"/>
                  </a:lnTo>
                  <a:lnTo>
                    <a:pt x="6633373" y="379448"/>
                  </a:lnTo>
                  <a:lnTo>
                    <a:pt x="6635085" y="407057"/>
                  </a:lnTo>
                  <a:lnTo>
                    <a:pt x="6636796" y="455999"/>
                  </a:lnTo>
                  <a:lnTo>
                    <a:pt x="6638508" y="457820"/>
                  </a:lnTo>
                  <a:lnTo>
                    <a:pt x="6640219" y="433951"/>
                  </a:lnTo>
                  <a:lnTo>
                    <a:pt x="6641930" y="452966"/>
                  </a:lnTo>
                  <a:lnTo>
                    <a:pt x="6643642" y="478259"/>
                  </a:lnTo>
                  <a:lnTo>
                    <a:pt x="6645353" y="524792"/>
                  </a:lnTo>
                  <a:lnTo>
                    <a:pt x="6647064" y="531148"/>
                  </a:lnTo>
                  <a:lnTo>
                    <a:pt x="6648776" y="637155"/>
                  </a:lnTo>
                  <a:lnTo>
                    <a:pt x="6650487" y="830291"/>
                  </a:lnTo>
                  <a:lnTo>
                    <a:pt x="6652199" y="933486"/>
                  </a:lnTo>
                  <a:lnTo>
                    <a:pt x="6653910" y="948722"/>
                  </a:lnTo>
                  <a:lnTo>
                    <a:pt x="6655621" y="1065217"/>
                  </a:lnTo>
                  <a:lnTo>
                    <a:pt x="6657333" y="1014887"/>
                  </a:lnTo>
                  <a:lnTo>
                    <a:pt x="6659044" y="1111642"/>
                  </a:lnTo>
                  <a:lnTo>
                    <a:pt x="6660756" y="1037902"/>
                  </a:lnTo>
                  <a:lnTo>
                    <a:pt x="6662467" y="1024657"/>
                  </a:lnTo>
                  <a:lnTo>
                    <a:pt x="6664178" y="1101097"/>
                  </a:lnTo>
                  <a:lnTo>
                    <a:pt x="6665890" y="1223407"/>
                  </a:lnTo>
                  <a:lnTo>
                    <a:pt x="6667601" y="1303650"/>
                  </a:lnTo>
                  <a:lnTo>
                    <a:pt x="6669313" y="1257964"/>
                  </a:lnTo>
                  <a:lnTo>
                    <a:pt x="6671024" y="1343986"/>
                  </a:lnTo>
                  <a:lnTo>
                    <a:pt x="6672735" y="1313053"/>
                  </a:lnTo>
                  <a:lnTo>
                    <a:pt x="6674447" y="1377219"/>
                  </a:lnTo>
                  <a:lnTo>
                    <a:pt x="6676158" y="1262273"/>
                  </a:lnTo>
                  <a:lnTo>
                    <a:pt x="6677870" y="1253055"/>
                  </a:lnTo>
                  <a:lnTo>
                    <a:pt x="6679581" y="1455800"/>
                  </a:lnTo>
                  <a:lnTo>
                    <a:pt x="6681292" y="1520941"/>
                  </a:lnTo>
                  <a:lnTo>
                    <a:pt x="6683004" y="1520364"/>
                  </a:lnTo>
                  <a:lnTo>
                    <a:pt x="6684715" y="1463189"/>
                  </a:lnTo>
                  <a:lnTo>
                    <a:pt x="6686427" y="1362868"/>
                  </a:lnTo>
                  <a:lnTo>
                    <a:pt x="6688138" y="1255720"/>
                  </a:lnTo>
                  <a:lnTo>
                    <a:pt x="6689849" y="1187923"/>
                  </a:lnTo>
                  <a:lnTo>
                    <a:pt x="6691561" y="1237328"/>
                  </a:lnTo>
                  <a:lnTo>
                    <a:pt x="6693272" y="1310776"/>
                  </a:lnTo>
                  <a:lnTo>
                    <a:pt x="6694984" y="1605180"/>
                  </a:lnTo>
                  <a:lnTo>
                    <a:pt x="6696695" y="1686029"/>
                  </a:lnTo>
                  <a:lnTo>
                    <a:pt x="6698406" y="1718155"/>
                  </a:lnTo>
                  <a:lnTo>
                    <a:pt x="6700118" y="1739723"/>
                  </a:lnTo>
                  <a:lnTo>
                    <a:pt x="6701829" y="1795599"/>
                  </a:lnTo>
                  <a:lnTo>
                    <a:pt x="6703541" y="1785595"/>
                  </a:lnTo>
                  <a:lnTo>
                    <a:pt x="6705252" y="1737315"/>
                  </a:lnTo>
                  <a:lnTo>
                    <a:pt x="6706963" y="1829289"/>
                  </a:lnTo>
                  <a:lnTo>
                    <a:pt x="6708675" y="1804617"/>
                  </a:lnTo>
                  <a:lnTo>
                    <a:pt x="6710386" y="1830840"/>
                  </a:lnTo>
                  <a:lnTo>
                    <a:pt x="6712098" y="1807236"/>
                  </a:lnTo>
                  <a:lnTo>
                    <a:pt x="6713809" y="1859780"/>
                  </a:lnTo>
                  <a:lnTo>
                    <a:pt x="6715520" y="1941294"/>
                  </a:lnTo>
                  <a:lnTo>
                    <a:pt x="6717232" y="1950188"/>
                  </a:lnTo>
                  <a:lnTo>
                    <a:pt x="6718943" y="1967538"/>
                  </a:lnTo>
                  <a:lnTo>
                    <a:pt x="6720655" y="1986053"/>
                  </a:lnTo>
                  <a:lnTo>
                    <a:pt x="6722366" y="1916670"/>
                  </a:lnTo>
                  <a:lnTo>
                    <a:pt x="6724077" y="1918141"/>
                  </a:lnTo>
                  <a:lnTo>
                    <a:pt x="6725789" y="1730902"/>
                  </a:lnTo>
                  <a:lnTo>
                    <a:pt x="6727500" y="1658902"/>
                  </a:lnTo>
                  <a:lnTo>
                    <a:pt x="6729212" y="1682751"/>
                  </a:lnTo>
                  <a:lnTo>
                    <a:pt x="6730923" y="1641704"/>
                  </a:lnTo>
                  <a:lnTo>
                    <a:pt x="6732634" y="1584069"/>
                  </a:lnTo>
                  <a:lnTo>
                    <a:pt x="6734346" y="1538777"/>
                  </a:lnTo>
                  <a:lnTo>
                    <a:pt x="6736057" y="1405914"/>
                  </a:lnTo>
                  <a:lnTo>
                    <a:pt x="6737769" y="1435264"/>
                  </a:lnTo>
                  <a:lnTo>
                    <a:pt x="6739480" y="1565663"/>
                  </a:lnTo>
                  <a:lnTo>
                    <a:pt x="6741191" y="1542208"/>
                  </a:lnTo>
                  <a:lnTo>
                    <a:pt x="6742903" y="1588770"/>
                  </a:lnTo>
                  <a:lnTo>
                    <a:pt x="6744614" y="1531018"/>
                  </a:lnTo>
                  <a:lnTo>
                    <a:pt x="6746325" y="1623556"/>
                  </a:lnTo>
                  <a:lnTo>
                    <a:pt x="6748037" y="1709414"/>
                  </a:lnTo>
                  <a:lnTo>
                    <a:pt x="6749748" y="1753322"/>
                  </a:lnTo>
                  <a:lnTo>
                    <a:pt x="6751460" y="1780628"/>
                  </a:lnTo>
                  <a:lnTo>
                    <a:pt x="6753171" y="1816958"/>
                  </a:lnTo>
                  <a:lnTo>
                    <a:pt x="6754882" y="1820144"/>
                  </a:lnTo>
                  <a:lnTo>
                    <a:pt x="6756594" y="1796933"/>
                  </a:lnTo>
                  <a:lnTo>
                    <a:pt x="6758305" y="1719319"/>
                  </a:lnTo>
                  <a:lnTo>
                    <a:pt x="6760017" y="1690667"/>
                  </a:lnTo>
                  <a:lnTo>
                    <a:pt x="6761728" y="1693375"/>
                  </a:lnTo>
                  <a:lnTo>
                    <a:pt x="6763439" y="1783585"/>
                  </a:lnTo>
                  <a:lnTo>
                    <a:pt x="6765151" y="1818116"/>
                  </a:lnTo>
                  <a:lnTo>
                    <a:pt x="6766862" y="1765383"/>
                  </a:lnTo>
                  <a:lnTo>
                    <a:pt x="6768574" y="1838062"/>
                  </a:lnTo>
                  <a:lnTo>
                    <a:pt x="6770285" y="1899789"/>
                  </a:lnTo>
                  <a:lnTo>
                    <a:pt x="6771996" y="1907976"/>
                  </a:lnTo>
                  <a:lnTo>
                    <a:pt x="6773708" y="1941064"/>
                  </a:lnTo>
                  <a:lnTo>
                    <a:pt x="6775419" y="1833778"/>
                  </a:lnTo>
                  <a:lnTo>
                    <a:pt x="6777131" y="1751721"/>
                  </a:lnTo>
                  <a:lnTo>
                    <a:pt x="6778842" y="1846359"/>
                  </a:lnTo>
                  <a:lnTo>
                    <a:pt x="6780553" y="1852813"/>
                  </a:lnTo>
                  <a:lnTo>
                    <a:pt x="6782265" y="1872836"/>
                  </a:lnTo>
                  <a:lnTo>
                    <a:pt x="6783976" y="1886558"/>
                  </a:lnTo>
                  <a:lnTo>
                    <a:pt x="6785688" y="1756450"/>
                  </a:lnTo>
                  <a:lnTo>
                    <a:pt x="6787399" y="1720100"/>
                  </a:lnTo>
                  <a:lnTo>
                    <a:pt x="6789110" y="1757421"/>
                  </a:lnTo>
                  <a:lnTo>
                    <a:pt x="6790822" y="1850134"/>
                  </a:lnTo>
                  <a:lnTo>
                    <a:pt x="6792533" y="1866070"/>
                  </a:lnTo>
                  <a:lnTo>
                    <a:pt x="6794245" y="1941088"/>
                  </a:lnTo>
                  <a:lnTo>
                    <a:pt x="6795956" y="1846975"/>
                  </a:lnTo>
                  <a:lnTo>
                    <a:pt x="6797667" y="1883952"/>
                  </a:lnTo>
                  <a:lnTo>
                    <a:pt x="6799379" y="1977120"/>
                  </a:lnTo>
                  <a:lnTo>
                    <a:pt x="6801090" y="2071783"/>
                  </a:lnTo>
                  <a:lnTo>
                    <a:pt x="6802802" y="2090003"/>
                  </a:lnTo>
                  <a:lnTo>
                    <a:pt x="6804513" y="2101613"/>
                  </a:lnTo>
                  <a:lnTo>
                    <a:pt x="6806224" y="2136342"/>
                  </a:lnTo>
                  <a:lnTo>
                    <a:pt x="6807936" y="1977563"/>
                  </a:lnTo>
                  <a:lnTo>
                    <a:pt x="6809647" y="1979531"/>
                  </a:lnTo>
                  <a:lnTo>
                    <a:pt x="6811359" y="1844805"/>
                  </a:lnTo>
                  <a:lnTo>
                    <a:pt x="6813070" y="1798030"/>
                  </a:lnTo>
                  <a:lnTo>
                    <a:pt x="6814781" y="1812806"/>
                  </a:lnTo>
                  <a:lnTo>
                    <a:pt x="6816493" y="1698723"/>
                  </a:lnTo>
                  <a:lnTo>
                    <a:pt x="6818204" y="1690260"/>
                  </a:lnTo>
                  <a:lnTo>
                    <a:pt x="6819916" y="1658217"/>
                  </a:lnTo>
                  <a:lnTo>
                    <a:pt x="6821627" y="1668375"/>
                  </a:lnTo>
                  <a:lnTo>
                    <a:pt x="6823338" y="1734714"/>
                  </a:lnTo>
                  <a:lnTo>
                    <a:pt x="6825050" y="1859610"/>
                  </a:lnTo>
                  <a:lnTo>
                    <a:pt x="6826761" y="1935195"/>
                  </a:lnTo>
                  <a:lnTo>
                    <a:pt x="6828473" y="1867618"/>
                  </a:lnTo>
                  <a:lnTo>
                    <a:pt x="6830184" y="1850747"/>
                  </a:lnTo>
                  <a:lnTo>
                    <a:pt x="6831895" y="1946954"/>
                  </a:lnTo>
                  <a:lnTo>
                    <a:pt x="6833607" y="1919817"/>
                  </a:lnTo>
                  <a:lnTo>
                    <a:pt x="6835318" y="2018325"/>
                  </a:lnTo>
                  <a:lnTo>
                    <a:pt x="6837030" y="2046647"/>
                  </a:lnTo>
                  <a:lnTo>
                    <a:pt x="6838741" y="2032180"/>
                  </a:lnTo>
                  <a:lnTo>
                    <a:pt x="6840452" y="2111228"/>
                  </a:lnTo>
                  <a:lnTo>
                    <a:pt x="6842164" y="2120380"/>
                  </a:lnTo>
                  <a:lnTo>
                    <a:pt x="6843875" y="2180316"/>
                  </a:lnTo>
                  <a:lnTo>
                    <a:pt x="6845587" y="2224720"/>
                  </a:lnTo>
                  <a:lnTo>
                    <a:pt x="6847298" y="2222028"/>
                  </a:lnTo>
                  <a:lnTo>
                    <a:pt x="6849009" y="2265236"/>
                  </a:lnTo>
                  <a:lnTo>
                    <a:pt x="6850721" y="2249393"/>
                  </a:lnTo>
                  <a:lnTo>
                    <a:pt x="6852432" y="2271523"/>
                  </a:lnTo>
                  <a:lnTo>
                    <a:pt x="6854143" y="2235678"/>
                  </a:lnTo>
                  <a:lnTo>
                    <a:pt x="6855855" y="2216436"/>
                  </a:lnTo>
                  <a:lnTo>
                    <a:pt x="6857566" y="2254278"/>
                  </a:lnTo>
                  <a:lnTo>
                    <a:pt x="6859278" y="2288651"/>
                  </a:lnTo>
                  <a:lnTo>
                    <a:pt x="6860989" y="2224876"/>
                  </a:lnTo>
                  <a:lnTo>
                    <a:pt x="6862700" y="2195491"/>
                  </a:lnTo>
                  <a:lnTo>
                    <a:pt x="6864412" y="2238428"/>
                  </a:lnTo>
                  <a:lnTo>
                    <a:pt x="6866123" y="2246254"/>
                  </a:lnTo>
                  <a:lnTo>
                    <a:pt x="6867835" y="2255245"/>
                  </a:lnTo>
                  <a:lnTo>
                    <a:pt x="6869546" y="2243632"/>
                  </a:lnTo>
                  <a:lnTo>
                    <a:pt x="6871257" y="2190450"/>
                  </a:lnTo>
                  <a:lnTo>
                    <a:pt x="6872969" y="2226677"/>
                  </a:lnTo>
                  <a:lnTo>
                    <a:pt x="6874680" y="2194231"/>
                  </a:lnTo>
                  <a:lnTo>
                    <a:pt x="6876392" y="2048387"/>
                  </a:lnTo>
                  <a:lnTo>
                    <a:pt x="6878103" y="2088525"/>
                  </a:lnTo>
                  <a:lnTo>
                    <a:pt x="6879814" y="2042322"/>
                  </a:lnTo>
                  <a:lnTo>
                    <a:pt x="6881526" y="2173073"/>
                  </a:lnTo>
                  <a:lnTo>
                    <a:pt x="6883237" y="2085154"/>
                  </a:lnTo>
                  <a:lnTo>
                    <a:pt x="6884949" y="1963291"/>
                  </a:lnTo>
                  <a:lnTo>
                    <a:pt x="6886660" y="2021793"/>
                  </a:lnTo>
                  <a:lnTo>
                    <a:pt x="6888371" y="1892653"/>
                  </a:lnTo>
                  <a:lnTo>
                    <a:pt x="6890083" y="2017348"/>
                  </a:lnTo>
                  <a:lnTo>
                    <a:pt x="6891794" y="2090801"/>
                  </a:lnTo>
                  <a:lnTo>
                    <a:pt x="6893506" y="2091405"/>
                  </a:lnTo>
                  <a:lnTo>
                    <a:pt x="6895217" y="2043434"/>
                  </a:lnTo>
                  <a:lnTo>
                    <a:pt x="6896928" y="1910494"/>
                  </a:lnTo>
                  <a:lnTo>
                    <a:pt x="6898640" y="2030304"/>
                  </a:lnTo>
                  <a:lnTo>
                    <a:pt x="6900351" y="2086393"/>
                  </a:lnTo>
                  <a:lnTo>
                    <a:pt x="6902063" y="2188898"/>
                  </a:lnTo>
                  <a:lnTo>
                    <a:pt x="6903774" y="2222542"/>
                  </a:lnTo>
                  <a:lnTo>
                    <a:pt x="6905485" y="2172053"/>
                  </a:lnTo>
                  <a:lnTo>
                    <a:pt x="6907197" y="2247033"/>
                  </a:lnTo>
                  <a:lnTo>
                    <a:pt x="6908908" y="2118868"/>
                  </a:lnTo>
                  <a:lnTo>
                    <a:pt x="6910620" y="2112640"/>
                  </a:lnTo>
                  <a:lnTo>
                    <a:pt x="6912331" y="2103106"/>
                  </a:lnTo>
                  <a:lnTo>
                    <a:pt x="6914042" y="2005425"/>
                  </a:lnTo>
                  <a:lnTo>
                    <a:pt x="6915754" y="2011505"/>
                  </a:lnTo>
                  <a:lnTo>
                    <a:pt x="6917465" y="2025881"/>
                  </a:lnTo>
                  <a:lnTo>
                    <a:pt x="6919177" y="2064101"/>
                  </a:lnTo>
                  <a:lnTo>
                    <a:pt x="6920888" y="2071981"/>
                  </a:lnTo>
                  <a:lnTo>
                    <a:pt x="6922599" y="2054042"/>
                  </a:lnTo>
                  <a:lnTo>
                    <a:pt x="6924311" y="2091028"/>
                  </a:lnTo>
                  <a:lnTo>
                    <a:pt x="6926022" y="2106772"/>
                  </a:lnTo>
                  <a:lnTo>
                    <a:pt x="6927734" y="2096426"/>
                  </a:lnTo>
                  <a:lnTo>
                    <a:pt x="6929445" y="2047415"/>
                  </a:lnTo>
                  <a:lnTo>
                    <a:pt x="6931156" y="2085911"/>
                  </a:lnTo>
                  <a:lnTo>
                    <a:pt x="6932868" y="2067730"/>
                  </a:lnTo>
                  <a:lnTo>
                    <a:pt x="6934579" y="2081595"/>
                  </a:lnTo>
                  <a:lnTo>
                    <a:pt x="6936291" y="2088159"/>
                  </a:lnTo>
                  <a:lnTo>
                    <a:pt x="6938002" y="2099647"/>
                  </a:lnTo>
                  <a:lnTo>
                    <a:pt x="6939713" y="2144841"/>
                  </a:lnTo>
                  <a:lnTo>
                    <a:pt x="6941425" y="2090236"/>
                  </a:lnTo>
                  <a:lnTo>
                    <a:pt x="6943136" y="2129087"/>
                  </a:lnTo>
                  <a:lnTo>
                    <a:pt x="6944848" y="2063661"/>
                  </a:lnTo>
                  <a:lnTo>
                    <a:pt x="6946559" y="2104371"/>
                  </a:lnTo>
                  <a:lnTo>
                    <a:pt x="6948270" y="2202820"/>
                  </a:lnTo>
                  <a:lnTo>
                    <a:pt x="6949982" y="2196560"/>
                  </a:lnTo>
                  <a:lnTo>
                    <a:pt x="6951693" y="2208662"/>
                  </a:lnTo>
                  <a:lnTo>
                    <a:pt x="6953405" y="2209916"/>
                  </a:lnTo>
                  <a:lnTo>
                    <a:pt x="6955116" y="2226667"/>
                  </a:lnTo>
                  <a:lnTo>
                    <a:pt x="6956827" y="2240976"/>
                  </a:lnTo>
                  <a:lnTo>
                    <a:pt x="6958539" y="2239420"/>
                  </a:lnTo>
                  <a:lnTo>
                    <a:pt x="6960250" y="2196656"/>
                  </a:lnTo>
                  <a:lnTo>
                    <a:pt x="6961961" y="2232199"/>
                  </a:lnTo>
                  <a:lnTo>
                    <a:pt x="6963673" y="2258438"/>
                  </a:lnTo>
                  <a:lnTo>
                    <a:pt x="6965384" y="2246196"/>
                  </a:lnTo>
                  <a:lnTo>
                    <a:pt x="6967096" y="2243440"/>
                  </a:lnTo>
                  <a:lnTo>
                    <a:pt x="6968807" y="2190169"/>
                  </a:lnTo>
                  <a:lnTo>
                    <a:pt x="6970518" y="2142195"/>
                  </a:lnTo>
                  <a:lnTo>
                    <a:pt x="6972230" y="2076884"/>
                  </a:lnTo>
                  <a:lnTo>
                    <a:pt x="6973941" y="2108342"/>
                  </a:lnTo>
                  <a:lnTo>
                    <a:pt x="6975653" y="2161549"/>
                  </a:lnTo>
                  <a:lnTo>
                    <a:pt x="6977364" y="2172263"/>
                  </a:lnTo>
                  <a:lnTo>
                    <a:pt x="6979075" y="1995133"/>
                  </a:lnTo>
                  <a:lnTo>
                    <a:pt x="6980787" y="1890477"/>
                  </a:lnTo>
                  <a:lnTo>
                    <a:pt x="6982498" y="1867962"/>
                  </a:lnTo>
                  <a:lnTo>
                    <a:pt x="6984210" y="1825488"/>
                  </a:lnTo>
                  <a:lnTo>
                    <a:pt x="6985921" y="1878359"/>
                  </a:lnTo>
                  <a:lnTo>
                    <a:pt x="6987632" y="1738150"/>
                  </a:lnTo>
                  <a:lnTo>
                    <a:pt x="6989344" y="1786502"/>
                  </a:lnTo>
                  <a:lnTo>
                    <a:pt x="6991055" y="1932381"/>
                  </a:lnTo>
                  <a:lnTo>
                    <a:pt x="6992767" y="1986954"/>
                  </a:lnTo>
                  <a:lnTo>
                    <a:pt x="6994478" y="1962972"/>
                  </a:lnTo>
                  <a:lnTo>
                    <a:pt x="6996189" y="1974764"/>
                  </a:lnTo>
                  <a:lnTo>
                    <a:pt x="6997901" y="1993323"/>
                  </a:lnTo>
                  <a:lnTo>
                    <a:pt x="6999612" y="1979324"/>
                  </a:lnTo>
                  <a:lnTo>
                    <a:pt x="7001324" y="1939287"/>
                  </a:lnTo>
                  <a:lnTo>
                    <a:pt x="7003035" y="1857414"/>
                  </a:lnTo>
                  <a:lnTo>
                    <a:pt x="7004746" y="1789507"/>
                  </a:lnTo>
                  <a:lnTo>
                    <a:pt x="7006458" y="1879766"/>
                  </a:lnTo>
                  <a:lnTo>
                    <a:pt x="7008169" y="2007016"/>
                  </a:lnTo>
                  <a:lnTo>
                    <a:pt x="7009881" y="2046435"/>
                  </a:lnTo>
                  <a:lnTo>
                    <a:pt x="7011592" y="2065411"/>
                  </a:lnTo>
                  <a:lnTo>
                    <a:pt x="7013303" y="1958021"/>
                  </a:lnTo>
                  <a:lnTo>
                    <a:pt x="7015015" y="1917828"/>
                  </a:lnTo>
                  <a:lnTo>
                    <a:pt x="7016726" y="1958308"/>
                  </a:lnTo>
                  <a:lnTo>
                    <a:pt x="7018438" y="1911812"/>
                  </a:lnTo>
                  <a:lnTo>
                    <a:pt x="7020149" y="1887552"/>
                  </a:lnTo>
                  <a:lnTo>
                    <a:pt x="7021860" y="1937626"/>
                  </a:lnTo>
                  <a:lnTo>
                    <a:pt x="7023572" y="1950332"/>
                  </a:lnTo>
                  <a:lnTo>
                    <a:pt x="7025283" y="1985907"/>
                  </a:lnTo>
                  <a:lnTo>
                    <a:pt x="7026995" y="2070896"/>
                  </a:lnTo>
                  <a:lnTo>
                    <a:pt x="7028706" y="2013604"/>
                  </a:lnTo>
                  <a:lnTo>
                    <a:pt x="7030417" y="2061336"/>
                  </a:lnTo>
                  <a:lnTo>
                    <a:pt x="7032129" y="2064934"/>
                  </a:lnTo>
                  <a:lnTo>
                    <a:pt x="7033840" y="2099669"/>
                  </a:lnTo>
                  <a:lnTo>
                    <a:pt x="7035552" y="2136648"/>
                  </a:lnTo>
                  <a:lnTo>
                    <a:pt x="7037263" y="2084757"/>
                  </a:lnTo>
                  <a:lnTo>
                    <a:pt x="7038974" y="2104005"/>
                  </a:lnTo>
                  <a:lnTo>
                    <a:pt x="7040686" y="2089823"/>
                  </a:lnTo>
                  <a:lnTo>
                    <a:pt x="7042397" y="2014773"/>
                  </a:lnTo>
                  <a:lnTo>
                    <a:pt x="7044109" y="2035718"/>
                  </a:lnTo>
                  <a:lnTo>
                    <a:pt x="7045820" y="2106737"/>
                  </a:lnTo>
                  <a:lnTo>
                    <a:pt x="7047531" y="2144323"/>
                  </a:lnTo>
                  <a:lnTo>
                    <a:pt x="7049243" y="2169012"/>
                  </a:lnTo>
                  <a:lnTo>
                    <a:pt x="7050954" y="2164101"/>
                  </a:lnTo>
                  <a:lnTo>
                    <a:pt x="7052666" y="2164788"/>
                  </a:lnTo>
                  <a:lnTo>
                    <a:pt x="7054377" y="2154019"/>
                  </a:lnTo>
                  <a:lnTo>
                    <a:pt x="7056088" y="2130494"/>
                  </a:lnTo>
                  <a:lnTo>
                    <a:pt x="7057800" y="2105106"/>
                  </a:lnTo>
                  <a:lnTo>
                    <a:pt x="7059511" y="2034322"/>
                  </a:lnTo>
                  <a:lnTo>
                    <a:pt x="7061223" y="2012734"/>
                  </a:lnTo>
                  <a:lnTo>
                    <a:pt x="7062934" y="1990758"/>
                  </a:lnTo>
                  <a:lnTo>
                    <a:pt x="7064645" y="2071874"/>
                  </a:lnTo>
                  <a:lnTo>
                    <a:pt x="7066357" y="2130055"/>
                  </a:lnTo>
                  <a:lnTo>
                    <a:pt x="7068068" y="2102512"/>
                  </a:lnTo>
                  <a:lnTo>
                    <a:pt x="7069779" y="2145073"/>
                  </a:lnTo>
                  <a:lnTo>
                    <a:pt x="7071491" y="2103196"/>
                  </a:lnTo>
                  <a:lnTo>
                    <a:pt x="7073202" y="2084619"/>
                  </a:lnTo>
                  <a:lnTo>
                    <a:pt x="7074914" y="2059397"/>
                  </a:lnTo>
                  <a:lnTo>
                    <a:pt x="7076625" y="1984943"/>
                  </a:lnTo>
                  <a:lnTo>
                    <a:pt x="7078336" y="1906566"/>
                  </a:lnTo>
                  <a:lnTo>
                    <a:pt x="7080048" y="1821851"/>
                  </a:lnTo>
                  <a:lnTo>
                    <a:pt x="7081759" y="1857120"/>
                  </a:lnTo>
                  <a:lnTo>
                    <a:pt x="7083471" y="1816026"/>
                  </a:lnTo>
                  <a:lnTo>
                    <a:pt x="7085182" y="1865198"/>
                  </a:lnTo>
                  <a:lnTo>
                    <a:pt x="7086893" y="1782706"/>
                  </a:lnTo>
                  <a:lnTo>
                    <a:pt x="7088605" y="1765638"/>
                  </a:lnTo>
                  <a:lnTo>
                    <a:pt x="7090316" y="1770720"/>
                  </a:lnTo>
                  <a:lnTo>
                    <a:pt x="7092028" y="1727678"/>
                  </a:lnTo>
                  <a:lnTo>
                    <a:pt x="7093739" y="1780042"/>
                  </a:lnTo>
                  <a:lnTo>
                    <a:pt x="7095450" y="1834876"/>
                  </a:lnTo>
                  <a:lnTo>
                    <a:pt x="7097162" y="1817361"/>
                  </a:lnTo>
                  <a:lnTo>
                    <a:pt x="7098873" y="1807143"/>
                  </a:lnTo>
                  <a:lnTo>
                    <a:pt x="7100585" y="1703729"/>
                  </a:lnTo>
                  <a:lnTo>
                    <a:pt x="7102296" y="1698396"/>
                  </a:lnTo>
                  <a:lnTo>
                    <a:pt x="7104007" y="1717731"/>
                  </a:lnTo>
                  <a:lnTo>
                    <a:pt x="7105719" y="1656264"/>
                  </a:lnTo>
                  <a:lnTo>
                    <a:pt x="7107430" y="1679286"/>
                  </a:lnTo>
                  <a:lnTo>
                    <a:pt x="7109142" y="1602020"/>
                  </a:lnTo>
                  <a:lnTo>
                    <a:pt x="7110853" y="1603599"/>
                  </a:lnTo>
                  <a:lnTo>
                    <a:pt x="7112564" y="1631790"/>
                  </a:lnTo>
                  <a:lnTo>
                    <a:pt x="7114276" y="1590088"/>
                  </a:lnTo>
                  <a:lnTo>
                    <a:pt x="7115987" y="1684859"/>
                  </a:lnTo>
                  <a:lnTo>
                    <a:pt x="7117699" y="1684187"/>
                  </a:lnTo>
                  <a:lnTo>
                    <a:pt x="7119410" y="1740292"/>
                  </a:lnTo>
                  <a:lnTo>
                    <a:pt x="7121121" y="1799279"/>
                  </a:lnTo>
                  <a:lnTo>
                    <a:pt x="7122833" y="1994794"/>
                  </a:lnTo>
                  <a:lnTo>
                    <a:pt x="7124544" y="2004428"/>
                  </a:lnTo>
                  <a:lnTo>
                    <a:pt x="7126256" y="2102731"/>
                  </a:lnTo>
                  <a:lnTo>
                    <a:pt x="7127967" y="2126882"/>
                  </a:lnTo>
                  <a:lnTo>
                    <a:pt x="7129678" y="2153835"/>
                  </a:lnTo>
                  <a:lnTo>
                    <a:pt x="7131390" y="2207981"/>
                  </a:lnTo>
                  <a:lnTo>
                    <a:pt x="7133101" y="2152261"/>
                  </a:lnTo>
                  <a:lnTo>
                    <a:pt x="7134813" y="2086772"/>
                  </a:lnTo>
                  <a:lnTo>
                    <a:pt x="7136524" y="2040373"/>
                  </a:lnTo>
                  <a:lnTo>
                    <a:pt x="7138235" y="1987918"/>
                  </a:lnTo>
                  <a:lnTo>
                    <a:pt x="7139947" y="1971206"/>
                  </a:lnTo>
                  <a:lnTo>
                    <a:pt x="7141658" y="2003332"/>
                  </a:lnTo>
                  <a:lnTo>
                    <a:pt x="7143370" y="1993266"/>
                  </a:lnTo>
                  <a:lnTo>
                    <a:pt x="7145081" y="2017927"/>
                  </a:lnTo>
                  <a:lnTo>
                    <a:pt x="7146792" y="2057241"/>
                  </a:lnTo>
                  <a:lnTo>
                    <a:pt x="7148504" y="2061411"/>
                  </a:lnTo>
                  <a:lnTo>
                    <a:pt x="7150215" y="2065948"/>
                  </a:lnTo>
                  <a:lnTo>
                    <a:pt x="7151927" y="2066839"/>
                  </a:lnTo>
                  <a:lnTo>
                    <a:pt x="7153638" y="2008865"/>
                  </a:lnTo>
                  <a:lnTo>
                    <a:pt x="7155349" y="2005901"/>
                  </a:lnTo>
                  <a:lnTo>
                    <a:pt x="7157061" y="1913696"/>
                  </a:lnTo>
                  <a:lnTo>
                    <a:pt x="7158772" y="1857425"/>
                  </a:lnTo>
                  <a:lnTo>
                    <a:pt x="7160484" y="1882098"/>
                  </a:lnTo>
                  <a:lnTo>
                    <a:pt x="7162195" y="1853622"/>
                  </a:lnTo>
                  <a:lnTo>
                    <a:pt x="7163906" y="1839167"/>
                  </a:lnTo>
                  <a:lnTo>
                    <a:pt x="7165618" y="1817791"/>
                  </a:lnTo>
                  <a:lnTo>
                    <a:pt x="7167329" y="1790685"/>
                  </a:lnTo>
                  <a:lnTo>
                    <a:pt x="7169040" y="1807894"/>
                  </a:lnTo>
                  <a:lnTo>
                    <a:pt x="7170752" y="1895071"/>
                  </a:lnTo>
                  <a:lnTo>
                    <a:pt x="7172463" y="1879058"/>
                  </a:lnTo>
                  <a:lnTo>
                    <a:pt x="7174175" y="1974202"/>
                  </a:lnTo>
                  <a:lnTo>
                    <a:pt x="7175886" y="1920501"/>
                  </a:lnTo>
                  <a:lnTo>
                    <a:pt x="7177597" y="1959027"/>
                  </a:lnTo>
                  <a:lnTo>
                    <a:pt x="7179309" y="1887712"/>
                  </a:lnTo>
                  <a:lnTo>
                    <a:pt x="7181020" y="1877452"/>
                  </a:lnTo>
                  <a:lnTo>
                    <a:pt x="7182732" y="1923240"/>
                  </a:lnTo>
                  <a:lnTo>
                    <a:pt x="7184443" y="1911701"/>
                  </a:lnTo>
                  <a:lnTo>
                    <a:pt x="7186154" y="1896858"/>
                  </a:lnTo>
                  <a:lnTo>
                    <a:pt x="7187866" y="1894441"/>
                  </a:lnTo>
                  <a:lnTo>
                    <a:pt x="7189577" y="1901859"/>
                  </a:lnTo>
                  <a:lnTo>
                    <a:pt x="7191289" y="1906138"/>
                  </a:lnTo>
                  <a:lnTo>
                    <a:pt x="7193000" y="1853770"/>
                  </a:lnTo>
                  <a:lnTo>
                    <a:pt x="7194711" y="1818436"/>
                  </a:lnTo>
                  <a:lnTo>
                    <a:pt x="7196423" y="1857593"/>
                  </a:lnTo>
                  <a:lnTo>
                    <a:pt x="7198134" y="1984617"/>
                  </a:lnTo>
                  <a:lnTo>
                    <a:pt x="7199846" y="1963597"/>
                  </a:lnTo>
                  <a:lnTo>
                    <a:pt x="7201557" y="1908328"/>
                  </a:lnTo>
                  <a:lnTo>
                    <a:pt x="7203268" y="1840974"/>
                  </a:lnTo>
                  <a:lnTo>
                    <a:pt x="7204980" y="1918241"/>
                  </a:lnTo>
                  <a:lnTo>
                    <a:pt x="7206691" y="1978651"/>
                  </a:lnTo>
                  <a:lnTo>
                    <a:pt x="7208403" y="1903144"/>
                  </a:lnTo>
                  <a:lnTo>
                    <a:pt x="7210114" y="2027378"/>
                  </a:lnTo>
                  <a:lnTo>
                    <a:pt x="7211825" y="2107269"/>
                  </a:lnTo>
                  <a:lnTo>
                    <a:pt x="7213537" y="2122248"/>
                  </a:lnTo>
                  <a:lnTo>
                    <a:pt x="7215248" y="2154161"/>
                  </a:lnTo>
                  <a:lnTo>
                    <a:pt x="7216960" y="2140839"/>
                  </a:lnTo>
                  <a:lnTo>
                    <a:pt x="7218671" y="2183530"/>
                  </a:lnTo>
                  <a:lnTo>
                    <a:pt x="7220382" y="2163537"/>
                  </a:lnTo>
                  <a:lnTo>
                    <a:pt x="7222094" y="2146549"/>
                  </a:lnTo>
                  <a:lnTo>
                    <a:pt x="7223805" y="2156178"/>
                  </a:lnTo>
                  <a:lnTo>
                    <a:pt x="7225517" y="2122323"/>
                  </a:lnTo>
                  <a:lnTo>
                    <a:pt x="7227228" y="2136190"/>
                  </a:lnTo>
                  <a:lnTo>
                    <a:pt x="7228939" y="2106968"/>
                  </a:lnTo>
                  <a:lnTo>
                    <a:pt x="7230651" y="1953337"/>
                  </a:lnTo>
                  <a:lnTo>
                    <a:pt x="7232362" y="1974387"/>
                  </a:lnTo>
                  <a:lnTo>
                    <a:pt x="7234074" y="2014186"/>
                  </a:lnTo>
                  <a:lnTo>
                    <a:pt x="7235785" y="2025999"/>
                  </a:lnTo>
                  <a:lnTo>
                    <a:pt x="7237496" y="2007684"/>
                  </a:lnTo>
                  <a:lnTo>
                    <a:pt x="7239208" y="1935448"/>
                  </a:lnTo>
                  <a:lnTo>
                    <a:pt x="7240919" y="2034786"/>
                  </a:lnTo>
                  <a:lnTo>
                    <a:pt x="7242631" y="2014930"/>
                  </a:lnTo>
                  <a:lnTo>
                    <a:pt x="7244342" y="2064378"/>
                  </a:lnTo>
                  <a:lnTo>
                    <a:pt x="7246053" y="2016092"/>
                  </a:lnTo>
                  <a:lnTo>
                    <a:pt x="7247765" y="1952143"/>
                  </a:lnTo>
                  <a:lnTo>
                    <a:pt x="7249476" y="1942042"/>
                  </a:lnTo>
                  <a:lnTo>
                    <a:pt x="7251188" y="1971317"/>
                  </a:lnTo>
                  <a:lnTo>
                    <a:pt x="7252899" y="2043034"/>
                  </a:lnTo>
                  <a:lnTo>
                    <a:pt x="7254610" y="2036804"/>
                  </a:lnTo>
                  <a:lnTo>
                    <a:pt x="7256322" y="1928169"/>
                  </a:lnTo>
                  <a:lnTo>
                    <a:pt x="7258033" y="2037008"/>
                  </a:lnTo>
                  <a:lnTo>
                    <a:pt x="7259745" y="2107841"/>
                  </a:lnTo>
                  <a:lnTo>
                    <a:pt x="7261456" y="2154750"/>
                  </a:lnTo>
                  <a:lnTo>
                    <a:pt x="7263167" y="2139751"/>
                  </a:lnTo>
                  <a:lnTo>
                    <a:pt x="7264879" y="2068114"/>
                  </a:lnTo>
                  <a:lnTo>
                    <a:pt x="7266590" y="2057584"/>
                  </a:lnTo>
                  <a:lnTo>
                    <a:pt x="7268302" y="2001761"/>
                  </a:lnTo>
                  <a:lnTo>
                    <a:pt x="7270013" y="1991061"/>
                  </a:lnTo>
                  <a:lnTo>
                    <a:pt x="7271724" y="2037435"/>
                  </a:lnTo>
                  <a:lnTo>
                    <a:pt x="7273436" y="2042998"/>
                  </a:lnTo>
                  <a:lnTo>
                    <a:pt x="7275147" y="2027356"/>
                  </a:lnTo>
                  <a:lnTo>
                    <a:pt x="7276858" y="1855976"/>
                  </a:lnTo>
                  <a:lnTo>
                    <a:pt x="7278570" y="1818386"/>
                  </a:lnTo>
                  <a:lnTo>
                    <a:pt x="7280281" y="1781070"/>
                  </a:lnTo>
                  <a:lnTo>
                    <a:pt x="7281993" y="1726776"/>
                  </a:lnTo>
                  <a:lnTo>
                    <a:pt x="7283704" y="1738784"/>
                  </a:lnTo>
                  <a:lnTo>
                    <a:pt x="7285415" y="1648874"/>
                  </a:lnTo>
                  <a:lnTo>
                    <a:pt x="7287127" y="1705895"/>
                  </a:lnTo>
                  <a:lnTo>
                    <a:pt x="7288838" y="1866415"/>
                  </a:lnTo>
                  <a:lnTo>
                    <a:pt x="7290550" y="1858571"/>
                  </a:lnTo>
                  <a:lnTo>
                    <a:pt x="7292261" y="1936536"/>
                  </a:lnTo>
                  <a:lnTo>
                    <a:pt x="7293972" y="1880929"/>
                  </a:lnTo>
                  <a:lnTo>
                    <a:pt x="7295684" y="1917968"/>
                  </a:lnTo>
                  <a:lnTo>
                    <a:pt x="7297395" y="1946520"/>
                  </a:lnTo>
                  <a:lnTo>
                    <a:pt x="7299107" y="1848885"/>
                  </a:lnTo>
                  <a:lnTo>
                    <a:pt x="7300818" y="1852187"/>
                  </a:lnTo>
                  <a:lnTo>
                    <a:pt x="7302529" y="1934022"/>
                  </a:lnTo>
                  <a:lnTo>
                    <a:pt x="7304241" y="1879894"/>
                  </a:lnTo>
                  <a:lnTo>
                    <a:pt x="7305952" y="1927301"/>
                  </a:lnTo>
                  <a:lnTo>
                    <a:pt x="7307664" y="2002519"/>
                  </a:lnTo>
                  <a:lnTo>
                    <a:pt x="7309375" y="2128094"/>
                  </a:lnTo>
                  <a:lnTo>
                    <a:pt x="7311086" y="2200284"/>
                  </a:lnTo>
                  <a:lnTo>
                    <a:pt x="7312798" y="2173143"/>
                  </a:lnTo>
                  <a:lnTo>
                    <a:pt x="7314509" y="2129055"/>
                  </a:lnTo>
                  <a:lnTo>
                    <a:pt x="7316221" y="2161296"/>
                  </a:lnTo>
                  <a:lnTo>
                    <a:pt x="7317932" y="2056615"/>
                  </a:lnTo>
                  <a:lnTo>
                    <a:pt x="7319643" y="2065064"/>
                  </a:lnTo>
                  <a:lnTo>
                    <a:pt x="7321355" y="2058237"/>
                  </a:lnTo>
                  <a:lnTo>
                    <a:pt x="7323066" y="2035366"/>
                  </a:lnTo>
                  <a:lnTo>
                    <a:pt x="7324778" y="2088477"/>
                  </a:lnTo>
                  <a:lnTo>
                    <a:pt x="7326489" y="1991715"/>
                  </a:lnTo>
                  <a:lnTo>
                    <a:pt x="7328200" y="1981915"/>
                  </a:lnTo>
                  <a:lnTo>
                    <a:pt x="7329912" y="1941436"/>
                  </a:lnTo>
                  <a:lnTo>
                    <a:pt x="7331623" y="1953189"/>
                  </a:lnTo>
                  <a:lnTo>
                    <a:pt x="7333335" y="1987287"/>
                  </a:lnTo>
                  <a:lnTo>
                    <a:pt x="7335046" y="2015270"/>
                  </a:lnTo>
                  <a:lnTo>
                    <a:pt x="7336757" y="2100249"/>
                  </a:lnTo>
                  <a:lnTo>
                    <a:pt x="7338469" y="2103067"/>
                  </a:lnTo>
                  <a:lnTo>
                    <a:pt x="7340180" y="2145216"/>
                  </a:lnTo>
                  <a:lnTo>
                    <a:pt x="7341892" y="2191309"/>
                  </a:lnTo>
                  <a:lnTo>
                    <a:pt x="7343603" y="2170261"/>
                  </a:lnTo>
                  <a:lnTo>
                    <a:pt x="7345314" y="2140642"/>
                  </a:lnTo>
                  <a:lnTo>
                    <a:pt x="7347026" y="2143354"/>
                  </a:lnTo>
                  <a:lnTo>
                    <a:pt x="7348737" y="2052347"/>
                  </a:lnTo>
                  <a:lnTo>
                    <a:pt x="7350449" y="2035581"/>
                  </a:lnTo>
                  <a:lnTo>
                    <a:pt x="7352160" y="1990147"/>
                  </a:lnTo>
                  <a:lnTo>
                    <a:pt x="7353871" y="1891166"/>
                  </a:lnTo>
                  <a:lnTo>
                    <a:pt x="7355583" y="1845756"/>
                  </a:lnTo>
                  <a:lnTo>
                    <a:pt x="7357294" y="1805914"/>
                  </a:lnTo>
                  <a:lnTo>
                    <a:pt x="7359006" y="1843795"/>
                  </a:lnTo>
                  <a:lnTo>
                    <a:pt x="7360717" y="1900066"/>
                  </a:lnTo>
                  <a:lnTo>
                    <a:pt x="7362428" y="1831240"/>
                  </a:lnTo>
                  <a:lnTo>
                    <a:pt x="7364140" y="1766811"/>
                  </a:lnTo>
                  <a:lnTo>
                    <a:pt x="7365851" y="1661930"/>
                  </a:lnTo>
                  <a:lnTo>
                    <a:pt x="7367563" y="1705729"/>
                  </a:lnTo>
                  <a:lnTo>
                    <a:pt x="7369274" y="1661743"/>
                  </a:lnTo>
                  <a:lnTo>
                    <a:pt x="7370985" y="1637230"/>
                  </a:lnTo>
                  <a:lnTo>
                    <a:pt x="7372697" y="1654345"/>
                  </a:lnTo>
                  <a:lnTo>
                    <a:pt x="7374408" y="1775248"/>
                  </a:lnTo>
                  <a:lnTo>
                    <a:pt x="7376120" y="1838103"/>
                  </a:lnTo>
                  <a:lnTo>
                    <a:pt x="7377831" y="1759523"/>
                  </a:lnTo>
                  <a:lnTo>
                    <a:pt x="7379542" y="1752598"/>
                  </a:lnTo>
                  <a:lnTo>
                    <a:pt x="7381254" y="1773718"/>
                  </a:lnTo>
                  <a:lnTo>
                    <a:pt x="7382965" y="1919571"/>
                  </a:lnTo>
                  <a:lnTo>
                    <a:pt x="7384676" y="1920243"/>
                  </a:lnTo>
                  <a:lnTo>
                    <a:pt x="7386388" y="1872518"/>
                  </a:lnTo>
                  <a:lnTo>
                    <a:pt x="7388099" y="1796894"/>
                  </a:lnTo>
                  <a:lnTo>
                    <a:pt x="7389811" y="1838847"/>
                  </a:lnTo>
                  <a:lnTo>
                    <a:pt x="7391522" y="1868278"/>
                  </a:lnTo>
                  <a:lnTo>
                    <a:pt x="7393233" y="1814012"/>
                  </a:lnTo>
                  <a:lnTo>
                    <a:pt x="7394945" y="1803386"/>
                  </a:lnTo>
                  <a:lnTo>
                    <a:pt x="7396656" y="1819400"/>
                  </a:lnTo>
                  <a:lnTo>
                    <a:pt x="7398368" y="1763943"/>
                  </a:lnTo>
                  <a:lnTo>
                    <a:pt x="7400079" y="1834654"/>
                  </a:lnTo>
                  <a:lnTo>
                    <a:pt x="7401790" y="1863458"/>
                  </a:lnTo>
                  <a:lnTo>
                    <a:pt x="7403502" y="1861146"/>
                  </a:lnTo>
                  <a:lnTo>
                    <a:pt x="7405213" y="1808835"/>
                  </a:lnTo>
                  <a:lnTo>
                    <a:pt x="7406925" y="1748567"/>
                  </a:lnTo>
                  <a:lnTo>
                    <a:pt x="7408636" y="1800386"/>
                  </a:lnTo>
                  <a:lnTo>
                    <a:pt x="7410347" y="1787745"/>
                  </a:lnTo>
                  <a:lnTo>
                    <a:pt x="7412059" y="1803530"/>
                  </a:lnTo>
                  <a:lnTo>
                    <a:pt x="7413770" y="1879273"/>
                  </a:lnTo>
                  <a:lnTo>
                    <a:pt x="7415482" y="2004232"/>
                  </a:lnTo>
                  <a:lnTo>
                    <a:pt x="7417193" y="2076090"/>
                  </a:lnTo>
                  <a:lnTo>
                    <a:pt x="7418904" y="2105630"/>
                  </a:lnTo>
                  <a:lnTo>
                    <a:pt x="7420616" y="2122147"/>
                  </a:lnTo>
                  <a:lnTo>
                    <a:pt x="7422327" y="2058010"/>
                  </a:lnTo>
                  <a:lnTo>
                    <a:pt x="7424039" y="2030584"/>
                  </a:lnTo>
                  <a:lnTo>
                    <a:pt x="7425750" y="2049662"/>
                  </a:lnTo>
                  <a:lnTo>
                    <a:pt x="7427461" y="2044305"/>
                  </a:lnTo>
                  <a:lnTo>
                    <a:pt x="7429173" y="1959005"/>
                  </a:lnTo>
                  <a:lnTo>
                    <a:pt x="7430884" y="1921727"/>
                  </a:lnTo>
                  <a:lnTo>
                    <a:pt x="7432596" y="1929314"/>
                  </a:lnTo>
                  <a:lnTo>
                    <a:pt x="7434307" y="1973037"/>
                  </a:lnTo>
                  <a:lnTo>
                    <a:pt x="7436018" y="1892172"/>
                  </a:lnTo>
                  <a:lnTo>
                    <a:pt x="7437730" y="1845993"/>
                  </a:lnTo>
                  <a:lnTo>
                    <a:pt x="7439441" y="1908377"/>
                  </a:lnTo>
                  <a:lnTo>
                    <a:pt x="7441153" y="1952954"/>
                  </a:lnTo>
                  <a:lnTo>
                    <a:pt x="7442864" y="1900146"/>
                  </a:lnTo>
                  <a:lnTo>
                    <a:pt x="7444575" y="1938299"/>
                  </a:lnTo>
                  <a:lnTo>
                    <a:pt x="7446287" y="1880178"/>
                  </a:lnTo>
                  <a:lnTo>
                    <a:pt x="7447998" y="1935273"/>
                  </a:lnTo>
                  <a:lnTo>
                    <a:pt x="7449710" y="2018555"/>
                  </a:lnTo>
                  <a:lnTo>
                    <a:pt x="7451421" y="2015599"/>
                  </a:lnTo>
                  <a:lnTo>
                    <a:pt x="7453132" y="2120618"/>
                  </a:lnTo>
                  <a:lnTo>
                    <a:pt x="7454844" y="2053853"/>
                  </a:lnTo>
                  <a:lnTo>
                    <a:pt x="7456555" y="2054424"/>
                  </a:lnTo>
                  <a:lnTo>
                    <a:pt x="7458267" y="2019073"/>
                  </a:lnTo>
                  <a:lnTo>
                    <a:pt x="7459978" y="1949607"/>
                  </a:lnTo>
                  <a:lnTo>
                    <a:pt x="7461689" y="2047200"/>
                  </a:lnTo>
                  <a:lnTo>
                    <a:pt x="7463401" y="1956807"/>
                  </a:lnTo>
                  <a:lnTo>
                    <a:pt x="7465112" y="1975182"/>
                  </a:lnTo>
                  <a:lnTo>
                    <a:pt x="7466824" y="2079977"/>
                  </a:lnTo>
                  <a:lnTo>
                    <a:pt x="7468535" y="2129039"/>
                  </a:lnTo>
                  <a:lnTo>
                    <a:pt x="7470246" y="2214923"/>
                  </a:lnTo>
                  <a:lnTo>
                    <a:pt x="7471958" y="2210670"/>
                  </a:lnTo>
                  <a:lnTo>
                    <a:pt x="7473669" y="2201633"/>
                  </a:lnTo>
                  <a:lnTo>
                    <a:pt x="7475381" y="2216127"/>
                  </a:lnTo>
                  <a:lnTo>
                    <a:pt x="7477092" y="2165360"/>
                  </a:lnTo>
                  <a:lnTo>
                    <a:pt x="7478803" y="2152617"/>
                  </a:lnTo>
                  <a:lnTo>
                    <a:pt x="7480515" y="2015330"/>
                  </a:lnTo>
                  <a:lnTo>
                    <a:pt x="7482226" y="1954660"/>
                  </a:lnTo>
                  <a:lnTo>
                    <a:pt x="7483938" y="2039128"/>
                  </a:lnTo>
                  <a:lnTo>
                    <a:pt x="7485649" y="2009169"/>
                  </a:lnTo>
                  <a:lnTo>
                    <a:pt x="7487360" y="1895765"/>
                  </a:lnTo>
                  <a:lnTo>
                    <a:pt x="7489072" y="1855870"/>
                  </a:lnTo>
                  <a:lnTo>
                    <a:pt x="7490783" y="1842428"/>
                  </a:lnTo>
                  <a:lnTo>
                    <a:pt x="7492494" y="1939100"/>
                  </a:lnTo>
                  <a:lnTo>
                    <a:pt x="7494206" y="1898772"/>
                  </a:lnTo>
                  <a:lnTo>
                    <a:pt x="7495917" y="1848499"/>
                  </a:lnTo>
                  <a:lnTo>
                    <a:pt x="7497629" y="1749357"/>
                  </a:lnTo>
                  <a:lnTo>
                    <a:pt x="7499340" y="1654612"/>
                  </a:lnTo>
                  <a:lnTo>
                    <a:pt x="7501051" y="1714648"/>
                  </a:lnTo>
                  <a:lnTo>
                    <a:pt x="7502763" y="1649519"/>
                  </a:lnTo>
                  <a:lnTo>
                    <a:pt x="7504474" y="1630846"/>
                  </a:lnTo>
                  <a:lnTo>
                    <a:pt x="7506186" y="1632995"/>
                  </a:lnTo>
                  <a:lnTo>
                    <a:pt x="7507897" y="1657870"/>
                  </a:lnTo>
                  <a:lnTo>
                    <a:pt x="7509608" y="1684217"/>
                  </a:lnTo>
                  <a:lnTo>
                    <a:pt x="7511320" y="1671499"/>
                  </a:lnTo>
                  <a:lnTo>
                    <a:pt x="7513031" y="1729834"/>
                  </a:lnTo>
                  <a:lnTo>
                    <a:pt x="7514743" y="1782039"/>
                  </a:lnTo>
                  <a:lnTo>
                    <a:pt x="7516454" y="1826045"/>
                  </a:lnTo>
                  <a:lnTo>
                    <a:pt x="7518165" y="1839988"/>
                  </a:lnTo>
                  <a:lnTo>
                    <a:pt x="7519877" y="1862558"/>
                  </a:lnTo>
                  <a:lnTo>
                    <a:pt x="7521588" y="1886760"/>
                  </a:lnTo>
                  <a:lnTo>
                    <a:pt x="7523300" y="1994132"/>
                  </a:lnTo>
                  <a:lnTo>
                    <a:pt x="7525011" y="2049360"/>
                  </a:lnTo>
                  <a:lnTo>
                    <a:pt x="7526722" y="2134345"/>
                  </a:lnTo>
                  <a:lnTo>
                    <a:pt x="7528434" y="2170022"/>
                  </a:lnTo>
                  <a:lnTo>
                    <a:pt x="7530145" y="2172474"/>
                  </a:lnTo>
                  <a:lnTo>
                    <a:pt x="7531857" y="2220499"/>
                  </a:lnTo>
                  <a:lnTo>
                    <a:pt x="7533568" y="2142415"/>
                  </a:lnTo>
                  <a:lnTo>
                    <a:pt x="7535279" y="2043911"/>
                  </a:lnTo>
                  <a:lnTo>
                    <a:pt x="7536991" y="1999197"/>
                  </a:lnTo>
                  <a:lnTo>
                    <a:pt x="7538702" y="1945234"/>
                  </a:lnTo>
                  <a:lnTo>
                    <a:pt x="7540414" y="1989954"/>
                  </a:lnTo>
                  <a:lnTo>
                    <a:pt x="7542125" y="1970296"/>
                  </a:lnTo>
                  <a:lnTo>
                    <a:pt x="7543836" y="1936962"/>
                  </a:lnTo>
                  <a:lnTo>
                    <a:pt x="7545548" y="1986035"/>
                  </a:lnTo>
                  <a:lnTo>
                    <a:pt x="7547259" y="1933869"/>
                  </a:lnTo>
                  <a:lnTo>
                    <a:pt x="7548971" y="1961302"/>
                  </a:lnTo>
                  <a:lnTo>
                    <a:pt x="7550682" y="1972979"/>
                  </a:lnTo>
                  <a:lnTo>
                    <a:pt x="7552393" y="1925888"/>
                  </a:lnTo>
                  <a:lnTo>
                    <a:pt x="7554105" y="1868463"/>
                  </a:lnTo>
                  <a:lnTo>
                    <a:pt x="7555816" y="1824641"/>
                  </a:lnTo>
                  <a:lnTo>
                    <a:pt x="7557528" y="1808921"/>
                  </a:lnTo>
                  <a:lnTo>
                    <a:pt x="7559239" y="1850047"/>
                  </a:lnTo>
                  <a:lnTo>
                    <a:pt x="7560950" y="1789188"/>
                  </a:lnTo>
                  <a:lnTo>
                    <a:pt x="7562662" y="1801583"/>
                  </a:lnTo>
                  <a:lnTo>
                    <a:pt x="7564373" y="1765221"/>
                  </a:lnTo>
                  <a:lnTo>
                    <a:pt x="7566085" y="1767832"/>
                  </a:lnTo>
                  <a:lnTo>
                    <a:pt x="7567796" y="1849875"/>
                  </a:lnTo>
                  <a:lnTo>
                    <a:pt x="7569507" y="1876064"/>
                  </a:lnTo>
                  <a:lnTo>
                    <a:pt x="7571219" y="1972301"/>
                  </a:lnTo>
                  <a:lnTo>
                    <a:pt x="7572930" y="1983339"/>
                  </a:lnTo>
                  <a:lnTo>
                    <a:pt x="7574642" y="1984005"/>
                  </a:lnTo>
                  <a:lnTo>
                    <a:pt x="7576353" y="1956049"/>
                  </a:lnTo>
                  <a:lnTo>
                    <a:pt x="7578064" y="1848600"/>
                  </a:lnTo>
                  <a:lnTo>
                    <a:pt x="7579776" y="1865544"/>
                  </a:lnTo>
                  <a:lnTo>
                    <a:pt x="7581487" y="1821919"/>
                  </a:lnTo>
                  <a:lnTo>
                    <a:pt x="7583199" y="1809929"/>
                  </a:lnTo>
                  <a:lnTo>
                    <a:pt x="7584910" y="1798326"/>
                  </a:lnTo>
                  <a:lnTo>
                    <a:pt x="7586621" y="1839382"/>
                  </a:lnTo>
                  <a:lnTo>
                    <a:pt x="7588333" y="1914255"/>
                  </a:lnTo>
                  <a:lnTo>
                    <a:pt x="7590044" y="1949665"/>
                  </a:lnTo>
                  <a:lnTo>
                    <a:pt x="7591755" y="1989592"/>
                  </a:lnTo>
                  <a:lnTo>
                    <a:pt x="7593467" y="1895592"/>
                  </a:lnTo>
                  <a:lnTo>
                    <a:pt x="7595178" y="1838844"/>
                  </a:lnTo>
                  <a:lnTo>
                    <a:pt x="7596890" y="1871549"/>
                  </a:lnTo>
                  <a:lnTo>
                    <a:pt x="7598601" y="1864788"/>
                  </a:lnTo>
                  <a:lnTo>
                    <a:pt x="7600312" y="1859678"/>
                  </a:lnTo>
                  <a:lnTo>
                    <a:pt x="7602024" y="1992182"/>
                  </a:lnTo>
                  <a:lnTo>
                    <a:pt x="7603735" y="2009508"/>
                  </a:lnTo>
                  <a:lnTo>
                    <a:pt x="7605447" y="2091610"/>
                  </a:lnTo>
                  <a:lnTo>
                    <a:pt x="7607158" y="2063800"/>
                  </a:lnTo>
                  <a:lnTo>
                    <a:pt x="7608869" y="2007898"/>
                  </a:lnTo>
                  <a:lnTo>
                    <a:pt x="7610581" y="2014052"/>
                  </a:lnTo>
                  <a:lnTo>
                    <a:pt x="7612292" y="2034044"/>
                  </a:lnTo>
                  <a:lnTo>
                    <a:pt x="7614004" y="1984562"/>
                  </a:lnTo>
                  <a:lnTo>
                    <a:pt x="7615715" y="1938666"/>
                  </a:lnTo>
                  <a:lnTo>
                    <a:pt x="7617426" y="1911594"/>
                  </a:lnTo>
                  <a:lnTo>
                    <a:pt x="7619138" y="1930260"/>
                  </a:lnTo>
                  <a:lnTo>
                    <a:pt x="7620849" y="1934760"/>
                  </a:lnTo>
                  <a:lnTo>
                    <a:pt x="7622561" y="1856865"/>
                  </a:lnTo>
                  <a:lnTo>
                    <a:pt x="7624272" y="1855016"/>
                  </a:lnTo>
                  <a:lnTo>
                    <a:pt x="7625983" y="1917033"/>
                  </a:lnTo>
                  <a:lnTo>
                    <a:pt x="7627695" y="1936293"/>
                  </a:lnTo>
                  <a:lnTo>
                    <a:pt x="7629406" y="1951065"/>
                  </a:lnTo>
                  <a:lnTo>
                    <a:pt x="7631118" y="1924300"/>
                  </a:lnTo>
                  <a:lnTo>
                    <a:pt x="7632829" y="1866710"/>
                  </a:lnTo>
                  <a:lnTo>
                    <a:pt x="7634540" y="1916928"/>
                  </a:lnTo>
                  <a:lnTo>
                    <a:pt x="7636252" y="1924330"/>
                  </a:lnTo>
                  <a:lnTo>
                    <a:pt x="7637963" y="1901154"/>
                  </a:lnTo>
                  <a:lnTo>
                    <a:pt x="7639675" y="1931673"/>
                  </a:lnTo>
                  <a:lnTo>
                    <a:pt x="7641386" y="1964023"/>
                  </a:lnTo>
                  <a:lnTo>
                    <a:pt x="7643097" y="2135261"/>
                  </a:lnTo>
                  <a:lnTo>
                    <a:pt x="7644809" y="2149175"/>
                  </a:lnTo>
                  <a:lnTo>
                    <a:pt x="7646520" y="2122995"/>
                  </a:lnTo>
                  <a:lnTo>
                    <a:pt x="7648232" y="2192237"/>
                  </a:lnTo>
                  <a:lnTo>
                    <a:pt x="7649943" y="2130692"/>
                  </a:lnTo>
                  <a:lnTo>
                    <a:pt x="7651654" y="2137721"/>
                  </a:lnTo>
                  <a:lnTo>
                    <a:pt x="7653366" y="2038136"/>
                  </a:lnTo>
                  <a:lnTo>
                    <a:pt x="7655077" y="1991230"/>
                  </a:lnTo>
                  <a:lnTo>
                    <a:pt x="7656789" y="2052746"/>
                  </a:lnTo>
                  <a:lnTo>
                    <a:pt x="7658500" y="2040355"/>
                  </a:lnTo>
                  <a:lnTo>
                    <a:pt x="7660211" y="2000323"/>
                  </a:lnTo>
                  <a:lnTo>
                    <a:pt x="7661923" y="2063767"/>
                  </a:lnTo>
                  <a:lnTo>
                    <a:pt x="7663634" y="2123456"/>
                  </a:lnTo>
                  <a:lnTo>
                    <a:pt x="7665346" y="2086752"/>
                  </a:lnTo>
                  <a:lnTo>
                    <a:pt x="7667057" y="2087518"/>
                  </a:lnTo>
                  <a:lnTo>
                    <a:pt x="7668768" y="2161022"/>
                  </a:lnTo>
                  <a:lnTo>
                    <a:pt x="7670480" y="2163260"/>
                  </a:lnTo>
                  <a:lnTo>
                    <a:pt x="7672191" y="2170911"/>
                  </a:lnTo>
                  <a:lnTo>
                    <a:pt x="7673903" y="2143094"/>
                  </a:lnTo>
                  <a:lnTo>
                    <a:pt x="7675614" y="2068335"/>
                  </a:lnTo>
                  <a:lnTo>
                    <a:pt x="7677325" y="2018245"/>
                  </a:lnTo>
                  <a:lnTo>
                    <a:pt x="7679037" y="1979672"/>
                  </a:lnTo>
                  <a:lnTo>
                    <a:pt x="7680748" y="1920451"/>
                  </a:lnTo>
                  <a:lnTo>
                    <a:pt x="7682460" y="1897640"/>
                  </a:lnTo>
                  <a:lnTo>
                    <a:pt x="7684171" y="1794639"/>
                  </a:lnTo>
                  <a:lnTo>
                    <a:pt x="7685882" y="1865532"/>
                  </a:lnTo>
                  <a:lnTo>
                    <a:pt x="7687594" y="1881396"/>
                  </a:lnTo>
                  <a:lnTo>
                    <a:pt x="7689305" y="1880774"/>
                  </a:lnTo>
                  <a:lnTo>
                    <a:pt x="7691017" y="1871643"/>
                  </a:lnTo>
                  <a:lnTo>
                    <a:pt x="7692728" y="1829074"/>
                  </a:lnTo>
                  <a:lnTo>
                    <a:pt x="7694439" y="1878168"/>
                  </a:lnTo>
                  <a:lnTo>
                    <a:pt x="7696151" y="1810001"/>
                  </a:lnTo>
                  <a:lnTo>
                    <a:pt x="7697862" y="1824357"/>
                  </a:lnTo>
                  <a:lnTo>
                    <a:pt x="7699573" y="1824764"/>
                  </a:lnTo>
                  <a:lnTo>
                    <a:pt x="7701285" y="1807942"/>
                  </a:lnTo>
                  <a:lnTo>
                    <a:pt x="7702996" y="1843076"/>
                  </a:lnTo>
                  <a:lnTo>
                    <a:pt x="7704708" y="1801201"/>
                  </a:lnTo>
                  <a:lnTo>
                    <a:pt x="7706419" y="1847168"/>
                  </a:lnTo>
                  <a:lnTo>
                    <a:pt x="7708130" y="1845846"/>
                  </a:lnTo>
                  <a:lnTo>
                    <a:pt x="7709842" y="1863427"/>
                  </a:lnTo>
                  <a:lnTo>
                    <a:pt x="7711553" y="1872267"/>
                  </a:lnTo>
                  <a:lnTo>
                    <a:pt x="7713265" y="1897245"/>
                  </a:lnTo>
                  <a:lnTo>
                    <a:pt x="7714976" y="1973510"/>
                  </a:lnTo>
                  <a:lnTo>
                    <a:pt x="7716687" y="1960527"/>
                  </a:lnTo>
                  <a:lnTo>
                    <a:pt x="7718399" y="1954287"/>
                  </a:lnTo>
                  <a:lnTo>
                    <a:pt x="7720110" y="1918263"/>
                  </a:lnTo>
                  <a:lnTo>
                    <a:pt x="7721822" y="1912188"/>
                  </a:lnTo>
                  <a:lnTo>
                    <a:pt x="7723533" y="1915005"/>
                  </a:lnTo>
                  <a:lnTo>
                    <a:pt x="7725244" y="1897543"/>
                  </a:lnTo>
                  <a:lnTo>
                    <a:pt x="7726956" y="1851251"/>
                  </a:lnTo>
                  <a:lnTo>
                    <a:pt x="7728667" y="1847349"/>
                  </a:lnTo>
                  <a:lnTo>
                    <a:pt x="7730379" y="1913713"/>
                  </a:lnTo>
                  <a:lnTo>
                    <a:pt x="7732090" y="1874638"/>
                  </a:lnTo>
                  <a:lnTo>
                    <a:pt x="7733801" y="1863853"/>
                  </a:lnTo>
                  <a:lnTo>
                    <a:pt x="7735513" y="1920836"/>
                  </a:lnTo>
                  <a:lnTo>
                    <a:pt x="7737224" y="1896527"/>
                  </a:lnTo>
                  <a:lnTo>
                    <a:pt x="7738936" y="2031522"/>
                  </a:lnTo>
                  <a:lnTo>
                    <a:pt x="7740647" y="2074420"/>
                  </a:lnTo>
                  <a:lnTo>
                    <a:pt x="7742358" y="2127601"/>
                  </a:lnTo>
                  <a:lnTo>
                    <a:pt x="7744070" y="2152858"/>
                  </a:lnTo>
                  <a:lnTo>
                    <a:pt x="7745781" y="2158780"/>
                  </a:lnTo>
                  <a:lnTo>
                    <a:pt x="7747493" y="2174736"/>
                  </a:lnTo>
                  <a:lnTo>
                    <a:pt x="7749204" y="2111882"/>
                  </a:lnTo>
                  <a:lnTo>
                    <a:pt x="7750915" y="2068634"/>
                  </a:lnTo>
                  <a:lnTo>
                    <a:pt x="7752627" y="2040970"/>
                  </a:lnTo>
                  <a:lnTo>
                    <a:pt x="7754338" y="2030150"/>
                  </a:lnTo>
                  <a:lnTo>
                    <a:pt x="7756050" y="2065840"/>
                  </a:lnTo>
                  <a:lnTo>
                    <a:pt x="7757761" y="2000929"/>
                  </a:lnTo>
                  <a:lnTo>
                    <a:pt x="7759472" y="2091852"/>
                  </a:lnTo>
                  <a:lnTo>
                    <a:pt x="7761184" y="2080166"/>
                  </a:lnTo>
                  <a:lnTo>
                    <a:pt x="7762895" y="2112717"/>
                  </a:lnTo>
                  <a:lnTo>
                    <a:pt x="7764607" y="2089366"/>
                  </a:lnTo>
                  <a:lnTo>
                    <a:pt x="7766318" y="2036416"/>
                  </a:lnTo>
                  <a:lnTo>
                    <a:pt x="7768029" y="2085233"/>
                  </a:lnTo>
                  <a:lnTo>
                    <a:pt x="7769741" y="2100994"/>
                  </a:lnTo>
                  <a:lnTo>
                    <a:pt x="7771452" y="2074702"/>
                  </a:lnTo>
                  <a:lnTo>
                    <a:pt x="7773164" y="2015978"/>
                  </a:lnTo>
                  <a:lnTo>
                    <a:pt x="7774875" y="2048485"/>
                  </a:lnTo>
                  <a:lnTo>
                    <a:pt x="7776586" y="2077780"/>
                  </a:lnTo>
                  <a:lnTo>
                    <a:pt x="7778298" y="2024806"/>
                  </a:lnTo>
                  <a:lnTo>
                    <a:pt x="7780009" y="1953557"/>
                  </a:lnTo>
                  <a:lnTo>
                    <a:pt x="7781721" y="1961855"/>
                  </a:lnTo>
                  <a:lnTo>
                    <a:pt x="7783432" y="2018084"/>
                  </a:lnTo>
                  <a:lnTo>
                    <a:pt x="7785143" y="1953721"/>
                  </a:lnTo>
                  <a:lnTo>
                    <a:pt x="7786855" y="1921849"/>
                  </a:lnTo>
                  <a:lnTo>
                    <a:pt x="7788566" y="1851773"/>
                  </a:lnTo>
                  <a:lnTo>
                    <a:pt x="7790278" y="1822276"/>
                  </a:lnTo>
                  <a:lnTo>
                    <a:pt x="7791989" y="1804826"/>
                  </a:lnTo>
                  <a:lnTo>
                    <a:pt x="7793700" y="1724218"/>
                  </a:lnTo>
                  <a:lnTo>
                    <a:pt x="7795412" y="1760568"/>
                  </a:lnTo>
                  <a:lnTo>
                    <a:pt x="7797123" y="1725766"/>
                  </a:lnTo>
                  <a:lnTo>
                    <a:pt x="7798835" y="1766800"/>
                  </a:lnTo>
                  <a:lnTo>
                    <a:pt x="7800546" y="1788658"/>
                  </a:lnTo>
                  <a:lnTo>
                    <a:pt x="7802257" y="1717119"/>
                  </a:lnTo>
                  <a:lnTo>
                    <a:pt x="7803969" y="1754694"/>
                  </a:lnTo>
                  <a:lnTo>
                    <a:pt x="7805680" y="1760075"/>
                  </a:lnTo>
                  <a:lnTo>
                    <a:pt x="7807391" y="1787225"/>
                  </a:lnTo>
                  <a:lnTo>
                    <a:pt x="7809103" y="1782789"/>
                  </a:lnTo>
                  <a:lnTo>
                    <a:pt x="7810814" y="1824633"/>
                  </a:lnTo>
                  <a:lnTo>
                    <a:pt x="7812526" y="1896926"/>
                  </a:lnTo>
                  <a:lnTo>
                    <a:pt x="7814237" y="1909541"/>
                  </a:lnTo>
                  <a:lnTo>
                    <a:pt x="7815948" y="1992698"/>
                  </a:lnTo>
                  <a:lnTo>
                    <a:pt x="7817660" y="1985257"/>
                  </a:lnTo>
                  <a:lnTo>
                    <a:pt x="7819371" y="1978001"/>
                  </a:lnTo>
                  <a:lnTo>
                    <a:pt x="7821083" y="2010897"/>
                  </a:lnTo>
                  <a:lnTo>
                    <a:pt x="7822794" y="1995976"/>
                  </a:lnTo>
                  <a:lnTo>
                    <a:pt x="7824505" y="1997749"/>
                  </a:lnTo>
                  <a:lnTo>
                    <a:pt x="7826217" y="1955634"/>
                  </a:lnTo>
                  <a:lnTo>
                    <a:pt x="7827928" y="1965501"/>
                  </a:lnTo>
                  <a:lnTo>
                    <a:pt x="7829640" y="1981625"/>
                  </a:lnTo>
                  <a:lnTo>
                    <a:pt x="7831351" y="1935085"/>
                  </a:lnTo>
                  <a:lnTo>
                    <a:pt x="7833062" y="1927921"/>
                  </a:lnTo>
                  <a:lnTo>
                    <a:pt x="7834774" y="1927329"/>
                  </a:lnTo>
                  <a:lnTo>
                    <a:pt x="7836485" y="1922679"/>
                  </a:lnTo>
                  <a:lnTo>
                    <a:pt x="7838197" y="1896317"/>
                  </a:lnTo>
                  <a:lnTo>
                    <a:pt x="7839908" y="1887481"/>
                  </a:lnTo>
                  <a:lnTo>
                    <a:pt x="7841619" y="1895834"/>
                  </a:lnTo>
                  <a:lnTo>
                    <a:pt x="7843331" y="1888135"/>
                  </a:lnTo>
                  <a:lnTo>
                    <a:pt x="7845042" y="1905553"/>
                  </a:lnTo>
                  <a:lnTo>
                    <a:pt x="7846754" y="1894379"/>
                  </a:lnTo>
                  <a:lnTo>
                    <a:pt x="7848465" y="1887780"/>
                  </a:lnTo>
                  <a:lnTo>
                    <a:pt x="7850176" y="1892835"/>
                  </a:lnTo>
                  <a:lnTo>
                    <a:pt x="7851888" y="1874222"/>
                  </a:lnTo>
                  <a:lnTo>
                    <a:pt x="7853599" y="1939696"/>
                  </a:lnTo>
                  <a:lnTo>
                    <a:pt x="7855311" y="1871739"/>
                  </a:lnTo>
                  <a:lnTo>
                    <a:pt x="7857022" y="1921500"/>
                  </a:lnTo>
                  <a:lnTo>
                    <a:pt x="7858733" y="1903321"/>
                  </a:lnTo>
                  <a:lnTo>
                    <a:pt x="7860445" y="1892669"/>
                  </a:lnTo>
                  <a:lnTo>
                    <a:pt x="7862156" y="1976092"/>
                  </a:lnTo>
                  <a:lnTo>
                    <a:pt x="7863868" y="1957889"/>
                  </a:lnTo>
                  <a:lnTo>
                    <a:pt x="7865579" y="1968677"/>
                  </a:lnTo>
                  <a:lnTo>
                    <a:pt x="7867290" y="2028338"/>
                  </a:lnTo>
                  <a:lnTo>
                    <a:pt x="7869002" y="2046212"/>
                  </a:lnTo>
                  <a:lnTo>
                    <a:pt x="7870713" y="2090274"/>
                  </a:lnTo>
                  <a:lnTo>
                    <a:pt x="7872425" y="2021838"/>
                  </a:lnTo>
                  <a:lnTo>
                    <a:pt x="7874136" y="2024121"/>
                  </a:lnTo>
                  <a:lnTo>
                    <a:pt x="7875847" y="2079121"/>
                  </a:lnTo>
                  <a:lnTo>
                    <a:pt x="7877559" y="2067499"/>
                  </a:lnTo>
                  <a:lnTo>
                    <a:pt x="7879270" y="2110371"/>
                  </a:lnTo>
                  <a:lnTo>
                    <a:pt x="7880982" y="2134093"/>
                  </a:lnTo>
                  <a:lnTo>
                    <a:pt x="7882693" y="2217284"/>
                  </a:lnTo>
                  <a:lnTo>
                    <a:pt x="7884404" y="2218243"/>
                  </a:lnTo>
                  <a:lnTo>
                    <a:pt x="7886116" y="2254960"/>
                  </a:lnTo>
                  <a:lnTo>
                    <a:pt x="7887827" y="2225463"/>
                  </a:lnTo>
                  <a:lnTo>
                    <a:pt x="7889539" y="2183328"/>
                  </a:lnTo>
                  <a:lnTo>
                    <a:pt x="7891250" y="2211798"/>
                  </a:lnTo>
                  <a:lnTo>
                    <a:pt x="7892961" y="2160423"/>
                  </a:lnTo>
                  <a:lnTo>
                    <a:pt x="7894673" y="2189029"/>
                  </a:lnTo>
                  <a:lnTo>
                    <a:pt x="7896384" y="2266299"/>
                  </a:lnTo>
                  <a:lnTo>
                    <a:pt x="7898096" y="2266370"/>
                  </a:lnTo>
                  <a:lnTo>
                    <a:pt x="7899807" y="2267588"/>
                  </a:lnTo>
                  <a:lnTo>
                    <a:pt x="7901518" y="2222800"/>
                  </a:lnTo>
                  <a:lnTo>
                    <a:pt x="7903230" y="2177566"/>
                  </a:lnTo>
                  <a:lnTo>
                    <a:pt x="7904941" y="2173555"/>
                  </a:lnTo>
                  <a:lnTo>
                    <a:pt x="7906652" y="2162395"/>
                  </a:lnTo>
                  <a:lnTo>
                    <a:pt x="7908364" y="2193967"/>
                  </a:lnTo>
                  <a:lnTo>
                    <a:pt x="7910075" y="2196635"/>
                  </a:lnTo>
                  <a:lnTo>
                    <a:pt x="7911787" y="2210746"/>
                  </a:lnTo>
                  <a:lnTo>
                    <a:pt x="7913498" y="2254131"/>
                  </a:lnTo>
                  <a:lnTo>
                    <a:pt x="7915209" y="2239113"/>
                  </a:lnTo>
                  <a:lnTo>
                    <a:pt x="7916921" y="2181315"/>
                  </a:lnTo>
                  <a:lnTo>
                    <a:pt x="7918632" y="2196086"/>
                  </a:lnTo>
                  <a:lnTo>
                    <a:pt x="7920344" y="2205388"/>
                  </a:lnTo>
                  <a:lnTo>
                    <a:pt x="7922055" y="2235464"/>
                  </a:lnTo>
                  <a:lnTo>
                    <a:pt x="7923766" y="2215940"/>
                  </a:lnTo>
                  <a:lnTo>
                    <a:pt x="7925478" y="2225641"/>
                  </a:lnTo>
                  <a:lnTo>
                    <a:pt x="7927189" y="2234332"/>
                  </a:lnTo>
                  <a:lnTo>
                    <a:pt x="7928901" y="2237770"/>
                  </a:lnTo>
                  <a:lnTo>
                    <a:pt x="7930612" y="2212563"/>
                  </a:lnTo>
                  <a:lnTo>
                    <a:pt x="7932323" y="2210345"/>
                  </a:lnTo>
                  <a:lnTo>
                    <a:pt x="7934035" y="2202430"/>
                  </a:lnTo>
                  <a:lnTo>
                    <a:pt x="7935746" y="2203288"/>
                  </a:lnTo>
                  <a:lnTo>
                    <a:pt x="7937458" y="2213065"/>
                  </a:lnTo>
                  <a:lnTo>
                    <a:pt x="7939169" y="2141517"/>
                  </a:lnTo>
                  <a:lnTo>
                    <a:pt x="7940880" y="2076937"/>
                  </a:lnTo>
                  <a:lnTo>
                    <a:pt x="7942592" y="1970652"/>
                  </a:lnTo>
                  <a:lnTo>
                    <a:pt x="7944303" y="1981597"/>
                  </a:lnTo>
                  <a:lnTo>
                    <a:pt x="7946015" y="2019881"/>
                  </a:lnTo>
                  <a:lnTo>
                    <a:pt x="7947726" y="1819418"/>
                  </a:lnTo>
                  <a:lnTo>
                    <a:pt x="7949437" y="1882872"/>
                  </a:lnTo>
                  <a:lnTo>
                    <a:pt x="7951149" y="1884104"/>
                  </a:lnTo>
                  <a:lnTo>
                    <a:pt x="7952860" y="1821894"/>
                  </a:lnTo>
                  <a:lnTo>
                    <a:pt x="7954572" y="1898010"/>
                  </a:lnTo>
                  <a:lnTo>
                    <a:pt x="7956283" y="1775836"/>
                  </a:lnTo>
                  <a:lnTo>
                    <a:pt x="7957994" y="1814206"/>
                  </a:lnTo>
                  <a:lnTo>
                    <a:pt x="7959706" y="1930256"/>
                  </a:lnTo>
                  <a:lnTo>
                    <a:pt x="7961417" y="1912670"/>
                  </a:lnTo>
                  <a:lnTo>
                    <a:pt x="7963129" y="1971077"/>
                  </a:lnTo>
                  <a:lnTo>
                    <a:pt x="7964840" y="1990997"/>
                  </a:lnTo>
                  <a:lnTo>
                    <a:pt x="7966551" y="2027863"/>
                  </a:lnTo>
                  <a:lnTo>
                    <a:pt x="7968263" y="2109064"/>
                  </a:lnTo>
                  <a:lnTo>
                    <a:pt x="7969974" y="2125618"/>
                  </a:lnTo>
                  <a:lnTo>
                    <a:pt x="7971686" y="2167753"/>
                  </a:lnTo>
                  <a:lnTo>
                    <a:pt x="7973397" y="2203727"/>
                  </a:lnTo>
                  <a:lnTo>
                    <a:pt x="7975108" y="2245001"/>
                  </a:lnTo>
                  <a:lnTo>
                    <a:pt x="7976820" y="2290815"/>
                  </a:lnTo>
                  <a:lnTo>
                    <a:pt x="7978531" y="2333311"/>
                  </a:lnTo>
                  <a:lnTo>
                    <a:pt x="7980243" y="2300589"/>
                  </a:lnTo>
                  <a:lnTo>
                    <a:pt x="7981954" y="2283694"/>
                  </a:lnTo>
                  <a:lnTo>
                    <a:pt x="7983665" y="2286353"/>
                  </a:lnTo>
                  <a:lnTo>
                    <a:pt x="7985377" y="2287645"/>
                  </a:lnTo>
                  <a:lnTo>
                    <a:pt x="7987088" y="2278709"/>
                  </a:lnTo>
                  <a:lnTo>
                    <a:pt x="7988800" y="2267685"/>
                  </a:lnTo>
                  <a:lnTo>
                    <a:pt x="7990511" y="2198047"/>
                  </a:lnTo>
                  <a:lnTo>
                    <a:pt x="7992222" y="2278061"/>
                  </a:lnTo>
                  <a:lnTo>
                    <a:pt x="7993934" y="2278266"/>
                  </a:lnTo>
                  <a:lnTo>
                    <a:pt x="7995645" y="2259213"/>
                  </a:lnTo>
                  <a:lnTo>
                    <a:pt x="7997357" y="2237437"/>
                  </a:lnTo>
                  <a:lnTo>
                    <a:pt x="7999068" y="2229589"/>
                  </a:lnTo>
                  <a:lnTo>
                    <a:pt x="8000779" y="2270401"/>
                  </a:lnTo>
                  <a:lnTo>
                    <a:pt x="8002491" y="2322783"/>
                  </a:lnTo>
                  <a:lnTo>
                    <a:pt x="8004202" y="2271656"/>
                  </a:lnTo>
                  <a:lnTo>
                    <a:pt x="8005914" y="2270107"/>
                  </a:lnTo>
                  <a:lnTo>
                    <a:pt x="8007625" y="2238423"/>
                  </a:lnTo>
                  <a:lnTo>
                    <a:pt x="8009336" y="2213946"/>
                  </a:lnTo>
                  <a:lnTo>
                    <a:pt x="8011048" y="2302736"/>
                  </a:lnTo>
                  <a:lnTo>
                    <a:pt x="8012759" y="2196014"/>
                  </a:lnTo>
                  <a:lnTo>
                    <a:pt x="8014470" y="2195415"/>
                  </a:lnTo>
                  <a:lnTo>
                    <a:pt x="8016182" y="2215223"/>
                  </a:lnTo>
                  <a:lnTo>
                    <a:pt x="8017893" y="2182935"/>
                  </a:lnTo>
                  <a:lnTo>
                    <a:pt x="8019605" y="2213260"/>
                  </a:lnTo>
                  <a:lnTo>
                    <a:pt x="8021316" y="2201252"/>
                  </a:lnTo>
                  <a:lnTo>
                    <a:pt x="8023027" y="2158998"/>
                  </a:lnTo>
                  <a:lnTo>
                    <a:pt x="8024739" y="2217570"/>
                  </a:lnTo>
                  <a:lnTo>
                    <a:pt x="8026450" y="2230831"/>
                  </a:lnTo>
                  <a:lnTo>
                    <a:pt x="8028162" y="2226155"/>
                  </a:lnTo>
                  <a:lnTo>
                    <a:pt x="8029873" y="2251356"/>
                  </a:lnTo>
                  <a:lnTo>
                    <a:pt x="8031584" y="2271940"/>
                  </a:lnTo>
                  <a:lnTo>
                    <a:pt x="8033296" y="2291192"/>
                  </a:lnTo>
                  <a:lnTo>
                    <a:pt x="8035007" y="2245730"/>
                  </a:lnTo>
                  <a:lnTo>
                    <a:pt x="8036719" y="2205447"/>
                  </a:lnTo>
                  <a:lnTo>
                    <a:pt x="8038430" y="2269185"/>
                  </a:lnTo>
                  <a:lnTo>
                    <a:pt x="8040141" y="2254422"/>
                  </a:lnTo>
                  <a:lnTo>
                    <a:pt x="8041853" y="2242836"/>
                  </a:lnTo>
                  <a:lnTo>
                    <a:pt x="8043564" y="2230325"/>
                  </a:lnTo>
                  <a:lnTo>
                    <a:pt x="8045276" y="2242403"/>
                  </a:lnTo>
                  <a:lnTo>
                    <a:pt x="8046987" y="2265968"/>
                  </a:lnTo>
                  <a:lnTo>
                    <a:pt x="8048698" y="2265504"/>
                  </a:lnTo>
                  <a:lnTo>
                    <a:pt x="8050410" y="2283511"/>
                  </a:lnTo>
                  <a:lnTo>
                    <a:pt x="8052121" y="2334513"/>
                  </a:lnTo>
                  <a:lnTo>
                    <a:pt x="8053833" y="2326358"/>
                  </a:lnTo>
                  <a:lnTo>
                    <a:pt x="8055544" y="2358432"/>
                  </a:lnTo>
                  <a:lnTo>
                    <a:pt x="8057255" y="2334404"/>
                  </a:lnTo>
                  <a:lnTo>
                    <a:pt x="8058967" y="2346666"/>
                  </a:lnTo>
                  <a:lnTo>
                    <a:pt x="8060678" y="2350999"/>
                  </a:lnTo>
                  <a:lnTo>
                    <a:pt x="8062390" y="2312953"/>
                  </a:lnTo>
                  <a:lnTo>
                    <a:pt x="8064101" y="2311257"/>
                  </a:lnTo>
                  <a:lnTo>
                    <a:pt x="8065812" y="2295265"/>
                  </a:lnTo>
                  <a:lnTo>
                    <a:pt x="8067524" y="2299197"/>
                  </a:lnTo>
                  <a:lnTo>
                    <a:pt x="8069235" y="2291107"/>
                  </a:lnTo>
                  <a:lnTo>
                    <a:pt x="8070947" y="2287187"/>
                  </a:lnTo>
                  <a:lnTo>
                    <a:pt x="8072658" y="2307087"/>
                  </a:lnTo>
                  <a:lnTo>
                    <a:pt x="8074369" y="2297758"/>
                  </a:lnTo>
                  <a:lnTo>
                    <a:pt x="8076081" y="2274878"/>
                  </a:lnTo>
                  <a:lnTo>
                    <a:pt x="8077792" y="2300046"/>
                  </a:lnTo>
                  <a:lnTo>
                    <a:pt x="8079504" y="2258655"/>
                  </a:lnTo>
                  <a:lnTo>
                    <a:pt x="8081215" y="2275092"/>
                  </a:lnTo>
                  <a:lnTo>
                    <a:pt x="8082926" y="2268860"/>
                  </a:lnTo>
                  <a:lnTo>
                    <a:pt x="8084638" y="2302400"/>
                  </a:lnTo>
                  <a:lnTo>
                    <a:pt x="8086349" y="2374985"/>
                  </a:lnTo>
                  <a:lnTo>
                    <a:pt x="8088061" y="2318048"/>
                  </a:lnTo>
                  <a:lnTo>
                    <a:pt x="8089772" y="2334438"/>
                  </a:lnTo>
                  <a:lnTo>
                    <a:pt x="8091483" y="2372236"/>
                  </a:lnTo>
                  <a:lnTo>
                    <a:pt x="8093195" y="2331615"/>
                  </a:lnTo>
                  <a:lnTo>
                    <a:pt x="8094906" y="2361573"/>
                  </a:lnTo>
                  <a:lnTo>
                    <a:pt x="8096618" y="2332285"/>
                  </a:lnTo>
                  <a:lnTo>
                    <a:pt x="8098329" y="2380133"/>
                  </a:lnTo>
                  <a:lnTo>
                    <a:pt x="8100040" y="2373911"/>
                  </a:lnTo>
                  <a:lnTo>
                    <a:pt x="8101752" y="2367631"/>
                  </a:lnTo>
                  <a:lnTo>
                    <a:pt x="8103463" y="2391967"/>
                  </a:lnTo>
                  <a:lnTo>
                    <a:pt x="8105175" y="2358891"/>
                  </a:lnTo>
                  <a:lnTo>
                    <a:pt x="8106886" y="2391967"/>
                  </a:lnTo>
                  <a:lnTo>
                    <a:pt x="8108597" y="2383764"/>
                  </a:lnTo>
                  <a:lnTo>
                    <a:pt x="8110309" y="2369607"/>
                  </a:lnTo>
                  <a:lnTo>
                    <a:pt x="8112020" y="2366781"/>
                  </a:lnTo>
                  <a:lnTo>
                    <a:pt x="8113732" y="2364603"/>
                  </a:lnTo>
                  <a:lnTo>
                    <a:pt x="8115443" y="2391967"/>
                  </a:lnTo>
                  <a:lnTo>
                    <a:pt x="8117154" y="2391759"/>
                  </a:lnTo>
                  <a:lnTo>
                    <a:pt x="8118866" y="2391703"/>
                  </a:lnTo>
                  <a:lnTo>
                    <a:pt x="8120577" y="2391967"/>
                  </a:lnTo>
                  <a:lnTo>
                    <a:pt x="8122288" y="2391736"/>
                  </a:lnTo>
                  <a:lnTo>
                    <a:pt x="8124000" y="2391967"/>
                  </a:lnTo>
                  <a:lnTo>
                    <a:pt x="8125711" y="2391967"/>
                  </a:lnTo>
                  <a:lnTo>
                    <a:pt x="8127423" y="2391967"/>
                  </a:lnTo>
                  <a:lnTo>
                    <a:pt x="8129134" y="2375257"/>
                  </a:lnTo>
                  <a:lnTo>
                    <a:pt x="8130845" y="2391703"/>
                  </a:lnTo>
                  <a:lnTo>
                    <a:pt x="8132557" y="2391967"/>
                  </a:lnTo>
                  <a:lnTo>
                    <a:pt x="8134268" y="2377365"/>
                  </a:lnTo>
                  <a:lnTo>
                    <a:pt x="8135980" y="2382981"/>
                  </a:lnTo>
                  <a:lnTo>
                    <a:pt x="8137691" y="2352024"/>
                  </a:lnTo>
                  <a:lnTo>
                    <a:pt x="8139402" y="2350759"/>
                  </a:lnTo>
                  <a:lnTo>
                    <a:pt x="8141114" y="2373167"/>
                  </a:lnTo>
                  <a:lnTo>
                    <a:pt x="8142825" y="2327397"/>
                  </a:lnTo>
                  <a:lnTo>
                    <a:pt x="8144537" y="2329363"/>
                  </a:lnTo>
                  <a:lnTo>
                    <a:pt x="8146248" y="2302261"/>
                  </a:lnTo>
                  <a:lnTo>
                    <a:pt x="8147959" y="2290636"/>
                  </a:lnTo>
                  <a:lnTo>
                    <a:pt x="8149671" y="2305632"/>
                  </a:lnTo>
                  <a:lnTo>
                    <a:pt x="8151382" y="2260351"/>
                  </a:lnTo>
                  <a:lnTo>
                    <a:pt x="8153094" y="2308309"/>
                  </a:lnTo>
                  <a:lnTo>
                    <a:pt x="8154805" y="2268520"/>
                  </a:lnTo>
                  <a:lnTo>
                    <a:pt x="8156516" y="2293456"/>
                  </a:lnTo>
                  <a:lnTo>
                    <a:pt x="8158228" y="2275789"/>
                  </a:lnTo>
                  <a:lnTo>
                    <a:pt x="8159939" y="2301317"/>
                  </a:lnTo>
                  <a:lnTo>
                    <a:pt x="8161651" y="2348656"/>
                  </a:lnTo>
                  <a:lnTo>
                    <a:pt x="8163362" y="2338915"/>
                  </a:lnTo>
                  <a:lnTo>
                    <a:pt x="8165073" y="2332475"/>
                  </a:lnTo>
                  <a:lnTo>
                    <a:pt x="8166785" y="2327839"/>
                  </a:lnTo>
                  <a:lnTo>
                    <a:pt x="8168496" y="2365361"/>
                  </a:lnTo>
                  <a:lnTo>
                    <a:pt x="8170208" y="2379626"/>
                  </a:lnTo>
                  <a:lnTo>
                    <a:pt x="8171919" y="2341683"/>
                  </a:lnTo>
                  <a:lnTo>
                    <a:pt x="8173630" y="2332912"/>
                  </a:lnTo>
                  <a:lnTo>
                    <a:pt x="8175342" y="2355911"/>
                  </a:lnTo>
                  <a:lnTo>
                    <a:pt x="8177053" y="2346743"/>
                  </a:lnTo>
                  <a:lnTo>
                    <a:pt x="8178765" y="2345847"/>
                  </a:lnTo>
                  <a:lnTo>
                    <a:pt x="8180476" y="2324106"/>
                  </a:lnTo>
                  <a:lnTo>
                    <a:pt x="8182187" y="2276446"/>
                  </a:lnTo>
                  <a:lnTo>
                    <a:pt x="8183899" y="2305235"/>
                  </a:lnTo>
                  <a:lnTo>
                    <a:pt x="8185610" y="2309513"/>
                  </a:lnTo>
                  <a:lnTo>
                    <a:pt x="8187322" y="2298096"/>
                  </a:lnTo>
                  <a:lnTo>
                    <a:pt x="8189033" y="2306469"/>
                  </a:lnTo>
                  <a:lnTo>
                    <a:pt x="8190744" y="2329056"/>
                  </a:lnTo>
                  <a:lnTo>
                    <a:pt x="8192456" y="2379640"/>
                  </a:lnTo>
                  <a:lnTo>
                    <a:pt x="8194167" y="2391302"/>
                  </a:lnTo>
                  <a:lnTo>
                    <a:pt x="8195879" y="2391967"/>
                  </a:lnTo>
                  <a:lnTo>
                    <a:pt x="8197590" y="2391967"/>
                  </a:lnTo>
                  <a:lnTo>
                    <a:pt x="8199301" y="2391967"/>
                  </a:lnTo>
                  <a:lnTo>
                    <a:pt x="8201013" y="2362941"/>
                  </a:lnTo>
                  <a:lnTo>
                    <a:pt x="8202724" y="2347411"/>
                  </a:lnTo>
                  <a:lnTo>
                    <a:pt x="8204436" y="2349575"/>
                  </a:lnTo>
                  <a:lnTo>
                    <a:pt x="8206147" y="2355806"/>
                  </a:lnTo>
                  <a:lnTo>
                    <a:pt x="8207858" y="2369191"/>
                  </a:lnTo>
                  <a:lnTo>
                    <a:pt x="8209570" y="2363550"/>
                  </a:lnTo>
                  <a:lnTo>
                    <a:pt x="8211281" y="2379981"/>
                  </a:lnTo>
                  <a:lnTo>
                    <a:pt x="8212993" y="2391967"/>
                  </a:lnTo>
                  <a:lnTo>
                    <a:pt x="8214704" y="2391967"/>
                  </a:lnTo>
                  <a:lnTo>
                    <a:pt x="8216415" y="2391967"/>
                  </a:lnTo>
                  <a:lnTo>
                    <a:pt x="8218127" y="2377454"/>
                  </a:lnTo>
                  <a:lnTo>
                    <a:pt x="8219838" y="2391967"/>
                  </a:lnTo>
                  <a:lnTo>
                    <a:pt x="8221550" y="2391967"/>
                  </a:lnTo>
                  <a:lnTo>
                    <a:pt x="8223261" y="2391967"/>
                  </a:lnTo>
                  <a:lnTo>
                    <a:pt x="8224972" y="2391967"/>
                  </a:lnTo>
                  <a:lnTo>
                    <a:pt x="8226684" y="2354778"/>
                  </a:lnTo>
                  <a:lnTo>
                    <a:pt x="8228395" y="2371776"/>
                  </a:lnTo>
                  <a:lnTo>
                    <a:pt x="8230106" y="2391967"/>
                  </a:lnTo>
                  <a:lnTo>
                    <a:pt x="8231818" y="2366290"/>
                  </a:lnTo>
                  <a:lnTo>
                    <a:pt x="8233529" y="2337069"/>
                  </a:lnTo>
                  <a:lnTo>
                    <a:pt x="8235241" y="2301457"/>
                  </a:lnTo>
                  <a:lnTo>
                    <a:pt x="8236952" y="2359572"/>
                  </a:lnTo>
                  <a:lnTo>
                    <a:pt x="8238663" y="2391967"/>
                  </a:lnTo>
                  <a:lnTo>
                    <a:pt x="8240375" y="2361679"/>
                  </a:lnTo>
                  <a:lnTo>
                    <a:pt x="8242086" y="2345806"/>
                  </a:lnTo>
                  <a:lnTo>
                    <a:pt x="8243798" y="2316425"/>
                  </a:lnTo>
                  <a:lnTo>
                    <a:pt x="8245509" y="2290082"/>
                  </a:lnTo>
                  <a:lnTo>
                    <a:pt x="8247220" y="2288556"/>
                  </a:lnTo>
                  <a:lnTo>
                    <a:pt x="8248932" y="2284563"/>
                  </a:lnTo>
                  <a:lnTo>
                    <a:pt x="8250643" y="2283033"/>
                  </a:lnTo>
                  <a:lnTo>
                    <a:pt x="8252355" y="2307291"/>
                  </a:lnTo>
                  <a:lnTo>
                    <a:pt x="8254066" y="2341078"/>
                  </a:lnTo>
                  <a:lnTo>
                    <a:pt x="8255777" y="2339340"/>
                  </a:lnTo>
                  <a:lnTo>
                    <a:pt x="8257489" y="2350173"/>
                  </a:lnTo>
                  <a:lnTo>
                    <a:pt x="8259200" y="2347120"/>
                  </a:lnTo>
                  <a:lnTo>
                    <a:pt x="8260912" y="2329730"/>
                  </a:lnTo>
                  <a:lnTo>
                    <a:pt x="8262623" y="2333333"/>
                  </a:lnTo>
                  <a:lnTo>
                    <a:pt x="8264334" y="2375651"/>
                  </a:lnTo>
                  <a:lnTo>
                    <a:pt x="8266046" y="2381000"/>
                  </a:lnTo>
                  <a:lnTo>
                    <a:pt x="8267757" y="2391249"/>
                  </a:lnTo>
                  <a:lnTo>
                    <a:pt x="8269469" y="2391772"/>
                  </a:lnTo>
                  <a:lnTo>
                    <a:pt x="8271180" y="2386821"/>
                  </a:lnTo>
                  <a:lnTo>
                    <a:pt x="8272891" y="2391967"/>
                  </a:lnTo>
                  <a:lnTo>
                    <a:pt x="8274603" y="2391967"/>
                  </a:lnTo>
                  <a:lnTo>
                    <a:pt x="8276314" y="2375952"/>
                  </a:lnTo>
                  <a:lnTo>
                    <a:pt x="8278026" y="2391967"/>
                  </a:lnTo>
                  <a:lnTo>
                    <a:pt x="8279737" y="2391967"/>
                  </a:lnTo>
                  <a:lnTo>
                    <a:pt x="8281448" y="2391967"/>
                  </a:lnTo>
                  <a:lnTo>
                    <a:pt x="8283160" y="2391967"/>
                  </a:lnTo>
                  <a:lnTo>
                    <a:pt x="8284871" y="2391967"/>
                  </a:lnTo>
                  <a:lnTo>
                    <a:pt x="8286583" y="2349347"/>
                  </a:lnTo>
                  <a:lnTo>
                    <a:pt x="8288294" y="2381311"/>
                  </a:lnTo>
                  <a:lnTo>
                    <a:pt x="8290005" y="2391967"/>
                  </a:lnTo>
                  <a:lnTo>
                    <a:pt x="8291717" y="2391967"/>
                  </a:lnTo>
                  <a:lnTo>
                    <a:pt x="8293428" y="2391967"/>
                  </a:lnTo>
                  <a:lnTo>
                    <a:pt x="8295140" y="2391967"/>
                  </a:lnTo>
                  <a:lnTo>
                    <a:pt x="8296851" y="2391967"/>
                  </a:lnTo>
                  <a:lnTo>
                    <a:pt x="8298562" y="2391967"/>
                  </a:lnTo>
                  <a:lnTo>
                    <a:pt x="8300274" y="2391967"/>
                  </a:lnTo>
                  <a:lnTo>
                    <a:pt x="8301985" y="2381427"/>
                  </a:lnTo>
                  <a:lnTo>
                    <a:pt x="8303697" y="2381378"/>
                  </a:lnTo>
                  <a:lnTo>
                    <a:pt x="8305408" y="2391967"/>
                  </a:lnTo>
                  <a:lnTo>
                    <a:pt x="8307119" y="2391967"/>
                  </a:lnTo>
                  <a:lnTo>
                    <a:pt x="8308831" y="2391967"/>
                  </a:lnTo>
                  <a:lnTo>
                    <a:pt x="8310542" y="2391967"/>
                  </a:lnTo>
                  <a:lnTo>
                    <a:pt x="8312254" y="2391967"/>
                  </a:lnTo>
                  <a:lnTo>
                    <a:pt x="8313965" y="2391967"/>
                  </a:lnTo>
                  <a:lnTo>
                    <a:pt x="8315676" y="2391967"/>
                  </a:lnTo>
                  <a:lnTo>
                    <a:pt x="8317388" y="2391967"/>
                  </a:lnTo>
                  <a:lnTo>
                    <a:pt x="8319099" y="2391967"/>
                  </a:lnTo>
                  <a:lnTo>
                    <a:pt x="8320811" y="2391967"/>
                  </a:lnTo>
                  <a:lnTo>
                    <a:pt x="8322522" y="2391967"/>
                  </a:lnTo>
                  <a:lnTo>
                    <a:pt x="8324233" y="2391967"/>
                  </a:lnTo>
                  <a:lnTo>
                    <a:pt x="8325945" y="2391967"/>
                  </a:lnTo>
                  <a:lnTo>
                    <a:pt x="8327656" y="2391967"/>
                  </a:lnTo>
                  <a:lnTo>
                    <a:pt x="8329367" y="2391967"/>
                  </a:lnTo>
                  <a:lnTo>
                    <a:pt x="8331079" y="2391967"/>
                  </a:lnTo>
                  <a:lnTo>
                    <a:pt x="8332790" y="2391967"/>
                  </a:lnTo>
                  <a:lnTo>
                    <a:pt x="8334502" y="2391967"/>
                  </a:lnTo>
                  <a:lnTo>
                    <a:pt x="8336213" y="2391967"/>
                  </a:lnTo>
                  <a:lnTo>
                    <a:pt x="8337924" y="2380143"/>
                  </a:lnTo>
                  <a:lnTo>
                    <a:pt x="8339636" y="2387055"/>
                  </a:lnTo>
                  <a:lnTo>
                    <a:pt x="8341347" y="2389665"/>
                  </a:lnTo>
                  <a:lnTo>
                    <a:pt x="8343059" y="2391967"/>
                  </a:lnTo>
                  <a:lnTo>
                    <a:pt x="8344770" y="2391967"/>
                  </a:lnTo>
                  <a:lnTo>
                    <a:pt x="8346481" y="2391967"/>
                  </a:lnTo>
                  <a:lnTo>
                    <a:pt x="8348193" y="2391967"/>
                  </a:lnTo>
                  <a:lnTo>
                    <a:pt x="8349904" y="2391967"/>
                  </a:lnTo>
                  <a:lnTo>
                    <a:pt x="8351616" y="2391967"/>
                  </a:lnTo>
                  <a:lnTo>
                    <a:pt x="8353327" y="2391967"/>
                  </a:lnTo>
                  <a:lnTo>
                    <a:pt x="8355038" y="2391967"/>
                  </a:lnTo>
                  <a:lnTo>
                    <a:pt x="8356750" y="2391967"/>
                  </a:lnTo>
                  <a:lnTo>
                    <a:pt x="8358461" y="2391967"/>
                  </a:lnTo>
                  <a:lnTo>
                    <a:pt x="8360173" y="2391967"/>
                  </a:lnTo>
                  <a:lnTo>
                    <a:pt x="8361884" y="2391967"/>
                  </a:lnTo>
                  <a:lnTo>
                    <a:pt x="8363595" y="2391967"/>
                  </a:lnTo>
                  <a:lnTo>
                    <a:pt x="8365307" y="2391967"/>
                  </a:lnTo>
                  <a:lnTo>
                    <a:pt x="8367018" y="2391967"/>
                  </a:lnTo>
                  <a:lnTo>
                    <a:pt x="8368730" y="2391967"/>
                  </a:lnTo>
                  <a:lnTo>
                    <a:pt x="8370441" y="2391967"/>
                  </a:lnTo>
                  <a:lnTo>
                    <a:pt x="8372152" y="2391967"/>
                  </a:lnTo>
                  <a:lnTo>
                    <a:pt x="8373864" y="2391967"/>
                  </a:lnTo>
                  <a:lnTo>
                    <a:pt x="8375575" y="2391967"/>
                  </a:lnTo>
                  <a:lnTo>
                    <a:pt x="8377287" y="2391967"/>
                  </a:lnTo>
                  <a:lnTo>
                    <a:pt x="8378998" y="2348504"/>
                  </a:lnTo>
                  <a:lnTo>
                    <a:pt x="8380709" y="2346889"/>
                  </a:lnTo>
                  <a:lnTo>
                    <a:pt x="8382421" y="2390937"/>
                  </a:lnTo>
                  <a:lnTo>
                    <a:pt x="8384132" y="2378392"/>
                  </a:lnTo>
                  <a:lnTo>
                    <a:pt x="8385844" y="2381072"/>
                  </a:lnTo>
                  <a:lnTo>
                    <a:pt x="8387555" y="2375054"/>
                  </a:lnTo>
                  <a:lnTo>
                    <a:pt x="8389266" y="2379985"/>
                  </a:lnTo>
                  <a:lnTo>
                    <a:pt x="8390978" y="2391967"/>
                  </a:lnTo>
                  <a:lnTo>
                    <a:pt x="8392689" y="2391967"/>
                  </a:lnTo>
                  <a:lnTo>
                    <a:pt x="8394401" y="2374559"/>
                  </a:lnTo>
                  <a:lnTo>
                    <a:pt x="8396112" y="2366290"/>
                  </a:lnTo>
                  <a:lnTo>
                    <a:pt x="8397823" y="2385555"/>
                  </a:lnTo>
                  <a:lnTo>
                    <a:pt x="8399535" y="2391967"/>
                  </a:lnTo>
                  <a:lnTo>
                    <a:pt x="8401246" y="2380421"/>
                  </a:lnTo>
                  <a:lnTo>
                    <a:pt x="8402958" y="2376939"/>
                  </a:lnTo>
                  <a:lnTo>
                    <a:pt x="8404669" y="2391967"/>
                  </a:lnTo>
                  <a:lnTo>
                    <a:pt x="8406380" y="2369999"/>
                  </a:lnTo>
                  <a:lnTo>
                    <a:pt x="8408092" y="2365380"/>
                  </a:lnTo>
                  <a:lnTo>
                    <a:pt x="8409803" y="2375082"/>
                  </a:lnTo>
                  <a:lnTo>
                    <a:pt x="8411515" y="2356005"/>
                  </a:lnTo>
                  <a:lnTo>
                    <a:pt x="8413226" y="2391967"/>
                  </a:lnTo>
                  <a:lnTo>
                    <a:pt x="8414937" y="2391967"/>
                  </a:lnTo>
                  <a:lnTo>
                    <a:pt x="8416649" y="2391967"/>
                  </a:lnTo>
                  <a:lnTo>
                    <a:pt x="8418360" y="2391967"/>
                  </a:lnTo>
                  <a:lnTo>
                    <a:pt x="8420072" y="2352202"/>
                  </a:lnTo>
                  <a:lnTo>
                    <a:pt x="8421783" y="2377763"/>
                  </a:lnTo>
                  <a:lnTo>
                    <a:pt x="8423494" y="2365471"/>
                  </a:lnTo>
                  <a:lnTo>
                    <a:pt x="8425206" y="2391667"/>
                  </a:lnTo>
                  <a:lnTo>
                    <a:pt x="8426917" y="2391967"/>
                  </a:lnTo>
                  <a:lnTo>
                    <a:pt x="8428629" y="2391967"/>
                  </a:lnTo>
                  <a:lnTo>
                    <a:pt x="8430340" y="2391967"/>
                  </a:lnTo>
                  <a:lnTo>
                    <a:pt x="8432051" y="2391967"/>
                  </a:lnTo>
                  <a:lnTo>
                    <a:pt x="8433763" y="2386717"/>
                  </a:lnTo>
                  <a:lnTo>
                    <a:pt x="8435474" y="2391967"/>
                  </a:lnTo>
                  <a:lnTo>
                    <a:pt x="8437185" y="2391967"/>
                  </a:lnTo>
                  <a:lnTo>
                    <a:pt x="8438897" y="2391967"/>
                  </a:lnTo>
                  <a:lnTo>
                    <a:pt x="8440608" y="2391967"/>
                  </a:lnTo>
                  <a:lnTo>
                    <a:pt x="8442320" y="2391967"/>
                  </a:lnTo>
                  <a:lnTo>
                    <a:pt x="8444031" y="2391967"/>
                  </a:lnTo>
                  <a:lnTo>
                    <a:pt x="8445742" y="2391967"/>
                  </a:lnTo>
                  <a:lnTo>
                    <a:pt x="8447454" y="2391967"/>
                  </a:lnTo>
                  <a:lnTo>
                    <a:pt x="8449165" y="2391967"/>
                  </a:lnTo>
                  <a:lnTo>
                    <a:pt x="8450877" y="2391967"/>
                  </a:lnTo>
                  <a:lnTo>
                    <a:pt x="8452588" y="2391967"/>
                  </a:lnTo>
                  <a:lnTo>
                    <a:pt x="8454299" y="2391967"/>
                  </a:lnTo>
                  <a:lnTo>
                    <a:pt x="8456011" y="2391967"/>
                  </a:lnTo>
                  <a:lnTo>
                    <a:pt x="8457722" y="2391967"/>
                  </a:lnTo>
                  <a:lnTo>
                    <a:pt x="8459434" y="2391967"/>
                  </a:lnTo>
                  <a:lnTo>
                    <a:pt x="8461145" y="2391967"/>
                  </a:lnTo>
                  <a:lnTo>
                    <a:pt x="8462856" y="2391967"/>
                  </a:lnTo>
                  <a:lnTo>
                    <a:pt x="8464568" y="2391967"/>
                  </a:lnTo>
                  <a:lnTo>
                    <a:pt x="8466279" y="2382889"/>
                  </a:lnTo>
                  <a:lnTo>
                    <a:pt x="8467991" y="2356337"/>
                  </a:lnTo>
                  <a:lnTo>
                    <a:pt x="8469702" y="2357269"/>
                  </a:lnTo>
                  <a:lnTo>
                    <a:pt x="8471413" y="2363092"/>
                  </a:lnTo>
                  <a:lnTo>
                    <a:pt x="8473125" y="2391967"/>
                  </a:lnTo>
                  <a:lnTo>
                    <a:pt x="8474836" y="2391967"/>
                  </a:lnTo>
                  <a:lnTo>
                    <a:pt x="8476548" y="2375550"/>
                  </a:lnTo>
                  <a:lnTo>
                    <a:pt x="8478259" y="2331264"/>
                  </a:lnTo>
                  <a:lnTo>
                    <a:pt x="8479970" y="2375937"/>
                  </a:lnTo>
                  <a:lnTo>
                    <a:pt x="8481682" y="2368565"/>
                  </a:lnTo>
                  <a:lnTo>
                    <a:pt x="8483393" y="2359283"/>
                  </a:lnTo>
                  <a:lnTo>
                    <a:pt x="8485105" y="2357324"/>
                  </a:lnTo>
                  <a:lnTo>
                    <a:pt x="8486816" y="2374123"/>
                  </a:lnTo>
                  <a:lnTo>
                    <a:pt x="8488527" y="2391967"/>
                  </a:lnTo>
                  <a:lnTo>
                    <a:pt x="8490239" y="2391967"/>
                  </a:lnTo>
                  <a:lnTo>
                    <a:pt x="8491950" y="2391967"/>
                  </a:lnTo>
                  <a:lnTo>
                    <a:pt x="8493662" y="2381914"/>
                  </a:lnTo>
                  <a:lnTo>
                    <a:pt x="8495373" y="2365228"/>
                  </a:lnTo>
                  <a:lnTo>
                    <a:pt x="8497084" y="2391967"/>
                  </a:lnTo>
                  <a:lnTo>
                    <a:pt x="8498796" y="2391967"/>
                  </a:lnTo>
                  <a:lnTo>
                    <a:pt x="8500507" y="2391967"/>
                  </a:lnTo>
                  <a:lnTo>
                    <a:pt x="8502219" y="2391967"/>
                  </a:lnTo>
                  <a:lnTo>
                    <a:pt x="8503930" y="2391967"/>
                  </a:lnTo>
                  <a:lnTo>
                    <a:pt x="8505641" y="2391967"/>
                  </a:lnTo>
                  <a:lnTo>
                    <a:pt x="8507353" y="2391967"/>
                  </a:lnTo>
                  <a:lnTo>
                    <a:pt x="8509064" y="2391967"/>
                  </a:lnTo>
                  <a:lnTo>
                    <a:pt x="8510776" y="2391967"/>
                  </a:lnTo>
                  <a:lnTo>
                    <a:pt x="8512487" y="2391967"/>
                  </a:lnTo>
                  <a:lnTo>
                    <a:pt x="8514198" y="2391967"/>
                  </a:lnTo>
                  <a:lnTo>
                    <a:pt x="8515910" y="2391967"/>
                  </a:lnTo>
                  <a:lnTo>
                    <a:pt x="8517621" y="2391967"/>
                  </a:lnTo>
                  <a:lnTo>
                    <a:pt x="8519333" y="2391967"/>
                  </a:lnTo>
                  <a:lnTo>
                    <a:pt x="8521044" y="2391967"/>
                  </a:lnTo>
                  <a:lnTo>
                    <a:pt x="8522755" y="2391967"/>
                  </a:lnTo>
                  <a:lnTo>
                    <a:pt x="8524467" y="2391967"/>
                  </a:lnTo>
                  <a:lnTo>
                    <a:pt x="8526178" y="2391967"/>
                  </a:lnTo>
                  <a:lnTo>
                    <a:pt x="8527890" y="2391967"/>
                  </a:lnTo>
                  <a:lnTo>
                    <a:pt x="8529601" y="2391967"/>
                  </a:lnTo>
                  <a:lnTo>
                    <a:pt x="8531312" y="2391967"/>
                  </a:lnTo>
                  <a:lnTo>
                    <a:pt x="8533024" y="2391967"/>
                  </a:lnTo>
                  <a:lnTo>
                    <a:pt x="8534735" y="2391967"/>
                  </a:lnTo>
                  <a:lnTo>
                    <a:pt x="8536447" y="2391967"/>
                  </a:lnTo>
                  <a:lnTo>
                    <a:pt x="8538158" y="2391967"/>
                  </a:lnTo>
                  <a:lnTo>
                    <a:pt x="8539869" y="2391967"/>
                  </a:lnTo>
                  <a:lnTo>
                    <a:pt x="8541581" y="2391967"/>
                  </a:lnTo>
                  <a:lnTo>
                    <a:pt x="8543292" y="2391967"/>
                  </a:lnTo>
                  <a:lnTo>
                    <a:pt x="8545003" y="2391967"/>
                  </a:lnTo>
                  <a:lnTo>
                    <a:pt x="8546715" y="2391967"/>
                  </a:lnTo>
                  <a:lnTo>
                    <a:pt x="8548426" y="2391967"/>
                  </a:lnTo>
                  <a:lnTo>
                    <a:pt x="8550138" y="2391967"/>
                  </a:lnTo>
                  <a:lnTo>
                    <a:pt x="8551849" y="2356906"/>
                  </a:lnTo>
                  <a:lnTo>
                    <a:pt x="8553560" y="2349550"/>
                  </a:lnTo>
                  <a:lnTo>
                    <a:pt x="8553560" y="2391967"/>
                  </a:lnTo>
                  <a:lnTo>
                    <a:pt x="8551849" y="2391967"/>
                  </a:lnTo>
                  <a:lnTo>
                    <a:pt x="8550138" y="2391967"/>
                  </a:lnTo>
                  <a:lnTo>
                    <a:pt x="8548426" y="2391967"/>
                  </a:lnTo>
                  <a:lnTo>
                    <a:pt x="8546715" y="2391967"/>
                  </a:lnTo>
                  <a:lnTo>
                    <a:pt x="8545003" y="2391967"/>
                  </a:lnTo>
                  <a:lnTo>
                    <a:pt x="8543292" y="2391967"/>
                  </a:lnTo>
                  <a:lnTo>
                    <a:pt x="8541581" y="2391967"/>
                  </a:lnTo>
                  <a:lnTo>
                    <a:pt x="8539869" y="2391967"/>
                  </a:lnTo>
                  <a:lnTo>
                    <a:pt x="8538158" y="2391967"/>
                  </a:lnTo>
                  <a:lnTo>
                    <a:pt x="8536447" y="2391967"/>
                  </a:lnTo>
                  <a:lnTo>
                    <a:pt x="8534735" y="2391967"/>
                  </a:lnTo>
                  <a:lnTo>
                    <a:pt x="8533024" y="2391967"/>
                  </a:lnTo>
                  <a:lnTo>
                    <a:pt x="8531312" y="2391967"/>
                  </a:lnTo>
                  <a:lnTo>
                    <a:pt x="8529601" y="2391967"/>
                  </a:lnTo>
                  <a:lnTo>
                    <a:pt x="8527890" y="2391967"/>
                  </a:lnTo>
                  <a:lnTo>
                    <a:pt x="8526178" y="2391967"/>
                  </a:lnTo>
                  <a:lnTo>
                    <a:pt x="8524467" y="2391967"/>
                  </a:lnTo>
                  <a:lnTo>
                    <a:pt x="8522755" y="2391967"/>
                  </a:lnTo>
                  <a:lnTo>
                    <a:pt x="8521044" y="2391967"/>
                  </a:lnTo>
                  <a:lnTo>
                    <a:pt x="8519333" y="2391967"/>
                  </a:lnTo>
                  <a:lnTo>
                    <a:pt x="8517621" y="2391967"/>
                  </a:lnTo>
                  <a:lnTo>
                    <a:pt x="8515910" y="2391967"/>
                  </a:lnTo>
                  <a:lnTo>
                    <a:pt x="8514198" y="2391967"/>
                  </a:lnTo>
                  <a:lnTo>
                    <a:pt x="8512487" y="2391967"/>
                  </a:lnTo>
                  <a:lnTo>
                    <a:pt x="8510776" y="2391967"/>
                  </a:lnTo>
                  <a:lnTo>
                    <a:pt x="8509064" y="2391967"/>
                  </a:lnTo>
                  <a:lnTo>
                    <a:pt x="8507353" y="2391967"/>
                  </a:lnTo>
                  <a:lnTo>
                    <a:pt x="8505641" y="2391967"/>
                  </a:lnTo>
                  <a:lnTo>
                    <a:pt x="8503930" y="2391967"/>
                  </a:lnTo>
                  <a:lnTo>
                    <a:pt x="8502219" y="2391967"/>
                  </a:lnTo>
                  <a:lnTo>
                    <a:pt x="8500507" y="2391967"/>
                  </a:lnTo>
                  <a:lnTo>
                    <a:pt x="8498796" y="2391967"/>
                  </a:lnTo>
                  <a:lnTo>
                    <a:pt x="8497084" y="2391967"/>
                  </a:lnTo>
                  <a:lnTo>
                    <a:pt x="8495373" y="2391967"/>
                  </a:lnTo>
                  <a:lnTo>
                    <a:pt x="8493662" y="2391967"/>
                  </a:lnTo>
                  <a:lnTo>
                    <a:pt x="8491950" y="2391967"/>
                  </a:lnTo>
                  <a:lnTo>
                    <a:pt x="8490239" y="2391967"/>
                  </a:lnTo>
                  <a:lnTo>
                    <a:pt x="8488527" y="2391967"/>
                  </a:lnTo>
                  <a:lnTo>
                    <a:pt x="8486816" y="2391967"/>
                  </a:lnTo>
                  <a:lnTo>
                    <a:pt x="8485105" y="2391967"/>
                  </a:lnTo>
                  <a:lnTo>
                    <a:pt x="8483393" y="2391967"/>
                  </a:lnTo>
                  <a:lnTo>
                    <a:pt x="8481682" y="2391967"/>
                  </a:lnTo>
                  <a:lnTo>
                    <a:pt x="8479970" y="2391967"/>
                  </a:lnTo>
                  <a:lnTo>
                    <a:pt x="8478259" y="2391967"/>
                  </a:lnTo>
                  <a:lnTo>
                    <a:pt x="8476548" y="2391967"/>
                  </a:lnTo>
                  <a:lnTo>
                    <a:pt x="8474836" y="2391967"/>
                  </a:lnTo>
                  <a:lnTo>
                    <a:pt x="8473125" y="2391967"/>
                  </a:lnTo>
                  <a:lnTo>
                    <a:pt x="8471413" y="2391967"/>
                  </a:lnTo>
                  <a:lnTo>
                    <a:pt x="8469702" y="2391967"/>
                  </a:lnTo>
                  <a:lnTo>
                    <a:pt x="8467991" y="2391967"/>
                  </a:lnTo>
                  <a:lnTo>
                    <a:pt x="8466279" y="2391967"/>
                  </a:lnTo>
                  <a:lnTo>
                    <a:pt x="8464568" y="2391967"/>
                  </a:lnTo>
                  <a:lnTo>
                    <a:pt x="8462856" y="2391967"/>
                  </a:lnTo>
                  <a:lnTo>
                    <a:pt x="8461145" y="2391967"/>
                  </a:lnTo>
                  <a:lnTo>
                    <a:pt x="8459434" y="2391967"/>
                  </a:lnTo>
                  <a:lnTo>
                    <a:pt x="8457722" y="2391967"/>
                  </a:lnTo>
                  <a:lnTo>
                    <a:pt x="8456011" y="2391967"/>
                  </a:lnTo>
                  <a:lnTo>
                    <a:pt x="8454299" y="2391967"/>
                  </a:lnTo>
                  <a:lnTo>
                    <a:pt x="8452588" y="2391967"/>
                  </a:lnTo>
                  <a:lnTo>
                    <a:pt x="8450877" y="2391967"/>
                  </a:lnTo>
                  <a:lnTo>
                    <a:pt x="8449165" y="2391967"/>
                  </a:lnTo>
                  <a:lnTo>
                    <a:pt x="8447454" y="2391967"/>
                  </a:lnTo>
                  <a:lnTo>
                    <a:pt x="8445742" y="2391967"/>
                  </a:lnTo>
                  <a:lnTo>
                    <a:pt x="8444031" y="2391967"/>
                  </a:lnTo>
                  <a:lnTo>
                    <a:pt x="8442320" y="2391967"/>
                  </a:lnTo>
                  <a:lnTo>
                    <a:pt x="8440608" y="2391967"/>
                  </a:lnTo>
                  <a:lnTo>
                    <a:pt x="8438897" y="2391967"/>
                  </a:lnTo>
                  <a:lnTo>
                    <a:pt x="8437185" y="2391967"/>
                  </a:lnTo>
                  <a:lnTo>
                    <a:pt x="8435474" y="2391967"/>
                  </a:lnTo>
                  <a:lnTo>
                    <a:pt x="8433763" y="2391967"/>
                  </a:lnTo>
                  <a:lnTo>
                    <a:pt x="8432051" y="2391967"/>
                  </a:lnTo>
                  <a:lnTo>
                    <a:pt x="8430340" y="2391967"/>
                  </a:lnTo>
                  <a:lnTo>
                    <a:pt x="8428629" y="2391967"/>
                  </a:lnTo>
                  <a:lnTo>
                    <a:pt x="8426917" y="2391967"/>
                  </a:lnTo>
                  <a:lnTo>
                    <a:pt x="8425206" y="2391967"/>
                  </a:lnTo>
                  <a:lnTo>
                    <a:pt x="8423494" y="2391967"/>
                  </a:lnTo>
                  <a:lnTo>
                    <a:pt x="8421783" y="2391967"/>
                  </a:lnTo>
                  <a:lnTo>
                    <a:pt x="8420072" y="2391967"/>
                  </a:lnTo>
                  <a:lnTo>
                    <a:pt x="8418360" y="2391967"/>
                  </a:lnTo>
                  <a:lnTo>
                    <a:pt x="8416649" y="2391967"/>
                  </a:lnTo>
                  <a:lnTo>
                    <a:pt x="8414937" y="2391967"/>
                  </a:lnTo>
                  <a:lnTo>
                    <a:pt x="8413226" y="2391967"/>
                  </a:lnTo>
                  <a:lnTo>
                    <a:pt x="8411515" y="2391967"/>
                  </a:lnTo>
                  <a:lnTo>
                    <a:pt x="8409803" y="2391967"/>
                  </a:lnTo>
                  <a:lnTo>
                    <a:pt x="8408092" y="2391967"/>
                  </a:lnTo>
                  <a:lnTo>
                    <a:pt x="8406380" y="2391967"/>
                  </a:lnTo>
                  <a:lnTo>
                    <a:pt x="8404669" y="2391967"/>
                  </a:lnTo>
                  <a:lnTo>
                    <a:pt x="8402958" y="2391967"/>
                  </a:lnTo>
                  <a:lnTo>
                    <a:pt x="8401246" y="2391967"/>
                  </a:lnTo>
                  <a:lnTo>
                    <a:pt x="8399535" y="2391967"/>
                  </a:lnTo>
                  <a:lnTo>
                    <a:pt x="8397823" y="2391967"/>
                  </a:lnTo>
                  <a:lnTo>
                    <a:pt x="8396112" y="2391967"/>
                  </a:lnTo>
                  <a:lnTo>
                    <a:pt x="8394401" y="2391967"/>
                  </a:lnTo>
                  <a:lnTo>
                    <a:pt x="8392689" y="2391967"/>
                  </a:lnTo>
                  <a:lnTo>
                    <a:pt x="8390978" y="2391967"/>
                  </a:lnTo>
                  <a:lnTo>
                    <a:pt x="8389266" y="2391967"/>
                  </a:lnTo>
                  <a:lnTo>
                    <a:pt x="8387555" y="2391967"/>
                  </a:lnTo>
                  <a:lnTo>
                    <a:pt x="8385844" y="2391967"/>
                  </a:lnTo>
                  <a:lnTo>
                    <a:pt x="8384132" y="2391967"/>
                  </a:lnTo>
                  <a:lnTo>
                    <a:pt x="8382421" y="2391967"/>
                  </a:lnTo>
                  <a:lnTo>
                    <a:pt x="8380709" y="2391967"/>
                  </a:lnTo>
                  <a:lnTo>
                    <a:pt x="8378998" y="2391967"/>
                  </a:lnTo>
                  <a:lnTo>
                    <a:pt x="8377287" y="2391967"/>
                  </a:lnTo>
                  <a:lnTo>
                    <a:pt x="8375575" y="2391967"/>
                  </a:lnTo>
                  <a:lnTo>
                    <a:pt x="8373864" y="2391967"/>
                  </a:lnTo>
                  <a:lnTo>
                    <a:pt x="8372152" y="2391967"/>
                  </a:lnTo>
                  <a:lnTo>
                    <a:pt x="8370441" y="2391967"/>
                  </a:lnTo>
                  <a:lnTo>
                    <a:pt x="8368730" y="2391967"/>
                  </a:lnTo>
                  <a:lnTo>
                    <a:pt x="8367018" y="2391967"/>
                  </a:lnTo>
                  <a:lnTo>
                    <a:pt x="8365307" y="2391967"/>
                  </a:lnTo>
                  <a:lnTo>
                    <a:pt x="8363595" y="2391967"/>
                  </a:lnTo>
                  <a:lnTo>
                    <a:pt x="8361884" y="2391967"/>
                  </a:lnTo>
                  <a:lnTo>
                    <a:pt x="8360173" y="2391967"/>
                  </a:lnTo>
                  <a:lnTo>
                    <a:pt x="8358461" y="2391967"/>
                  </a:lnTo>
                  <a:lnTo>
                    <a:pt x="8356750" y="2391967"/>
                  </a:lnTo>
                  <a:lnTo>
                    <a:pt x="8355038" y="2391967"/>
                  </a:lnTo>
                  <a:lnTo>
                    <a:pt x="8353327" y="2391967"/>
                  </a:lnTo>
                  <a:lnTo>
                    <a:pt x="8351616" y="2391967"/>
                  </a:lnTo>
                  <a:lnTo>
                    <a:pt x="8349904" y="2391967"/>
                  </a:lnTo>
                  <a:lnTo>
                    <a:pt x="8348193" y="2391967"/>
                  </a:lnTo>
                  <a:lnTo>
                    <a:pt x="8346481" y="2391967"/>
                  </a:lnTo>
                  <a:lnTo>
                    <a:pt x="8344770" y="2391967"/>
                  </a:lnTo>
                  <a:lnTo>
                    <a:pt x="8343059" y="2391967"/>
                  </a:lnTo>
                  <a:lnTo>
                    <a:pt x="8341347" y="2391967"/>
                  </a:lnTo>
                  <a:lnTo>
                    <a:pt x="8339636" y="2391967"/>
                  </a:lnTo>
                  <a:lnTo>
                    <a:pt x="8337924" y="2391967"/>
                  </a:lnTo>
                  <a:lnTo>
                    <a:pt x="8336213" y="2391967"/>
                  </a:lnTo>
                  <a:lnTo>
                    <a:pt x="8334502" y="2391967"/>
                  </a:lnTo>
                  <a:lnTo>
                    <a:pt x="8332790" y="2391967"/>
                  </a:lnTo>
                  <a:lnTo>
                    <a:pt x="8331079" y="2391967"/>
                  </a:lnTo>
                  <a:lnTo>
                    <a:pt x="8329367" y="2391967"/>
                  </a:lnTo>
                  <a:lnTo>
                    <a:pt x="8327656" y="2391967"/>
                  </a:lnTo>
                  <a:lnTo>
                    <a:pt x="8325945" y="2391967"/>
                  </a:lnTo>
                  <a:lnTo>
                    <a:pt x="8324233" y="2391967"/>
                  </a:lnTo>
                  <a:lnTo>
                    <a:pt x="8322522" y="2391967"/>
                  </a:lnTo>
                  <a:lnTo>
                    <a:pt x="8320811" y="2391967"/>
                  </a:lnTo>
                  <a:lnTo>
                    <a:pt x="8319099" y="2391967"/>
                  </a:lnTo>
                  <a:lnTo>
                    <a:pt x="8317388" y="2391967"/>
                  </a:lnTo>
                  <a:lnTo>
                    <a:pt x="8315676" y="2391967"/>
                  </a:lnTo>
                  <a:lnTo>
                    <a:pt x="8313965" y="2391967"/>
                  </a:lnTo>
                  <a:lnTo>
                    <a:pt x="8312254" y="2391967"/>
                  </a:lnTo>
                  <a:lnTo>
                    <a:pt x="8310542" y="2391967"/>
                  </a:lnTo>
                  <a:lnTo>
                    <a:pt x="8308831" y="2391967"/>
                  </a:lnTo>
                  <a:lnTo>
                    <a:pt x="8307119" y="2391967"/>
                  </a:lnTo>
                  <a:lnTo>
                    <a:pt x="8305408" y="2391967"/>
                  </a:lnTo>
                  <a:lnTo>
                    <a:pt x="8303697" y="2391967"/>
                  </a:lnTo>
                  <a:lnTo>
                    <a:pt x="8301985" y="2391967"/>
                  </a:lnTo>
                  <a:lnTo>
                    <a:pt x="8300274" y="2391967"/>
                  </a:lnTo>
                  <a:lnTo>
                    <a:pt x="8298562" y="2391967"/>
                  </a:lnTo>
                  <a:lnTo>
                    <a:pt x="8296851" y="2391967"/>
                  </a:lnTo>
                  <a:lnTo>
                    <a:pt x="8295140" y="2391967"/>
                  </a:lnTo>
                  <a:lnTo>
                    <a:pt x="8293428" y="2391967"/>
                  </a:lnTo>
                  <a:lnTo>
                    <a:pt x="8291717" y="2391967"/>
                  </a:lnTo>
                  <a:lnTo>
                    <a:pt x="8290005" y="2391967"/>
                  </a:lnTo>
                  <a:lnTo>
                    <a:pt x="8288294" y="2391967"/>
                  </a:lnTo>
                  <a:lnTo>
                    <a:pt x="8286583" y="2391967"/>
                  </a:lnTo>
                  <a:lnTo>
                    <a:pt x="8284871" y="2391967"/>
                  </a:lnTo>
                  <a:lnTo>
                    <a:pt x="8283160" y="2391967"/>
                  </a:lnTo>
                  <a:lnTo>
                    <a:pt x="8281448" y="2391967"/>
                  </a:lnTo>
                  <a:lnTo>
                    <a:pt x="8279737" y="2391967"/>
                  </a:lnTo>
                  <a:lnTo>
                    <a:pt x="8278026" y="2391967"/>
                  </a:lnTo>
                  <a:lnTo>
                    <a:pt x="8276314" y="2391967"/>
                  </a:lnTo>
                  <a:lnTo>
                    <a:pt x="8274603" y="2391967"/>
                  </a:lnTo>
                  <a:lnTo>
                    <a:pt x="8272891" y="2391967"/>
                  </a:lnTo>
                  <a:lnTo>
                    <a:pt x="8271180" y="2391967"/>
                  </a:lnTo>
                  <a:lnTo>
                    <a:pt x="8269469" y="2391967"/>
                  </a:lnTo>
                  <a:lnTo>
                    <a:pt x="8267757" y="2391967"/>
                  </a:lnTo>
                  <a:lnTo>
                    <a:pt x="8266046" y="2391967"/>
                  </a:lnTo>
                  <a:lnTo>
                    <a:pt x="8264334" y="2391967"/>
                  </a:lnTo>
                  <a:lnTo>
                    <a:pt x="8262623" y="2391967"/>
                  </a:lnTo>
                  <a:lnTo>
                    <a:pt x="8260912" y="2391967"/>
                  </a:lnTo>
                  <a:lnTo>
                    <a:pt x="8259200" y="2391967"/>
                  </a:lnTo>
                  <a:lnTo>
                    <a:pt x="8257489" y="2391967"/>
                  </a:lnTo>
                  <a:lnTo>
                    <a:pt x="8255777" y="2391967"/>
                  </a:lnTo>
                  <a:lnTo>
                    <a:pt x="8254066" y="2391967"/>
                  </a:lnTo>
                  <a:lnTo>
                    <a:pt x="8252355" y="2391967"/>
                  </a:lnTo>
                  <a:lnTo>
                    <a:pt x="8250643" y="2391967"/>
                  </a:lnTo>
                  <a:lnTo>
                    <a:pt x="8248932" y="2391967"/>
                  </a:lnTo>
                  <a:lnTo>
                    <a:pt x="8247220" y="2391967"/>
                  </a:lnTo>
                  <a:lnTo>
                    <a:pt x="8245509" y="2391967"/>
                  </a:lnTo>
                  <a:lnTo>
                    <a:pt x="8243798" y="2391967"/>
                  </a:lnTo>
                  <a:lnTo>
                    <a:pt x="8242086" y="2391967"/>
                  </a:lnTo>
                  <a:lnTo>
                    <a:pt x="8240375" y="2391967"/>
                  </a:lnTo>
                  <a:lnTo>
                    <a:pt x="8238663" y="2391967"/>
                  </a:lnTo>
                  <a:lnTo>
                    <a:pt x="8236952" y="2391967"/>
                  </a:lnTo>
                  <a:lnTo>
                    <a:pt x="8235241" y="2391967"/>
                  </a:lnTo>
                  <a:lnTo>
                    <a:pt x="8233529" y="2391967"/>
                  </a:lnTo>
                  <a:lnTo>
                    <a:pt x="8231818" y="2391967"/>
                  </a:lnTo>
                  <a:lnTo>
                    <a:pt x="8230106" y="2391967"/>
                  </a:lnTo>
                  <a:lnTo>
                    <a:pt x="8228395" y="2391967"/>
                  </a:lnTo>
                  <a:lnTo>
                    <a:pt x="8226684" y="2391967"/>
                  </a:lnTo>
                  <a:lnTo>
                    <a:pt x="8224972" y="2391967"/>
                  </a:lnTo>
                  <a:lnTo>
                    <a:pt x="8223261" y="2391967"/>
                  </a:lnTo>
                  <a:lnTo>
                    <a:pt x="8221550" y="2391967"/>
                  </a:lnTo>
                  <a:lnTo>
                    <a:pt x="8219838" y="2391967"/>
                  </a:lnTo>
                  <a:lnTo>
                    <a:pt x="8218127" y="2391967"/>
                  </a:lnTo>
                  <a:lnTo>
                    <a:pt x="8216415" y="2391967"/>
                  </a:lnTo>
                  <a:lnTo>
                    <a:pt x="8214704" y="2391967"/>
                  </a:lnTo>
                  <a:lnTo>
                    <a:pt x="8212993" y="2391967"/>
                  </a:lnTo>
                  <a:lnTo>
                    <a:pt x="8211281" y="2391967"/>
                  </a:lnTo>
                  <a:lnTo>
                    <a:pt x="8209570" y="2391967"/>
                  </a:lnTo>
                  <a:lnTo>
                    <a:pt x="8207858" y="2391967"/>
                  </a:lnTo>
                  <a:lnTo>
                    <a:pt x="8206147" y="2391967"/>
                  </a:lnTo>
                  <a:lnTo>
                    <a:pt x="8204436" y="2391967"/>
                  </a:lnTo>
                  <a:lnTo>
                    <a:pt x="8202724" y="2391967"/>
                  </a:lnTo>
                  <a:lnTo>
                    <a:pt x="8201013" y="2391967"/>
                  </a:lnTo>
                  <a:lnTo>
                    <a:pt x="8199301" y="2391967"/>
                  </a:lnTo>
                  <a:lnTo>
                    <a:pt x="8197590" y="2391967"/>
                  </a:lnTo>
                  <a:lnTo>
                    <a:pt x="8195879" y="2391967"/>
                  </a:lnTo>
                  <a:lnTo>
                    <a:pt x="8194167" y="2391967"/>
                  </a:lnTo>
                  <a:lnTo>
                    <a:pt x="8192456" y="2391967"/>
                  </a:lnTo>
                  <a:lnTo>
                    <a:pt x="8190744" y="2391967"/>
                  </a:lnTo>
                  <a:lnTo>
                    <a:pt x="8189033" y="2391967"/>
                  </a:lnTo>
                  <a:lnTo>
                    <a:pt x="8187322" y="2391967"/>
                  </a:lnTo>
                  <a:lnTo>
                    <a:pt x="8185610" y="2391967"/>
                  </a:lnTo>
                  <a:lnTo>
                    <a:pt x="8183899" y="2391967"/>
                  </a:lnTo>
                  <a:lnTo>
                    <a:pt x="8182187" y="2391967"/>
                  </a:lnTo>
                  <a:lnTo>
                    <a:pt x="8180476" y="2391967"/>
                  </a:lnTo>
                  <a:lnTo>
                    <a:pt x="8178765" y="2391967"/>
                  </a:lnTo>
                  <a:lnTo>
                    <a:pt x="8177053" y="2391967"/>
                  </a:lnTo>
                  <a:lnTo>
                    <a:pt x="8175342" y="2391967"/>
                  </a:lnTo>
                  <a:lnTo>
                    <a:pt x="8173630" y="2391967"/>
                  </a:lnTo>
                  <a:lnTo>
                    <a:pt x="8171919" y="2391967"/>
                  </a:lnTo>
                  <a:lnTo>
                    <a:pt x="8170208" y="2391967"/>
                  </a:lnTo>
                  <a:lnTo>
                    <a:pt x="8168496" y="2391967"/>
                  </a:lnTo>
                  <a:lnTo>
                    <a:pt x="8166785" y="2391967"/>
                  </a:lnTo>
                  <a:lnTo>
                    <a:pt x="8165073" y="2391967"/>
                  </a:lnTo>
                  <a:lnTo>
                    <a:pt x="8163362" y="2391967"/>
                  </a:lnTo>
                  <a:lnTo>
                    <a:pt x="8161651" y="2391967"/>
                  </a:lnTo>
                  <a:lnTo>
                    <a:pt x="8159939" y="2391967"/>
                  </a:lnTo>
                  <a:lnTo>
                    <a:pt x="8158228" y="2391967"/>
                  </a:lnTo>
                  <a:lnTo>
                    <a:pt x="8156516" y="2391967"/>
                  </a:lnTo>
                  <a:lnTo>
                    <a:pt x="8154805" y="2391967"/>
                  </a:lnTo>
                  <a:lnTo>
                    <a:pt x="8153094" y="2391967"/>
                  </a:lnTo>
                  <a:lnTo>
                    <a:pt x="8151382" y="2391967"/>
                  </a:lnTo>
                  <a:lnTo>
                    <a:pt x="8149671" y="2391967"/>
                  </a:lnTo>
                  <a:lnTo>
                    <a:pt x="8147959" y="2391967"/>
                  </a:lnTo>
                  <a:lnTo>
                    <a:pt x="8146248" y="2391967"/>
                  </a:lnTo>
                  <a:lnTo>
                    <a:pt x="8144537" y="2391967"/>
                  </a:lnTo>
                  <a:lnTo>
                    <a:pt x="8142825" y="2391967"/>
                  </a:lnTo>
                  <a:lnTo>
                    <a:pt x="8141114" y="2391967"/>
                  </a:lnTo>
                  <a:lnTo>
                    <a:pt x="8139402" y="2391967"/>
                  </a:lnTo>
                  <a:lnTo>
                    <a:pt x="8137691" y="2391967"/>
                  </a:lnTo>
                  <a:lnTo>
                    <a:pt x="8135980" y="2391967"/>
                  </a:lnTo>
                  <a:lnTo>
                    <a:pt x="8134268" y="2391967"/>
                  </a:lnTo>
                  <a:lnTo>
                    <a:pt x="8132557" y="2391967"/>
                  </a:lnTo>
                  <a:lnTo>
                    <a:pt x="8130845" y="2391967"/>
                  </a:lnTo>
                  <a:lnTo>
                    <a:pt x="8129134" y="2391967"/>
                  </a:lnTo>
                  <a:lnTo>
                    <a:pt x="8127423" y="2391967"/>
                  </a:lnTo>
                  <a:lnTo>
                    <a:pt x="8125711" y="2391967"/>
                  </a:lnTo>
                  <a:lnTo>
                    <a:pt x="8124000" y="2391967"/>
                  </a:lnTo>
                  <a:lnTo>
                    <a:pt x="8122288" y="2391967"/>
                  </a:lnTo>
                  <a:lnTo>
                    <a:pt x="8120577" y="2391967"/>
                  </a:lnTo>
                  <a:lnTo>
                    <a:pt x="8118866" y="2391967"/>
                  </a:lnTo>
                  <a:lnTo>
                    <a:pt x="8117154" y="2391967"/>
                  </a:lnTo>
                  <a:lnTo>
                    <a:pt x="8115443" y="2391967"/>
                  </a:lnTo>
                  <a:lnTo>
                    <a:pt x="8113732" y="2391967"/>
                  </a:lnTo>
                  <a:lnTo>
                    <a:pt x="8112020" y="2391967"/>
                  </a:lnTo>
                  <a:lnTo>
                    <a:pt x="8110309" y="2391967"/>
                  </a:lnTo>
                  <a:lnTo>
                    <a:pt x="8108597" y="2391967"/>
                  </a:lnTo>
                  <a:lnTo>
                    <a:pt x="8106886" y="2391967"/>
                  </a:lnTo>
                  <a:lnTo>
                    <a:pt x="8105175" y="2391967"/>
                  </a:lnTo>
                  <a:lnTo>
                    <a:pt x="8103463" y="2391967"/>
                  </a:lnTo>
                  <a:lnTo>
                    <a:pt x="8101752" y="2391967"/>
                  </a:lnTo>
                  <a:lnTo>
                    <a:pt x="8100040" y="2391967"/>
                  </a:lnTo>
                  <a:lnTo>
                    <a:pt x="8098329" y="2391967"/>
                  </a:lnTo>
                  <a:lnTo>
                    <a:pt x="8096618" y="2391967"/>
                  </a:lnTo>
                  <a:lnTo>
                    <a:pt x="8094906" y="2391967"/>
                  </a:lnTo>
                  <a:lnTo>
                    <a:pt x="8093195" y="2391967"/>
                  </a:lnTo>
                  <a:lnTo>
                    <a:pt x="8091483" y="2391967"/>
                  </a:lnTo>
                  <a:lnTo>
                    <a:pt x="8089772" y="2391967"/>
                  </a:lnTo>
                  <a:lnTo>
                    <a:pt x="8088061" y="2391967"/>
                  </a:lnTo>
                  <a:lnTo>
                    <a:pt x="8086349" y="2391967"/>
                  </a:lnTo>
                  <a:lnTo>
                    <a:pt x="8084638" y="2391967"/>
                  </a:lnTo>
                  <a:lnTo>
                    <a:pt x="8082926" y="2391967"/>
                  </a:lnTo>
                  <a:lnTo>
                    <a:pt x="8081215" y="2391967"/>
                  </a:lnTo>
                  <a:lnTo>
                    <a:pt x="8079504" y="2391967"/>
                  </a:lnTo>
                  <a:lnTo>
                    <a:pt x="8077792" y="2391967"/>
                  </a:lnTo>
                  <a:lnTo>
                    <a:pt x="8076081" y="2391967"/>
                  </a:lnTo>
                  <a:lnTo>
                    <a:pt x="8074369" y="2391967"/>
                  </a:lnTo>
                  <a:lnTo>
                    <a:pt x="8072658" y="2391967"/>
                  </a:lnTo>
                  <a:lnTo>
                    <a:pt x="8070947" y="2391967"/>
                  </a:lnTo>
                  <a:lnTo>
                    <a:pt x="8069235" y="2391967"/>
                  </a:lnTo>
                  <a:lnTo>
                    <a:pt x="8067524" y="2391967"/>
                  </a:lnTo>
                  <a:lnTo>
                    <a:pt x="8065812" y="2391967"/>
                  </a:lnTo>
                  <a:lnTo>
                    <a:pt x="8064101" y="2391967"/>
                  </a:lnTo>
                  <a:lnTo>
                    <a:pt x="8062390" y="2391967"/>
                  </a:lnTo>
                  <a:lnTo>
                    <a:pt x="8060678" y="2391967"/>
                  </a:lnTo>
                  <a:lnTo>
                    <a:pt x="8058967" y="2391967"/>
                  </a:lnTo>
                  <a:lnTo>
                    <a:pt x="8057255" y="2391967"/>
                  </a:lnTo>
                  <a:lnTo>
                    <a:pt x="8055544" y="2391967"/>
                  </a:lnTo>
                  <a:lnTo>
                    <a:pt x="8053833" y="2391967"/>
                  </a:lnTo>
                  <a:lnTo>
                    <a:pt x="8052121" y="2391967"/>
                  </a:lnTo>
                  <a:lnTo>
                    <a:pt x="8050410" y="2391967"/>
                  </a:lnTo>
                  <a:lnTo>
                    <a:pt x="8048698" y="2391967"/>
                  </a:lnTo>
                  <a:lnTo>
                    <a:pt x="8046987" y="2391967"/>
                  </a:lnTo>
                  <a:lnTo>
                    <a:pt x="8045276" y="2391967"/>
                  </a:lnTo>
                  <a:lnTo>
                    <a:pt x="8043564" y="2391967"/>
                  </a:lnTo>
                  <a:lnTo>
                    <a:pt x="8041853" y="2391967"/>
                  </a:lnTo>
                  <a:lnTo>
                    <a:pt x="8040141" y="2391967"/>
                  </a:lnTo>
                  <a:lnTo>
                    <a:pt x="8038430" y="2391967"/>
                  </a:lnTo>
                  <a:lnTo>
                    <a:pt x="8036719" y="2391967"/>
                  </a:lnTo>
                  <a:lnTo>
                    <a:pt x="8035007" y="2391967"/>
                  </a:lnTo>
                  <a:lnTo>
                    <a:pt x="8033296" y="2391967"/>
                  </a:lnTo>
                  <a:lnTo>
                    <a:pt x="8031584" y="2391967"/>
                  </a:lnTo>
                  <a:lnTo>
                    <a:pt x="8029873" y="2391967"/>
                  </a:lnTo>
                  <a:lnTo>
                    <a:pt x="8028162" y="2391967"/>
                  </a:lnTo>
                  <a:lnTo>
                    <a:pt x="8026450" y="2391967"/>
                  </a:lnTo>
                  <a:lnTo>
                    <a:pt x="8024739" y="2391967"/>
                  </a:lnTo>
                  <a:lnTo>
                    <a:pt x="8023027" y="2391967"/>
                  </a:lnTo>
                  <a:lnTo>
                    <a:pt x="8021316" y="2391967"/>
                  </a:lnTo>
                  <a:lnTo>
                    <a:pt x="8019605" y="2391967"/>
                  </a:lnTo>
                  <a:lnTo>
                    <a:pt x="8017893" y="2391967"/>
                  </a:lnTo>
                  <a:lnTo>
                    <a:pt x="8016182" y="2391967"/>
                  </a:lnTo>
                  <a:lnTo>
                    <a:pt x="8014470" y="2391967"/>
                  </a:lnTo>
                  <a:lnTo>
                    <a:pt x="8012759" y="2391967"/>
                  </a:lnTo>
                  <a:lnTo>
                    <a:pt x="8011048" y="2391967"/>
                  </a:lnTo>
                  <a:lnTo>
                    <a:pt x="8009336" y="2391967"/>
                  </a:lnTo>
                  <a:lnTo>
                    <a:pt x="8007625" y="2391967"/>
                  </a:lnTo>
                  <a:lnTo>
                    <a:pt x="8005914" y="2391967"/>
                  </a:lnTo>
                  <a:lnTo>
                    <a:pt x="8004202" y="2391967"/>
                  </a:lnTo>
                  <a:lnTo>
                    <a:pt x="8002491" y="2391967"/>
                  </a:lnTo>
                  <a:lnTo>
                    <a:pt x="8000779" y="2391967"/>
                  </a:lnTo>
                  <a:lnTo>
                    <a:pt x="7999068" y="2391967"/>
                  </a:lnTo>
                  <a:lnTo>
                    <a:pt x="7997357" y="2391967"/>
                  </a:lnTo>
                  <a:lnTo>
                    <a:pt x="7995645" y="2391967"/>
                  </a:lnTo>
                  <a:lnTo>
                    <a:pt x="7993934" y="2391967"/>
                  </a:lnTo>
                  <a:lnTo>
                    <a:pt x="7992222" y="2391967"/>
                  </a:lnTo>
                  <a:lnTo>
                    <a:pt x="7990511" y="2391967"/>
                  </a:lnTo>
                  <a:lnTo>
                    <a:pt x="7988800" y="2391967"/>
                  </a:lnTo>
                  <a:lnTo>
                    <a:pt x="7987088" y="2391967"/>
                  </a:lnTo>
                  <a:lnTo>
                    <a:pt x="7985377" y="2391967"/>
                  </a:lnTo>
                  <a:lnTo>
                    <a:pt x="7983665" y="2391967"/>
                  </a:lnTo>
                  <a:lnTo>
                    <a:pt x="7981954" y="2391967"/>
                  </a:lnTo>
                  <a:lnTo>
                    <a:pt x="7980243" y="2391967"/>
                  </a:lnTo>
                  <a:lnTo>
                    <a:pt x="7978531" y="2391967"/>
                  </a:lnTo>
                  <a:lnTo>
                    <a:pt x="7976820" y="2391967"/>
                  </a:lnTo>
                  <a:lnTo>
                    <a:pt x="7975108" y="2391967"/>
                  </a:lnTo>
                  <a:lnTo>
                    <a:pt x="7973397" y="2391967"/>
                  </a:lnTo>
                  <a:lnTo>
                    <a:pt x="7971686" y="2391967"/>
                  </a:lnTo>
                  <a:lnTo>
                    <a:pt x="7969974" y="2391967"/>
                  </a:lnTo>
                  <a:lnTo>
                    <a:pt x="7968263" y="2391967"/>
                  </a:lnTo>
                  <a:lnTo>
                    <a:pt x="7966551" y="2391967"/>
                  </a:lnTo>
                  <a:lnTo>
                    <a:pt x="7964840" y="2391967"/>
                  </a:lnTo>
                  <a:lnTo>
                    <a:pt x="7963129" y="2391967"/>
                  </a:lnTo>
                  <a:lnTo>
                    <a:pt x="7961417" y="2391967"/>
                  </a:lnTo>
                  <a:lnTo>
                    <a:pt x="7959706" y="2391967"/>
                  </a:lnTo>
                  <a:lnTo>
                    <a:pt x="7957994" y="2391967"/>
                  </a:lnTo>
                  <a:lnTo>
                    <a:pt x="7956283" y="2391967"/>
                  </a:lnTo>
                  <a:lnTo>
                    <a:pt x="7954572" y="2391967"/>
                  </a:lnTo>
                  <a:lnTo>
                    <a:pt x="7952860" y="2391967"/>
                  </a:lnTo>
                  <a:lnTo>
                    <a:pt x="7951149" y="2391967"/>
                  </a:lnTo>
                  <a:lnTo>
                    <a:pt x="7949437" y="2391967"/>
                  </a:lnTo>
                  <a:lnTo>
                    <a:pt x="7947726" y="2391967"/>
                  </a:lnTo>
                  <a:lnTo>
                    <a:pt x="7946015" y="2391967"/>
                  </a:lnTo>
                  <a:lnTo>
                    <a:pt x="7944303" y="2391967"/>
                  </a:lnTo>
                  <a:lnTo>
                    <a:pt x="7942592" y="2391967"/>
                  </a:lnTo>
                  <a:lnTo>
                    <a:pt x="7940880" y="2391967"/>
                  </a:lnTo>
                  <a:lnTo>
                    <a:pt x="7939169" y="2391967"/>
                  </a:lnTo>
                  <a:lnTo>
                    <a:pt x="7937458" y="2391967"/>
                  </a:lnTo>
                  <a:lnTo>
                    <a:pt x="7935746" y="2391967"/>
                  </a:lnTo>
                  <a:lnTo>
                    <a:pt x="7934035" y="2391967"/>
                  </a:lnTo>
                  <a:lnTo>
                    <a:pt x="7932323" y="2391967"/>
                  </a:lnTo>
                  <a:lnTo>
                    <a:pt x="7930612" y="2391967"/>
                  </a:lnTo>
                  <a:lnTo>
                    <a:pt x="7928901" y="2391967"/>
                  </a:lnTo>
                  <a:lnTo>
                    <a:pt x="7927189" y="2391967"/>
                  </a:lnTo>
                  <a:lnTo>
                    <a:pt x="7925478" y="2391967"/>
                  </a:lnTo>
                  <a:lnTo>
                    <a:pt x="7923766" y="2391967"/>
                  </a:lnTo>
                  <a:lnTo>
                    <a:pt x="7922055" y="2391967"/>
                  </a:lnTo>
                  <a:lnTo>
                    <a:pt x="7920344" y="2391967"/>
                  </a:lnTo>
                  <a:lnTo>
                    <a:pt x="7918632" y="2391967"/>
                  </a:lnTo>
                  <a:lnTo>
                    <a:pt x="7916921" y="2391967"/>
                  </a:lnTo>
                  <a:lnTo>
                    <a:pt x="7915209" y="2391967"/>
                  </a:lnTo>
                  <a:lnTo>
                    <a:pt x="7913498" y="2391967"/>
                  </a:lnTo>
                  <a:lnTo>
                    <a:pt x="7911787" y="2391967"/>
                  </a:lnTo>
                  <a:lnTo>
                    <a:pt x="7910075" y="2391967"/>
                  </a:lnTo>
                  <a:lnTo>
                    <a:pt x="7908364" y="2391967"/>
                  </a:lnTo>
                  <a:lnTo>
                    <a:pt x="7906652" y="2391967"/>
                  </a:lnTo>
                  <a:lnTo>
                    <a:pt x="7904941" y="2391967"/>
                  </a:lnTo>
                  <a:lnTo>
                    <a:pt x="7903230" y="2391967"/>
                  </a:lnTo>
                  <a:lnTo>
                    <a:pt x="7901518" y="2391967"/>
                  </a:lnTo>
                  <a:lnTo>
                    <a:pt x="7899807" y="2391967"/>
                  </a:lnTo>
                  <a:lnTo>
                    <a:pt x="7898096" y="2391967"/>
                  </a:lnTo>
                  <a:lnTo>
                    <a:pt x="7896384" y="2391967"/>
                  </a:lnTo>
                  <a:lnTo>
                    <a:pt x="7894673" y="2391967"/>
                  </a:lnTo>
                  <a:lnTo>
                    <a:pt x="7892961" y="2391967"/>
                  </a:lnTo>
                  <a:lnTo>
                    <a:pt x="7891250" y="2391967"/>
                  </a:lnTo>
                  <a:lnTo>
                    <a:pt x="7889539" y="2391967"/>
                  </a:lnTo>
                  <a:lnTo>
                    <a:pt x="7887827" y="2391967"/>
                  </a:lnTo>
                  <a:lnTo>
                    <a:pt x="7886116" y="2391967"/>
                  </a:lnTo>
                  <a:lnTo>
                    <a:pt x="7884404" y="2391967"/>
                  </a:lnTo>
                  <a:lnTo>
                    <a:pt x="7882693" y="2391967"/>
                  </a:lnTo>
                  <a:lnTo>
                    <a:pt x="7880982" y="2391967"/>
                  </a:lnTo>
                  <a:lnTo>
                    <a:pt x="7879270" y="2391967"/>
                  </a:lnTo>
                  <a:lnTo>
                    <a:pt x="7877559" y="2391967"/>
                  </a:lnTo>
                  <a:lnTo>
                    <a:pt x="7875847" y="2391967"/>
                  </a:lnTo>
                  <a:lnTo>
                    <a:pt x="7874136" y="2391967"/>
                  </a:lnTo>
                  <a:lnTo>
                    <a:pt x="7872425" y="2391967"/>
                  </a:lnTo>
                  <a:lnTo>
                    <a:pt x="7870713" y="2391967"/>
                  </a:lnTo>
                  <a:lnTo>
                    <a:pt x="7869002" y="2391967"/>
                  </a:lnTo>
                  <a:lnTo>
                    <a:pt x="7867290" y="2391967"/>
                  </a:lnTo>
                  <a:lnTo>
                    <a:pt x="7865579" y="2391967"/>
                  </a:lnTo>
                  <a:lnTo>
                    <a:pt x="7863868" y="2391967"/>
                  </a:lnTo>
                  <a:lnTo>
                    <a:pt x="7862156" y="2391967"/>
                  </a:lnTo>
                  <a:lnTo>
                    <a:pt x="7860445" y="2391967"/>
                  </a:lnTo>
                  <a:lnTo>
                    <a:pt x="7858733" y="2391967"/>
                  </a:lnTo>
                  <a:lnTo>
                    <a:pt x="7857022" y="2391967"/>
                  </a:lnTo>
                  <a:lnTo>
                    <a:pt x="7855311" y="2391967"/>
                  </a:lnTo>
                  <a:lnTo>
                    <a:pt x="7853599" y="2391967"/>
                  </a:lnTo>
                  <a:lnTo>
                    <a:pt x="7851888" y="2391967"/>
                  </a:lnTo>
                  <a:lnTo>
                    <a:pt x="7850176" y="2391967"/>
                  </a:lnTo>
                  <a:lnTo>
                    <a:pt x="7848465" y="2391967"/>
                  </a:lnTo>
                  <a:lnTo>
                    <a:pt x="7846754" y="2391967"/>
                  </a:lnTo>
                  <a:lnTo>
                    <a:pt x="7845042" y="2391967"/>
                  </a:lnTo>
                  <a:lnTo>
                    <a:pt x="7843331" y="2391967"/>
                  </a:lnTo>
                  <a:lnTo>
                    <a:pt x="7841619" y="2391967"/>
                  </a:lnTo>
                  <a:lnTo>
                    <a:pt x="7839908" y="2391967"/>
                  </a:lnTo>
                  <a:lnTo>
                    <a:pt x="7838197" y="2391967"/>
                  </a:lnTo>
                  <a:lnTo>
                    <a:pt x="7836485" y="2391967"/>
                  </a:lnTo>
                  <a:lnTo>
                    <a:pt x="7834774" y="2391967"/>
                  </a:lnTo>
                  <a:lnTo>
                    <a:pt x="7833062" y="2391967"/>
                  </a:lnTo>
                  <a:lnTo>
                    <a:pt x="7831351" y="2391967"/>
                  </a:lnTo>
                  <a:lnTo>
                    <a:pt x="7829640" y="2391967"/>
                  </a:lnTo>
                  <a:lnTo>
                    <a:pt x="7827928" y="2391967"/>
                  </a:lnTo>
                  <a:lnTo>
                    <a:pt x="7826217" y="2391967"/>
                  </a:lnTo>
                  <a:lnTo>
                    <a:pt x="7824505" y="2391967"/>
                  </a:lnTo>
                  <a:lnTo>
                    <a:pt x="7822794" y="2391967"/>
                  </a:lnTo>
                  <a:lnTo>
                    <a:pt x="7821083" y="2391967"/>
                  </a:lnTo>
                  <a:lnTo>
                    <a:pt x="7819371" y="2391967"/>
                  </a:lnTo>
                  <a:lnTo>
                    <a:pt x="7817660" y="2391967"/>
                  </a:lnTo>
                  <a:lnTo>
                    <a:pt x="7815948" y="2391967"/>
                  </a:lnTo>
                  <a:lnTo>
                    <a:pt x="7814237" y="2391967"/>
                  </a:lnTo>
                  <a:lnTo>
                    <a:pt x="7812526" y="2391967"/>
                  </a:lnTo>
                  <a:lnTo>
                    <a:pt x="7810814" y="2391967"/>
                  </a:lnTo>
                  <a:lnTo>
                    <a:pt x="7809103" y="2391967"/>
                  </a:lnTo>
                  <a:lnTo>
                    <a:pt x="7807391" y="2391967"/>
                  </a:lnTo>
                  <a:lnTo>
                    <a:pt x="7805680" y="2391967"/>
                  </a:lnTo>
                  <a:lnTo>
                    <a:pt x="7803969" y="2391967"/>
                  </a:lnTo>
                  <a:lnTo>
                    <a:pt x="7802257" y="2391967"/>
                  </a:lnTo>
                  <a:lnTo>
                    <a:pt x="7800546" y="2391967"/>
                  </a:lnTo>
                  <a:lnTo>
                    <a:pt x="7798835" y="2391967"/>
                  </a:lnTo>
                  <a:lnTo>
                    <a:pt x="7797123" y="2391967"/>
                  </a:lnTo>
                  <a:lnTo>
                    <a:pt x="7795412" y="2391967"/>
                  </a:lnTo>
                  <a:lnTo>
                    <a:pt x="7793700" y="2391967"/>
                  </a:lnTo>
                  <a:lnTo>
                    <a:pt x="7791989" y="2391967"/>
                  </a:lnTo>
                  <a:lnTo>
                    <a:pt x="7790278" y="2391967"/>
                  </a:lnTo>
                  <a:lnTo>
                    <a:pt x="7788566" y="2391967"/>
                  </a:lnTo>
                  <a:lnTo>
                    <a:pt x="7786855" y="2391967"/>
                  </a:lnTo>
                  <a:lnTo>
                    <a:pt x="7785143" y="2391967"/>
                  </a:lnTo>
                  <a:lnTo>
                    <a:pt x="7783432" y="2391967"/>
                  </a:lnTo>
                  <a:lnTo>
                    <a:pt x="7781721" y="2391967"/>
                  </a:lnTo>
                  <a:lnTo>
                    <a:pt x="7780009" y="2391967"/>
                  </a:lnTo>
                  <a:lnTo>
                    <a:pt x="7778298" y="2391967"/>
                  </a:lnTo>
                  <a:lnTo>
                    <a:pt x="7776586" y="2391967"/>
                  </a:lnTo>
                  <a:lnTo>
                    <a:pt x="7774875" y="2391967"/>
                  </a:lnTo>
                  <a:lnTo>
                    <a:pt x="7773164" y="2391967"/>
                  </a:lnTo>
                  <a:lnTo>
                    <a:pt x="7771452" y="2391967"/>
                  </a:lnTo>
                  <a:lnTo>
                    <a:pt x="7769741" y="2391967"/>
                  </a:lnTo>
                  <a:lnTo>
                    <a:pt x="7768029" y="2391967"/>
                  </a:lnTo>
                  <a:lnTo>
                    <a:pt x="7766318" y="2391967"/>
                  </a:lnTo>
                  <a:lnTo>
                    <a:pt x="7764607" y="2391967"/>
                  </a:lnTo>
                  <a:lnTo>
                    <a:pt x="7762895" y="2391967"/>
                  </a:lnTo>
                  <a:lnTo>
                    <a:pt x="7761184" y="2391967"/>
                  </a:lnTo>
                  <a:lnTo>
                    <a:pt x="7759472" y="2391967"/>
                  </a:lnTo>
                  <a:lnTo>
                    <a:pt x="7757761" y="2391967"/>
                  </a:lnTo>
                  <a:lnTo>
                    <a:pt x="7756050" y="2391967"/>
                  </a:lnTo>
                  <a:lnTo>
                    <a:pt x="7754338" y="2391967"/>
                  </a:lnTo>
                  <a:lnTo>
                    <a:pt x="7752627" y="2391967"/>
                  </a:lnTo>
                  <a:lnTo>
                    <a:pt x="7750915" y="2391967"/>
                  </a:lnTo>
                  <a:lnTo>
                    <a:pt x="7749204" y="2391967"/>
                  </a:lnTo>
                  <a:lnTo>
                    <a:pt x="7747493" y="2391967"/>
                  </a:lnTo>
                  <a:lnTo>
                    <a:pt x="7745781" y="2391967"/>
                  </a:lnTo>
                  <a:lnTo>
                    <a:pt x="7744070" y="2391967"/>
                  </a:lnTo>
                  <a:lnTo>
                    <a:pt x="7742358" y="2391967"/>
                  </a:lnTo>
                  <a:lnTo>
                    <a:pt x="7740647" y="2391967"/>
                  </a:lnTo>
                  <a:lnTo>
                    <a:pt x="7738936" y="2391967"/>
                  </a:lnTo>
                  <a:lnTo>
                    <a:pt x="7737224" y="2391967"/>
                  </a:lnTo>
                  <a:lnTo>
                    <a:pt x="7735513" y="2391967"/>
                  </a:lnTo>
                  <a:lnTo>
                    <a:pt x="7733801" y="2391967"/>
                  </a:lnTo>
                  <a:lnTo>
                    <a:pt x="7732090" y="2391967"/>
                  </a:lnTo>
                  <a:lnTo>
                    <a:pt x="7730379" y="2391967"/>
                  </a:lnTo>
                  <a:lnTo>
                    <a:pt x="7728667" y="2391967"/>
                  </a:lnTo>
                  <a:lnTo>
                    <a:pt x="7726956" y="2391967"/>
                  </a:lnTo>
                  <a:lnTo>
                    <a:pt x="7725244" y="2391967"/>
                  </a:lnTo>
                  <a:lnTo>
                    <a:pt x="7723533" y="2391967"/>
                  </a:lnTo>
                  <a:lnTo>
                    <a:pt x="7721822" y="2391967"/>
                  </a:lnTo>
                  <a:lnTo>
                    <a:pt x="7720110" y="2391967"/>
                  </a:lnTo>
                  <a:lnTo>
                    <a:pt x="7718399" y="2391967"/>
                  </a:lnTo>
                  <a:lnTo>
                    <a:pt x="7716687" y="2391967"/>
                  </a:lnTo>
                  <a:lnTo>
                    <a:pt x="7714976" y="2391967"/>
                  </a:lnTo>
                  <a:lnTo>
                    <a:pt x="7713265" y="2391967"/>
                  </a:lnTo>
                  <a:lnTo>
                    <a:pt x="7711553" y="2391967"/>
                  </a:lnTo>
                  <a:lnTo>
                    <a:pt x="7709842" y="2391967"/>
                  </a:lnTo>
                  <a:lnTo>
                    <a:pt x="7708130" y="2391967"/>
                  </a:lnTo>
                  <a:lnTo>
                    <a:pt x="7706419" y="2391967"/>
                  </a:lnTo>
                  <a:lnTo>
                    <a:pt x="7704708" y="2391967"/>
                  </a:lnTo>
                  <a:lnTo>
                    <a:pt x="7702996" y="2391967"/>
                  </a:lnTo>
                  <a:lnTo>
                    <a:pt x="7701285" y="2391967"/>
                  </a:lnTo>
                  <a:lnTo>
                    <a:pt x="7699573" y="2391967"/>
                  </a:lnTo>
                  <a:lnTo>
                    <a:pt x="7697862" y="2391967"/>
                  </a:lnTo>
                  <a:lnTo>
                    <a:pt x="7696151" y="2391967"/>
                  </a:lnTo>
                  <a:lnTo>
                    <a:pt x="7694439" y="2391967"/>
                  </a:lnTo>
                  <a:lnTo>
                    <a:pt x="7692728" y="2391967"/>
                  </a:lnTo>
                  <a:lnTo>
                    <a:pt x="7691017" y="2391967"/>
                  </a:lnTo>
                  <a:lnTo>
                    <a:pt x="7689305" y="2391967"/>
                  </a:lnTo>
                  <a:lnTo>
                    <a:pt x="7687594" y="2391967"/>
                  </a:lnTo>
                  <a:lnTo>
                    <a:pt x="7685882" y="2391967"/>
                  </a:lnTo>
                  <a:lnTo>
                    <a:pt x="7684171" y="2391967"/>
                  </a:lnTo>
                  <a:lnTo>
                    <a:pt x="7682460" y="2391967"/>
                  </a:lnTo>
                  <a:lnTo>
                    <a:pt x="7680748" y="2391967"/>
                  </a:lnTo>
                  <a:lnTo>
                    <a:pt x="7679037" y="2391967"/>
                  </a:lnTo>
                  <a:lnTo>
                    <a:pt x="7677325" y="2391967"/>
                  </a:lnTo>
                  <a:lnTo>
                    <a:pt x="7675614" y="2391967"/>
                  </a:lnTo>
                  <a:lnTo>
                    <a:pt x="7673903" y="2391967"/>
                  </a:lnTo>
                  <a:lnTo>
                    <a:pt x="7672191" y="2391967"/>
                  </a:lnTo>
                  <a:lnTo>
                    <a:pt x="7670480" y="2391967"/>
                  </a:lnTo>
                  <a:lnTo>
                    <a:pt x="7668768" y="2391967"/>
                  </a:lnTo>
                  <a:lnTo>
                    <a:pt x="7667057" y="2391967"/>
                  </a:lnTo>
                  <a:lnTo>
                    <a:pt x="7665346" y="2391967"/>
                  </a:lnTo>
                  <a:lnTo>
                    <a:pt x="7663634" y="2391967"/>
                  </a:lnTo>
                  <a:lnTo>
                    <a:pt x="7661923" y="2391967"/>
                  </a:lnTo>
                  <a:lnTo>
                    <a:pt x="7660211" y="2391967"/>
                  </a:lnTo>
                  <a:lnTo>
                    <a:pt x="7658500" y="2391967"/>
                  </a:lnTo>
                  <a:lnTo>
                    <a:pt x="7656789" y="2391967"/>
                  </a:lnTo>
                  <a:lnTo>
                    <a:pt x="7655077" y="2391967"/>
                  </a:lnTo>
                  <a:lnTo>
                    <a:pt x="7653366" y="2391967"/>
                  </a:lnTo>
                  <a:lnTo>
                    <a:pt x="7651654" y="2391967"/>
                  </a:lnTo>
                  <a:lnTo>
                    <a:pt x="7649943" y="2391967"/>
                  </a:lnTo>
                  <a:lnTo>
                    <a:pt x="7648232" y="2391967"/>
                  </a:lnTo>
                  <a:lnTo>
                    <a:pt x="7646520" y="2391967"/>
                  </a:lnTo>
                  <a:lnTo>
                    <a:pt x="7644809" y="2391967"/>
                  </a:lnTo>
                  <a:lnTo>
                    <a:pt x="7643097" y="2391967"/>
                  </a:lnTo>
                  <a:lnTo>
                    <a:pt x="7641386" y="2391967"/>
                  </a:lnTo>
                  <a:lnTo>
                    <a:pt x="7639675" y="2391967"/>
                  </a:lnTo>
                  <a:lnTo>
                    <a:pt x="7637963" y="2391967"/>
                  </a:lnTo>
                  <a:lnTo>
                    <a:pt x="7636252" y="2391967"/>
                  </a:lnTo>
                  <a:lnTo>
                    <a:pt x="7634540" y="2391967"/>
                  </a:lnTo>
                  <a:lnTo>
                    <a:pt x="7632829" y="2391967"/>
                  </a:lnTo>
                  <a:lnTo>
                    <a:pt x="7631118" y="2391967"/>
                  </a:lnTo>
                  <a:lnTo>
                    <a:pt x="7629406" y="2391967"/>
                  </a:lnTo>
                  <a:lnTo>
                    <a:pt x="7627695" y="2391967"/>
                  </a:lnTo>
                  <a:lnTo>
                    <a:pt x="7625983" y="2391967"/>
                  </a:lnTo>
                  <a:lnTo>
                    <a:pt x="7624272" y="2391967"/>
                  </a:lnTo>
                  <a:lnTo>
                    <a:pt x="7622561" y="2391967"/>
                  </a:lnTo>
                  <a:lnTo>
                    <a:pt x="7620849" y="2391967"/>
                  </a:lnTo>
                  <a:lnTo>
                    <a:pt x="7619138" y="2391967"/>
                  </a:lnTo>
                  <a:lnTo>
                    <a:pt x="7617426" y="2391967"/>
                  </a:lnTo>
                  <a:lnTo>
                    <a:pt x="7615715" y="2391967"/>
                  </a:lnTo>
                  <a:lnTo>
                    <a:pt x="7614004" y="2391967"/>
                  </a:lnTo>
                  <a:lnTo>
                    <a:pt x="7612292" y="2391967"/>
                  </a:lnTo>
                  <a:lnTo>
                    <a:pt x="7610581" y="2391967"/>
                  </a:lnTo>
                  <a:lnTo>
                    <a:pt x="7608869" y="2391967"/>
                  </a:lnTo>
                  <a:lnTo>
                    <a:pt x="7607158" y="2391967"/>
                  </a:lnTo>
                  <a:lnTo>
                    <a:pt x="7605447" y="2391967"/>
                  </a:lnTo>
                  <a:lnTo>
                    <a:pt x="7603735" y="2391967"/>
                  </a:lnTo>
                  <a:lnTo>
                    <a:pt x="7602024" y="2391967"/>
                  </a:lnTo>
                  <a:lnTo>
                    <a:pt x="7600312" y="2391967"/>
                  </a:lnTo>
                  <a:lnTo>
                    <a:pt x="7598601" y="2391967"/>
                  </a:lnTo>
                  <a:lnTo>
                    <a:pt x="7596890" y="2391967"/>
                  </a:lnTo>
                  <a:lnTo>
                    <a:pt x="7595178" y="2391967"/>
                  </a:lnTo>
                  <a:lnTo>
                    <a:pt x="7593467" y="2391967"/>
                  </a:lnTo>
                  <a:lnTo>
                    <a:pt x="7591755" y="2391967"/>
                  </a:lnTo>
                  <a:lnTo>
                    <a:pt x="7590044" y="2391967"/>
                  </a:lnTo>
                  <a:lnTo>
                    <a:pt x="7588333" y="2391967"/>
                  </a:lnTo>
                  <a:lnTo>
                    <a:pt x="7586621" y="2391967"/>
                  </a:lnTo>
                  <a:lnTo>
                    <a:pt x="7584910" y="2391967"/>
                  </a:lnTo>
                  <a:lnTo>
                    <a:pt x="7583199" y="2391967"/>
                  </a:lnTo>
                  <a:lnTo>
                    <a:pt x="7581487" y="2391967"/>
                  </a:lnTo>
                  <a:lnTo>
                    <a:pt x="7579776" y="2391967"/>
                  </a:lnTo>
                  <a:lnTo>
                    <a:pt x="7578064" y="2391967"/>
                  </a:lnTo>
                  <a:lnTo>
                    <a:pt x="7576353" y="2391967"/>
                  </a:lnTo>
                  <a:lnTo>
                    <a:pt x="7574642" y="2391967"/>
                  </a:lnTo>
                  <a:lnTo>
                    <a:pt x="7572930" y="2391967"/>
                  </a:lnTo>
                  <a:lnTo>
                    <a:pt x="7571219" y="2391967"/>
                  </a:lnTo>
                  <a:lnTo>
                    <a:pt x="7569507" y="2391967"/>
                  </a:lnTo>
                  <a:lnTo>
                    <a:pt x="7567796" y="2391967"/>
                  </a:lnTo>
                  <a:lnTo>
                    <a:pt x="7566085" y="2391967"/>
                  </a:lnTo>
                  <a:lnTo>
                    <a:pt x="7564373" y="2391967"/>
                  </a:lnTo>
                  <a:lnTo>
                    <a:pt x="7562662" y="2391967"/>
                  </a:lnTo>
                  <a:lnTo>
                    <a:pt x="7560950" y="2391967"/>
                  </a:lnTo>
                  <a:lnTo>
                    <a:pt x="7559239" y="2391967"/>
                  </a:lnTo>
                  <a:lnTo>
                    <a:pt x="7557528" y="2391967"/>
                  </a:lnTo>
                  <a:lnTo>
                    <a:pt x="7555816" y="2391967"/>
                  </a:lnTo>
                  <a:lnTo>
                    <a:pt x="7554105" y="2391967"/>
                  </a:lnTo>
                  <a:lnTo>
                    <a:pt x="7552393" y="2391967"/>
                  </a:lnTo>
                  <a:lnTo>
                    <a:pt x="7550682" y="2391967"/>
                  </a:lnTo>
                  <a:lnTo>
                    <a:pt x="7548971" y="2391967"/>
                  </a:lnTo>
                  <a:lnTo>
                    <a:pt x="7547259" y="2391967"/>
                  </a:lnTo>
                  <a:lnTo>
                    <a:pt x="7545548" y="2391967"/>
                  </a:lnTo>
                  <a:lnTo>
                    <a:pt x="7543836" y="2391967"/>
                  </a:lnTo>
                  <a:lnTo>
                    <a:pt x="7542125" y="2391967"/>
                  </a:lnTo>
                  <a:lnTo>
                    <a:pt x="7540414" y="2391967"/>
                  </a:lnTo>
                  <a:lnTo>
                    <a:pt x="7538702" y="2391967"/>
                  </a:lnTo>
                  <a:lnTo>
                    <a:pt x="7536991" y="2391967"/>
                  </a:lnTo>
                  <a:lnTo>
                    <a:pt x="7535279" y="2391967"/>
                  </a:lnTo>
                  <a:lnTo>
                    <a:pt x="7533568" y="2391967"/>
                  </a:lnTo>
                  <a:lnTo>
                    <a:pt x="7531857" y="2391967"/>
                  </a:lnTo>
                  <a:lnTo>
                    <a:pt x="7530145" y="2391967"/>
                  </a:lnTo>
                  <a:lnTo>
                    <a:pt x="7528434" y="2391967"/>
                  </a:lnTo>
                  <a:lnTo>
                    <a:pt x="7526722" y="2391967"/>
                  </a:lnTo>
                  <a:lnTo>
                    <a:pt x="7525011" y="2391967"/>
                  </a:lnTo>
                  <a:lnTo>
                    <a:pt x="7523300" y="2391967"/>
                  </a:lnTo>
                  <a:lnTo>
                    <a:pt x="7521588" y="2391967"/>
                  </a:lnTo>
                  <a:lnTo>
                    <a:pt x="7519877" y="2391967"/>
                  </a:lnTo>
                  <a:lnTo>
                    <a:pt x="7518165" y="2391967"/>
                  </a:lnTo>
                  <a:lnTo>
                    <a:pt x="7516454" y="2391967"/>
                  </a:lnTo>
                  <a:lnTo>
                    <a:pt x="7514743" y="2391967"/>
                  </a:lnTo>
                  <a:lnTo>
                    <a:pt x="7513031" y="2391967"/>
                  </a:lnTo>
                  <a:lnTo>
                    <a:pt x="7511320" y="2391967"/>
                  </a:lnTo>
                  <a:lnTo>
                    <a:pt x="7509608" y="2391967"/>
                  </a:lnTo>
                  <a:lnTo>
                    <a:pt x="7507897" y="2391967"/>
                  </a:lnTo>
                  <a:lnTo>
                    <a:pt x="7506186" y="2391967"/>
                  </a:lnTo>
                  <a:lnTo>
                    <a:pt x="7504474" y="2391967"/>
                  </a:lnTo>
                  <a:lnTo>
                    <a:pt x="7502763" y="2391967"/>
                  </a:lnTo>
                  <a:lnTo>
                    <a:pt x="7501051" y="2391967"/>
                  </a:lnTo>
                  <a:lnTo>
                    <a:pt x="7499340" y="2391967"/>
                  </a:lnTo>
                  <a:lnTo>
                    <a:pt x="7497629" y="2391967"/>
                  </a:lnTo>
                  <a:lnTo>
                    <a:pt x="7495917" y="2391967"/>
                  </a:lnTo>
                  <a:lnTo>
                    <a:pt x="7494206" y="2391967"/>
                  </a:lnTo>
                  <a:lnTo>
                    <a:pt x="7492494" y="2391967"/>
                  </a:lnTo>
                  <a:lnTo>
                    <a:pt x="7490783" y="2391967"/>
                  </a:lnTo>
                  <a:lnTo>
                    <a:pt x="7489072" y="2391967"/>
                  </a:lnTo>
                  <a:lnTo>
                    <a:pt x="7487360" y="2391967"/>
                  </a:lnTo>
                  <a:lnTo>
                    <a:pt x="7485649" y="2391967"/>
                  </a:lnTo>
                  <a:lnTo>
                    <a:pt x="7483938" y="2391967"/>
                  </a:lnTo>
                  <a:lnTo>
                    <a:pt x="7482226" y="2391967"/>
                  </a:lnTo>
                  <a:lnTo>
                    <a:pt x="7480515" y="2391967"/>
                  </a:lnTo>
                  <a:lnTo>
                    <a:pt x="7478803" y="2391967"/>
                  </a:lnTo>
                  <a:lnTo>
                    <a:pt x="7477092" y="2391967"/>
                  </a:lnTo>
                  <a:lnTo>
                    <a:pt x="7475381" y="2391967"/>
                  </a:lnTo>
                  <a:lnTo>
                    <a:pt x="7473669" y="2391967"/>
                  </a:lnTo>
                  <a:lnTo>
                    <a:pt x="7471958" y="2391967"/>
                  </a:lnTo>
                  <a:lnTo>
                    <a:pt x="7470246" y="2391967"/>
                  </a:lnTo>
                  <a:lnTo>
                    <a:pt x="7468535" y="2391967"/>
                  </a:lnTo>
                  <a:lnTo>
                    <a:pt x="7466824" y="2391967"/>
                  </a:lnTo>
                  <a:lnTo>
                    <a:pt x="7465112" y="2391967"/>
                  </a:lnTo>
                  <a:lnTo>
                    <a:pt x="7463401" y="2391967"/>
                  </a:lnTo>
                  <a:lnTo>
                    <a:pt x="7461689" y="2391967"/>
                  </a:lnTo>
                  <a:lnTo>
                    <a:pt x="7459978" y="2391967"/>
                  </a:lnTo>
                  <a:lnTo>
                    <a:pt x="7458267" y="2391967"/>
                  </a:lnTo>
                  <a:lnTo>
                    <a:pt x="7456555" y="2391967"/>
                  </a:lnTo>
                  <a:lnTo>
                    <a:pt x="7454844" y="2391967"/>
                  </a:lnTo>
                  <a:lnTo>
                    <a:pt x="7453132" y="2391967"/>
                  </a:lnTo>
                  <a:lnTo>
                    <a:pt x="7451421" y="2391967"/>
                  </a:lnTo>
                  <a:lnTo>
                    <a:pt x="7449710" y="2391967"/>
                  </a:lnTo>
                  <a:lnTo>
                    <a:pt x="7447998" y="2391967"/>
                  </a:lnTo>
                  <a:lnTo>
                    <a:pt x="7446287" y="2391967"/>
                  </a:lnTo>
                  <a:lnTo>
                    <a:pt x="7444575" y="2391967"/>
                  </a:lnTo>
                  <a:lnTo>
                    <a:pt x="7442864" y="2391967"/>
                  </a:lnTo>
                  <a:lnTo>
                    <a:pt x="7441153" y="2391967"/>
                  </a:lnTo>
                  <a:lnTo>
                    <a:pt x="7439441" y="2391967"/>
                  </a:lnTo>
                  <a:lnTo>
                    <a:pt x="7437730" y="2391967"/>
                  </a:lnTo>
                  <a:lnTo>
                    <a:pt x="7436018" y="2391967"/>
                  </a:lnTo>
                  <a:lnTo>
                    <a:pt x="7434307" y="2391967"/>
                  </a:lnTo>
                  <a:lnTo>
                    <a:pt x="7432596" y="2391967"/>
                  </a:lnTo>
                  <a:lnTo>
                    <a:pt x="7430884" y="2391967"/>
                  </a:lnTo>
                  <a:lnTo>
                    <a:pt x="7429173" y="2391967"/>
                  </a:lnTo>
                  <a:lnTo>
                    <a:pt x="7427461" y="2391967"/>
                  </a:lnTo>
                  <a:lnTo>
                    <a:pt x="7425750" y="2391967"/>
                  </a:lnTo>
                  <a:lnTo>
                    <a:pt x="7424039" y="2391967"/>
                  </a:lnTo>
                  <a:lnTo>
                    <a:pt x="7422327" y="2391967"/>
                  </a:lnTo>
                  <a:lnTo>
                    <a:pt x="7420616" y="2391967"/>
                  </a:lnTo>
                  <a:lnTo>
                    <a:pt x="7418904" y="2391967"/>
                  </a:lnTo>
                  <a:lnTo>
                    <a:pt x="7417193" y="2391967"/>
                  </a:lnTo>
                  <a:lnTo>
                    <a:pt x="7415482" y="2391967"/>
                  </a:lnTo>
                  <a:lnTo>
                    <a:pt x="7413770" y="2391967"/>
                  </a:lnTo>
                  <a:lnTo>
                    <a:pt x="7412059" y="2391967"/>
                  </a:lnTo>
                  <a:lnTo>
                    <a:pt x="7410347" y="2391967"/>
                  </a:lnTo>
                  <a:lnTo>
                    <a:pt x="7408636" y="2391967"/>
                  </a:lnTo>
                  <a:lnTo>
                    <a:pt x="7406925" y="2391967"/>
                  </a:lnTo>
                  <a:lnTo>
                    <a:pt x="7405213" y="2391967"/>
                  </a:lnTo>
                  <a:lnTo>
                    <a:pt x="7403502" y="2391967"/>
                  </a:lnTo>
                  <a:lnTo>
                    <a:pt x="7401790" y="2391967"/>
                  </a:lnTo>
                  <a:lnTo>
                    <a:pt x="7400079" y="2391967"/>
                  </a:lnTo>
                  <a:lnTo>
                    <a:pt x="7398368" y="2391967"/>
                  </a:lnTo>
                  <a:lnTo>
                    <a:pt x="7396656" y="2391967"/>
                  </a:lnTo>
                  <a:lnTo>
                    <a:pt x="7394945" y="2391967"/>
                  </a:lnTo>
                  <a:lnTo>
                    <a:pt x="7393233" y="2391967"/>
                  </a:lnTo>
                  <a:lnTo>
                    <a:pt x="7391522" y="2391967"/>
                  </a:lnTo>
                  <a:lnTo>
                    <a:pt x="7389811" y="2391967"/>
                  </a:lnTo>
                  <a:lnTo>
                    <a:pt x="7388099" y="2391967"/>
                  </a:lnTo>
                  <a:lnTo>
                    <a:pt x="7386388" y="2391967"/>
                  </a:lnTo>
                  <a:lnTo>
                    <a:pt x="7384676" y="2391967"/>
                  </a:lnTo>
                  <a:lnTo>
                    <a:pt x="7382965" y="2391967"/>
                  </a:lnTo>
                  <a:lnTo>
                    <a:pt x="7381254" y="2391967"/>
                  </a:lnTo>
                  <a:lnTo>
                    <a:pt x="7379542" y="2391967"/>
                  </a:lnTo>
                  <a:lnTo>
                    <a:pt x="7377831" y="2391967"/>
                  </a:lnTo>
                  <a:lnTo>
                    <a:pt x="7376120" y="2391967"/>
                  </a:lnTo>
                  <a:lnTo>
                    <a:pt x="7374408" y="2391967"/>
                  </a:lnTo>
                  <a:lnTo>
                    <a:pt x="7372697" y="2391967"/>
                  </a:lnTo>
                  <a:lnTo>
                    <a:pt x="7370985" y="2391967"/>
                  </a:lnTo>
                  <a:lnTo>
                    <a:pt x="7369274" y="2391967"/>
                  </a:lnTo>
                  <a:lnTo>
                    <a:pt x="7367563" y="2391967"/>
                  </a:lnTo>
                  <a:lnTo>
                    <a:pt x="7365851" y="2391967"/>
                  </a:lnTo>
                  <a:lnTo>
                    <a:pt x="7364140" y="2391967"/>
                  </a:lnTo>
                  <a:lnTo>
                    <a:pt x="7362428" y="2391967"/>
                  </a:lnTo>
                  <a:lnTo>
                    <a:pt x="7360717" y="2391967"/>
                  </a:lnTo>
                  <a:lnTo>
                    <a:pt x="7359006" y="2391967"/>
                  </a:lnTo>
                  <a:lnTo>
                    <a:pt x="7357294" y="2391967"/>
                  </a:lnTo>
                  <a:lnTo>
                    <a:pt x="7355583" y="2391967"/>
                  </a:lnTo>
                  <a:lnTo>
                    <a:pt x="7353871" y="2391967"/>
                  </a:lnTo>
                  <a:lnTo>
                    <a:pt x="7352160" y="2391967"/>
                  </a:lnTo>
                  <a:lnTo>
                    <a:pt x="7350449" y="2391967"/>
                  </a:lnTo>
                  <a:lnTo>
                    <a:pt x="7348737" y="2391967"/>
                  </a:lnTo>
                  <a:lnTo>
                    <a:pt x="7347026" y="2391967"/>
                  </a:lnTo>
                  <a:lnTo>
                    <a:pt x="7345314" y="2391967"/>
                  </a:lnTo>
                  <a:lnTo>
                    <a:pt x="7343603" y="2391967"/>
                  </a:lnTo>
                  <a:lnTo>
                    <a:pt x="7341892" y="2391967"/>
                  </a:lnTo>
                  <a:lnTo>
                    <a:pt x="7340180" y="2391967"/>
                  </a:lnTo>
                  <a:lnTo>
                    <a:pt x="7338469" y="2391967"/>
                  </a:lnTo>
                  <a:lnTo>
                    <a:pt x="7336757" y="2391967"/>
                  </a:lnTo>
                  <a:lnTo>
                    <a:pt x="7335046" y="2391967"/>
                  </a:lnTo>
                  <a:lnTo>
                    <a:pt x="7333335" y="2391967"/>
                  </a:lnTo>
                  <a:lnTo>
                    <a:pt x="7331623" y="2391967"/>
                  </a:lnTo>
                  <a:lnTo>
                    <a:pt x="7329912" y="2391967"/>
                  </a:lnTo>
                  <a:lnTo>
                    <a:pt x="7328200" y="2391967"/>
                  </a:lnTo>
                  <a:lnTo>
                    <a:pt x="7326489" y="2391967"/>
                  </a:lnTo>
                  <a:lnTo>
                    <a:pt x="7324778" y="2391967"/>
                  </a:lnTo>
                  <a:lnTo>
                    <a:pt x="7323066" y="2391967"/>
                  </a:lnTo>
                  <a:lnTo>
                    <a:pt x="7321355" y="2391967"/>
                  </a:lnTo>
                  <a:lnTo>
                    <a:pt x="7319643" y="2391967"/>
                  </a:lnTo>
                  <a:lnTo>
                    <a:pt x="7317932" y="2391967"/>
                  </a:lnTo>
                  <a:lnTo>
                    <a:pt x="7316221" y="2391967"/>
                  </a:lnTo>
                  <a:lnTo>
                    <a:pt x="7314509" y="2391967"/>
                  </a:lnTo>
                  <a:lnTo>
                    <a:pt x="7312798" y="2391967"/>
                  </a:lnTo>
                  <a:lnTo>
                    <a:pt x="7311086" y="2391967"/>
                  </a:lnTo>
                  <a:lnTo>
                    <a:pt x="7309375" y="2391967"/>
                  </a:lnTo>
                  <a:lnTo>
                    <a:pt x="7307664" y="2391967"/>
                  </a:lnTo>
                  <a:lnTo>
                    <a:pt x="7305952" y="2391967"/>
                  </a:lnTo>
                  <a:lnTo>
                    <a:pt x="7304241" y="2391967"/>
                  </a:lnTo>
                  <a:lnTo>
                    <a:pt x="7302529" y="2391967"/>
                  </a:lnTo>
                  <a:lnTo>
                    <a:pt x="7300818" y="2391967"/>
                  </a:lnTo>
                  <a:lnTo>
                    <a:pt x="7299107" y="2391967"/>
                  </a:lnTo>
                  <a:lnTo>
                    <a:pt x="7297395" y="2391967"/>
                  </a:lnTo>
                  <a:lnTo>
                    <a:pt x="7295684" y="2391967"/>
                  </a:lnTo>
                  <a:lnTo>
                    <a:pt x="7293972" y="2391967"/>
                  </a:lnTo>
                  <a:lnTo>
                    <a:pt x="7292261" y="2391967"/>
                  </a:lnTo>
                  <a:lnTo>
                    <a:pt x="7290550" y="2391967"/>
                  </a:lnTo>
                  <a:lnTo>
                    <a:pt x="7288838" y="2391967"/>
                  </a:lnTo>
                  <a:lnTo>
                    <a:pt x="7287127" y="2391967"/>
                  </a:lnTo>
                  <a:lnTo>
                    <a:pt x="7285415" y="2391967"/>
                  </a:lnTo>
                  <a:lnTo>
                    <a:pt x="7283704" y="2391967"/>
                  </a:lnTo>
                  <a:lnTo>
                    <a:pt x="7281993" y="2391967"/>
                  </a:lnTo>
                  <a:lnTo>
                    <a:pt x="7280281" y="2391967"/>
                  </a:lnTo>
                  <a:lnTo>
                    <a:pt x="7278570" y="2391967"/>
                  </a:lnTo>
                  <a:lnTo>
                    <a:pt x="7276858" y="2391967"/>
                  </a:lnTo>
                  <a:lnTo>
                    <a:pt x="7275147" y="2391967"/>
                  </a:lnTo>
                  <a:lnTo>
                    <a:pt x="7273436" y="2391967"/>
                  </a:lnTo>
                  <a:lnTo>
                    <a:pt x="7271724" y="2391967"/>
                  </a:lnTo>
                  <a:lnTo>
                    <a:pt x="7270013" y="2391967"/>
                  </a:lnTo>
                  <a:lnTo>
                    <a:pt x="7268302" y="2391967"/>
                  </a:lnTo>
                  <a:lnTo>
                    <a:pt x="7266590" y="2391967"/>
                  </a:lnTo>
                  <a:lnTo>
                    <a:pt x="7264879" y="2391967"/>
                  </a:lnTo>
                  <a:lnTo>
                    <a:pt x="7263167" y="2391967"/>
                  </a:lnTo>
                  <a:lnTo>
                    <a:pt x="7261456" y="2391967"/>
                  </a:lnTo>
                  <a:lnTo>
                    <a:pt x="7259745" y="2391967"/>
                  </a:lnTo>
                  <a:lnTo>
                    <a:pt x="7258033" y="2391967"/>
                  </a:lnTo>
                  <a:lnTo>
                    <a:pt x="7256322" y="2391967"/>
                  </a:lnTo>
                  <a:lnTo>
                    <a:pt x="7254610" y="2391967"/>
                  </a:lnTo>
                  <a:lnTo>
                    <a:pt x="7252899" y="2391967"/>
                  </a:lnTo>
                  <a:lnTo>
                    <a:pt x="7251188" y="2391967"/>
                  </a:lnTo>
                  <a:lnTo>
                    <a:pt x="7249476" y="2391967"/>
                  </a:lnTo>
                  <a:lnTo>
                    <a:pt x="7247765" y="2391967"/>
                  </a:lnTo>
                  <a:lnTo>
                    <a:pt x="7246053" y="2391967"/>
                  </a:lnTo>
                  <a:lnTo>
                    <a:pt x="7244342" y="2391967"/>
                  </a:lnTo>
                  <a:lnTo>
                    <a:pt x="7242631" y="2391967"/>
                  </a:lnTo>
                  <a:lnTo>
                    <a:pt x="7240919" y="2391967"/>
                  </a:lnTo>
                  <a:lnTo>
                    <a:pt x="7239208" y="2391967"/>
                  </a:lnTo>
                  <a:lnTo>
                    <a:pt x="7237496" y="2391967"/>
                  </a:lnTo>
                  <a:lnTo>
                    <a:pt x="7235785" y="2391967"/>
                  </a:lnTo>
                  <a:lnTo>
                    <a:pt x="7234074" y="2391967"/>
                  </a:lnTo>
                  <a:lnTo>
                    <a:pt x="7232362" y="2391967"/>
                  </a:lnTo>
                  <a:lnTo>
                    <a:pt x="7230651" y="2391967"/>
                  </a:lnTo>
                  <a:lnTo>
                    <a:pt x="7228939" y="2391967"/>
                  </a:lnTo>
                  <a:lnTo>
                    <a:pt x="7227228" y="2391967"/>
                  </a:lnTo>
                  <a:lnTo>
                    <a:pt x="7225517" y="2391967"/>
                  </a:lnTo>
                  <a:lnTo>
                    <a:pt x="7223805" y="2391967"/>
                  </a:lnTo>
                  <a:lnTo>
                    <a:pt x="7222094" y="2391967"/>
                  </a:lnTo>
                  <a:lnTo>
                    <a:pt x="7220382" y="2391967"/>
                  </a:lnTo>
                  <a:lnTo>
                    <a:pt x="7218671" y="2391967"/>
                  </a:lnTo>
                  <a:lnTo>
                    <a:pt x="7216960" y="2391967"/>
                  </a:lnTo>
                  <a:lnTo>
                    <a:pt x="7215248" y="2391967"/>
                  </a:lnTo>
                  <a:lnTo>
                    <a:pt x="7213537" y="2391967"/>
                  </a:lnTo>
                  <a:lnTo>
                    <a:pt x="7211825" y="2391967"/>
                  </a:lnTo>
                  <a:lnTo>
                    <a:pt x="7210114" y="2391967"/>
                  </a:lnTo>
                  <a:lnTo>
                    <a:pt x="7208403" y="2391967"/>
                  </a:lnTo>
                  <a:lnTo>
                    <a:pt x="7206691" y="2391967"/>
                  </a:lnTo>
                  <a:lnTo>
                    <a:pt x="7204980" y="2391967"/>
                  </a:lnTo>
                  <a:lnTo>
                    <a:pt x="7203268" y="2391967"/>
                  </a:lnTo>
                  <a:lnTo>
                    <a:pt x="7201557" y="2391967"/>
                  </a:lnTo>
                  <a:lnTo>
                    <a:pt x="7199846" y="2391967"/>
                  </a:lnTo>
                  <a:lnTo>
                    <a:pt x="7198134" y="2391967"/>
                  </a:lnTo>
                  <a:lnTo>
                    <a:pt x="7196423" y="2391967"/>
                  </a:lnTo>
                  <a:lnTo>
                    <a:pt x="7194711" y="2391967"/>
                  </a:lnTo>
                  <a:lnTo>
                    <a:pt x="7193000" y="2391967"/>
                  </a:lnTo>
                  <a:lnTo>
                    <a:pt x="7191289" y="2391967"/>
                  </a:lnTo>
                  <a:lnTo>
                    <a:pt x="7189577" y="2391967"/>
                  </a:lnTo>
                  <a:lnTo>
                    <a:pt x="7187866" y="2391967"/>
                  </a:lnTo>
                  <a:lnTo>
                    <a:pt x="7186154" y="2391967"/>
                  </a:lnTo>
                  <a:lnTo>
                    <a:pt x="7184443" y="2391967"/>
                  </a:lnTo>
                  <a:lnTo>
                    <a:pt x="7182732" y="2391967"/>
                  </a:lnTo>
                  <a:lnTo>
                    <a:pt x="7181020" y="2391967"/>
                  </a:lnTo>
                  <a:lnTo>
                    <a:pt x="7179309" y="2391967"/>
                  </a:lnTo>
                  <a:lnTo>
                    <a:pt x="7177597" y="2391967"/>
                  </a:lnTo>
                  <a:lnTo>
                    <a:pt x="7175886" y="2391967"/>
                  </a:lnTo>
                  <a:lnTo>
                    <a:pt x="7174175" y="2391967"/>
                  </a:lnTo>
                  <a:lnTo>
                    <a:pt x="7172463" y="2391967"/>
                  </a:lnTo>
                  <a:lnTo>
                    <a:pt x="7170752" y="2391967"/>
                  </a:lnTo>
                  <a:lnTo>
                    <a:pt x="7169040" y="2391967"/>
                  </a:lnTo>
                  <a:lnTo>
                    <a:pt x="7167329" y="2391967"/>
                  </a:lnTo>
                  <a:lnTo>
                    <a:pt x="7165618" y="2391967"/>
                  </a:lnTo>
                  <a:lnTo>
                    <a:pt x="7163906" y="2391967"/>
                  </a:lnTo>
                  <a:lnTo>
                    <a:pt x="7162195" y="2391967"/>
                  </a:lnTo>
                  <a:lnTo>
                    <a:pt x="7160484" y="2391967"/>
                  </a:lnTo>
                  <a:lnTo>
                    <a:pt x="7158772" y="2391967"/>
                  </a:lnTo>
                  <a:lnTo>
                    <a:pt x="7157061" y="2391967"/>
                  </a:lnTo>
                  <a:lnTo>
                    <a:pt x="7155349" y="2391967"/>
                  </a:lnTo>
                  <a:lnTo>
                    <a:pt x="7153638" y="2391967"/>
                  </a:lnTo>
                  <a:lnTo>
                    <a:pt x="7151927" y="2391967"/>
                  </a:lnTo>
                  <a:lnTo>
                    <a:pt x="7150215" y="2391967"/>
                  </a:lnTo>
                  <a:lnTo>
                    <a:pt x="7148504" y="2391967"/>
                  </a:lnTo>
                  <a:lnTo>
                    <a:pt x="7146792" y="2391967"/>
                  </a:lnTo>
                  <a:lnTo>
                    <a:pt x="7145081" y="2391967"/>
                  </a:lnTo>
                  <a:lnTo>
                    <a:pt x="7143370" y="2391967"/>
                  </a:lnTo>
                  <a:lnTo>
                    <a:pt x="7141658" y="2391967"/>
                  </a:lnTo>
                  <a:lnTo>
                    <a:pt x="7139947" y="2391967"/>
                  </a:lnTo>
                  <a:lnTo>
                    <a:pt x="7138235" y="2391967"/>
                  </a:lnTo>
                  <a:lnTo>
                    <a:pt x="7136524" y="2391967"/>
                  </a:lnTo>
                  <a:lnTo>
                    <a:pt x="7134813" y="2391967"/>
                  </a:lnTo>
                  <a:lnTo>
                    <a:pt x="7133101" y="2391967"/>
                  </a:lnTo>
                  <a:lnTo>
                    <a:pt x="7131390" y="2391967"/>
                  </a:lnTo>
                  <a:lnTo>
                    <a:pt x="7129678" y="2391967"/>
                  </a:lnTo>
                  <a:lnTo>
                    <a:pt x="7127967" y="2391967"/>
                  </a:lnTo>
                  <a:lnTo>
                    <a:pt x="7126256" y="2391967"/>
                  </a:lnTo>
                  <a:lnTo>
                    <a:pt x="7124544" y="2391967"/>
                  </a:lnTo>
                  <a:lnTo>
                    <a:pt x="7122833" y="2391967"/>
                  </a:lnTo>
                  <a:lnTo>
                    <a:pt x="7121121" y="2391967"/>
                  </a:lnTo>
                  <a:lnTo>
                    <a:pt x="7119410" y="2391967"/>
                  </a:lnTo>
                  <a:lnTo>
                    <a:pt x="7117699" y="2391967"/>
                  </a:lnTo>
                  <a:lnTo>
                    <a:pt x="7115987" y="2391967"/>
                  </a:lnTo>
                  <a:lnTo>
                    <a:pt x="7114276" y="2391967"/>
                  </a:lnTo>
                  <a:lnTo>
                    <a:pt x="7112564" y="2391967"/>
                  </a:lnTo>
                  <a:lnTo>
                    <a:pt x="7110853" y="2391967"/>
                  </a:lnTo>
                  <a:lnTo>
                    <a:pt x="7109142" y="2391967"/>
                  </a:lnTo>
                  <a:lnTo>
                    <a:pt x="7107430" y="2391967"/>
                  </a:lnTo>
                  <a:lnTo>
                    <a:pt x="7105719" y="2391967"/>
                  </a:lnTo>
                  <a:lnTo>
                    <a:pt x="7104007" y="2391967"/>
                  </a:lnTo>
                  <a:lnTo>
                    <a:pt x="7102296" y="2391967"/>
                  </a:lnTo>
                  <a:lnTo>
                    <a:pt x="7100585" y="2391967"/>
                  </a:lnTo>
                  <a:lnTo>
                    <a:pt x="7098873" y="2391967"/>
                  </a:lnTo>
                  <a:lnTo>
                    <a:pt x="7097162" y="2391967"/>
                  </a:lnTo>
                  <a:lnTo>
                    <a:pt x="7095450" y="2391967"/>
                  </a:lnTo>
                  <a:lnTo>
                    <a:pt x="7093739" y="2391967"/>
                  </a:lnTo>
                  <a:lnTo>
                    <a:pt x="7092028" y="2391967"/>
                  </a:lnTo>
                  <a:lnTo>
                    <a:pt x="7090316" y="2391967"/>
                  </a:lnTo>
                  <a:lnTo>
                    <a:pt x="7088605" y="2391967"/>
                  </a:lnTo>
                  <a:lnTo>
                    <a:pt x="7086893" y="2391967"/>
                  </a:lnTo>
                  <a:lnTo>
                    <a:pt x="7085182" y="2391967"/>
                  </a:lnTo>
                  <a:lnTo>
                    <a:pt x="7083471" y="2391967"/>
                  </a:lnTo>
                  <a:lnTo>
                    <a:pt x="7081759" y="2391967"/>
                  </a:lnTo>
                  <a:lnTo>
                    <a:pt x="7080048" y="2391967"/>
                  </a:lnTo>
                  <a:lnTo>
                    <a:pt x="7078336" y="2391967"/>
                  </a:lnTo>
                  <a:lnTo>
                    <a:pt x="7076625" y="2391967"/>
                  </a:lnTo>
                  <a:lnTo>
                    <a:pt x="7074914" y="2391967"/>
                  </a:lnTo>
                  <a:lnTo>
                    <a:pt x="7073202" y="2391967"/>
                  </a:lnTo>
                  <a:lnTo>
                    <a:pt x="7071491" y="2391967"/>
                  </a:lnTo>
                  <a:lnTo>
                    <a:pt x="7069779" y="2391967"/>
                  </a:lnTo>
                  <a:lnTo>
                    <a:pt x="7068068" y="2391967"/>
                  </a:lnTo>
                  <a:lnTo>
                    <a:pt x="7066357" y="2391967"/>
                  </a:lnTo>
                  <a:lnTo>
                    <a:pt x="7064645" y="2391967"/>
                  </a:lnTo>
                  <a:lnTo>
                    <a:pt x="7062934" y="2391967"/>
                  </a:lnTo>
                  <a:lnTo>
                    <a:pt x="7061223" y="2391967"/>
                  </a:lnTo>
                  <a:lnTo>
                    <a:pt x="7059511" y="2391967"/>
                  </a:lnTo>
                  <a:lnTo>
                    <a:pt x="7057800" y="2391967"/>
                  </a:lnTo>
                  <a:lnTo>
                    <a:pt x="7056088" y="2391967"/>
                  </a:lnTo>
                  <a:lnTo>
                    <a:pt x="7054377" y="2391967"/>
                  </a:lnTo>
                  <a:lnTo>
                    <a:pt x="7052666" y="2391967"/>
                  </a:lnTo>
                  <a:lnTo>
                    <a:pt x="7050954" y="2391967"/>
                  </a:lnTo>
                  <a:lnTo>
                    <a:pt x="7049243" y="2391967"/>
                  </a:lnTo>
                  <a:lnTo>
                    <a:pt x="7047531" y="2391967"/>
                  </a:lnTo>
                  <a:lnTo>
                    <a:pt x="7045820" y="2391967"/>
                  </a:lnTo>
                  <a:lnTo>
                    <a:pt x="7044109" y="2391967"/>
                  </a:lnTo>
                  <a:lnTo>
                    <a:pt x="7042397" y="2391967"/>
                  </a:lnTo>
                  <a:lnTo>
                    <a:pt x="7040686" y="2391967"/>
                  </a:lnTo>
                  <a:lnTo>
                    <a:pt x="7038974" y="2391967"/>
                  </a:lnTo>
                  <a:lnTo>
                    <a:pt x="7037263" y="2391967"/>
                  </a:lnTo>
                  <a:lnTo>
                    <a:pt x="7035552" y="2391967"/>
                  </a:lnTo>
                  <a:lnTo>
                    <a:pt x="7033840" y="2391967"/>
                  </a:lnTo>
                  <a:lnTo>
                    <a:pt x="7032129" y="2391967"/>
                  </a:lnTo>
                  <a:lnTo>
                    <a:pt x="7030417" y="2391967"/>
                  </a:lnTo>
                  <a:lnTo>
                    <a:pt x="7028706" y="2391967"/>
                  </a:lnTo>
                  <a:lnTo>
                    <a:pt x="7026995" y="2391967"/>
                  </a:lnTo>
                  <a:lnTo>
                    <a:pt x="7025283" y="2391967"/>
                  </a:lnTo>
                  <a:lnTo>
                    <a:pt x="7023572" y="2391967"/>
                  </a:lnTo>
                  <a:lnTo>
                    <a:pt x="7021860" y="2391967"/>
                  </a:lnTo>
                  <a:lnTo>
                    <a:pt x="7020149" y="2391967"/>
                  </a:lnTo>
                  <a:lnTo>
                    <a:pt x="7018438" y="2391967"/>
                  </a:lnTo>
                  <a:lnTo>
                    <a:pt x="7016726" y="2391967"/>
                  </a:lnTo>
                  <a:lnTo>
                    <a:pt x="7015015" y="2391967"/>
                  </a:lnTo>
                  <a:lnTo>
                    <a:pt x="7013303" y="2391967"/>
                  </a:lnTo>
                  <a:lnTo>
                    <a:pt x="7011592" y="2391967"/>
                  </a:lnTo>
                  <a:lnTo>
                    <a:pt x="7009881" y="2391967"/>
                  </a:lnTo>
                  <a:lnTo>
                    <a:pt x="7008169" y="2391967"/>
                  </a:lnTo>
                  <a:lnTo>
                    <a:pt x="7006458" y="2391967"/>
                  </a:lnTo>
                  <a:lnTo>
                    <a:pt x="7004746" y="2391967"/>
                  </a:lnTo>
                  <a:lnTo>
                    <a:pt x="7003035" y="2391967"/>
                  </a:lnTo>
                  <a:lnTo>
                    <a:pt x="7001324" y="2391967"/>
                  </a:lnTo>
                  <a:lnTo>
                    <a:pt x="6999612" y="2391967"/>
                  </a:lnTo>
                  <a:lnTo>
                    <a:pt x="6997901" y="2391967"/>
                  </a:lnTo>
                  <a:lnTo>
                    <a:pt x="6996189" y="2391967"/>
                  </a:lnTo>
                  <a:lnTo>
                    <a:pt x="6994478" y="2391967"/>
                  </a:lnTo>
                  <a:lnTo>
                    <a:pt x="6992767" y="2391967"/>
                  </a:lnTo>
                  <a:lnTo>
                    <a:pt x="6991055" y="2391967"/>
                  </a:lnTo>
                  <a:lnTo>
                    <a:pt x="6989344" y="2391967"/>
                  </a:lnTo>
                  <a:lnTo>
                    <a:pt x="6987632" y="2391967"/>
                  </a:lnTo>
                  <a:lnTo>
                    <a:pt x="6985921" y="2391967"/>
                  </a:lnTo>
                  <a:lnTo>
                    <a:pt x="6984210" y="2391967"/>
                  </a:lnTo>
                  <a:lnTo>
                    <a:pt x="6982498" y="2391967"/>
                  </a:lnTo>
                  <a:lnTo>
                    <a:pt x="6980787" y="2391967"/>
                  </a:lnTo>
                  <a:lnTo>
                    <a:pt x="6979075" y="2391967"/>
                  </a:lnTo>
                  <a:lnTo>
                    <a:pt x="6977364" y="2391967"/>
                  </a:lnTo>
                  <a:lnTo>
                    <a:pt x="6975653" y="2391967"/>
                  </a:lnTo>
                  <a:lnTo>
                    <a:pt x="6973941" y="2391967"/>
                  </a:lnTo>
                  <a:lnTo>
                    <a:pt x="6972230" y="2391967"/>
                  </a:lnTo>
                  <a:lnTo>
                    <a:pt x="6970518" y="2391967"/>
                  </a:lnTo>
                  <a:lnTo>
                    <a:pt x="6968807" y="2391967"/>
                  </a:lnTo>
                  <a:lnTo>
                    <a:pt x="6967096" y="2391967"/>
                  </a:lnTo>
                  <a:lnTo>
                    <a:pt x="6965384" y="2391967"/>
                  </a:lnTo>
                  <a:lnTo>
                    <a:pt x="6963673" y="2391967"/>
                  </a:lnTo>
                  <a:lnTo>
                    <a:pt x="6961961" y="2391967"/>
                  </a:lnTo>
                  <a:lnTo>
                    <a:pt x="6960250" y="2391967"/>
                  </a:lnTo>
                  <a:lnTo>
                    <a:pt x="6958539" y="2391967"/>
                  </a:lnTo>
                  <a:lnTo>
                    <a:pt x="6956827" y="2391967"/>
                  </a:lnTo>
                  <a:lnTo>
                    <a:pt x="6955116" y="2391967"/>
                  </a:lnTo>
                  <a:lnTo>
                    <a:pt x="6953405" y="2391967"/>
                  </a:lnTo>
                  <a:lnTo>
                    <a:pt x="6951693" y="2391967"/>
                  </a:lnTo>
                  <a:lnTo>
                    <a:pt x="6949982" y="2391967"/>
                  </a:lnTo>
                  <a:lnTo>
                    <a:pt x="6948270" y="2391967"/>
                  </a:lnTo>
                  <a:lnTo>
                    <a:pt x="6946559" y="2391967"/>
                  </a:lnTo>
                  <a:lnTo>
                    <a:pt x="6944848" y="2391967"/>
                  </a:lnTo>
                  <a:lnTo>
                    <a:pt x="6943136" y="2391967"/>
                  </a:lnTo>
                  <a:lnTo>
                    <a:pt x="6941425" y="2391967"/>
                  </a:lnTo>
                  <a:lnTo>
                    <a:pt x="6939713" y="2391967"/>
                  </a:lnTo>
                  <a:lnTo>
                    <a:pt x="6938002" y="2391967"/>
                  </a:lnTo>
                  <a:lnTo>
                    <a:pt x="6936291" y="2391967"/>
                  </a:lnTo>
                  <a:lnTo>
                    <a:pt x="6934579" y="2391967"/>
                  </a:lnTo>
                  <a:lnTo>
                    <a:pt x="6932868" y="2391967"/>
                  </a:lnTo>
                  <a:lnTo>
                    <a:pt x="6931156" y="2391967"/>
                  </a:lnTo>
                  <a:lnTo>
                    <a:pt x="6929445" y="2391967"/>
                  </a:lnTo>
                  <a:lnTo>
                    <a:pt x="6927734" y="2391967"/>
                  </a:lnTo>
                  <a:lnTo>
                    <a:pt x="6926022" y="2391967"/>
                  </a:lnTo>
                  <a:lnTo>
                    <a:pt x="6924311" y="2391967"/>
                  </a:lnTo>
                  <a:lnTo>
                    <a:pt x="6922599" y="2391967"/>
                  </a:lnTo>
                  <a:lnTo>
                    <a:pt x="6920888" y="2391967"/>
                  </a:lnTo>
                  <a:lnTo>
                    <a:pt x="6919177" y="2391967"/>
                  </a:lnTo>
                  <a:lnTo>
                    <a:pt x="6917465" y="2391967"/>
                  </a:lnTo>
                  <a:lnTo>
                    <a:pt x="6915754" y="2391967"/>
                  </a:lnTo>
                  <a:lnTo>
                    <a:pt x="6914042" y="2391967"/>
                  </a:lnTo>
                  <a:lnTo>
                    <a:pt x="6912331" y="2391967"/>
                  </a:lnTo>
                  <a:lnTo>
                    <a:pt x="6910620" y="2391967"/>
                  </a:lnTo>
                  <a:lnTo>
                    <a:pt x="6908908" y="2391967"/>
                  </a:lnTo>
                  <a:lnTo>
                    <a:pt x="6907197" y="2391967"/>
                  </a:lnTo>
                  <a:lnTo>
                    <a:pt x="6905485" y="2391967"/>
                  </a:lnTo>
                  <a:lnTo>
                    <a:pt x="6903774" y="2391967"/>
                  </a:lnTo>
                  <a:lnTo>
                    <a:pt x="6902063" y="2391967"/>
                  </a:lnTo>
                  <a:lnTo>
                    <a:pt x="6900351" y="2391967"/>
                  </a:lnTo>
                  <a:lnTo>
                    <a:pt x="6898640" y="2391967"/>
                  </a:lnTo>
                  <a:lnTo>
                    <a:pt x="6896928" y="2391967"/>
                  </a:lnTo>
                  <a:lnTo>
                    <a:pt x="6895217" y="2391967"/>
                  </a:lnTo>
                  <a:lnTo>
                    <a:pt x="6893506" y="2391967"/>
                  </a:lnTo>
                  <a:lnTo>
                    <a:pt x="6891794" y="2391967"/>
                  </a:lnTo>
                  <a:lnTo>
                    <a:pt x="6890083" y="2391967"/>
                  </a:lnTo>
                  <a:lnTo>
                    <a:pt x="6888371" y="2391967"/>
                  </a:lnTo>
                  <a:lnTo>
                    <a:pt x="6886660" y="2391967"/>
                  </a:lnTo>
                  <a:lnTo>
                    <a:pt x="6884949" y="2391967"/>
                  </a:lnTo>
                  <a:lnTo>
                    <a:pt x="6883237" y="2391967"/>
                  </a:lnTo>
                  <a:lnTo>
                    <a:pt x="6881526" y="2391967"/>
                  </a:lnTo>
                  <a:lnTo>
                    <a:pt x="6879814" y="2391967"/>
                  </a:lnTo>
                  <a:lnTo>
                    <a:pt x="6878103" y="2391967"/>
                  </a:lnTo>
                  <a:lnTo>
                    <a:pt x="6876392" y="2391967"/>
                  </a:lnTo>
                  <a:lnTo>
                    <a:pt x="6874680" y="2391967"/>
                  </a:lnTo>
                  <a:lnTo>
                    <a:pt x="6872969" y="2391967"/>
                  </a:lnTo>
                  <a:lnTo>
                    <a:pt x="6871257" y="2391967"/>
                  </a:lnTo>
                  <a:lnTo>
                    <a:pt x="6869546" y="2391967"/>
                  </a:lnTo>
                  <a:lnTo>
                    <a:pt x="6867835" y="2391967"/>
                  </a:lnTo>
                  <a:lnTo>
                    <a:pt x="6866123" y="2391967"/>
                  </a:lnTo>
                  <a:lnTo>
                    <a:pt x="6864412" y="2391967"/>
                  </a:lnTo>
                  <a:lnTo>
                    <a:pt x="6862700" y="2391967"/>
                  </a:lnTo>
                  <a:lnTo>
                    <a:pt x="6860989" y="2391967"/>
                  </a:lnTo>
                  <a:lnTo>
                    <a:pt x="6859278" y="2391967"/>
                  </a:lnTo>
                  <a:lnTo>
                    <a:pt x="6857566" y="2391967"/>
                  </a:lnTo>
                  <a:lnTo>
                    <a:pt x="6855855" y="2391967"/>
                  </a:lnTo>
                  <a:lnTo>
                    <a:pt x="6854143" y="2391967"/>
                  </a:lnTo>
                  <a:lnTo>
                    <a:pt x="6852432" y="2391967"/>
                  </a:lnTo>
                  <a:lnTo>
                    <a:pt x="6850721" y="2391967"/>
                  </a:lnTo>
                  <a:lnTo>
                    <a:pt x="6849009" y="2391967"/>
                  </a:lnTo>
                  <a:lnTo>
                    <a:pt x="6847298" y="2391967"/>
                  </a:lnTo>
                  <a:lnTo>
                    <a:pt x="6845587" y="2391967"/>
                  </a:lnTo>
                  <a:lnTo>
                    <a:pt x="6843875" y="2391967"/>
                  </a:lnTo>
                  <a:lnTo>
                    <a:pt x="6842164" y="2391967"/>
                  </a:lnTo>
                  <a:lnTo>
                    <a:pt x="6840452" y="2391967"/>
                  </a:lnTo>
                  <a:lnTo>
                    <a:pt x="6838741" y="2391967"/>
                  </a:lnTo>
                  <a:lnTo>
                    <a:pt x="6837030" y="2391967"/>
                  </a:lnTo>
                  <a:lnTo>
                    <a:pt x="6835318" y="2391967"/>
                  </a:lnTo>
                  <a:lnTo>
                    <a:pt x="6833607" y="2391967"/>
                  </a:lnTo>
                  <a:lnTo>
                    <a:pt x="6831895" y="2391967"/>
                  </a:lnTo>
                  <a:lnTo>
                    <a:pt x="6830184" y="2391967"/>
                  </a:lnTo>
                  <a:lnTo>
                    <a:pt x="6828473" y="2391967"/>
                  </a:lnTo>
                  <a:lnTo>
                    <a:pt x="6826761" y="2391967"/>
                  </a:lnTo>
                  <a:lnTo>
                    <a:pt x="6825050" y="2391967"/>
                  </a:lnTo>
                  <a:lnTo>
                    <a:pt x="6823338" y="2391967"/>
                  </a:lnTo>
                  <a:lnTo>
                    <a:pt x="6821627" y="2391967"/>
                  </a:lnTo>
                  <a:lnTo>
                    <a:pt x="6819916" y="2391967"/>
                  </a:lnTo>
                  <a:lnTo>
                    <a:pt x="6818204" y="2391967"/>
                  </a:lnTo>
                  <a:lnTo>
                    <a:pt x="6816493" y="2391967"/>
                  </a:lnTo>
                  <a:lnTo>
                    <a:pt x="6814781" y="2391967"/>
                  </a:lnTo>
                  <a:lnTo>
                    <a:pt x="6813070" y="2391967"/>
                  </a:lnTo>
                  <a:lnTo>
                    <a:pt x="6811359" y="2391967"/>
                  </a:lnTo>
                  <a:lnTo>
                    <a:pt x="6809647" y="2391967"/>
                  </a:lnTo>
                  <a:lnTo>
                    <a:pt x="6807936" y="2391967"/>
                  </a:lnTo>
                  <a:lnTo>
                    <a:pt x="6806224" y="2391967"/>
                  </a:lnTo>
                  <a:lnTo>
                    <a:pt x="6804513" y="2391967"/>
                  </a:lnTo>
                  <a:lnTo>
                    <a:pt x="6802802" y="2391967"/>
                  </a:lnTo>
                  <a:lnTo>
                    <a:pt x="6801090" y="2391967"/>
                  </a:lnTo>
                  <a:lnTo>
                    <a:pt x="6799379" y="2391967"/>
                  </a:lnTo>
                  <a:lnTo>
                    <a:pt x="6797667" y="2391967"/>
                  </a:lnTo>
                  <a:lnTo>
                    <a:pt x="6795956" y="2391967"/>
                  </a:lnTo>
                  <a:lnTo>
                    <a:pt x="6794245" y="2391967"/>
                  </a:lnTo>
                  <a:lnTo>
                    <a:pt x="6792533" y="2391967"/>
                  </a:lnTo>
                  <a:lnTo>
                    <a:pt x="6790822" y="2391967"/>
                  </a:lnTo>
                  <a:lnTo>
                    <a:pt x="6789110" y="2391967"/>
                  </a:lnTo>
                  <a:lnTo>
                    <a:pt x="6787399" y="2391967"/>
                  </a:lnTo>
                  <a:lnTo>
                    <a:pt x="6785688" y="2391967"/>
                  </a:lnTo>
                  <a:lnTo>
                    <a:pt x="6783976" y="2391967"/>
                  </a:lnTo>
                  <a:lnTo>
                    <a:pt x="6782265" y="2391967"/>
                  </a:lnTo>
                  <a:lnTo>
                    <a:pt x="6780553" y="2391967"/>
                  </a:lnTo>
                  <a:lnTo>
                    <a:pt x="6778842" y="2391967"/>
                  </a:lnTo>
                  <a:lnTo>
                    <a:pt x="6777131" y="2391967"/>
                  </a:lnTo>
                  <a:lnTo>
                    <a:pt x="6775419" y="2391967"/>
                  </a:lnTo>
                  <a:lnTo>
                    <a:pt x="6773708" y="2391967"/>
                  </a:lnTo>
                  <a:lnTo>
                    <a:pt x="6771996" y="2391967"/>
                  </a:lnTo>
                  <a:lnTo>
                    <a:pt x="6770285" y="2391967"/>
                  </a:lnTo>
                  <a:lnTo>
                    <a:pt x="6768574" y="2391967"/>
                  </a:lnTo>
                  <a:lnTo>
                    <a:pt x="6766862" y="2391967"/>
                  </a:lnTo>
                  <a:lnTo>
                    <a:pt x="6765151" y="2391967"/>
                  </a:lnTo>
                  <a:lnTo>
                    <a:pt x="6763439" y="2391967"/>
                  </a:lnTo>
                  <a:lnTo>
                    <a:pt x="6761728" y="2391967"/>
                  </a:lnTo>
                  <a:lnTo>
                    <a:pt x="6760017" y="2391967"/>
                  </a:lnTo>
                  <a:lnTo>
                    <a:pt x="6758305" y="2391967"/>
                  </a:lnTo>
                  <a:lnTo>
                    <a:pt x="6756594" y="2391967"/>
                  </a:lnTo>
                  <a:lnTo>
                    <a:pt x="6754882" y="2391967"/>
                  </a:lnTo>
                  <a:lnTo>
                    <a:pt x="6753171" y="2391967"/>
                  </a:lnTo>
                  <a:lnTo>
                    <a:pt x="6751460" y="2391967"/>
                  </a:lnTo>
                  <a:lnTo>
                    <a:pt x="6749748" y="2391967"/>
                  </a:lnTo>
                  <a:lnTo>
                    <a:pt x="6748037" y="2391967"/>
                  </a:lnTo>
                  <a:lnTo>
                    <a:pt x="6746325" y="2391967"/>
                  </a:lnTo>
                  <a:lnTo>
                    <a:pt x="6744614" y="2391967"/>
                  </a:lnTo>
                  <a:lnTo>
                    <a:pt x="6742903" y="2391967"/>
                  </a:lnTo>
                  <a:lnTo>
                    <a:pt x="6741191" y="2391967"/>
                  </a:lnTo>
                  <a:lnTo>
                    <a:pt x="6739480" y="2391967"/>
                  </a:lnTo>
                  <a:lnTo>
                    <a:pt x="6737769" y="2391967"/>
                  </a:lnTo>
                  <a:lnTo>
                    <a:pt x="6736057" y="2391967"/>
                  </a:lnTo>
                  <a:lnTo>
                    <a:pt x="6734346" y="2391967"/>
                  </a:lnTo>
                  <a:lnTo>
                    <a:pt x="6732634" y="2391967"/>
                  </a:lnTo>
                  <a:lnTo>
                    <a:pt x="6730923" y="2391967"/>
                  </a:lnTo>
                  <a:lnTo>
                    <a:pt x="6729212" y="2391967"/>
                  </a:lnTo>
                  <a:lnTo>
                    <a:pt x="6727500" y="2391967"/>
                  </a:lnTo>
                  <a:lnTo>
                    <a:pt x="6725789" y="2391967"/>
                  </a:lnTo>
                  <a:lnTo>
                    <a:pt x="6724077" y="2391967"/>
                  </a:lnTo>
                  <a:lnTo>
                    <a:pt x="6722366" y="2391967"/>
                  </a:lnTo>
                  <a:lnTo>
                    <a:pt x="6720655" y="2391967"/>
                  </a:lnTo>
                  <a:lnTo>
                    <a:pt x="6718943" y="2391967"/>
                  </a:lnTo>
                  <a:lnTo>
                    <a:pt x="6717232" y="2391967"/>
                  </a:lnTo>
                  <a:lnTo>
                    <a:pt x="6715520" y="2391967"/>
                  </a:lnTo>
                  <a:lnTo>
                    <a:pt x="6713809" y="2391967"/>
                  </a:lnTo>
                  <a:lnTo>
                    <a:pt x="6712098" y="2391967"/>
                  </a:lnTo>
                  <a:lnTo>
                    <a:pt x="6710386" y="2391967"/>
                  </a:lnTo>
                  <a:lnTo>
                    <a:pt x="6708675" y="2391967"/>
                  </a:lnTo>
                  <a:lnTo>
                    <a:pt x="6706963" y="2391967"/>
                  </a:lnTo>
                  <a:lnTo>
                    <a:pt x="6705252" y="2391967"/>
                  </a:lnTo>
                  <a:lnTo>
                    <a:pt x="6703541" y="2391967"/>
                  </a:lnTo>
                  <a:lnTo>
                    <a:pt x="6701829" y="2391967"/>
                  </a:lnTo>
                  <a:lnTo>
                    <a:pt x="6700118" y="2391967"/>
                  </a:lnTo>
                  <a:lnTo>
                    <a:pt x="6698406" y="2391967"/>
                  </a:lnTo>
                  <a:lnTo>
                    <a:pt x="6696695" y="2391967"/>
                  </a:lnTo>
                  <a:lnTo>
                    <a:pt x="6694984" y="2391967"/>
                  </a:lnTo>
                  <a:lnTo>
                    <a:pt x="6693272" y="2391967"/>
                  </a:lnTo>
                  <a:lnTo>
                    <a:pt x="6691561" y="2391967"/>
                  </a:lnTo>
                  <a:lnTo>
                    <a:pt x="6689849" y="2391967"/>
                  </a:lnTo>
                  <a:lnTo>
                    <a:pt x="6688138" y="2391967"/>
                  </a:lnTo>
                  <a:lnTo>
                    <a:pt x="6686427" y="2391967"/>
                  </a:lnTo>
                  <a:lnTo>
                    <a:pt x="6684715" y="2391967"/>
                  </a:lnTo>
                  <a:lnTo>
                    <a:pt x="6683004" y="2391967"/>
                  </a:lnTo>
                  <a:lnTo>
                    <a:pt x="6681292" y="2391967"/>
                  </a:lnTo>
                  <a:lnTo>
                    <a:pt x="6679581" y="2391967"/>
                  </a:lnTo>
                  <a:lnTo>
                    <a:pt x="6677870" y="2391967"/>
                  </a:lnTo>
                  <a:lnTo>
                    <a:pt x="6676158" y="2391967"/>
                  </a:lnTo>
                  <a:lnTo>
                    <a:pt x="6674447" y="2391967"/>
                  </a:lnTo>
                  <a:lnTo>
                    <a:pt x="6672735" y="2391967"/>
                  </a:lnTo>
                  <a:lnTo>
                    <a:pt x="6671024" y="2391967"/>
                  </a:lnTo>
                  <a:lnTo>
                    <a:pt x="6669313" y="2391967"/>
                  </a:lnTo>
                  <a:lnTo>
                    <a:pt x="6667601" y="2391967"/>
                  </a:lnTo>
                  <a:lnTo>
                    <a:pt x="6665890" y="2391967"/>
                  </a:lnTo>
                  <a:lnTo>
                    <a:pt x="6664178" y="2391967"/>
                  </a:lnTo>
                  <a:lnTo>
                    <a:pt x="6662467" y="2391967"/>
                  </a:lnTo>
                  <a:lnTo>
                    <a:pt x="6660756" y="2391967"/>
                  </a:lnTo>
                  <a:lnTo>
                    <a:pt x="6659044" y="2391967"/>
                  </a:lnTo>
                  <a:lnTo>
                    <a:pt x="6657333" y="2391967"/>
                  </a:lnTo>
                  <a:lnTo>
                    <a:pt x="6655621" y="2391967"/>
                  </a:lnTo>
                  <a:lnTo>
                    <a:pt x="6653910" y="2391967"/>
                  </a:lnTo>
                  <a:lnTo>
                    <a:pt x="6652199" y="2391967"/>
                  </a:lnTo>
                  <a:lnTo>
                    <a:pt x="6650487" y="2391967"/>
                  </a:lnTo>
                  <a:lnTo>
                    <a:pt x="6648776" y="2391967"/>
                  </a:lnTo>
                  <a:lnTo>
                    <a:pt x="6647064" y="2391967"/>
                  </a:lnTo>
                  <a:lnTo>
                    <a:pt x="6645353" y="2391967"/>
                  </a:lnTo>
                  <a:lnTo>
                    <a:pt x="6643642" y="2391967"/>
                  </a:lnTo>
                  <a:lnTo>
                    <a:pt x="6641930" y="2391967"/>
                  </a:lnTo>
                  <a:lnTo>
                    <a:pt x="6640219" y="2391967"/>
                  </a:lnTo>
                  <a:lnTo>
                    <a:pt x="6638508" y="2391967"/>
                  </a:lnTo>
                  <a:lnTo>
                    <a:pt x="6636796" y="2391967"/>
                  </a:lnTo>
                  <a:lnTo>
                    <a:pt x="6635085" y="2391967"/>
                  </a:lnTo>
                  <a:lnTo>
                    <a:pt x="6633373" y="2391967"/>
                  </a:lnTo>
                  <a:lnTo>
                    <a:pt x="6631662" y="2391967"/>
                  </a:lnTo>
                  <a:lnTo>
                    <a:pt x="6629951" y="2391967"/>
                  </a:lnTo>
                  <a:lnTo>
                    <a:pt x="6628239" y="2391967"/>
                  </a:lnTo>
                  <a:lnTo>
                    <a:pt x="6626528" y="2391967"/>
                  </a:lnTo>
                  <a:lnTo>
                    <a:pt x="6624816" y="2391967"/>
                  </a:lnTo>
                  <a:lnTo>
                    <a:pt x="6623105" y="2391967"/>
                  </a:lnTo>
                  <a:lnTo>
                    <a:pt x="6621394" y="2391967"/>
                  </a:lnTo>
                  <a:lnTo>
                    <a:pt x="6619682" y="2391967"/>
                  </a:lnTo>
                  <a:lnTo>
                    <a:pt x="6617971" y="2391967"/>
                  </a:lnTo>
                  <a:lnTo>
                    <a:pt x="6616259" y="2391967"/>
                  </a:lnTo>
                  <a:lnTo>
                    <a:pt x="6614548" y="2391967"/>
                  </a:lnTo>
                  <a:lnTo>
                    <a:pt x="6612837" y="2391967"/>
                  </a:lnTo>
                  <a:lnTo>
                    <a:pt x="6611125" y="2391967"/>
                  </a:lnTo>
                  <a:lnTo>
                    <a:pt x="6609414" y="2391967"/>
                  </a:lnTo>
                  <a:lnTo>
                    <a:pt x="6607702" y="2391967"/>
                  </a:lnTo>
                  <a:lnTo>
                    <a:pt x="6605991" y="2391967"/>
                  </a:lnTo>
                  <a:lnTo>
                    <a:pt x="6604280" y="2391967"/>
                  </a:lnTo>
                  <a:lnTo>
                    <a:pt x="6602568" y="2391967"/>
                  </a:lnTo>
                  <a:lnTo>
                    <a:pt x="6600857" y="2391967"/>
                  </a:lnTo>
                  <a:lnTo>
                    <a:pt x="6599145" y="2391967"/>
                  </a:lnTo>
                  <a:lnTo>
                    <a:pt x="6597434" y="2391967"/>
                  </a:lnTo>
                  <a:lnTo>
                    <a:pt x="6595723" y="2391967"/>
                  </a:lnTo>
                  <a:lnTo>
                    <a:pt x="6594011" y="2391967"/>
                  </a:lnTo>
                  <a:lnTo>
                    <a:pt x="6592300" y="2391967"/>
                  </a:lnTo>
                  <a:lnTo>
                    <a:pt x="6590588" y="2391967"/>
                  </a:lnTo>
                  <a:lnTo>
                    <a:pt x="6588877" y="2391967"/>
                  </a:lnTo>
                  <a:lnTo>
                    <a:pt x="6587166" y="2391967"/>
                  </a:lnTo>
                  <a:lnTo>
                    <a:pt x="6585454" y="2391967"/>
                  </a:lnTo>
                  <a:lnTo>
                    <a:pt x="6583743" y="2391967"/>
                  </a:lnTo>
                  <a:lnTo>
                    <a:pt x="6582031" y="2391967"/>
                  </a:lnTo>
                  <a:lnTo>
                    <a:pt x="6580320" y="2391967"/>
                  </a:lnTo>
                  <a:lnTo>
                    <a:pt x="6578609" y="2391967"/>
                  </a:lnTo>
                  <a:lnTo>
                    <a:pt x="6576897" y="2391967"/>
                  </a:lnTo>
                  <a:lnTo>
                    <a:pt x="6575186" y="2391967"/>
                  </a:lnTo>
                  <a:lnTo>
                    <a:pt x="6573474" y="2391967"/>
                  </a:lnTo>
                  <a:lnTo>
                    <a:pt x="6571763" y="2391967"/>
                  </a:lnTo>
                  <a:lnTo>
                    <a:pt x="6570052" y="2391967"/>
                  </a:lnTo>
                  <a:lnTo>
                    <a:pt x="6568340" y="2391967"/>
                  </a:lnTo>
                  <a:lnTo>
                    <a:pt x="6566629" y="2391967"/>
                  </a:lnTo>
                  <a:lnTo>
                    <a:pt x="6564917" y="2391967"/>
                  </a:lnTo>
                  <a:lnTo>
                    <a:pt x="6563206" y="2391967"/>
                  </a:lnTo>
                  <a:lnTo>
                    <a:pt x="6561495" y="2391967"/>
                  </a:lnTo>
                  <a:lnTo>
                    <a:pt x="6559783" y="2391967"/>
                  </a:lnTo>
                  <a:lnTo>
                    <a:pt x="6558072" y="2391967"/>
                  </a:lnTo>
                  <a:lnTo>
                    <a:pt x="6556360" y="2391967"/>
                  </a:lnTo>
                  <a:lnTo>
                    <a:pt x="6554649" y="2391967"/>
                  </a:lnTo>
                  <a:lnTo>
                    <a:pt x="6552938" y="2391967"/>
                  </a:lnTo>
                  <a:lnTo>
                    <a:pt x="6551226" y="2391967"/>
                  </a:lnTo>
                  <a:lnTo>
                    <a:pt x="6549515" y="2391967"/>
                  </a:lnTo>
                  <a:lnTo>
                    <a:pt x="6547803" y="2391967"/>
                  </a:lnTo>
                  <a:lnTo>
                    <a:pt x="6546092" y="2391967"/>
                  </a:lnTo>
                  <a:lnTo>
                    <a:pt x="6544381" y="2391967"/>
                  </a:lnTo>
                  <a:lnTo>
                    <a:pt x="6542669" y="2391967"/>
                  </a:lnTo>
                  <a:lnTo>
                    <a:pt x="6540958" y="2391967"/>
                  </a:lnTo>
                  <a:lnTo>
                    <a:pt x="6539246" y="2391967"/>
                  </a:lnTo>
                  <a:lnTo>
                    <a:pt x="6537535" y="2391967"/>
                  </a:lnTo>
                  <a:lnTo>
                    <a:pt x="6535824" y="2391967"/>
                  </a:lnTo>
                  <a:lnTo>
                    <a:pt x="6534112" y="2391967"/>
                  </a:lnTo>
                  <a:lnTo>
                    <a:pt x="6532401" y="2391967"/>
                  </a:lnTo>
                  <a:lnTo>
                    <a:pt x="6530690" y="2391967"/>
                  </a:lnTo>
                  <a:lnTo>
                    <a:pt x="6528978" y="2391967"/>
                  </a:lnTo>
                  <a:lnTo>
                    <a:pt x="6527267" y="2391967"/>
                  </a:lnTo>
                  <a:lnTo>
                    <a:pt x="6525555" y="2391967"/>
                  </a:lnTo>
                  <a:lnTo>
                    <a:pt x="6523844" y="2391967"/>
                  </a:lnTo>
                  <a:lnTo>
                    <a:pt x="6522133" y="2391967"/>
                  </a:lnTo>
                  <a:lnTo>
                    <a:pt x="6520421" y="2391967"/>
                  </a:lnTo>
                  <a:lnTo>
                    <a:pt x="6518710" y="2391967"/>
                  </a:lnTo>
                  <a:lnTo>
                    <a:pt x="6516998" y="2391967"/>
                  </a:lnTo>
                  <a:lnTo>
                    <a:pt x="6515287" y="2391967"/>
                  </a:lnTo>
                  <a:lnTo>
                    <a:pt x="6513576" y="2391967"/>
                  </a:lnTo>
                  <a:lnTo>
                    <a:pt x="6511864" y="2391967"/>
                  </a:lnTo>
                  <a:lnTo>
                    <a:pt x="6510153" y="2391967"/>
                  </a:lnTo>
                  <a:lnTo>
                    <a:pt x="6508441" y="2391967"/>
                  </a:lnTo>
                  <a:lnTo>
                    <a:pt x="6506730" y="2391967"/>
                  </a:lnTo>
                  <a:lnTo>
                    <a:pt x="6505019" y="2391967"/>
                  </a:lnTo>
                  <a:lnTo>
                    <a:pt x="6503307" y="2391967"/>
                  </a:lnTo>
                  <a:lnTo>
                    <a:pt x="6501596" y="2391967"/>
                  </a:lnTo>
                  <a:lnTo>
                    <a:pt x="6499884" y="2391967"/>
                  </a:lnTo>
                  <a:lnTo>
                    <a:pt x="6498173" y="2391967"/>
                  </a:lnTo>
                  <a:lnTo>
                    <a:pt x="6496462" y="2391967"/>
                  </a:lnTo>
                  <a:lnTo>
                    <a:pt x="6494750" y="2391967"/>
                  </a:lnTo>
                  <a:lnTo>
                    <a:pt x="6493039" y="2391967"/>
                  </a:lnTo>
                  <a:lnTo>
                    <a:pt x="6491327" y="2391967"/>
                  </a:lnTo>
                  <a:lnTo>
                    <a:pt x="6489616" y="2391967"/>
                  </a:lnTo>
                  <a:lnTo>
                    <a:pt x="6487905" y="2391967"/>
                  </a:lnTo>
                  <a:lnTo>
                    <a:pt x="6486193" y="2391967"/>
                  </a:lnTo>
                  <a:lnTo>
                    <a:pt x="6484482" y="2391967"/>
                  </a:lnTo>
                  <a:lnTo>
                    <a:pt x="6482770" y="2391967"/>
                  </a:lnTo>
                  <a:lnTo>
                    <a:pt x="6481059" y="2391967"/>
                  </a:lnTo>
                  <a:lnTo>
                    <a:pt x="6479348" y="2391967"/>
                  </a:lnTo>
                  <a:lnTo>
                    <a:pt x="6477636" y="2391967"/>
                  </a:lnTo>
                  <a:lnTo>
                    <a:pt x="6475925" y="2391967"/>
                  </a:lnTo>
                  <a:lnTo>
                    <a:pt x="6474213" y="2391967"/>
                  </a:lnTo>
                  <a:lnTo>
                    <a:pt x="6472502" y="2391967"/>
                  </a:lnTo>
                  <a:lnTo>
                    <a:pt x="6470791" y="2391967"/>
                  </a:lnTo>
                  <a:lnTo>
                    <a:pt x="6469079" y="2391967"/>
                  </a:lnTo>
                  <a:lnTo>
                    <a:pt x="6467368" y="2391967"/>
                  </a:lnTo>
                  <a:lnTo>
                    <a:pt x="6465656" y="2391967"/>
                  </a:lnTo>
                  <a:lnTo>
                    <a:pt x="6463945" y="2391967"/>
                  </a:lnTo>
                  <a:lnTo>
                    <a:pt x="6462234" y="2391967"/>
                  </a:lnTo>
                  <a:lnTo>
                    <a:pt x="6460522" y="2391967"/>
                  </a:lnTo>
                  <a:lnTo>
                    <a:pt x="6458811" y="2391967"/>
                  </a:lnTo>
                  <a:lnTo>
                    <a:pt x="6457099" y="2391967"/>
                  </a:lnTo>
                  <a:lnTo>
                    <a:pt x="6455388" y="2391967"/>
                  </a:lnTo>
                  <a:lnTo>
                    <a:pt x="6453677" y="2391967"/>
                  </a:lnTo>
                  <a:lnTo>
                    <a:pt x="6451965" y="2391967"/>
                  </a:lnTo>
                  <a:lnTo>
                    <a:pt x="6450254" y="2391967"/>
                  </a:lnTo>
                  <a:lnTo>
                    <a:pt x="6448542" y="2391967"/>
                  </a:lnTo>
                  <a:lnTo>
                    <a:pt x="6446831" y="2391967"/>
                  </a:lnTo>
                  <a:lnTo>
                    <a:pt x="6445120" y="2391967"/>
                  </a:lnTo>
                  <a:lnTo>
                    <a:pt x="6443408" y="2391967"/>
                  </a:lnTo>
                  <a:lnTo>
                    <a:pt x="6441697" y="2391967"/>
                  </a:lnTo>
                  <a:lnTo>
                    <a:pt x="6439985" y="2391967"/>
                  </a:lnTo>
                  <a:lnTo>
                    <a:pt x="6438274" y="2391967"/>
                  </a:lnTo>
                  <a:lnTo>
                    <a:pt x="6436563" y="2391967"/>
                  </a:lnTo>
                  <a:lnTo>
                    <a:pt x="6434851" y="2391967"/>
                  </a:lnTo>
                  <a:lnTo>
                    <a:pt x="6433140" y="2391967"/>
                  </a:lnTo>
                  <a:lnTo>
                    <a:pt x="6431428" y="2391967"/>
                  </a:lnTo>
                  <a:lnTo>
                    <a:pt x="6429717" y="2391967"/>
                  </a:lnTo>
                  <a:lnTo>
                    <a:pt x="6428006" y="2391967"/>
                  </a:lnTo>
                  <a:lnTo>
                    <a:pt x="6426294" y="2391967"/>
                  </a:lnTo>
                  <a:lnTo>
                    <a:pt x="6424583" y="2391967"/>
                  </a:lnTo>
                  <a:lnTo>
                    <a:pt x="6422872" y="2391967"/>
                  </a:lnTo>
                  <a:lnTo>
                    <a:pt x="6421160" y="2391967"/>
                  </a:lnTo>
                  <a:lnTo>
                    <a:pt x="6419449" y="2391967"/>
                  </a:lnTo>
                  <a:lnTo>
                    <a:pt x="6417737" y="2391967"/>
                  </a:lnTo>
                  <a:lnTo>
                    <a:pt x="6416026" y="2391967"/>
                  </a:lnTo>
                  <a:lnTo>
                    <a:pt x="6414315" y="2391967"/>
                  </a:lnTo>
                  <a:lnTo>
                    <a:pt x="6412603" y="2391967"/>
                  </a:lnTo>
                  <a:lnTo>
                    <a:pt x="6410892" y="2391967"/>
                  </a:lnTo>
                  <a:lnTo>
                    <a:pt x="6409180" y="2391967"/>
                  </a:lnTo>
                  <a:lnTo>
                    <a:pt x="6407469" y="2391967"/>
                  </a:lnTo>
                  <a:lnTo>
                    <a:pt x="6405758" y="2391967"/>
                  </a:lnTo>
                  <a:lnTo>
                    <a:pt x="6404046" y="2391967"/>
                  </a:lnTo>
                  <a:lnTo>
                    <a:pt x="6402335" y="2391967"/>
                  </a:lnTo>
                  <a:lnTo>
                    <a:pt x="6400623" y="2391967"/>
                  </a:lnTo>
                  <a:lnTo>
                    <a:pt x="6398912" y="2391967"/>
                  </a:lnTo>
                  <a:lnTo>
                    <a:pt x="6397201" y="2391967"/>
                  </a:lnTo>
                  <a:lnTo>
                    <a:pt x="6395489" y="2391967"/>
                  </a:lnTo>
                  <a:lnTo>
                    <a:pt x="6393778" y="2391967"/>
                  </a:lnTo>
                  <a:lnTo>
                    <a:pt x="6392066" y="2391967"/>
                  </a:lnTo>
                  <a:lnTo>
                    <a:pt x="6390355" y="2391967"/>
                  </a:lnTo>
                  <a:lnTo>
                    <a:pt x="6388644" y="2391967"/>
                  </a:lnTo>
                  <a:lnTo>
                    <a:pt x="6386932" y="2391967"/>
                  </a:lnTo>
                  <a:lnTo>
                    <a:pt x="6385221" y="2391967"/>
                  </a:lnTo>
                  <a:lnTo>
                    <a:pt x="6383509" y="2391967"/>
                  </a:lnTo>
                  <a:lnTo>
                    <a:pt x="6381798" y="2391967"/>
                  </a:lnTo>
                  <a:lnTo>
                    <a:pt x="6380087" y="2391967"/>
                  </a:lnTo>
                  <a:lnTo>
                    <a:pt x="6378375" y="2391967"/>
                  </a:lnTo>
                  <a:lnTo>
                    <a:pt x="6376664" y="2391967"/>
                  </a:lnTo>
                  <a:lnTo>
                    <a:pt x="6374952" y="2391967"/>
                  </a:lnTo>
                  <a:lnTo>
                    <a:pt x="6373241" y="2391967"/>
                  </a:lnTo>
                  <a:lnTo>
                    <a:pt x="6371530" y="2391967"/>
                  </a:lnTo>
                  <a:lnTo>
                    <a:pt x="6369818" y="2391967"/>
                  </a:lnTo>
                  <a:lnTo>
                    <a:pt x="6368107" y="2391967"/>
                  </a:lnTo>
                  <a:lnTo>
                    <a:pt x="6366395" y="2391967"/>
                  </a:lnTo>
                  <a:lnTo>
                    <a:pt x="6364684" y="2391967"/>
                  </a:lnTo>
                  <a:lnTo>
                    <a:pt x="6362973" y="2391967"/>
                  </a:lnTo>
                  <a:lnTo>
                    <a:pt x="6361261" y="2391967"/>
                  </a:lnTo>
                  <a:lnTo>
                    <a:pt x="6359550" y="2391967"/>
                  </a:lnTo>
                  <a:lnTo>
                    <a:pt x="6357838" y="2391967"/>
                  </a:lnTo>
                  <a:lnTo>
                    <a:pt x="6356127" y="2391967"/>
                  </a:lnTo>
                  <a:lnTo>
                    <a:pt x="6354416" y="2391967"/>
                  </a:lnTo>
                  <a:lnTo>
                    <a:pt x="6352704" y="2391967"/>
                  </a:lnTo>
                  <a:lnTo>
                    <a:pt x="6350993" y="2391967"/>
                  </a:lnTo>
                  <a:lnTo>
                    <a:pt x="6349281" y="2391967"/>
                  </a:lnTo>
                  <a:lnTo>
                    <a:pt x="6347570" y="2391967"/>
                  </a:lnTo>
                  <a:lnTo>
                    <a:pt x="6345859" y="2391967"/>
                  </a:lnTo>
                  <a:lnTo>
                    <a:pt x="6344147" y="2391967"/>
                  </a:lnTo>
                  <a:lnTo>
                    <a:pt x="6342436" y="2391967"/>
                  </a:lnTo>
                  <a:lnTo>
                    <a:pt x="6340724" y="2391967"/>
                  </a:lnTo>
                  <a:lnTo>
                    <a:pt x="6339013" y="2391967"/>
                  </a:lnTo>
                  <a:lnTo>
                    <a:pt x="6337302" y="2391967"/>
                  </a:lnTo>
                  <a:lnTo>
                    <a:pt x="6335590" y="2391967"/>
                  </a:lnTo>
                  <a:lnTo>
                    <a:pt x="6333879" y="2391967"/>
                  </a:lnTo>
                  <a:lnTo>
                    <a:pt x="6332167" y="2391967"/>
                  </a:lnTo>
                  <a:lnTo>
                    <a:pt x="6330456" y="2391967"/>
                  </a:lnTo>
                  <a:lnTo>
                    <a:pt x="6328745" y="2391967"/>
                  </a:lnTo>
                  <a:lnTo>
                    <a:pt x="6327033" y="2391967"/>
                  </a:lnTo>
                  <a:lnTo>
                    <a:pt x="6325322" y="2391967"/>
                  </a:lnTo>
                  <a:lnTo>
                    <a:pt x="6323611" y="2391967"/>
                  </a:lnTo>
                  <a:lnTo>
                    <a:pt x="6321899" y="2391967"/>
                  </a:lnTo>
                  <a:lnTo>
                    <a:pt x="6320188" y="2391967"/>
                  </a:lnTo>
                  <a:lnTo>
                    <a:pt x="6318476" y="2391967"/>
                  </a:lnTo>
                  <a:lnTo>
                    <a:pt x="6316765" y="2391967"/>
                  </a:lnTo>
                  <a:lnTo>
                    <a:pt x="6315054" y="2391967"/>
                  </a:lnTo>
                  <a:lnTo>
                    <a:pt x="6313342" y="2391967"/>
                  </a:lnTo>
                  <a:lnTo>
                    <a:pt x="6311631" y="2391967"/>
                  </a:lnTo>
                  <a:lnTo>
                    <a:pt x="6309919" y="2391967"/>
                  </a:lnTo>
                  <a:lnTo>
                    <a:pt x="6308208" y="2391967"/>
                  </a:lnTo>
                  <a:lnTo>
                    <a:pt x="6306497" y="2391967"/>
                  </a:lnTo>
                  <a:lnTo>
                    <a:pt x="6304785" y="2391967"/>
                  </a:lnTo>
                  <a:lnTo>
                    <a:pt x="6303074" y="2391967"/>
                  </a:lnTo>
                  <a:lnTo>
                    <a:pt x="6301362" y="2391967"/>
                  </a:lnTo>
                  <a:lnTo>
                    <a:pt x="6299651" y="2391967"/>
                  </a:lnTo>
                  <a:lnTo>
                    <a:pt x="6297940" y="2391967"/>
                  </a:lnTo>
                  <a:lnTo>
                    <a:pt x="6296228" y="2391967"/>
                  </a:lnTo>
                  <a:lnTo>
                    <a:pt x="6294517" y="2391967"/>
                  </a:lnTo>
                  <a:lnTo>
                    <a:pt x="6292805" y="2391967"/>
                  </a:lnTo>
                  <a:lnTo>
                    <a:pt x="6291094" y="2391967"/>
                  </a:lnTo>
                  <a:lnTo>
                    <a:pt x="6289383" y="2391967"/>
                  </a:lnTo>
                  <a:lnTo>
                    <a:pt x="6287671" y="2391967"/>
                  </a:lnTo>
                  <a:lnTo>
                    <a:pt x="6285960" y="2391967"/>
                  </a:lnTo>
                  <a:lnTo>
                    <a:pt x="6284248" y="2391967"/>
                  </a:lnTo>
                  <a:lnTo>
                    <a:pt x="6282537" y="2391967"/>
                  </a:lnTo>
                  <a:lnTo>
                    <a:pt x="6280826" y="2391967"/>
                  </a:lnTo>
                  <a:lnTo>
                    <a:pt x="6279114" y="2391967"/>
                  </a:lnTo>
                  <a:lnTo>
                    <a:pt x="6277403" y="2391967"/>
                  </a:lnTo>
                  <a:lnTo>
                    <a:pt x="6275691" y="2391967"/>
                  </a:lnTo>
                  <a:lnTo>
                    <a:pt x="6273980" y="2391967"/>
                  </a:lnTo>
                  <a:lnTo>
                    <a:pt x="6272269" y="2391967"/>
                  </a:lnTo>
                  <a:lnTo>
                    <a:pt x="6270557" y="2391967"/>
                  </a:lnTo>
                  <a:lnTo>
                    <a:pt x="6268846" y="2391967"/>
                  </a:lnTo>
                  <a:lnTo>
                    <a:pt x="6267134" y="2391967"/>
                  </a:lnTo>
                  <a:lnTo>
                    <a:pt x="6265423" y="2391967"/>
                  </a:lnTo>
                  <a:lnTo>
                    <a:pt x="6263712" y="2391967"/>
                  </a:lnTo>
                  <a:lnTo>
                    <a:pt x="6262000" y="2391967"/>
                  </a:lnTo>
                  <a:lnTo>
                    <a:pt x="6260289" y="2391967"/>
                  </a:lnTo>
                  <a:lnTo>
                    <a:pt x="6258577" y="2391967"/>
                  </a:lnTo>
                  <a:lnTo>
                    <a:pt x="6256866" y="2391967"/>
                  </a:lnTo>
                  <a:lnTo>
                    <a:pt x="6255155" y="2391967"/>
                  </a:lnTo>
                  <a:lnTo>
                    <a:pt x="6253443" y="2391967"/>
                  </a:lnTo>
                  <a:lnTo>
                    <a:pt x="6251732" y="2391967"/>
                  </a:lnTo>
                  <a:lnTo>
                    <a:pt x="6250020" y="2391967"/>
                  </a:lnTo>
                  <a:lnTo>
                    <a:pt x="6248309" y="2391967"/>
                  </a:lnTo>
                  <a:lnTo>
                    <a:pt x="6246598" y="2391967"/>
                  </a:lnTo>
                  <a:lnTo>
                    <a:pt x="6244886" y="2391967"/>
                  </a:lnTo>
                  <a:lnTo>
                    <a:pt x="6243175" y="2391967"/>
                  </a:lnTo>
                  <a:lnTo>
                    <a:pt x="6241463" y="2391967"/>
                  </a:lnTo>
                  <a:lnTo>
                    <a:pt x="6239752" y="2391967"/>
                  </a:lnTo>
                  <a:lnTo>
                    <a:pt x="6238041" y="2391967"/>
                  </a:lnTo>
                  <a:lnTo>
                    <a:pt x="6236329" y="2391967"/>
                  </a:lnTo>
                  <a:lnTo>
                    <a:pt x="6234618" y="2391967"/>
                  </a:lnTo>
                  <a:lnTo>
                    <a:pt x="6232906" y="2391967"/>
                  </a:lnTo>
                  <a:lnTo>
                    <a:pt x="6231195" y="2391967"/>
                  </a:lnTo>
                  <a:lnTo>
                    <a:pt x="6229484" y="2391967"/>
                  </a:lnTo>
                  <a:lnTo>
                    <a:pt x="6227772" y="2391967"/>
                  </a:lnTo>
                  <a:lnTo>
                    <a:pt x="6226061" y="2391967"/>
                  </a:lnTo>
                  <a:lnTo>
                    <a:pt x="6224349" y="2391967"/>
                  </a:lnTo>
                  <a:lnTo>
                    <a:pt x="6222638" y="2391967"/>
                  </a:lnTo>
                  <a:lnTo>
                    <a:pt x="6220927" y="2391967"/>
                  </a:lnTo>
                  <a:lnTo>
                    <a:pt x="6219215" y="2391967"/>
                  </a:lnTo>
                  <a:lnTo>
                    <a:pt x="6217504" y="2391967"/>
                  </a:lnTo>
                  <a:lnTo>
                    <a:pt x="6215793" y="2391967"/>
                  </a:lnTo>
                  <a:lnTo>
                    <a:pt x="6214081" y="2391967"/>
                  </a:lnTo>
                  <a:lnTo>
                    <a:pt x="6212370" y="2391967"/>
                  </a:lnTo>
                  <a:lnTo>
                    <a:pt x="6210658" y="2391967"/>
                  </a:lnTo>
                  <a:lnTo>
                    <a:pt x="6208947" y="2391967"/>
                  </a:lnTo>
                  <a:lnTo>
                    <a:pt x="6207236" y="2391967"/>
                  </a:lnTo>
                  <a:lnTo>
                    <a:pt x="6205524" y="2391967"/>
                  </a:lnTo>
                  <a:lnTo>
                    <a:pt x="6203813" y="2391967"/>
                  </a:lnTo>
                  <a:lnTo>
                    <a:pt x="6202101" y="2391967"/>
                  </a:lnTo>
                  <a:lnTo>
                    <a:pt x="6200390" y="2391967"/>
                  </a:lnTo>
                  <a:lnTo>
                    <a:pt x="6198679" y="2391967"/>
                  </a:lnTo>
                  <a:lnTo>
                    <a:pt x="6196967" y="2391967"/>
                  </a:lnTo>
                  <a:lnTo>
                    <a:pt x="6195256" y="2391967"/>
                  </a:lnTo>
                  <a:lnTo>
                    <a:pt x="6193544" y="2391967"/>
                  </a:lnTo>
                  <a:lnTo>
                    <a:pt x="6191833" y="2391967"/>
                  </a:lnTo>
                  <a:lnTo>
                    <a:pt x="6190122" y="2391967"/>
                  </a:lnTo>
                  <a:lnTo>
                    <a:pt x="6188410" y="2391967"/>
                  </a:lnTo>
                  <a:lnTo>
                    <a:pt x="6186699" y="2391967"/>
                  </a:lnTo>
                  <a:lnTo>
                    <a:pt x="6184987" y="2391967"/>
                  </a:lnTo>
                  <a:lnTo>
                    <a:pt x="6183276" y="2391967"/>
                  </a:lnTo>
                  <a:lnTo>
                    <a:pt x="6181565" y="2391967"/>
                  </a:lnTo>
                  <a:lnTo>
                    <a:pt x="6179853" y="2391967"/>
                  </a:lnTo>
                  <a:lnTo>
                    <a:pt x="6178142" y="2391967"/>
                  </a:lnTo>
                  <a:lnTo>
                    <a:pt x="6176430" y="2391967"/>
                  </a:lnTo>
                  <a:lnTo>
                    <a:pt x="6174719" y="2391967"/>
                  </a:lnTo>
                  <a:lnTo>
                    <a:pt x="6173008" y="2391967"/>
                  </a:lnTo>
                  <a:lnTo>
                    <a:pt x="6171296" y="2391967"/>
                  </a:lnTo>
                  <a:lnTo>
                    <a:pt x="6169585" y="2391967"/>
                  </a:lnTo>
                  <a:lnTo>
                    <a:pt x="6167873" y="2391967"/>
                  </a:lnTo>
                  <a:lnTo>
                    <a:pt x="6166162" y="2391967"/>
                  </a:lnTo>
                  <a:lnTo>
                    <a:pt x="6164451" y="2391967"/>
                  </a:lnTo>
                  <a:lnTo>
                    <a:pt x="6162739" y="2391967"/>
                  </a:lnTo>
                  <a:lnTo>
                    <a:pt x="6161028" y="2391967"/>
                  </a:lnTo>
                  <a:lnTo>
                    <a:pt x="6159316" y="2391967"/>
                  </a:lnTo>
                  <a:lnTo>
                    <a:pt x="6157605" y="2391967"/>
                  </a:lnTo>
                  <a:lnTo>
                    <a:pt x="6155894" y="2391967"/>
                  </a:lnTo>
                  <a:lnTo>
                    <a:pt x="6154182" y="2391967"/>
                  </a:lnTo>
                  <a:lnTo>
                    <a:pt x="6152471" y="2391967"/>
                  </a:lnTo>
                  <a:lnTo>
                    <a:pt x="6150759" y="2391967"/>
                  </a:lnTo>
                  <a:lnTo>
                    <a:pt x="6149048" y="2391967"/>
                  </a:lnTo>
                  <a:lnTo>
                    <a:pt x="6147337" y="2391967"/>
                  </a:lnTo>
                  <a:lnTo>
                    <a:pt x="6145625" y="2391967"/>
                  </a:lnTo>
                  <a:lnTo>
                    <a:pt x="6143914" y="2391967"/>
                  </a:lnTo>
                  <a:lnTo>
                    <a:pt x="6142202" y="2391967"/>
                  </a:lnTo>
                  <a:lnTo>
                    <a:pt x="6140491" y="2391967"/>
                  </a:lnTo>
                  <a:lnTo>
                    <a:pt x="6138780" y="2391967"/>
                  </a:lnTo>
                  <a:lnTo>
                    <a:pt x="6137068" y="2391967"/>
                  </a:lnTo>
                  <a:lnTo>
                    <a:pt x="6135357" y="2391967"/>
                  </a:lnTo>
                  <a:lnTo>
                    <a:pt x="6133645" y="2391967"/>
                  </a:lnTo>
                  <a:lnTo>
                    <a:pt x="6131934" y="2391967"/>
                  </a:lnTo>
                  <a:lnTo>
                    <a:pt x="6130223" y="2391967"/>
                  </a:lnTo>
                  <a:lnTo>
                    <a:pt x="6128511" y="2391967"/>
                  </a:lnTo>
                  <a:lnTo>
                    <a:pt x="6126800" y="2391967"/>
                  </a:lnTo>
                  <a:lnTo>
                    <a:pt x="6125088" y="2391967"/>
                  </a:lnTo>
                  <a:lnTo>
                    <a:pt x="6123377" y="2391967"/>
                  </a:lnTo>
                  <a:lnTo>
                    <a:pt x="6121666" y="2391967"/>
                  </a:lnTo>
                  <a:lnTo>
                    <a:pt x="6119954" y="2391967"/>
                  </a:lnTo>
                  <a:lnTo>
                    <a:pt x="6118243" y="2391967"/>
                  </a:lnTo>
                  <a:lnTo>
                    <a:pt x="6116531" y="2391967"/>
                  </a:lnTo>
                  <a:lnTo>
                    <a:pt x="6114820" y="2391967"/>
                  </a:lnTo>
                  <a:lnTo>
                    <a:pt x="6113109" y="2391967"/>
                  </a:lnTo>
                  <a:lnTo>
                    <a:pt x="6111397" y="2391967"/>
                  </a:lnTo>
                  <a:lnTo>
                    <a:pt x="6109686" y="2391967"/>
                  </a:lnTo>
                  <a:lnTo>
                    <a:pt x="6107975" y="2391967"/>
                  </a:lnTo>
                  <a:lnTo>
                    <a:pt x="6106263" y="2391967"/>
                  </a:lnTo>
                  <a:lnTo>
                    <a:pt x="6104552" y="2391967"/>
                  </a:lnTo>
                  <a:lnTo>
                    <a:pt x="6102840" y="2391967"/>
                  </a:lnTo>
                  <a:lnTo>
                    <a:pt x="6101129" y="2391967"/>
                  </a:lnTo>
                  <a:lnTo>
                    <a:pt x="6099418" y="2391967"/>
                  </a:lnTo>
                  <a:lnTo>
                    <a:pt x="6097706" y="2391967"/>
                  </a:lnTo>
                  <a:lnTo>
                    <a:pt x="6095995" y="2391967"/>
                  </a:lnTo>
                  <a:lnTo>
                    <a:pt x="6094283" y="2391967"/>
                  </a:lnTo>
                  <a:lnTo>
                    <a:pt x="6092572" y="2391967"/>
                  </a:lnTo>
                  <a:lnTo>
                    <a:pt x="6090861" y="2391967"/>
                  </a:lnTo>
                  <a:lnTo>
                    <a:pt x="6089149" y="2391967"/>
                  </a:lnTo>
                  <a:lnTo>
                    <a:pt x="6087438" y="2391967"/>
                  </a:lnTo>
                  <a:lnTo>
                    <a:pt x="6085726" y="2391967"/>
                  </a:lnTo>
                  <a:lnTo>
                    <a:pt x="6084015" y="2391967"/>
                  </a:lnTo>
                  <a:lnTo>
                    <a:pt x="6082304" y="2391967"/>
                  </a:lnTo>
                  <a:lnTo>
                    <a:pt x="6080592" y="2391967"/>
                  </a:lnTo>
                  <a:lnTo>
                    <a:pt x="6078881" y="2391967"/>
                  </a:lnTo>
                  <a:lnTo>
                    <a:pt x="6077169" y="2391967"/>
                  </a:lnTo>
                  <a:lnTo>
                    <a:pt x="6075458" y="2391967"/>
                  </a:lnTo>
                  <a:lnTo>
                    <a:pt x="6073747" y="2391967"/>
                  </a:lnTo>
                  <a:lnTo>
                    <a:pt x="6072035" y="2391967"/>
                  </a:lnTo>
                  <a:lnTo>
                    <a:pt x="6070324" y="2391967"/>
                  </a:lnTo>
                  <a:lnTo>
                    <a:pt x="6068612" y="2391967"/>
                  </a:lnTo>
                  <a:lnTo>
                    <a:pt x="6066901" y="2391967"/>
                  </a:lnTo>
                  <a:lnTo>
                    <a:pt x="6065190" y="2391967"/>
                  </a:lnTo>
                  <a:lnTo>
                    <a:pt x="6063478" y="2391967"/>
                  </a:lnTo>
                  <a:lnTo>
                    <a:pt x="6061767" y="2391967"/>
                  </a:lnTo>
                  <a:lnTo>
                    <a:pt x="6060055" y="2391967"/>
                  </a:lnTo>
                  <a:lnTo>
                    <a:pt x="6058344" y="2391967"/>
                  </a:lnTo>
                  <a:lnTo>
                    <a:pt x="6056633" y="2391967"/>
                  </a:lnTo>
                  <a:lnTo>
                    <a:pt x="6054921" y="2391967"/>
                  </a:lnTo>
                  <a:lnTo>
                    <a:pt x="6053210" y="2391967"/>
                  </a:lnTo>
                  <a:lnTo>
                    <a:pt x="6051498" y="2391967"/>
                  </a:lnTo>
                  <a:lnTo>
                    <a:pt x="6049787" y="2391967"/>
                  </a:lnTo>
                  <a:lnTo>
                    <a:pt x="6048076" y="2391967"/>
                  </a:lnTo>
                  <a:lnTo>
                    <a:pt x="6046364" y="2391967"/>
                  </a:lnTo>
                  <a:lnTo>
                    <a:pt x="6044653" y="2391967"/>
                  </a:lnTo>
                  <a:lnTo>
                    <a:pt x="6042941" y="2391967"/>
                  </a:lnTo>
                  <a:lnTo>
                    <a:pt x="6041230" y="2391967"/>
                  </a:lnTo>
                  <a:lnTo>
                    <a:pt x="6039519" y="2391967"/>
                  </a:lnTo>
                  <a:lnTo>
                    <a:pt x="6037807" y="2391967"/>
                  </a:lnTo>
                  <a:lnTo>
                    <a:pt x="6036096" y="2391967"/>
                  </a:lnTo>
                  <a:lnTo>
                    <a:pt x="6034384" y="2391967"/>
                  </a:lnTo>
                  <a:lnTo>
                    <a:pt x="6032673" y="2391967"/>
                  </a:lnTo>
                  <a:lnTo>
                    <a:pt x="6030962" y="2391967"/>
                  </a:lnTo>
                  <a:lnTo>
                    <a:pt x="6029250" y="2391967"/>
                  </a:lnTo>
                  <a:lnTo>
                    <a:pt x="6027539" y="2391967"/>
                  </a:lnTo>
                  <a:lnTo>
                    <a:pt x="6025827" y="2391967"/>
                  </a:lnTo>
                  <a:lnTo>
                    <a:pt x="6024116" y="2391967"/>
                  </a:lnTo>
                  <a:lnTo>
                    <a:pt x="6022405" y="2391967"/>
                  </a:lnTo>
                  <a:lnTo>
                    <a:pt x="6020693" y="2391967"/>
                  </a:lnTo>
                  <a:lnTo>
                    <a:pt x="6018982" y="2391967"/>
                  </a:lnTo>
                  <a:lnTo>
                    <a:pt x="6017270" y="2391967"/>
                  </a:lnTo>
                  <a:lnTo>
                    <a:pt x="6015559" y="2391967"/>
                  </a:lnTo>
                  <a:lnTo>
                    <a:pt x="6013848" y="2391967"/>
                  </a:lnTo>
                  <a:lnTo>
                    <a:pt x="6012136" y="2391967"/>
                  </a:lnTo>
                  <a:lnTo>
                    <a:pt x="6010425" y="2391967"/>
                  </a:lnTo>
                  <a:lnTo>
                    <a:pt x="6008713" y="2391967"/>
                  </a:lnTo>
                  <a:lnTo>
                    <a:pt x="6007002" y="2391967"/>
                  </a:lnTo>
                  <a:lnTo>
                    <a:pt x="6005291" y="2391967"/>
                  </a:lnTo>
                  <a:lnTo>
                    <a:pt x="6003579" y="2391967"/>
                  </a:lnTo>
                  <a:lnTo>
                    <a:pt x="6001868" y="2391967"/>
                  </a:lnTo>
                  <a:lnTo>
                    <a:pt x="6000157" y="2391967"/>
                  </a:lnTo>
                  <a:lnTo>
                    <a:pt x="5998445" y="2391967"/>
                  </a:lnTo>
                  <a:lnTo>
                    <a:pt x="5996734" y="2391967"/>
                  </a:lnTo>
                  <a:lnTo>
                    <a:pt x="5995022" y="2391967"/>
                  </a:lnTo>
                  <a:lnTo>
                    <a:pt x="5993311" y="2391967"/>
                  </a:lnTo>
                  <a:lnTo>
                    <a:pt x="5991600" y="2391967"/>
                  </a:lnTo>
                  <a:lnTo>
                    <a:pt x="5989888" y="2391967"/>
                  </a:lnTo>
                  <a:lnTo>
                    <a:pt x="5988177" y="2391967"/>
                  </a:lnTo>
                  <a:lnTo>
                    <a:pt x="5986465" y="2391967"/>
                  </a:lnTo>
                  <a:lnTo>
                    <a:pt x="5984754" y="2391967"/>
                  </a:lnTo>
                  <a:lnTo>
                    <a:pt x="5983043" y="2391967"/>
                  </a:lnTo>
                  <a:lnTo>
                    <a:pt x="5981331" y="2391967"/>
                  </a:lnTo>
                  <a:lnTo>
                    <a:pt x="5979620" y="2391967"/>
                  </a:lnTo>
                  <a:lnTo>
                    <a:pt x="5977908" y="2391967"/>
                  </a:lnTo>
                  <a:lnTo>
                    <a:pt x="5976197" y="2391967"/>
                  </a:lnTo>
                  <a:lnTo>
                    <a:pt x="5974486" y="2391967"/>
                  </a:lnTo>
                  <a:lnTo>
                    <a:pt x="5972774" y="2391967"/>
                  </a:lnTo>
                  <a:lnTo>
                    <a:pt x="5971063" y="2391967"/>
                  </a:lnTo>
                  <a:lnTo>
                    <a:pt x="5969351" y="2391967"/>
                  </a:lnTo>
                  <a:lnTo>
                    <a:pt x="5967640" y="2391967"/>
                  </a:lnTo>
                  <a:lnTo>
                    <a:pt x="5965929" y="2391967"/>
                  </a:lnTo>
                  <a:lnTo>
                    <a:pt x="5964217" y="2391967"/>
                  </a:lnTo>
                  <a:lnTo>
                    <a:pt x="5962506" y="2391967"/>
                  </a:lnTo>
                  <a:lnTo>
                    <a:pt x="5960794" y="2391967"/>
                  </a:lnTo>
                  <a:lnTo>
                    <a:pt x="5959083" y="2391967"/>
                  </a:lnTo>
                  <a:lnTo>
                    <a:pt x="5957372" y="2391967"/>
                  </a:lnTo>
                  <a:lnTo>
                    <a:pt x="5955660" y="2391967"/>
                  </a:lnTo>
                  <a:lnTo>
                    <a:pt x="5953949" y="2391967"/>
                  </a:lnTo>
                  <a:lnTo>
                    <a:pt x="5952237" y="2391967"/>
                  </a:lnTo>
                  <a:lnTo>
                    <a:pt x="5950526" y="2391967"/>
                  </a:lnTo>
                  <a:lnTo>
                    <a:pt x="5948815" y="2391967"/>
                  </a:lnTo>
                  <a:lnTo>
                    <a:pt x="5947103" y="2391967"/>
                  </a:lnTo>
                  <a:lnTo>
                    <a:pt x="5945392" y="2391967"/>
                  </a:lnTo>
                  <a:lnTo>
                    <a:pt x="5943680" y="2391967"/>
                  </a:lnTo>
                  <a:lnTo>
                    <a:pt x="5941969" y="2391967"/>
                  </a:lnTo>
                  <a:lnTo>
                    <a:pt x="5940258" y="2391967"/>
                  </a:lnTo>
                  <a:lnTo>
                    <a:pt x="5938546" y="2391967"/>
                  </a:lnTo>
                  <a:lnTo>
                    <a:pt x="5936835" y="2391967"/>
                  </a:lnTo>
                  <a:lnTo>
                    <a:pt x="5935123" y="2391967"/>
                  </a:lnTo>
                  <a:lnTo>
                    <a:pt x="5933412" y="2391967"/>
                  </a:lnTo>
                  <a:lnTo>
                    <a:pt x="5931701" y="2391967"/>
                  </a:lnTo>
                  <a:lnTo>
                    <a:pt x="5929989" y="2391967"/>
                  </a:lnTo>
                  <a:lnTo>
                    <a:pt x="5928278" y="2391967"/>
                  </a:lnTo>
                  <a:lnTo>
                    <a:pt x="5926566" y="2391967"/>
                  </a:lnTo>
                  <a:lnTo>
                    <a:pt x="5924855" y="2391967"/>
                  </a:lnTo>
                  <a:lnTo>
                    <a:pt x="5923144" y="2391967"/>
                  </a:lnTo>
                  <a:lnTo>
                    <a:pt x="5921432" y="2391967"/>
                  </a:lnTo>
                  <a:lnTo>
                    <a:pt x="5919721" y="2391967"/>
                  </a:lnTo>
                  <a:lnTo>
                    <a:pt x="5918009" y="2391967"/>
                  </a:lnTo>
                  <a:lnTo>
                    <a:pt x="5916298" y="2391967"/>
                  </a:lnTo>
                  <a:lnTo>
                    <a:pt x="5914587" y="2391967"/>
                  </a:lnTo>
                  <a:lnTo>
                    <a:pt x="5912875" y="2391967"/>
                  </a:lnTo>
                  <a:lnTo>
                    <a:pt x="5911164" y="2391967"/>
                  </a:lnTo>
                  <a:lnTo>
                    <a:pt x="5909452" y="2391967"/>
                  </a:lnTo>
                  <a:lnTo>
                    <a:pt x="5907741" y="2391967"/>
                  </a:lnTo>
                  <a:lnTo>
                    <a:pt x="5906030" y="2391967"/>
                  </a:lnTo>
                  <a:lnTo>
                    <a:pt x="5904318" y="2391967"/>
                  </a:lnTo>
                  <a:lnTo>
                    <a:pt x="5902607" y="2391967"/>
                  </a:lnTo>
                  <a:lnTo>
                    <a:pt x="5900896" y="2391967"/>
                  </a:lnTo>
                  <a:lnTo>
                    <a:pt x="5899184" y="2391967"/>
                  </a:lnTo>
                  <a:lnTo>
                    <a:pt x="5897473" y="2391967"/>
                  </a:lnTo>
                  <a:lnTo>
                    <a:pt x="5895761" y="2391967"/>
                  </a:lnTo>
                  <a:lnTo>
                    <a:pt x="5894050" y="2391967"/>
                  </a:lnTo>
                  <a:lnTo>
                    <a:pt x="5892339" y="2391967"/>
                  </a:lnTo>
                  <a:lnTo>
                    <a:pt x="5890627" y="2391967"/>
                  </a:lnTo>
                  <a:lnTo>
                    <a:pt x="5888916" y="2391967"/>
                  </a:lnTo>
                  <a:lnTo>
                    <a:pt x="5887204" y="2391967"/>
                  </a:lnTo>
                  <a:lnTo>
                    <a:pt x="5885493" y="2391967"/>
                  </a:lnTo>
                  <a:lnTo>
                    <a:pt x="5883782" y="2391967"/>
                  </a:lnTo>
                  <a:lnTo>
                    <a:pt x="5882070" y="2391967"/>
                  </a:lnTo>
                  <a:lnTo>
                    <a:pt x="5880359" y="2391967"/>
                  </a:lnTo>
                  <a:lnTo>
                    <a:pt x="5878647" y="2391967"/>
                  </a:lnTo>
                  <a:lnTo>
                    <a:pt x="5876936" y="2391967"/>
                  </a:lnTo>
                  <a:lnTo>
                    <a:pt x="5875225" y="2391967"/>
                  </a:lnTo>
                  <a:lnTo>
                    <a:pt x="5873513" y="2391967"/>
                  </a:lnTo>
                  <a:lnTo>
                    <a:pt x="5871802" y="2391967"/>
                  </a:lnTo>
                  <a:lnTo>
                    <a:pt x="5870090" y="2391967"/>
                  </a:lnTo>
                  <a:lnTo>
                    <a:pt x="5868379" y="2391967"/>
                  </a:lnTo>
                  <a:lnTo>
                    <a:pt x="5866668" y="2391967"/>
                  </a:lnTo>
                  <a:lnTo>
                    <a:pt x="5864956" y="2391967"/>
                  </a:lnTo>
                  <a:lnTo>
                    <a:pt x="5863245" y="2391967"/>
                  </a:lnTo>
                  <a:lnTo>
                    <a:pt x="5861533" y="2391967"/>
                  </a:lnTo>
                  <a:lnTo>
                    <a:pt x="5859822" y="2391967"/>
                  </a:lnTo>
                  <a:lnTo>
                    <a:pt x="5858111" y="2391967"/>
                  </a:lnTo>
                  <a:lnTo>
                    <a:pt x="5856399" y="2391967"/>
                  </a:lnTo>
                  <a:lnTo>
                    <a:pt x="5854688" y="2391967"/>
                  </a:lnTo>
                  <a:lnTo>
                    <a:pt x="5852976" y="2391967"/>
                  </a:lnTo>
                  <a:lnTo>
                    <a:pt x="5851265" y="2391967"/>
                  </a:lnTo>
                  <a:lnTo>
                    <a:pt x="5849554" y="2391967"/>
                  </a:lnTo>
                  <a:lnTo>
                    <a:pt x="5847842" y="2391967"/>
                  </a:lnTo>
                  <a:lnTo>
                    <a:pt x="5846131" y="2391967"/>
                  </a:lnTo>
                  <a:lnTo>
                    <a:pt x="5844419" y="2391967"/>
                  </a:lnTo>
                  <a:lnTo>
                    <a:pt x="5842708" y="2391967"/>
                  </a:lnTo>
                  <a:lnTo>
                    <a:pt x="5840997" y="2391967"/>
                  </a:lnTo>
                  <a:lnTo>
                    <a:pt x="5839285" y="2391967"/>
                  </a:lnTo>
                  <a:lnTo>
                    <a:pt x="5837574" y="2391967"/>
                  </a:lnTo>
                  <a:lnTo>
                    <a:pt x="5835862" y="2391967"/>
                  </a:lnTo>
                  <a:lnTo>
                    <a:pt x="5834151" y="2391967"/>
                  </a:lnTo>
                  <a:lnTo>
                    <a:pt x="5832440" y="2391967"/>
                  </a:lnTo>
                  <a:lnTo>
                    <a:pt x="5830728" y="2391967"/>
                  </a:lnTo>
                  <a:lnTo>
                    <a:pt x="5829017" y="2391967"/>
                  </a:lnTo>
                  <a:lnTo>
                    <a:pt x="5827305" y="2391967"/>
                  </a:lnTo>
                  <a:lnTo>
                    <a:pt x="5825594" y="2391967"/>
                  </a:lnTo>
                  <a:lnTo>
                    <a:pt x="5823883" y="2391967"/>
                  </a:lnTo>
                  <a:lnTo>
                    <a:pt x="5822171" y="2391967"/>
                  </a:lnTo>
                  <a:lnTo>
                    <a:pt x="5820460" y="2391967"/>
                  </a:lnTo>
                  <a:lnTo>
                    <a:pt x="5818748" y="2391967"/>
                  </a:lnTo>
                  <a:lnTo>
                    <a:pt x="5817037" y="2391967"/>
                  </a:lnTo>
                  <a:lnTo>
                    <a:pt x="5815326" y="2391967"/>
                  </a:lnTo>
                  <a:lnTo>
                    <a:pt x="5813614" y="2391967"/>
                  </a:lnTo>
                  <a:lnTo>
                    <a:pt x="5811903" y="2391967"/>
                  </a:lnTo>
                  <a:lnTo>
                    <a:pt x="5810191" y="2391967"/>
                  </a:lnTo>
                  <a:lnTo>
                    <a:pt x="5808480" y="2391967"/>
                  </a:lnTo>
                  <a:lnTo>
                    <a:pt x="5806769" y="2391967"/>
                  </a:lnTo>
                  <a:lnTo>
                    <a:pt x="5805057" y="2391967"/>
                  </a:lnTo>
                  <a:lnTo>
                    <a:pt x="5803346" y="2391967"/>
                  </a:lnTo>
                  <a:lnTo>
                    <a:pt x="5801634" y="2391967"/>
                  </a:lnTo>
                  <a:lnTo>
                    <a:pt x="5799923" y="2391967"/>
                  </a:lnTo>
                  <a:lnTo>
                    <a:pt x="5798212" y="2391967"/>
                  </a:lnTo>
                  <a:lnTo>
                    <a:pt x="5796500" y="2391967"/>
                  </a:lnTo>
                  <a:lnTo>
                    <a:pt x="5794789" y="2391967"/>
                  </a:lnTo>
                  <a:lnTo>
                    <a:pt x="5793078" y="2391967"/>
                  </a:lnTo>
                  <a:lnTo>
                    <a:pt x="5791366" y="2391967"/>
                  </a:lnTo>
                  <a:lnTo>
                    <a:pt x="5789655" y="2391967"/>
                  </a:lnTo>
                  <a:lnTo>
                    <a:pt x="5787943" y="2391967"/>
                  </a:lnTo>
                  <a:lnTo>
                    <a:pt x="5786232" y="2391967"/>
                  </a:lnTo>
                  <a:lnTo>
                    <a:pt x="5784521" y="2391967"/>
                  </a:lnTo>
                  <a:lnTo>
                    <a:pt x="5782809" y="2391967"/>
                  </a:lnTo>
                  <a:lnTo>
                    <a:pt x="5781098" y="2391967"/>
                  </a:lnTo>
                  <a:lnTo>
                    <a:pt x="5779386" y="2391967"/>
                  </a:lnTo>
                  <a:lnTo>
                    <a:pt x="5777675" y="2391967"/>
                  </a:lnTo>
                  <a:lnTo>
                    <a:pt x="5775964" y="2391967"/>
                  </a:lnTo>
                  <a:lnTo>
                    <a:pt x="5774252" y="2391967"/>
                  </a:lnTo>
                  <a:lnTo>
                    <a:pt x="5772541" y="2391967"/>
                  </a:lnTo>
                  <a:lnTo>
                    <a:pt x="5770829" y="2391967"/>
                  </a:lnTo>
                  <a:lnTo>
                    <a:pt x="5769118" y="2391967"/>
                  </a:lnTo>
                  <a:lnTo>
                    <a:pt x="5767407" y="2391967"/>
                  </a:lnTo>
                  <a:lnTo>
                    <a:pt x="5765695" y="2391967"/>
                  </a:lnTo>
                  <a:lnTo>
                    <a:pt x="5763984" y="2391967"/>
                  </a:lnTo>
                  <a:lnTo>
                    <a:pt x="5762272" y="2391967"/>
                  </a:lnTo>
                  <a:lnTo>
                    <a:pt x="5760561" y="2391967"/>
                  </a:lnTo>
                  <a:lnTo>
                    <a:pt x="5758850" y="2391967"/>
                  </a:lnTo>
                  <a:lnTo>
                    <a:pt x="5757138" y="2391967"/>
                  </a:lnTo>
                  <a:lnTo>
                    <a:pt x="5755427" y="2391967"/>
                  </a:lnTo>
                  <a:lnTo>
                    <a:pt x="5753715" y="2391967"/>
                  </a:lnTo>
                  <a:lnTo>
                    <a:pt x="5752004" y="2391967"/>
                  </a:lnTo>
                  <a:lnTo>
                    <a:pt x="5750293" y="2391967"/>
                  </a:lnTo>
                  <a:lnTo>
                    <a:pt x="5748581" y="2391967"/>
                  </a:lnTo>
                  <a:lnTo>
                    <a:pt x="5746870" y="2391967"/>
                  </a:lnTo>
                  <a:lnTo>
                    <a:pt x="5745158" y="2391967"/>
                  </a:lnTo>
                  <a:lnTo>
                    <a:pt x="5743447" y="2391967"/>
                  </a:lnTo>
                  <a:lnTo>
                    <a:pt x="5741736" y="2391967"/>
                  </a:lnTo>
                  <a:lnTo>
                    <a:pt x="5740024" y="2391967"/>
                  </a:lnTo>
                  <a:lnTo>
                    <a:pt x="5738313" y="2391967"/>
                  </a:lnTo>
                  <a:lnTo>
                    <a:pt x="5736601" y="2391967"/>
                  </a:lnTo>
                  <a:lnTo>
                    <a:pt x="5734890" y="2391967"/>
                  </a:lnTo>
                  <a:lnTo>
                    <a:pt x="5733179" y="2391967"/>
                  </a:lnTo>
                  <a:lnTo>
                    <a:pt x="5731467" y="2391967"/>
                  </a:lnTo>
                  <a:lnTo>
                    <a:pt x="5729756" y="2391967"/>
                  </a:lnTo>
                  <a:lnTo>
                    <a:pt x="5728044" y="2391967"/>
                  </a:lnTo>
                  <a:lnTo>
                    <a:pt x="5726333" y="2391967"/>
                  </a:lnTo>
                  <a:lnTo>
                    <a:pt x="5724622" y="2391967"/>
                  </a:lnTo>
                  <a:lnTo>
                    <a:pt x="5722910" y="2391967"/>
                  </a:lnTo>
                  <a:lnTo>
                    <a:pt x="5721199" y="2391967"/>
                  </a:lnTo>
                  <a:lnTo>
                    <a:pt x="5719487" y="2391967"/>
                  </a:lnTo>
                  <a:lnTo>
                    <a:pt x="5717776" y="2391967"/>
                  </a:lnTo>
                  <a:lnTo>
                    <a:pt x="5716065" y="2391967"/>
                  </a:lnTo>
                  <a:lnTo>
                    <a:pt x="5714353" y="2391967"/>
                  </a:lnTo>
                  <a:lnTo>
                    <a:pt x="5712642" y="2391967"/>
                  </a:lnTo>
                  <a:lnTo>
                    <a:pt x="5710930" y="2391967"/>
                  </a:lnTo>
                  <a:lnTo>
                    <a:pt x="5709219" y="2391967"/>
                  </a:lnTo>
                  <a:lnTo>
                    <a:pt x="5707508" y="2391967"/>
                  </a:lnTo>
                  <a:lnTo>
                    <a:pt x="5705796" y="2391967"/>
                  </a:lnTo>
                  <a:lnTo>
                    <a:pt x="5704085" y="2391967"/>
                  </a:lnTo>
                  <a:lnTo>
                    <a:pt x="5702373" y="2391967"/>
                  </a:lnTo>
                  <a:lnTo>
                    <a:pt x="5700662" y="2391967"/>
                  </a:lnTo>
                  <a:lnTo>
                    <a:pt x="5698951" y="2391967"/>
                  </a:lnTo>
                  <a:lnTo>
                    <a:pt x="5697239" y="2391967"/>
                  </a:lnTo>
                  <a:lnTo>
                    <a:pt x="5695528" y="2391967"/>
                  </a:lnTo>
                  <a:lnTo>
                    <a:pt x="5693816" y="2391967"/>
                  </a:lnTo>
                  <a:lnTo>
                    <a:pt x="5692105" y="2391967"/>
                  </a:lnTo>
                  <a:lnTo>
                    <a:pt x="5690394" y="2391967"/>
                  </a:lnTo>
                  <a:lnTo>
                    <a:pt x="5688682" y="2391967"/>
                  </a:lnTo>
                  <a:lnTo>
                    <a:pt x="5686971" y="2391967"/>
                  </a:lnTo>
                  <a:lnTo>
                    <a:pt x="5685260" y="2391967"/>
                  </a:lnTo>
                  <a:lnTo>
                    <a:pt x="5683548" y="2391967"/>
                  </a:lnTo>
                  <a:lnTo>
                    <a:pt x="5681837" y="2391967"/>
                  </a:lnTo>
                  <a:lnTo>
                    <a:pt x="5680125" y="2391967"/>
                  </a:lnTo>
                  <a:lnTo>
                    <a:pt x="5678414" y="2391967"/>
                  </a:lnTo>
                  <a:lnTo>
                    <a:pt x="5676703" y="2391967"/>
                  </a:lnTo>
                  <a:lnTo>
                    <a:pt x="5674991" y="2391967"/>
                  </a:lnTo>
                  <a:lnTo>
                    <a:pt x="5673280" y="2391967"/>
                  </a:lnTo>
                  <a:lnTo>
                    <a:pt x="5671568" y="2391967"/>
                  </a:lnTo>
                  <a:lnTo>
                    <a:pt x="5669857" y="2391967"/>
                  </a:lnTo>
                  <a:lnTo>
                    <a:pt x="5668146" y="2391967"/>
                  </a:lnTo>
                  <a:lnTo>
                    <a:pt x="5666434" y="2391967"/>
                  </a:lnTo>
                  <a:lnTo>
                    <a:pt x="5664723" y="2391967"/>
                  </a:lnTo>
                  <a:lnTo>
                    <a:pt x="5663011" y="2391967"/>
                  </a:lnTo>
                  <a:lnTo>
                    <a:pt x="5661300" y="2391967"/>
                  </a:lnTo>
                  <a:lnTo>
                    <a:pt x="5659589" y="2391967"/>
                  </a:lnTo>
                  <a:lnTo>
                    <a:pt x="5657877" y="2391967"/>
                  </a:lnTo>
                  <a:lnTo>
                    <a:pt x="5656166" y="2391967"/>
                  </a:lnTo>
                  <a:lnTo>
                    <a:pt x="5654454" y="2391967"/>
                  </a:lnTo>
                  <a:lnTo>
                    <a:pt x="5652743" y="2391967"/>
                  </a:lnTo>
                  <a:lnTo>
                    <a:pt x="5651032" y="2391967"/>
                  </a:lnTo>
                  <a:lnTo>
                    <a:pt x="5649320" y="2391967"/>
                  </a:lnTo>
                  <a:lnTo>
                    <a:pt x="5647609" y="2391967"/>
                  </a:lnTo>
                  <a:lnTo>
                    <a:pt x="5645897" y="2391967"/>
                  </a:lnTo>
                  <a:lnTo>
                    <a:pt x="5644186" y="2391967"/>
                  </a:lnTo>
                  <a:lnTo>
                    <a:pt x="5642475" y="2391967"/>
                  </a:lnTo>
                  <a:lnTo>
                    <a:pt x="5640763" y="2391967"/>
                  </a:lnTo>
                  <a:lnTo>
                    <a:pt x="5639052" y="2391967"/>
                  </a:lnTo>
                  <a:lnTo>
                    <a:pt x="5637340" y="2391967"/>
                  </a:lnTo>
                  <a:lnTo>
                    <a:pt x="5635629" y="2391967"/>
                  </a:lnTo>
                  <a:lnTo>
                    <a:pt x="5633918" y="2391967"/>
                  </a:lnTo>
                  <a:lnTo>
                    <a:pt x="5632206" y="2391967"/>
                  </a:lnTo>
                  <a:lnTo>
                    <a:pt x="5630495" y="2391967"/>
                  </a:lnTo>
                  <a:lnTo>
                    <a:pt x="5628783" y="2391967"/>
                  </a:lnTo>
                  <a:lnTo>
                    <a:pt x="5627072" y="2391967"/>
                  </a:lnTo>
                  <a:lnTo>
                    <a:pt x="5625361" y="2391967"/>
                  </a:lnTo>
                  <a:lnTo>
                    <a:pt x="5623649" y="2391967"/>
                  </a:lnTo>
                  <a:lnTo>
                    <a:pt x="5621938" y="2391967"/>
                  </a:lnTo>
                  <a:lnTo>
                    <a:pt x="5620226" y="2391967"/>
                  </a:lnTo>
                  <a:lnTo>
                    <a:pt x="5618515" y="2391967"/>
                  </a:lnTo>
                  <a:lnTo>
                    <a:pt x="5616804" y="2391967"/>
                  </a:lnTo>
                  <a:lnTo>
                    <a:pt x="5615092" y="2391967"/>
                  </a:lnTo>
                  <a:lnTo>
                    <a:pt x="5613381" y="2391967"/>
                  </a:lnTo>
                  <a:lnTo>
                    <a:pt x="5611669" y="2391967"/>
                  </a:lnTo>
                  <a:lnTo>
                    <a:pt x="5609958" y="2391967"/>
                  </a:lnTo>
                  <a:lnTo>
                    <a:pt x="5608247" y="2391967"/>
                  </a:lnTo>
                  <a:lnTo>
                    <a:pt x="5606535" y="2391967"/>
                  </a:lnTo>
                  <a:lnTo>
                    <a:pt x="5604824" y="2391967"/>
                  </a:lnTo>
                  <a:lnTo>
                    <a:pt x="5603112" y="2391967"/>
                  </a:lnTo>
                  <a:lnTo>
                    <a:pt x="5601401" y="2391967"/>
                  </a:lnTo>
                  <a:lnTo>
                    <a:pt x="5599690" y="2391967"/>
                  </a:lnTo>
                  <a:lnTo>
                    <a:pt x="5597978" y="2391967"/>
                  </a:lnTo>
                  <a:lnTo>
                    <a:pt x="5596267" y="2391967"/>
                  </a:lnTo>
                  <a:lnTo>
                    <a:pt x="5594555" y="2391967"/>
                  </a:lnTo>
                  <a:lnTo>
                    <a:pt x="5592844" y="2391967"/>
                  </a:lnTo>
                  <a:lnTo>
                    <a:pt x="5591133" y="2391967"/>
                  </a:lnTo>
                  <a:lnTo>
                    <a:pt x="5589421" y="2391967"/>
                  </a:lnTo>
                  <a:lnTo>
                    <a:pt x="5587710" y="2391967"/>
                  </a:lnTo>
                  <a:lnTo>
                    <a:pt x="5585999" y="2391967"/>
                  </a:lnTo>
                  <a:lnTo>
                    <a:pt x="5584287" y="2391967"/>
                  </a:lnTo>
                  <a:lnTo>
                    <a:pt x="5582576" y="2391967"/>
                  </a:lnTo>
                  <a:lnTo>
                    <a:pt x="5580864" y="2391967"/>
                  </a:lnTo>
                  <a:lnTo>
                    <a:pt x="5579153" y="2391967"/>
                  </a:lnTo>
                  <a:lnTo>
                    <a:pt x="5577442" y="2391967"/>
                  </a:lnTo>
                  <a:lnTo>
                    <a:pt x="5575730" y="2391967"/>
                  </a:lnTo>
                  <a:lnTo>
                    <a:pt x="5574019" y="2391967"/>
                  </a:lnTo>
                  <a:lnTo>
                    <a:pt x="5572307" y="2391967"/>
                  </a:lnTo>
                  <a:lnTo>
                    <a:pt x="5570596" y="2391967"/>
                  </a:lnTo>
                  <a:lnTo>
                    <a:pt x="5568885" y="2391967"/>
                  </a:lnTo>
                  <a:lnTo>
                    <a:pt x="5567173" y="2391967"/>
                  </a:lnTo>
                  <a:lnTo>
                    <a:pt x="5565462" y="2391967"/>
                  </a:lnTo>
                  <a:lnTo>
                    <a:pt x="5563750" y="2391967"/>
                  </a:lnTo>
                  <a:lnTo>
                    <a:pt x="5562039" y="2391967"/>
                  </a:lnTo>
                  <a:lnTo>
                    <a:pt x="5560328" y="2391967"/>
                  </a:lnTo>
                  <a:lnTo>
                    <a:pt x="5558616" y="2391967"/>
                  </a:lnTo>
                  <a:lnTo>
                    <a:pt x="5556905" y="2391967"/>
                  </a:lnTo>
                  <a:lnTo>
                    <a:pt x="5555193" y="2391967"/>
                  </a:lnTo>
                  <a:lnTo>
                    <a:pt x="5553482" y="2391967"/>
                  </a:lnTo>
                  <a:lnTo>
                    <a:pt x="5551771" y="2391967"/>
                  </a:lnTo>
                  <a:lnTo>
                    <a:pt x="5550059" y="2391967"/>
                  </a:lnTo>
                  <a:lnTo>
                    <a:pt x="5548348" y="2391967"/>
                  </a:lnTo>
                  <a:lnTo>
                    <a:pt x="5546636" y="2391967"/>
                  </a:lnTo>
                  <a:lnTo>
                    <a:pt x="5544925" y="2391967"/>
                  </a:lnTo>
                  <a:lnTo>
                    <a:pt x="5543214" y="2391967"/>
                  </a:lnTo>
                  <a:lnTo>
                    <a:pt x="5541502" y="2391967"/>
                  </a:lnTo>
                  <a:lnTo>
                    <a:pt x="5539791" y="2391967"/>
                  </a:lnTo>
                  <a:lnTo>
                    <a:pt x="5538079" y="2391967"/>
                  </a:lnTo>
                  <a:lnTo>
                    <a:pt x="5536368" y="2391967"/>
                  </a:lnTo>
                  <a:lnTo>
                    <a:pt x="5534657" y="2391967"/>
                  </a:lnTo>
                  <a:lnTo>
                    <a:pt x="5532945" y="2391967"/>
                  </a:lnTo>
                  <a:lnTo>
                    <a:pt x="5531234" y="2391967"/>
                  </a:lnTo>
                  <a:lnTo>
                    <a:pt x="5529522" y="2391967"/>
                  </a:lnTo>
                  <a:lnTo>
                    <a:pt x="5527811" y="2391967"/>
                  </a:lnTo>
                  <a:lnTo>
                    <a:pt x="5526100" y="2391967"/>
                  </a:lnTo>
                  <a:lnTo>
                    <a:pt x="5524388" y="2391967"/>
                  </a:lnTo>
                  <a:lnTo>
                    <a:pt x="5522677" y="2391967"/>
                  </a:lnTo>
                  <a:lnTo>
                    <a:pt x="5520965" y="2391967"/>
                  </a:lnTo>
                  <a:lnTo>
                    <a:pt x="5519254" y="2391967"/>
                  </a:lnTo>
                  <a:lnTo>
                    <a:pt x="5517543" y="2391967"/>
                  </a:lnTo>
                  <a:lnTo>
                    <a:pt x="5515831" y="2391967"/>
                  </a:lnTo>
                  <a:lnTo>
                    <a:pt x="5514120" y="2391967"/>
                  </a:lnTo>
                  <a:lnTo>
                    <a:pt x="5512408" y="2391967"/>
                  </a:lnTo>
                  <a:lnTo>
                    <a:pt x="5510697" y="2391967"/>
                  </a:lnTo>
                  <a:lnTo>
                    <a:pt x="5508986" y="2391967"/>
                  </a:lnTo>
                  <a:lnTo>
                    <a:pt x="5507274" y="2391967"/>
                  </a:lnTo>
                  <a:lnTo>
                    <a:pt x="5505563" y="2391967"/>
                  </a:lnTo>
                  <a:lnTo>
                    <a:pt x="5503851" y="2391967"/>
                  </a:lnTo>
                  <a:lnTo>
                    <a:pt x="5502140" y="2391967"/>
                  </a:lnTo>
                  <a:lnTo>
                    <a:pt x="5500429" y="2391967"/>
                  </a:lnTo>
                  <a:lnTo>
                    <a:pt x="5498717" y="2391967"/>
                  </a:lnTo>
                  <a:lnTo>
                    <a:pt x="5497006" y="2391967"/>
                  </a:lnTo>
                  <a:lnTo>
                    <a:pt x="5495294" y="2391967"/>
                  </a:lnTo>
                  <a:lnTo>
                    <a:pt x="5493583" y="2391967"/>
                  </a:lnTo>
                  <a:lnTo>
                    <a:pt x="5491872" y="2391967"/>
                  </a:lnTo>
                  <a:lnTo>
                    <a:pt x="5490160" y="2391967"/>
                  </a:lnTo>
                  <a:lnTo>
                    <a:pt x="5488449" y="2391967"/>
                  </a:lnTo>
                  <a:lnTo>
                    <a:pt x="5486737" y="2391967"/>
                  </a:lnTo>
                  <a:lnTo>
                    <a:pt x="5485026" y="2391967"/>
                  </a:lnTo>
                  <a:lnTo>
                    <a:pt x="5483315" y="2391967"/>
                  </a:lnTo>
                  <a:lnTo>
                    <a:pt x="5481603" y="2391967"/>
                  </a:lnTo>
                  <a:lnTo>
                    <a:pt x="5479892" y="2391967"/>
                  </a:lnTo>
                  <a:lnTo>
                    <a:pt x="5478181" y="2391967"/>
                  </a:lnTo>
                  <a:lnTo>
                    <a:pt x="5476469" y="2391967"/>
                  </a:lnTo>
                  <a:lnTo>
                    <a:pt x="5474758" y="2391967"/>
                  </a:lnTo>
                  <a:lnTo>
                    <a:pt x="5473046" y="2391967"/>
                  </a:lnTo>
                  <a:lnTo>
                    <a:pt x="5471335" y="2391967"/>
                  </a:lnTo>
                  <a:lnTo>
                    <a:pt x="5469624" y="2391967"/>
                  </a:lnTo>
                  <a:lnTo>
                    <a:pt x="5467912" y="2391967"/>
                  </a:lnTo>
                  <a:lnTo>
                    <a:pt x="5466201" y="2391967"/>
                  </a:lnTo>
                  <a:lnTo>
                    <a:pt x="5464489" y="2391967"/>
                  </a:lnTo>
                  <a:lnTo>
                    <a:pt x="5462778" y="2391967"/>
                  </a:lnTo>
                  <a:lnTo>
                    <a:pt x="5461067" y="2391967"/>
                  </a:lnTo>
                  <a:lnTo>
                    <a:pt x="5459355" y="2391967"/>
                  </a:lnTo>
                  <a:lnTo>
                    <a:pt x="5457644" y="2391967"/>
                  </a:lnTo>
                  <a:lnTo>
                    <a:pt x="5455932" y="2391967"/>
                  </a:lnTo>
                  <a:lnTo>
                    <a:pt x="5454221" y="2391967"/>
                  </a:lnTo>
                  <a:lnTo>
                    <a:pt x="5452510" y="2391967"/>
                  </a:lnTo>
                  <a:lnTo>
                    <a:pt x="5450798" y="2391967"/>
                  </a:lnTo>
                  <a:lnTo>
                    <a:pt x="5449087" y="2391967"/>
                  </a:lnTo>
                  <a:lnTo>
                    <a:pt x="5447375" y="2391967"/>
                  </a:lnTo>
                  <a:lnTo>
                    <a:pt x="5445664" y="2391967"/>
                  </a:lnTo>
                  <a:lnTo>
                    <a:pt x="5443953" y="2391967"/>
                  </a:lnTo>
                  <a:lnTo>
                    <a:pt x="5442241" y="2391967"/>
                  </a:lnTo>
                  <a:lnTo>
                    <a:pt x="5440530" y="2391967"/>
                  </a:lnTo>
                  <a:lnTo>
                    <a:pt x="5438818" y="2391967"/>
                  </a:lnTo>
                  <a:lnTo>
                    <a:pt x="5437107" y="2391967"/>
                  </a:lnTo>
                  <a:lnTo>
                    <a:pt x="5435396" y="2391967"/>
                  </a:lnTo>
                  <a:lnTo>
                    <a:pt x="5433684" y="2391967"/>
                  </a:lnTo>
                  <a:lnTo>
                    <a:pt x="5431973" y="2391967"/>
                  </a:lnTo>
                  <a:lnTo>
                    <a:pt x="5430261" y="2391967"/>
                  </a:lnTo>
                  <a:lnTo>
                    <a:pt x="5428550" y="2391967"/>
                  </a:lnTo>
                  <a:lnTo>
                    <a:pt x="5426839" y="2391967"/>
                  </a:lnTo>
                  <a:lnTo>
                    <a:pt x="5425127" y="2391967"/>
                  </a:lnTo>
                  <a:lnTo>
                    <a:pt x="5423416" y="2391967"/>
                  </a:lnTo>
                  <a:lnTo>
                    <a:pt x="5421704" y="2391967"/>
                  </a:lnTo>
                  <a:lnTo>
                    <a:pt x="5419993" y="2391967"/>
                  </a:lnTo>
                  <a:lnTo>
                    <a:pt x="5418282" y="2391967"/>
                  </a:lnTo>
                  <a:lnTo>
                    <a:pt x="5416570" y="2391967"/>
                  </a:lnTo>
                  <a:lnTo>
                    <a:pt x="5414859" y="2391967"/>
                  </a:lnTo>
                  <a:lnTo>
                    <a:pt x="5413147" y="2391967"/>
                  </a:lnTo>
                  <a:lnTo>
                    <a:pt x="5411436" y="2391967"/>
                  </a:lnTo>
                  <a:lnTo>
                    <a:pt x="5409725" y="2391967"/>
                  </a:lnTo>
                  <a:lnTo>
                    <a:pt x="5408013" y="2391967"/>
                  </a:lnTo>
                  <a:lnTo>
                    <a:pt x="5406302" y="2391967"/>
                  </a:lnTo>
                  <a:lnTo>
                    <a:pt x="5404590" y="2391967"/>
                  </a:lnTo>
                  <a:lnTo>
                    <a:pt x="5402879" y="2391967"/>
                  </a:lnTo>
                  <a:lnTo>
                    <a:pt x="5401168" y="2391967"/>
                  </a:lnTo>
                  <a:lnTo>
                    <a:pt x="5399456" y="2391967"/>
                  </a:lnTo>
                  <a:lnTo>
                    <a:pt x="5397745" y="2391967"/>
                  </a:lnTo>
                  <a:lnTo>
                    <a:pt x="5396033" y="2391967"/>
                  </a:lnTo>
                  <a:lnTo>
                    <a:pt x="5394322" y="2391967"/>
                  </a:lnTo>
                  <a:lnTo>
                    <a:pt x="5392611" y="2391967"/>
                  </a:lnTo>
                  <a:lnTo>
                    <a:pt x="5390899" y="2391967"/>
                  </a:lnTo>
                  <a:lnTo>
                    <a:pt x="5389188" y="2391967"/>
                  </a:lnTo>
                  <a:lnTo>
                    <a:pt x="5387476" y="2391967"/>
                  </a:lnTo>
                  <a:lnTo>
                    <a:pt x="5385765" y="2391967"/>
                  </a:lnTo>
                  <a:lnTo>
                    <a:pt x="5384054" y="2391967"/>
                  </a:lnTo>
                  <a:lnTo>
                    <a:pt x="5382342" y="2391967"/>
                  </a:lnTo>
                  <a:lnTo>
                    <a:pt x="5380631" y="2391967"/>
                  </a:lnTo>
                  <a:lnTo>
                    <a:pt x="5378919" y="2391967"/>
                  </a:lnTo>
                  <a:lnTo>
                    <a:pt x="5377208" y="2391967"/>
                  </a:lnTo>
                  <a:lnTo>
                    <a:pt x="5375497" y="2391967"/>
                  </a:lnTo>
                  <a:lnTo>
                    <a:pt x="5373785" y="2391967"/>
                  </a:lnTo>
                  <a:lnTo>
                    <a:pt x="5372074" y="2391967"/>
                  </a:lnTo>
                  <a:lnTo>
                    <a:pt x="5370363" y="2391967"/>
                  </a:lnTo>
                  <a:lnTo>
                    <a:pt x="5368651" y="2391967"/>
                  </a:lnTo>
                  <a:lnTo>
                    <a:pt x="5366940" y="2391967"/>
                  </a:lnTo>
                  <a:lnTo>
                    <a:pt x="5365228" y="2391967"/>
                  </a:lnTo>
                  <a:lnTo>
                    <a:pt x="5363517" y="2391967"/>
                  </a:lnTo>
                  <a:lnTo>
                    <a:pt x="5361806" y="2391967"/>
                  </a:lnTo>
                  <a:lnTo>
                    <a:pt x="5360094" y="2391967"/>
                  </a:lnTo>
                  <a:lnTo>
                    <a:pt x="5358383" y="2391967"/>
                  </a:lnTo>
                  <a:lnTo>
                    <a:pt x="5356671" y="2391967"/>
                  </a:lnTo>
                  <a:lnTo>
                    <a:pt x="5354960" y="2391967"/>
                  </a:lnTo>
                  <a:lnTo>
                    <a:pt x="5353249" y="2391967"/>
                  </a:lnTo>
                  <a:lnTo>
                    <a:pt x="5351537" y="2391967"/>
                  </a:lnTo>
                  <a:lnTo>
                    <a:pt x="5349826" y="2391967"/>
                  </a:lnTo>
                  <a:lnTo>
                    <a:pt x="5348114" y="2391967"/>
                  </a:lnTo>
                  <a:lnTo>
                    <a:pt x="5346403" y="2391967"/>
                  </a:lnTo>
                  <a:lnTo>
                    <a:pt x="5344692" y="2391967"/>
                  </a:lnTo>
                  <a:lnTo>
                    <a:pt x="5342980" y="2391967"/>
                  </a:lnTo>
                  <a:lnTo>
                    <a:pt x="5341269" y="2391967"/>
                  </a:lnTo>
                  <a:lnTo>
                    <a:pt x="5339557" y="2391967"/>
                  </a:lnTo>
                  <a:lnTo>
                    <a:pt x="5337846" y="2391967"/>
                  </a:lnTo>
                  <a:lnTo>
                    <a:pt x="5336135" y="2391967"/>
                  </a:lnTo>
                  <a:lnTo>
                    <a:pt x="5334423" y="2391967"/>
                  </a:lnTo>
                  <a:lnTo>
                    <a:pt x="5332712" y="2391967"/>
                  </a:lnTo>
                  <a:lnTo>
                    <a:pt x="5331000" y="2391967"/>
                  </a:lnTo>
                  <a:lnTo>
                    <a:pt x="5329289" y="2391967"/>
                  </a:lnTo>
                  <a:lnTo>
                    <a:pt x="5327578" y="2391967"/>
                  </a:lnTo>
                  <a:lnTo>
                    <a:pt x="5325866" y="2391967"/>
                  </a:lnTo>
                  <a:lnTo>
                    <a:pt x="5324155" y="2391967"/>
                  </a:lnTo>
                  <a:lnTo>
                    <a:pt x="5322443" y="2391967"/>
                  </a:lnTo>
                  <a:lnTo>
                    <a:pt x="5320732" y="2391967"/>
                  </a:lnTo>
                  <a:lnTo>
                    <a:pt x="5319021" y="2391967"/>
                  </a:lnTo>
                  <a:lnTo>
                    <a:pt x="5317309" y="2391967"/>
                  </a:lnTo>
                  <a:lnTo>
                    <a:pt x="5315598" y="2391967"/>
                  </a:lnTo>
                  <a:lnTo>
                    <a:pt x="5313886" y="2391967"/>
                  </a:lnTo>
                  <a:lnTo>
                    <a:pt x="5312175" y="2391967"/>
                  </a:lnTo>
                  <a:lnTo>
                    <a:pt x="5310464" y="2391967"/>
                  </a:lnTo>
                  <a:lnTo>
                    <a:pt x="5308752" y="2391967"/>
                  </a:lnTo>
                  <a:lnTo>
                    <a:pt x="5307041" y="2391967"/>
                  </a:lnTo>
                  <a:lnTo>
                    <a:pt x="5305329" y="2391967"/>
                  </a:lnTo>
                  <a:lnTo>
                    <a:pt x="5303618" y="2391967"/>
                  </a:lnTo>
                  <a:lnTo>
                    <a:pt x="5301907" y="2391967"/>
                  </a:lnTo>
                  <a:lnTo>
                    <a:pt x="5300195" y="2391967"/>
                  </a:lnTo>
                  <a:lnTo>
                    <a:pt x="5298484" y="2391967"/>
                  </a:lnTo>
                  <a:lnTo>
                    <a:pt x="5296772" y="2391967"/>
                  </a:lnTo>
                  <a:lnTo>
                    <a:pt x="5295061" y="2391967"/>
                  </a:lnTo>
                  <a:lnTo>
                    <a:pt x="5293350" y="2391967"/>
                  </a:lnTo>
                  <a:lnTo>
                    <a:pt x="5291638" y="2391967"/>
                  </a:lnTo>
                  <a:lnTo>
                    <a:pt x="5289927" y="2391967"/>
                  </a:lnTo>
                  <a:lnTo>
                    <a:pt x="5288215" y="2391967"/>
                  </a:lnTo>
                  <a:lnTo>
                    <a:pt x="5286504" y="2391967"/>
                  </a:lnTo>
                  <a:lnTo>
                    <a:pt x="5284793" y="2391967"/>
                  </a:lnTo>
                  <a:lnTo>
                    <a:pt x="5283081" y="2391967"/>
                  </a:lnTo>
                  <a:lnTo>
                    <a:pt x="5281370" y="2391967"/>
                  </a:lnTo>
                  <a:lnTo>
                    <a:pt x="5279658" y="2391967"/>
                  </a:lnTo>
                  <a:lnTo>
                    <a:pt x="5277947" y="2391967"/>
                  </a:lnTo>
                  <a:lnTo>
                    <a:pt x="5276236" y="2391967"/>
                  </a:lnTo>
                  <a:lnTo>
                    <a:pt x="5274524" y="2391967"/>
                  </a:lnTo>
                  <a:lnTo>
                    <a:pt x="5272813" y="2391967"/>
                  </a:lnTo>
                  <a:lnTo>
                    <a:pt x="5271101" y="2391967"/>
                  </a:lnTo>
                  <a:lnTo>
                    <a:pt x="5269390" y="2391967"/>
                  </a:lnTo>
                  <a:lnTo>
                    <a:pt x="5267679" y="2391967"/>
                  </a:lnTo>
                  <a:lnTo>
                    <a:pt x="5265967" y="2391967"/>
                  </a:lnTo>
                  <a:lnTo>
                    <a:pt x="5264256" y="2391967"/>
                  </a:lnTo>
                  <a:lnTo>
                    <a:pt x="5262545" y="2391967"/>
                  </a:lnTo>
                  <a:lnTo>
                    <a:pt x="5260833" y="2391967"/>
                  </a:lnTo>
                  <a:lnTo>
                    <a:pt x="5259122" y="2391967"/>
                  </a:lnTo>
                  <a:lnTo>
                    <a:pt x="5257410" y="2391967"/>
                  </a:lnTo>
                  <a:lnTo>
                    <a:pt x="5255699" y="2391967"/>
                  </a:lnTo>
                  <a:lnTo>
                    <a:pt x="5253988" y="2391967"/>
                  </a:lnTo>
                  <a:lnTo>
                    <a:pt x="5252276" y="2391967"/>
                  </a:lnTo>
                  <a:lnTo>
                    <a:pt x="5250565" y="2391967"/>
                  </a:lnTo>
                  <a:lnTo>
                    <a:pt x="5248853" y="2391967"/>
                  </a:lnTo>
                  <a:lnTo>
                    <a:pt x="5247142" y="2391967"/>
                  </a:lnTo>
                  <a:lnTo>
                    <a:pt x="5245431" y="2391967"/>
                  </a:lnTo>
                  <a:lnTo>
                    <a:pt x="5243719" y="2391967"/>
                  </a:lnTo>
                  <a:lnTo>
                    <a:pt x="5242008" y="2391967"/>
                  </a:lnTo>
                  <a:lnTo>
                    <a:pt x="5240296" y="2391967"/>
                  </a:lnTo>
                  <a:lnTo>
                    <a:pt x="5238585" y="2391967"/>
                  </a:lnTo>
                  <a:lnTo>
                    <a:pt x="5236874" y="2391967"/>
                  </a:lnTo>
                  <a:lnTo>
                    <a:pt x="5235162" y="2391967"/>
                  </a:lnTo>
                  <a:lnTo>
                    <a:pt x="5233451" y="2391967"/>
                  </a:lnTo>
                  <a:lnTo>
                    <a:pt x="5231739" y="2391967"/>
                  </a:lnTo>
                  <a:lnTo>
                    <a:pt x="5230028" y="2391967"/>
                  </a:lnTo>
                  <a:lnTo>
                    <a:pt x="5228317" y="2391967"/>
                  </a:lnTo>
                  <a:lnTo>
                    <a:pt x="5226605" y="2391967"/>
                  </a:lnTo>
                  <a:lnTo>
                    <a:pt x="5224894" y="2391967"/>
                  </a:lnTo>
                  <a:lnTo>
                    <a:pt x="5223182" y="2391967"/>
                  </a:lnTo>
                  <a:lnTo>
                    <a:pt x="5221471" y="2391967"/>
                  </a:lnTo>
                  <a:lnTo>
                    <a:pt x="5219760" y="2391967"/>
                  </a:lnTo>
                  <a:lnTo>
                    <a:pt x="5218048" y="2391967"/>
                  </a:lnTo>
                  <a:lnTo>
                    <a:pt x="5216337" y="2391967"/>
                  </a:lnTo>
                  <a:lnTo>
                    <a:pt x="5214625" y="2391967"/>
                  </a:lnTo>
                  <a:lnTo>
                    <a:pt x="5212914" y="2391967"/>
                  </a:lnTo>
                  <a:lnTo>
                    <a:pt x="5211203" y="2391967"/>
                  </a:lnTo>
                  <a:lnTo>
                    <a:pt x="5209491" y="2391967"/>
                  </a:lnTo>
                  <a:lnTo>
                    <a:pt x="5207780" y="2391967"/>
                  </a:lnTo>
                  <a:lnTo>
                    <a:pt x="5206068" y="2391967"/>
                  </a:lnTo>
                  <a:lnTo>
                    <a:pt x="5204357" y="2391967"/>
                  </a:lnTo>
                  <a:lnTo>
                    <a:pt x="5202646" y="2391967"/>
                  </a:lnTo>
                  <a:lnTo>
                    <a:pt x="5200934" y="2391967"/>
                  </a:lnTo>
                  <a:lnTo>
                    <a:pt x="5199223" y="2391967"/>
                  </a:lnTo>
                  <a:lnTo>
                    <a:pt x="5197511" y="2391967"/>
                  </a:lnTo>
                  <a:lnTo>
                    <a:pt x="5195800" y="2391967"/>
                  </a:lnTo>
                  <a:lnTo>
                    <a:pt x="5194089" y="2391967"/>
                  </a:lnTo>
                  <a:lnTo>
                    <a:pt x="5192377" y="2391967"/>
                  </a:lnTo>
                  <a:lnTo>
                    <a:pt x="5190666" y="2391967"/>
                  </a:lnTo>
                  <a:lnTo>
                    <a:pt x="5188954" y="2391967"/>
                  </a:lnTo>
                  <a:lnTo>
                    <a:pt x="5187243" y="2391967"/>
                  </a:lnTo>
                  <a:lnTo>
                    <a:pt x="5185532" y="2391967"/>
                  </a:lnTo>
                  <a:lnTo>
                    <a:pt x="5183820" y="2391967"/>
                  </a:lnTo>
                  <a:lnTo>
                    <a:pt x="5182109" y="2391967"/>
                  </a:lnTo>
                  <a:lnTo>
                    <a:pt x="5180397" y="2391967"/>
                  </a:lnTo>
                  <a:lnTo>
                    <a:pt x="5178686" y="2391967"/>
                  </a:lnTo>
                  <a:lnTo>
                    <a:pt x="5176975" y="2391967"/>
                  </a:lnTo>
                  <a:lnTo>
                    <a:pt x="5175263" y="2391967"/>
                  </a:lnTo>
                  <a:lnTo>
                    <a:pt x="5173552" y="2391967"/>
                  </a:lnTo>
                  <a:lnTo>
                    <a:pt x="5171840" y="2391967"/>
                  </a:lnTo>
                  <a:lnTo>
                    <a:pt x="5170129" y="2391967"/>
                  </a:lnTo>
                  <a:lnTo>
                    <a:pt x="5168418" y="2391967"/>
                  </a:lnTo>
                  <a:lnTo>
                    <a:pt x="5166706" y="2391967"/>
                  </a:lnTo>
                  <a:lnTo>
                    <a:pt x="5164995" y="2391967"/>
                  </a:lnTo>
                  <a:lnTo>
                    <a:pt x="5163284" y="2391967"/>
                  </a:lnTo>
                  <a:lnTo>
                    <a:pt x="5161572" y="2391967"/>
                  </a:lnTo>
                  <a:lnTo>
                    <a:pt x="5159861" y="2391967"/>
                  </a:lnTo>
                  <a:lnTo>
                    <a:pt x="5158149" y="2391967"/>
                  </a:lnTo>
                  <a:lnTo>
                    <a:pt x="5156438" y="2391967"/>
                  </a:lnTo>
                  <a:lnTo>
                    <a:pt x="5154727" y="2391967"/>
                  </a:lnTo>
                  <a:lnTo>
                    <a:pt x="5153015" y="2391967"/>
                  </a:lnTo>
                  <a:lnTo>
                    <a:pt x="5151304" y="2391967"/>
                  </a:lnTo>
                  <a:lnTo>
                    <a:pt x="5149592" y="2391967"/>
                  </a:lnTo>
                  <a:lnTo>
                    <a:pt x="5147881" y="2391967"/>
                  </a:lnTo>
                  <a:lnTo>
                    <a:pt x="5146170" y="2391967"/>
                  </a:lnTo>
                  <a:lnTo>
                    <a:pt x="5144458" y="2391967"/>
                  </a:lnTo>
                  <a:lnTo>
                    <a:pt x="5142747" y="2391967"/>
                  </a:lnTo>
                  <a:lnTo>
                    <a:pt x="5141035" y="2391967"/>
                  </a:lnTo>
                  <a:lnTo>
                    <a:pt x="5139324" y="2391967"/>
                  </a:lnTo>
                  <a:lnTo>
                    <a:pt x="5137613" y="2391967"/>
                  </a:lnTo>
                  <a:lnTo>
                    <a:pt x="5135901" y="2391967"/>
                  </a:lnTo>
                  <a:lnTo>
                    <a:pt x="5134190" y="2391967"/>
                  </a:lnTo>
                  <a:lnTo>
                    <a:pt x="5132478" y="2391967"/>
                  </a:lnTo>
                  <a:lnTo>
                    <a:pt x="5130767" y="2391967"/>
                  </a:lnTo>
                  <a:lnTo>
                    <a:pt x="5129056" y="2391967"/>
                  </a:lnTo>
                  <a:lnTo>
                    <a:pt x="5127344" y="2391967"/>
                  </a:lnTo>
                  <a:lnTo>
                    <a:pt x="5125633" y="2391967"/>
                  </a:lnTo>
                  <a:lnTo>
                    <a:pt x="5123921" y="2391967"/>
                  </a:lnTo>
                  <a:lnTo>
                    <a:pt x="5122210" y="2391967"/>
                  </a:lnTo>
                  <a:lnTo>
                    <a:pt x="5120499" y="2391967"/>
                  </a:lnTo>
                  <a:lnTo>
                    <a:pt x="5118787" y="2391967"/>
                  </a:lnTo>
                  <a:lnTo>
                    <a:pt x="5117076" y="2391967"/>
                  </a:lnTo>
                  <a:lnTo>
                    <a:pt x="5115364" y="2391967"/>
                  </a:lnTo>
                  <a:lnTo>
                    <a:pt x="5113653" y="2391967"/>
                  </a:lnTo>
                  <a:lnTo>
                    <a:pt x="5111942" y="2391967"/>
                  </a:lnTo>
                  <a:lnTo>
                    <a:pt x="5110230" y="2391967"/>
                  </a:lnTo>
                  <a:lnTo>
                    <a:pt x="5108519" y="2391967"/>
                  </a:lnTo>
                  <a:lnTo>
                    <a:pt x="5106807" y="2391967"/>
                  </a:lnTo>
                  <a:lnTo>
                    <a:pt x="5105096" y="2391967"/>
                  </a:lnTo>
                  <a:lnTo>
                    <a:pt x="5103385" y="2391967"/>
                  </a:lnTo>
                  <a:lnTo>
                    <a:pt x="5101673" y="2391967"/>
                  </a:lnTo>
                  <a:lnTo>
                    <a:pt x="5099962" y="2391967"/>
                  </a:lnTo>
                  <a:lnTo>
                    <a:pt x="5098250" y="2391967"/>
                  </a:lnTo>
                  <a:lnTo>
                    <a:pt x="5096539" y="2391967"/>
                  </a:lnTo>
                  <a:lnTo>
                    <a:pt x="5094828" y="2391967"/>
                  </a:lnTo>
                  <a:lnTo>
                    <a:pt x="5093116" y="2391967"/>
                  </a:lnTo>
                  <a:lnTo>
                    <a:pt x="5091405" y="2391967"/>
                  </a:lnTo>
                  <a:lnTo>
                    <a:pt x="5089693" y="2391967"/>
                  </a:lnTo>
                  <a:lnTo>
                    <a:pt x="5087982" y="2391967"/>
                  </a:lnTo>
                  <a:lnTo>
                    <a:pt x="5086271" y="2391967"/>
                  </a:lnTo>
                  <a:lnTo>
                    <a:pt x="5084559" y="2391967"/>
                  </a:lnTo>
                  <a:lnTo>
                    <a:pt x="5082848" y="2391967"/>
                  </a:lnTo>
                  <a:lnTo>
                    <a:pt x="5081136" y="2391967"/>
                  </a:lnTo>
                  <a:lnTo>
                    <a:pt x="5079425" y="2391967"/>
                  </a:lnTo>
                  <a:lnTo>
                    <a:pt x="5077714" y="2391967"/>
                  </a:lnTo>
                  <a:lnTo>
                    <a:pt x="5076002" y="2391967"/>
                  </a:lnTo>
                  <a:lnTo>
                    <a:pt x="5074291" y="2391967"/>
                  </a:lnTo>
                  <a:lnTo>
                    <a:pt x="5072579" y="2391967"/>
                  </a:lnTo>
                  <a:lnTo>
                    <a:pt x="5070868" y="2391967"/>
                  </a:lnTo>
                  <a:lnTo>
                    <a:pt x="5069157" y="2391967"/>
                  </a:lnTo>
                  <a:lnTo>
                    <a:pt x="5067445" y="2391967"/>
                  </a:lnTo>
                  <a:lnTo>
                    <a:pt x="5065734" y="2391967"/>
                  </a:lnTo>
                  <a:lnTo>
                    <a:pt x="5064022" y="2391967"/>
                  </a:lnTo>
                  <a:lnTo>
                    <a:pt x="5062311" y="2391967"/>
                  </a:lnTo>
                  <a:lnTo>
                    <a:pt x="5060600" y="2391967"/>
                  </a:lnTo>
                  <a:lnTo>
                    <a:pt x="5058888" y="2391967"/>
                  </a:lnTo>
                  <a:lnTo>
                    <a:pt x="5057177" y="2391967"/>
                  </a:lnTo>
                  <a:lnTo>
                    <a:pt x="5055466" y="2391967"/>
                  </a:lnTo>
                  <a:lnTo>
                    <a:pt x="5053754" y="2391967"/>
                  </a:lnTo>
                  <a:lnTo>
                    <a:pt x="5052043" y="2391967"/>
                  </a:lnTo>
                  <a:lnTo>
                    <a:pt x="5050331" y="2391967"/>
                  </a:lnTo>
                  <a:lnTo>
                    <a:pt x="5048620" y="2391967"/>
                  </a:lnTo>
                  <a:lnTo>
                    <a:pt x="5046909" y="2391967"/>
                  </a:lnTo>
                  <a:lnTo>
                    <a:pt x="5045197" y="2391967"/>
                  </a:lnTo>
                  <a:lnTo>
                    <a:pt x="5043486" y="2391967"/>
                  </a:lnTo>
                  <a:lnTo>
                    <a:pt x="5041774" y="2391967"/>
                  </a:lnTo>
                  <a:lnTo>
                    <a:pt x="5040063" y="2391967"/>
                  </a:lnTo>
                  <a:lnTo>
                    <a:pt x="5038352" y="2391967"/>
                  </a:lnTo>
                  <a:lnTo>
                    <a:pt x="5036640" y="2391967"/>
                  </a:lnTo>
                  <a:lnTo>
                    <a:pt x="5034929" y="2391967"/>
                  </a:lnTo>
                  <a:lnTo>
                    <a:pt x="5033217" y="2391967"/>
                  </a:lnTo>
                  <a:lnTo>
                    <a:pt x="5031506" y="2391967"/>
                  </a:lnTo>
                  <a:lnTo>
                    <a:pt x="5029795" y="2391967"/>
                  </a:lnTo>
                  <a:lnTo>
                    <a:pt x="5028083" y="2391967"/>
                  </a:lnTo>
                  <a:lnTo>
                    <a:pt x="5026372" y="2391967"/>
                  </a:lnTo>
                  <a:lnTo>
                    <a:pt x="5024660" y="2391967"/>
                  </a:lnTo>
                  <a:lnTo>
                    <a:pt x="5022949" y="2391967"/>
                  </a:lnTo>
                  <a:lnTo>
                    <a:pt x="5021238" y="2391967"/>
                  </a:lnTo>
                  <a:lnTo>
                    <a:pt x="5019526" y="2391967"/>
                  </a:lnTo>
                  <a:lnTo>
                    <a:pt x="5017815" y="2391967"/>
                  </a:lnTo>
                  <a:lnTo>
                    <a:pt x="5016103" y="2391967"/>
                  </a:lnTo>
                  <a:lnTo>
                    <a:pt x="5014392" y="2391967"/>
                  </a:lnTo>
                  <a:lnTo>
                    <a:pt x="5012681" y="2391967"/>
                  </a:lnTo>
                  <a:lnTo>
                    <a:pt x="5010969" y="2391967"/>
                  </a:lnTo>
                  <a:lnTo>
                    <a:pt x="5009258" y="2391967"/>
                  </a:lnTo>
                  <a:lnTo>
                    <a:pt x="5007546" y="2391967"/>
                  </a:lnTo>
                  <a:lnTo>
                    <a:pt x="5005835" y="2391967"/>
                  </a:lnTo>
                  <a:lnTo>
                    <a:pt x="5004124" y="2391967"/>
                  </a:lnTo>
                  <a:lnTo>
                    <a:pt x="5002412" y="2391967"/>
                  </a:lnTo>
                  <a:lnTo>
                    <a:pt x="5000701" y="2391967"/>
                  </a:lnTo>
                  <a:lnTo>
                    <a:pt x="4998989" y="2391967"/>
                  </a:lnTo>
                  <a:lnTo>
                    <a:pt x="4997278" y="2391967"/>
                  </a:lnTo>
                  <a:lnTo>
                    <a:pt x="4995567" y="2391967"/>
                  </a:lnTo>
                  <a:lnTo>
                    <a:pt x="4993855" y="2391967"/>
                  </a:lnTo>
                  <a:lnTo>
                    <a:pt x="4992144" y="2391967"/>
                  </a:lnTo>
                  <a:lnTo>
                    <a:pt x="4990432" y="2391967"/>
                  </a:lnTo>
                  <a:lnTo>
                    <a:pt x="4988721" y="2391967"/>
                  </a:lnTo>
                  <a:lnTo>
                    <a:pt x="4987010" y="2391967"/>
                  </a:lnTo>
                  <a:lnTo>
                    <a:pt x="4985298" y="2391967"/>
                  </a:lnTo>
                  <a:lnTo>
                    <a:pt x="4983587" y="2391967"/>
                  </a:lnTo>
                  <a:lnTo>
                    <a:pt x="4981875" y="2391967"/>
                  </a:lnTo>
                  <a:lnTo>
                    <a:pt x="4980164" y="2391967"/>
                  </a:lnTo>
                  <a:lnTo>
                    <a:pt x="4978453" y="2391967"/>
                  </a:lnTo>
                  <a:lnTo>
                    <a:pt x="4976741" y="2391967"/>
                  </a:lnTo>
                  <a:lnTo>
                    <a:pt x="4975030" y="2391967"/>
                  </a:lnTo>
                  <a:lnTo>
                    <a:pt x="4973318" y="2391967"/>
                  </a:lnTo>
                  <a:lnTo>
                    <a:pt x="4971607" y="2391967"/>
                  </a:lnTo>
                  <a:lnTo>
                    <a:pt x="4969896" y="2391967"/>
                  </a:lnTo>
                  <a:lnTo>
                    <a:pt x="4968184" y="2391967"/>
                  </a:lnTo>
                  <a:lnTo>
                    <a:pt x="4966473" y="2391967"/>
                  </a:lnTo>
                  <a:lnTo>
                    <a:pt x="4964761" y="2391967"/>
                  </a:lnTo>
                  <a:lnTo>
                    <a:pt x="4963050" y="2391967"/>
                  </a:lnTo>
                  <a:lnTo>
                    <a:pt x="4961339" y="2391967"/>
                  </a:lnTo>
                  <a:lnTo>
                    <a:pt x="4959627" y="2391967"/>
                  </a:lnTo>
                  <a:lnTo>
                    <a:pt x="4957916" y="2391967"/>
                  </a:lnTo>
                  <a:lnTo>
                    <a:pt x="4956204" y="2391967"/>
                  </a:lnTo>
                  <a:lnTo>
                    <a:pt x="4954493" y="2391967"/>
                  </a:lnTo>
                  <a:lnTo>
                    <a:pt x="4952782" y="2391967"/>
                  </a:lnTo>
                  <a:lnTo>
                    <a:pt x="4951070" y="2391967"/>
                  </a:lnTo>
                  <a:lnTo>
                    <a:pt x="4949359" y="2391967"/>
                  </a:lnTo>
                  <a:lnTo>
                    <a:pt x="4947648" y="2391967"/>
                  </a:lnTo>
                  <a:lnTo>
                    <a:pt x="4945936" y="2391967"/>
                  </a:lnTo>
                  <a:lnTo>
                    <a:pt x="4944225" y="2391967"/>
                  </a:lnTo>
                  <a:lnTo>
                    <a:pt x="4942513" y="2391967"/>
                  </a:lnTo>
                  <a:lnTo>
                    <a:pt x="4940802" y="2391967"/>
                  </a:lnTo>
                  <a:lnTo>
                    <a:pt x="4939091" y="2391967"/>
                  </a:lnTo>
                  <a:lnTo>
                    <a:pt x="4937379" y="2391967"/>
                  </a:lnTo>
                  <a:lnTo>
                    <a:pt x="4935668" y="2391967"/>
                  </a:lnTo>
                  <a:lnTo>
                    <a:pt x="4933956" y="2391967"/>
                  </a:lnTo>
                  <a:lnTo>
                    <a:pt x="4932245" y="2391967"/>
                  </a:lnTo>
                  <a:lnTo>
                    <a:pt x="4930534" y="2391967"/>
                  </a:lnTo>
                  <a:lnTo>
                    <a:pt x="4928822" y="2391967"/>
                  </a:lnTo>
                  <a:lnTo>
                    <a:pt x="4927111" y="2391967"/>
                  </a:lnTo>
                  <a:lnTo>
                    <a:pt x="4925399" y="2391967"/>
                  </a:lnTo>
                  <a:lnTo>
                    <a:pt x="4923688" y="2391967"/>
                  </a:lnTo>
                  <a:lnTo>
                    <a:pt x="4921977" y="2391967"/>
                  </a:lnTo>
                  <a:lnTo>
                    <a:pt x="4920265" y="2391967"/>
                  </a:lnTo>
                  <a:lnTo>
                    <a:pt x="4918554" y="2391967"/>
                  </a:lnTo>
                  <a:lnTo>
                    <a:pt x="4916842" y="2391967"/>
                  </a:lnTo>
                  <a:lnTo>
                    <a:pt x="4915131" y="2391967"/>
                  </a:lnTo>
                  <a:lnTo>
                    <a:pt x="4913420" y="2391967"/>
                  </a:lnTo>
                  <a:lnTo>
                    <a:pt x="4911708" y="2391967"/>
                  </a:lnTo>
                  <a:lnTo>
                    <a:pt x="4909997" y="2391967"/>
                  </a:lnTo>
                  <a:lnTo>
                    <a:pt x="4908285" y="2391967"/>
                  </a:lnTo>
                  <a:lnTo>
                    <a:pt x="4906574" y="2391967"/>
                  </a:lnTo>
                  <a:lnTo>
                    <a:pt x="4904863" y="2391967"/>
                  </a:lnTo>
                  <a:lnTo>
                    <a:pt x="4903151" y="2391967"/>
                  </a:lnTo>
                  <a:lnTo>
                    <a:pt x="4901440" y="2391967"/>
                  </a:lnTo>
                  <a:lnTo>
                    <a:pt x="4899728" y="2391967"/>
                  </a:lnTo>
                  <a:lnTo>
                    <a:pt x="4898017" y="2391967"/>
                  </a:lnTo>
                  <a:lnTo>
                    <a:pt x="4896306" y="2391967"/>
                  </a:lnTo>
                  <a:lnTo>
                    <a:pt x="4894594" y="2391967"/>
                  </a:lnTo>
                  <a:lnTo>
                    <a:pt x="4892883" y="2391967"/>
                  </a:lnTo>
                  <a:lnTo>
                    <a:pt x="4891171" y="2391967"/>
                  </a:lnTo>
                  <a:lnTo>
                    <a:pt x="4889460" y="2391967"/>
                  </a:lnTo>
                  <a:lnTo>
                    <a:pt x="4887749" y="2391967"/>
                  </a:lnTo>
                  <a:lnTo>
                    <a:pt x="4886037" y="2391967"/>
                  </a:lnTo>
                  <a:lnTo>
                    <a:pt x="4884326" y="2391967"/>
                  </a:lnTo>
                  <a:lnTo>
                    <a:pt x="4882614" y="2391967"/>
                  </a:lnTo>
                  <a:lnTo>
                    <a:pt x="4880903" y="2391967"/>
                  </a:lnTo>
                  <a:lnTo>
                    <a:pt x="4879192" y="2391967"/>
                  </a:lnTo>
                  <a:lnTo>
                    <a:pt x="4877480" y="2391967"/>
                  </a:lnTo>
                  <a:lnTo>
                    <a:pt x="4875769" y="2391967"/>
                  </a:lnTo>
                  <a:lnTo>
                    <a:pt x="4874057" y="2391967"/>
                  </a:lnTo>
                  <a:lnTo>
                    <a:pt x="4872346" y="2391967"/>
                  </a:lnTo>
                  <a:lnTo>
                    <a:pt x="4870635" y="2391967"/>
                  </a:lnTo>
                  <a:lnTo>
                    <a:pt x="4868923" y="2391967"/>
                  </a:lnTo>
                  <a:lnTo>
                    <a:pt x="4867212" y="2391967"/>
                  </a:lnTo>
                  <a:lnTo>
                    <a:pt x="4865500" y="2391967"/>
                  </a:lnTo>
                  <a:lnTo>
                    <a:pt x="4863789" y="2391967"/>
                  </a:lnTo>
                  <a:lnTo>
                    <a:pt x="4862078" y="2391967"/>
                  </a:lnTo>
                  <a:lnTo>
                    <a:pt x="4860366" y="2391967"/>
                  </a:lnTo>
                  <a:lnTo>
                    <a:pt x="4858655" y="2391967"/>
                  </a:lnTo>
                  <a:lnTo>
                    <a:pt x="4856943" y="2391967"/>
                  </a:lnTo>
                  <a:lnTo>
                    <a:pt x="4855232" y="2391967"/>
                  </a:lnTo>
                  <a:lnTo>
                    <a:pt x="4853521" y="2391967"/>
                  </a:lnTo>
                  <a:lnTo>
                    <a:pt x="4851809" y="2391967"/>
                  </a:lnTo>
                  <a:lnTo>
                    <a:pt x="4850098" y="2391967"/>
                  </a:lnTo>
                  <a:lnTo>
                    <a:pt x="4848387" y="2391967"/>
                  </a:lnTo>
                  <a:lnTo>
                    <a:pt x="4846675" y="2391967"/>
                  </a:lnTo>
                  <a:lnTo>
                    <a:pt x="4844964" y="2391967"/>
                  </a:lnTo>
                  <a:lnTo>
                    <a:pt x="4843252" y="2391967"/>
                  </a:lnTo>
                  <a:lnTo>
                    <a:pt x="4841541" y="2391967"/>
                  </a:lnTo>
                  <a:lnTo>
                    <a:pt x="4839830" y="2391967"/>
                  </a:lnTo>
                  <a:lnTo>
                    <a:pt x="4838118" y="2391967"/>
                  </a:lnTo>
                  <a:lnTo>
                    <a:pt x="4836407" y="2391967"/>
                  </a:lnTo>
                  <a:lnTo>
                    <a:pt x="4834695" y="2391967"/>
                  </a:lnTo>
                  <a:lnTo>
                    <a:pt x="4832984" y="2391967"/>
                  </a:lnTo>
                  <a:lnTo>
                    <a:pt x="4831273" y="2391967"/>
                  </a:lnTo>
                  <a:lnTo>
                    <a:pt x="4829561" y="2391967"/>
                  </a:lnTo>
                  <a:lnTo>
                    <a:pt x="4827850" y="2391967"/>
                  </a:lnTo>
                  <a:lnTo>
                    <a:pt x="4826138" y="2391967"/>
                  </a:lnTo>
                  <a:lnTo>
                    <a:pt x="4824427" y="2391967"/>
                  </a:lnTo>
                  <a:lnTo>
                    <a:pt x="4822716" y="2391967"/>
                  </a:lnTo>
                  <a:lnTo>
                    <a:pt x="4821004" y="2391967"/>
                  </a:lnTo>
                  <a:lnTo>
                    <a:pt x="4819293" y="2391967"/>
                  </a:lnTo>
                  <a:lnTo>
                    <a:pt x="4817581" y="2391967"/>
                  </a:lnTo>
                  <a:lnTo>
                    <a:pt x="4815870" y="2391967"/>
                  </a:lnTo>
                  <a:lnTo>
                    <a:pt x="4814159" y="2391967"/>
                  </a:lnTo>
                  <a:lnTo>
                    <a:pt x="4812447" y="2391967"/>
                  </a:lnTo>
                  <a:lnTo>
                    <a:pt x="4810736" y="2391967"/>
                  </a:lnTo>
                  <a:lnTo>
                    <a:pt x="4809024" y="2391967"/>
                  </a:lnTo>
                  <a:lnTo>
                    <a:pt x="4807313" y="2391967"/>
                  </a:lnTo>
                  <a:lnTo>
                    <a:pt x="4805602" y="2391967"/>
                  </a:lnTo>
                  <a:lnTo>
                    <a:pt x="4803890" y="2391967"/>
                  </a:lnTo>
                  <a:lnTo>
                    <a:pt x="4802179" y="2391967"/>
                  </a:lnTo>
                  <a:lnTo>
                    <a:pt x="4800467" y="2391967"/>
                  </a:lnTo>
                  <a:lnTo>
                    <a:pt x="4798756" y="2391967"/>
                  </a:lnTo>
                  <a:lnTo>
                    <a:pt x="4797045" y="2391967"/>
                  </a:lnTo>
                  <a:lnTo>
                    <a:pt x="4795333" y="2391967"/>
                  </a:lnTo>
                  <a:lnTo>
                    <a:pt x="4793622" y="2391967"/>
                  </a:lnTo>
                  <a:lnTo>
                    <a:pt x="4791910" y="2391967"/>
                  </a:lnTo>
                  <a:lnTo>
                    <a:pt x="4790199" y="2391967"/>
                  </a:lnTo>
                  <a:lnTo>
                    <a:pt x="4788488" y="2391967"/>
                  </a:lnTo>
                  <a:lnTo>
                    <a:pt x="4786776" y="2391967"/>
                  </a:lnTo>
                  <a:lnTo>
                    <a:pt x="4785065" y="2391967"/>
                  </a:lnTo>
                  <a:lnTo>
                    <a:pt x="4783353" y="2391967"/>
                  </a:lnTo>
                  <a:lnTo>
                    <a:pt x="4781642" y="2391967"/>
                  </a:lnTo>
                  <a:lnTo>
                    <a:pt x="4779931" y="2391967"/>
                  </a:lnTo>
                  <a:lnTo>
                    <a:pt x="4778219" y="2391967"/>
                  </a:lnTo>
                  <a:lnTo>
                    <a:pt x="4776508" y="2391967"/>
                  </a:lnTo>
                  <a:lnTo>
                    <a:pt x="4774796" y="2391967"/>
                  </a:lnTo>
                  <a:lnTo>
                    <a:pt x="4773085" y="2391967"/>
                  </a:lnTo>
                  <a:lnTo>
                    <a:pt x="4771374" y="2391967"/>
                  </a:lnTo>
                  <a:lnTo>
                    <a:pt x="4769662" y="2391967"/>
                  </a:lnTo>
                  <a:lnTo>
                    <a:pt x="4767951" y="2391967"/>
                  </a:lnTo>
                  <a:lnTo>
                    <a:pt x="4766239" y="2391967"/>
                  </a:lnTo>
                  <a:lnTo>
                    <a:pt x="4764528" y="2391967"/>
                  </a:lnTo>
                  <a:lnTo>
                    <a:pt x="4762817" y="2391967"/>
                  </a:lnTo>
                  <a:lnTo>
                    <a:pt x="4761105" y="2391967"/>
                  </a:lnTo>
                  <a:lnTo>
                    <a:pt x="4759394" y="2391967"/>
                  </a:lnTo>
                  <a:lnTo>
                    <a:pt x="4757682" y="2391967"/>
                  </a:lnTo>
                  <a:lnTo>
                    <a:pt x="4755971" y="2391967"/>
                  </a:lnTo>
                  <a:lnTo>
                    <a:pt x="4754260" y="2391967"/>
                  </a:lnTo>
                  <a:lnTo>
                    <a:pt x="4752548" y="2391967"/>
                  </a:lnTo>
                  <a:lnTo>
                    <a:pt x="4750837" y="2391967"/>
                  </a:lnTo>
                  <a:lnTo>
                    <a:pt x="4749125" y="2391967"/>
                  </a:lnTo>
                  <a:lnTo>
                    <a:pt x="4747414" y="2391967"/>
                  </a:lnTo>
                  <a:lnTo>
                    <a:pt x="4745703" y="2391967"/>
                  </a:lnTo>
                  <a:lnTo>
                    <a:pt x="4743991" y="2391967"/>
                  </a:lnTo>
                  <a:lnTo>
                    <a:pt x="4742280" y="2391967"/>
                  </a:lnTo>
                  <a:lnTo>
                    <a:pt x="4740569" y="2391967"/>
                  </a:lnTo>
                  <a:lnTo>
                    <a:pt x="4738857" y="2391967"/>
                  </a:lnTo>
                  <a:lnTo>
                    <a:pt x="4737146" y="2391967"/>
                  </a:lnTo>
                  <a:lnTo>
                    <a:pt x="4735434" y="2391967"/>
                  </a:lnTo>
                  <a:lnTo>
                    <a:pt x="4733723" y="2391967"/>
                  </a:lnTo>
                  <a:lnTo>
                    <a:pt x="4732012" y="2391967"/>
                  </a:lnTo>
                  <a:lnTo>
                    <a:pt x="4730300" y="2391967"/>
                  </a:lnTo>
                  <a:lnTo>
                    <a:pt x="4728589" y="2391967"/>
                  </a:lnTo>
                  <a:lnTo>
                    <a:pt x="4726877" y="2391967"/>
                  </a:lnTo>
                  <a:lnTo>
                    <a:pt x="4725166" y="2391967"/>
                  </a:lnTo>
                  <a:lnTo>
                    <a:pt x="4723455" y="2391967"/>
                  </a:lnTo>
                  <a:lnTo>
                    <a:pt x="4721743" y="2391967"/>
                  </a:lnTo>
                  <a:lnTo>
                    <a:pt x="4720032" y="2391967"/>
                  </a:lnTo>
                  <a:lnTo>
                    <a:pt x="4718320" y="2391967"/>
                  </a:lnTo>
                  <a:lnTo>
                    <a:pt x="4716609" y="2391967"/>
                  </a:lnTo>
                  <a:lnTo>
                    <a:pt x="4714898" y="2391967"/>
                  </a:lnTo>
                  <a:lnTo>
                    <a:pt x="4713186" y="2391967"/>
                  </a:lnTo>
                  <a:lnTo>
                    <a:pt x="4711475" y="2391967"/>
                  </a:lnTo>
                  <a:lnTo>
                    <a:pt x="4709763" y="2391967"/>
                  </a:lnTo>
                  <a:lnTo>
                    <a:pt x="4708052" y="2391967"/>
                  </a:lnTo>
                  <a:lnTo>
                    <a:pt x="4706341" y="2391967"/>
                  </a:lnTo>
                  <a:lnTo>
                    <a:pt x="4704629" y="2391967"/>
                  </a:lnTo>
                  <a:lnTo>
                    <a:pt x="4702918" y="2391967"/>
                  </a:lnTo>
                  <a:lnTo>
                    <a:pt x="4701206" y="2391967"/>
                  </a:lnTo>
                  <a:lnTo>
                    <a:pt x="4699495" y="2391967"/>
                  </a:lnTo>
                  <a:lnTo>
                    <a:pt x="4697784" y="2391967"/>
                  </a:lnTo>
                  <a:lnTo>
                    <a:pt x="4696072" y="2391967"/>
                  </a:lnTo>
                  <a:lnTo>
                    <a:pt x="4694361" y="2391967"/>
                  </a:lnTo>
                  <a:lnTo>
                    <a:pt x="4692649" y="2391967"/>
                  </a:lnTo>
                  <a:lnTo>
                    <a:pt x="4690938" y="2391967"/>
                  </a:lnTo>
                  <a:lnTo>
                    <a:pt x="4689227" y="2391967"/>
                  </a:lnTo>
                  <a:lnTo>
                    <a:pt x="4687515" y="2391967"/>
                  </a:lnTo>
                  <a:lnTo>
                    <a:pt x="4685804" y="2391967"/>
                  </a:lnTo>
                  <a:lnTo>
                    <a:pt x="4684092" y="2391967"/>
                  </a:lnTo>
                  <a:lnTo>
                    <a:pt x="4682381" y="2391967"/>
                  </a:lnTo>
                  <a:lnTo>
                    <a:pt x="4680670" y="2391967"/>
                  </a:lnTo>
                  <a:lnTo>
                    <a:pt x="4678958" y="2391967"/>
                  </a:lnTo>
                  <a:lnTo>
                    <a:pt x="4677247" y="2391967"/>
                  </a:lnTo>
                  <a:lnTo>
                    <a:pt x="4675535" y="2391967"/>
                  </a:lnTo>
                  <a:lnTo>
                    <a:pt x="4673824" y="2391967"/>
                  </a:lnTo>
                  <a:lnTo>
                    <a:pt x="4672113" y="2391967"/>
                  </a:lnTo>
                  <a:lnTo>
                    <a:pt x="4670401" y="2391967"/>
                  </a:lnTo>
                  <a:lnTo>
                    <a:pt x="4668690" y="2391967"/>
                  </a:lnTo>
                  <a:lnTo>
                    <a:pt x="4666978" y="2391967"/>
                  </a:lnTo>
                  <a:lnTo>
                    <a:pt x="4665267" y="2391967"/>
                  </a:lnTo>
                  <a:lnTo>
                    <a:pt x="4663556" y="2391967"/>
                  </a:lnTo>
                  <a:lnTo>
                    <a:pt x="4661844" y="2391967"/>
                  </a:lnTo>
                  <a:lnTo>
                    <a:pt x="4660133" y="2391967"/>
                  </a:lnTo>
                  <a:lnTo>
                    <a:pt x="4658421" y="2391967"/>
                  </a:lnTo>
                  <a:lnTo>
                    <a:pt x="4656710" y="2391967"/>
                  </a:lnTo>
                  <a:lnTo>
                    <a:pt x="4654999" y="2391967"/>
                  </a:lnTo>
                  <a:lnTo>
                    <a:pt x="4653287" y="2391967"/>
                  </a:lnTo>
                  <a:lnTo>
                    <a:pt x="4651576" y="2391967"/>
                  </a:lnTo>
                  <a:lnTo>
                    <a:pt x="4649864" y="2391967"/>
                  </a:lnTo>
                  <a:lnTo>
                    <a:pt x="4648153" y="2391967"/>
                  </a:lnTo>
                  <a:lnTo>
                    <a:pt x="4646442" y="2391967"/>
                  </a:lnTo>
                  <a:lnTo>
                    <a:pt x="4644730" y="2391967"/>
                  </a:lnTo>
                  <a:lnTo>
                    <a:pt x="4643019" y="2391967"/>
                  </a:lnTo>
                  <a:lnTo>
                    <a:pt x="4641307" y="2391967"/>
                  </a:lnTo>
                  <a:lnTo>
                    <a:pt x="4639596" y="2391967"/>
                  </a:lnTo>
                  <a:lnTo>
                    <a:pt x="4637885" y="2391967"/>
                  </a:lnTo>
                  <a:lnTo>
                    <a:pt x="4636173" y="2391967"/>
                  </a:lnTo>
                  <a:lnTo>
                    <a:pt x="4634462" y="2391967"/>
                  </a:lnTo>
                  <a:lnTo>
                    <a:pt x="4632751" y="2391967"/>
                  </a:lnTo>
                  <a:lnTo>
                    <a:pt x="4631039" y="2391967"/>
                  </a:lnTo>
                  <a:lnTo>
                    <a:pt x="4629328" y="2391967"/>
                  </a:lnTo>
                  <a:lnTo>
                    <a:pt x="4627616" y="2391967"/>
                  </a:lnTo>
                  <a:lnTo>
                    <a:pt x="4625905" y="2391967"/>
                  </a:lnTo>
                  <a:lnTo>
                    <a:pt x="4624194" y="2391967"/>
                  </a:lnTo>
                  <a:lnTo>
                    <a:pt x="4622482" y="2391967"/>
                  </a:lnTo>
                  <a:lnTo>
                    <a:pt x="4620771" y="2391967"/>
                  </a:lnTo>
                  <a:lnTo>
                    <a:pt x="4619059" y="2391967"/>
                  </a:lnTo>
                  <a:lnTo>
                    <a:pt x="4617348" y="2391967"/>
                  </a:lnTo>
                  <a:lnTo>
                    <a:pt x="4615637" y="2391967"/>
                  </a:lnTo>
                  <a:lnTo>
                    <a:pt x="4613925" y="2391967"/>
                  </a:lnTo>
                  <a:lnTo>
                    <a:pt x="4612214" y="2391967"/>
                  </a:lnTo>
                  <a:lnTo>
                    <a:pt x="4610502" y="2391967"/>
                  </a:lnTo>
                  <a:lnTo>
                    <a:pt x="4608791" y="2391967"/>
                  </a:lnTo>
                  <a:lnTo>
                    <a:pt x="4607080" y="2391967"/>
                  </a:lnTo>
                  <a:lnTo>
                    <a:pt x="4605368" y="2391967"/>
                  </a:lnTo>
                  <a:lnTo>
                    <a:pt x="4603657" y="2391967"/>
                  </a:lnTo>
                  <a:lnTo>
                    <a:pt x="4601945" y="2391967"/>
                  </a:lnTo>
                  <a:lnTo>
                    <a:pt x="4600234" y="2391967"/>
                  </a:lnTo>
                  <a:lnTo>
                    <a:pt x="4598523" y="2391967"/>
                  </a:lnTo>
                  <a:lnTo>
                    <a:pt x="4596811" y="2391967"/>
                  </a:lnTo>
                  <a:lnTo>
                    <a:pt x="4595100" y="2391967"/>
                  </a:lnTo>
                  <a:lnTo>
                    <a:pt x="4593388" y="2391967"/>
                  </a:lnTo>
                  <a:lnTo>
                    <a:pt x="4591677" y="2391967"/>
                  </a:lnTo>
                  <a:lnTo>
                    <a:pt x="4589966" y="2391967"/>
                  </a:lnTo>
                  <a:lnTo>
                    <a:pt x="4588254" y="2391967"/>
                  </a:lnTo>
                  <a:lnTo>
                    <a:pt x="4586543" y="2391967"/>
                  </a:lnTo>
                  <a:lnTo>
                    <a:pt x="4584831" y="2391967"/>
                  </a:lnTo>
                  <a:lnTo>
                    <a:pt x="4583120" y="2391967"/>
                  </a:lnTo>
                  <a:lnTo>
                    <a:pt x="4581409" y="2391967"/>
                  </a:lnTo>
                  <a:lnTo>
                    <a:pt x="4579697" y="2391967"/>
                  </a:lnTo>
                  <a:lnTo>
                    <a:pt x="4577986" y="2391967"/>
                  </a:lnTo>
                  <a:lnTo>
                    <a:pt x="4576274" y="2391967"/>
                  </a:lnTo>
                  <a:lnTo>
                    <a:pt x="4574563" y="2391967"/>
                  </a:lnTo>
                  <a:lnTo>
                    <a:pt x="4572852" y="2391967"/>
                  </a:lnTo>
                  <a:lnTo>
                    <a:pt x="4571140" y="2391967"/>
                  </a:lnTo>
                  <a:lnTo>
                    <a:pt x="4569429" y="2391967"/>
                  </a:lnTo>
                  <a:lnTo>
                    <a:pt x="4567717" y="2391967"/>
                  </a:lnTo>
                  <a:lnTo>
                    <a:pt x="4566006" y="2391967"/>
                  </a:lnTo>
                  <a:lnTo>
                    <a:pt x="4564295" y="2391967"/>
                  </a:lnTo>
                  <a:lnTo>
                    <a:pt x="4562583" y="2391967"/>
                  </a:lnTo>
                  <a:lnTo>
                    <a:pt x="4560872" y="2391967"/>
                  </a:lnTo>
                  <a:lnTo>
                    <a:pt x="4559160" y="2391967"/>
                  </a:lnTo>
                  <a:lnTo>
                    <a:pt x="4557449" y="2391967"/>
                  </a:lnTo>
                  <a:lnTo>
                    <a:pt x="4555738" y="2391967"/>
                  </a:lnTo>
                  <a:lnTo>
                    <a:pt x="4554026" y="2391967"/>
                  </a:lnTo>
                  <a:lnTo>
                    <a:pt x="4552315" y="2391967"/>
                  </a:lnTo>
                  <a:lnTo>
                    <a:pt x="4550603" y="2391967"/>
                  </a:lnTo>
                  <a:lnTo>
                    <a:pt x="4548892" y="2391967"/>
                  </a:lnTo>
                  <a:lnTo>
                    <a:pt x="4547181" y="2391967"/>
                  </a:lnTo>
                  <a:lnTo>
                    <a:pt x="4545469" y="2391967"/>
                  </a:lnTo>
                  <a:lnTo>
                    <a:pt x="4543758" y="2391967"/>
                  </a:lnTo>
                  <a:lnTo>
                    <a:pt x="4542046" y="2391967"/>
                  </a:lnTo>
                  <a:lnTo>
                    <a:pt x="4540335" y="2391967"/>
                  </a:lnTo>
                  <a:lnTo>
                    <a:pt x="4538624" y="2391967"/>
                  </a:lnTo>
                  <a:lnTo>
                    <a:pt x="4536912" y="2391967"/>
                  </a:lnTo>
                  <a:lnTo>
                    <a:pt x="4535201" y="2391967"/>
                  </a:lnTo>
                  <a:lnTo>
                    <a:pt x="4533489" y="2391967"/>
                  </a:lnTo>
                  <a:lnTo>
                    <a:pt x="4531778" y="2391967"/>
                  </a:lnTo>
                  <a:lnTo>
                    <a:pt x="4530067" y="2391967"/>
                  </a:lnTo>
                  <a:lnTo>
                    <a:pt x="4528355" y="2391967"/>
                  </a:lnTo>
                  <a:lnTo>
                    <a:pt x="4526644" y="2391967"/>
                  </a:lnTo>
                  <a:lnTo>
                    <a:pt x="4524933" y="2391967"/>
                  </a:lnTo>
                  <a:lnTo>
                    <a:pt x="4523221" y="2391967"/>
                  </a:lnTo>
                  <a:lnTo>
                    <a:pt x="4521510" y="2391967"/>
                  </a:lnTo>
                  <a:lnTo>
                    <a:pt x="4519798" y="2391967"/>
                  </a:lnTo>
                  <a:lnTo>
                    <a:pt x="4518087" y="2391967"/>
                  </a:lnTo>
                  <a:lnTo>
                    <a:pt x="4516376" y="2391967"/>
                  </a:lnTo>
                  <a:lnTo>
                    <a:pt x="4514664" y="2391967"/>
                  </a:lnTo>
                  <a:lnTo>
                    <a:pt x="4512953" y="2391967"/>
                  </a:lnTo>
                  <a:lnTo>
                    <a:pt x="4511241" y="2391967"/>
                  </a:lnTo>
                  <a:lnTo>
                    <a:pt x="4509530" y="2391967"/>
                  </a:lnTo>
                  <a:lnTo>
                    <a:pt x="4507819" y="2391967"/>
                  </a:lnTo>
                  <a:lnTo>
                    <a:pt x="4506107" y="2391967"/>
                  </a:lnTo>
                  <a:lnTo>
                    <a:pt x="4504396" y="2391967"/>
                  </a:lnTo>
                  <a:lnTo>
                    <a:pt x="4502684" y="2391967"/>
                  </a:lnTo>
                  <a:lnTo>
                    <a:pt x="4500973" y="2391967"/>
                  </a:lnTo>
                  <a:lnTo>
                    <a:pt x="4499262" y="2391967"/>
                  </a:lnTo>
                  <a:lnTo>
                    <a:pt x="4497550" y="2391967"/>
                  </a:lnTo>
                  <a:lnTo>
                    <a:pt x="4495839" y="2391967"/>
                  </a:lnTo>
                  <a:lnTo>
                    <a:pt x="4494127" y="2391967"/>
                  </a:lnTo>
                  <a:lnTo>
                    <a:pt x="4492416" y="2391967"/>
                  </a:lnTo>
                  <a:lnTo>
                    <a:pt x="4490705" y="2391967"/>
                  </a:lnTo>
                  <a:lnTo>
                    <a:pt x="4488993" y="2391967"/>
                  </a:lnTo>
                  <a:lnTo>
                    <a:pt x="4487282" y="2391967"/>
                  </a:lnTo>
                  <a:lnTo>
                    <a:pt x="4485570" y="2391967"/>
                  </a:lnTo>
                  <a:lnTo>
                    <a:pt x="4483859" y="2391967"/>
                  </a:lnTo>
                  <a:lnTo>
                    <a:pt x="4482148" y="2391967"/>
                  </a:lnTo>
                  <a:lnTo>
                    <a:pt x="4480436" y="2391967"/>
                  </a:lnTo>
                  <a:lnTo>
                    <a:pt x="4478725" y="2391967"/>
                  </a:lnTo>
                  <a:lnTo>
                    <a:pt x="4477013" y="2391967"/>
                  </a:lnTo>
                  <a:lnTo>
                    <a:pt x="4475302" y="2391967"/>
                  </a:lnTo>
                  <a:lnTo>
                    <a:pt x="4473591" y="2391967"/>
                  </a:lnTo>
                  <a:lnTo>
                    <a:pt x="4471879" y="2391967"/>
                  </a:lnTo>
                  <a:lnTo>
                    <a:pt x="4470168" y="2391967"/>
                  </a:lnTo>
                  <a:lnTo>
                    <a:pt x="4468456" y="2391967"/>
                  </a:lnTo>
                  <a:lnTo>
                    <a:pt x="4466745" y="2391967"/>
                  </a:lnTo>
                  <a:lnTo>
                    <a:pt x="4465034" y="2391967"/>
                  </a:lnTo>
                  <a:lnTo>
                    <a:pt x="4463322" y="2391967"/>
                  </a:lnTo>
                  <a:lnTo>
                    <a:pt x="4461611" y="2391967"/>
                  </a:lnTo>
                  <a:lnTo>
                    <a:pt x="4459899" y="2391967"/>
                  </a:lnTo>
                  <a:lnTo>
                    <a:pt x="4458188" y="2391967"/>
                  </a:lnTo>
                  <a:lnTo>
                    <a:pt x="4456477" y="2391967"/>
                  </a:lnTo>
                  <a:lnTo>
                    <a:pt x="4454765" y="2391967"/>
                  </a:lnTo>
                  <a:lnTo>
                    <a:pt x="4453054" y="2391967"/>
                  </a:lnTo>
                  <a:lnTo>
                    <a:pt x="4451342" y="2391967"/>
                  </a:lnTo>
                  <a:lnTo>
                    <a:pt x="4449631" y="2391967"/>
                  </a:lnTo>
                  <a:lnTo>
                    <a:pt x="4447920" y="2391967"/>
                  </a:lnTo>
                  <a:lnTo>
                    <a:pt x="4446208" y="2391967"/>
                  </a:lnTo>
                  <a:lnTo>
                    <a:pt x="4444497" y="2391967"/>
                  </a:lnTo>
                  <a:lnTo>
                    <a:pt x="4442785" y="2391967"/>
                  </a:lnTo>
                  <a:lnTo>
                    <a:pt x="4441074" y="2391967"/>
                  </a:lnTo>
                  <a:lnTo>
                    <a:pt x="4439363" y="2391967"/>
                  </a:lnTo>
                  <a:lnTo>
                    <a:pt x="4437651" y="2391967"/>
                  </a:lnTo>
                  <a:lnTo>
                    <a:pt x="4435940" y="2391967"/>
                  </a:lnTo>
                  <a:lnTo>
                    <a:pt x="4434228" y="2391967"/>
                  </a:lnTo>
                  <a:lnTo>
                    <a:pt x="4432517" y="2391967"/>
                  </a:lnTo>
                  <a:lnTo>
                    <a:pt x="4430806" y="2391967"/>
                  </a:lnTo>
                  <a:lnTo>
                    <a:pt x="4429094" y="2391967"/>
                  </a:lnTo>
                  <a:lnTo>
                    <a:pt x="4427383" y="2391967"/>
                  </a:lnTo>
                  <a:lnTo>
                    <a:pt x="4425672" y="2391967"/>
                  </a:lnTo>
                  <a:lnTo>
                    <a:pt x="4423960" y="2391967"/>
                  </a:lnTo>
                  <a:lnTo>
                    <a:pt x="4422249" y="2391967"/>
                  </a:lnTo>
                  <a:lnTo>
                    <a:pt x="4420537" y="2391967"/>
                  </a:lnTo>
                  <a:lnTo>
                    <a:pt x="4418826" y="2391967"/>
                  </a:lnTo>
                  <a:lnTo>
                    <a:pt x="4417115" y="2391967"/>
                  </a:lnTo>
                  <a:lnTo>
                    <a:pt x="4415403" y="2391967"/>
                  </a:lnTo>
                  <a:lnTo>
                    <a:pt x="4413692" y="2391967"/>
                  </a:lnTo>
                  <a:lnTo>
                    <a:pt x="4411980" y="2391967"/>
                  </a:lnTo>
                  <a:lnTo>
                    <a:pt x="4410269" y="2391967"/>
                  </a:lnTo>
                  <a:lnTo>
                    <a:pt x="4408558" y="2391967"/>
                  </a:lnTo>
                  <a:lnTo>
                    <a:pt x="4406846" y="2391967"/>
                  </a:lnTo>
                  <a:lnTo>
                    <a:pt x="4405135" y="2391967"/>
                  </a:lnTo>
                  <a:lnTo>
                    <a:pt x="4403423" y="2391967"/>
                  </a:lnTo>
                  <a:lnTo>
                    <a:pt x="4401712" y="2391967"/>
                  </a:lnTo>
                  <a:lnTo>
                    <a:pt x="4400001" y="2391967"/>
                  </a:lnTo>
                  <a:lnTo>
                    <a:pt x="4398289" y="2391967"/>
                  </a:lnTo>
                  <a:lnTo>
                    <a:pt x="4396578" y="2391967"/>
                  </a:lnTo>
                  <a:lnTo>
                    <a:pt x="4394866" y="2391967"/>
                  </a:lnTo>
                  <a:lnTo>
                    <a:pt x="4393155" y="2391967"/>
                  </a:lnTo>
                  <a:lnTo>
                    <a:pt x="4391444" y="2391967"/>
                  </a:lnTo>
                  <a:lnTo>
                    <a:pt x="4389732" y="2391967"/>
                  </a:lnTo>
                  <a:lnTo>
                    <a:pt x="4388021" y="2391967"/>
                  </a:lnTo>
                  <a:lnTo>
                    <a:pt x="4386309" y="2391967"/>
                  </a:lnTo>
                  <a:lnTo>
                    <a:pt x="4384598" y="2391967"/>
                  </a:lnTo>
                  <a:lnTo>
                    <a:pt x="4382887" y="2391967"/>
                  </a:lnTo>
                  <a:lnTo>
                    <a:pt x="4381175" y="2391967"/>
                  </a:lnTo>
                  <a:lnTo>
                    <a:pt x="4379464" y="2391967"/>
                  </a:lnTo>
                  <a:lnTo>
                    <a:pt x="4377752" y="2391967"/>
                  </a:lnTo>
                  <a:lnTo>
                    <a:pt x="4376041" y="2391967"/>
                  </a:lnTo>
                  <a:lnTo>
                    <a:pt x="4374330" y="2391967"/>
                  </a:lnTo>
                  <a:lnTo>
                    <a:pt x="4372618" y="2391967"/>
                  </a:lnTo>
                  <a:lnTo>
                    <a:pt x="4370907" y="2391967"/>
                  </a:lnTo>
                  <a:lnTo>
                    <a:pt x="4369195" y="2391967"/>
                  </a:lnTo>
                  <a:lnTo>
                    <a:pt x="4367484" y="2391967"/>
                  </a:lnTo>
                  <a:lnTo>
                    <a:pt x="4365773" y="2391967"/>
                  </a:lnTo>
                  <a:lnTo>
                    <a:pt x="4364061" y="2391967"/>
                  </a:lnTo>
                  <a:lnTo>
                    <a:pt x="4362350" y="2391967"/>
                  </a:lnTo>
                  <a:lnTo>
                    <a:pt x="4360638" y="2391967"/>
                  </a:lnTo>
                  <a:lnTo>
                    <a:pt x="4358927" y="2391967"/>
                  </a:lnTo>
                  <a:lnTo>
                    <a:pt x="4357216" y="2391967"/>
                  </a:lnTo>
                  <a:lnTo>
                    <a:pt x="4355504" y="2391967"/>
                  </a:lnTo>
                  <a:lnTo>
                    <a:pt x="4353793" y="2391967"/>
                  </a:lnTo>
                  <a:lnTo>
                    <a:pt x="4352081" y="2391967"/>
                  </a:lnTo>
                  <a:lnTo>
                    <a:pt x="4350370" y="2391967"/>
                  </a:lnTo>
                  <a:lnTo>
                    <a:pt x="4348659" y="2391967"/>
                  </a:lnTo>
                  <a:lnTo>
                    <a:pt x="4346947" y="2391967"/>
                  </a:lnTo>
                  <a:lnTo>
                    <a:pt x="4345236" y="2391967"/>
                  </a:lnTo>
                  <a:lnTo>
                    <a:pt x="4343524" y="2391967"/>
                  </a:lnTo>
                  <a:lnTo>
                    <a:pt x="4341813" y="2391967"/>
                  </a:lnTo>
                  <a:lnTo>
                    <a:pt x="4340102" y="2391967"/>
                  </a:lnTo>
                  <a:lnTo>
                    <a:pt x="4338390" y="2391967"/>
                  </a:lnTo>
                  <a:lnTo>
                    <a:pt x="4336679" y="2391967"/>
                  </a:lnTo>
                  <a:lnTo>
                    <a:pt x="4334967" y="2391967"/>
                  </a:lnTo>
                  <a:lnTo>
                    <a:pt x="4333256" y="2391967"/>
                  </a:lnTo>
                  <a:lnTo>
                    <a:pt x="4331545" y="2391967"/>
                  </a:lnTo>
                  <a:lnTo>
                    <a:pt x="4329833" y="2391967"/>
                  </a:lnTo>
                  <a:lnTo>
                    <a:pt x="4328122" y="2391967"/>
                  </a:lnTo>
                  <a:lnTo>
                    <a:pt x="4326410" y="2391967"/>
                  </a:lnTo>
                  <a:lnTo>
                    <a:pt x="4324699" y="2391967"/>
                  </a:lnTo>
                  <a:lnTo>
                    <a:pt x="4322988" y="2391967"/>
                  </a:lnTo>
                  <a:lnTo>
                    <a:pt x="4321276" y="2391967"/>
                  </a:lnTo>
                  <a:lnTo>
                    <a:pt x="4319565" y="2391967"/>
                  </a:lnTo>
                  <a:lnTo>
                    <a:pt x="4317854" y="2391967"/>
                  </a:lnTo>
                  <a:lnTo>
                    <a:pt x="4316142" y="2391967"/>
                  </a:lnTo>
                  <a:lnTo>
                    <a:pt x="4314431" y="2391967"/>
                  </a:lnTo>
                  <a:lnTo>
                    <a:pt x="4312719" y="2391967"/>
                  </a:lnTo>
                  <a:lnTo>
                    <a:pt x="4311008" y="2391967"/>
                  </a:lnTo>
                  <a:lnTo>
                    <a:pt x="4309297" y="2391967"/>
                  </a:lnTo>
                  <a:lnTo>
                    <a:pt x="4307585" y="2391967"/>
                  </a:lnTo>
                  <a:lnTo>
                    <a:pt x="4305874" y="2391967"/>
                  </a:lnTo>
                  <a:lnTo>
                    <a:pt x="4304162" y="2391967"/>
                  </a:lnTo>
                  <a:lnTo>
                    <a:pt x="4302451" y="2391967"/>
                  </a:lnTo>
                  <a:lnTo>
                    <a:pt x="4300740" y="2391967"/>
                  </a:lnTo>
                  <a:lnTo>
                    <a:pt x="4299028" y="2391967"/>
                  </a:lnTo>
                  <a:lnTo>
                    <a:pt x="4297317" y="2391967"/>
                  </a:lnTo>
                  <a:lnTo>
                    <a:pt x="4295605" y="2391967"/>
                  </a:lnTo>
                  <a:lnTo>
                    <a:pt x="4293894" y="2391967"/>
                  </a:lnTo>
                  <a:lnTo>
                    <a:pt x="4292183" y="2391967"/>
                  </a:lnTo>
                  <a:lnTo>
                    <a:pt x="4290471" y="2391967"/>
                  </a:lnTo>
                  <a:lnTo>
                    <a:pt x="4288760" y="2391967"/>
                  </a:lnTo>
                  <a:lnTo>
                    <a:pt x="4287048" y="2391967"/>
                  </a:lnTo>
                  <a:lnTo>
                    <a:pt x="4285337" y="2391967"/>
                  </a:lnTo>
                  <a:lnTo>
                    <a:pt x="4283626" y="2391967"/>
                  </a:lnTo>
                  <a:lnTo>
                    <a:pt x="4281914" y="2391967"/>
                  </a:lnTo>
                  <a:lnTo>
                    <a:pt x="4280203" y="2391967"/>
                  </a:lnTo>
                  <a:lnTo>
                    <a:pt x="4278491" y="2391967"/>
                  </a:lnTo>
                  <a:lnTo>
                    <a:pt x="4276780" y="2391967"/>
                  </a:lnTo>
                  <a:lnTo>
                    <a:pt x="4275069" y="2391967"/>
                  </a:lnTo>
                  <a:lnTo>
                    <a:pt x="4273357" y="2391967"/>
                  </a:lnTo>
                  <a:lnTo>
                    <a:pt x="4271646" y="2391967"/>
                  </a:lnTo>
                  <a:lnTo>
                    <a:pt x="4269934" y="2391967"/>
                  </a:lnTo>
                  <a:lnTo>
                    <a:pt x="4268223" y="2391967"/>
                  </a:lnTo>
                  <a:lnTo>
                    <a:pt x="4266512" y="2391967"/>
                  </a:lnTo>
                  <a:lnTo>
                    <a:pt x="4264800" y="2391967"/>
                  </a:lnTo>
                  <a:lnTo>
                    <a:pt x="4263089" y="2391967"/>
                  </a:lnTo>
                  <a:lnTo>
                    <a:pt x="4261377" y="2391967"/>
                  </a:lnTo>
                  <a:lnTo>
                    <a:pt x="4259666" y="2391967"/>
                  </a:lnTo>
                  <a:lnTo>
                    <a:pt x="4257955" y="2391967"/>
                  </a:lnTo>
                  <a:lnTo>
                    <a:pt x="4256243" y="2391967"/>
                  </a:lnTo>
                  <a:lnTo>
                    <a:pt x="4254532" y="2391967"/>
                  </a:lnTo>
                  <a:lnTo>
                    <a:pt x="4252820" y="2391967"/>
                  </a:lnTo>
                  <a:lnTo>
                    <a:pt x="4251109" y="2391967"/>
                  </a:lnTo>
                  <a:lnTo>
                    <a:pt x="4249398" y="2391967"/>
                  </a:lnTo>
                  <a:lnTo>
                    <a:pt x="4247686" y="2391967"/>
                  </a:lnTo>
                  <a:lnTo>
                    <a:pt x="4245975" y="2391967"/>
                  </a:lnTo>
                  <a:lnTo>
                    <a:pt x="4244263" y="2391967"/>
                  </a:lnTo>
                  <a:lnTo>
                    <a:pt x="4242552" y="2391967"/>
                  </a:lnTo>
                  <a:lnTo>
                    <a:pt x="4240841" y="2391967"/>
                  </a:lnTo>
                  <a:lnTo>
                    <a:pt x="4239129" y="2391967"/>
                  </a:lnTo>
                  <a:lnTo>
                    <a:pt x="4237418" y="2391967"/>
                  </a:lnTo>
                  <a:lnTo>
                    <a:pt x="4235706" y="2391967"/>
                  </a:lnTo>
                  <a:lnTo>
                    <a:pt x="4233995" y="2391967"/>
                  </a:lnTo>
                  <a:lnTo>
                    <a:pt x="4232284" y="2391967"/>
                  </a:lnTo>
                  <a:lnTo>
                    <a:pt x="4230572" y="2391967"/>
                  </a:lnTo>
                  <a:lnTo>
                    <a:pt x="4228861" y="2391967"/>
                  </a:lnTo>
                  <a:lnTo>
                    <a:pt x="4227149" y="2391967"/>
                  </a:lnTo>
                  <a:lnTo>
                    <a:pt x="4225438" y="2391967"/>
                  </a:lnTo>
                  <a:lnTo>
                    <a:pt x="4223727" y="2391967"/>
                  </a:lnTo>
                  <a:lnTo>
                    <a:pt x="4222015" y="2391967"/>
                  </a:lnTo>
                  <a:lnTo>
                    <a:pt x="4220304" y="2391967"/>
                  </a:lnTo>
                  <a:lnTo>
                    <a:pt x="4218592" y="2391967"/>
                  </a:lnTo>
                  <a:lnTo>
                    <a:pt x="4216881" y="2391967"/>
                  </a:lnTo>
                  <a:lnTo>
                    <a:pt x="4215170" y="2391967"/>
                  </a:lnTo>
                  <a:lnTo>
                    <a:pt x="4213458" y="2391967"/>
                  </a:lnTo>
                  <a:lnTo>
                    <a:pt x="4211747" y="2391967"/>
                  </a:lnTo>
                  <a:lnTo>
                    <a:pt x="4210036" y="2391967"/>
                  </a:lnTo>
                  <a:lnTo>
                    <a:pt x="4208324" y="2391967"/>
                  </a:lnTo>
                  <a:lnTo>
                    <a:pt x="4206613" y="2391967"/>
                  </a:lnTo>
                  <a:lnTo>
                    <a:pt x="4204901" y="2391967"/>
                  </a:lnTo>
                  <a:lnTo>
                    <a:pt x="4203190" y="2391967"/>
                  </a:lnTo>
                  <a:lnTo>
                    <a:pt x="4201479" y="2391967"/>
                  </a:lnTo>
                  <a:lnTo>
                    <a:pt x="4199767" y="2391967"/>
                  </a:lnTo>
                  <a:lnTo>
                    <a:pt x="4198056" y="2391967"/>
                  </a:lnTo>
                  <a:lnTo>
                    <a:pt x="4196344" y="2391967"/>
                  </a:lnTo>
                  <a:lnTo>
                    <a:pt x="4194633" y="2391967"/>
                  </a:lnTo>
                  <a:lnTo>
                    <a:pt x="4192922" y="2391967"/>
                  </a:lnTo>
                  <a:lnTo>
                    <a:pt x="4191210" y="2391967"/>
                  </a:lnTo>
                  <a:lnTo>
                    <a:pt x="4189499" y="2391967"/>
                  </a:lnTo>
                  <a:lnTo>
                    <a:pt x="4187787" y="2391967"/>
                  </a:lnTo>
                  <a:lnTo>
                    <a:pt x="4186076" y="2391967"/>
                  </a:lnTo>
                  <a:lnTo>
                    <a:pt x="4184365" y="2391967"/>
                  </a:lnTo>
                  <a:lnTo>
                    <a:pt x="4182653" y="2391967"/>
                  </a:lnTo>
                  <a:lnTo>
                    <a:pt x="4180942" y="2391967"/>
                  </a:lnTo>
                  <a:lnTo>
                    <a:pt x="4179230" y="2391967"/>
                  </a:lnTo>
                  <a:lnTo>
                    <a:pt x="4177519" y="2391967"/>
                  </a:lnTo>
                  <a:lnTo>
                    <a:pt x="4175808" y="2391967"/>
                  </a:lnTo>
                  <a:lnTo>
                    <a:pt x="4174096" y="2391967"/>
                  </a:lnTo>
                  <a:lnTo>
                    <a:pt x="4172385" y="2391967"/>
                  </a:lnTo>
                  <a:lnTo>
                    <a:pt x="4170673" y="2391967"/>
                  </a:lnTo>
                  <a:lnTo>
                    <a:pt x="4168962" y="2391967"/>
                  </a:lnTo>
                  <a:lnTo>
                    <a:pt x="4167251" y="2391967"/>
                  </a:lnTo>
                  <a:lnTo>
                    <a:pt x="4165539" y="2391967"/>
                  </a:lnTo>
                  <a:lnTo>
                    <a:pt x="4163828" y="2391967"/>
                  </a:lnTo>
                  <a:lnTo>
                    <a:pt x="4162116" y="2391967"/>
                  </a:lnTo>
                  <a:lnTo>
                    <a:pt x="4160405" y="2391967"/>
                  </a:lnTo>
                  <a:lnTo>
                    <a:pt x="4158694" y="2391967"/>
                  </a:lnTo>
                  <a:lnTo>
                    <a:pt x="4156982" y="2391967"/>
                  </a:lnTo>
                  <a:lnTo>
                    <a:pt x="4155271" y="2391967"/>
                  </a:lnTo>
                  <a:lnTo>
                    <a:pt x="4153559" y="2391967"/>
                  </a:lnTo>
                  <a:lnTo>
                    <a:pt x="4151848" y="2391967"/>
                  </a:lnTo>
                  <a:lnTo>
                    <a:pt x="4150137" y="2391967"/>
                  </a:lnTo>
                  <a:lnTo>
                    <a:pt x="4148425" y="2391967"/>
                  </a:lnTo>
                  <a:lnTo>
                    <a:pt x="4146714" y="2391967"/>
                  </a:lnTo>
                  <a:lnTo>
                    <a:pt x="4145002" y="2391967"/>
                  </a:lnTo>
                  <a:lnTo>
                    <a:pt x="4143291" y="2391967"/>
                  </a:lnTo>
                  <a:lnTo>
                    <a:pt x="4141580" y="2391967"/>
                  </a:lnTo>
                  <a:lnTo>
                    <a:pt x="4139868" y="2391967"/>
                  </a:lnTo>
                  <a:lnTo>
                    <a:pt x="4138157" y="2391967"/>
                  </a:lnTo>
                  <a:lnTo>
                    <a:pt x="4136445" y="2391967"/>
                  </a:lnTo>
                  <a:lnTo>
                    <a:pt x="4134734" y="2391967"/>
                  </a:lnTo>
                  <a:lnTo>
                    <a:pt x="4133023" y="2391967"/>
                  </a:lnTo>
                  <a:lnTo>
                    <a:pt x="4131311" y="2391967"/>
                  </a:lnTo>
                  <a:lnTo>
                    <a:pt x="4129600" y="2391967"/>
                  </a:lnTo>
                  <a:lnTo>
                    <a:pt x="4127888" y="2391967"/>
                  </a:lnTo>
                  <a:lnTo>
                    <a:pt x="4126177" y="2391967"/>
                  </a:lnTo>
                  <a:lnTo>
                    <a:pt x="4124466" y="2391967"/>
                  </a:lnTo>
                  <a:lnTo>
                    <a:pt x="4122754" y="2391967"/>
                  </a:lnTo>
                  <a:lnTo>
                    <a:pt x="4121043" y="2391967"/>
                  </a:lnTo>
                  <a:lnTo>
                    <a:pt x="4119331" y="2391967"/>
                  </a:lnTo>
                  <a:lnTo>
                    <a:pt x="4117620" y="2391967"/>
                  </a:lnTo>
                  <a:lnTo>
                    <a:pt x="4115909" y="2391967"/>
                  </a:lnTo>
                  <a:lnTo>
                    <a:pt x="4114197" y="2391967"/>
                  </a:lnTo>
                  <a:lnTo>
                    <a:pt x="4112486" y="2391967"/>
                  </a:lnTo>
                  <a:lnTo>
                    <a:pt x="4110775" y="2391967"/>
                  </a:lnTo>
                  <a:lnTo>
                    <a:pt x="4109063" y="2391967"/>
                  </a:lnTo>
                  <a:lnTo>
                    <a:pt x="4107352" y="2391967"/>
                  </a:lnTo>
                  <a:lnTo>
                    <a:pt x="4105640" y="2391967"/>
                  </a:lnTo>
                  <a:lnTo>
                    <a:pt x="4103929" y="2391967"/>
                  </a:lnTo>
                  <a:lnTo>
                    <a:pt x="4102218" y="2391967"/>
                  </a:lnTo>
                  <a:lnTo>
                    <a:pt x="4100506" y="2391967"/>
                  </a:lnTo>
                  <a:lnTo>
                    <a:pt x="4098795" y="2391967"/>
                  </a:lnTo>
                  <a:lnTo>
                    <a:pt x="4097083" y="2391967"/>
                  </a:lnTo>
                  <a:lnTo>
                    <a:pt x="4095372" y="2391967"/>
                  </a:lnTo>
                  <a:lnTo>
                    <a:pt x="4093661" y="2391967"/>
                  </a:lnTo>
                  <a:lnTo>
                    <a:pt x="4091949" y="2391967"/>
                  </a:lnTo>
                  <a:lnTo>
                    <a:pt x="4090238" y="2391967"/>
                  </a:lnTo>
                  <a:lnTo>
                    <a:pt x="4088526" y="2391967"/>
                  </a:lnTo>
                  <a:lnTo>
                    <a:pt x="4086815" y="2391967"/>
                  </a:lnTo>
                  <a:lnTo>
                    <a:pt x="4085104" y="2391967"/>
                  </a:lnTo>
                  <a:lnTo>
                    <a:pt x="4083392" y="2391967"/>
                  </a:lnTo>
                  <a:lnTo>
                    <a:pt x="4081681" y="2391967"/>
                  </a:lnTo>
                  <a:lnTo>
                    <a:pt x="4079969" y="2391967"/>
                  </a:lnTo>
                  <a:lnTo>
                    <a:pt x="4078258" y="2391967"/>
                  </a:lnTo>
                  <a:lnTo>
                    <a:pt x="4076547" y="2391967"/>
                  </a:lnTo>
                  <a:lnTo>
                    <a:pt x="4074835" y="2391967"/>
                  </a:lnTo>
                  <a:lnTo>
                    <a:pt x="4073124" y="2391967"/>
                  </a:lnTo>
                  <a:lnTo>
                    <a:pt x="4071412" y="2391967"/>
                  </a:lnTo>
                  <a:lnTo>
                    <a:pt x="4069701" y="2391967"/>
                  </a:lnTo>
                  <a:lnTo>
                    <a:pt x="4067990" y="2391967"/>
                  </a:lnTo>
                  <a:lnTo>
                    <a:pt x="4066278" y="2391967"/>
                  </a:lnTo>
                  <a:lnTo>
                    <a:pt x="4064567" y="2391967"/>
                  </a:lnTo>
                  <a:lnTo>
                    <a:pt x="4062855" y="2391967"/>
                  </a:lnTo>
                  <a:lnTo>
                    <a:pt x="4061144" y="2391967"/>
                  </a:lnTo>
                  <a:lnTo>
                    <a:pt x="4059433" y="2391967"/>
                  </a:lnTo>
                  <a:lnTo>
                    <a:pt x="4057721" y="2391967"/>
                  </a:lnTo>
                  <a:lnTo>
                    <a:pt x="4056010" y="2391967"/>
                  </a:lnTo>
                  <a:lnTo>
                    <a:pt x="4054298" y="2391967"/>
                  </a:lnTo>
                  <a:lnTo>
                    <a:pt x="4052587" y="2391967"/>
                  </a:lnTo>
                  <a:lnTo>
                    <a:pt x="4050876" y="2391967"/>
                  </a:lnTo>
                  <a:lnTo>
                    <a:pt x="4049164" y="2391967"/>
                  </a:lnTo>
                  <a:lnTo>
                    <a:pt x="4047453" y="2391967"/>
                  </a:lnTo>
                  <a:lnTo>
                    <a:pt x="4045741" y="2391967"/>
                  </a:lnTo>
                  <a:lnTo>
                    <a:pt x="4044030" y="2391967"/>
                  </a:lnTo>
                  <a:lnTo>
                    <a:pt x="4042319" y="2391967"/>
                  </a:lnTo>
                  <a:lnTo>
                    <a:pt x="4040607" y="2391967"/>
                  </a:lnTo>
                  <a:lnTo>
                    <a:pt x="4038896" y="2391967"/>
                  </a:lnTo>
                  <a:lnTo>
                    <a:pt x="4037184" y="2391967"/>
                  </a:lnTo>
                  <a:lnTo>
                    <a:pt x="4035473" y="2391967"/>
                  </a:lnTo>
                  <a:lnTo>
                    <a:pt x="4033762" y="2391967"/>
                  </a:lnTo>
                  <a:lnTo>
                    <a:pt x="4032050" y="2391967"/>
                  </a:lnTo>
                  <a:lnTo>
                    <a:pt x="4030339" y="2391967"/>
                  </a:lnTo>
                  <a:lnTo>
                    <a:pt x="4028627" y="2391967"/>
                  </a:lnTo>
                  <a:lnTo>
                    <a:pt x="4026916" y="2391967"/>
                  </a:lnTo>
                  <a:lnTo>
                    <a:pt x="4025205" y="2391967"/>
                  </a:lnTo>
                  <a:lnTo>
                    <a:pt x="4023493" y="2391967"/>
                  </a:lnTo>
                  <a:lnTo>
                    <a:pt x="4021782" y="2391967"/>
                  </a:lnTo>
                  <a:lnTo>
                    <a:pt x="4020070" y="2391967"/>
                  </a:lnTo>
                  <a:lnTo>
                    <a:pt x="4018359" y="2391967"/>
                  </a:lnTo>
                  <a:lnTo>
                    <a:pt x="4016648" y="2391967"/>
                  </a:lnTo>
                  <a:lnTo>
                    <a:pt x="4014936" y="2391967"/>
                  </a:lnTo>
                  <a:lnTo>
                    <a:pt x="4013225" y="2391967"/>
                  </a:lnTo>
                  <a:lnTo>
                    <a:pt x="4011513" y="2391967"/>
                  </a:lnTo>
                  <a:lnTo>
                    <a:pt x="4009802" y="2391967"/>
                  </a:lnTo>
                  <a:lnTo>
                    <a:pt x="4008091" y="2391967"/>
                  </a:lnTo>
                  <a:lnTo>
                    <a:pt x="4006379" y="2391967"/>
                  </a:lnTo>
                  <a:lnTo>
                    <a:pt x="4004668" y="2391967"/>
                  </a:lnTo>
                  <a:lnTo>
                    <a:pt x="4002957" y="2391967"/>
                  </a:lnTo>
                  <a:lnTo>
                    <a:pt x="4001245" y="2391967"/>
                  </a:lnTo>
                  <a:lnTo>
                    <a:pt x="3999534" y="2391967"/>
                  </a:lnTo>
                  <a:lnTo>
                    <a:pt x="3997822" y="2391967"/>
                  </a:lnTo>
                  <a:lnTo>
                    <a:pt x="3996111" y="2391967"/>
                  </a:lnTo>
                  <a:lnTo>
                    <a:pt x="3994400" y="2391967"/>
                  </a:lnTo>
                  <a:lnTo>
                    <a:pt x="3992688" y="2391967"/>
                  </a:lnTo>
                  <a:lnTo>
                    <a:pt x="3990977" y="2391967"/>
                  </a:lnTo>
                  <a:lnTo>
                    <a:pt x="3989265" y="2391967"/>
                  </a:lnTo>
                  <a:lnTo>
                    <a:pt x="3987554" y="2391967"/>
                  </a:lnTo>
                  <a:lnTo>
                    <a:pt x="3985843" y="2391967"/>
                  </a:lnTo>
                  <a:lnTo>
                    <a:pt x="3984131" y="2391967"/>
                  </a:lnTo>
                  <a:lnTo>
                    <a:pt x="3982420" y="2391967"/>
                  </a:lnTo>
                  <a:lnTo>
                    <a:pt x="3980708" y="2391967"/>
                  </a:lnTo>
                  <a:lnTo>
                    <a:pt x="3978997" y="2391967"/>
                  </a:lnTo>
                  <a:lnTo>
                    <a:pt x="3977286" y="2391967"/>
                  </a:lnTo>
                  <a:lnTo>
                    <a:pt x="3975574" y="2391967"/>
                  </a:lnTo>
                  <a:lnTo>
                    <a:pt x="3973863" y="2391967"/>
                  </a:lnTo>
                  <a:lnTo>
                    <a:pt x="3972151" y="2391967"/>
                  </a:lnTo>
                  <a:lnTo>
                    <a:pt x="3970440" y="2391967"/>
                  </a:lnTo>
                  <a:lnTo>
                    <a:pt x="3968729" y="2391967"/>
                  </a:lnTo>
                  <a:lnTo>
                    <a:pt x="3967017" y="2391967"/>
                  </a:lnTo>
                  <a:lnTo>
                    <a:pt x="3965306" y="2391967"/>
                  </a:lnTo>
                  <a:lnTo>
                    <a:pt x="3963594" y="2391967"/>
                  </a:lnTo>
                  <a:lnTo>
                    <a:pt x="3961883" y="2391967"/>
                  </a:lnTo>
                  <a:lnTo>
                    <a:pt x="3960172" y="2391967"/>
                  </a:lnTo>
                  <a:lnTo>
                    <a:pt x="3958460" y="2391967"/>
                  </a:lnTo>
                  <a:lnTo>
                    <a:pt x="3956749" y="2391967"/>
                  </a:lnTo>
                  <a:lnTo>
                    <a:pt x="3955037" y="2391967"/>
                  </a:lnTo>
                  <a:lnTo>
                    <a:pt x="3953326" y="2391967"/>
                  </a:lnTo>
                  <a:lnTo>
                    <a:pt x="3951615" y="2391967"/>
                  </a:lnTo>
                  <a:lnTo>
                    <a:pt x="3949903" y="2391967"/>
                  </a:lnTo>
                  <a:lnTo>
                    <a:pt x="3948192" y="2391967"/>
                  </a:lnTo>
                  <a:lnTo>
                    <a:pt x="3946480" y="2391967"/>
                  </a:lnTo>
                  <a:lnTo>
                    <a:pt x="3944769" y="2391967"/>
                  </a:lnTo>
                  <a:lnTo>
                    <a:pt x="3943058" y="2391967"/>
                  </a:lnTo>
                  <a:lnTo>
                    <a:pt x="3941346" y="2391967"/>
                  </a:lnTo>
                  <a:lnTo>
                    <a:pt x="3939635" y="2391967"/>
                  </a:lnTo>
                  <a:lnTo>
                    <a:pt x="3937923" y="2391967"/>
                  </a:lnTo>
                  <a:lnTo>
                    <a:pt x="3936212" y="2391967"/>
                  </a:lnTo>
                  <a:lnTo>
                    <a:pt x="3934501" y="2391967"/>
                  </a:lnTo>
                  <a:lnTo>
                    <a:pt x="3932789" y="2391967"/>
                  </a:lnTo>
                  <a:lnTo>
                    <a:pt x="3931078" y="2391967"/>
                  </a:lnTo>
                  <a:lnTo>
                    <a:pt x="3929366" y="2391967"/>
                  </a:lnTo>
                  <a:lnTo>
                    <a:pt x="3927655" y="2391967"/>
                  </a:lnTo>
                  <a:lnTo>
                    <a:pt x="3925944" y="2391967"/>
                  </a:lnTo>
                  <a:lnTo>
                    <a:pt x="3924232" y="2391967"/>
                  </a:lnTo>
                  <a:lnTo>
                    <a:pt x="3922521" y="2391967"/>
                  </a:lnTo>
                  <a:lnTo>
                    <a:pt x="3920809" y="2391967"/>
                  </a:lnTo>
                  <a:lnTo>
                    <a:pt x="3919098" y="2391967"/>
                  </a:lnTo>
                  <a:lnTo>
                    <a:pt x="3917387" y="2391967"/>
                  </a:lnTo>
                  <a:lnTo>
                    <a:pt x="3915675" y="2391967"/>
                  </a:lnTo>
                  <a:lnTo>
                    <a:pt x="3913964" y="2391967"/>
                  </a:lnTo>
                  <a:lnTo>
                    <a:pt x="3912252" y="2391967"/>
                  </a:lnTo>
                  <a:lnTo>
                    <a:pt x="3910541" y="2391967"/>
                  </a:lnTo>
                  <a:lnTo>
                    <a:pt x="3908830" y="2391967"/>
                  </a:lnTo>
                  <a:lnTo>
                    <a:pt x="3907118" y="2391967"/>
                  </a:lnTo>
                  <a:lnTo>
                    <a:pt x="3905407" y="2391967"/>
                  </a:lnTo>
                  <a:lnTo>
                    <a:pt x="3903695" y="2391967"/>
                  </a:lnTo>
                  <a:lnTo>
                    <a:pt x="3901984" y="2391967"/>
                  </a:lnTo>
                  <a:lnTo>
                    <a:pt x="3900273" y="2391967"/>
                  </a:lnTo>
                  <a:lnTo>
                    <a:pt x="3898561" y="2391967"/>
                  </a:lnTo>
                  <a:lnTo>
                    <a:pt x="3896850" y="2391967"/>
                  </a:lnTo>
                  <a:lnTo>
                    <a:pt x="3895139" y="2391967"/>
                  </a:lnTo>
                  <a:lnTo>
                    <a:pt x="3893427" y="2391967"/>
                  </a:lnTo>
                  <a:lnTo>
                    <a:pt x="3891716" y="2391967"/>
                  </a:lnTo>
                  <a:lnTo>
                    <a:pt x="3890004" y="2391967"/>
                  </a:lnTo>
                  <a:lnTo>
                    <a:pt x="3888293" y="2391967"/>
                  </a:lnTo>
                  <a:lnTo>
                    <a:pt x="3886582" y="2391967"/>
                  </a:lnTo>
                  <a:lnTo>
                    <a:pt x="3884870" y="2391967"/>
                  </a:lnTo>
                  <a:lnTo>
                    <a:pt x="3883159" y="2391967"/>
                  </a:lnTo>
                  <a:lnTo>
                    <a:pt x="3881447" y="2391967"/>
                  </a:lnTo>
                  <a:lnTo>
                    <a:pt x="3879736" y="2391967"/>
                  </a:lnTo>
                  <a:lnTo>
                    <a:pt x="3878025" y="2391967"/>
                  </a:lnTo>
                  <a:lnTo>
                    <a:pt x="3876313" y="2391967"/>
                  </a:lnTo>
                  <a:lnTo>
                    <a:pt x="3874602" y="2391967"/>
                  </a:lnTo>
                  <a:lnTo>
                    <a:pt x="3872890" y="2391967"/>
                  </a:lnTo>
                  <a:lnTo>
                    <a:pt x="3871179" y="2391967"/>
                  </a:lnTo>
                  <a:lnTo>
                    <a:pt x="3869468" y="2391967"/>
                  </a:lnTo>
                  <a:lnTo>
                    <a:pt x="3867756" y="2391967"/>
                  </a:lnTo>
                  <a:lnTo>
                    <a:pt x="3866045" y="2391967"/>
                  </a:lnTo>
                  <a:lnTo>
                    <a:pt x="3864333" y="2391967"/>
                  </a:lnTo>
                  <a:lnTo>
                    <a:pt x="3862622" y="2391967"/>
                  </a:lnTo>
                  <a:lnTo>
                    <a:pt x="3860911" y="2391967"/>
                  </a:lnTo>
                  <a:lnTo>
                    <a:pt x="3859199" y="2391967"/>
                  </a:lnTo>
                  <a:lnTo>
                    <a:pt x="3857488" y="2391967"/>
                  </a:lnTo>
                  <a:lnTo>
                    <a:pt x="3855776" y="2391967"/>
                  </a:lnTo>
                  <a:lnTo>
                    <a:pt x="3854065" y="2391967"/>
                  </a:lnTo>
                  <a:lnTo>
                    <a:pt x="3852354" y="2391967"/>
                  </a:lnTo>
                  <a:lnTo>
                    <a:pt x="3850642" y="2391967"/>
                  </a:lnTo>
                  <a:lnTo>
                    <a:pt x="3848931" y="2391967"/>
                  </a:lnTo>
                  <a:lnTo>
                    <a:pt x="3847219" y="2391967"/>
                  </a:lnTo>
                  <a:lnTo>
                    <a:pt x="3845508" y="2391967"/>
                  </a:lnTo>
                  <a:lnTo>
                    <a:pt x="3843797" y="2391967"/>
                  </a:lnTo>
                  <a:lnTo>
                    <a:pt x="3842085" y="2391967"/>
                  </a:lnTo>
                  <a:lnTo>
                    <a:pt x="3840374" y="2391967"/>
                  </a:lnTo>
                  <a:lnTo>
                    <a:pt x="3838662" y="2391967"/>
                  </a:lnTo>
                  <a:lnTo>
                    <a:pt x="3836951" y="2391967"/>
                  </a:lnTo>
                  <a:lnTo>
                    <a:pt x="3835240" y="2391967"/>
                  </a:lnTo>
                  <a:lnTo>
                    <a:pt x="3833528" y="2391967"/>
                  </a:lnTo>
                  <a:lnTo>
                    <a:pt x="3831817" y="2391967"/>
                  </a:lnTo>
                  <a:lnTo>
                    <a:pt x="3830105" y="2391967"/>
                  </a:lnTo>
                  <a:lnTo>
                    <a:pt x="3828394" y="2391967"/>
                  </a:lnTo>
                  <a:lnTo>
                    <a:pt x="3826683" y="2391967"/>
                  </a:lnTo>
                  <a:lnTo>
                    <a:pt x="3824971" y="2391967"/>
                  </a:lnTo>
                  <a:lnTo>
                    <a:pt x="3823260" y="2391967"/>
                  </a:lnTo>
                  <a:lnTo>
                    <a:pt x="3821548" y="2391967"/>
                  </a:lnTo>
                  <a:lnTo>
                    <a:pt x="3819837" y="2391967"/>
                  </a:lnTo>
                  <a:lnTo>
                    <a:pt x="3818126" y="2391967"/>
                  </a:lnTo>
                  <a:lnTo>
                    <a:pt x="3816414" y="2391967"/>
                  </a:lnTo>
                  <a:lnTo>
                    <a:pt x="3814703" y="2391967"/>
                  </a:lnTo>
                  <a:lnTo>
                    <a:pt x="3812991" y="2391967"/>
                  </a:lnTo>
                  <a:lnTo>
                    <a:pt x="3811280" y="2391967"/>
                  </a:lnTo>
                  <a:lnTo>
                    <a:pt x="3809569" y="2391967"/>
                  </a:lnTo>
                  <a:lnTo>
                    <a:pt x="3807857" y="2391967"/>
                  </a:lnTo>
                  <a:lnTo>
                    <a:pt x="3806146" y="2391967"/>
                  </a:lnTo>
                  <a:lnTo>
                    <a:pt x="3804434" y="2391967"/>
                  </a:lnTo>
                  <a:lnTo>
                    <a:pt x="3802723" y="2391967"/>
                  </a:lnTo>
                  <a:lnTo>
                    <a:pt x="3801012" y="2391967"/>
                  </a:lnTo>
                  <a:lnTo>
                    <a:pt x="3799300" y="2391967"/>
                  </a:lnTo>
                  <a:lnTo>
                    <a:pt x="3797589" y="2391967"/>
                  </a:lnTo>
                  <a:lnTo>
                    <a:pt x="3795877" y="2391967"/>
                  </a:lnTo>
                  <a:lnTo>
                    <a:pt x="3794166" y="2391967"/>
                  </a:lnTo>
                  <a:lnTo>
                    <a:pt x="3792455" y="2391967"/>
                  </a:lnTo>
                  <a:lnTo>
                    <a:pt x="3790743" y="2391967"/>
                  </a:lnTo>
                  <a:lnTo>
                    <a:pt x="3789032" y="2391967"/>
                  </a:lnTo>
                  <a:lnTo>
                    <a:pt x="3787321" y="2391967"/>
                  </a:lnTo>
                  <a:lnTo>
                    <a:pt x="3785609" y="2391967"/>
                  </a:lnTo>
                  <a:lnTo>
                    <a:pt x="3783898" y="2391967"/>
                  </a:lnTo>
                  <a:lnTo>
                    <a:pt x="3782186" y="2391967"/>
                  </a:lnTo>
                  <a:lnTo>
                    <a:pt x="3780475" y="2391967"/>
                  </a:lnTo>
                  <a:lnTo>
                    <a:pt x="3778764" y="2391967"/>
                  </a:lnTo>
                  <a:lnTo>
                    <a:pt x="3777052" y="2391967"/>
                  </a:lnTo>
                  <a:lnTo>
                    <a:pt x="3775341" y="2391967"/>
                  </a:lnTo>
                  <a:lnTo>
                    <a:pt x="3773629" y="2391967"/>
                  </a:lnTo>
                  <a:lnTo>
                    <a:pt x="3771918" y="2391967"/>
                  </a:lnTo>
                  <a:lnTo>
                    <a:pt x="3770207" y="2391967"/>
                  </a:lnTo>
                  <a:lnTo>
                    <a:pt x="3768495" y="2391967"/>
                  </a:lnTo>
                  <a:lnTo>
                    <a:pt x="3766784" y="2391967"/>
                  </a:lnTo>
                  <a:lnTo>
                    <a:pt x="3765072" y="2391967"/>
                  </a:lnTo>
                  <a:lnTo>
                    <a:pt x="3763361" y="2391967"/>
                  </a:lnTo>
                  <a:lnTo>
                    <a:pt x="3761650" y="2391967"/>
                  </a:lnTo>
                  <a:lnTo>
                    <a:pt x="3759938" y="2391967"/>
                  </a:lnTo>
                  <a:lnTo>
                    <a:pt x="3758227" y="2391967"/>
                  </a:lnTo>
                  <a:lnTo>
                    <a:pt x="3756515" y="2391967"/>
                  </a:lnTo>
                  <a:lnTo>
                    <a:pt x="3754804" y="2391967"/>
                  </a:lnTo>
                  <a:lnTo>
                    <a:pt x="3753093" y="2391967"/>
                  </a:lnTo>
                  <a:lnTo>
                    <a:pt x="3751381" y="2391967"/>
                  </a:lnTo>
                  <a:lnTo>
                    <a:pt x="3749670" y="2391967"/>
                  </a:lnTo>
                  <a:lnTo>
                    <a:pt x="3747958" y="2391967"/>
                  </a:lnTo>
                  <a:lnTo>
                    <a:pt x="3746247" y="2391967"/>
                  </a:lnTo>
                  <a:lnTo>
                    <a:pt x="3744536" y="2391967"/>
                  </a:lnTo>
                  <a:lnTo>
                    <a:pt x="3742824" y="2391967"/>
                  </a:lnTo>
                  <a:lnTo>
                    <a:pt x="3741113" y="2391967"/>
                  </a:lnTo>
                  <a:lnTo>
                    <a:pt x="3739401" y="2391967"/>
                  </a:lnTo>
                  <a:lnTo>
                    <a:pt x="3737690" y="2391967"/>
                  </a:lnTo>
                  <a:lnTo>
                    <a:pt x="3735979" y="2391967"/>
                  </a:lnTo>
                  <a:lnTo>
                    <a:pt x="3734267" y="2391967"/>
                  </a:lnTo>
                  <a:lnTo>
                    <a:pt x="3732556" y="2391967"/>
                  </a:lnTo>
                  <a:lnTo>
                    <a:pt x="3730844" y="2391967"/>
                  </a:lnTo>
                  <a:lnTo>
                    <a:pt x="3729133" y="2391967"/>
                  </a:lnTo>
                  <a:lnTo>
                    <a:pt x="3727422" y="2391967"/>
                  </a:lnTo>
                  <a:lnTo>
                    <a:pt x="3725710" y="2391967"/>
                  </a:lnTo>
                  <a:lnTo>
                    <a:pt x="3723999" y="2391967"/>
                  </a:lnTo>
                  <a:lnTo>
                    <a:pt x="3722287" y="2391967"/>
                  </a:lnTo>
                  <a:lnTo>
                    <a:pt x="3720576" y="2391967"/>
                  </a:lnTo>
                  <a:lnTo>
                    <a:pt x="3718865" y="2391967"/>
                  </a:lnTo>
                  <a:lnTo>
                    <a:pt x="3717153" y="2391967"/>
                  </a:lnTo>
                  <a:lnTo>
                    <a:pt x="3715442" y="2391967"/>
                  </a:lnTo>
                  <a:lnTo>
                    <a:pt x="3713730" y="2391967"/>
                  </a:lnTo>
                  <a:lnTo>
                    <a:pt x="3712019" y="2391967"/>
                  </a:lnTo>
                  <a:lnTo>
                    <a:pt x="3710308" y="2391967"/>
                  </a:lnTo>
                  <a:lnTo>
                    <a:pt x="3708596" y="2391967"/>
                  </a:lnTo>
                  <a:lnTo>
                    <a:pt x="3706885" y="2391967"/>
                  </a:lnTo>
                  <a:lnTo>
                    <a:pt x="3705173" y="2391967"/>
                  </a:lnTo>
                  <a:lnTo>
                    <a:pt x="3703462" y="2391967"/>
                  </a:lnTo>
                  <a:lnTo>
                    <a:pt x="3701751" y="2391967"/>
                  </a:lnTo>
                  <a:lnTo>
                    <a:pt x="3700039" y="2391967"/>
                  </a:lnTo>
                  <a:lnTo>
                    <a:pt x="3698328" y="2391967"/>
                  </a:lnTo>
                  <a:lnTo>
                    <a:pt x="3696616" y="2391967"/>
                  </a:lnTo>
                  <a:lnTo>
                    <a:pt x="3694905" y="2391967"/>
                  </a:lnTo>
                  <a:lnTo>
                    <a:pt x="3693194" y="2391967"/>
                  </a:lnTo>
                  <a:lnTo>
                    <a:pt x="3691482" y="2391967"/>
                  </a:lnTo>
                  <a:lnTo>
                    <a:pt x="3689771" y="2391967"/>
                  </a:lnTo>
                  <a:lnTo>
                    <a:pt x="3688060" y="2391967"/>
                  </a:lnTo>
                  <a:lnTo>
                    <a:pt x="3686348" y="2391967"/>
                  </a:lnTo>
                  <a:lnTo>
                    <a:pt x="3684637" y="2391967"/>
                  </a:lnTo>
                  <a:lnTo>
                    <a:pt x="3682925" y="2391967"/>
                  </a:lnTo>
                  <a:lnTo>
                    <a:pt x="3681214" y="2391967"/>
                  </a:lnTo>
                  <a:lnTo>
                    <a:pt x="3679503" y="2391967"/>
                  </a:lnTo>
                  <a:lnTo>
                    <a:pt x="3677791" y="2391967"/>
                  </a:lnTo>
                  <a:lnTo>
                    <a:pt x="3676080" y="2391967"/>
                  </a:lnTo>
                  <a:lnTo>
                    <a:pt x="3674368" y="2391967"/>
                  </a:lnTo>
                  <a:lnTo>
                    <a:pt x="3672657" y="2391967"/>
                  </a:lnTo>
                  <a:lnTo>
                    <a:pt x="3670946" y="2391967"/>
                  </a:lnTo>
                  <a:lnTo>
                    <a:pt x="3669234" y="2391967"/>
                  </a:lnTo>
                  <a:lnTo>
                    <a:pt x="3667523" y="2391967"/>
                  </a:lnTo>
                  <a:lnTo>
                    <a:pt x="3665811" y="2391967"/>
                  </a:lnTo>
                  <a:lnTo>
                    <a:pt x="3664100" y="2391967"/>
                  </a:lnTo>
                  <a:lnTo>
                    <a:pt x="3662389" y="2391967"/>
                  </a:lnTo>
                  <a:lnTo>
                    <a:pt x="3660677" y="2391967"/>
                  </a:lnTo>
                  <a:lnTo>
                    <a:pt x="3658966" y="2391967"/>
                  </a:lnTo>
                  <a:lnTo>
                    <a:pt x="3657254" y="2391967"/>
                  </a:lnTo>
                  <a:lnTo>
                    <a:pt x="3655543" y="2391967"/>
                  </a:lnTo>
                  <a:lnTo>
                    <a:pt x="3653832" y="2391967"/>
                  </a:lnTo>
                  <a:lnTo>
                    <a:pt x="3652120" y="2391967"/>
                  </a:lnTo>
                  <a:lnTo>
                    <a:pt x="3650409" y="2391967"/>
                  </a:lnTo>
                  <a:lnTo>
                    <a:pt x="3648697" y="2391967"/>
                  </a:lnTo>
                  <a:lnTo>
                    <a:pt x="3646986" y="2391967"/>
                  </a:lnTo>
                  <a:lnTo>
                    <a:pt x="3645275" y="2391967"/>
                  </a:lnTo>
                  <a:lnTo>
                    <a:pt x="3643563" y="2391967"/>
                  </a:lnTo>
                  <a:lnTo>
                    <a:pt x="3641852" y="2391967"/>
                  </a:lnTo>
                  <a:lnTo>
                    <a:pt x="3640140" y="2391967"/>
                  </a:lnTo>
                  <a:lnTo>
                    <a:pt x="3638429" y="2391967"/>
                  </a:lnTo>
                  <a:lnTo>
                    <a:pt x="3636718" y="2391967"/>
                  </a:lnTo>
                  <a:lnTo>
                    <a:pt x="3635006" y="2391967"/>
                  </a:lnTo>
                  <a:lnTo>
                    <a:pt x="3633295" y="2391967"/>
                  </a:lnTo>
                  <a:lnTo>
                    <a:pt x="3631583" y="2391967"/>
                  </a:lnTo>
                  <a:lnTo>
                    <a:pt x="3629872" y="2391967"/>
                  </a:lnTo>
                  <a:lnTo>
                    <a:pt x="3628161" y="2391967"/>
                  </a:lnTo>
                  <a:lnTo>
                    <a:pt x="3626449" y="2391967"/>
                  </a:lnTo>
                  <a:lnTo>
                    <a:pt x="3624738" y="2391967"/>
                  </a:lnTo>
                  <a:lnTo>
                    <a:pt x="3623026" y="2391967"/>
                  </a:lnTo>
                  <a:lnTo>
                    <a:pt x="3621315" y="2391967"/>
                  </a:lnTo>
                  <a:lnTo>
                    <a:pt x="3619604" y="2391967"/>
                  </a:lnTo>
                  <a:lnTo>
                    <a:pt x="3617892" y="2391967"/>
                  </a:lnTo>
                  <a:lnTo>
                    <a:pt x="3616181" y="2391967"/>
                  </a:lnTo>
                  <a:lnTo>
                    <a:pt x="3614469" y="2391967"/>
                  </a:lnTo>
                  <a:lnTo>
                    <a:pt x="3612758" y="2391967"/>
                  </a:lnTo>
                  <a:lnTo>
                    <a:pt x="3611047" y="2391967"/>
                  </a:lnTo>
                  <a:lnTo>
                    <a:pt x="3609335" y="2391967"/>
                  </a:lnTo>
                  <a:lnTo>
                    <a:pt x="3607624" y="2391967"/>
                  </a:lnTo>
                  <a:lnTo>
                    <a:pt x="3605912" y="2391967"/>
                  </a:lnTo>
                  <a:lnTo>
                    <a:pt x="3604201" y="2391967"/>
                  </a:lnTo>
                  <a:lnTo>
                    <a:pt x="3602490" y="2391967"/>
                  </a:lnTo>
                  <a:lnTo>
                    <a:pt x="3600778" y="2391967"/>
                  </a:lnTo>
                  <a:lnTo>
                    <a:pt x="3599067" y="2391967"/>
                  </a:lnTo>
                  <a:lnTo>
                    <a:pt x="3597355" y="2391967"/>
                  </a:lnTo>
                  <a:lnTo>
                    <a:pt x="3595644" y="2391967"/>
                  </a:lnTo>
                  <a:lnTo>
                    <a:pt x="3593933" y="2391967"/>
                  </a:lnTo>
                  <a:lnTo>
                    <a:pt x="3592221" y="2391967"/>
                  </a:lnTo>
                  <a:lnTo>
                    <a:pt x="3590510" y="2391967"/>
                  </a:lnTo>
                  <a:lnTo>
                    <a:pt x="3588798" y="2391967"/>
                  </a:lnTo>
                  <a:lnTo>
                    <a:pt x="3587087" y="2391967"/>
                  </a:lnTo>
                  <a:lnTo>
                    <a:pt x="3585376" y="2391967"/>
                  </a:lnTo>
                  <a:lnTo>
                    <a:pt x="3583664" y="2391967"/>
                  </a:lnTo>
                  <a:lnTo>
                    <a:pt x="3581953" y="2391967"/>
                  </a:lnTo>
                  <a:lnTo>
                    <a:pt x="3580242" y="2391967"/>
                  </a:lnTo>
                  <a:lnTo>
                    <a:pt x="3578530" y="2391967"/>
                  </a:lnTo>
                  <a:lnTo>
                    <a:pt x="3576819" y="2391967"/>
                  </a:lnTo>
                  <a:lnTo>
                    <a:pt x="3575107" y="2391967"/>
                  </a:lnTo>
                  <a:lnTo>
                    <a:pt x="3573396" y="2391967"/>
                  </a:lnTo>
                  <a:lnTo>
                    <a:pt x="3571685" y="2391967"/>
                  </a:lnTo>
                  <a:lnTo>
                    <a:pt x="3569973" y="2391967"/>
                  </a:lnTo>
                  <a:lnTo>
                    <a:pt x="3568262" y="2391967"/>
                  </a:lnTo>
                  <a:lnTo>
                    <a:pt x="3566550" y="2391967"/>
                  </a:lnTo>
                  <a:lnTo>
                    <a:pt x="3564839" y="2391967"/>
                  </a:lnTo>
                  <a:lnTo>
                    <a:pt x="3563128" y="2391967"/>
                  </a:lnTo>
                  <a:lnTo>
                    <a:pt x="3561416" y="2391967"/>
                  </a:lnTo>
                  <a:lnTo>
                    <a:pt x="3559705" y="2391967"/>
                  </a:lnTo>
                  <a:lnTo>
                    <a:pt x="3557993" y="2391967"/>
                  </a:lnTo>
                  <a:lnTo>
                    <a:pt x="3556282" y="2391967"/>
                  </a:lnTo>
                  <a:lnTo>
                    <a:pt x="3554571" y="2391967"/>
                  </a:lnTo>
                  <a:lnTo>
                    <a:pt x="3552859" y="2391967"/>
                  </a:lnTo>
                  <a:lnTo>
                    <a:pt x="3551148" y="2391967"/>
                  </a:lnTo>
                  <a:lnTo>
                    <a:pt x="3549436" y="2391967"/>
                  </a:lnTo>
                  <a:lnTo>
                    <a:pt x="3547725" y="2391967"/>
                  </a:lnTo>
                  <a:lnTo>
                    <a:pt x="3546014" y="2391967"/>
                  </a:lnTo>
                  <a:lnTo>
                    <a:pt x="3544302" y="2391967"/>
                  </a:lnTo>
                  <a:lnTo>
                    <a:pt x="3542591" y="2391967"/>
                  </a:lnTo>
                  <a:lnTo>
                    <a:pt x="3540879" y="2391967"/>
                  </a:lnTo>
                  <a:lnTo>
                    <a:pt x="3539168" y="2391967"/>
                  </a:lnTo>
                  <a:lnTo>
                    <a:pt x="3537457" y="2391967"/>
                  </a:lnTo>
                  <a:lnTo>
                    <a:pt x="3535745" y="2391967"/>
                  </a:lnTo>
                  <a:lnTo>
                    <a:pt x="3534034" y="2391967"/>
                  </a:lnTo>
                  <a:lnTo>
                    <a:pt x="3532322" y="2391967"/>
                  </a:lnTo>
                  <a:lnTo>
                    <a:pt x="3530611" y="2391967"/>
                  </a:lnTo>
                  <a:lnTo>
                    <a:pt x="3528900" y="2391967"/>
                  </a:lnTo>
                  <a:lnTo>
                    <a:pt x="3527188" y="2391967"/>
                  </a:lnTo>
                  <a:lnTo>
                    <a:pt x="3525477" y="2391967"/>
                  </a:lnTo>
                  <a:lnTo>
                    <a:pt x="3523765" y="2391967"/>
                  </a:lnTo>
                  <a:lnTo>
                    <a:pt x="3522054" y="2391967"/>
                  </a:lnTo>
                  <a:lnTo>
                    <a:pt x="3520343" y="2391967"/>
                  </a:lnTo>
                  <a:lnTo>
                    <a:pt x="3518631" y="2391967"/>
                  </a:lnTo>
                  <a:lnTo>
                    <a:pt x="3516920" y="2391967"/>
                  </a:lnTo>
                  <a:lnTo>
                    <a:pt x="3515208" y="2391967"/>
                  </a:lnTo>
                  <a:lnTo>
                    <a:pt x="3513497" y="2391967"/>
                  </a:lnTo>
                  <a:lnTo>
                    <a:pt x="3511786" y="2391967"/>
                  </a:lnTo>
                  <a:lnTo>
                    <a:pt x="3510074" y="2391967"/>
                  </a:lnTo>
                  <a:lnTo>
                    <a:pt x="3508363" y="2391967"/>
                  </a:lnTo>
                  <a:lnTo>
                    <a:pt x="3506651" y="2391967"/>
                  </a:lnTo>
                  <a:lnTo>
                    <a:pt x="3504940" y="2391967"/>
                  </a:lnTo>
                  <a:lnTo>
                    <a:pt x="3503229" y="2391967"/>
                  </a:lnTo>
                  <a:lnTo>
                    <a:pt x="3501517" y="2391967"/>
                  </a:lnTo>
                  <a:lnTo>
                    <a:pt x="3499806" y="2391967"/>
                  </a:lnTo>
                  <a:lnTo>
                    <a:pt x="3498094" y="2391967"/>
                  </a:lnTo>
                  <a:lnTo>
                    <a:pt x="3496383" y="2391967"/>
                  </a:lnTo>
                  <a:lnTo>
                    <a:pt x="3494672" y="2391967"/>
                  </a:lnTo>
                  <a:lnTo>
                    <a:pt x="3492960" y="2391967"/>
                  </a:lnTo>
                  <a:lnTo>
                    <a:pt x="3491249" y="2391967"/>
                  </a:lnTo>
                  <a:lnTo>
                    <a:pt x="3489537" y="2391967"/>
                  </a:lnTo>
                  <a:lnTo>
                    <a:pt x="3487826" y="2391967"/>
                  </a:lnTo>
                  <a:lnTo>
                    <a:pt x="3486115" y="2391967"/>
                  </a:lnTo>
                  <a:lnTo>
                    <a:pt x="3484403" y="2391967"/>
                  </a:lnTo>
                  <a:lnTo>
                    <a:pt x="3482692" y="2391967"/>
                  </a:lnTo>
                  <a:lnTo>
                    <a:pt x="3480980" y="2391967"/>
                  </a:lnTo>
                  <a:lnTo>
                    <a:pt x="3479269" y="2391967"/>
                  </a:lnTo>
                  <a:lnTo>
                    <a:pt x="3477558" y="2391967"/>
                  </a:lnTo>
                  <a:lnTo>
                    <a:pt x="3475846" y="2391967"/>
                  </a:lnTo>
                  <a:lnTo>
                    <a:pt x="3474135" y="2391967"/>
                  </a:lnTo>
                  <a:lnTo>
                    <a:pt x="3472424" y="2391967"/>
                  </a:lnTo>
                  <a:lnTo>
                    <a:pt x="3470712" y="2391967"/>
                  </a:lnTo>
                  <a:lnTo>
                    <a:pt x="3469001" y="2391967"/>
                  </a:lnTo>
                  <a:lnTo>
                    <a:pt x="3467289" y="2391967"/>
                  </a:lnTo>
                  <a:lnTo>
                    <a:pt x="3465578" y="2391967"/>
                  </a:lnTo>
                  <a:lnTo>
                    <a:pt x="3463867" y="2391967"/>
                  </a:lnTo>
                  <a:lnTo>
                    <a:pt x="3462155" y="2391967"/>
                  </a:lnTo>
                  <a:lnTo>
                    <a:pt x="3460444" y="2391967"/>
                  </a:lnTo>
                  <a:lnTo>
                    <a:pt x="3458732" y="2391967"/>
                  </a:lnTo>
                  <a:lnTo>
                    <a:pt x="3457021" y="2391967"/>
                  </a:lnTo>
                  <a:lnTo>
                    <a:pt x="3455310" y="2391967"/>
                  </a:lnTo>
                  <a:lnTo>
                    <a:pt x="3453598" y="2391967"/>
                  </a:lnTo>
                  <a:lnTo>
                    <a:pt x="3451887" y="2391967"/>
                  </a:lnTo>
                  <a:lnTo>
                    <a:pt x="3450175" y="2391967"/>
                  </a:lnTo>
                  <a:lnTo>
                    <a:pt x="3448464" y="2391967"/>
                  </a:lnTo>
                  <a:lnTo>
                    <a:pt x="3446753" y="2391967"/>
                  </a:lnTo>
                  <a:lnTo>
                    <a:pt x="3445041" y="2391967"/>
                  </a:lnTo>
                  <a:lnTo>
                    <a:pt x="3443330" y="2391967"/>
                  </a:lnTo>
                  <a:lnTo>
                    <a:pt x="3441618" y="2391967"/>
                  </a:lnTo>
                  <a:lnTo>
                    <a:pt x="3439907" y="2391967"/>
                  </a:lnTo>
                  <a:lnTo>
                    <a:pt x="3438196" y="2391967"/>
                  </a:lnTo>
                  <a:lnTo>
                    <a:pt x="3436484" y="2391967"/>
                  </a:lnTo>
                  <a:lnTo>
                    <a:pt x="3434773" y="2391967"/>
                  </a:lnTo>
                  <a:lnTo>
                    <a:pt x="3433061" y="2391967"/>
                  </a:lnTo>
                  <a:lnTo>
                    <a:pt x="3431350" y="2391967"/>
                  </a:lnTo>
                  <a:lnTo>
                    <a:pt x="3429639" y="2391967"/>
                  </a:lnTo>
                  <a:lnTo>
                    <a:pt x="3427927" y="2391967"/>
                  </a:lnTo>
                  <a:lnTo>
                    <a:pt x="3426216" y="2391967"/>
                  </a:lnTo>
                  <a:lnTo>
                    <a:pt x="3424504" y="2391967"/>
                  </a:lnTo>
                  <a:lnTo>
                    <a:pt x="3422793" y="2391967"/>
                  </a:lnTo>
                  <a:lnTo>
                    <a:pt x="3421082" y="2391967"/>
                  </a:lnTo>
                  <a:lnTo>
                    <a:pt x="3419370" y="2391967"/>
                  </a:lnTo>
                  <a:lnTo>
                    <a:pt x="3417659" y="2391967"/>
                  </a:lnTo>
                  <a:lnTo>
                    <a:pt x="3415947" y="2391967"/>
                  </a:lnTo>
                  <a:lnTo>
                    <a:pt x="3414236" y="2391967"/>
                  </a:lnTo>
                  <a:lnTo>
                    <a:pt x="3412525" y="2391967"/>
                  </a:lnTo>
                  <a:lnTo>
                    <a:pt x="3410813" y="2391967"/>
                  </a:lnTo>
                  <a:lnTo>
                    <a:pt x="3409102" y="2391967"/>
                  </a:lnTo>
                  <a:lnTo>
                    <a:pt x="3407390" y="2391967"/>
                  </a:lnTo>
                  <a:lnTo>
                    <a:pt x="3405679" y="2391967"/>
                  </a:lnTo>
                  <a:lnTo>
                    <a:pt x="3403968" y="2391967"/>
                  </a:lnTo>
                  <a:lnTo>
                    <a:pt x="3402256" y="2391967"/>
                  </a:lnTo>
                  <a:lnTo>
                    <a:pt x="3400545" y="2391967"/>
                  </a:lnTo>
                  <a:lnTo>
                    <a:pt x="3398833" y="2391967"/>
                  </a:lnTo>
                  <a:lnTo>
                    <a:pt x="3397122" y="2391967"/>
                  </a:lnTo>
                  <a:lnTo>
                    <a:pt x="3395411" y="2391967"/>
                  </a:lnTo>
                  <a:lnTo>
                    <a:pt x="3393699" y="2391967"/>
                  </a:lnTo>
                  <a:lnTo>
                    <a:pt x="3391988" y="2391967"/>
                  </a:lnTo>
                  <a:lnTo>
                    <a:pt x="3390276" y="2391967"/>
                  </a:lnTo>
                  <a:lnTo>
                    <a:pt x="3388565" y="2391967"/>
                  </a:lnTo>
                  <a:lnTo>
                    <a:pt x="3386854" y="2391967"/>
                  </a:lnTo>
                  <a:lnTo>
                    <a:pt x="3385142" y="2391967"/>
                  </a:lnTo>
                  <a:lnTo>
                    <a:pt x="3383431" y="2391967"/>
                  </a:lnTo>
                  <a:lnTo>
                    <a:pt x="3381719" y="2391967"/>
                  </a:lnTo>
                  <a:lnTo>
                    <a:pt x="3380008" y="2391967"/>
                  </a:lnTo>
                  <a:lnTo>
                    <a:pt x="3378297" y="2391967"/>
                  </a:lnTo>
                  <a:lnTo>
                    <a:pt x="3376585" y="2391967"/>
                  </a:lnTo>
                  <a:lnTo>
                    <a:pt x="3374874" y="2391967"/>
                  </a:lnTo>
                  <a:lnTo>
                    <a:pt x="3373162" y="2391967"/>
                  </a:lnTo>
                  <a:lnTo>
                    <a:pt x="3371451" y="2391967"/>
                  </a:lnTo>
                  <a:lnTo>
                    <a:pt x="3369740" y="2391967"/>
                  </a:lnTo>
                  <a:lnTo>
                    <a:pt x="3368028" y="2391967"/>
                  </a:lnTo>
                  <a:lnTo>
                    <a:pt x="3366317" y="2391967"/>
                  </a:lnTo>
                  <a:lnTo>
                    <a:pt x="3364606" y="2391967"/>
                  </a:lnTo>
                  <a:lnTo>
                    <a:pt x="3362894" y="2391967"/>
                  </a:lnTo>
                  <a:lnTo>
                    <a:pt x="3361183" y="2391967"/>
                  </a:lnTo>
                  <a:lnTo>
                    <a:pt x="3359471" y="2391967"/>
                  </a:lnTo>
                  <a:lnTo>
                    <a:pt x="3357760" y="2391967"/>
                  </a:lnTo>
                  <a:lnTo>
                    <a:pt x="3356049" y="2391967"/>
                  </a:lnTo>
                  <a:lnTo>
                    <a:pt x="3354337" y="2391967"/>
                  </a:lnTo>
                  <a:lnTo>
                    <a:pt x="3352626" y="2391967"/>
                  </a:lnTo>
                  <a:lnTo>
                    <a:pt x="3350914" y="2391967"/>
                  </a:lnTo>
                  <a:lnTo>
                    <a:pt x="3349203" y="2391967"/>
                  </a:lnTo>
                  <a:lnTo>
                    <a:pt x="3347492" y="2391967"/>
                  </a:lnTo>
                  <a:lnTo>
                    <a:pt x="3345780" y="2391967"/>
                  </a:lnTo>
                  <a:lnTo>
                    <a:pt x="3344069" y="2391967"/>
                  </a:lnTo>
                  <a:lnTo>
                    <a:pt x="3342357" y="2391967"/>
                  </a:lnTo>
                  <a:lnTo>
                    <a:pt x="3340646" y="2391967"/>
                  </a:lnTo>
                  <a:lnTo>
                    <a:pt x="3338935" y="2391967"/>
                  </a:lnTo>
                  <a:lnTo>
                    <a:pt x="3337223" y="2391967"/>
                  </a:lnTo>
                  <a:lnTo>
                    <a:pt x="3335512" y="2391967"/>
                  </a:lnTo>
                  <a:lnTo>
                    <a:pt x="3333800" y="2391967"/>
                  </a:lnTo>
                  <a:lnTo>
                    <a:pt x="3332089" y="2391967"/>
                  </a:lnTo>
                  <a:lnTo>
                    <a:pt x="3330378" y="2391967"/>
                  </a:lnTo>
                  <a:lnTo>
                    <a:pt x="3328666" y="2391967"/>
                  </a:lnTo>
                  <a:lnTo>
                    <a:pt x="3326955" y="2391967"/>
                  </a:lnTo>
                  <a:lnTo>
                    <a:pt x="3325243" y="2391967"/>
                  </a:lnTo>
                  <a:lnTo>
                    <a:pt x="3323532" y="2391967"/>
                  </a:lnTo>
                  <a:lnTo>
                    <a:pt x="3321821" y="2391967"/>
                  </a:lnTo>
                  <a:lnTo>
                    <a:pt x="3320109" y="2391967"/>
                  </a:lnTo>
                  <a:lnTo>
                    <a:pt x="3318398" y="2391967"/>
                  </a:lnTo>
                  <a:lnTo>
                    <a:pt x="3316686" y="2391967"/>
                  </a:lnTo>
                  <a:lnTo>
                    <a:pt x="3314975" y="2391967"/>
                  </a:lnTo>
                  <a:lnTo>
                    <a:pt x="3313264" y="2391967"/>
                  </a:lnTo>
                  <a:lnTo>
                    <a:pt x="3311552" y="2391967"/>
                  </a:lnTo>
                  <a:lnTo>
                    <a:pt x="3309841" y="2391967"/>
                  </a:lnTo>
                  <a:lnTo>
                    <a:pt x="3308129" y="2391967"/>
                  </a:lnTo>
                  <a:lnTo>
                    <a:pt x="3306418" y="2391967"/>
                  </a:lnTo>
                  <a:lnTo>
                    <a:pt x="3304707" y="2391967"/>
                  </a:lnTo>
                  <a:lnTo>
                    <a:pt x="3302995" y="2391967"/>
                  </a:lnTo>
                  <a:lnTo>
                    <a:pt x="3301284" y="2391967"/>
                  </a:lnTo>
                  <a:lnTo>
                    <a:pt x="3299572" y="2391967"/>
                  </a:lnTo>
                  <a:lnTo>
                    <a:pt x="3297861" y="2391967"/>
                  </a:lnTo>
                  <a:lnTo>
                    <a:pt x="3296150" y="2391967"/>
                  </a:lnTo>
                  <a:lnTo>
                    <a:pt x="3294438" y="2391967"/>
                  </a:lnTo>
                  <a:lnTo>
                    <a:pt x="3292727" y="2391967"/>
                  </a:lnTo>
                  <a:lnTo>
                    <a:pt x="3291015" y="2391967"/>
                  </a:lnTo>
                  <a:lnTo>
                    <a:pt x="3289304" y="2391967"/>
                  </a:lnTo>
                  <a:lnTo>
                    <a:pt x="3287593" y="2391967"/>
                  </a:lnTo>
                  <a:lnTo>
                    <a:pt x="3285881" y="2391967"/>
                  </a:lnTo>
                  <a:lnTo>
                    <a:pt x="3284170" y="2391967"/>
                  </a:lnTo>
                  <a:lnTo>
                    <a:pt x="3282458" y="2391967"/>
                  </a:lnTo>
                  <a:lnTo>
                    <a:pt x="3280747" y="2391967"/>
                  </a:lnTo>
                  <a:lnTo>
                    <a:pt x="3279036" y="2391967"/>
                  </a:lnTo>
                  <a:lnTo>
                    <a:pt x="3277324" y="2391967"/>
                  </a:lnTo>
                  <a:lnTo>
                    <a:pt x="3275613" y="2391967"/>
                  </a:lnTo>
                  <a:lnTo>
                    <a:pt x="3273901" y="2391967"/>
                  </a:lnTo>
                  <a:lnTo>
                    <a:pt x="3272190" y="2391967"/>
                  </a:lnTo>
                  <a:lnTo>
                    <a:pt x="3270479" y="2391967"/>
                  </a:lnTo>
                  <a:lnTo>
                    <a:pt x="3268767" y="2391967"/>
                  </a:lnTo>
                  <a:lnTo>
                    <a:pt x="3267056" y="2391967"/>
                  </a:lnTo>
                  <a:lnTo>
                    <a:pt x="3265345" y="2391967"/>
                  </a:lnTo>
                  <a:lnTo>
                    <a:pt x="3263633" y="2391967"/>
                  </a:lnTo>
                  <a:lnTo>
                    <a:pt x="3261922" y="2391967"/>
                  </a:lnTo>
                  <a:lnTo>
                    <a:pt x="3260210" y="2391967"/>
                  </a:lnTo>
                  <a:lnTo>
                    <a:pt x="3258499" y="2391967"/>
                  </a:lnTo>
                  <a:lnTo>
                    <a:pt x="3256788" y="2391967"/>
                  </a:lnTo>
                  <a:lnTo>
                    <a:pt x="3255076" y="2391967"/>
                  </a:lnTo>
                  <a:lnTo>
                    <a:pt x="3253365" y="2391967"/>
                  </a:lnTo>
                  <a:lnTo>
                    <a:pt x="3251653" y="2391967"/>
                  </a:lnTo>
                  <a:lnTo>
                    <a:pt x="3249942" y="2391967"/>
                  </a:lnTo>
                  <a:lnTo>
                    <a:pt x="3248231" y="2391967"/>
                  </a:lnTo>
                  <a:lnTo>
                    <a:pt x="3246519" y="2391967"/>
                  </a:lnTo>
                  <a:lnTo>
                    <a:pt x="3244808" y="2391967"/>
                  </a:lnTo>
                  <a:lnTo>
                    <a:pt x="3243096" y="2391967"/>
                  </a:lnTo>
                  <a:lnTo>
                    <a:pt x="3241385" y="2391967"/>
                  </a:lnTo>
                  <a:lnTo>
                    <a:pt x="3239674" y="2391967"/>
                  </a:lnTo>
                  <a:lnTo>
                    <a:pt x="3237962" y="2391967"/>
                  </a:lnTo>
                  <a:lnTo>
                    <a:pt x="3236251" y="2391967"/>
                  </a:lnTo>
                  <a:lnTo>
                    <a:pt x="3234539" y="2391967"/>
                  </a:lnTo>
                  <a:lnTo>
                    <a:pt x="3232828" y="2391967"/>
                  </a:lnTo>
                  <a:lnTo>
                    <a:pt x="3231117" y="2391967"/>
                  </a:lnTo>
                  <a:lnTo>
                    <a:pt x="3229405" y="2391967"/>
                  </a:lnTo>
                  <a:lnTo>
                    <a:pt x="3227694" y="2391967"/>
                  </a:lnTo>
                  <a:lnTo>
                    <a:pt x="3225982" y="2391967"/>
                  </a:lnTo>
                  <a:lnTo>
                    <a:pt x="3224271" y="2391967"/>
                  </a:lnTo>
                  <a:lnTo>
                    <a:pt x="3222560" y="2391967"/>
                  </a:lnTo>
                  <a:lnTo>
                    <a:pt x="3220848" y="2391967"/>
                  </a:lnTo>
                  <a:lnTo>
                    <a:pt x="3219137" y="2391967"/>
                  </a:lnTo>
                  <a:lnTo>
                    <a:pt x="3217425" y="2391967"/>
                  </a:lnTo>
                  <a:lnTo>
                    <a:pt x="3215714" y="2391967"/>
                  </a:lnTo>
                  <a:lnTo>
                    <a:pt x="3214003" y="2391967"/>
                  </a:lnTo>
                  <a:lnTo>
                    <a:pt x="3212291" y="2391967"/>
                  </a:lnTo>
                  <a:lnTo>
                    <a:pt x="3210580" y="2391967"/>
                  </a:lnTo>
                  <a:lnTo>
                    <a:pt x="3208868" y="2391967"/>
                  </a:lnTo>
                  <a:lnTo>
                    <a:pt x="3207157" y="2391967"/>
                  </a:lnTo>
                  <a:lnTo>
                    <a:pt x="3205446" y="2391967"/>
                  </a:lnTo>
                  <a:lnTo>
                    <a:pt x="3203734" y="2391967"/>
                  </a:lnTo>
                  <a:lnTo>
                    <a:pt x="3202023" y="2391967"/>
                  </a:lnTo>
                  <a:lnTo>
                    <a:pt x="3200311" y="2391967"/>
                  </a:lnTo>
                  <a:lnTo>
                    <a:pt x="3198600" y="2391967"/>
                  </a:lnTo>
                  <a:lnTo>
                    <a:pt x="3196889" y="2391967"/>
                  </a:lnTo>
                  <a:lnTo>
                    <a:pt x="3195177" y="2391967"/>
                  </a:lnTo>
                  <a:lnTo>
                    <a:pt x="3193466" y="2391967"/>
                  </a:lnTo>
                  <a:lnTo>
                    <a:pt x="3191754" y="2391967"/>
                  </a:lnTo>
                  <a:lnTo>
                    <a:pt x="3190043" y="2391967"/>
                  </a:lnTo>
                  <a:lnTo>
                    <a:pt x="3188332" y="2391967"/>
                  </a:lnTo>
                  <a:lnTo>
                    <a:pt x="3186620" y="2391967"/>
                  </a:lnTo>
                  <a:lnTo>
                    <a:pt x="3184909" y="2391967"/>
                  </a:lnTo>
                  <a:lnTo>
                    <a:pt x="3183197" y="2391967"/>
                  </a:lnTo>
                  <a:lnTo>
                    <a:pt x="3181486" y="2391967"/>
                  </a:lnTo>
                  <a:lnTo>
                    <a:pt x="3179775" y="2391967"/>
                  </a:lnTo>
                  <a:lnTo>
                    <a:pt x="3178063" y="2391967"/>
                  </a:lnTo>
                  <a:lnTo>
                    <a:pt x="3176352" y="2391967"/>
                  </a:lnTo>
                  <a:lnTo>
                    <a:pt x="3174640" y="2391967"/>
                  </a:lnTo>
                  <a:lnTo>
                    <a:pt x="3172929" y="2391967"/>
                  </a:lnTo>
                  <a:lnTo>
                    <a:pt x="3171218" y="2391967"/>
                  </a:lnTo>
                  <a:lnTo>
                    <a:pt x="3169506" y="2391967"/>
                  </a:lnTo>
                  <a:lnTo>
                    <a:pt x="3167795" y="2391967"/>
                  </a:lnTo>
                  <a:lnTo>
                    <a:pt x="3166083" y="2391967"/>
                  </a:lnTo>
                  <a:lnTo>
                    <a:pt x="3164372" y="2391967"/>
                  </a:lnTo>
                  <a:lnTo>
                    <a:pt x="3162661" y="2391967"/>
                  </a:lnTo>
                  <a:lnTo>
                    <a:pt x="3160949" y="2391967"/>
                  </a:lnTo>
                  <a:lnTo>
                    <a:pt x="3159238" y="2391967"/>
                  </a:lnTo>
                  <a:lnTo>
                    <a:pt x="3157527" y="2391967"/>
                  </a:lnTo>
                  <a:lnTo>
                    <a:pt x="3155815" y="2391967"/>
                  </a:lnTo>
                  <a:lnTo>
                    <a:pt x="3154104" y="2391967"/>
                  </a:lnTo>
                  <a:lnTo>
                    <a:pt x="3152392" y="2391967"/>
                  </a:lnTo>
                  <a:lnTo>
                    <a:pt x="3150681" y="2391967"/>
                  </a:lnTo>
                  <a:lnTo>
                    <a:pt x="3148970" y="2391967"/>
                  </a:lnTo>
                  <a:lnTo>
                    <a:pt x="3147258" y="2391967"/>
                  </a:lnTo>
                  <a:lnTo>
                    <a:pt x="3145547" y="2391967"/>
                  </a:lnTo>
                  <a:lnTo>
                    <a:pt x="3143835" y="2391967"/>
                  </a:lnTo>
                  <a:lnTo>
                    <a:pt x="3142124" y="2391967"/>
                  </a:lnTo>
                  <a:lnTo>
                    <a:pt x="3140413" y="2391967"/>
                  </a:lnTo>
                  <a:lnTo>
                    <a:pt x="3138701" y="2391967"/>
                  </a:lnTo>
                  <a:lnTo>
                    <a:pt x="3136990" y="2391967"/>
                  </a:lnTo>
                  <a:lnTo>
                    <a:pt x="3135278" y="2391967"/>
                  </a:lnTo>
                  <a:lnTo>
                    <a:pt x="3133567" y="2391967"/>
                  </a:lnTo>
                  <a:lnTo>
                    <a:pt x="3131856" y="2391967"/>
                  </a:lnTo>
                  <a:lnTo>
                    <a:pt x="3130144" y="2391967"/>
                  </a:lnTo>
                  <a:lnTo>
                    <a:pt x="3128433" y="2391967"/>
                  </a:lnTo>
                  <a:lnTo>
                    <a:pt x="3126721" y="2391967"/>
                  </a:lnTo>
                  <a:lnTo>
                    <a:pt x="3125010" y="2391967"/>
                  </a:lnTo>
                  <a:lnTo>
                    <a:pt x="3123299" y="2391967"/>
                  </a:lnTo>
                  <a:lnTo>
                    <a:pt x="3121587" y="2391967"/>
                  </a:lnTo>
                  <a:lnTo>
                    <a:pt x="3119876" y="2391967"/>
                  </a:lnTo>
                  <a:lnTo>
                    <a:pt x="3118164" y="2391967"/>
                  </a:lnTo>
                  <a:lnTo>
                    <a:pt x="3116453" y="2391967"/>
                  </a:lnTo>
                  <a:lnTo>
                    <a:pt x="3114742" y="2391967"/>
                  </a:lnTo>
                  <a:lnTo>
                    <a:pt x="3113030" y="2391967"/>
                  </a:lnTo>
                  <a:lnTo>
                    <a:pt x="3111319" y="2391967"/>
                  </a:lnTo>
                  <a:lnTo>
                    <a:pt x="3109607" y="2391967"/>
                  </a:lnTo>
                  <a:lnTo>
                    <a:pt x="3107896" y="2391967"/>
                  </a:lnTo>
                  <a:lnTo>
                    <a:pt x="3106185" y="2391967"/>
                  </a:lnTo>
                  <a:lnTo>
                    <a:pt x="3104473" y="2391967"/>
                  </a:lnTo>
                  <a:lnTo>
                    <a:pt x="3102762" y="2391967"/>
                  </a:lnTo>
                  <a:lnTo>
                    <a:pt x="3101050" y="2391967"/>
                  </a:lnTo>
                  <a:lnTo>
                    <a:pt x="3099339" y="2391967"/>
                  </a:lnTo>
                  <a:lnTo>
                    <a:pt x="3097628" y="2391967"/>
                  </a:lnTo>
                  <a:lnTo>
                    <a:pt x="3095916" y="2391967"/>
                  </a:lnTo>
                  <a:lnTo>
                    <a:pt x="3094205" y="2391967"/>
                  </a:lnTo>
                  <a:lnTo>
                    <a:pt x="3092493" y="2391967"/>
                  </a:lnTo>
                  <a:lnTo>
                    <a:pt x="3090782" y="2391967"/>
                  </a:lnTo>
                  <a:lnTo>
                    <a:pt x="3089071" y="2391967"/>
                  </a:lnTo>
                  <a:lnTo>
                    <a:pt x="3087359" y="2391967"/>
                  </a:lnTo>
                  <a:lnTo>
                    <a:pt x="3085648" y="2391967"/>
                  </a:lnTo>
                  <a:lnTo>
                    <a:pt x="3083936" y="2391967"/>
                  </a:lnTo>
                  <a:lnTo>
                    <a:pt x="3082225" y="2391967"/>
                  </a:lnTo>
                  <a:lnTo>
                    <a:pt x="3080514" y="2391967"/>
                  </a:lnTo>
                  <a:lnTo>
                    <a:pt x="3078802" y="2391967"/>
                  </a:lnTo>
                  <a:lnTo>
                    <a:pt x="3077091" y="2391967"/>
                  </a:lnTo>
                  <a:lnTo>
                    <a:pt x="3075379" y="2391967"/>
                  </a:lnTo>
                  <a:lnTo>
                    <a:pt x="3073668" y="2391967"/>
                  </a:lnTo>
                  <a:lnTo>
                    <a:pt x="3071957" y="2391967"/>
                  </a:lnTo>
                  <a:lnTo>
                    <a:pt x="3070245" y="2391967"/>
                  </a:lnTo>
                  <a:lnTo>
                    <a:pt x="3068534" y="2391967"/>
                  </a:lnTo>
                  <a:lnTo>
                    <a:pt x="3066822" y="2391967"/>
                  </a:lnTo>
                  <a:lnTo>
                    <a:pt x="3065111" y="2391967"/>
                  </a:lnTo>
                  <a:lnTo>
                    <a:pt x="3063400" y="2391967"/>
                  </a:lnTo>
                  <a:lnTo>
                    <a:pt x="3061688" y="2391967"/>
                  </a:lnTo>
                  <a:lnTo>
                    <a:pt x="3059977" y="2391967"/>
                  </a:lnTo>
                  <a:lnTo>
                    <a:pt x="3058265" y="2391967"/>
                  </a:lnTo>
                  <a:lnTo>
                    <a:pt x="3056554" y="2391967"/>
                  </a:lnTo>
                  <a:lnTo>
                    <a:pt x="3054843" y="2391967"/>
                  </a:lnTo>
                  <a:lnTo>
                    <a:pt x="3053131" y="2391967"/>
                  </a:lnTo>
                  <a:lnTo>
                    <a:pt x="3051420" y="2391967"/>
                  </a:lnTo>
                  <a:lnTo>
                    <a:pt x="3049709" y="2391967"/>
                  </a:lnTo>
                  <a:lnTo>
                    <a:pt x="3047997" y="2391967"/>
                  </a:lnTo>
                  <a:lnTo>
                    <a:pt x="3046286" y="2391967"/>
                  </a:lnTo>
                  <a:lnTo>
                    <a:pt x="3044574" y="2391967"/>
                  </a:lnTo>
                  <a:lnTo>
                    <a:pt x="3042863" y="2391967"/>
                  </a:lnTo>
                  <a:lnTo>
                    <a:pt x="3041152" y="2391967"/>
                  </a:lnTo>
                  <a:lnTo>
                    <a:pt x="3039440" y="2391967"/>
                  </a:lnTo>
                  <a:lnTo>
                    <a:pt x="3037729" y="2391967"/>
                  </a:lnTo>
                  <a:lnTo>
                    <a:pt x="3036017" y="2391967"/>
                  </a:lnTo>
                  <a:lnTo>
                    <a:pt x="3034306" y="2391967"/>
                  </a:lnTo>
                  <a:lnTo>
                    <a:pt x="3032595" y="2391967"/>
                  </a:lnTo>
                  <a:lnTo>
                    <a:pt x="3030883" y="2391967"/>
                  </a:lnTo>
                  <a:lnTo>
                    <a:pt x="3029172" y="2391967"/>
                  </a:lnTo>
                  <a:lnTo>
                    <a:pt x="3027460" y="2391967"/>
                  </a:lnTo>
                  <a:lnTo>
                    <a:pt x="3025749" y="2391967"/>
                  </a:lnTo>
                  <a:lnTo>
                    <a:pt x="3024038" y="2391967"/>
                  </a:lnTo>
                  <a:lnTo>
                    <a:pt x="3022326" y="2391967"/>
                  </a:lnTo>
                  <a:lnTo>
                    <a:pt x="3020615" y="2391967"/>
                  </a:lnTo>
                  <a:lnTo>
                    <a:pt x="3018903" y="2391967"/>
                  </a:lnTo>
                  <a:lnTo>
                    <a:pt x="3017192" y="2391967"/>
                  </a:lnTo>
                  <a:lnTo>
                    <a:pt x="3015481" y="2391967"/>
                  </a:lnTo>
                  <a:lnTo>
                    <a:pt x="3013769" y="2391967"/>
                  </a:lnTo>
                  <a:lnTo>
                    <a:pt x="3012058" y="2391967"/>
                  </a:lnTo>
                  <a:lnTo>
                    <a:pt x="3010346" y="2391967"/>
                  </a:lnTo>
                  <a:lnTo>
                    <a:pt x="3008635" y="2391967"/>
                  </a:lnTo>
                  <a:lnTo>
                    <a:pt x="3006924" y="2391967"/>
                  </a:lnTo>
                  <a:lnTo>
                    <a:pt x="3005212" y="2391967"/>
                  </a:lnTo>
                  <a:lnTo>
                    <a:pt x="3003501" y="2391967"/>
                  </a:lnTo>
                  <a:lnTo>
                    <a:pt x="3001789" y="2391967"/>
                  </a:lnTo>
                  <a:lnTo>
                    <a:pt x="3000078" y="2391967"/>
                  </a:lnTo>
                  <a:lnTo>
                    <a:pt x="2998367" y="2391967"/>
                  </a:lnTo>
                  <a:lnTo>
                    <a:pt x="2996655" y="2391967"/>
                  </a:lnTo>
                  <a:lnTo>
                    <a:pt x="2994944" y="2391967"/>
                  </a:lnTo>
                  <a:lnTo>
                    <a:pt x="2993232" y="2391967"/>
                  </a:lnTo>
                  <a:lnTo>
                    <a:pt x="2991521" y="2391967"/>
                  </a:lnTo>
                  <a:lnTo>
                    <a:pt x="2989810" y="2391967"/>
                  </a:lnTo>
                  <a:lnTo>
                    <a:pt x="2988098" y="2391967"/>
                  </a:lnTo>
                  <a:lnTo>
                    <a:pt x="2986387" y="2391967"/>
                  </a:lnTo>
                  <a:lnTo>
                    <a:pt x="2984675" y="2391967"/>
                  </a:lnTo>
                  <a:lnTo>
                    <a:pt x="2982964" y="2391967"/>
                  </a:lnTo>
                  <a:lnTo>
                    <a:pt x="2981253" y="2391967"/>
                  </a:lnTo>
                  <a:lnTo>
                    <a:pt x="2979541" y="2391967"/>
                  </a:lnTo>
                  <a:lnTo>
                    <a:pt x="2977830" y="2391967"/>
                  </a:lnTo>
                  <a:lnTo>
                    <a:pt x="2976118" y="2391967"/>
                  </a:lnTo>
                  <a:lnTo>
                    <a:pt x="2974407" y="2391967"/>
                  </a:lnTo>
                  <a:lnTo>
                    <a:pt x="2972696" y="2391967"/>
                  </a:lnTo>
                  <a:lnTo>
                    <a:pt x="2970984" y="2391967"/>
                  </a:lnTo>
                  <a:lnTo>
                    <a:pt x="2969273" y="2391967"/>
                  </a:lnTo>
                  <a:lnTo>
                    <a:pt x="2967561" y="2391967"/>
                  </a:lnTo>
                  <a:lnTo>
                    <a:pt x="2965850" y="2391967"/>
                  </a:lnTo>
                  <a:lnTo>
                    <a:pt x="2964139" y="2391967"/>
                  </a:lnTo>
                  <a:lnTo>
                    <a:pt x="2962427" y="2391967"/>
                  </a:lnTo>
                  <a:lnTo>
                    <a:pt x="2960716" y="2391967"/>
                  </a:lnTo>
                  <a:lnTo>
                    <a:pt x="2959004" y="2391967"/>
                  </a:lnTo>
                  <a:lnTo>
                    <a:pt x="2957293" y="2391967"/>
                  </a:lnTo>
                  <a:lnTo>
                    <a:pt x="2955582" y="2391967"/>
                  </a:lnTo>
                  <a:lnTo>
                    <a:pt x="2953870" y="2391967"/>
                  </a:lnTo>
                  <a:lnTo>
                    <a:pt x="2952159" y="2391967"/>
                  </a:lnTo>
                  <a:lnTo>
                    <a:pt x="2950448" y="2391967"/>
                  </a:lnTo>
                  <a:lnTo>
                    <a:pt x="2948736" y="2391967"/>
                  </a:lnTo>
                  <a:lnTo>
                    <a:pt x="2947025" y="2391967"/>
                  </a:lnTo>
                  <a:lnTo>
                    <a:pt x="2945313" y="2391967"/>
                  </a:lnTo>
                  <a:lnTo>
                    <a:pt x="2943602" y="2391967"/>
                  </a:lnTo>
                  <a:lnTo>
                    <a:pt x="2941891" y="2391967"/>
                  </a:lnTo>
                  <a:lnTo>
                    <a:pt x="2940179" y="2391967"/>
                  </a:lnTo>
                  <a:lnTo>
                    <a:pt x="2938468" y="2391967"/>
                  </a:lnTo>
                  <a:lnTo>
                    <a:pt x="2936756" y="2391967"/>
                  </a:lnTo>
                  <a:lnTo>
                    <a:pt x="2935045" y="2391967"/>
                  </a:lnTo>
                  <a:lnTo>
                    <a:pt x="2933334" y="2391967"/>
                  </a:lnTo>
                  <a:lnTo>
                    <a:pt x="2931622" y="2391967"/>
                  </a:lnTo>
                  <a:lnTo>
                    <a:pt x="2929911" y="2391967"/>
                  </a:lnTo>
                  <a:lnTo>
                    <a:pt x="2928199" y="2391967"/>
                  </a:lnTo>
                  <a:lnTo>
                    <a:pt x="2926488" y="2391967"/>
                  </a:lnTo>
                  <a:lnTo>
                    <a:pt x="2924777" y="2391967"/>
                  </a:lnTo>
                  <a:lnTo>
                    <a:pt x="2923065" y="2391967"/>
                  </a:lnTo>
                  <a:lnTo>
                    <a:pt x="2921354" y="2391967"/>
                  </a:lnTo>
                  <a:lnTo>
                    <a:pt x="2919642" y="2391967"/>
                  </a:lnTo>
                  <a:lnTo>
                    <a:pt x="2917931" y="2391967"/>
                  </a:lnTo>
                  <a:lnTo>
                    <a:pt x="2916220" y="2391967"/>
                  </a:lnTo>
                  <a:lnTo>
                    <a:pt x="2914508" y="2391967"/>
                  </a:lnTo>
                  <a:lnTo>
                    <a:pt x="2912797" y="2391967"/>
                  </a:lnTo>
                  <a:lnTo>
                    <a:pt x="2911085" y="2391967"/>
                  </a:lnTo>
                  <a:lnTo>
                    <a:pt x="2909374" y="2391967"/>
                  </a:lnTo>
                  <a:lnTo>
                    <a:pt x="2907663" y="2391967"/>
                  </a:lnTo>
                  <a:lnTo>
                    <a:pt x="2905951" y="2391967"/>
                  </a:lnTo>
                  <a:lnTo>
                    <a:pt x="2904240" y="2391967"/>
                  </a:lnTo>
                  <a:lnTo>
                    <a:pt x="2902528" y="2391967"/>
                  </a:lnTo>
                  <a:lnTo>
                    <a:pt x="2900817" y="2391967"/>
                  </a:lnTo>
                  <a:lnTo>
                    <a:pt x="2899106" y="2391967"/>
                  </a:lnTo>
                  <a:lnTo>
                    <a:pt x="2897394" y="2391967"/>
                  </a:lnTo>
                  <a:lnTo>
                    <a:pt x="2895683" y="2391967"/>
                  </a:lnTo>
                  <a:lnTo>
                    <a:pt x="2893971" y="2391967"/>
                  </a:lnTo>
                  <a:lnTo>
                    <a:pt x="2892260" y="2391967"/>
                  </a:lnTo>
                  <a:lnTo>
                    <a:pt x="2890549" y="2391967"/>
                  </a:lnTo>
                  <a:lnTo>
                    <a:pt x="2888837" y="2391967"/>
                  </a:lnTo>
                  <a:lnTo>
                    <a:pt x="2887126" y="2391967"/>
                  </a:lnTo>
                  <a:lnTo>
                    <a:pt x="2885414" y="2391967"/>
                  </a:lnTo>
                  <a:lnTo>
                    <a:pt x="2883703" y="2391967"/>
                  </a:lnTo>
                  <a:lnTo>
                    <a:pt x="2881992" y="2391967"/>
                  </a:lnTo>
                  <a:lnTo>
                    <a:pt x="2880280" y="2391967"/>
                  </a:lnTo>
                  <a:lnTo>
                    <a:pt x="2878569" y="2391967"/>
                  </a:lnTo>
                  <a:lnTo>
                    <a:pt x="2876857" y="2391967"/>
                  </a:lnTo>
                  <a:lnTo>
                    <a:pt x="2875146" y="2391967"/>
                  </a:lnTo>
                  <a:lnTo>
                    <a:pt x="2873435" y="2391967"/>
                  </a:lnTo>
                  <a:lnTo>
                    <a:pt x="2871723" y="2391967"/>
                  </a:lnTo>
                  <a:lnTo>
                    <a:pt x="2870012" y="2391967"/>
                  </a:lnTo>
                  <a:lnTo>
                    <a:pt x="2868300" y="2391967"/>
                  </a:lnTo>
                  <a:lnTo>
                    <a:pt x="2866589" y="2391967"/>
                  </a:lnTo>
                  <a:lnTo>
                    <a:pt x="2864878" y="2391967"/>
                  </a:lnTo>
                  <a:lnTo>
                    <a:pt x="2863166" y="2391967"/>
                  </a:lnTo>
                  <a:lnTo>
                    <a:pt x="2861455" y="2391967"/>
                  </a:lnTo>
                  <a:lnTo>
                    <a:pt x="2859743" y="2391967"/>
                  </a:lnTo>
                  <a:lnTo>
                    <a:pt x="2858032" y="2391967"/>
                  </a:lnTo>
                  <a:lnTo>
                    <a:pt x="2856321" y="2391967"/>
                  </a:lnTo>
                  <a:lnTo>
                    <a:pt x="2854609" y="2391967"/>
                  </a:lnTo>
                  <a:lnTo>
                    <a:pt x="2852898" y="2391967"/>
                  </a:lnTo>
                  <a:lnTo>
                    <a:pt x="2851186" y="2391967"/>
                  </a:lnTo>
                  <a:lnTo>
                    <a:pt x="2849475" y="2391967"/>
                  </a:lnTo>
                  <a:lnTo>
                    <a:pt x="2847764" y="2391967"/>
                  </a:lnTo>
                  <a:lnTo>
                    <a:pt x="2846052" y="2391967"/>
                  </a:lnTo>
                  <a:lnTo>
                    <a:pt x="2844341" y="2391967"/>
                  </a:lnTo>
                  <a:lnTo>
                    <a:pt x="2842630" y="2391967"/>
                  </a:lnTo>
                  <a:lnTo>
                    <a:pt x="2840918" y="2391967"/>
                  </a:lnTo>
                  <a:lnTo>
                    <a:pt x="2839207" y="2391967"/>
                  </a:lnTo>
                  <a:lnTo>
                    <a:pt x="2837495" y="2391967"/>
                  </a:lnTo>
                  <a:lnTo>
                    <a:pt x="2835784" y="2391967"/>
                  </a:lnTo>
                  <a:lnTo>
                    <a:pt x="2834073" y="2391967"/>
                  </a:lnTo>
                  <a:lnTo>
                    <a:pt x="2832361" y="2391967"/>
                  </a:lnTo>
                  <a:lnTo>
                    <a:pt x="2830650" y="2391967"/>
                  </a:lnTo>
                  <a:lnTo>
                    <a:pt x="2828938" y="2391967"/>
                  </a:lnTo>
                  <a:lnTo>
                    <a:pt x="2827227" y="2391967"/>
                  </a:lnTo>
                  <a:lnTo>
                    <a:pt x="2825516" y="2391967"/>
                  </a:lnTo>
                  <a:lnTo>
                    <a:pt x="2823804" y="2391967"/>
                  </a:lnTo>
                  <a:lnTo>
                    <a:pt x="2822093" y="2391967"/>
                  </a:lnTo>
                  <a:lnTo>
                    <a:pt x="2820381" y="2391967"/>
                  </a:lnTo>
                  <a:lnTo>
                    <a:pt x="2818670" y="2391967"/>
                  </a:lnTo>
                  <a:lnTo>
                    <a:pt x="2816959" y="2391967"/>
                  </a:lnTo>
                  <a:lnTo>
                    <a:pt x="2815247" y="2391967"/>
                  </a:lnTo>
                  <a:lnTo>
                    <a:pt x="2813536" y="2391967"/>
                  </a:lnTo>
                  <a:lnTo>
                    <a:pt x="2811824" y="2391967"/>
                  </a:lnTo>
                  <a:lnTo>
                    <a:pt x="2810113" y="2391967"/>
                  </a:lnTo>
                  <a:lnTo>
                    <a:pt x="2808402" y="2391967"/>
                  </a:lnTo>
                  <a:lnTo>
                    <a:pt x="2806690" y="2391967"/>
                  </a:lnTo>
                  <a:lnTo>
                    <a:pt x="2804979" y="2391967"/>
                  </a:lnTo>
                  <a:lnTo>
                    <a:pt x="2803267" y="2391967"/>
                  </a:lnTo>
                  <a:lnTo>
                    <a:pt x="2801556" y="2391967"/>
                  </a:lnTo>
                  <a:lnTo>
                    <a:pt x="2799845" y="2391967"/>
                  </a:lnTo>
                  <a:lnTo>
                    <a:pt x="2798133" y="2391967"/>
                  </a:lnTo>
                  <a:lnTo>
                    <a:pt x="2796422" y="2391967"/>
                  </a:lnTo>
                  <a:lnTo>
                    <a:pt x="2794710" y="2391967"/>
                  </a:lnTo>
                  <a:lnTo>
                    <a:pt x="2792999" y="2391967"/>
                  </a:lnTo>
                  <a:lnTo>
                    <a:pt x="2791288" y="2391967"/>
                  </a:lnTo>
                  <a:lnTo>
                    <a:pt x="2789576" y="2391967"/>
                  </a:lnTo>
                  <a:lnTo>
                    <a:pt x="2787865" y="2391967"/>
                  </a:lnTo>
                  <a:lnTo>
                    <a:pt x="2786153" y="2391967"/>
                  </a:lnTo>
                  <a:lnTo>
                    <a:pt x="2784442" y="2391967"/>
                  </a:lnTo>
                  <a:lnTo>
                    <a:pt x="2782731" y="2391967"/>
                  </a:lnTo>
                  <a:lnTo>
                    <a:pt x="2781019" y="2391967"/>
                  </a:lnTo>
                  <a:lnTo>
                    <a:pt x="2779308" y="2391967"/>
                  </a:lnTo>
                  <a:lnTo>
                    <a:pt x="2777596" y="2391967"/>
                  </a:lnTo>
                  <a:lnTo>
                    <a:pt x="2775885" y="2391967"/>
                  </a:lnTo>
                  <a:lnTo>
                    <a:pt x="2774174" y="2391967"/>
                  </a:lnTo>
                  <a:lnTo>
                    <a:pt x="2772462" y="2391967"/>
                  </a:lnTo>
                  <a:lnTo>
                    <a:pt x="2770751" y="2391967"/>
                  </a:lnTo>
                  <a:lnTo>
                    <a:pt x="2769039" y="2391967"/>
                  </a:lnTo>
                  <a:lnTo>
                    <a:pt x="2767328" y="2391967"/>
                  </a:lnTo>
                  <a:lnTo>
                    <a:pt x="2765617" y="2391967"/>
                  </a:lnTo>
                  <a:lnTo>
                    <a:pt x="2763905" y="2391967"/>
                  </a:lnTo>
                  <a:lnTo>
                    <a:pt x="2762194" y="2391967"/>
                  </a:lnTo>
                  <a:lnTo>
                    <a:pt x="2760482" y="2391967"/>
                  </a:lnTo>
                  <a:lnTo>
                    <a:pt x="2758771" y="2391967"/>
                  </a:lnTo>
                  <a:lnTo>
                    <a:pt x="2757060" y="2391967"/>
                  </a:lnTo>
                  <a:lnTo>
                    <a:pt x="2755348" y="2391967"/>
                  </a:lnTo>
                  <a:lnTo>
                    <a:pt x="2753637" y="2391967"/>
                  </a:lnTo>
                  <a:lnTo>
                    <a:pt x="2751925" y="2391967"/>
                  </a:lnTo>
                  <a:lnTo>
                    <a:pt x="2750214" y="2391967"/>
                  </a:lnTo>
                  <a:lnTo>
                    <a:pt x="2748503" y="2391967"/>
                  </a:lnTo>
                  <a:lnTo>
                    <a:pt x="2746791" y="2391967"/>
                  </a:lnTo>
                  <a:lnTo>
                    <a:pt x="2745080" y="2391967"/>
                  </a:lnTo>
                  <a:lnTo>
                    <a:pt x="2743368" y="2391967"/>
                  </a:lnTo>
                  <a:lnTo>
                    <a:pt x="2741657" y="2391967"/>
                  </a:lnTo>
                  <a:lnTo>
                    <a:pt x="2739946" y="2391967"/>
                  </a:lnTo>
                  <a:lnTo>
                    <a:pt x="2738234" y="2391967"/>
                  </a:lnTo>
                  <a:lnTo>
                    <a:pt x="2736523" y="2391967"/>
                  </a:lnTo>
                  <a:lnTo>
                    <a:pt x="2734812" y="2391967"/>
                  </a:lnTo>
                  <a:lnTo>
                    <a:pt x="2733100" y="2391967"/>
                  </a:lnTo>
                  <a:lnTo>
                    <a:pt x="2731389" y="2391967"/>
                  </a:lnTo>
                  <a:lnTo>
                    <a:pt x="2729677" y="2391967"/>
                  </a:lnTo>
                  <a:lnTo>
                    <a:pt x="2727966" y="2391967"/>
                  </a:lnTo>
                  <a:lnTo>
                    <a:pt x="2726255" y="2391967"/>
                  </a:lnTo>
                  <a:lnTo>
                    <a:pt x="2724543" y="2391967"/>
                  </a:lnTo>
                  <a:lnTo>
                    <a:pt x="2722832" y="2391967"/>
                  </a:lnTo>
                  <a:lnTo>
                    <a:pt x="2721120" y="2391967"/>
                  </a:lnTo>
                  <a:lnTo>
                    <a:pt x="2719409" y="2391967"/>
                  </a:lnTo>
                  <a:lnTo>
                    <a:pt x="2717698" y="2391967"/>
                  </a:lnTo>
                  <a:lnTo>
                    <a:pt x="2715986" y="2391967"/>
                  </a:lnTo>
                  <a:lnTo>
                    <a:pt x="2714275" y="2391967"/>
                  </a:lnTo>
                  <a:lnTo>
                    <a:pt x="2712563" y="2391967"/>
                  </a:lnTo>
                  <a:lnTo>
                    <a:pt x="2710852" y="2391967"/>
                  </a:lnTo>
                  <a:lnTo>
                    <a:pt x="2709141" y="2391967"/>
                  </a:lnTo>
                  <a:lnTo>
                    <a:pt x="2707429" y="2391967"/>
                  </a:lnTo>
                  <a:lnTo>
                    <a:pt x="2705718" y="2391967"/>
                  </a:lnTo>
                  <a:lnTo>
                    <a:pt x="2704006" y="2391967"/>
                  </a:lnTo>
                  <a:lnTo>
                    <a:pt x="2702295" y="2391967"/>
                  </a:lnTo>
                  <a:lnTo>
                    <a:pt x="2700584" y="2391967"/>
                  </a:lnTo>
                  <a:lnTo>
                    <a:pt x="2698872" y="2391967"/>
                  </a:lnTo>
                  <a:lnTo>
                    <a:pt x="2697161" y="2391967"/>
                  </a:lnTo>
                  <a:lnTo>
                    <a:pt x="2695449" y="2391967"/>
                  </a:lnTo>
                  <a:lnTo>
                    <a:pt x="2693738" y="2391967"/>
                  </a:lnTo>
                  <a:lnTo>
                    <a:pt x="2692027" y="2391967"/>
                  </a:lnTo>
                  <a:lnTo>
                    <a:pt x="2690315" y="2391967"/>
                  </a:lnTo>
                  <a:lnTo>
                    <a:pt x="2688604" y="2391967"/>
                  </a:lnTo>
                  <a:lnTo>
                    <a:pt x="2686892" y="2391967"/>
                  </a:lnTo>
                  <a:lnTo>
                    <a:pt x="2685181" y="2391967"/>
                  </a:lnTo>
                  <a:lnTo>
                    <a:pt x="2683470" y="2391967"/>
                  </a:lnTo>
                  <a:lnTo>
                    <a:pt x="2681758" y="2391967"/>
                  </a:lnTo>
                  <a:lnTo>
                    <a:pt x="2680047" y="2391967"/>
                  </a:lnTo>
                  <a:lnTo>
                    <a:pt x="2678335" y="2391967"/>
                  </a:lnTo>
                  <a:lnTo>
                    <a:pt x="2676624" y="2391967"/>
                  </a:lnTo>
                  <a:lnTo>
                    <a:pt x="2674913" y="2391967"/>
                  </a:lnTo>
                  <a:lnTo>
                    <a:pt x="2673201" y="2391967"/>
                  </a:lnTo>
                  <a:lnTo>
                    <a:pt x="2671490" y="2391967"/>
                  </a:lnTo>
                  <a:lnTo>
                    <a:pt x="2669778" y="2391967"/>
                  </a:lnTo>
                  <a:lnTo>
                    <a:pt x="2668067" y="2391967"/>
                  </a:lnTo>
                  <a:lnTo>
                    <a:pt x="2666356" y="2391967"/>
                  </a:lnTo>
                  <a:lnTo>
                    <a:pt x="2664644" y="2391967"/>
                  </a:lnTo>
                  <a:lnTo>
                    <a:pt x="2662933" y="2391967"/>
                  </a:lnTo>
                  <a:lnTo>
                    <a:pt x="2661221" y="2391967"/>
                  </a:lnTo>
                  <a:lnTo>
                    <a:pt x="2659510" y="2391967"/>
                  </a:lnTo>
                  <a:lnTo>
                    <a:pt x="2657799" y="2391967"/>
                  </a:lnTo>
                  <a:lnTo>
                    <a:pt x="2656087" y="2391967"/>
                  </a:lnTo>
                  <a:lnTo>
                    <a:pt x="2654376" y="2391967"/>
                  </a:lnTo>
                  <a:lnTo>
                    <a:pt x="2652664" y="2391967"/>
                  </a:lnTo>
                  <a:lnTo>
                    <a:pt x="2650953" y="2391967"/>
                  </a:lnTo>
                  <a:lnTo>
                    <a:pt x="2649242" y="2391967"/>
                  </a:lnTo>
                  <a:lnTo>
                    <a:pt x="2647530" y="2391967"/>
                  </a:lnTo>
                  <a:lnTo>
                    <a:pt x="2645819" y="2391967"/>
                  </a:lnTo>
                  <a:lnTo>
                    <a:pt x="2644107" y="2391967"/>
                  </a:lnTo>
                  <a:lnTo>
                    <a:pt x="2642396" y="2391967"/>
                  </a:lnTo>
                  <a:lnTo>
                    <a:pt x="2640685" y="2391967"/>
                  </a:lnTo>
                  <a:lnTo>
                    <a:pt x="2638973" y="2391967"/>
                  </a:lnTo>
                  <a:lnTo>
                    <a:pt x="2637262" y="2391967"/>
                  </a:lnTo>
                  <a:lnTo>
                    <a:pt x="2635550" y="2391967"/>
                  </a:lnTo>
                  <a:lnTo>
                    <a:pt x="2633839" y="2391967"/>
                  </a:lnTo>
                  <a:lnTo>
                    <a:pt x="2632128" y="2391967"/>
                  </a:lnTo>
                  <a:lnTo>
                    <a:pt x="2630416" y="2391967"/>
                  </a:lnTo>
                  <a:lnTo>
                    <a:pt x="2628705" y="2391967"/>
                  </a:lnTo>
                  <a:lnTo>
                    <a:pt x="2626994" y="2391967"/>
                  </a:lnTo>
                  <a:lnTo>
                    <a:pt x="2625282" y="2391967"/>
                  </a:lnTo>
                  <a:lnTo>
                    <a:pt x="2623571" y="2391967"/>
                  </a:lnTo>
                  <a:lnTo>
                    <a:pt x="2621859" y="2391967"/>
                  </a:lnTo>
                  <a:lnTo>
                    <a:pt x="2620148" y="2391967"/>
                  </a:lnTo>
                  <a:lnTo>
                    <a:pt x="2618437" y="2391967"/>
                  </a:lnTo>
                  <a:lnTo>
                    <a:pt x="2616725" y="2391967"/>
                  </a:lnTo>
                  <a:lnTo>
                    <a:pt x="2615014" y="2391967"/>
                  </a:lnTo>
                  <a:lnTo>
                    <a:pt x="2613302" y="2391967"/>
                  </a:lnTo>
                  <a:lnTo>
                    <a:pt x="2611591" y="2391967"/>
                  </a:lnTo>
                  <a:lnTo>
                    <a:pt x="2609880" y="2391967"/>
                  </a:lnTo>
                  <a:lnTo>
                    <a:pt x="2608168" y="2391967"/>
                  </a:lnTo>
                  <a:lnTo>
                    <a:pt x="2606457" y="2391967"/>
                  </a:lnTo>
                  <a:lnTo>
                    <a:pt x="2604745" y="2391967"/>
                  </a:lnTo>
                  <a:lnTo>
                    <a:pt x="2603034" y="2391967"/>
                  </a:lnTo>
                  <a:lnTo>
                    <a:pt x="2601323" y="2391967"/>
                  </a:lnTo>
                  <a:lnTo>
                    <a:pt x="2599611" y="2391967"/>
                  </a:lnTo>
                  <a:lnTo>
                    <a:pt x="2597900" y="2391967"/>
                  </a:lnTo>
                  <a:lnTo>
                    <a:pt x="2596188" y="2391967"/>
                  </a:lnTo>
                  <a:lnTo>
                    <a:pt x="2594477" y="2391967"/>
                  </a:lnTo>
                  <a:lnTo>
                    <a:pt x="2592766" y="2391967"/>
                  </a:lnTo>
                  <a:lnTo>
                    <a:pt x="2591054" y="2391967"/>
                  </a:lnTo>
                  <a:lnTo>
                    <a:pt x="2589343" y="2391967"/>
                  </a:lnTo>
                  <a:lnTo>
                    <a:pt x="2587631" y="2391967"/>
                  </a:lnTo>
                  <a:lnTo>
                    <a:pt x="2585920" y="2391967"/>
                  </a:lnTo>
                  <a:lnTo>
                    <a:pt x="2584209" y="2391967"/>
                  </a:lnTo>
                  <a:lnTo>
                    <a:pt x="2582497" y="2391967"/>
                  </a:lnTo>
                  <a:lnTo>
                    <a:pt x="2580786" y="2391967"/>
                  </a:lnTo>
                  <a:lnTo>
                    <a:pt x="2579074" y="2391967"/>
                  </a:lnTo>
                  <a:lnTo>
                    <a:pt x="2577363" y="2391967"/>
                  </a:lnTo>
                  <a:lnTo>
                    <a:pt x="2575652" y="2391967"/>
                  </a:lnTo>
                  <a:lnTo>
                    <a:pt x="2573940" y="2391967"/>
                  </a:lnTo>
                  <a:lnTo>
                    <a:pt x="2572229" y="2391967"/>
                  </a:lnTo>
                  <a:lnTo>
                    <a:pt x="2570517" y="2391967"/>
                  </a:lnTo>
                  <a:lnTo>
                    <a:pt x="2568806" y="2391967"/>
                  </a:lnTo>
                  <a:lnTo>
                    <a:pt x="2567095" y="2391967"/>
                  </a:lnTo>
                  <a:lnTo>
                    <a:pt x="2565383" y="2391967"/>
                  </a:lnTo>
                  <a:lnTo>
                    <a:pt x="2563672" y="2391967"/>
                  </a:lnTo>
                  <a:lnTo>
                    <a:pt x="2561960" y="2391967"/>
                  </a:lnTo>
                  <a:lnTo>
                    <a:pt x="2560249" y="2391967"/>
                  </a:lnTo>
                  <a:lnTo>
                    <a:pt x="2558538" y="2391967"/>
                  </a:lnTo>
                  <a:lnTo>
                    <a:pt x="2556826" y="2391967"/>
                  </a:lnTo>
                  <a:lnTo>
                    <a:pt x="2555115" y="2391967"/>
                  </a:lnTo>
                  <a:lnTo>
                    <a:pt x="2553403" y="2391967"/>
                  </a:lnTo>
                  <a:lnTo>
                    <a:pt x="2551692" y="2391967"/>
                  </a:lnTo>
                  <a:lnTo>
                    <a:pt x="2549981" y="2391967"/>
                  </a:lnTo>
                  <a:lnTo>
                    <a:pt x="2548269" y="2391967"/>
                  </a:lnTo>
                  <a:lnTo>
                    <a:pt x="2546558" y="2391967"/>
                  </a:lnTo>
                  <a:lnTo>
                    <a:pt x="2544846" y="2391967"/>
                  </a:lnTo>
                  <a:lnTo>
                    <a:pt x="2543135" y="2391967"/>
                  </a:lnTo>
                  <a:lnTo>
                    <a:pt x="2541424" y="2391967"/>
                  </a:lnTo>
                  <a:lnTo>
                    <a:pt x="2539712" y="2391967"/>
                  </a:lnTo>
                  <a:lnTo>
                    <a:pt x="2538001" y="2391967"/>
                  </a:lnTo>
                  <a:lnTo>
                    <a:pt x="2536289" y="2391967"/>
                  </a:lnTo>
                  <a:lnTo>
                    <a:pt x="2534578" y="2391967"/>
                  </a:lnTo>
                  <a:lnTo>
                    <a:pt x="2532867" y="2391967"/>
                  </a:lnTo>
                  <a:lnTo>
                    <a:pt x="2531155" y="2391967"/>
                  </a:lnTo>
                  <a:lnTo>
                    <a:pt x="2529444" y="2391967"/>
                  </a:lnTo>
                  <a:lnTo>
                    <a:pt x="2527733" y="2391967"/>
                  </a:lnTo>
                  <a:lnTo>
                    <a:pt x="2526021" y="2391967"/>
                  </a:lnTo>
                  <a:lnTo>
                    <a:pt x="2524310" y="2391967"/>
                  </a:lnTo>
                  <a:lnTo>
                    <a:pt x="2522598" y="2391967"/>
                  </a:lnTo>
                  <a:lnTo>
                    <a:pt x="2520887" y="2391967"/>
                  </a:lnTo>
                  <a:lnTo>
                    <a:pt x="2519176" y="2391967"/>
                  </a:lnTo>
                  <a:lnTo>
                    <a:pt x="2517464" y="2391967"/>
                  </a:lnTo>
                  <a:lnTo>
                    <a:pt x="2515753" y="2391967"/>
                  </a:lnTo>
                  <a:lnTo>
                    <a:pt x="2514041" y="2391967"/>
                  </a:lnTo>
                  <a:lnTo>
                    <a:pt x="2512330" y="2391967"/>
                  </a:lnTo>
                  <a:lnTo>
                    <a:pt x="2510619" y="2391967"/>
                  </a:lnTo>
                  <a:lnTo>
                    <a:pt x="2508907" y="2391967"/>
                  </a:lnTo>
                  <a:lnTo>
                    <a:pt x="2507196" y="2391967"/>
                  </a:lnTo>
                  <a:lnTo>
                    <a:pt x="2505484" y="2391967"/>
                  </a:lnTo>
                  <a:lnTo>
                    <a:pt x="2503773" y="2391967"/>
                  </a:lnTo>
                  <a:lnTo>
                    <a:pt x="2502062" y="2391967"/>
                  </a:lnTo>
                  <a:lnTo>
                    <a:pt x="2500350" y="2391967"/>
                  </a:lnTo>
                  <a:lnTo>
                    <a:pt x="2498639" y="2391967"/>
                  </a:lnTo>
                  <a:lnTo>
                    <a:pt x="2496927" y="2391967"/>
                  </a:lnTo>
                  <a:lnTo>
                    <a:pt x="2495216" y="2391967"/>
                  </a:lnTo>
                  <a:lnTo>
                    <a:pt x="2493505" y="2391967"/>
                  </a:lnTo>
                  <a:lnTo>
                    <a:pt x="2491793" y="2391967"/>
                  </a:lnTo>
                  <a:lnTo>
                    <a:pt x="2490082" y="2391967"/>
                  </a:lnTo>
                  <a:lnTo>
                    <a:pt x="2488370" y="2391967"/>
                  </a:lnTo>
                  <a:lnTo>
                    <a:pt x="2486659" y="2391967"/>
                  </a:lnTo>
                  <a:lnTo>
                    <a:pt x="2484948" y="2391967"/>
                  </a:lnTo>
                  <a:lnTo>
                    <a:pt x="2483236" y="2391967"/>
                  </a:lnTo>
                  <a:lnTo>
                    <a:pt x="2481525" y="2391967"/>
                  </a:lnTo>
                  <a:lnTo>
                    <a:pt x="2479813" y="2391967"/>
                  </a:lnTo>
                  <a:lnTo>
                    <a:pt x="2478102" y="2391967"/>
                  </a:lnTo>
                  <a:lnTo>
                    <a:pt x="2476391" y="2391967"/>
                  </a:lnTo>
                  <a:lnTo>
                    <a:pt x="2474679" y="2391967"/>
                  </a:lnTo>
                  <a:lnTo>
                    <a:pt x="2472968" y="2391967"/>
                  </a:lnTo>
                  <a:lnTo>
                    <a:pt x="2471256" y="2391967"/>
                  </a:lnTo>
                  <a:lnTo>
                    <a:pt x="2469545" y="2391967"/>
                  </a:lnTo>
                  <a:lnTo>
                    <a:pt x="2467834" y="2391967"/>
                  </a:lnTo>
                  <a:lnTo>
                    <a:pt x="2466122" y="2391967"/>
                  </a:lnTo>
                  <a:lnTo>
                    <a:pt x="2464411" y="2391967"/>
                  </a:lnTo>
                  <a:lnTo>
                    <a:pt x="2462699" y="2391967"/>
                  </a:lnTo>
                  <a:lnTo>
                    <a:pt x="2460988" y="2391967"/>
                  </a:lnTo>
                  <a:lnTo>
                    <a:pt x="2459277" y="2391967"/>
                  </a:lnTo>
                  <a:lnTo>
                    <a:pt x="2457565" y="2391967"/>
                  </a:lnTo>
                  <a:lnTo>
                    <a:pt x="2455854" y="2391967"/>
                  </a:lnTo>
                  <a:lnTo>
                    <a:pt x="2454142" y="2391967"/>
                  </a:lnTo>
                  <a:lnTo>
                    <a:pt x="2452431" y="2391967"/>
                  </a:lnTo>
                  <a:lnTo>
                    <a:pt x="2450720" y="2391967"/>
                  </a:lnTo>
                  <a:lnTo>
                    <a:pt x="2449008" y="2391967"/>
                  </a:lnTo>
                  <a:lnTo>
                    <a:pt x="2447297" y="2391967"/>
                  </a:lnTo>
                  <a:lnTo>
                    <a:pt x="2445585" y="2391967"/>
                  </a:lnTo>
                  <a:lnTo>
                    <a:pt x="2443874" y="2391967"/>
                  </a:lnTo>
                  <a:lnTo>
                    <a:pt x="2442163" y="2391967"/>
                  </a:lnTo>
                  <a:lnTo>
                    <a:pt x="2440451" y="2391967"/>
                  </a:lnTo>
                  <a:lnTo>
                    <a:pt x="2438740" y="2391967"/>
                  </a:lnTo>
                  <a:lnTo>
                    <a:pt x="2437028" y="2391967"/>
                  </a:lnTo>
                  <a:lnTo>
                    <a:pt x="2435317" y="2391967"/>
                  </a:lnTo>
                  <a:lnTo>
                    <a:pt x="2433606" y="2391967"/>
                  </a:lnTo>
                  <a:lnTo>
                    <a:pt x="2431894" y="2391967"/>
                  </a:lnTo>
                  <a:lnTo>
                    <a:pt x="2430183" y="2391967"/>
                  </a:lnTo>
                  <a:lnTo>
                    <a:pt x="2428471" y="2391967"/>
                  </a:lnTo>
                  <a:lnTo>
                    <a:pt x="2426760" y="2391967"/>
                  </a:lnTo>
                  <a:lnTo>
                    <a:pt x="2425049" y="2391967"/>
                  </a:lnTo>
                  <a:lnTo>
                    <a:pt x="2423337" y="2391967"/>
                  </a:lnTo>
                  <a:lnTo>
                    <a:pt x="2421626" y="2391967"/>
                  </a:lnTo>
                  <a:lnTo>
                    <a:pt x="2419915" y="2391967"/>
                  </a:lnTo>
                  <a:lnTo>
                    <a:pt x="2418203" y="2391967"/>
                  </a:lnTo>
                  <a:lnTo>
                    <a:pt x="2416492" y="2391967"/>
                  </a:lnTo>
                  <a:lnTo>
                    <a:pt x="2414780" y="2391967"/>
                  </a:lnTo>
                  <a:lnTo>
                    <a:pt x="2413069" y="2391967"/>
                  </a:lnTo>
                  <a:lnTo>
                    <a:pt x="2411358" y="2391967"/>
                  </a:lnTo>
                  <a:lnTo>
                    <a:pt x="2409646" y="2391967"/>
                  </a:lnTo>
                  <a:lnTo>
                    <a:pt x="2407935" y="2391967"/>
                  </a:lnTo>
                  <a:lnTo>
                    <a:pt x="2406223" y="2391967"/>
                  </a:lnTo>
                  <a:lnTo>
                    <a:pt x="2404512" y="2391967"/>
                  </a:lnTo>
                  <a:lnTo>
                    <a:pt x="2402801" y="2391967"/>
                  </a:lnTo>
                  <a:lnTo>
                    <a:pt x="2401089" y="2391967"/>
                  </a:lnTo>
                  <a:lnTo>
                    <a:pt x="2399378" y="2391967"/>
                  </a:lnTo>
                  <a:lnTo>
                    <a:pt x="2397666" y="2391967"/>
                  </a:lnTo>
                  <a:lnTo>
                    <a:pt x="2395955" y="2391967"/>
                  </a:lnTo>
                  <a:lnTo>
                    <a:pt x="2394244" y="2391967"/>
                  </a:lnTo>
                  <a:lnTo>
                    <a:pt x="2392532" y="2391967"/>
                  </a:lnTo>
                  <a:lnTo>
                    <a:pt x="2390821" y="2391967"/>
                  </a:lnTo>
                  <a:lnTo>
                    <a:pt x="2389109" y="2391967"/>
                  </a:lnTo>
                  <a:lnTo>
                    <a:pt x="2387398" y="2391967"/>
                  </a:lnTo>
                  <a:lnTo>
                    <a:pt x="2385687" y="2391967"/>
                  </a:lnTo>
                  <a:lnTo>
                    <a:pt x="2383975" y="2391967"/>
                  </a:lnTo>
                  <a:lnTo>
                    <a:pt x="2382264" y="2391967"/>
                  </a:lnTo>
                  <a:lnTo>
                    <a:pt x="2380552" y="2391967"/>
                  </a:lnTo>
                  <a:lnTo>
                    <a:pt x="2378841" y="2391967"/>
                  </a:lnTo>
                  <a:lnTo>
                    <a:pt x="2377130" y="2391967"/>
                  </a:lnTo>
                  <a:lnTo>
                    <a:pt x="2375418" y="2391967"/>
                  </a:lnTo>
                  <a:lnTo>
                    <a:pt x="2373707" y="2391967"/>
                  </a:lnTo>
                  <a:lnTo>
                    <a:pt x="2371995" y="2391967"/>
                  </a:lnTo>
                  <a:lnTo>
                    <a:pt x="2370284" y="2391967"/>
                  </a:lnTo>
                  <a:lnTo>
                    <a:pt x="2368573" y="2391967"/>
                  </a:lnTo>
                  <a:lnTo>
                    <a:pt x="2366861" y="2391967"/>
                  </a:lnTo>
                  <a:lnTo>
                    <a:pt x="2365150" y="2391967"/>
                  </a:lnTo>
                  <a:lnTo>
                    <a:pt x="2363438" y="2391967"/>
                  </a:lnTo>
                  <a:lnTo>
                    <a:pt x="2361727" y="2391967"/>
                  </a:lnTo>
                  <a:lnTo>
                    <a:pt x="2360016" y="2391967"/>
                  </a:lnTo>
                  <a:lnTo>
                    <a:pt x="2358304" y="2391967"/>
                  </a:lnTo>
                  <a:lnTo>
                    <a:pt x="2356593" y="2391967"/>
                  </a:lnTo>
                  <a:lnTo>
                    <a:pt x="2354881" y="2391967"/>
                  </a:lnTo>
                  <a:lnTo>
                    <a:pt x="2353170" y="2391967"/>
                  </a:lnTo>
                  <a:lnTo>
                    <a:pt x="2351459" y="2391967"/>
                  </a:lnTo>
                  <a:lnTo>
                    <a:pt x="2349747" y="2391967"/>
                  </a:lnTo>
                  <a:lnTo>
                    <a:pt x="2348036" y="2391967"/>
                  </a:lnTo>
                  <a:lnTo>
                    <a:pt x="2346324" y="2391967"/>
                  </a:lnTo>
                  <a:lnTo>
                    <a:pt x="2344613" y="2391967"/>
                  </a:lnTo>
                  <a:lnTo>
                    <a:pt x="2342902" y="2391967"/>
                  </a:lnTo>
                  <a:lnTo>
                    <a:pt x="2341190" y="2391967"/>
                  </a:lnTo>
                  <a:lnTo>
                    <a:pt x="2339479" y="2391967"/>
                  </a:lnTo>
                  <a:lnTo>
                    <a:pt x="2337767" y="2391967"/>
                  </a:lnTo>
                  <a:lnTo>
                    <a:pt x="2336056" y="2391967"/>
                  </a:lnTo>
                  <a:lnTo>
                    <a:pt x="2334345" y="2391967"/>
                  </a:lnTo>
                  <a:lnTo>
                    <a:pt x="2332633" y="2391967"/>
                  </a:lnTo>
                  <a:lnTo>
                    <a:pt x="2330922" y="2391967"/>
                  </a:lnTo>
                  <a:lnTo>
                    <a:pt x="2329210" y="2391967"/>
                  </a:lnTo>
                  <a:lnTo>
                    <a:pt x="2327499" y="2391967"/>
                  </a:lnTo>
                  <a:lnTo>
                    <a:pt x="2325788" y="2391967"/>
                  </a:lnTo>
                  <a:lnTo>
                    <a:pt x="2324076" y="2391967"/>
                  </a:lnTo>
                  <a:lnTo>
                    <a:pt x="2322365" y="2391967"/>
                  </a:lnTo>
                  <a:lnTo>
                    <a:pt x="2320653" y="2391967"/>
                  </a:lnTo>
                  <a:lnTo>
                    <a:pt x="2318942" y="2391967"/>
                  </a:lnTo>
                  <a:lnTo>
                    <a:pt x="2317231" y="2391967"/>
                  </a:lnTo>
                  <a:lnTo>
                    <a:pt x="2315519" y="2391967"/>
                  </a:lnTo>
                  <a:lnTo>
                    <a:pt x="2313808" y="2391967"/>
                  </a:lnTo>
                  <a:lnTo>
                    <a:pt x="2312097" y="2391967"/>
                  </a:lnTo>
                  <a:lnTo>
                    <a:pt x="2310385" y="2391967"/>
                  </a:lnTo>
                  <a:lnTo>
                    <a:pt x="2308674" y="2391967"/>
                  </a:lnTo>
                  <a:lnTo>
                    <a:pt x="2306962" y="2391967"/>
                  </a:lnTo>
                  <a:lnTo>
                    <a:pt x="2305251" y="2391967"/>
                  </a:lnTo>
                  <a:lnTo>
                    <a:pt x="2303540" y="2391967"/>
                  </a:lnTo>
                  <a:lnTo>
                    <a:pt x="2301828" y="2391967"/>
                  </a:lnTo>
                  <a:lnTo>
                    <a:pt x="2300117" y="2391967"/>
                  </a:lnTo>
                  <a:lnTo>
                    <a:pt x="2298405" y="2391967"/>
                  </a:lnTo>
                  <a:lnTo>
                    <a:pt x="2296694" y="2391967"/>
                  </a:lnTo>
                  <a:lnTo>
                    <a:pt x="2294983" y="2391967"/>
                  </a:lnTo>
                  <a:lnTo>
                    <a:pt x="2293271" y="2391967"/>
                  </a:lnTo>
                  <a:lnTo>
                    <a:pt x="2291560" y="2391967"/>
                  </a:lnTo>
                  <a:lnTo>
                    <a:pt x="2289848" y="2391967"/>
                  </a:lnTo>
                  <a:lnTo>
                    <a:pt x="2288137" y="2391967"/>
                  </a:lnTo>
                  <a:lnTo>
                    <a:pt x="2286426" y="2391967"/>
                  </a:lnTo>
                  <a:lnTo>
                    <a:pt x="2284714" y="2391967"/>
                  </a:lnTo>
                  <a:lnTo>
                    <a:pt x="2283003" y="2391967"/>
                  </a:lnTo>
                  <a:lnTo>
                    <a:pt x="2281291" y="2391967"/>
                  </a:lnTo>
                  <a:lnTo>
                    <a:pt x="2279580" y="2391967"/>
                  </a:lnTo>
                  <a:lnTo>
                    <a:pt x="2277869" y="2391967"/>
                  </a:lnTo>
                  <a:lnTo>
                    <a:pt x="2276157" y="2391967"/>
                  </a:lnTo>
                  <a:lnTo>
                    <a:pt x="2274446" y="2391967"/>
                  </a:lnTo>
                  <a:lnTo>
                    <a:pt x="2272734" y="2391967"/>
                  </a:lnTo>
                  <a:lnTo>
                    <a:pt x="2271023" y="2391967"/>
                  </a:lnTo>
                  <a:lnTo>
                    <a:pt x="2269312" y="2391967"/>
                  </a:lnTo>
                  <a:lnTo>
                    <a:pt x="2267600" y="2391967"/>
                  </a:lnTo>
                  <a:lnTo>
                    <a:pt x="2265889" y="2391967"/>
                  </a:lnTo>
                  <a:lnTo>
                    <a:pt x="2264177" y="2391967"/>
                  </a:lnTo>
                  <a:lnTo>
                    <a:pt x="2262466" y="2391967"/>
                  </a:lnTo>
                  <a:lnTo>
                    <a:pt x="2260755" y="2391967"/>
                  </a:lnTo>
                  <a:lnTo>
                    <a:pt x="2259043" y="2391967"/>
                  </a:lnTo>
                  <a:lnTo>
                    <a:pt x="2257332" y="2391967"/>
                  </a:lnTo>
                  <a:lnTo>
                    <a:pt x="2255620" y="2391967"/>
                  </a:lnTo>
                  <a:lnTo>
                    <a:pt x="2253909" y="2391967"/>
                  </a:lnTo>
                  <a:lnTo>
                    <a:pt x="2252198" y="2391967"/>
                  </a:lnTo>
                  <a:lnTo>
                    <a:pt x="2250486" y="2391967"/>
                  </a:lnTo>
                  <a:lnTo>
                    <a:pt x="2248775" y="2391967"/>
                  </a:lnTo>
                  <a:lnTo>
                    <a:pt x="2247063" y="2391967"/>
                  </a:lnTo>
                  <a:lnTo>
                    <a:pt x="2245352" y="2391967"/>
                  </a:lnTo>
                  <a:lnTo>
                    <a:pt x="2243641" y="2391967"/>
                  </a:lnTo>
                  <a:lnTo>
                    <a:pt x="2241929" y="2391967"/>
                  </a:lnTo>
                  <a:lnTo>
                    <a:pt x="2240218" y="2391967"/>
                  </a:lnTo>
                  <a:lnTo>
                    <a:pt x="2238506" y="2391967"/>
                  </a:lnTo>
                  <a:lnTo>
                    <a:pt x="2236795" y="2391967"/>
                  </a:lnTo>
                  <a:lnTo>
                    <a:pt x="2235084" y="2391967"/>
                  </a:lnTo>
                  <a:lnTo>
                    <a:pt x="2233372" y="2391967"/>
                  </a:lnTo>
                  <a:lnTo>
                    <a:pt x="2231661" y="2391967"/>
                  </a:lnTo>
                  <a:lnTo>
                    <a:pt x="2229949" y="2391967"/>
                  </a:lnTo>
                  <a:lnTo>
                    <a:pt x="2228238" y="2391967"/>
                  </a:lnTo>
                  <a:lnTo>
                    <a:pt x="2226527" y="2391967"/>
                  </a:lnTo>
                  <a:lnTo>
                    <a:pt x="2224815" y="2391967"/>
                  </a:lnTo>
                  <a:lnTo>
                    <a:pt x="2223104" y="2391967"/>
                  </a:lnTo>
                  <a:lnTo>
                    <a:pt x="2221392" y="2391967"/>
                  </a:lnTo>
                  <a:lnTo>
                    <a:pt x="2219681" y="2391967"/>
                  </a:lnTo>
                  <a:lnTo>
                    <a:pt x="2217970" y="2391967"/>
                  </a:lnTo>
                  <a:lnTo>
                    <a:pt x="2216258" y="2391967"/>
                  </a:lnTo>
                  <a:lnTo>
                    <a:pt x="2214547" y="2391967"/>
                  </a:lnTo>
                  <a:lnTo>
                    <a:pt x="2212836" y="2391967"/>
                  </a:lnTo>
                  <a:lnTo>
                    <a:pt x="2211124" y="2391967"/>
                  </a:lnTo>
                  <a:lnTo>
                    <a:pt x="2209413" y="2391967"/>
                  </a:lnTo>
                  <a:lnTo>
                    <a:pt x="2207701" y="2391967"/>
                  </a:lnTo>
                  <a:lnTo>
                    <a:pt x="2205990" y="2391967"/>
                  </a:lnTo>
                  <a:lnTo>
                    <a:pt x="2204279" y="2391967"/>
                  </a:lnTo>
                  <a:lnTo>
                    <a:pt x="2202567" y="2391967"/>
                  </a:lnTo>
                  <a:lnTo>
                    <a:pt x="2200856" y="2391967"/>
                  </a:lnTo>
                  <a:lnTo>
                    <a:pt x="2199144" y="2391967"/>
                  </a:lnTo>
                  <a:lnTo>
                    <a:pt x="2197433" y="2391967"/>
                  </a:lnTo>
                  <a:lnTo>
                    <a:pt x="2195722" y="2391967"/>
                  </a:lnTo>
                  <a:lnTo>
                    <a:pt x="2194010" y="2391967"/>
                  </a:lnTo>
                  <a:lnTo>
                    <a:pt x="2192299" y="2391967"/>
                  </a:lnTo>
                  <a:lnTo>
                    <a:pt x="2190587" y="2391967"/>
                  </a:lnTo>
                  <a:lnTo>
                    <a:pt x="2188876" y="2391967"/>
                  </a:lnTo>
                  <a:lnTo>
                    <a:pt x="2187165" y="2391967"/>
                  </a:lnTo>
                  <a:lnTo>
                    <a:pt x="2185453" y="2391967"/>
                  </a:lnTo>
                  <a:lnTo>
                    <a:pt x="2183742" y="2391967"/>
                  </a:lnTo>
                  <a:lnTo>
                    <a:pt x="2182030" y="2391967"/>
                  </a:lnTo>
                  <a:lnTo>
                    <a:pt x="2180319" y="2391967"/>
                  </a:lnTo>
                  <a:lnTo>
                    <a:pt x="2178608" y="2391967"/>
                  </a:lnTo>
                  <a:lnTo>
                    <a:pt x="2176896" y="2391967"/>
                  </a:lnTo>
                  <a:lnTo>
                    <a:pt x="2175185" y="2391967"/>
                  </a:lnTo>
                  <a:lnTo>
                    <a:pt x="2173473" y="2391967"/>
                  </a:lnTo>
                  <a:lnTo>
                    <a:pt x="2171762" y="2391967"/>
                  </a:lnTo>
                  <a:lnTo>
                    <a:pt x="2170051" y="2391967"/>
                  </a:lnTo>
                  <a:lnTo>
                    <a:pt x="2168339" y="2391967"/>
                  </a:lnTo>
                  <a:lnTo>
                    <a:pt x="2166628" y="2391967"/>
                  </a:lnTo>
                  <a:lnTo>
                    <a:pt x="2164916" y="2391967"/>
                  </a:lnTo>
                  <a:lnTo>
                    <a:pt x="2163205" y="2391967"/>
                  </a:lnTo>
                  <a:lnTo>
                    <a:pt x="2161494" y="2391967"/>
                  </a:lnTo>
                  <a:lnTo>
                    <a:pt x="2159782" y="2391967"/>
                  </a:lnTo>
                  <a:lnTo>
                    <a:pt x="2158071" y="2391967"/>
                  </a:lnTo>
                  <a:lnTo>
                    <a:pt x="2156359" y="2391967"/>
                  </a:lnTo>
                  <a:lnTo>
                    <a:pt x="2154648" y="2391967"/>
                  </a:lnTo>
                  <a:lnTo>
                    <a:pt x="2152937" y="2391967"/>
                  </a:lnTo>
                  <a:lnTo>
                    <a:pt x="2151225" y="2391967"/>
                  </a:lnTo>
                  <a:lnTo>
                    <a:pt x="2149514" y="2391967"/>
                  </a:lnTo>
                  <a:lnTo>
                    <a:pt x="2147802" y="2391967"/>
                  </a:lnTo>
                  <a:lnTo>
                    <a:pt x="2146091" y="2391967"/>
                  </a:lnTo>
                  <a:lnTo>
                    <a:pt x="2144380" y="2391967"/>
                  </a:lnTo>
                  <a:lnTo>
                    <a:pt x="2142668" y="2391967"/>
                  </a:lnTo>
                  <a:lnTo>
                    <a:pt x="2140957" y="2391967"/>
                  </a:lnTo>
                  <a:lnTo>
                    <a:pt x="2139245" y="2391967"/>
                  </a:lnTo>
                  <a:lnTo>
                    <a:pt x="2137534" y="2391967"/>
                  </a:lnTo>
                  <a:lnTo>
                    <a:pt x="2135823" y="2391967"/>
                  </a:lnTo>
                  <a:lnTo>
                    <a:pt x="2134111" y="2391967"/>
                  </a:lnTo>
                  <a:lnTo>
                    <a:pt x="2132400" y="2391967"/>
                  </a:lnTo>
                  <a:lnTo>
                    <a:pt x="2130688" y="2391967"/>
                  </a:lnTo>
                  <a:lnTo>
                    <a:pt x="2128977" y="2391967"/>
                  </a:lnTo>
                  <a:lnTo>
                    <a:pt x="2127266" y="2391967"/>
                  </a:lnTo>
                  <a:lnTo>
                    <a:pt x="2125554" y="2391967"/>
                  </a:lnTo>
                  <a:lnTo>
                    <a:pt x="2123843" y="2391967"/>
                  </a:lnTo>
                  <a:lnTo>
                    <a:pt x="2122131" y="2391967"/>
                  </a:lnTo>
                  <a:lnTo>
                    <a:pt x="2120420" y="2391967"/>
                  </a:lnTo>
                  <a:lnTo>
                    <a:pt x="2118709" y="2391967"/>
                  </a:lnTo>
                  <a:lnTo>
                    <a:pt x="2116997" y="2391967"/>
                  </a:lnTo>
                  <a:lnTo>
                    <a:pt x="2115286" y="2391967"/>
                  </a:lnTo>
                  <a:lnTo>
                    <a:pt x="2113574" y="2391967"/>
                  </a:lnTo>
                  <a:lnTo>
                    <a:pt x="2111863" y="2391967"/>
                  </a:lnTo>
                  <a:lnTo>
                    <a:pt x="2110152" y="2391967"/>
                  </a:lnTo>
                  <a:lnTo>
                    <a:pt x="2108440" y="2391967"/>
                  </a:lnTo>
                  <a:lnTo>
                    <a:pt x="2106729" y="2391967"/>
                  </a:lnTo>
                  <a:lnTo>
                    <a:pt x="2105018" y="2391967"/>
                  </a:lnTo>
                  <a:lnTo>
                    <a:pt x="2103306" y="2391967"/>
                  </a:lnTo>
                  <a:lnTo>
                    <a:pt x="2101595" y="2391967"/>
                  </a:lnTo>
                  <a:lnTo>
                    <a:pt x="2099883" y="2391967"/>
                  </a:lnTo>
                  <a:lnTo>
                    <a:pt x="2098172" y="2391967"/>
                  </a:lnTo>
                  <a:lnTo>
                    <a:pt x="2096461" y="2391967"/>
                  </a:lnTo>
                  <a:lnTo>
                    <a:pt x="2094749" y="2391967"/>
                  </a:lnTo>
                  <a:lnTo>
                    <a:pt x="2093038" y="2391967"/>
                  </a:lnTo>
                  <a:lnTo>
                    <a:pt x="2091326" y="2391967"/>
                  </a:lnTo>
                  <a:lnTo>
                    <a:pt x="2089615" y="2391967"/>
                  </a:lnTo>
                  <a:lnTo>
                    <a:pt x="2087904" y="2391967"/>
                  </a:lnTo>
                  <a:lnTo>
                    <a:pt x="2086192" y="2391967"/>
                  </a:lnTo>
                  <a:lnTo>
                    <a:pt x="2084481" y="2391967"/>
                  </a:lnTo>
                  <a:lnTo>
                    <a:pt x="2082769" y="2391967"/>
                  </a:lnTo>
                  <a:lnTo>
                    <a:pt x="2081058" y="2391967"/>
                  </a:lnTo>
                  <a:lnTo>
                    <a:pt x="2079347" y="2391967"/>
                  </a:lnTo>
                  <a:lnTo>
                    <a:pt x="2077635" y="2391967"/>
                  </a:lnTo>
                  <a:lnTo>
                    <a:pt x="2075924" y="2391967"/>
                  </a:lnTo>
                  <a:lnTo>
                    <a:pt x="2074212" y="2391967"/>
                  </a:lnTo>
                  <a:lnTo>
                    <a:pt x="2072501" y="2391967"/>
                  </a:lnTo>
                  <a:lnTo>
                    <a:pt x="2070790" y="2391967"/>
                  </a:lnTo>
                  <a:lnTo>
                    <a:pt x="2069078" y="2391967"/>
                  </a:lnTo>
                  <a:lnTo>
                    <a:pt x="2067367" y="2391967"/>
                  </a:lnTo>
                  <a:lnTo>
                    <a:pt x="2065655" y="2391967"/>
                  </a:lnTo>
                  <a:lnTo>
                    <a:pt x="2063944" y="2391967"/>
                  </a:lnTo>
                  <a:lnTo>
                    <a:pt x="2062233" y="2391967"/>
                  </a:lnTo>
                  <a:lnTo>
                    <a:pt x="2060521" y="2391967"/>
                  </a:lnTo>
                  <a:lnTo>
                    <a:pt x="2058810" y="2391967"/>
                  </a:lnTo>
                  <a:lnTo>
                    <a:pt x="2057098" y="2391967"/>
                  </a:lnTo>
                  <a:lnTo>
                    <a:pt x="2055387" y="2391967"/>
                  </a:lnTo>
                  <a:lnTo>
                    <a:pt x="2053676" y="2391967"/>
                  </a:lnTo>
                  <a:lnTo>
                    <a:pt x="2051964" y="2391967"/>
                  </a:lnTo>
                  <a:lnTo>
                    <a:pt x="2050253" y="2391967"/>
                  </a:lnTo>
                  <a:lnTo>
                    <a:pt x="2048541" y="2391967"/>
                  </a:lnTo>
                  <a:lnTo>
                    <a:pt x="2046830" y="2391967"/>
                  </a:lnTo>
                  <a:lnTo>
                    <a:pt x="2045119" y="2391967"/>
                  </a:lnTo>
                  <a:lnTo>
                    <a:pt x="2043407" y="2391967"/>
                  </a:lnTo>
                  <a:lnTo>
                    <a:pt x="2041696" y="2391967"/>
                  </a:lnTo>
                  <a:lnTo>
                    <a:pt x="2039984" y="2391967"/>
                  </a:lnTo>
                  <a:lnTo>
                    <a:pt x="2038273" y="2391967"/>
                  </a:lnTo>
                  <a:lnTo>
                    <a:pt x="2036562" y="2391967"/>
                  </a:lnTo>
                  <a:lnTo>
                    <a:pt x="2034850" y="2391967"/>
                  </a:lnTo>
                  <a:lnTo>
                    <a:pt x="2033139" y="2391967"/>
                  </a:lnTo>
                  <a:lnTo>
                    <a:pt x="2031427" y="2391967"/>
                  </a:lnTo>
                  <a:lnTo>
                    <a:pt x="2029716" y="2391967"/>
                  </a:lnTo>
                  <a:lnTo>
                    <a:pt x="2028005" y="2391967"/>
                  </a:lnTo>
                  <a:lnTo>
                    <a:pt x="2026293" y="2391967"/>
                  </a:lnTo>
                  <a:lnTo>
                    <a:pt x="2024582" y="2391967"/>
                  </a:lnTo>
                  <a:lnTo>
                    <a:pt x="2022870" y="2391967"/>
                  </a:lnTo>
                  <a:lnTo>
                    <a:pt x="2021159" y="2391967"/>
                  </a:lnTo>
                  <a:lnTo>
                    <a:pt x="2019448" y="2391967"/>
                  </a:lnTo>
                  <a:lnTo>
                    <a:pt x="2017736" y="2391967"/>
                  </a:lnTo>
                  <a:lnTo>
                    <a:pt x="2016025" y="2391967"/>
                  </a:lnTo>
                  <a:lnTo>
                    <a:pt x="2014313" y="2391967"/>
                  </a:lnTo>
                  <a:lnTo>
                    <a:pt x="2012602" y="2391967"/>
                  </a:lnTo>
                  <a:lnTo>
                    <a:pt x="2010891" y="2391967"/>
                  </a:lnTo>
                  <a:lnTo>
                    <a:pt x="2009179" y="2391967"/>
                  </a:lnTo>
                  <a:lnTo>
                    <a:pt x="2007468" y="2391967"/>
                  </a:lnTo>
                  <a:lnTo>
                    <a:pt x="2005756" y="2391967"/>
                  </a:lnTo>
                  <a:lnTo>
                    <a:pt x="2004045" y="2391967"/>
                  </a:lnTo>
                  <a:lnTo>
                    <a:pt x="2002334" y="2391967"/>
                  </a:lnTo>
                  <a:lnTo>
                    <a:pt x="2000622" y="2391967"/>
                  </a:lnTo>
                  <a:lnTo>
                    <a:pt x="1998911" y="2391967"/>
                  </a:lnTo>
                  <a:lnTo>
                    <a:pt x="1997200" y="2391967"/>
                  </a:lnTo>
                  <a:lnTo>
                    <a:pt x="1995488" y="2391967"/>
                  </a:lnTo>
                  <a:lnTo>
                    <a:pt x="1993777" y="2391967"/>
                  </a:lnTo>
                  <a:lnTo>
                    <a:pt x="1992065" y="2391967"/>
                  </a:lnTo>
                  <a:lnTo>
                    <a:pt x="1990354" y="2391967"/>
                  </a:lnTo>
                  <a:lnTo>
                    <a:pt x="1988643" y="2391967"/>
                  </a:lnTo>
                  <a:lnTo>
                    <a:pt x="1986931" y="2391967"/>
                  </a:lnTo>
                  <a:lnTo>
                    <a:pt x="1985220" y="2391967"/>
                  </a:lnTo>
                  <a:lnTo>
                    <a:pt x="1983508" y="2391967"/>
                  </a:lnTo>
                  <a:lnTo>
                    <a:pt x="1981797" y="2391967"/>
                  </a:lnTo>
                  <a:lnTo>
                    <a:pt x="1980086" y="2391967"/>
                  </a:lnTo>
                  <a:lnTo>
                    <a:pt x="1978374" y="2391967"/>
                  </a:lnTo>
                  <a:lnTo>
                    <a:pt x="1976663" y="2391967"/>
                  </a:lnTo>
                  <a:lnTo>
                    <a:pt x="1974951" y="2391967"/>
                  </a:lnTo>
                  <a:lnTo>
                    <a:pt x="1973240" y="2391967"/>
                  </a:lnTo>
                  <a:lnTo>
                    <a:pt x="1971529" y="2391967"/>
                  </a:lnTo>
                  <a:lnTo>
                    <a:pt x="1969817" y="2391967"/>
                  </a:lnTo>
                  <a:lnTo>
                    <a:pt x="1968106" y="2391967"/>
                  </a:lnTo>
                  <a:lnTo>
                    <a:pt x="1966394" y="2391967"/>
                  </a:lnTo>
                  <a:lnTo>
                    <a:pt x="1964683" y="2391967"/>
                  </a:lnTo>
                  <a:lnTo>
                    <a:pt x="1962972" y="2391967"/>
                  </a:lnTo>
                  <a:lnTo>
                    <a:pt x="1961260" y="2391967"/>
                  </a:lnTo>
                  <a:lnTo>
                    <a:pt x="1959549" y="2391967"/>
                  </a:lnTo>
                  <a:lnTo>
                    <a:pt x="1957837" y="2391967"/>
                  </a:lnTo>
                  <a:lnTo>
                    <a:pt x="1956126" y="2391967"/>
                  </a:lnTo>
                  <a:lnTo>
                    <a:pt x="1954415" y="2391967"/>
                  </a:lnTo>
                  <a:lnTo>
                    <a:pt x="1952703" y="2391967"/>
                  </a:lnTo>
                  <a:lnTo>
                    <a:pt x="1950992" y="2391967"/>
                  </a:lnTo>
                  <a:lnTo>
                    <a:pt x="1949280" y="2391967"/>
                  </a:lnTo>
                  <a:lnTo>
                    <a:pt x="1947569" y="2391967"/>
                  </a:lnTo>
                  <a:lnTo>
                    <a:pt x="1945858" y="2391967"/>
                  </a:lnTo>
                  <a:lnTo>
                    <a:pt x="1944146" y="2391967"/>
                  </a:lnTo>
                  <a:lnTo>
                    <a:pt x="1942435" y="2391967"/>
                  </a:lnTo>
                  <a:lnTo>
                    <a:pt x="1940723" y="2391967"/>
                  </a:lnTo>
                  <a:lnTo>
                    <a:pt x="1939012" y="2391967"/>
                  </a:lnTo>
                  <a:lnTo>
                    <a:pt x="1937301" y="2391967"/>
                  </a:lnTo>
                  <a:lnTo>
                    <a:pt x="1935589" y="2391967"/>
                  </a:lnTo>
                  <a:lnTo>
                    <a:pt x="1933878" y="2391967"/>
                  </a:lnTo>
                  <a:lnTo>
                    <a:pt x="1932166" y="2391967"/>
                  </a:lnTo>
                  <a:lnTo>
                    <a:pt x="1930455" y="2391967"/>
                  </a:lnTo>
                  <a:lnTo>
                    <a:pt x="1928744" y="2391967"/>
                  </a:lnTo>
                  <a:lnTo>
                    <a:pt x="1927032" y="2391967"/>
                  </a:lnTo>
                  <a:lnTo>
                    <a:pt x="1925321" y="2391967"/>
                  </a:lnTo>
                  <a:lnTo>
                    <a:pt x="1923609" y="2391967"/>
                  </a:lnTo>
                  <a:lnTo>
                    <a:pt x="1921898" y="2391967"/>
                  </a:lnTo>
                  <a:lnTo>
                    <a:pt x="1920187" y="2391967"/>
                  </a:lnTo>
                  <a:lnTo>
                    <a:pt x="1918475" y="2391967"/>
                  </a:lnTo>
                  <a:lnTo>
                    <a:pt x="1916764" y="2391967"/>
                  </a:lnTo>
                  <a:lnTo>
                    <a:pt x="1915052" y="2391967"/>
                  </a:lnTo>
                  <a:lnTo>
                    <a:pt x="1913341" y="2391967"/>
                  </a:lnTo>
                  <a:lnTo>
                    <a:pt x="1911630" y="2391967"/>
                  </a:lnTo>
                  <a:lnTo>
                    <a:pt x="1909918" y="2391967"/>
                  </a:lnTo>
                  <a:lnTo>
                    <a:pt x="1908207" y="2391967"/>
                  </a:lnTo>
                  <a:lnTo>
                    <a:pt x="1906495" y="2391967"/>
                  </a:lnTo>
                  <a:lnTo>
                    <a:pt x="1904784" y="2391967"/>
                  </a:lnTo>
                  <a:lnTo>
                    <a:pt x="1903073" y="2391967"/>
                  </a:lnTo>
                  <a:lnTo>
                    <a:pt x="1901361" y="2391967"/>
                  </a:lnTo>
                  <a:lnTo>
                    <a:pt x="1899650" y="2391967"/>
                  </a:lnTo>
                  <a:lnTo>
                    <a:pt x="1897938" y="2391967"/>
                  </a:lnTo>
                  <a:lnTo>
                    <a:pt x="1896227" y="2391967"/>
                  </a:lnTo>
                  <a:lnTo>
                    <a:pt x="1894516" y="2391967"/>
                  </a:lnTo>
                  <a:lnTo>
                    <a:pt x="1892804" y="2391967"/>
                  </a:lnTo>
                  <a:lnTo>
                    <a:pt x="1891093" y="2391967"/>
                  </a:lnTo>
                  <a:lnTo>
                    <a:pt x="1889382" y="2391967"/>
                  </a:lnTo>
                  <a:lnTo>
                    <a:pt x="1887670" y="2391967"/>
                  </a:lnTo>
                  <a:lnTo>
                    <a:pt x="1885959" y="2391967"/>
                  </a:lnTo>
                  <a:lnTo>
                    <a:pt x="1884247" y="2391967"/>
                  </a:lnTo>
                  <a:lnTo>
                    <a:pt x="1882536" y="2391967"/>
                  </a:lnTo>
                  <a:lnTo>
                    <a:pt x="1880825" y="2391967"/>
                  </a:lnTo>
                  <a:lnTo>
                    <a:pt x="1879113" y="2391967"/>
                  </a:lnTo>
                  <a:lnTo>
                    <a:pt x="1877402" y="2391967"/>
                  </a:lnTo>
                  <a:lnTo>
                    <a:pt x="1875690" y="2391967"/>
                  </a:lnTo>
                  <a:lnTo>
                    <a:pt x="1873979" y="2391967"/>
                  </a:lnTo>
                  <a:lnTo>
                    <a:pt x="1872268" y="2391967"/>
                  </a:lnTo>
                  <a:lnTo>
                    <a:pt x="1870556" y="2391967"/>
                  </a:lnTo>
                  <a:lnTo>
                    <a:pt x="1868845" y="2391967"/>
                  </a:lnTo>
                  <a:lnTo>
                    <a:pt x="1867133" y="2391967"/>
                  </a:lnTo>
                  <a:lnTo>
                    <a:pt x="1865422" y="2391967"/>
                  </a:lnTo>
                  <a:lnTo>
                    <a:pt x="1863711" y="2391967"/>
                  </a:lnTo>
                  <a:lnTo>
                    <a:pt x="1861999" y="2391967"/>
                  </a:lnTo>
                  <a:lnTo>
                    <a:pt x="1860288" y="2391967"/>
                  </a:lnTo>
                  <a:lnTo>
                    <a:pt x="1858576" y="2391967"/>
                  </a:lnTo>
                  <a:lnTo>
                    <a:pt x="1856865" y="2391967"/>
                  </a:lnTo>
                  <a:lnTo>
                    <a:pt x="1855154" y="2391967"/>
                  </a:lnTo>
                  <a:lnTo>
                    <a:pt x="1853442" y="2391967"/>
                  </a:lnTo>
                  <a:lnTo>
                    <a:pt x="1851731" y="2391967"/>
                  </a:lnTo>
                  <a:lnTo>
                    <a:pt x="1850019" y="2391967"/>
                  </a:lnTo>
                  <a:lnTo>
                    <a:pt x="1848308" y="2391967"/>
                  </a:lnTo>
                  <a:lnTo>
                    <a:pt x="1846597" y="2391967"/>
                  </a:lnTo>
                  <a:lnTo>
                    <a:pt x="1844885" y="2391967"/>
                  </a:lnTo>
                  <a:lnTo>
                    <a:pt x="1843174" y="2391967"/>
                  </a:lnTo>
                  <a:lnTo>
                    <a:pt x="1841462" y="2391967"/>
                  </a:lnTo>
                  <a:lnTo>
                    <a:pt x="1839751" y="2391967"/>
                  </a:lnTo>
                  <a:lnTo>
                    <a:pt x="1838040" y="2391967"/>
                  </a:lnTo>
                  <a:lnTo>
                    <a:pt x="1836328" y="2391967"/>
                  </a:lnTo>
                  <a:lnTo>
                    <a:pt x="1834617" y="2391967"/>
                  </a:lnTo>
                  <a:lnTo>
                    <a:pt x="1832905" y="2391967"/>
                  </a:lnTo>
                  <a:lnTo>
                    <a:pt x="1831194" y="2391967"/>
                  </a:lnTo>
                  <a:lnTo>
                    <a:pt x="1829483" y="2391967"/>
                  </a:lnTo>
                  <a:lnTo>
                    <a:pt x="1827771" y="2391967"/>
                  </a:lnTo>
                  <a:lnTo>
                    <a:pt x="1826060" y="2391967"/>
                  </a:lnTo>
                  <a:lnTo>
                    <a:pt x="1824348" y="2391967"/>
                  </a:lnTo>
                  <a:lnTo>
                    <a:pt x="1822637" y="2391967"/>
                  </a:lnTo>
                  <a:lnTo>
                    <a:pt x="1820926" y="2391967"/>
                  </a:lnTo>
                  <a:lnTo>
                    <a:pt x="1819214" y="2391967"/>
                  </a:lnTo>
                  <a:lnTo>
                    <a:pt x="1817503" y="2391967"/>
                  </a:lnTo>
                  <a:lnTo>
                    <a:pt x="1815791" y="2391967"/>
                  </a:lnTo>
                  <a:lnTo>
                    <a:pt x="1814080" y="2391967"/>
                  </a:lnTo>
                  <a:lnTo>
                    <a:pt x="1812369" y="2391967"/>
                  </a:lnTo>
                  <a:lnTo>
                    <a:pt x="1810657" y="2391967"/>
                  </a:lnTo>
                  <a:lnTo>
                    <a:pt x="1808946" y="2391967"/>
                  </a:lnTo>
                  <a:lnTo>
                    <a:pt x="1807234" y="2391967"/>
                  </a:lnTo>
                  <a:lnTo>
                    <a:pt x="1805523" y="2391967"/>
                  </a:lnTo>
                  <a:lnTo>
                    <a:pt x="1803812" y="2391967"/>
                  </a:lnTo>
                  <a:lnTo>
                    <a:pt x="1802100" y="2391967"/>
                  </a:lnTo>
                  <a:lnTo>
                    <a:pt x="1800389" y="2391967"/>
                  </a:lnTo>
                  <a:lnTo>
                    <a:pt x="1798677" y="2391967"/>
                  </a:lnTo>
                  <a:lnTo>
                    <a:pt x="1796966" y="2391967"/>
                  </a:lnTo>
                  <a:lnTo>
                    <a:pt x="1795255" y="2391967"/>
                  </a:lnTo>
                  <a:lnTo>
                    <a:pt x="1793543" y="2391967"/>
                  </a:lnTo>
                  <a:lnTo>
                    <a:pt x="1791832" y="2391967"/>
                  </a:lnTo>
                  <a:lnTo>
                    <a:pt x="1790121" y="2391967"/>
                  </a:lnTo>
                  <a:lnTo>
                    <a:pt x="1788409" y="2391967"/>
                  </a:lnTo>
                  <a:lnTo>
                    <a:pt x="1786698" y="2391967"/>
                  </a:lnTo>
                  <a:lnTo>
                    <a:pt x="1784986" y="2391967"/>
                  </a:lnTo>
                  <a:lnTo>
                    <a:pt x="1783275" y="2391967"/>
                  </a:lnTo>
                  <a:lnTo>
                    <a:pt x="1781564" y="2391967"/>
                  </a:lnTo>
                  <a:lnTo>
                    <a:pt x="1779852" y="2391967"/>
                  </a:lnTo>
                  <a:lnTo>
                    <a:pt x="1778141" y="2391967"/>
                  </a:lnTo>
                  <a:lnTo>
                    <a:pt x="1776429" y="2391967"/>
                  </a:lnTo>
                  <a:lnTo>
                    <a:pt x="1774718" y="2391967"/>
                  </a:lnTo>
                  <a:lnTo>
                    <a:pt x="1773007" y="2391967"/>
                  </a:lnTo>
                  <a:lnTo>
                    <a:pt x="1771295" y="2391967"/>
                  </a:lnTo>
                  <a:lnTo>
                    <a:pt x="1769584" y="2391967"/>
                  </a:lnTo>
                  <a:lnTo>
                    <a:pt x="1767872" y="2391967"/>
                  </a:lnTo>
                  <a:lnTo>
                    <a:pt x="1766161" y="2391967"/>
                  </a:lnTo>
                  <a:lnTo>
                    <a:pt x="1764450" y="2391967"/>
                  </a:lnTo>
                  <a:lnTo>
                    <a:pt x="1762738" y="2391967"/>
                  </a:lnTo>
                  <a:lnTo>
                    <a:pt x="1761027" y="2391967"/>
                  </a:lnTo>
                  <a:lnTo>
                    <a:pt x="1759315" y="2391967"/>
                  </a:lnTo>
                  <a:lnTo>
                    <a:pt x="1757604" y="2391967"/>
                  </a:lnTo>
                  <a:lnTo>
                    <a:pt x="1755893" y="2391967"/>
                  </a:lnTo>
                  <a:lnTo>
                    <a:pt x="1754181" y="2391967"/>
                  </a:lnTo>
                  <a:lnTo>
                    <a:pt x="1752470" y="2391967"/>
                  </a:lnTo>
                  <a:lnTo>
                    <a:pt x="1750758" y="2391967"/>
                  </a:lnTo>
                  <a:lnTo>
                    <a:pt x="1749047" y="2391967"/>
                  </a:lnTo>
                  <a:lnTo>
                    <a:pt x="1747336" y="2391967"/>
                  </a:lnTo>
                  <a:lnTo>
                    <a:pt x="1745624" y="2391967"/>
                  </a:lnTo>
                  <a:lnTo>
                    <a:pt x="1743913" y="2391967"/>
                  </a:lnTo>
                  <a:lnTo>
                    <a:pt x="1742201" y="2391967"/>
                  </a:lnTo>
                  <a:lnTo>
                    <a:pt x="1740490" y="2391967"/>
                  </a:lnTo>
                  <a:lnTo>
                    <a:pt x="1738779" y="2391967"/>
                  </a:lnTo>
                  <a:lnTo>
                    <a:pt x="1737067" y="2391967"/>
                  </a:lnTo>
                  <a:lnTo>
                    <a:pt x="1735356" y="2391967"/>
                  </a:lnTo>
                  <a:lnTo>
                    <a:pt x="1733644" y="2391967"/>
                  </a:lnTo>
                  <a:lnTo>
                    <a:pt x="1731933" y="2391967"/>
                  </a:lnTo>
                  <a:lnTo>
                    <a:pt x="1730222" y="2391967"/>
                  </a:lnTo>
                  <a:lnTo>
                    <a:pt x="1728510" y="2391967"/>
                  </a:lnTo>
                  <a:lnTo>
                    <a:pt x="1726799" y="2391967"/>
                  </a:lnTo>
                  <a:lnTo>
                    <a:pt x="1725087" y="2391967"/>
                  </a:lnTo>
                  <a:lnTo>
                    <a:pt x="1723376" y="2391967"/>
                  </a:lnTo>
                  <a:lnTo>
                    <a:pt x="1721665" y="2391967"/>
                  </a:lnTo>
                  <a:lnTo>
                    <a:pt x="1719953" y="2391967"/>
                  </a:lnTo>
                  <a:lnTo>
                    <a:pt x="1718242" y="2391967"/>
                  </a:lnTo>
                  <a:lnTo>
                    <a:pt x="1716530" y="2391967"/>
                  </a:lnTo>
                  <a:lnTo>
                    <a:pt x="1714819" y="2391967"/>
                  </a:lnTo>
                  <a:lnTo>
                    <a:pt x="1713108" y="2391967"/>
                  </a:lnTo>
                  <a:lnTo>
                    <a:pt x="1711396" y="2391967"/>
                  </a:lnTo>
                  <a:lnTo>
                    <a:pt x="1709685" y="2391967"/>
                  </a:lnTo>
                  <a:lnTo>
                    <a:pt x="1707973" y="2391967"/>
                  </a:lnTo>
                  <a:lnTo>
                    <a:pt x="1706262" y="2391967"/>
                  </a:lnTo>
                  <a:lnTo>
                    <a:pt x="1704551" y="2391967"/>
                  </a:lnTo>
                  <a:lnTo>
                    <a:pt x="1702839" y="2391967"/>
                  </a:lnTo>
                  <a:lnTo>
                    <a:pt x="1701128" y="2391967"/>
                  </a:lnTo>
                  <a:lnTo>
                    <a:pt x="1699416" y="2391967"/>
                  </a:lnTo>
                  <a:lnTo>
                    <a:pt x="1697705" y="2391967"/>
                  </a:lnTo>
                  <a:lnTo>
                    <a:pt x="1695994" y="2391967"/>
                  </a:lnTo>
                  <a:lnTo>
                    <a:pt x="1694282" y="2391967"/>
                  </a:lnTo>
                  <a:lnTo>
                    <a:pt x="1692571" y="2391967"/>
                  </a:lnTo>
                  <a:lnTo>
                    <a:pt x="1690859" y="2391967"/>
                  </a:lnTo>
                  <a:lnTo>
                    <a:pt x="1689148" y="2391967"/>
                  </a:lnTo>
                  <a:lnTo>
                    <a:pt x="1687437" y="2391967"/>
                  </a:lnTo>
                  <a:lnTo>
                    <a:pt x="1685725" y="2391967"/>
                  </a:lnTo>
                  <a:lnTo>
                    <a:pt x="1684014" y="2391967"/>
                  </a:lnTo>
                  <a:lnTo>
                    <a:pt x="1682303" y="2391967"/>
                  </a:lnTo>
                  <a:lnTo>
                    <a:pt x="1680591" y="2391967"/>
                  </a:lnTo>
                  <a:lnTo>
                    <a:pt x="1678880" y="2391967"/>
                  </a:lnTo>
                  <a:lnTo>
                    <a:pt x="1677168" y="2391967"/>
                  </a:lnTo>
                  <a:lnTo>
                    <a:pt x="1675457" y="2391967"/>
                  </a:lnTo>
                  <a:lnTo>
                    <a:pt x="1673746" y="2391967"/>
                  </a:lnTo>
                  <a:lnTo>
                    <a:pt x="1672034" y="2391967"/>
                  </a:lnTo>
                  <a:lnTo>
                    <a:pt x="1670323" y="2391967"/>
                  </a:lnTo>
                  <a:lnTo>
                    <a:pt x="1668611" y="2391967"/>
                  </a:lnTo>
                  <a:lnTo>
                    <a:pt x="1666900" y="2391967"/>
                  </a:lnTo>
                  <a:lnTo>
                    <a:pt x="1665189" y="2391967"/>
                  </a:lnTo>
                  <a:lnTo>
                    <a:pt x="1663477" y="2391967"/>
                  </a:lnTo>
                  <a:lnTo>
                    <a:pt x="1661766" y="2391967"/>
                  </a:lnTo>
                  <a:lnTo>
                    <a:pt x="1660054" y="2391967"/>
                  </a:lnTo>
                  <a:lnTo>
                    <a:pt x="1658343" y="2391967"/>
                  </a:lnTo>
                  <a:lnTo>
                    <a:pt x="1656632" y="2391967"/>
                  </a:lnTo>
                  <a:lnTo>
                    <a:pt x="1654920" y="2391967"/>
                  </a:lnTo>
                  <a:lnTo>
                    <a:pt x="1653209" y="2391967"/>
                  </a:lnTo>
                  <a:lnTo>
                    <a:pt x="1651497" y="2391967"/>
                  </a:lnTo>
                  <a:lnTo>
                    <a:pt x="1649786" y="2391967"/>
                  </a:lnTo>
                  <a:lnTo>
                    <a:pt x="1648075" y="2391967"/>
                  </a:lnTo>
                  <a:lnTo>
                    <a:pt x="1646363" y="2391967"/>
                  </a:lnTo>
                  <a:lnTo>
                    <a:pt x="1644652" y="2391967"/>
                  </a:lnTo>
                  <a:lnTo>
                    <a:pt x="1642940" y="2391967"/>
                  </a:lnTo>
                  <a:lnTo>
                    <a:pt x="1641229" y="2391967"/>
                  </a:lnTo>
                  <a:lnTo>
                    <a:pt x="1639518" y="2391967"/>
                  </a:lnTo>
                  <a:lnTo>
                    <a:pt x="1637806" y="2391967"/>
                  </a:lnTo>
                  <a:lnTo>
                    <a:pt x="1636095" y="2391967"/>
                  </a:lnTo>
                  <a:lnTo>
                    <a:pt x="1634383" y="2391967"/>
                  </a:lnTo>
                  <a:lnTo>
                    <a:pt x="1632672" y="2391967"/>
                  </a:lnTo>
                  <a:lnTo>
                    <a:pt x="1630961" y="2391967"/>
                  </a:lnTo>
                  <a:lnTo>
                    <a:pt x="1629249" y="2391967"/>
                  </a:lnTo>
                  <a:lnTo>
                    <a:pt x="1627538" y="2391967"/>
                  </a:lnTo>
                  <a:lnTo>
                    <a:pt x="1625826" y="2391967"/>
                  </a:lnTo>
                  <a:lnTo>
                    <a:pt x="1624115" y="2391967"/>
                  </a:lnTo>
                  <a:lnTo>
                    <a:pt x="1622404" y="2391967"/>
                  </a:lnTo>
                  <a:lnTo>
                    <a:pt x="1620692" y="2391967"/>
                  </a:lnTo>
                  <a:lnTo>
                    <a:pt x="1618981" y="2391967"/>
                  </a:lnTo>
                  <a:lnTo>
                    <a:pt x="1617269" y="2391967"/>
                  </a:lnTo>
                  <a:lnTo>
                    <a:pt x="1615558" y="2391967"/>
                  </a:lnTo>
                  <a:lnTo>
                    <a:pt x="1613847" y="2391967"/>
                  </a:lnTo>
                  <a:lnTo>
                    <a:pt x="1612135" y="2391967"/>
                  </a:lnTo>
                  <a:lnTo>
                    <a:pt x="1610424" y="2391967"/>
                  </a:lnTo>
                  <a:lnTo>
                    <a:pt x="1608712" y="2391967"/>
                  </a:lnTo>
                  <a:lnTo>
                    <a:pt x="1607001" y="2391967"/>
                  </a:lnTo>
                  <a:lnTo>
                    <a:pt x="1605290" y="2391967"/>
                  </a:lnTo>
                  <a:lnTo>
                    <a:pt x="1603578" y="2391967"/>
                  </a:lnTo>
                  <a:lnTo>
                    <a:pt x="1601867" y="2391967"/>
                  </a:lnTo>
                  <a:lnTo>
                    <a:pt x="1600155" y="2391967"/>
                  </a:lnTo>
                  <a:lnTo>
                    <a:pt x="1598444" y="2391967"/>
                  </a:lnTo>
                  <a:lnTo>
                    <a:pt x="1596733" y="2391967"/>
                  </a:lnTo>
                  <a:lnTo>
                    <a:pt x="1595021" y="2391967"/>
                  </a:lnTo>
                  <a:lnTo>
                    <a:pt x="1593310" y="2391967"/>
                  </a:lnTo>
                  <a:lnTo>
                    <a:pt x="1591598" y="2391967"/>
                  </a:lnTo>
                  <a:lnTo>
                    <a:pt x="1589887" y="2391967"/>
                  </a:lnTo>
                  <a:lnTo>
                    <a:pt x="1588176" y="2391967"/>
                  </a:lnTo>
                  <a:lnTo>
                    <a:pt x="1586464" y="2391967"/>
                  </a:lnTo>
                  <a:lnTo>
                    <a:pt x="1584753" y="2391967"/>
                  </a:lnTo>
                  <a:lnTo>
                    <a:pt x="1583041" y="2391967"/>
                  </a:lnTo>
                  <a:lnTo>
                    <a:pt x="1581330" y="2391967"/>
                  </a:lnTo>
                  <a:lnTo>
                    <a:pt x="1579619" y="2391967"/>
                  </a:lnTo>
                  <a:lnTo>
                    <a:pt x="1577907" y="2391967"/>
                  </a:lnTo>
                  <a:lnTo>
                    <a:pt x="1576196" y="2391967"/>
                  </a:lnTo>
                  <a:lnTo>
                    <a:pt x="1574485" y="2391967"/>
                  </a:lnTo>
                  <a:lnTo>
                    <a:pt x="1572773" y="2391967"/>
                  </a:lnTo>
                  <a:lnTo>
                    <a:pt x="1571062" y="2391967"/>
                  </a:lnTo>
                  <a:lnTo>
                    <a:pt x="1569350" y="2391967"/>
                  </a:lnTo>
                  <a:lnTo>
                    <a:pt x="1567639" y="2391967"/>
                  </a:lnTo>
                  <a:lnTo>
                    <a:pt x="1565928" y="2391967"/>
                  </a:lnTo>
                  <a:lnTo>
                    <a:pt x="1564216" y="2391967"/>
                  </a:lnTo>
                  <a:lnTo>
                    <a:pt x="1562505" y="2391967"/>
                  </a:lnTo>
                  <a:lnTo>
                    <a:pt x="1560793" y="2391967"/>
                  </a:lnTo>
                  <a:lnTo>
                    <a:pt x="1559082" y="2391967"/>
                  </a:lnTo>
                  <a:lnTo>
                    <a:pt x="1557371" y="2391967"/>
                  </a:lnTo>
                  <a:lnTo>
                    <a:pt x="1555659" y="2391967"/>
                  </a:lnTo>
                  <a:lnTo>
                    <a:pt x="1553948" y="2391967"/>
                  </a:lnTo>
                  <a:lnTo>
                    <a:pt x="1552236" y="2391967"/>
                  </a:lnTo>
                  <a:lnTo>
                    <a:pt x="1550525" y="2391967"/>
                  </a:lnTo>
                  <a:lnTo>
                    <a:pt x="1548814" y="2391967"/>
                  </a:lnTo>
                  <a:lnTo>
                    <a:pt x="1547102" y="2391967"/>
                  </a:lnTo>
                  <a:lnTo>
                    <a:pt x="1545391" y="2391967"/>
                  </a:lnTo>
                  <a:lnTo>
                    <a:pt x="1543679" y="2391967"/>
                  </a:lnTo>
                  <a:lnTo>
                    <a:pt x="1541968" y="2391967"/>
                  </a:lnTo>
                  <a:lnTo>
                    <a:pt x="1540257" y="2391967"/>
                  </a:lnTo>
                  <a:lnTo>
                    <a:pt x="1538545" y="2391967"/>
                  </a:lnTo>
                  <a:lnTo>
                    <a:pt x="1536834" y="2391967"/>
                  </a:lnTo>
                  <a:lnTo>
                    <a:pt x="1535122" y="2391967"/>
                  </a:lnTo>
                  <a:lnTo>
                    <a:pt x="1533411" y="2391967"/>
                  </a:lnTo>
                  <a:lnTo>
                    <a:pt x="1531700" y="2391967"/>
                  </a:lnTo>
                  <a:lnTo>
                    <a:pt x="1529988" y="2391967"/>
                  </a:lnTo>
                  <a:lnTo>
                    <a:pt x="1528277" y="2391967"/>
                  </a:lnTo>
                  <a:lnTo>
                    <a:pt x="1526565" y="2391967"/>
                  </a:lnTo>
                  <a:lnTo>
                    <a:pt x="1524854" y="2391967"/>
                  </a:lnTo>
                  <a:lnTo>
                    <a:pt x="1523143" y="2391967"/>
                  </a:lnTo>
                  <a:lnTo>
                    <a:pt x="1521431" y="2391967"/>
                  </a:lnTo>
                  <a:lnTo>
                    <a:pt x="1519720" y="2391967"/>
                  </a:lnTo>
                  <a:lnTo>
                    <a:pt x="1518008" y="2391967"/>
                  </a:lnTo>
                  <a:lnTo>
                    <a:pt x="1516297" y="2391967"/>
                  </a:lnTo>
                  <a:lnTo>
                    <a:pt x="1514586" y="2391967"/>
                  </a:lnTo>
                  <a:lnTo>
                    <a:pt x="1512874" y="2391967"/>
                  </a:lnTo>
                  <a:lnTo>
                    <a:pt x="1511163" y="2391967"/>
                  </a:lnTo>
                  <a:lnTo>
                    <a:pt x="1509451" y="2391967"/>
                  </a:lnTo>
                  <a:lnTo>
                    <a:pt x="1507740" y="2391967"/>
                  </a:lnTo>
                  <a:lnTo>
                    <a:pt x="1506029" y="2391967"/>
                  </a:lnTo>
                  <a:lnTo>
                    <a:pt x="1504317" y="2391967"/>
                  </a:lnTo>
                  <a:lnTo>
                    <a:pt x="1502606" y="2391967"/>
                  </a:lnTo>
                  <a:lnTo>
                    <a:pt x="1500894" y="2391967"/>
                  </a:lnTo>
                  <a:lnTo>
                    <a:pt x="1499183" y="2391967"/>
                  </a:lnTo>
                  <a:lnTo>
                    <a:pt x="1497472" y="2391967"/>
                  </a:lnTo>
                  <a:lnTo>
                    <a:pt x="1495760" y="2391967"/>
                  </a:lnTo>
                  <a:lnTo>
                    <a:pt x="1494049" y="2391967"/>
                  </a:lnTo>
                  <a:lnTo>
                    <a:pt x="1492337" y="2391967"/>
                  </a:lnTo>
                  <a:lnTo>
                    <a:pt x="1490626" y="2391967"/>
                  </a:lnTo>
                  <a:lnTo>
                    <a:pt x="1488915" y="2391967"/>
                  </a:lnTo>
                  <a:lnTo>
                    <a:pt x="1487203" y="2391967"/>
                  </a:lnTo>
                  <a:lnTo>
                    <a:pt x="1485492" y="2391967"/>
                  </a:lnTo>
                  <a:lnTo>
                    <a:pt x="1483780" y="2391967"/>
                  </a:lnTo>
                  <a:lnTo>
                    <a:pt x="1482069" y="2391967"/>
                  </a:lnTo>
                  <a:lnTo>
                    <a:pt x="1480358" y="2391967"/>
                  </a:lnTo>
                  <a:lnTo>
                    <a:pt x="1478646" y="2391967"/>
                  </a:lnTo>
                  <a:lnTo>
                    <a:pt x="1476935" y="2391967"/>
                  </a:lnTo>
                  <a:lnTo>
                    <a:pt x="1475224" y="2391967"/>
                  </a:lnTo>
                  <a:lnTo>
                    <a:pt x="1473512" y="2391967"/>
                  </a:lnTo>
                  <a:lnTo>
                    <a:pt x="1471801" y="2391967"/>
                  </a:lnTo>
                  <a:lnTo>
                    <a:pt x="1470089" y="2391967"/>
                  </a:lnTo>
                  <a:lnTo>
                    <a:pt x="1468378" y="2391967"/>
                  </a:lnTo>
                  <a:lnTo>
                    <a:pt x="1466667" y="2391967"/>
                  </a:lnTo>
                  <a:lnTo>
                    <a:pt x="1464955" y="2391967"/>
                  </a:lnTo>
                  <a:lnTo>
                    <a:pt x="1463244" y="2391967"/>
                  </a:lnTo>
                  <a:lnTo>
                    <a:pt x="1461532" y="2391967"/>
                  </a:lnTo>
                  <a:lnTo>
                    <a:pt x="1459821" y="2391967"/>
                  </a:lnTo>
                  <a:lnTo>
                    <a:pt x="1458110" y="2391967"/>
                  </a:lnTo>
                  <a:lnTo>
                    <a:pt x="1456398" y="2391967"/>
                  </a:lnTo>
                  <a:lnTo>
                    <a:pt x="1454687" y="2391967"/>
                  </a:lnTo>
                  <a:lnTo>
                    <a:pt x="1452975" y="2391967"/>
                  </a:lnTo>
                  <a:lnTo>
                    <a:pt x="1451264" y="2391967"/>
                  </a:lnTo>
                  <a:lnTo>
                    <a:pt x="1449553" y="2391967"/>
                  </a:lnTo>
                  <a:lnTo>
                    <a:pt x="1447841" y="2391967"/>
                  </a:lnTo>
                  <a:lnTo>
                    <a:pt x="1446130" y="2391967"/>
                  </a:lnTo>
                  <a:lnTo>
                    <a:pt x="1444418" y="2391967"/>
                  </a:lnTo>
                  <a:lnTo>
                    <a:pt x="1442707" y="2391967"/>
                  </a:lnTo>
                  <a:lnTo>
                    <a:pt x="1440996" y="2391967"/>
                  </a:lnTo>
                  <a:lnTo>
                    <a:pt x="1439284" y="2391967"/>
                  </a:lnTo>
                  <a:lnTo>
                    <a:pt x="1437573" y="2391967"/>
                  </a:lnTo>
                  <a:lnTo>
                    <a:pt x="1435861" y="2391967"/>
                  </a:lnTo>
                  <a:lnTo>
                    <a:pt x="1434150" y="2391967"/>
                  </a:lnTo>
                  <a:lnTo>
                    <a:pt x="1432439" y="2391967"/>
                  </a:lnTo>
                  <a:lnTo>
                    <a:pt x="1430727" y="2391967"/>
                  </a:lnTo>
                  <a:lnTo>
                    <a:pt x="1429016" y="2391967"/>
                  </a:lnTo>
                  <a:lnTo>
                    <a:pt x="1427304" y="2391967"/>
                  </a:lnTo>
                  <a:lnTo>
                    <a:pt x="1425593" y="2391967"/>
                  </a:lnTo>
                  <a:lnTo>
                    <a:pt x="1423882" y="2391967"/>
                  </a:lnTo>
                  <a:lnTo>
                    <a:pt x="1422170" y="2391967"/>
                  </a:lnTo>
                  <a:lnTo>
                    <a:pt x="1420459" y="2391967"/>
                  </a:lnTo>
                  <a:lnTo>
                    <a:pt x="1418747" y="2391967"/>
                  </a:lnTo>
                  <a:lnTo>
                    <a:pt x="1417036" y="2391967"/>
                  </a:lnTo>
                  <a:lnTo>
                    <a:pt x="1415325" y="2391967"/>
                  </a:lnTo>
                  <a:lnTo>
                    <a:pt x="1413613" y="2391967"/>
                  </a:lnTo>
                  <a:lnTo>
                    <a:pt x="1411902" y="2391967"/>
                  </a:lnTo>
                  <a:lnTo>
                    <a:pt x="1410190" y="2391967"/>
                  </a:lnTo>
                  <a:lnTo>
                    <a:pt x="1408479" y="2391967"/>
                  </a:lnTo>
                  <a:lnTo>
                    <a:pt x="1406768" y="2391967"/>
                  </a:lnTo>
                  <a:lnTo>
                    <a:pt x="1405056" y="2391967"/>
                  </a:lnTo>
                  <a:lnTo>
                    <a:pt x="1403345" y="2391967"/>
                  </a:lnTo>
                  <a:lnTo>
                    <a:pt x="1401633" y="2391967"/>
                  </a:lnTo>
                  <a:lnTo>
                    <a:pt x="1399922" y="2391967"/>
                  </a:lnTo>
                  <a:lnTo>
                    <a:pt x="1398211" y="2391967"/>
                  </a:lnTo>
                  <a:lnTo>
                    <a:pt x="1396499" y="2391967"/>
                  </a:lnTo>
                  <a:lnTo>
                    <a:pt x="1394788" y="2391967"/>
                  </a:lnTo>
                  <a:lnTo>
                    <a:pt x="1393076" y="2391967"/>
                  </a:lnTo>
                  <a:lnTo>
                    <a:pt x="1391365" y="2391967"/>
                  </a:lnTo>
                  <a:lnTo>
                    <a:pt x="1389654" y="2391967"/>
                  </a:lnTo>
                  <a:lnTo>
                    <a:pt x="1387942" y="2391967"/>
                  </a:lnTo>
                  <a:lnTo>
                    <a:pt x="1386231" y="2391967"/>
                  </a:lnTo>
                  <a:lnTo>
                    <a:pt x="1384519" y="2391967"/>
                  </a:lnTo>
                  <a:lnTo>
                    <a:pt x="1382808" y="2391967"/>
                  </a:lnTo>
                  <a:lnTo>
                    <a:pt x="1381097" y="2391967"/>
                  </a:lnTo>
                  <a:lnTo>
                    <a:pt x="1379385" y="2391967"/>
                  </a:lnTo>
                  <a:lnTo>
                    <a:pt x="1377674" y="2391967"/>
                  </a:lnTo>
                  <a:lnTo>
                    <a:pt x="1375962" y="2391967"/>
                  </a:lnTo>
                  <a:lnTo>
                    <a:pt x="1374251" y="2391967"/>
                  </a:lnTo>
                  <a:lnTo>
                    <a:pt x="1372540" y="2391967"/>
                  </a:lnTo>
                  <a:lnTo>
                    <a:pt x="1370828" y="2391967"/>
                  </a:lnTo>
                  <a:lnTo>
                    <a:pt x="1369117" y="2391967"/>
                  </a:lnTo>
                  <a:lnTo>
                    <a:pt x="1367406" y="2391967"/>
                  </a:lnTo>
                  <a:lnTo>
                    <a:pt x="1365694" y="2391967"/>
                  </a:lnTo>
                  <a:lnTo>
                    <a:pt x="1363983" y="2391967"/>
                  </a:lnTo>
                  <a:lnTo>
                    <a:pt x="1362271" y="2391967"/>
                  </a:lnTo>
                  <a:lnTo>
                    <a:pt x="1360560" y="2391967"/>
                  </a:lnTo>
                  <a:lnTo>
                    <a:pt x="1358849" y="2391967"/>
                  </a:lnTo>
                  <a:lnTo>
                    <a:pt x="1357137" y="2391967"/>
                  </a:lnTo>
                  <a:lnTo>
                    <a:pt x="1355426" y="2391967"/>
                  </a:lnTo>
                  <a:lnTo>
                    <a:pt x="1353714" y="2391967"/>
                  </a:lnTo>
                  <a:lnTo>
                    <a:pt x="1352003" y="2391967"/>
                  </a:lnTo>
                  <a:lnTo>
                    <a:pt x="1350292" y="2391967"/>
                  </a:lnTo>
                  <a:lnTo>
                    <a:pt x="1348580" y="2391967"/>
                  </a:lnTo>
                  <a:lnTo>
                    <a:pt x="1346869" y="2391967"/>
                  </a:lnTo>
                  <a:lnTo>
                    <a:pt x="1345157" y="2391967"/>
                  </a:lnTo>
                  <a:lnTo>
                    <a:pt x="1343446" y="2391967"/>
                  </a:lnTo>
                  <a:lnTo>
                    <a:pt x="1341735" y="2391967"/>
                  </a:lnTo>
                  <a:lnTo>
                    <a:pt x="1340023" y="2391967"/>
                  </a:lnTo>
                  <a:lnTo>
                    <a:pt x="1338312" y="2391967"/>
                  </a:lnTo>
                  <a:lnTo>
                    <a:pt x="1336600" y="2391967"/>
                  </a:lnTo>
                  <a:lnTo>
                    <a:pt x="1334889" y="2391967"/>
                  </a:lnTo>
                  <a:lnTo>
                    <a:pt x="1333178" y="2391967"/>
                  </a:lnTo>
                  <a:lnTo>
                    <a:pt x="1331466" y="2391967"/>
                  </a:lnTo>
                  <a:lnTo>
                    <a:pt x="1329755" y="2391967"/>
                  </a:lnTo>
                  <a:lnTo>
                    <a:pt x="1328043" y="2391967"/>
                  </a:lnTo>
                  <a:lnTo>
                    <a:pt x="1326332" y="2391967"/>
                  </a:lnTo>
                  <a:lnTo>
                    <a:pt x="1324621" y="2391967"/>
                  </a:lnTo>
                  <a:lnTo>
                    <a:pt x="1322909" y="2391967"/>
                  </a:lnTo>
                  <a:lnTo>
                    <a:pt x="1321198" y="2391967"/>
                  </a:lnTo>
                  <a:lnTo>
                    <a:pt x="1319486" y="2391967"/>
                  </a:lnTo>
                  <a:lnTo>
                    <a:pt x="1317775" y="2391967"/>
                  </a:lnTo>
                  <a:lnTo>
                    <a:pt x="1316064" y="2391967"/>
                  </a:lnTo>
                  <a:lnTo>
                    <a:pt x="1314352" y="2391967"/>
                  </a:lnTo>
                  <a:lnTo>
                    <a:pt x="1312641" y="2391967"/>
                  </a:lnTo>
                  <a:lnTo>
                    <a:pt x="1310929" y="2391967"/>
                  </a:lnTo>
                  <a:lnTo>
                    <a:pt x="1309218" y="2391967"/>
                  </a:lnTo>
                  <a:lnTo>
                    <a:pt x="1307507" y="2391967"/>
                  </a:lnTo>
                  <a:lnTo>
                    <a:pt x="1305795" y="2391967"/>
                  </a:lnTo>
                  <a:lnTo>
                    <a:pt x="1304084" y="2391967"/>
                  </a:lnTo>
                  <a:lnTo>
                    <a:pt x="1302372" y="2391967"/>
                  </a:lnTo>
                  <a:lnTo>
                    <a:pt x="1300661" y="2391967"/>
                  </a:lnTo>
                  <a:lnTo>
                    <a:pt x="1298950" y="2391967"/>
                  </a:lnTo>
                  <a:lnTo>
                    <a:pt x="1297238" y="2391967"/>
                  </a:lnTo>
                  <a:lnTo>
                    <a:pt x="1295527" y="2391967"/>
                  </a:lnTo>
                  <a:lnTo>
                    <a:pt x="1293815" y="2391967"/>
                  </a:lnTo>
                  <a:lnTo>
                    <a:pt x="1292104" y="2391967"/>
                  </a:lnTo>
                  <a:lnTo>
                    <a:pt x="1290393" y="2391967"/>
                  </a:lnTo>
                  <a:lnTo>
                    <a:pt x="1288681" y="2391967"/>
                  </a:lnTo>
                  <a:lnTo>
                    <a:pt x="1286970" y="2391967"/>
                  </a:lnTo>
                  <a:lnTo>
                    <a:pt x="1285258" y="2391967"/>
                  </a:lnTo>
                  <a:lnTo>
                    <a:pt x="1283547" y="2391967"/>
                  </a:lnTo>
                  <a:lnTo>
                    <a:pt x="1281836" y="2391967"/>
                  </a:lnTo>
                  <a:lnTo>
                    <a:pt x="1280124" y="2391967"/>
                  </a:lnTo>
                  <a:lnTo>
                    <a:pt x="1278413" y="2391967"/>
                  </a:lnTo>
                  <a:lnTo>
                    <a:pt x="1276701" y="2391967"/>
                  </a:lnTo>
                  <a:lnTo>
                    <a:pt x="1274990" y="2391967"/>
                  </a:lnTo>
                  <a:lnTo>
                    <a:pt x="1273279" y="2391967"/>
                  </a:lnTo>
                  <a:lnTo>
                    <a:pt x="1271567" y="2391967"/>
                  </a:lnTo>
                  <a:lnTo>
                    <a:pt x="1269856" y="2391967"/>
                  </a:lnTo>
                  <a:lnTo>
                    <a:pt x="1268144" y="2391967"/>
                  </a:lnTo>
                  <a:lnTo>
                    <a:pt x="1266433" y="2391967"/>
                  </a:lnTo>
                  <a:lnTo>
                    <a:pt x="1264722" y="2391967"/>
                  </a:lnTo>
                  <a:lnTo>
                    <a:pt x="1263010" y="2391967"/>
                  </a:lnTo>
                  <a:lnTo>
                    <a:pt x="1261299" y="2391967"/>
                  </a:lnTo>
                  <a:lnTo>
                    <a:pt x="1259588" y="2391967"/>
                  </a:lnTo>
                  <a:lnTo>
                    <a:pt x="1257876" y="2391967"/>
                  </a:lnTo>
                  <a:lnTo>
                    <a:pt x="1256165" y="2391967"/>
                  </a:lnTo>
                  <a:lnTo>
                    <a:pt x="1254453" y="2391967"/>
                  </a:lnTo>
                  <a:lnTo>
                    <a:pt x="1252742" y="2391967"/>
                  </a:lnTo>
                  <a:lnTo>
                    <a:pt x="1251031" y="2391967"/>
                  </a:lnTo>
                  <a:lnTo>
                    <a:pt x="1249319" y="2391967"/>
                  </a:lnTo>
                  <a:lnTo>
                    <a:pt x="1247608" y="2391967"/>
                  </a:lnTo>
                  <a:lnTo>
                    <a:pt x="1245896" y="2391967"/>
                  </a:lnTo>
                  <a:lnTo>
                    <a:pt x="1244185" y="2391967"/>
                  </a:lnTo>
                  <a:lnTo>
                    <a:pt x="1242474" y="2391967"/>
                  </a:lnTo>
                  <a:lnTo>
                    <a:pt x="1240762" y="2391967"/>
                  </a:lnTo>
                  <a:lnTo>
                    <a:pt x="1239051" y="2391967"/>
                  </a:lnTo>
                  <a:lnTo>
                    <a:pt x="1237339" y="2391967"/>
                  </a:lnTo>
                  <a:lnTo>
                    <a:pt x="1235628" y="2391967"/>
                  </a:lnTo>
                  <a:lnTo>
                    <a:pt x="1233917" y="2391967"/>
                  </a:lnTo>
                  <a:lnTo>
                    <a:pt x="1232205" y="2391967"/>
                  </a:lnTo>
                  <a:lnTo>
                    <a:pt x="1230494" y="2391967"/>
                  </a:lnTo>
                  <a:lnTo>
                    <a:pt x="1228782" y="2391967"/>
                  </a:lnTo>
                  <a:lnTo>
                    <a:pt x="1227071" y="2391967"/>
                  </a:lnTo>
                  <a:lnTo>
                    <a:pt x="1225360" y="2391967"/>
                  </a:lnTo>
                  <a:lnTo>
                    <a:pt x="1223648" y="2391967"/>
                  </a:lnTo>
                  <a:lnTo>
                    <a:pt x="1221937" y="2391967"/>
                  </a:lnTo>
                  <a:lnTo>
                    <a:pt x="1220225" y="2391967"/>
                  </a:lnTo>
                  <a:lnTo>
                    <a:pt x="1218514" y="2391967"/>
                  </a:lnTo>
                  <a:lnTo>
                    <a:pt x="1216803" y="2391967"/>
                  </a:lnTo>
                  <a:lnTo>
                    <a:pt x="1215091" y="2391967"/>
                  </a:lnTo>
                  <a:lnTo>
                    <a:pt x="1213380" y="2391967"/>
                  </a:lnTo>
                  <a:lnTo>
                    <a:pt x="1211668" y="2391967"/>
                  </a:lnTo>
                  <a:lnTo>
                    <a:pt x="1209957" y="2391967"/>
                  </a:lnTo>
                  <a:lnTo>
                    <a:pt x="1208246" y="2391967"/>
                  </a:lnTo>
                  <a:lnTo>
                    <a:pt x="1206534" y="2391967"/>
                  </a:lnTo>
                  <a:lnTo>
                    <a:pt x="1204823" y="2391967"/>
                  </a:lnTo>
                  <a:lnTo>
                    <a:pt x="1203111" y="2391967"/>
                  </a:lnTo>
                  <a:lnTo>
                    <a:pt x="1201400" y="2391967"/>
                  </a:lnTo>
                  <a:lnTo>
                    <a:pt x="1199689" y="2391967"/>
                  </a:lnTo>
                  <a:lnTo>
                    <a:pt x="1197977" y="2391967"/>
                  </a:lnTo>
                  <a:lnTo>
                    <a:pt x="1196266" y="2391967"/>
                  </a:lnTo>
                  <a:lnTo>
                    <a:pt x="1194554" y="2391967"/>
                  </a:lnTo>
                  <a:lnTo>
                    <a:pt x="1192843" y="2391967"/>
                  </a:lnTo>
                  <a:lnTo>
                    <a:pt x="1191132" y="2391967"/>
                  </a:lnTo>
                  <a:lnTo>
                    <a:pt x="1189420" y="2391967"/>
                  </a:lnTo>
                  <a:lnTo>
                    <a:pt x="1187709" y="2391967"/>
                  </a:lnTo>
                  <a:lnTo>
                    <a:pt x="1185997" y="2391967"/>
                  </a:lnTo>
                  <a:lnTo>
                    <a:pt x="1184286" y="2391967"/>
                  </a:lnTo>
                  <a:lnTo>
                    <a:pt x="1182575" y="2391967"/>
                  </a:lnTo>
                  <a:lnTo>
                    <a:pt x="1180863" y="2391967"/>
                  </a:lnTo>
                  <a:lnTo>
                    <a:pt x="1179152" y="2391967"/>
                  </a:lnTo>
                  <a:lnTo>
                    <a:pt x="1177440" y="2391967"/>
                  </a:lnTo>
                  <a:lnTo>
                    <a:pt x="1175729" y="2391967"/>
                  </a:lnTo>
                  <a:lnTo>
                    <a:pt x="1174018" y="2391967"/>
                  </a:lnTo>
                  <a:lnTo>
                    <a:pt x="1172306" y="2391967"/>
                  </a:lnTo>
                  <a:lnTo>
                    <a:pt x="1170595" y="2391967"/>
                  </a:lnTo>
                  <a:lnTo>
                    <a:pt x="1168883" y="2391967"/>
                  </a:lnTo>
                  <a:lnTo>
                    <a:pt x="1167172" y="2391967"/>
                  </a:lnTo>
                  <a:lnTo>
                    <a:pt x="1165461" y="2391967"/>
                  </a:lnTo>
                  <a:lnTo>
                    <a:pt x="1163749" y="2391967"/>
                  </a:lnTo>
                  <a:lnTo>
                    <a:pt x="1162038" y="2391967"/>
                  </a:lnTo>
                  <a:lnTo>
                    <a:pt x="1160326" y="2391967"/>
                  </a:lnTo>
                  <a:lnTo>
                    <a:pt x="1158615" y="2391967"/>
                  </a:lnTo>
                  <a:lnTo>
                    <a:pt x="1156904" y="2391967"/>
                  </a:lnTo>
                  <a:lnTo>
                    <a:pt x="1155192" y="2391967"/>
                  </a:lnTo>
                  <a:lnTo>
                    <a:pt x="1153481" y="2391967"/>
                  </a:lnTo>
                  <a:lnTo>
                    <a:pt x="1151770" y="2391967"/>
                  </a:lnTo>
                  <a:lnTo>
                    <a:pt x="1150058" y="2391967"/>
                  </a:lnTo>
                  <a:lnTo>
                    <a:pt x="1148347" y="2391967"/>
                  </a:lnTo>
                  <a:lnTo>
                    <a:pt x="1146635" y="2391967"/>
                  </a:lnTo>
                  <a:lnTo>
                    <a:pt x="1144924" y="2391967"/>
                  </a:lnTo>
                  <a:lnTo>
                    <a:pt x="1143213" y="2391967"/>
                  </a:lnTo>
                  <a:lnTo>
                    <a:pt x="1141501" y="2391967"/>
                  </a:lnTo>
                  <a:lnTo>
                    <a:pt x="1139790" y="2391967"/>
                  </a:lnTo>
                  <a:lnTo>
                    <a:pt x="1138078" y="2391967"/>
                  </a:lnTo>
                  <a:lnTo>
                    <a:pt x="1136367" y="2391967"/>
                  </a:lnTo>
                  <a:lnTo>
                    <a:pt x="1134656" y="2391967"/>
                  </a:lnTo>
                  <a:lnTo>
                    <a:pt x="1132944" y="2391967"/>
                  </a:lnTo>
                  <a:lnTo>
                    <a:pt x="1131233" y="2391967"/>
                  </a:lnTo>
                  <a:lnTo>
                    <a:pt x="1129521" y="2391967"/>
                  </a:lnTo>
                  <a:lnTo>
                    <a:pt x="1127810" y="2391967"/>
                  </a:lnTo>
                  <a:lnTo>
                    <a:pt x="1126099" y="2391967"/>
                  </a:lnTo>
                  <a:lnTo>
                    <a:pt x="1124387" y="2391967"/>
                  </a:lnTo>
                  <a:lnTo>
                    <a:pt x="1122676" y="2391967"/>
                  </a:lnTo>
                  <a:lnTo>
                    <a:pt x="1120964" y="2391967"/>
                  </a:lnTo>
                  <a:lnTo>
                    <a:pt x="1119253" y="2391967"/>
                  </a:lnTo>
                  <a:lnTo>
                    <a:pt x="1117542" y="2391967"/>
                  </a:lnTo>
                  <a:lnTo>
                    <a:pt x="1115830" y="2391967"/>
                  </a:lnTo>
                  <a:lnTo>
                    <a:pt x="1114119" y="2391967"/>
                  </a:lnTo>
                  <a:lnTo>
                    <a:pt x="1112407" y="2391967"/>
                  </a:lnTo>
                  <a:lnTo>
                    <a:pt x="1110696" y="2391967"/>
                  </a:lnTo>
                  <a:lnTo>
                    <a:pt x="1108985" y="2391967"/>
                  </a:lnTo>
                  <a:lnTo>
                    <a:pt x="1107273" y="2391967"/>
                  </a:lnTo>
                  <a:lnTo>
                    <a:pt x="1105562" y="2391967"/>
                  </a:lnTo>
                  <a:lnTo>
                    <a:pt x="1103850" y="2391967"/>
                  </a:lnTo>
                  <a:lnTo>
                    <a:pt x="1102139" y="2391967"/>
                  </a:lnTo>
                  <a:lnTo>
                    <a:pt x="1100428" y="2391967"/>
                  </a:lnTo>
                  <a:lnTo>
                    <a:pt x="1098716" y="2391967"/>
                  </a:lnTo>
                  <a:lnTo>
                    <a:pt x="1097005" y="2391967"/>
                  </a:lnTo>
                  <a:lnTo>
                    <a:pt x="1095293" y="2391967"/>
                  </a:lnTo>
                  <a:lnTo>
                    <a:pt x="1093582" y="2391967"/>
                  </a:lnTo>
                  <a:lnTo>
                    <a:pt x="1091871" y="2391967"/>
                  </a:lnTo>
                  <a:lnTo>
                    <a:pt x="1090159" y="2391967"/>
                  </a:lnTo>
                  <a:lnTo>
                    <a:pt x="1088448" y="2391967"/>
                  </a:lnTo>
                  <a:lnTo>
                    <a:pt x="1086736" y="2391967"/>
                  </a:lnTo>
                  <a:lnTo>
                    <a:pt x="1085025" y="2391967"/>
                  </a:lnTo>
                  <a:lnTo>
                    <a:pt x="1083314" y="2391967"/>
                  </a:lnTo>
                  <a:lnTo>
                    <a:pt x="1081602" y="2391967"/>
                  </a:lnTo>
                  <a:lnTo>
                    <a:pt x="1079891" y="2391967"/>
                  </a:lnTo>
                  <a:lnTo>
                    <a:pt x="1078179" y="2391967"/>
                  </a:lnTo>
                  <a:lnTo>
                    <a:pt x="1076468" y="2391967"/>
                  </a:lnTo>
                  <a:lnTo>
                    <a:pt x="1074757" y="2391967"/>
                  </a:lnTo>
                  <a:lnTo>
                    <a:pt x="1073045" y="2391967"/>
                  </a:lnTo>
                  <a:lnTo>
                    <a:pt x="1071334" y="2391967"/>
                  </a:lnTo>
                  <a:lnTo>
                    <a:pt x="1069622" y="2391967"/>
                  </a:lnTo>
                  <a:lnTo>
                    <a:pt x="1067911" y="2391967"/>
                  </a:lnTo>
                  <a:lnTo>
                    <a:pt x="1066200" y="2391967"/>
                  </a:lnTo>
                  <a:lnTo>
                    <a:pt x="1064488" y="2391967"/>
                  </a:lnTo>
                  <a:lnTo>
                    <a:pt x="1062777" y="2391967"/>
                  </a:lnTo>
                  <a:lnTo>
                    <a:pt x="1061065" y="2391967"/>
                  </a:lnTo>
                  <a:lnTo>
                    <a:pt x="1059354" y="2391967"/>
                  </a:lnTo>
                  <a:lnTo>
                    <a:pt x="1057643" y="2391967"/>
                  </a:lnTo>
                  <a:lnTo>
                    <a:pt x="1055931" y="2391967"/>
                  </a:lnTo>
                  <a:lnTo>
                    <a:pt x="1054220" y="2391967"/>
                  </a:lnTo>
                  <a:lnTo>
                    <a:pt x="1052509" y="2391967"/>
                  </a:lnTo>
                  <a:lnTo>
                    <a:pt x="1050797" y="2391967"/>
                  </a:lnTo>
                  <a:lnTo>
                    <a:pt x="1049086" y="2391967"/>
                  </a:lnTo>
                  <a:lnTo>
                    <a:pt x="1047374" y="2391967"/>
                  </a:lnTo>
                  <a:lnTo>
                    <a:pt x="1045663" y="2391967"/>
                  </a:lnTo>
                  <a:lnTo>
                    <a:pt x="1043952" y="2391967"/>
                  </a:lnTo>
                  <a:lnTo>
                    <a:pt x="1042240" y="2391967"/>
                  </a:lnTo>
                  <a:lnTo>
                    <a:pt x="1040529" y="2391967"/>
                  </a:lnTo>
                  <a:lnTo>
                    <a:pt x="1038817" y="2391967"/>
                  </a:lnTo>
                  <a:lnTo>
                    <a:pt x="1037106" y="2391967"/>
                  </a:lnTo>
                  <a:lnTo>
                    <a:pt x="1035395" y="2391967"/>
                  </a:lnTo>
                  <a:lnTo>
                    <a:pt x="1033683" y="2391967"/>
                  </a:lnTo>
                  <a:lnTo>
                    <a:pt x="1031972" y="2391967"/>
                  </a:lnTo>
                  <a:lnTo>
                    <a:pt x="1030260" y="2391967"/>
                  </a:lnTo>
                  <a:lnTo>
                    <a:pt x="1028549" y="2391967"/>
                  </a:lnTo>
                  <a:lnTo>
                    <a:pt x="1026838" y="2391967"/>
                  </a:lnTo>
                  <a:lnTo>
                    <a:pt x="1025126" y="2391967"/>
                  </a:lnTo>
                  <a:lnTo>
                    <a:pt x="1023415" y="2391967"/>
                  </a:lnTo>
                  <a:lnTo>
                    <a:pt x="1021703" y="2391967"/>
                  </a:lnTo>
                  <a:lnTo>
                    <a:pt x="1019992" y="2391967"/>
                  </a:lnTo>
                  <a:lnTo>
                    <a:pt x="1018281" y="2391967"/>
                  </a:lnTo>
                  <a:lnTo>
                    <a:pt x="1016569" y="2391967"/>
                  </a:lnTo>
                  <a:lnTo>
                    <a:pt x="1014858" y="2391967"/>
                  </a:lnTo>
                  <a:lnTo>
                    <a:pt x="1013146" y="2391967"/>
                  </a:lnTo>
                  <a:lnTo>
                    <a:pt x="1011435" y="2391967"/>
                  </a:lnTo>
                  <a:lnTo>
                    <a:pt x="1009724" y="2391967"/>
                  </a:lnTo>
                  <a:lnTo>
                    <a:pt x="1008012" y="2391967"/>
                  </a:lnTo>
                  <a:lnTo>
                    <a:pt x="1006301" y="2391967"/>
                  </a:lnTo>
                  <a:lnTo>
                    <a:pt x="1004589" y="2391967"/>
                  </a:lnTo>
                  <a:lnTo>
                    <a:pt x="1002878" y="2391967"/>
                  </a:lnTo>
                  <a:lnTo>
                    <a:pt x="1001167" y="2391967"/>
                  </a:lnTo>
                  <a:lnTo>
                    <a:pt x="999455" y="2391967"/>
                  </a:lnTo>
                  <a:lnTo>
                    <a:pt x="997744" y="2391967"/>
                  </a:lnTo>
                  <a:lnTo>
                    <a:pt x="996032" y="2391967"/>
                  </a:lnTo>
                  <a:lnTo>
                    <a:pt x="994321" y="2391967"/>
                  </a:lnTo>
                  <a:lnTo>
                    <a:pt x="992610" y="2391967"/>
                  </a:lnTo>
                  <a:lnTo>
                    <a:pt x="990898" y="2391967"/>
                  </a:lnTo>
                  <a:lnTo>
                    <a:pt x="989187" y="2391967"/>
                  </a:lnTo>
                  <a:lnTo>
                    <a:pt x="987475" y="2391967"/>
                  </a:lnTo>
                  <a:lnTo>
                    <a:pt x="985764" y="2391967"/>
                  </a:lnTo>
                  <a:lnTo>
                    <a:pt x="984053" y="2391967"/>
                  </a:lnTo>
                  <a:lnTo>
                    <a:pt x="982341" y="2391967"/>
                  </a:lnTo>
                  <a:lnTo>
                    <a:pt x="980630" y="2391967"/>
                  </a:lnTo>
                  <a:lnTo>
                    <a:pt x="978918" y="2391967"/>
                  </a:lnTo>
                  <a:lnTo>
                    <a:pt x="977207" y="2391967"/>
                  </a:lnTo>
                  <a:lnTo>
                    <a:pt x="975496" y="2391967"/>
                  </a:lnTo>
                  <a:lnTo>
                    <a:pt x="973784" y="2391967"/>
                  </a:lnTo>
                  <a:lnTo>
                    <a:pt x="972073" y="2391967"/>
                  </a:lnTo>
                  <a:lnTo>
                    <a:pt x="970361" y="2391967"/>
                  </a:lnTo>
                  <a:lnTo>
                    <a:pt x="968650" y="2391967"/>
                  </a:lnTo>
                  <a:lnTo>
                    <a:pt x="966939" y="2391967"/>
                  </a:lnTo>
                  <a:lnTo>
                    <a:pt x="965227" y="2391967"/>
                  </a:lnTo>
                  <a:lnTo>
                    <a:pt x="963516" y="2391967"/>
                  </a:lnTo>
                  <a:lnTo>
                    <a:pt x="961804" y="2391967"/>
                  </a:lnTo>
                  <a:lnTo>
                    <a:pt x="960093" y="2391967"/>
                  </a:lnTo>
                  <a:lnTo>
                    <a:pt x="958382" y="2391967"/>
                  </a:lnTo>
                  <a:lnTo>
                    <a:pt x="956670" y="2391967"/>
                  </a:lnTo>
                  <a:lnTo>
                    <a:pt x="954959" y="2391967"/>
                  </a:lnTo>
                  <a:lnTo>
                    <a:pt x="953247" y="2391967"/>
                  </a:lnTo>
                  <a:lnTo>
                    <a:pt x="951536" y="2391967"/>
                  </a:lnTo>
                  <a:lnTo>
                    <a:pt x="949825" y="2391967"/>
                  </a:lnTo>
                  <a:lnTo>
                    <a:pt x="948113" y="2391967"/>
                  </a:lnTo>
                  <a:lnTo>
                    <a:pt x="946402" y="2391967"/>
                  </a:lnTo>
                  <a:lnTo>
                    <a:pt x="944691" y="2391967"/>
                  </a:lnTo>
                  <a:lnTo>
                    <a:pt x="942979" y="2391967"/>
                  </a:lnTo>
                  <a:lnTo>
                    <a:pt x="941268" y="2391967"/>
                  </a:lnTo>
                  <a:lnTo>
                    <a:pt x="939556" y="2391967"/>
                  </a:lnTo>
                  <a:lnTo>
                    <a:pt x="937845" y="2391967"/>
                  </a:lnTo>
                  <a:lnTo>
                    <a:pt x="936134" y="2391967"/>
                  </a:lnTo>
                  <a:lnTo>
                    <a:pt x="934422" y="2391967"/>
                  </a:lnTo>
                  <a:lnTo>
                    <a:pt x="932711" y="2391967"/>
                  </a:lnTo>
                  <a:lnTo>
                    <a:pt x="930999" y="2391967"/>
                  </a:lnTo>
                  <a:lnTo>
                    <a:pt x="929288" y="2391967"/>
                  </a:lnTo>
                  <a:lnTo>
                    <a:pt x="927577" y="2391967"/>
                  </a:lnTo>
                  <a:lnTo>
                    <a:pt x="925865" y="2391967"/>
                  </a:lnTo>
                  <a:lnTo>
                    <a:pt x="924154" y="2391967"/>
                  </a:lnTo>
                  <a:lnTo>
                    <a:pt x="922442" y="2391967"/>
                  </a:lnTo>
                  <a:lnTo>
                    <a:pt x="920731" y="2391967"/>
                  </a:lnTo>
                  <a:lnTo>
                    <a:pt x="919020" y="2391967"/>
                  </a:lnTo>
                  <a:lnTo>
                    <a:pt x="917308" y="2391967"/>
                  </a:lnTo>
                  <a:lnTo>
                    <a:pt x="915597" y="2391967"/>
                  </a:lnTo>
                  <a:lnTo>
                    <a:pt x="913885" y="2391967"/>
                  </a:lnTo>
                  <a:lnTo>
                    <a:pt x="912174" y="2391967"/>
                  </a:lnTo>
                  <a:lnTo>
                    <a:pt x="910463" y="2391967"/>
                  </a:lnTo>
                  <a:lnTo>
                    <a:pt x="908751" y="2391967"/>
                  </a:lnTo>
                  <a:lnTo>
                    <a:pt x="907040" y="2391967"/>
                  </a:lnTo>
                  <a:lnTo>
                    <a:pt x="905328" y="2391967"/>
                  </a:lnTo>
                  <a:lnTo>
                    <a:pt x="903617" y="2391967"/>
                  </a:lnTo>
                  <a:lnTo>
                    <a:pt x="901906" y="2391967"/>
                  </a:lnTo>
                  <a:lnTo>
                    <a:pt x="900194" y="2391967"/>
                  </a:lnTo>
                  <a:lnTo>
                    <a:pt x="898483" y="2391967"/>
                  </a:lnTo>
                  <a:lnTo>
                    <a:pt x="896771" y="2391967"/>
                  </a:lnTo>
                  <a:lnTo>
                    <a:pt x="895060" y="2391967"/>
                  </a:lnTo>
                  <a:lnTo>
                    <a:pt x="893349" y="2391967"/>
                  </a:lnTo>
                  <a:lnTo>
                    <a:pt x="891637" y="2391967"/>
                  </a:lnTo>
                  <a:lnTo>
                    <a:pt x="889926" y="2391967"/>
                  </a:lnTo>
                  <a:lnTo>
                    <a:pt x="888214" y="2391967"/>
                  </a:lnTo>
                  <a:lnTo>
                    <a:pt x="886503" y="2391967"/>
                  </a:lnTo>
                  <a:lnTo>
                    <a:pt x="884792" y="2391967"/>
                  </a:lnTo>
                  <a:lnTo>
                    <a:pt x="883080" y="2391967"/>
                  </a:lnTo>
                  <a:lnTo>
                    <a:pt x="881369" y="2391967"/>
                  </a:lnTo>
                  <a:lnTo>
                    <a:pt x="879657" y="2391967"/>
                  </a:lnTo>
                  <a:lnTo>
                    <a:pt x="877946" y="2391967"/>
                  </a:lnTo>
                  <a:lnTo>
                    <a:pt x="876235" y="2391967"/>
                  </a:lnTo>
                  <a:lnTo>
                    <a:pt x="874523" y="2391967"/>
                  </a:lnTo>
                  <a:lnTo>
                    <a:pt x="872812" y="2391967"/>
                  </a:lnTo>
                  <a:lnTo>
                    <a:pt x="871100" y="2391967"/>
                  </a:lnTo>
                  <a:lnTo>
                    <a:pt x="869389" y="2391967"/>
                  </a:lnTo>
                  <a:lnTo>
                    <a:pt x="867678" y="2391967"/>
                  </a:lnTo>
                  <a:lnTo>
                    <a:pt x="865966" y="2391967"/>
                  </a:lnTo>
                  <a:lnTo>
                    <a:pt x="864255" y="2391967"/>
                  </a:lnTo>
                  <a:lnTo>
                    <a:pt x="862543" y="2391967"/>
                  </a:lnTo>
                  <a:lnTo>
                    <a:pt x="860832" y="2391967"/>
                  </a:lnTo>
                  <a:lnTo>
                    <a:pt x="859121" y="2391967"/>
                  </a:lnTo>
                  <a:lnTo>
                    <a:pt x="857409" y="2391967"/>
                  </a:lnTo>
                  <a:lnTo>
                    <a:pt x="855698" y="2391967"/>
                  </a:lnTo>
                  <a:lnTo>
                    <a:pt x="853986" y="2391967"/>
                  </a:lnTo>
                  <a:lnTo>
                    <a:pt x="852275" y="2391967"/>
                  </a:lnTo>
                  <a:lnTo>
                    <a:pt x="850564" y="2391967"/>
                  </a:lnTo>
                  <a:lnTo>
                    <a:pt x="848852" y="2391967"/>
                  </a:lnTo>
                  <a:lnTo>
                    <a:pt x="847141" y="2391967"/>
                  </a:lnTo>
                  <a:lnTo>
                    <a:pt x="845429" y="2391967"/>
                  </a:lnTo>
                  <a:lnTo>
                    <a:pt x="843718" y="2391967"/>
                  </a:lnTo>
                  <a:lnTo>
                    <a:pt x="842007" y="2391967"/>
                  </a:lnTo>
                  <a:lnTo>
                    <a:pt x="840295" y="2391967"/>
                  </a:lnTo>
                  <a:lnTo>
                    <a:pt x="838584" y="2391967"/>
                  </a:lnTo>
                  <a:lnTo>
                    <a:pt x="836873" y="2391967"/>
                  </a:lnTo>
                  <a:lnTo>
                    <a:pt x="835161" y="2391967"/>
                  </a:lnTo>
                  <a:lnTo>
                    <a:pt x="833450" y="2391967"/>
                  </a:lnTo>
                  <a:lnTo>
                    <a:pt x="831738" y="2391967"/>
                  </a:lnTo>
                  <a:lnTo>
                    <a:pt x="830027" y="2391967"/>
                  </a:lnTo>
                  <a:lnTo>
                    <a:pt x="828316" y="2391967"/>
                  </a:lnTo>
                  <a:lnTo>
                    <a:pt x="826604" y="2391967"/>
                  </a:lnTo>
                  <a:lnTo>
                    <a:pt x="824893" y="2391967"/>
                  </a:lnTo>
                  <a:lnTo>
                    <a:pt x="823181" y="2391967"/>
                  </a:lnTo>
                  <a:lnTo>
                    <a:pt x="821470" y="2391967"/>
                  </a:lnTo>
                  <a:lnTo>
                    <a:pt x="819759" y="2391967"/>
                  </a:lnTo>
                  <a:lnTo>
                    <a:pt x="818047" y="2391967"/>
                  </a:lnTo>
                  <a:lnTo>
                    <a:pt x="816336" y="2391967"/>
                  </a:lnTo>
                  <a:lnTo>
                    <a:pt x="814624" y="2391967"/>
                  </a:lnTo>
                  <a:lnTo>
                    <a:pt x="812913" y="2391967"/>
                  </a:lnTo>
                  <a:lnTo>
                    <a:pt x="811202" y="2391967"/>
                  </a:lnTo>
                  <a:lnTo>
                    <a:pt x="809490" y="2391967"/>
                  </a:lnTo>
                  <a:lnTo>
                    <a:pt x="807779" y="2391967"/>
                  </a:lnTo>
                  <a:lnTo>
                    <a:pt x="806067" y="2391967"/>
                  </a:lnTo>
                  <a:lnTo>
                    <a:pt x="804356" y="2391967"/>
                  </a:lnTo>
                  <a:lnTo>
                    <a:pt x="802645" y="2391967"/>
                  </a:lnTo>
                  <a:lnTo>
                    <a:pt x="800933" y="2391967"/>
                  </a:lnTo>
                  <a:lnTo>
                    <a:pt x="799222" y="2391967"/>
                  </a:lnTo>
                  <a:lnTo>
                    <a:pt x="797510" y="2391967"/>
                  </a:lnTo>
                  <a:lnTo>
                    <a:pt x="795799" y="2391967"/>
                  </a:lnTo>
                  <a:lnTo>
                    <a:pt x="794088" y="2391967"/>
                  </a:lnTo>
                  <a:lnTo>
                    <a:pt x="792376" y="2391967"/>
                  </a:lnTo>
                  <a:lnTo>
                    <a:pt x="790665" y="2391967"/>
                  </a:lnTo>
                  <a:lnTo>
                    <a:pt x="788953" y="2391967"/>
                  </a:lnTo>
                  <a:lnTo>
                    <a:pt x="787242" y="2391967"/>
                  </a:lnTo>
                  <a:lnTo>
                    <a:pt x="785531" y="2391967"/>
                  </a:lnTo>
                  <a:lnTo>
                    <a:pt x="783819" y="2391967"/>
                  </a:lnTo>
                  <a:lnTo>
                    <a:pt x="782108" y="2391967"/>
                  </a:lnTo>
                  <a:lnTo>
                    <a:pt x="780396" y="2391967"/>
                  </a:lnTo>
                  <a:lnTo>
                    <a:pt x="778685" y="2391967"/>
                  </a:lnTo>
                  <a:lnTo>
                    <a:pt x="776974" y="2391967"/>
                  </a:lnTo>
                  <a:lnTo>
                    <a:pt x="775262" y="2391967"/>
                  </a:lnTo>
                  <a:lnTo>
                    <a:pt x="773551" y="2391967"/>
                  </a:lnTo>
                  <a:lnTo>
                    <a:pt x="771839" y="2391967"/>
                  </a:lnTo>
                  <a:lnTo>
                    <a:pt x="770128" y="2391967"/>
                  </a:lnTo>
                  <a:lnTo>
                    <a:pt x="768417" y="2391967"/>
                  </a:lnTo>
                  <a:lnTo>
                    <a:pt x="766705" y="2391967"/>
                  </a:lnTo>
                  <a:lnTo>
                    <a:pt x="764994" y="2391967"/>
                  </a:lnTo>
                  <a:lnTo>
                    <a:pt x="763282" y="2391967"/>
                  </a:lnTo>
                  <a:lnTo>
                    <a:pt x="761571" y="2391967"/>
                  </a:lnTo>
                  <a:lnTo>
                    <a:pt x="759860" y="2391967"/>
                  </a:lnTo>
                  <a:lnTo>
                    <a:pt x="758148" y="2391967"/>
                  </a:lnTo>
                  <a:lnTo>
                    <a:pt x="756437" y="2391967"/>
                  </a:lnTo>
                  <a:lnTo>
                    <a:pt x="754725" y="2391967"/>
                  </a:lnTo>
                  <a:lnTo>
                    <a:pt x="753014" y="2391967"/>
                  </a:lnTo>
                  <a:lnTo>
                    <a:pt x="751303" y="2391967"/>
                  </a:lnTo>
                  <a:lnTo>
                    <a:pt x="749591" y="2391967"/>
                  </a:lnTo>
                  <a:lnTo>
                    <a:pt x="747880" y="2391967"/>
                  </a:lnTo>
                  <a:lnTo>
                    <a:pt x="746168" y="2391967"/>
                  </a:lnTo>
                  <a:lnTo>
                    <a:pt x="744457" y="2391967"/>
                  </a:lnTo>
                  <a:lnTo>
                    <a:pt x="742746" y="2391967"/>
                  </a:lnTo>
                  <a:lnTo>
                    <a:pt x="741034" y="2391967"/>
                  </a:lnTo>
                  <a:lnTo>
                    <a:pt x="739323" y="2391967"/>
                  </a:lnTo>
                  <a:lnTo>
                    <a:pt x="737612" y="2391967"/>
                  </a:lnTo>
                  <a:lnTo>
                    <a:pt x="735900" y="2391967"/>
                  </a:lnTo>
                  <a:lnTo>
                    <a:pt x="734189" y="2391967"/>
                  </a:lnTo>
                  <a:lnTo>
                    <a:pt x="732477" y="2391967"/>
                  </a:lnTo>
                  <a:lnTo>
                    <a:pt x="730766" y="2391967"/>
                  </a:lnTo>
                  <a:lnTo>
                    <a:pt x="729055" y="2391967"/>
                  </a:lnTo>
                  <a:lnTo>
                    <a:pt x="727343" y="2391967"/>
                  </a:lnTo>
                  <a:lnTo>
                    <a:pt x="725632" y="2391967"/>
                  </a:lnTo>
                  <a:lnTo>
                    <a:pt x="723920" y="2391967"/>
                  </a:lnTo>
                  <a:lnTo>
                    <a:pt x="722209" y="2391967"/>
                  </a:lnTo>
                  <a:lnTo>
                    <a:pt x="720498" y="2391967"/>
                  </a:lnTo>
                  <a:lnTo>
                    <a:pt x="718786" y="2391967"/>
                  </a:lnTo>
                  <a:lnTo>
                    <a:pt x="717075" y="2391967"/>
                  </a:lnTo>
                  <a:lnTo>
                    <a:pt x="715363" y="2391967"/>
                  </a:lnTo>
                  <a:lnTo>
                    <a:pt x="713652" y="2391967"/>
                  </a:lnTo>
                  <a:lnTo>
                    <a:pt x="711941" y="2391967"/>
                  </a:lnTo>
                  <a:lnTo>
                    <a:pt x="710229" y="2391967"/>
                  </a:lnTo>
                  <a:lnTo>
                    <a:pt x="708518" y="2391967"/>
                  </a:lnTo>
                  <a:lnTo>
                    <a:pt x="706806" y="2391967"/>
                  </a:lnTo>
                  <a:lnTo>
                    <a:pt x="705095" y="2391967"/>
                  </a:lnTo>
                  <a:lnTo>
                    <a:pt x="703384" y="2391967"/>
                  </a:lnTo>
                  <a:lnTo>
                    <a:pt x="701672" y="2391967"/>
                  </a:lnTo>
                  <a:lnTo>
                    <a:pt x="699961" y="2391967"/>
                  </a:lnTo>
                  <a:lnTo>
                    <a:pt x="698249" y="2391967"/>
                  </a:lnTo>
                  <a:lnTo>
                    <a:pt x="696538" y="2391967"/>
                  </a:lnTo>
                  <a:lnTo>
                    <a:pt x="694827" y="2391967"/>
                  </a:lnTo>
                  <a:lnTo>
                    <a:pt x="693115" y="2391967"/>
                  </a:lnTo>
                  <a:lnTo>
                    <a:pt x="691404" y="2391967"/>
                  </a:lnTo>
                  <a:lnTo>
                    <a:pt x="689692" y="2391967"/>
                  </a:lnTo>
                  <a:lnTo>
                    <a:pt x="687981" y="2391967"/>
                  </a:lnTo>
                  <a:lnTo>
                    <a:pt x="686270" y="2391967"/>
                  </a:lnTo>
                  <a:lnTo>
                    <a:pt x="684558" y="2391967"/>
                  </a:lnTo>
                  <a:lnTo>
                    <a:pt x="682847" y="2391967"/>
                  </a:lnTo>
                  <a:lnTo>
                    <a:pt x="681135" y="2391967"/>
                  </a:lnTo>
                  <a:lnTo>
                    <a:pt x="679424" y="2391967"/>
                  </a:lnTo>
                  <a:lnTo>
                    <a:pt x="677713" y="2391967"/>
                  </a:lnTo>
                  <a:lnTo>
                    <a:pt x="676001" y="2391967"/>
                  </a:lnTo>
                  <a:lnTo>
                    <a:pt x="674290" y="2391967"/>
                  </a:lnTo>
                  <a:lnTo>
                    <a:pt x="672578" y="2391967"/>
                  </a:lnTo>
                  <a:lnTo>
                    <a:pt x="670867" y="2391967"/>
                  </a:lnTo>
                  <a:lnTo>
                    <a:pt x="669156" y="2391967"/>
                  </a:lnTo>
                  <a:lnTo>
                    <a:pt x="667444" y="2391967"/>
                  </a:lnTo>
                  <a:lnTo>
                    <a:pt x="665733" y="2391967"/>
                  </a:lnTo>
                  <a:lnTo>
                    <a:pt x="664021" y="2391967"/>
                  </a:lnTo>
                  <a:lnTo>
                    <a:pt x="662310" y="2391967"/>
                  </a:lnTo>
                  <a:lnTo>
                    <a:pt x="660599" y="2391967"/>
                  </a:lnTo>
                  <a:lnTo>
                    <a:pt x="658887" y="2391967"/>
                  </a:lnTo>
                  <a:lnTo>
                    <a:pt x="657176" y="2391967"/>
                  </a:lnTo>
                  <a:lnTo>
                    <a:pt x="655464" y="2391967"/>
                  </a:lnTo>
                  <a:lnTo>
                    <a:pt x="653753" y="2391967"/>
                  </a:lnTo>
                  <a:lnTo>
                    <a:pt x="652042" y="2391967"/>
                  </a:lnTo>
                  <a:lnTo>
                    <a:pt x="650330" y="2391967"/>
                  </a:lnTo>
                  <a:lnTo>
                    <a:pt x="648619" y="2391967"/>
                  </a:lnTo>
                  <a:lnTo>
                    <a:pt x="646907" y="2391967"/>
                  </a:lnTo>
                  <a:lnTo>
                    <a:pt x="645196" y="2391967"/>
                  </a:lnTo>
                  <a:lnTo>
                    <a:pt x="643485" y="2391967"/>
                  </a:lnTo>
                  <a:lnTo>
                    <a:pt x="641773" y="2391967"/>
                  </a:lnTo>
                  <a:lnTo>
                    <a:pt x="640062" y="2391967"/>
                  </a:lnTo>
                  <a:lnTo>
                    <a:pt x="638350" y="2391967"/>
                  </a:lnTo>
                  <a:lnTo>
                    <a:pt x="636639" y="2391967"/>
                  </a:lnTo>
                  <a:lnTo>
                    <a:pt x="634928" y="2391967"/>
                  </a:lnTo>
                  <a:lnTo>
                    <a:pt x="633216" y="2391967"/>
                  </a:lnTo>
                  <a:lnTo>
                    <a:pt x="631505" y="2391967"/>
                  </a:lnTo>
                  <a:lnTo>
                    <a:pt x="629794" y="2391967"/>
                  </a:lnTo>
                  <a:lnTo>
                    <a:pt x="628082" y="2391967"/>
                  </a:lnTo>
                  <a:lnTo>
                    <a:pt x="626371" y="2391967"/>
                  </a:lnTo>
                  <a:lnTo>
                    <a:pt x="624659" y="2391967"/>
                  </a:lnTo>
                  <a:lnTo>
                    <a:pt x="622948" y="2391967"/>
                  </a:lnTo>
                  <a:lnTo>
                    <a:pt x="621237" y="2391967"/>
                  </a:lnTo>
                  <a:lnTo>
                    <a:pt x="619525" y="2391967"/>
                  </a:lnTo>
                  <a:lnTo>
                    <a:pt x="617814" y="2391967"/>
                  </a:lnTo>
                  <a:lnTo>
                    <a:pt x="616102" y="2391967"/>
                  </a:lnTo>
                  <a:lnTo>
                    <a:pt x="614391" y="2391967"/>
                  </a:lnTo>
                  <a:lnTo>
                    <a:pt x="612680" y="2391967"/>
                  </a:lnTo>
                  <a:lnTo>
                    <a:pt x="610968" y="2391967"/>
                  </a:lnTo>
                  <a:lnTo>
                    <a:pt x="609257" y="2391967"/>
                  </a:lnTo>
                  <a:lnTo>
                    <a:pt x="607545" y="2391967"/>
                  </a:lnTo>
                  <a:lnTo>
                    <a:pt x="605834" y="2391967"/>
                  </a:lnTo>
                  <a:lnTo>
                    <a:pt x="604123" y="2391967"/>
                  </a:lnTo>
                  <a:lnTo>
                    <a:pt x="602411" y="2391967"/>
                  </a:lnTo>
                  <a:lnTo>
                    <a:pt x="600700" y="2391967"/>
                  </a:lnTo>
                  <a:lnTo>
                    <a:pt x="598988" y="2391967"/>
                  </a:lnTo>
                  <a:lnTo>
                    <a:pt x="597277" y="2391967"/>
                  </a:lnTo>
                  <a:lnTo>
                    <a:pt x="595566" y="2391967"/>
                  </a:lnTo>
                  <a:lnTo>
                    <a:pt x="593854" y="2391967"/>
                  </a:lnTo>
                  <a:lnTo>
                    <a:pt x="592143" y="2391967"/>
                  </a:lnTo>
                  <a:lnTo>
                    <a:pt x="590431" y="2391967"/>
                  </a:lnTo>
                  <a:lnTo>
                    <a:pt x="588720" y="2391967"/>
                  </a:lnTo>
                  <a:lnTo>
                    <a:pt x="587009" y="2391967"/>
                  </a:lnTo>
                  <a:lnTo>
                    <a:pt x="585297" y="2391967"/>
                  </a:lnTo>
                  <a:lnTo>
                    <a:pt x="583586" y="2391967"/>
                  </a:lnTo>
                  <a:lnTo>
                    <a:pt x="581874" y="2391967"/>
                  </a:lnTo>
                  <a:lnTo>
                    <a:pt x="580163" y="2391967"/>
                  </a:lnTo>
                  <a:lnTo>
                    <a:pt x="578452" y="2391967"/>
                  </a:lnTo>
                  <a:lnTo>
                    <a:pt x="576740" y="2391967"/>
                  </a:lnTo>
                  <a:lnTo>
                    <a:pt x="575029" y="2391967"/>
                  </a:lnTo>
                  <a:lnTo>
                    <a:pt x="573317" y="2391967"/>
                  </a:lnTo>
                  <a:lnTo>
                    <a:pt x="571606" y="2391967"/>
                  </a:lnTo>
                  <a:lnTo>
                    <a:pt x="569895" y="2391967"/>
                  </a:lnTo>
                  <a:lnTo>
                    <a:pt x="568183" y="2391967"/>
                  </a:lnTo>
                  <a:lnTo>
                    <a:pt x="566472" y="2391967"/>
                  </a:lnTo>
                  <a:lnTo>
                    <a:pt x="564760" y="2391967"/>
                  </a:lnTo>
                  <a:lnTo>
                    <a:pt x="563049" y="2391967"/>
                  </a:lnTo>
                  <a:lnTo>
                    <a:pt x="561338" y="2391967"/>
                  </a:lnTo>
                  <a:lnTo>
                    <a:pt x="559626" y="2391967"/>
                  </a:lnTo>
                  <a:lnTo>
                    <a:pt x="557915" y="2391967"/>
                  </a:lnTo>
                  <a:lnTo>
                    <a:pt x="556203" y="2391967"/>
                  </a:lnTo>
                  <a:lnTo>
                    <a:pt x="554492" y="2391967"/>
                  </a:lnTo>
                  <a:lnTo>
                    <a:pt x="552781" y="2391967"/>
                  </a:lnTo>
                  <a:lnTo>
                    <a:pt x="551069" y="2391967"/>
                  </a:lnTo>
                  <a:lnTo>
                    <a:pt x="549358" y="2391967"/>
                  </a:lnTo>
                  <a:lnTo>
                    <a:pt x="547646" y="2391967"/>
                  </a:lnTo>
                  <a:lnTo>
                    <a:pt x="545935" y="2391967"/>
                  </a:lnTo>
                  <a:lnTo>
                    <a:pt x="544224" y="2391967"/>
                  </a:lnTo>
                  <a:lnTo>
                    <a:pt x="542512" y="2391967"/>
                  </a:lnTo>
                  <a:lnTo>
                    <a:pt x="540801" y="2391967"/>
                  </a:lnTo>
                  <a:lnTo>
                    <a:pt x="539089" y="2391967"/>
                  </a:lnTo>
                  <a:lnTo>
                    <a:pt x="537378" y="2391967"/>
                  </a:lnTo>
                  <a:lnTo>
                    <a:pt x="535667" y="2391967"/>
                  </a:lnTo>
                  <a:lnTo>
                    <a:pt x="533955" y="2391967"/>
                  </a:lnTo>
                  <a:lnTo>
                    <a:pt x="532244" y="2391967"/>
                  </a:lnTo>
                  <a:lnTo>
                    <a:pt x="530532" y="2391967"/>
                  </a:lnTo>
                  <a:lnTo>
                    <a:pt x="528821" y="2391967"/>
                  </a:lnTo>
                  <a:lnTo>
                    <a:pt x="527110" y="2391967"/>
                  </a:lnTo>
                  <a:lnTo>
                    <a:pt x="525398" y="2391967"/>
                  </a:lnTo>
                  <a:lnTo>
                    <a:pt x="523687" y="2391967"/>
                  </a:lnTo>
                  <a:lnTo>
                    <a:pt x="521976" y="2391967"/>
                  </a:lnTo>
                  <a:lnTo>
                    <a:pt x="520264" y="2391967"/>
                  </a:lnTo>
                  <a:lnTo>
                    <a:pt x="518553" y="2391967"/>
                  </a:lnTo>
                  <a:lnTo>
                    <a:pt x="516841" y="2391967"/>
                  </a:lnTo>
                  <a:lnTo>
                    <a:pt x="515130" y="2391967"/>
                  </a:lnTo>
                  <a:lnTo>
                    <a:pt x="513419" y="2391967"/>
                  </a:lnTo>
                  <a:lnTo>
                    <a:pt x="511707" y="2391967"/>
                  </a:lnTo>
                  <a:lnTo>
                    <a:pt x="509996" y="2391967"/>
                  </a:lnTo>
                  <a:lnTo>
                    <a:pt x="508284" y="2391967"/>
                  </a:lnTo>
                  <a:lnTo>
                    <a:pt x="506573" y="2391967"/>
                  </a:lnTo>
                  <a:lnTo>
                    <a:pt x="504862" y="2391967"/>
                  </a:lnTo>
                  <a:lnTo>
                    <a:pt x="503150" y="2391967"/>
                  </a:lnTo>
                  <a:lnTo>
                    <a:pt x="501439" y="2391967"/>
                  </a:lnTo>
                  <a:lnTo>
                    <a:pt x="499727" y="2391967"/>
                  </a:lnTo>
                  <a:lnTo>
                    <a:pt x="498016" y="2391967"/>
                  </a:lnTo>
                  <a:lnTo>
                    <a:pt x="496305" y="2391967"/>
                  </a:lnTo>
                  <a:lnTo>
                    <a:pt x="494593" y="2391967"/>
                  </a:lnTo>
                  <a:lnTo>
                    <a:pt x="492882" y="2391967"/>
                  </a:lnTo>
                  <a:lnTo>
                    <a:pt x="491170" y="2391967"/>
                  </a:lnTo>
                  <a:lnTo>
                    <a:pt x="489459" y="2391967"/>
                  </a:lnTo>
                  <a:lnTo>
                    <a:pt x="487748" y="2391967"/>
                  </a:lnTo>
                  <a:lnTo>
                    <a:pt x="486036" y="2391967"/>
                  </a:lnTo>
                  <a:lnTo>
                    <a:pt x="484325" y="2391967"/>
                  </a:lnTo>
                  <a:lnTo>
                    <a:pt x="482613" y="2391967"/>
                  </a:lnTo>
                  <a:lnTo>
                    <a:pt x="480902" y="2391967"/>
                  </a:lnTo>
                  <a:lnTo>
                    <a:pt x="479191" y="2391967"/>
                  </a:lnTo>
                  <a:lnTo>
                    <a:pt x="477479" y="2391967"/>
                  </a:lnTo>
                  <a:lnTo>
                    <a:pt x="475768" y="2391967"/>
                  </a:lnTo>
                  <a:lnTo>
                    <a:pt x="474056" y="2391967"/>
                  </a:lnTo>
                  <a:lnTo>
                    <a:pt x="472345" y="2391967"/>
                  </a:lnTo>
                  <a:lnTo>
                    <a:pt x="470634" y="2391967"/>
                  </a:lnTo>
                  <a:lnTo>
                    <a:pt x="468922" y="2391967"/>
                  </a:lnTo>
                  <a:lnTo>
                    <a:pt x="467211" y="2391967"/>
                  </a:lnTo>
                  <a:lnTo>
                    <a:pt x="465499" y="2391967"/>
                  </a:lnTo>
                  <a:lnTo>
                    <a:pt x="463788" y="2391967"/>
                  </a:lnTo>
                  <a:lnTo>
                    <a:pt x="462077" y="2391967"/>
                  </a:lnTo>
                  <a:lnTo>
                    <a:pt x="460365" y="2391967"/>
                  </a:lnTo>
                  <a:lnTo>
                    <a:pt x="458654" y="2391967"/>
                  </a:lnTo>
                  <a:lnTo>
                    <a:pt x="456942" y="2391967"/>
                  </a:lnTo>
                  <a:lnTo>
                    <a:pt x="455231" y="2391967"/>
                  </a:lnTo>
                  <a:lnTo>
                    <a:pt x="453520" y="2391967"/>
                  </a:lnTo>
                  <a:lnTo>
                    <a:pt x="451808" y="2391967"/>
                  </a:lnTo>
                  <a:lnTo>
                    <a:pt x="450097" y="2391967"/>
                  </a:lnTo>
                  <a:lnTo>
                    <a:pt x="448385" y="2391967"/>
                  </a:lnTo>
                  <a:lnTo>
                    <a:pt x="446674" y="2391967"/>
                  </a:lnTo>
                  <a:lnTo>
                    <a:pt x="444963" y="2391967"/>
                  </a:lnTo>
                  <a:lnTo>
                    <a:pt x="443251" y="2391967"/>
                  </a:lnTo>
                  <a:lnTo>
                    <a:pt x="441540" y="2391967"/>
                  </a:lnTo>
                  <a:lnTo>
                    <a:pt x="439828" y="2391967"/>
                  </a:lnTo>
                  <a:lnTo>
                    <a:pt x="438117" y="2391967"/>
                  </a:lnTo>
                  <a:lnTo>
                    <a:pt x="436406" y="2391967"/>
                  </a:lnTo>
                  <a:lnTo>
                    <a:pt x="434694" y="2391967"/>
                  </a:lnTo>
                  <a:lnTo>
                    <a:pt x="432983" y="2391967"/>
                  </a:lnTo>
                  <a:lnTo>
                    <a:pt x="431271" y="2391967"/>
                  </a:lnTo>
                  <a:lnTo>
                    <a:pt x="429560" y="2391967"/>
                  </a:lnTo>
                  <a:lnTo>
                    <a:pt x="427849" y="2391967"/>
                  </a:lnTo>
                  <a:lnTo>
                    <a:pt x="426137" y="2391967"/>
                  </a:lnTo>
                  <a:lnTo>
                    <a:pt x="424426" y="2391967"/>
                  </a:lnTo>
                  <a:lnTo>
                    <a:pt x="422714" y="2391967"/>
                  </a:lnTo>
                  <a:lnTo>
                    <a:pt x="421003" y="2391967"/>
                  </a:lnTo>
                  <a:lnTo>
                    <a:pt x="419292" y="2391967"/>
                  </a:lnTo>
                  <a:lnTo>
                    <a:pt x="417580" y="2391967"/>
                  </a:lnTo>
                  <a:lnTo>
                    <a:pt x="415869" y="2391967"/>
                  </a:lnTo>
                  <a:lnTo>
                    <a:pt x="414158" y="2391967"/>
                  </a:lnTo>
                  <a:lnTo>
                    <a:pt x="412446" y="2391967"/>
                  </a:lnTo>
                  <a:lnTo>
                    <a:pt x="410735" y="2391967"/>
                  </a:lnTo>
                  <a:lnTo>
                    <a:pt x="409023" y="2391967"/>
                  </a:lnTo>
                  <a:lnTo>
                    <a:pt x="407312" y="2391967"/>
                  </a:lnTo>
                  <a:lnTo>
                    <a:pt x="405601" y="2391967"/>
                  </a:lnTo>
                  <a:lnTo>
                    <a:pt x="403889" y="2391967"/>
                  </a:lnTo>
                  <a:lnTo>
                    <a:pt x="402178" y="2391967"/>
                  </a:lnTo>
                  <a:lnTo>
                    <a:pt x="400466" y="2391967"/>
                  </a:lnTo>
                  <a:lnTo>
                    <a:pt x="398755" y="2391967"/>
                  </a:lnTo>
                  <a:lnTo>
                    <a:pt x="397044" y="2391967"/>
                  </a:lnTo>
                  <a:lnTo>
                    <a:pt x="395332" y="2391967"/>
                  </a:lnTo>
                  <a:lnTo>
                    <a:pt x="393621" y="2391967"/>
                  </a:lnTo>
                  <a:lnTo>
                    <a:pt x="391909" y="2391967"/>
                  </a:lnTo>
                  <a:lnTo>
                    <a:pt x="390198" y="2391967"/>
                  </a:lnTo>
                  <a:lnTo>
                    <a:pt x="388487" y="2391967"/>
                  </a:lnTo>
                  <a:lnTo>
                    <a:pt x="386775" y="2391967"/>
                  </a:lnTo>
                  <a:lnTo>
                    <a:pt x="385064" y="2391967"/>
                  </a:lnTo>
                  <a:lnTo>
                    <a:pt x="383352" y="2391967"/>
                  </a:lnTo>
                  <a:lnTo>
                    <a:pt x="381641" y="2391967"/>
                  </a:lnTo>
                  <a:lnTo>
                    <a:pt x="379930" y="2391967"/>
                  </a:lnTo>
                  <a:lnTo>
                    <a:pt x="378218" y="2391967"/>
                  </a:lnTo>
                  <a:lnTo>
                    <a:pt x="376507" y="2391967"/>
                  </a:lnTo>
                  <a:lnTo>
                    <a:pt x="374795" y="2391967"/>
                  </a:lnTo>
                  <a:lnTo>
                    <a:pt x="373084" y="2391967"/>
                  </a:lnTo>
                  <a:lnTo>
                    <a:pt x="371373" y="2391967"/>
                  </a:lnTo>
                  <a:lnTo>
                    <a:pt x="369661" y="2391967"/>
                  </a:lnTo>
                  <a:lnTo>
                    <a:pt x="367950" y="2391967"/>
                  </a:lnTo>
                  <a:lnTo>
                    <a:pt x="366238" y="2391967"/>
                  </a:lnTo>
                  <a:lnTo>
                    <a:pt x="364527" y="2391967"/>
                  </a:lnTo>
                  <a:lnTo>
                    <a:pt x="362816" y="2391967"/>
                  </a:lnTo>
                  <a:lnTo>
                    <a:pt x="361104" y="2391967"/>
                  </a:lnTo>
                  <a:lnTo>
                    <a:pt x="359393" y="2391967"/>
                  </a:lnTo>
                  <a:lnTo>
                    <a:pt x="357681" y="2391967"/>
                  </a:lnTo>
                  <a:lnTo>
                    <a:pt x="355970" y="2391967"/>
                  </a:lnTo>
                  <a:lnTo>
                    <a:pt x="354259" y="2391967"/>
                  </a:lnTo>
                  <a:lnTo>
                    <a:pt x="352547" y="2391967"/>
                  </a:lnTo>
                  <a:lnTo>
                    <a:pt x="350836" y="2391967"/>
                  </a:lnTo>
                  <a:lnTo>
                    <a:pt x="349124" y="2391967"/>
                  </a:lnTo>
                  <a:lnTo>
                    <a:pt x="347413" y="2391967"/>
                  </a:lnTo>
                  <a:lnTo>
                    <a:pt x="345702" y="2391967"/>
                  </a:lnTo>
                  <a:lnTo>
                    <a:pt x="343990" y="2391967"/>
                  </a:lnTo>
                  <a:lnTo>
                    <a:pt x="342279" y="2391967"/>
                  </a:lnTo>
                  <a:lnTo>
                    <a:pt x="340567" y="2391967"/>
                  </a:lnTo>
                  <a:lnTo>
                    <a:pt x="338856" y="2391967"/>
                  </a:lnTo>
                  <a:lnTo>
                    <a:pt x="337145" y="2391967"/>
                  </a:lnTo>
                  <a:lnTo>
                    <a:pt x="335433" y="2391967"/>
                  </a:lnTo>
                  <a:lnTo>
                    <a:pt x="333722" y="2391967"/>
                  </a:lnTo>
                  <a:lnTo>
                    <a:pt x="332010" y="2391967"/>
                  </a:lnTo>
                  <a:lnTo>
                    <a:pt x="330299" y="2391967"/>
                  </a:lnTo>
                  <a:lnTo>
                    <a:pt x="328588" y="2391967"/>
                  </a:lnTo>
                  <a:lnTo>
                    <a:pt x="326876" y="2391967"/>
                  </a:lnTo>
                  <a:lnTo>
                    <a:pt x="325165" y="2391967"/>
                  </a:lnTo>
                  <a:lnTo>
                    <a:pt x="323453" y="2391967"/>
                  </a:lnTo>
                  <a:lnTo>
                    <a:pt x="321742" y="2391967"/>
                  </a:lnTo>
                  <a:lnTo>
                    <a:pt x="320031" y="2391967"/>
                  </a:lnTo>
                  <a:lnTo>
                    <a:pt x="318319" y="2391967"/>
                  </a:lnTo>
                  <a:lnTo>
                    <a:pt x="316608" y="2391967"/>
                  </a:lnTo>
                  <a:lnTo>
                    <a:pt x="314897" y="2391967"/>
                  </a:lnTo>
                  <a:lnTo>
                    <a:pt x="313185" y="2391967"/>
                  </a:lnTo>
                  <a:lnTo>
                    <a:pt x="311474" y="2391967"/>
                  </a:lnTo>
                  <a:lnTo>
                    <a:pt x="309762" y="2391967"/>
                  </a:lnTo>
                  <a:lnTo>
                    <a:pt x="308051" y="2391967"/>
                  </a:lnTo>
                  <a:lnTo>
                    <a:pt x="306340" y="2391967"/>
                  </a:lnTo>
                  <a:lnTo>
                    <a:pt x="304628" y="2391967"/>
                  </a:lnTo>
                  <a:lnTo>
                    <a:pt x="302917" y="2391967"/>
                  </a:lnTo>
                  <a:lnTo>
                    <a:pt x="301205" y="2391967"/>
                  </a:lnTo>
                  <a:lnTo>
                    <a:pt x="299494" y="2391967"/>
                  </a:lnTo>
                  <a:lnTo>
                    <a:pt x="297783" y="2391967"/>
                  </a:lnTo>
                  <a:lnTo>
                    <a:pt x="296071" y="2391967"/>
                  </a:lnTo>
                  <a:lnTo>
                    <a:pt x="294360" y="2391967"/>
                  </a:lnTo>
                  <a:lnTo>
                    <a:pt x="292648" y="2391967"/>
                  </a:lnTo>
                  <a:lnTo>
                    <a:pt x="290937" y="2391967"/>
                  </a:lnTo>
                  <a:lnTo>
                    <a:pt x="289226" y="2391967"/>
                  </a:lnTo>
                  <a:lnTo>
                    <a:pt x="287514" y="2391967"/>
                  </a:lnTo>
                  <a:lnTo>
                    <a:pt x="285803" y="2391967"/>
                  </a:lnTo>
                  <a:lnTo>
                    <a:pt x="284091" y="2391967"/>
                  </a:lnTo>
                  <a:lnTo>
                    <a:pt x="282380" y="2391967"/>
                  </a:lnTo>
                  <a:lnTo>
                    <a:pt x="280669" y="2391967"/>
                  </a:lnTo>
                  <a:lnTo>
                    <a:pt x="278957" y="2391967"/>
                  </a:lnTo>
                  <a:lnTo>
                    <a:pt x="277246" y="2391967"/>
                  </a:lnTo>
                  <a:lnTo>
                    <a:pt x="275534" y="2391967"/>
                  </a:lnTo>
                  <a:lnTo>
                    <a:pt x="273823" y="2391967"/>
                  </a:lnTo>
                  <a:lnTo>
                    <a:pt x="272112" y="2391967"/>
                  </a:lnTo>
                  <a:lnTo>
                    <a:pt x="270400" y="2391967"/>
                  </a:lnTo>
                  <a:lnTo>
                    <a:pt x="268689" y="2391967"/>
                  </a:lnTo>
                  <a:lnTo>
                    <a:pt x="266977" y="2391967"/>
                  </a:lnTo>
                  <a:lnTo>
                    <a:pt x="265266" y="2391967"/>
                  </a:lnTo>
                  <a:lnTo>
                    <a:pt x="263555" y="2391967"/>
                  </a:lnTo>
                  <a:lnTo>
                    <a:pt x="261843" y="2391967"/>
                  </a:lnTo>
                  <a:lnTo>
                    <a:pt x="260132" y="2391967"/>
                  </a:lnTo>
                  <a:lnTo>
                    <a:pt x="258420" y="2391967"/>
                  </a:lnTo>
                  <a:lnTo>
                    <a:pt x="256709" y="2391967"/>
                  </a:lnTo>
                  <a:lnTo>
                    <a:pt x="254998" y="2391967"/>
                  </a:lnTo>
                  <a:lnTo>
                    <a:pt x="253286" y="2391967"/>
                  </a:lnTo>
                  <a:lnTo>
                    <a:pt x="251575" y="2391967"/>
                  </a:lnTo>
                  <a:lnTo>
                    <a:pt x="249863" y="2391967"/>
                  </a:lnTo>
                  <a:lnTo>
                    <a:pt x="248152" y="2391967"/>
                  </a:lnTo>
                  <a:lnTo>
                    <a:pt x="246441" y="2391967"/>
                  </a:lnTo>
                  <a:lnTo>
                    <a:pt x="244729" y="2391967"/>
                  </a:lnTo>
                  <a:lnTo>
                    <a:pt x="243018" y="2391967"/>
                  </a:lnTo>
                  <a:lnTo>
                    <a:pt x="241306" y="2391967"/>
                  </a:lnTo>
                  <a:lnTo>
                    <a:pt x="239595" y="2391967"/>
                  </a:lnTo>
                  <a:lnTo>
                    <a:pt x="237884" y="2391967"/>
                  </a:lnTo>
                  <a:lnTo>
                    <a:pt x="236172" y="2391967"/>
                  </a:lnTo>
                  <a:lnTo>
                    <a:pt x="234461" y="2391967"/>
                  </a:lnTo>
                  <a:lnTo>
                    <a:pt x="232749" y="2391967"/>
                  </a:lnTo>
                  <a:lnTo>
                    <a:pt x="231038" y="2391967"/>
                  </a:lnTo>
                  <a:lnTo>
                    <a:pt x="229327" y="2391967"/>
                  </a:lnTo>
                  <a:lnTo>
                    <a:pt x="227615" y="2391967"/>
                  </a:lnTo>
                  <a:lnTo>
                    <a:pt x="225904" y="2391967"/>
                  </a:lnTo>
                  <a:lnTo>
                    <a:pt x="224192" y="2391967"/>
                  </a:lnTo>
                  <a:lnTo>
                    <a:pt x="222481" y="2391967"/>
                  </a:lnTo>
                  <a:lnTo>
                    <a:pt x="220770" y="2391967"/>
                  </a:lnTo>
                  <a:lnTo>
                    <a:pt x="219058" y="2391967"/>
                  </a:lnTo>
                  <a:lnTo>
                    <a:pt x="217347" y="2391967"/>
                  </a:lnTo>
                  <a:lnTo>
                    <a:pt x="215635" y="2391967"/>
                  </a:lnTo>
                  <a:lnTo>
                    <a:pt x="213924" y="2391967"/>
                  </a:lnTo>
                  <a:lnTo>
                    <a:pt x="212213" y="2391967"/>
                  </a:lnTo>
                  <a:lnTo>
                    <a:pt x="210501" y="2391967"/>
                  </a:lnTo>
                  <a:lnTo>
                    <a:pt x="208790" y="2391967"/>
                  </a:lnTo>
                  <a:lnTo>
                    <a:pt x="207079" y="2391967"/>
                  </a:lnTo>
                  <a:lnTo>
                    <a:pt x="205367" y="2391967"/>
                  </a:lnTo>
                  <a:lnTo>
                    <a:pt x="203656" y="2391967"/>
                  </a:lnTo>
                  <a:lnTo>
                    <a:pt x="201944" y="2391967"/>
                  </a:lnTo>
                  <a:lnTo>
                    <a:pt x="200233" y="2391967"/>
                  </a:lnTo>
                  <a:lnTo>
                    <a:pt x="198522" y="2391967"/>
                  </a:lnTo>
                  <a:lnTo>
                    <a:pt x="196810" y="2391967"/>
                  </a:lnTo>
                  <a:lnTo>
                    <a:pt x="195099" y="2391967"/>
                  </a:lnTo>
                  <a:lnTo>
                    <a:pt x="193387" y="2391967"/>
                  </a:lnTo>
                  <a:lnTo>
                    <a:pt x="191676" y="2391967"/>
                  </a:lnTo>
                  <a:lnTo>
                    <a:pt x="189965" y="2391967"/>
                  </a:lnTo>
                  <a:lnTo>
                    <a:pt x="188253" y="2391967"/>
                  </a:lnTo>
                  <a:lnTo>
                    <a:pt x="186542" y="2391967"/>
                  </a:lnTo>
                  <a:lnTo>
                    <a:pt x="184830" y="2391967"/>
                  </a:lnTo>
                  <a:lnTo>
                    <a:pt x="183119" y="2391967"/>
                  </a:lnTo>
                  <a:lnTo>
                    <a:pt x="181408" y="2391967"/>
                  </a:lnTo>
                  <a:lnTo>
                    <a:pt x="179696" y="2391967"/>
                  </a:lnTo>
                  <a:lnTo>
                    <a:pt x="177985" y="2391967"/>
                  </a:lnTo>
                  <a:lnTo>
                    <a:pt x="176273" y="2391967"/>
                  </a:lnTo>
                  <a:lnTo>
                    <a:pt x="174562" y="2391967"/>
                  </a:lnTo>
                  <a:lnTo>
                    <a:pt x="172851" y="2391967"/>
                  </a:lnTo>
                  <a:lnTo>
                    <a:pt x="171139" y="2391967"/>
                  </a:lnTo>
                  <a:lnTo>
                    <a:pt x="169428" y="2391967"/>
                  </a:lnTo>
                  <a:lnTo>
                    <a:pt x="167716" y="2391967"/>
                  </a:lnTo>
                  <a:lnTo>
                    <a:pt x="166005" y="2391967"/>
                  </a:lnTo>
                  <a:lnTo>
                    <a:pt x="164294" y="2391967"/>
                  </a:lnTo>
                  <a:lnTo>
                    <a:pt x="162582" y="2391967"/>
                  </a:lnTo>
                  <a:lnTo>
                    <a:pt x="160871" y="2391967"/>
                  </a:lnTo>
                  <a:lnTo>
                    <a:pt x="159159" y="2391967"/>
                  </a:lnTo>
                  <a:lnTo>
                    <a:pt x="157448" y="2391967"/>
                  </a:lnTo>
                  <a:lnTo>
                    <a:pt x="155737" y="2391967"/>
                  </a:lnTo>
                  <a:lnTo>
                    <a:pt x="154025" y="2391967"/>
                  </a:lnTo>
                  <a:lnTo>
                    <a:pt x="152314" y="2391967"/>
                  </a:lnTo>
                  <a:lnTo>
                    <a:pt x="150602" y="2391967"/>
                  </a:lnTo>
                  <a:lnTo>
                    <a:pt x="148891" y="2391967"/>
                  </a:lnTo>
                  <a:lnTo>
                    <a:pt x="147180" y="2391967"/>
                  </a:lnTo>
                  <a:lnTo>
                    <a:pt x="145468" y="2391967"/>
                  </a:lnTo>
                  <a:lnTo>
                    <a:pt x="143757" y="2391967"/>
                  </a:lnTo>
                  <a:lnTo>
                    <a:pt x="142045" y="2391967"/>
                  </a:lnTo>
                  <a:lnTo>
                    <a:pt x="140334" y="2391967"/>
                  </a:lnTo>
                  <a:lnTo>
                    <a:pt x="138623" y="2391967"/>
                  </a:lnTo>
                  <a:lnTo>
                    <a:pt x="136911" y="2391967"/>
                  </a:lnTo>
                  <a:lnTo>
                    <a:pt x="135200" y="2391967"/>
                  </a:lnTo>
                  <a:lnTo>
                    <a:pt x="133488" y="2391967"/>
                  </a:lnTo>
                  <a:lnTo>
                    <a:pt x="131777" y="2391967"/>
                  </a:lnTo>
                  <a:lnTo>
                    <a:pt x="130066" y="2391967"/>
                  </a:lnTo>
                  <a:lnTo>
                    <a:pt x="128354" y="2391967"/>
                  </a:lnTo>
                  <a:lnTo>
                    <a:pt x="126643" y="2391967"/>
                  </a:lnTo>
                  <a:lnTo>
                    <a:pt x="124931" y="2391967"/>
                  </a:lnTo>
                  <a:lnTo>
                    <a:pt x="123220" y="2391967"/>
                  </a:lnTo>
                  <a:lnTo>
                    <a:pt x="121509" y="2391967"/>
                  </a:lnTo>
                  <a:lnTo>
                    <a:pt x="119797" y="2391967"/>
                  </a:lnTo>
                  <a:lnTo>
                    <a:pt x="118086" y="2391967"/>
                  </a:lnTo>
                  <a:lnTo>
                    <a:pt x="116374" y="2391967"/>
                  </a:lnTo>
                  <a:lnTo>
                    <a:pt x="114663" y="2391967"/>
                  </a:lnTo>
                  <a:lnTo>
                    <a:pt x="112952" y="2391967"/>
                  </a:lnTo>
                  <a:lnTo>
                    <a:pt x="111240" y="2391967"/>
                  </a:lnTo>
                  <a:lnTo>
                    <a:pt x="109529" y="2391967"/>
                  </a:lnTo>
                  <a:lnTo>
                    <a:pt x="107817" y="2391967"/>
                  </a:lnTo>
                  <a:lnTo>
                    <a:pt x="106106" y="2391967"/>
                  </a:lnTo>
                  <a:lnTo>
                    <a:pt x="104395" y="2391967"/>
                  </a:lnTo>
                  <a:lnTo>
                    <a:pt x="102683" y="2391967"/>
                  </a:lnTo>
                  <a:lnTo>
                    <a:pt x="100972" y="2391967"/>
                  </a:lnTo>
                  <a:lnTo>
                    <a:pt x="99261" y="2391967"/>
                  </a:lnTo>
                  <a:lnTo>
                    <a:pt x="97549" y="2391967"/>
                  </a:lnTo>
                  <a:lnTo>
                    <a:pt x="95838" y="2391967"/>
                  </a:lnTo>
                  <a:lnTo>
                    <a:pt x="94126" y="2391967"/>
                  </a:lnTo>
                  <a:lnTo>
                    <a:pt x="92415" y="2391967"/>
                  </a:lnTo>
                  <a:lnTo>
                    <a:pt x="90704" y="2391967"/>
                  </a:lnTo>
                  <a:lnTo>
                    <a:pt x="88992" y="2391967"/>
                  </a:lnTo>
                  <a:lnTo>
                    <a:pt x="87281" y="2391967"/>
                  </a:lnTo>
                  <a:lnTo>
                    <a:pt x="85569" y="2391967"/>
                  </a:lnTo>
                  <a:lnTo>
                    <a:pt x="83858" y="2391967"/>
                  </a:lnTo>
                  <a:lnTo>
                    <a:pt x="82147" y="2391967"/>
                  </a:lnTo>
                  <a:lnTo>
                    <a:pt x="80435" y="2391967"/>
                  </a:lnTo>
                  <a:lnTo>
                    <a:pt x="78724" y="2391967"/>
                  </a:lnTo>
                  <a:lnTo>
                    <a:pt x="77012" y="2391967"/>
                  </a:lnTo>
                  <a:lnTo>
                    <a:pt x="75301" y="2391967"/>
                  </a:lnTo>
                  <a:lnTo>
                    <a:pt x="73590" y="2391967"/>
                  </a:lnTo>
                  <a:lnTo>
                    <a:pt x="71878" y="2391967"/>
                  </a:lnTo>
                  <a:lnTo>
                    <a:pt x="70167" y="2391967"/>
                  </a:lnTo>
                  <a:lnTo>
                    <a:pt x="68455" y="2391967"/>
                  </a:lnTo>
                  <a:lnTo>
                    <a:pt x="66744" y="2391967"/>
                  </a:lnTo>
                  <a:lnTo>
                    <a:pt x="65033" y="2391967"/>
                  </a:lnTo>
                  <a:lnTo>
                    <a:pt x="63321" y="2391967"/>
                  </a:lnTo>
                  <a:lnTo>
                    <a:pt x="61610" y="2391967"/>
                  </a:lnTo>
                  <a:lnTo>
                    <a:pt x="59898" y="2391967"/>
                  </a:lnTo>
                  <a:lnTo>
                    <a:pt x="58187" y="2391967"/>
                  </a:lnTo>
                  <a:lnTo>
                    <a:pt x="56476" y="2391967"/>
                  </a:lnTo>
                  <a:lnTo>
                    <a:pt x="54764" y="2391967"/>
                  </a:lnTo>
                  <a:lnTo>
                    <a:pt x="53053" y="2391967"/>
                  </a:lnTo>
                  <a:lnTo>
                    <a:pt x="51341" y="2391967"/>
                  </a:lnTo>
                  <a:lnTo>
                    <a:pt x="49630" y="2391967"/>
                  </a:lnTo>
                  <a:lnTo>
                    <a:pt x="47919" y="2391967"/>
                  </a:lnTo>
                  <a:lnTo>
                    <a:pt x="46207" y="2391967"/>
                  </a:lnTo>
                  <a:lnTo>
                    <a:pt x="44496" y="2391967"/>
                  </a:lnTo>
                  <a:lnTo>
                    <a:pt x="42784" y="2391967"/>
                  </a:lnTo>
                  <a:lnTo>
                    <a:pt x="41073" y="2391967"/>
                  </a:lnTo>
                  <a:lnTo>
                    <a:pt x="39362" y="2391967"/>
                  </a:lnTo>
                  <a:lnTo>
                    <a:pt x="37650" y="2391967"/>
                  </a:lnTo>
                  <a:lnTo>
                    <a:pt x="35939" y="2391967"/>
                  </a:lnTo>
                  <a:lnTo>
                    <a:pt x="34227" y="2391967"/>
                  </a:lnTo>
                  <a:lnTo>
                    <a:pt x="32516" y="2391967"/>
                  </a:lnTo>
                  <a:lnTo>
                    <a:pt x="30805" y="2391967"/>
                  </a:lnTo>
                  <a:lnTo>
                    <a:pt x="29093" y="2391967"/>
                  </a:lnTo>
                  <a:lnTo>
                    <a:pt x="27382" y="2391967"/>
                  </a:lnTo>
                  <a:lnTo>
                    <a:pt x="25670" y="2391967"/>
                  </a:lnTo>
                  <a:lnTo>
                    <a:pt x="23959" y="2391967"/>
                  </a:lnTo>
                  <a:lnTo>
                    <a:pt x="22248" y="2391967"/>
                  </a:lnTo>
                  <a:lnTo>
                    <a:pt x="20536" y="2391967"/>
                  </a:lnTo>
                  <a:lnTo>
                    <a:pt x="18825" y="2391967"/>
                  </a:lnTo>
                  <a:lnTo>
                    <a:pt x="17113" y="2391967"/>
                  </a:lnTo>
                  <a:lnTo>
                    <a:pt x="15402" y="2391967"/>
                  </a:lnTo>
                  <a:lnTo>
                    <a:pt x="13691" y="2391967"/>
                  </a:lnTo>
                  <a:lnTo>
                    <a:pt x="11979" y="2391967"/>
                  </a:lnTo>
                  <a:lnTo>
                    <a:pt x="10268" y="2391967"/>
                  </a:lnTo>
                  <a:lnTo>
                    <a:pt x="8556" y="2391967"/>
                  </a:lnTo>
                  <a:lnTo>
                    <a:pt x="6845" y="2391967"/>
                  </a:lnTo>
                  <a:lnTo>
                    <a:pt x="5134" y="2391967"/>
                  </a:lnTo>
                  <a:lnTo>
                    <a:pt x="3422" y="2391967"/>
                  </a:lnTo>
                  <a:lnTo>
                    <a:pt x="1711" y="2391967"/>
                  </a:lnTo>
                  <a:lnTo>
                    <a:pt x="0" y="2391967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444934" y="3987482"/>
              <a:ext cx="8553560" cy="2391967"/>
            </a:xfrm>
            <a:custGeom>
              <a:avLst/>
              <a:pathLst>
                <a:path w="8553560" h="2391967">
                  <a:moveTo>
                    <a:pt x="0" y="2298874"/>
                  </a:moveTo>
                  <a:lnTo>
                    <a:pt x="1711" y="2312332"/>
                  </a:lnTo>
                  <a:lnTo>
                    <a:pt x="3422" y="2295397"/>
                  </a:lnTo>
                  <a:lnTo>
                    <a:pt x="5134" y="2275202"/>
                  </a:lnTo>
                  <a:lnTo>
                    <a:pt x="6845" y="2269757"/>
                  </a:lnTo>
                  <a:lnTo>
                    <a:pt x="8556" y="2282974"/>
                  </a:lnTo>
                  <a:lnTo>
                    <a:pt x="10268" y="2292937"/>
                  </a:lnTo>
                  <a:lnTo>
                    <a:pt x="11979" y="2257858"/>
                  </a:lnTo>
                  <a:lnTo>
                    <a:pt x="13691" y="2222452"/>
                  </a:lnTo>
                  <a:lnTo>
                    <a:pt x="15402" y="2248887"/>
                  </a:lnTo>
                  <a:lnTo>
                    <a:pt x="17113" y="2266205"/>
                  </a:lnTo>
                  <a:lnTo>
                    <a:pt x="18825" y="2258762"/>
                  </a:lnTo>
                  <a:lnTo>
                    <a:pt x="20536" y="2232465"/>
                  </a:lnTo>
                  <a:lnTo>
                    <a:pt x="22248" y="2233725"/>
                  </a:lnTo>
                  <a:lnTo>
                    <a:pt x="23959" y="2225547"/>
                  </a:lnTo>
                  <a:lnTo>
                    <a:pt x="25670" y="2218998"/>
                  </a:lnTo>
                  <a:lnTo>
                    <a:pt x="27382" y="2210303"/>
                  </a:lnTo>
                  <a:lnTo>
                    <a:pt x="29093" y="2222523"/>
                  </a:lnTo>
                  <a:lnTo>
                    <a:pt x="30805" y="2219530"/>
                  </a:lnTo>
                  <a:lnTo>
                    <a:pt x="32516" y="2156908"/>
                  </a:lnTo>
                  <a:lnTo>
                    <a:pt x="34227" y="2166562"/>
                  </a:lnTo>
                  <a:lnTo>
                    <a:pt x="35939" y="2154203"/>
                  </a:lnTo>
                  <a:lnTo>
                    <a:pt x="37650" y="2166206"/>
                  </a:lnTo>
                  <a:lnTo>
                    <a:pt x="39362" y="2138261"/>
                  </a:lnTo>
                  <a:lnTo>
                    <a:pt x="41073" y="2135275"/>
                  </a:lnTo>
                  <a:lnTo>
                    <a:pt x="42784" y="2194130"/>
                  </a:lnTo>
                  <a:lnTo>
                    <a:pt x="44496" y="2177472"/>
                  </a:lnTo>
                  <a:lnTo>
                    <a:pt x="46207" y="2157739"/>
                  </a:lnTo>
                  <a:lnTo>
                    <a:pt x="47919" y="2161061"/>
                  </a:lnTo>
                  <a:lnTo>
                    <a:pt x="49630" y="2172613"/>
                  </a:lnTo>
                  <a:lnTo>
                    <a:pt x="51341" y="2198758"/>
                  </a:lnTo>
                  <a:lnTo>
                    <a:pt x="53053" y="2190654"/>
                  </a:lnTo>
                  <a:lnTo>
                    <a:pt x="54764" y="2219359"/>
                  </a:lnTo>
                  <a:lnTo>
                    <a:pt x="56476" y="2247906"/>
                  </a:lnTo>
                  <a:lnTo>
                    <a:pt x="58187" y="2244382"/>
                  </a:lnTo>
                  <a:lnTo>
                    <a:pt x="59898" y="2243826"/>
                  </a:lnTo>
                  <a:lnTo>
                    <a:pt x="61610" y="2201842"/>
                  </a:lnTo>
                  <a:lnTo>
                    <a:pt x="63321" y="2136399"/>
                  </a:lnTo>
                  <a:lnTo>
                    <a:pt x="65033" y="2171734"/>
                  </a:lnTo>
                  <a:lnTo>
                    <a:pt x="66744" y="2186331"/>
                  </a:lnTo>
                  <a:lnTo>
                    <a:pt x="68455" y="2202228"/>
                  </a:lnTo>
                  <a:lnTo>
                    <a:pt x="70167" y="2197963"/>
                  </a:lnTo>
                  <a:lnTo>
                    <a:pt x="71878" y="2205589"/>
                  </a:lnTo>
                  <a:lnTo>
                    <a:pt x="73590" y="2216007"/>
                  </a:lnTo>
                  <a:lnTo>
                    <a:pt x="75301" y="2224079"/>
                  </a:lnTo>
                  <a:lnTo>
                    <a:pt x="77012" y="2145904"/>
                  </a:lnTo>
                  <a:lnTo>
                    <a:pt x="78724" y="2144060"/>
                  </a:lnTo>
                  <a:lnTo>
                    <a:pt x="80435" y="2091997"/>
                  </a:lnTo>
                  <a:lnTo>
                    <a:pt x="82147" y="2130506"/>
                  </a:lnTo>
                  <a:lnTo>
                    <a:pt x="83858" y="2117936"/>
                  </a:lnTo>
                  <a:lnTo>
                    <a:pt x="85569" y="2100405"/>
                  </a:lnTo>
                  <a:lnTo>
                    <a:pt x="87281" y="2104401"/>
                  </a:lnTo>
                  <a:lnTo>
                    <a:pt x="88992" y="2089635"/>
                  </a:lnTo>
                  <a:lnTo>
                    <a:pt x="90704" y="2072758"/>
                  </a:lnTo>
                  <a:lnTo>
                    <a:pt x="92415" y="2079889"/>
                  </a:lnTo>
                  <a:lnTo>
                    <a:pt x="94126" y="2035530"/>
                  </a:lnTo>
                  <a:lnTo>
                    <a:pt x="95838" y="2083734"/>
                  </a:lnTo>
                  <a:lnTo>
                    <a:pt x="97549" y="2161125"/>
                  </a:lnTo>
                  <a:lnTo>
                    <a:pt x="99261" y="2233820"/>
                  </a:lnTo>
                  <a:lnTo>
                    <a:pt x="100972" y="2254737"/>
                  </a:lnTo>
                  <a:lnTo>
                    <a:pt x="102683" y="2244925"/>
                  </a:lnTo>
                  <a:lnTo>
                    <a:pt x="104395" y="2257546"/>
                  </a:lnTo>
                  <a:lnTo>
                    <a:pt x="106106" y="2270311"/>
                  </a:lnTo>
                  <a:lnTo>
                    <a:pt x="107817" y="2250158"/>
                  </a:lnTo>
                  <a:lnTo>
                    <a:pt x="109529" y="2278598"/>
                  </a:lnTo>
                  <a:lnTo>
                    <a:pt x="111240" y="2295466"/>
                  </a:lnTo>
                  <a:lnTo>
                    <a:pt x="112952" y="2312099"/>
                  </a:lnTo>
                  <a:lnTo>
                    <a:pt x="114663" y="2309008"/>
                  </a:lnTo>
                  <a:lnTo>
                    <a:pt x="116374" y="2317068"/>
                  </a:lnTo>
                  <a:lnTo>
                    <a:pt x="118086" y="2294461"/>
                  </a:lnTo>
                  <a:lnTo>
                    <a:pt x="119797" y="2290499"/>
                  </a:lnTo>
                  <a:lnTo>
                    <a:pt x="121509" y="2250731"/>
                  </a:lnTo>
                  <a:lnTo>
                    <a:pt x="123220" y="2254330"/>
                  </a:lnTo>
                  <a:lnTo>
                    <a:pt x="124931" y="2225042"/>
                  </a:lnTo>
                  <a:lnTo>
                    <a:pt x="126643" y="2211168"/>
                  </a:lnTo>
                  <a:lnTo>
                    <a:pt x="128354" y="2193499"/>
                  </a:lnTo>
                  <a:lnTo>
                    <a:pt x="130066" y="2201785"/>
                  </a:lnTo>
                  <a:lnTo>
                    <a:pt x="131777" y="2206615"/>
                  </a:lnTo>
                  <a:lnTo>
                    <a:pt x="133488" y="2243600"/>
                  </a:lnTo>
                  <a:lnTo>
                    <a:pt x="135200" y="2226092"/>
                  </a:lnTo>
                  <a:lnTo>
                    <a:pt x="136911" y="2199202"/>
                  </a:lnTo>
                  <a:lnTo>
                    <a:pt x="138623" y="2209798"/>
                  </a:lnTo>
                  <a:lnTo>
                    <a:pt x="140334" y="2198501"/>
                  </a:lnTo>
                  <a:lnTo>
                    <a:pt x="142045" y="2226751"/>
                  </a:lnTo>
                  <a:lnTo>
                    <a:pt x="143757" y="2196944"/>
                  </a:lnTo>
                  <a:lnTo>
                    <a:pt x="145468" y="2222675"/>
                  </a:lnTo>
                  <a:lnTo>
                    <a:pt x="147180" y="2224633"/>
                  </a:lnTo>
                  <a:lnTo>
                    <a:pt x="148891" y="2234581"/>
                  </a:lnTo>
                  <a:lnTo>
                    <a:pt x="150602" y="2241987"/>
                  </a:lnTo>
                  <a:lnTo>
                    <a:pt x="152314" y="2197214"/>
                  </a:lnTo>
                  <a:lnTo>
                    <a:pt x="154025" y="2207453"/>
                  </a:lnTo>
                  <a:lnTo>
                    <a:pt x="155737" y="2177816"/>
                  </a:lnTo>
                  <a:lnTo>
                    <a:pt x="157448" y="2151757"/>
                  </a:lnTo>
                  <a:lnTo>
                    <a:pt x="159159" y="2144789"/>
                  </a:lnTo>
                  <a:lnTo>
                    <a:pt x="160871" y="2143966"/>
                  </a:lnTo>
                  <a:lnTo>
                    <a:pt x="162582" y="2100831"/>
                  </a:lnTo>
                  <a:lnTo>
                    <a:pt x="164294" y="2101165"/>
                  </a:lnTo>
                  <a:lnTo>
                    <a:pt x="166005" y="2102292"/>
                  </a:lnTo>
                  <a:lnTo>
                    <a:pt x="167716" y="2142672"/>
                  </a:lnTo>
                  <a:lnTo>
                    <a:pt x="169428" y="2194655"/>
                  </a:lnTo>
                  <a:lnTo>
                    <a:pt x="171139" y="2220013"/>
                  </a:lnTo>
                  <a:lnTo>
                    <a:pt x="172851" y="2213966"/>
                  </a:lnTo>
                  <a:lnTo>
                    <a:pt x="174562" y="2212939"/>
                  </a:lnTo>
                  <a:lnTo>
                    <a:pt x="176273" y="2214784"/>
                  </a:lnTo>
                  <a:lnTo>
                    <a:pt x="177985" y="2222870"/>
                  </a:lnTo>
                  <a:lnTo>
                    <a:pt x="179696" y="2236417"/>
                  </a:lnTo>
                  <a:lnTo>
                    <a:pt x="181408" y="2236789"/>
                  </a:lnTo>
                  <a:lnTo>
                    <a:pt x="183119" y="2246306"/>
                  </a:lnTo>
                  <a:lnTo>
                    <a:pt x="184830" y="2250998"/>
                  </a:lnTo>
                  <a:lnTo>
                    <a:pt x="186542" y="2225932"/>
                  </a:lnTo>
                  <a:lnTo>
                    <a:pt x="188253" y="2215516"/>
                  </a:lnTo>
                  <a:lnTo>
                    <a:pt x="189965" y="2212984"/>
                  </a:lnTo>
                  <a:lnTo>
                    <a:pt x="191676" y="2241634"/>
                  </a:lnTo>
                  <a:lnTo>
                    <a:pt x="193387" y="2257749"/>
                  </a:lnTo>
                  <a:lnTo>
                    <a:pt x="195099" y="2234066"/>
                  </a:lnTo>
                  <a:lnTo>
                    <a:pt x="196810" y="2192201"/>
                  </a:lnTo>
                  <a:lnTo>
                    <a:pt x="198522" y="2168820"/>
                  </a:lnTo>
                  <a:lnTo>
                    <a:pt x="200233" y="2173459"/>
                  </a:lnTo>
                  <a:lnTo>
                    <a:pt x="201944" y="2149544"/>
                  </a:lnTo>
                  <a:lnTo>
                    <a:pt x="203656" y="2149440"/>
                  </a:lnTo>
                  <a:lnTo>
                    <a:pt x="205367" y="2124274"/>
                  </a:lnTo>
                  <a:lnTo>
                    <a:pt x="207079" y="2117005"/>
                  </a:lnTo>
                  <a:lnTo>
                    <a:pt x="208790" y="2102915"/>
                  </a:lnTo>
                  <a:lnTo>
                    <a:pt x="210501" y="2078760"/>
                  </a:lnTo>
                  <a:lnTo>
                    <a:pt x="212213" y="2068429"/>
                  </a:lnTo>
                  <a:lnTo>
                    <a:pt x="213924" y="2050293"/>
                  </a:lnTo>
                  <a:lnTo>
                    <a:pt x="215635" y="2096150"/>
                  </a:lnTo>
                  <a:lnTo>
                    <a:pt x="217347" y="2099313"/>
                  </a:lnTo>
                  <a:lnTo>
                    <a:pt x="219058" y="2145608"/>
                  </a:lnTo>
                  <a:lnTo>
                    <a:pt x="220770" y="2171320"/>
                  </a:lnTo>
                  <a:lnTo>
                    <a:pt x="222481" y="2166125"/>
                  </a:lnTo>
                  <a:lnTo>
                    <a:pt x="224192" y="2213464"/>
                  </a:lnTo>
                  <a:lnTo>
                    <a:pt x="225904" y="2220777"/>
                  </a:lnTo>
                  <a:lnTo>
                    <a:pt x="227615" y="2270409"/>
                  </a:lnTo>
                  <a:lnTo>
                    <a:pt x="229327" y="2300460"/>
                  </a:lnTo>
                  <a:lnTo>
                    <a:pt x="231038" y="2305621"/>
                  </a:lnTo>
                  <a:lnTo>
                    <a:pt x="232749" y="2322318"/>
                  </a:lnTo>
                  <a:lnTo>
                    <a:pt x="234461" y="2333658"/>
                  </a:lnTo>
                  <a:lnTo>
                    <a:pt x="236172" y="2329115"/>
                  </a:lnTo>
                  <a:lnTo>
                    <a:pt x="237884" y="2331180"/>
                  </a:lnTo>
                  <a:lnTo>
                    <a:pt x="239595" y="2323674"/>
                  </a:lnTo>
                  <a:lnTo>
                    <a:pt x="241306" y="2308424"/>
                  </a:lnTo>
                  <a:lnTo>
                    <a:pt x="243018" y="2346034"/>
                  </a:lnTo>
                  <a:lnTo>
                    <a:pt x="244729" y="2316187"/>
                  </a:lnTo>
                  <a:lnTo>
                    <a:pt x="246441" y="2252006"/>
                  </a:lnTo>
                  <a:lnTo>
                    <a:pt x="248152" y="2280651"/>
                  </a:lnTo>
                  <a:lnTo>
                    <a:pt x="249863" y="2292473"/>
                  </a:lnTo>
                  <a:lnTo>
                    <a:pt x="251575" y="2329401"/>
                  </a:lnTo>
                  <a:lnTo>
                    <a:pt x="253286" y="2299512"/>
                  </a:lnTo>
                  <a:lnTo>
                    <a:pt x="254998" y="2298573"/>
                  </a:lnTo>
                  <a:lnTo>
                    <a:pt x="256709" y="2289807"/>
                  </a:lnTo>
                  <a:lnTo>
                    <a:pt x="258420" y="2278583"/>
                  </a:lnTo>
                  <a:lnTo>
                    <a:pt x="260132" y="2288814"/>
                  </a:lnTo>
                  <a:lnTo>
                    <a:pt x="261843" y="2242343"/>
                  </a:lnTo>
                  <a:lnTo>
                    <a:pt x="263555" y="2260842"/>
                  </a:lnTo>
                  <a:lnTo>
                    <a:pt x="265266" y="2279064"/>
                  </a:lnTo>
                  <a:lnTo>
                    <a:pt x="266977" y="2277099"/>
                  </a:lnTo>
                  <a:lnTo>
                    <a:pt x="268689" y="2241634"/>
                  </a:lnTo>
                  <a:lnTo>
                    <a:pt x="270400" y="2243266"/>
                  </a:lnTo>
                  <a:lnTo>
                    <a:pt x="272112" y="2246577"/>
                  </a:lnTo>
                  <a:lnTo>
                    <a:pt x="273823" y="2271595"/>
                  </a:lnTo>
                  <a:lnTo>
                    <a:pt x="275534" y="2210085"/>
                  </a:lnTo>
                  <a:lnTo>
                    <a:pt x="277246" y="2171589"/>
                  </a:lnTo>
                  <a:lnTo>
                    <a:pt x="278957" y="2216758"/>
                  </a:lnTo>
                  <a:lnTo>
                    <a:pt x="280669" y="2281320"/>
                  </a:lnTo>
                  <a:lnTo>
                    <a:pt x="282380" y="2306076"/>
                  </a:lnTo>
                  <a:lnTo>
                    <a:pt x="284091" y="2313951"/>
                  </a:lnTo>
                  <a:lnTo>
                    <a:pt x="285803" y="2325449"/>
                  </a:lnTo>
                  <a:lnTo>
                    <a:pt x="287514" y="2329752"/>
                  </a:lnTo>
                  <a:lnTo>
                    <a:pt x="289226" y="2326141"/>
                  </a:lnTo>
                  <a:lnTo>
                    <a:pt x="290937" y="2335657"/>
                  </a:lnTo>
                  <a:lnTo>
                    <a:pt x="292648" y="2324868"/>
                  </a:lnTo>
                  <a:lnTo>
                    <a:pt x="294360" y="2335513"/>
                  </a:lnTo>
                  <a:lnTo>
                    <a:pt x="296071" y="2346410"/>
                  </a:lnTo>
                  <a:lnTo>
                    <a:pt x="297783" y="2351605"/>
                  </a:lnTo>
                  <a:lnTo>
                    <a:pt x="299494" y="2346644"/>
                  </a:lnTo>
                  <a:lnTo>
                    <a:pt x="301205" y="2330300"/>
                  </a:lnTo>
                  <a:lnTo>
                    <a:pt x="302917" y="2349564"/>
                  </a:lnTo>
                  <a:lnTo>
                    <a:pt x="304628" y="2323478"/>
                  </a:lnTo>
                  <a:lnTo>
                    <a:pt x="306340" y="2299810"/>
                  </a:lnTo>
                  <a:lnTo>
                    <a:pt x="308051" y="2293871"/>
                  </a:lnTo>
                  <a:lnTo>
                    <a:pt x="309762" y="2285120"/>
                  </a:lnTo>
                  <a:lnTo>
                    <a:pt x="311474" y="2277793"/>
                  </a:lnTo>
                  <a:lnTo>
                    <a:pt x="313185" y="2266879"/>
                  </a:lnTo>
                  <a:lnTo>
                    <a:pt x="314897" y="2265350"/>
                  </a:lnTo>
                  <a:lnTo>
                    <a:pt x="316608" y="2271113"/>
                  </a:lnTo>
                  <a:lnTo>
                    <a:pt x="318319" y="2287515"/>
                  </a:lnTo>
                  <a:lnTo>
                    <a:pt x="320031" y="2285843"/>
                  </a:lnTo>
                  <a:lnTo>
                    <a:pt x="321742" y="2278800"/>
                  </a:lnTo>
                  <a:lnTo>
                    <a:pt x="323453" y="2305027"/>
                  </a:lnTo>
                  <a:lnTo>
                    <a:pt x="325165" y="2324122"/>
                  </a:lnTo>
                  <a:lnTo>
                    <a:pt x="326876" y="2326085"/>
                  </a:lnTo>
                  <a:lnTo>
                    <a:pt x="328588" y="2335277"/>
                  </a:lnTo>
                  <a:lnTo>
                    <a:pt x="330299" y="2355089"/>
                  </a:lnTo>
                  <a:lnTo>
                    <a:pt x="332010" y="2363341"/>
                  </a:lnTo>
                  <a:lnTo>
                    <a:pt x="333722" y="2374111"/>
                  </a:lnTo>
                  <a:lnTo>
                    <a:pt x="335433" y="2373848"/>
                  </a:lnTo>
                  <a:lnTo>
                    <a:pt x="337145" y="2374928"/>
                  </a:lnTo>
                  <a:lnTo>
                    <a:pt x="338856" y="2376500"/>
                  </a:lnTo>
                  <a:lnTo>
                    <a:pt x="340567" y="2374432"/>
                  </a:lnTo>
                  <a:lnTo>
                    <a:pt x="342279" y="2368854"/>
                  </a:lnTo>
                  <a:lnTo>
                    <a:pt x="343990" y="2372564"/>
                  </a:lnTo>
                  <a:lnTo>
                    <a:pt x="345702" y="2371352"/>
                  </a:lnTo>
                  <a:lnTo>
                    <a:pt x="347413" y="2363544"/>
                  </a:lnTo>
                  <a:lnTo>
                    <a:pt x="349124" y="2351039"/>
                  </a:lnTo>
                  <a:lnTo>
                    <a:pt x="350836" y="2346488"/>
                  </a:lnTo>
                  <a:lnTo>
                    <a:pt x="352547" y="2329389"/>
                  </a:lnTo>
                  <a:lnTo>
                    <a:pt x="354259" y="2326409"/>
                  </a:lnTo>
                  <a:lnTo>
                    <a:pt x="355970" y="2316925"/>
                  </a:lnTo>
                  <a:lnTo>
                    <a:pt x="357681" y="2277923"/>
                  </a:lnTo>
                  <a:lnTo>
                    <a:pt x="359393" y="2277807"/>
                  </a:lnTo>
                  <a:lnTo>
                    <a:pt x="361104" y="2259881"/>
                  </a:lnTo>
                  <a:lnTo>
                    <a:pt x="362816" y="2228945"/>
                  </a:lnTo>
                  <a:lnTo>
                    <a:pt x="364527" y="2182889"/>
                  </a:lnTo>
                  <a:lnTo>
                    <a:pt x="366238" y="2167502"/>
                  </a:lnTo>
                  <a:lnTo>
                    <a:pt x="367950" y="2154047"/>
                  </a:lnTo>
                  <a:lnTo>
                    <a:pt x="369661" y="2120645"/>
                  </a:lnTo>
                  <a:lnTo>
                    <a:pt x="371373" y="2142675"/>
                  </a:lnTo>
                  <a:lnTo>
                    <a:pt x="373084" y="2140755"/>
                  </a:lnTo>
                  <a:lnTo>
                    <a:pt x="374795" y="2156527"/>
                  </a:lnTo>
                  <a:lnTo>
                    <a:pt x="376507" y="2166067"/>
                  </a:lnTo>
                  <a:lnTo>
                    <a:pt x="378218" y="2185565"/>
                  </a:lnTo>
                  <a:lnTo>
                    <a:pt x="379930" y="2206743"/>
                  </a:lnTo>
                  <a:lnTo>
                    <a:pt x="381641" y="2199816"/>
                  </a:lnTo>
                  <a:lnTo>
                    <a:pt x="383352" y="2192810"/>
                  </a:lnTo>
                  <a:lnTo>
                    <a:pt x="385064" y="2184137"/>
                  </a:lnTo>
                  <a:lnTo>
                    <a:pt x="386775" y="2160864"/>
                  </a:lnTo>
                  <a:lnTo>
                    <a:pt x="388487" y="2210607"/>
                  </a:lnTo>
                  <a:lnTo>
                    <a:pt x="390198" y="2205944"/>
                  </a:lnTo>
                  <a:lnTo>
                    <a:pt x="391909" y="2237785"/>
                  </a:lnTo>
                  <a:lnTo>
                    <a:pt x="393621" y="2242837"/>
                  </a:lnTo>
                  <a:lnTo>
                    <a:pt x="395332" y="2252128"/>
                  </a:lnTo>
                  <a:lnTo>
                    <a:pt x="397044" y="2225856"/>
                  </a:lnTo>
                  <a:lnTo>
                    <a:pt x="398755" y="2259860"/>
                  </a:lnTo>
                  <a:lnTo>
                    <a:pt x="400466" y="2282280"/>
                  </a:lnTo>
                  <a:lnTo>
                    <a:pt x="402178" y="2294019"/>
                  </a:lnTo>
                  <a:lnTo>
                    <a:pt x="403889" y="2291994"/>
                  </a:lnTo>
                  <a:lnTo>
                    <a:pt x="405601" y="2315269"/>
                  </a:lnTo>
                  <a:lnTo>
                    <a:pt x="407312" y="2351189"/>
                  </a:lnTo>
                  <a:lnTo>
                    <a:pt x="409023" y="2351892"/>
                  </a:lnTo>
                  <a:lnTo>
                    <a:pt x="410735" y="2351678"/>
                  </a:lnTo>
                  <a:lnTo>
                    <a:pt x="412446" y="2364510"/>
                  </a:lnTo>
                  <a:lnTo>
                    <a:pt x="414158" y="2353338"/>
                  </a:lnTo>
                  <a:lnTo>
                    <a:pt x="415869" y="2351913"/>
                  </a:lnTo>
                  <a:lnTo>
                    <a:pt x="417580" y="2329284"/>
                  </a:lnTo>
                  <a:lnTo>
                    <a:pt x="419292" y="2341623"/>
                  </a:lnTo>
                  <a:lnTo>
                    <a:pt x="421003" y="2353086"/>
                  </a:lnTo>
                  <a:lnTo>
                    <a:pt x="422714" y="2354888"/>
                  </a:lnTo>
                  <a:lnTo>
                    <a:pt x="424426" y="2364516"/>
                  </a:lnTo>
                  <a:lnTo>
                    <a:pt x="426137" y="2344477"/>
                  </a:lnTo>
                  <a:lnTo>
                    <a:pt x="427849" y="2345185"/>
                  </a:lnTo>
                  <a:lnTo>
                    <a:pt x="429560" y="2348893"/>
                  </a:lnTo>
                  <a:lnTo>
                    <a:pt x="431271" y="2357486"/>
                  </a:lnTo>
                  <a:lnTo>
                    <a:pt x="432983" y="2369413"/>
                  </a:lnTo>
                  <a:lnTo>
                    <a:pt x="434694" y="2355592"/>
                  </a:lnTo>
                  <a:lnTo>
                    <a:pt x="436406" y="2352324"/>
                  </a:lnTo>
                  <a:lnTo>
                    <a:pt x="438117" y="2352919"/>
                  </a:lnTo>
                  <a:lnTo>
                    <a:pt x="439828" y="2345811"/>
                  </a:lnTo>
                  <a:lnTo>
                    <a:pt x="441540" y="2347515"/>
                  </a:lnTo>
                  <a:lnTo>
                    <a:pt x="443251" y="2370271"/>
                  </a:lnTo>
                  <a:lnTo>
                    <a:pt x="444963" y="2370013"/>
                  </a:lnTo>
                  <a:lnTo>
                    <a:pt x="446674" y="2371538"/>
                  </a:lnTo>
                  <a:lnTo>
                    <a:pt x="448385" y="2388756"/>
                  </a:lnTo>
                  <a:lnTo>
                    <a:pt x="450097" y="2391967"/>
                  </a:lnTo>
                  <a:lnTo>
                    <a:pt x="450097" y="2391967"/>
                  </a:lnTo>
                  <a:lnTo>
                    <a:pt x="451808" y="2378992"/>
                  </a:lnTo>
                  <a:lnTo>
                    <a:pt x="453520" y="2383255"/>
                  </a:lnTo>
                  <a:lnTo>
                    <a:pt x="455231" y="2377662"/>
                  </a:lnTo>
                  <a:lnTo>
                    <a:pt x="456942" y="2381735"/>
                  </a:lnTo>
                  <a:lnTo>
                    <a:pt x="458654" y="2369994"/>
                  </a:lnTo>
                  <a:lnTo>
                    <a:pt x="460365" y="2373094"/>
                  </a:lnTo>
                  <a:lnTo>
                    <a:pt x="462077" y="2367743"/>
                  </a:lnTo>
                  <a:lnTo>
                    <a:pt x="463788" y="2347876"/>
                  </a:lnTo>
                  <a:lnTo>
                    <a:pt x="465499" y="2359648"/>
                  </a:lnTo>
                  <a:lnTo>
                    <a:pt x="467211" y="2353800"/>
                  </a:lnTo>
                  <a:lnTo>
                    <a:pt x="468922" y="2342036"/>
                  </a:lnTo>
                  <a:lnTo>
                    <a:pt x="470634" y="2331328"/>
                  </a:lnTo>
                  <a:lnTo>
                    <a:pt x="472345" y="2325288"/>
                  </a:lnTo>
                  <a:lnTo>
                    <a:pt x="474056" y="2268372"/>
                  </a:lnTo>
                  <a:lnTo>
                    <a:pt x="475768" y="2260013"/>
                  </a:lnTo>
                  <a:lnTo>
                    <a:pt x="477479" y="2239161"/>
                  </a:lnTo>
                  <a:lnTo>
                    <a:pt x="479191" y="2211742"/>
                  </a:lnTo>
                  <a:lnTo>
                    <a:pt x="480902" y="2258316"/>
                  </a:lnTo>
                  <a:lnTo>
                    <a:pt x="482613" y="2274466"/>
                  </a:lnTo>
                  <a:lnTo>
                    <a:pt x="484325" y="2306070"/>
                  </a:lnTo>
                  <a:lnTo>
                    <a:pt x="486036" y="2307177"/>
                  </a:lnTo>
                  <a:lnTo>
                    <a:pt x="487748" y="2289965"/>
                  </a:lnTo>
                  <a:lnTo>
                    <a:pt x="489459" y="2294217"/>
                  </a:lnTo>
                  <a:lnTo>
                    <a:pt x="491170" y="2253763"/>
                  </a:lnTo>
                  <a:lnTo>
                    <a:pt x="492882" y="2266854"/>
                  </a:lnTo>
                  <a:lnTo>
                    <a:pt x="494593" y="2224359"/>
                  </a:lnTo>
                  <a:lnTo>
                    <a:pt x="496305" y="2210698"/>
                  </a:lnTo>
                  <a:lnTo>
                    <a:pt x="498016" y="2246554"/>
                  </a:lnTo>
                  <a:lnTo>
                    <a:pt x="499727" y="2232953"/>
                  </a:lnTo>
                  <a:lnTo>
                    <a:pt x="501439" y="2288436"/>
                  </a:lnTo>
                  <a:lnTo>
                    <a:pt x="503150" y="2264771"/>
                  </a:lnTo>
                  <a:lnTo>
                    <a:pt x="504862" y="2240004"/>
                  </a:lnTo>
                  <a:lnTo>
                    <a:pt x="506573" y="2278519"/>
                  </a:lnTo>
                  <a:lnTo>
                    <a:pt x="508284" y="2283021"/>
                  </a:lnTo>
                  <a:lnTo>
                    <a:pt x="509996" y="2312172"/>
                  </a:lnTo>
                  <a:lnTo>
                    <a:pt x="511707" y="2308684"/>
                  </a:lnTo>
                  <a:lnTo>
                    <a:pt x="513419" y="2323938"/>
                  </a:lnTo>
                  <a:lnTo>
                    <a:pt x="515130" y="2313765"/>
                  </a:lnTo>
                  <a:lnTo>
                    <a:pt x="516841" y="2298945"/>
                  </a:lnTo>
                  <a:lnTo>
                    <a:pt x="518553" y="2262969"/>
                  </a:lnTo>
                  <a:lnTo>
                    <a:pt x="520264" y="2199414"/>
                  </a:lnTo>
                  <a:lnTo>
                    <a:pt x="521976" y="2153634"/>
                  </a:lnTo>
                  <a:lnTo>
                    <a:pt x="523687" y="2164240"/>
                  </a:lnTo>
                  <a:lnTo>
                    <a:pt x="525398" y="2151327"/>
                  </a:lnTo>
                  <a:lnTo>
                    <a:pt x="527110" y="2135997"/>
                  </a:lnTo>
                  <a:lnTo>
                    <a:pt x="528821" y="2180260"/>
                  </a:lnTo>
                  <a:lnTo>
                    <a:pt x="530532" y="2202991"/>
                  </a:lnTo>
                  <a:lnTo>
                    <a:pt x="532244" y="2144912"/>
                  </a:lnTo>
                  <a:lnTo>
                    <a:pt x="533955" y="2093918"/>
                  </a:lnTo>
                  <a:lnTo>
                    <a:pt x="535667" y="2078122"/>
                  </a:lnTo>
                  <a:lnTo>
                    <a:pt x="537378" y="2131722"/>
                  </a:lnTo>
                  <a:lnTo>
                    <a:pt x="539089" y="2138921"/>
                  </a:lnTo>
                  <a:lnTo>
                    <a:pt x="540801" y="2104887"/>
                  </a:lnTo>
                  <a:lnTo>
                    <a:pt x="542512" y="2087598"/>
                  </a:lnTo>
                  <a:lnTo>
                    <a:pt x="544224" y="2071780"/>
                  </a:lnTo>
                  <a:lnTo>
                    <a:pt x="545935" y="2086071"/>
                  </a:lnTo>
                  <a:lnTo>
                    <a:pt x="547646" y="2052500"/>
                  </a:lnTo>
                  <a:lnTo>
                    <a:pt x="549358" y="1973910"/>
                  </a:lnTo>
                  <a:lnTo>
                    <a:pt x="551069" y="1945198"/>
                  </a:lnTo>
                  <a:lnTo>
                    <a:pt x="552781" y="1887960"/>
                  </a:lnTo>
                  <a:lnTo>
                    <a:pt x="554492" y="1886205"/>
                  </a:lnTo>
                  <a:lnTo>
                    <a:pt x="556203" y="1905207"/>
                  </a:lnTo>
                  <a:lnTo>
                    <a:pt x="557915" y="1954311"/>
                  </a:lnTo>
                  <a:lnTo>
                    <a:pt x="559626" y="2001213"/>
                  </a:lnTo>
                  <a:lnTo>
                    <a:pt x="561338" y="2031930"/>
                  </a:lnTo>
                  <a:lnTo>
                    <a:pt x="563049" y="2132268"/>
                  </a:lnTo>
                  <a:lnTo>
                    <a:pt x="564760" y="2177866"/>
                  </a:lnTo>
                  <a:lnTo>
                    <a:pt x="566472" y="2192432"/>
                  </a:lnTo>
                  <a:lnTo>
                    <a:pt x="568183" y="2196115"/>
                  </a:lnTo>
                  <a:lnTo>
                    <a:pt x="569895" y="2167202"/>
                  </a:lnTo>
                  <a:lnTo>
                    <a:pt x="571606" y="2147567"/>
                  </a:lnTo>
                  <a:lnTo>
                    <a:pt x="573317" y="2218494"/>
                  </a:lnTo>
                  <a:lnTo>
                    <a:pt x="575029" y="2196927"/>
                  </a:lnTo>
                  <a:lnTo>
                    <a:pt x="576740" y="2196231"/>
                  </a:lnTo>
                  <a:lnTo>
                    <a:pt x="578452" y="2200680"/>
                  </a:lnTo>
                  <a:lnTo>
                    <a:pt x="580163" y="2208759"/>
                  </a:lnTo>
                  <a:lnTo>
                    <a:pt x="581874" y="2244207"/>
                  </a:lnTo>
                  <a:lnTo>
                    <a:pt x="583586" y="2224355"/>
                  </a:lnTo>
                  <a:lnTo>
                    <a:pt x="585297" y="2223554"/>
                  </a:lnTo>
                  <a:lnTo>
                    <a:pt x="587009" y="2258196"/>
                  </a:lnTo>
                  <a:lnTo>
                    <a:pt x="588720" y="2292407"/>
                  </a:lnTo>
                  <a:lnTo>
                    <a:pt x="590431" y="2318333"/>
                  </a:lnTo>
                  <a:lnTo>
                    <a:pt x="592143" y="2284107"/>
                  </a:lnTo>
                  <a:lnTo>
                    <a:pt x="593854" y="2292558"/>
                  </a:lnTo>
                  <a:lnTo>
                    <a:pt x="595566" y="2335182"/>
                  </a:lnTo>
                  <a:lnTo>
                    <a:pt x="597277" y="2335270"/>
                  </a:lnTo>
                  <a:lnTo>
                    <a:pt x="598988" y="2323432"/>
                  </a:lnTo>
                  <a:lnTo>
                    <a:pt x="600700" y="2288516"/>
                  </a:lnTo>
                  <a:lnTo>
                    <a:pt x="602411" y="2302987"/>
                  </a:lnTo>
                  <a:lnTo>
                    <a:pt x="604123" y="2281962"/>
                  </a:lnTo>
                  <a:lnTo>
                    <a:pt x="605834" y="2293086"/>
                  </a:lnTo>
                  <a:lnTo>
                    <a:pt x="607545" y="2248062"/>
                  </a:lnTo>
                  <a:lnTo>
                    <a:pt x="609257" y="2230663"/>
                  </a:lnTo>
                  <a:lnTo>
                    <a:pt x="610968" y="2254013"/>
                  </a:lnTo>
                  <a:lnTo>
                    <a:pt x="612680" y="2183553"/>
                  </a:lnTo>
                  <a:lnTo>
                    <a:pt x="614391" y="2192667"/>
                  </a:lnTo>
                  <a:lnTo>
                    <a:pt x="616102" y="2184244"/>
                  </a:lnTo>
                  <a:lnTo>
                    <a:pt x="617814" y="2178544"/>
                  </a:lnTo>
                  <a:lnTo>
                    <a:pt x="619525" y="2150382"/>
                  </a:lnTo>
                  <a:lnTo>
                    <a:pt x="621237" y="2180954"/>
                  </a:lnTo>
                  <a:lnTo>
                    <a:pt x="622948" y="2270951"/>
                  </a:lnTo>
                  <a:lnTo>
                    <a:pt x="624659" y="2289988"/>
                  </a:lnTo>
                  <a:lnTo>
                    <a:pt x="626371" y="2284123"/>
                  </a:lnTo>
                  <a:lnTo>
                    <a:pt x="628082" y="2298063"/>
                  </a:lnTo>
                  <a:lnTo>
                    <a:pt x="629794" y="2281027"/>
                  </a:lnTo>
                  <a:lnTo>
                    <a:pt x="631505" y="2253161"/>
                  </a:lnTo>
                  <a:lnTo>
                    <a:pt x="633216" y="2203835"/>
                  </a:lnTo>
                  <a:lnTo>
                    <a:pt x="634928" y="2178712"/>
                  </a:lnTo>
                  <a:lnTo>
                    <a:pt x="636639" y="2223655"/>
                  </a:lnTo>
                  <a:lnTo>
                    <a:pt x="638350" y="2241515"/>
                  </a:lnTo>
                  <a:lnTo>
                    <a:pt x="640062" y="2206268"/>
                  </a:lnTo>
                  <a:lnTo>
                    <a:pt x="641773" y="2200334"/>
                  </a:lnTo>
                  <a:lnTo>
                    <a:pt x="643485" y="2193024"/>
                  </a:lnTo>
                  <a:lnTo>
                    <a:pt x="645196" y="2161386"/>
                  </a:lnTo>
                  <a:lnTo>
                    <a:pt x="646907" y="2136869"/>
                  </a:lnTo>
                  <a:lnTo>
                    <a:pt x="648619" y="2057572"/>
                  </a:lnTo>
                  <a:lnTo>
                    <a:pt x="650330" y="2040613"/>
                  </a:lnTo>
                  <a:lnTo>
                    <a:pt x="652042" y="2028544"/>
                  </a:lnTo>
                  <a:lnTo>
                    <a:pt x="653753" y="2058263"/>
                  </a:lnTo>
                  <a:lnTo>
                    <a:pt x="655464" y="2071504"/>
                  </a:lnTo>
                  <a:lnTo>
                    <a:pt x="657176" y="2170419"/>
                  </a:lnTo>
                  <a:lnTo>
                    <a:pt x="658887" y="2183700"/>
                  </a:lnTo>
                  <a:lnTo>
                    <a:pt x="660599" y="2194282"/>
                  </a:lnTo>
                  <a:lnTo>
                    <a:pt x="662310" y="2227141"/>
                  </a:lnTo>
                  <a:lnTo>
                    <a:pt x="664021" y="2212869"/>
                  </a:lnTo>
                  <a:lnTo>
                    <a:pt x="665733" y="2116425"/>
                  </a:lnTo>
                  <a:lnTo>
                    <a:pt x="667444" y="2056887"/>
                  </a:lnTo>
                  <a:lnTo>
                    <a:pt x="669156" y="2106772"/>
                  </a:lnTo>
                  <a:lnTo>
                    <a:pt x="670867" y="2148803"/>
                  </a:lnTo>
                  <a:lnTo>
                    <a:pt x="672578" y="2179083"/>
                  </a:lnTo>
                  <a:lnTo>
                    <a:pt x="674290" y="2130055"/>
                  </a:lnTo>
                  <a:lnTo>
                    <a:pt x="676001" y="2058946"/>
                  </a:lnTo>
                  <a:lnTo>
                    <a:pt x="677713" y="2066817"/>
                  </a:lnTo>
                  <a:lnTo>
                    <a:pt x="679424" y="2105913"/>
                  </a:lnTo>
                  <a:lnTo>
                    <a:pt x="681135" y="2121128"/>
                  </a:lnTo>
                  <a:lnTo>
                    <a:pt x="682847" y="2141770"/>
                  </a:lnTo>
                  <a:lnTo>
                    <a:pt x="684558" y="2161582"/>
                  </a:lnTo>
                  <a:lnTo>
                    <a:pt x="686270" y="2155887"/>
                  </a:lnTo>
                  <a:lnTo>
                    <a:pt x="687981" y="2224663"/>
                  </a:lnTo>
                  <a:lnTo>
                    <a:pt x="689692" y="2250228"/>
                  </a:lnTo>
                  <a:lnTo>
                    <a:pt x="691404" y="2280386"/>
                  </a:lnTo>
                  <a:lnTo>
                    <a:pt x="693115" y="2286885"/>
                  </a:lnTo>
                  <a:lnTo>
                    <a:pt x="694827" y="2284623"/>
                  </a:lnTo>
                  <a:lnTo>
                    <a:pt x="696538" y="2300710"/>
                  </a:lnTo>
                  <a:lnTo>
                    <a:pt x="698249" y="2280376"/>
                  </a:lnTo>
                  <a:lnTo>
                    <a:pt x="699961" y="2305993"/>
                  </a:lnTo>
                  <a:lnTo>
                    <a:pt x="701672" y="2297738"/>
                  </a:lnTo>
                  <a:lnTo>
                    <a:pt x="703384" y="2247600"/>
                  </a:lnTo>
                  <a:lnTo>
                    <a:pt x="705095" y="2277713"/>
                  </a:lnTo>
                  <a:lnTo>
                    <a:pt x="706806" y="2268462"/>
                  </a:lnTo>
                  <a:lnTo>
                    <a:pt x="708518" y="2290081"/>
                  </a:lnTo>
                  <a:lnTo>
                    <a:pt x="710229" y="2263075"/>
                  </a:lnTo>
                  <a:lnTo>
                    <a:pt x="711941" y="2297560"/>
                  </a:lnTo>
                  <a:lnTo>
                    <a:pt x="713652" y="2327589"/>
                  </a:lnTo>
                  <a:lnTo>
                    <a:pt x="715363" y="2309909"/>
                  </a:lnTo>
                  <a:lnTo>
                    <a:pt x="717075" y="2263883"/>
                  </a:lnTo>
                  <a:lnTo>
                    <a:pt x="718786" y="2217658"/>
                  </a:lnTo>
                  <a:lnTo>
                    <a:pt x="720498" y="2143186"/>
                  </a:lnTo>
                  <a:lnTo>
                    <a:pt x="722209" y="2161915"/>
                  </a:lnTo>
                  <a:lnTo>
                    <a:pt x="723920" y="2254165"/>
                  </a:lnTo>
                  <a:lnTo>
                    <a:pt x="725632" y="2259878"/>
                  </a:lnTo>
                  <a:lnTo>
                    <a:pt x="727343" y="2280372"/>
                  </a:lnTo>
                  <a:lnTo>
                    <a:pt x="729055" y="2294319"/>
                  </a:lnTo>
                  <a:lnTo>
                    <a:pt x="730766" y="2253092"/>
                  </a:lnTo>
                  <a:lnTo>
                    <a:pt x="732477" y="2238567"/>
                  </a:lnTo>
                  <a:lnTo>
                    <a:pt x="734189" y="2188364"/>
                  </a:lnTo>
                  <a:lnTo>
                    <a:pt x="735900" y="2210895"/>
                  </a:lnTo>
                  <a:lnTo>
                    <a:pt x="737612" y="2259294"/>
                  </a:lnTo>
                  <a:lnTo>
                    <a:pt x="739323" y="2234530"/>
                  </a:lnTo>
                  <a:lnTo>
                    <a:pt x="741034" y="2243836"/>
                  </a:lnTo>
                  <a:lnTo>
                    <a:pt x="742746" y="2223075"/>
                  </a:lnTo>
                  <a:lnTo>
                    <a:pt x="744457" y="2163036"/>
                  </a:lnTo>
                  <a:lnTo>
                    <a:pt x="746168" y="2210121"/>
                  </a:lnTo>
                  <a:lnTo>
                    <a:pt x="747880" y="2209375"/>
                  </a:lnTo>
                  <a:lnTo>
                    <a:pt x="749591" y="2214039"/>
                  </a:lnTo>
                  <a:lnTo>
                    <a:pt x="751303" y="2211604"/>
                  </a:lnTo>
                  <a:lnTo>
                    <a:pt x="753014" y="2241607"/>
                  </a:lnTo>
                  <a:lnTo>
                    <a:pt x="754725" y="2271919"/>
                  </a:lnTo>
                  <a:lnTo>
                    <a:pt x="756437" y="2279903"/>
                  </a:lnTo>
                  <a:lnTo>
                    <a:pt x="758148" y="2269965"/>
                  </a:lnTo>
                  <a:lnTo>
                    <a:pt x="759860" y="2282171"/>
                  </a:lnTo>
                  <a:lnTo>
                    <a:pt x="761571" y="2271241"/>
                  </a:lnTo>
                  <a:lnTo>
                    <a:pt x="763282" y="2238242"/>
                  </a:lnTo>
                  <a:lnTo>
                    <a:pt x="764994" y="2224461"/>
                  </a:lnTo>
                  <a:lnTo>
                    <a:pt x="766705" y="2241842"/>
                  </a:lnTo>
                  <a:lnTo>
                    <a:pt x="768417" y="2262465"/>
                  </a:lnTo>
                  <a:lnTo>
                    <a:pt x="770128" y="2264600"/>
                  </a:lnTo>
                  <a:lnTo>
                    <a:pt x="771839" y="2256754"/>
                  </a:lnTo>
                  <a:lnTo>
                    <a:pt x="773551" y="2283574"/>
                  </a:lnTo>
                  <a:lnTo>
                    <a:pt x="775262" y="2270614"/>
                  </a:lnTo>
                  <a:lnTo>
                    <a:pt x="776974" y="2227542"/>
                  </a:lnTo>
                  <a:lnTo>
                    <a:pt x="778685" y="2225640"/>
                  </a:lnTo>
                  <a:lnTo>
                    <a:pt x="780396" y="2231016"/>
                  </a:lnTo>
                  <a:lnTo>
                    <a:pt x="782108" y="2238653"/>
                  </a:lnTo>
                  <a:lnTo>
                    <a:pt x="783819" y="2195917"/>
                  </a:lnTo>
                  <a:lnTo>
                    <a:pt x="785531" y="2068146"/>
                  </a:lnTo>
                  <a:lnTo>
                    <a:pt x="787242" y="2097556"/>
                  </a:lnTo>
                  <a:lnTo>
                    <a:pt x="788953" y="2076536"/>
                  </a:lnTo>
                  <a:lnTo>
                    <a:pt x="790665" y="2115376"/>
                  </a:lnTo>
                  <a:lnTo>
                    <a:pt x="792376" y="2065678"/>
                  </a:lnTo>
                  <a:lnTo>
                    <a:pt x="794088" y="1997376"/>
                  </a:lnTo>
                  <a:lnTo>
                    <a:pt x="795799" y="2035900"/>
                  </a:lnTo>
                  <a:lnTo>
                    <a:pt x="797510" y="2085707"/>
                  </a:lnTo>
                  <a:lnTo>
                    <a:pt x="799222" y="2066069"/>
                  </a:lnTo>
                  <a:lnTo>
                    <a:pt x="800933" y="2001014"/>
                  </a:lnTo>
                  <a:lnTo>
                    <a:pt x="802645" y="1990162"/>
                  </a:lnTo>
                  <a:lnTo>
                    <a:pt x="804356" y="2045292"/>
                  </a:lnTo>
                  <a:lnTo>
                    <a:pt x="806067" y="2058152"/>
                  </a:lnTo>
                  <a:lnTo>
                    <a:pt x="807779" y="2149295"/>
                  </a:lnTo>
                  <a:lnTo>
                    <a:pt x="809490" y="2172965"/>
                  </a:lnTo>
                  <a:lnTo>
                    <a:pt x="811202" y="2097992"/>
                  </a:lnTo>
                  <a:lnTo>
                    <a:pt x="812913" y="2070952"/>
                  </a:lnTo>
                  <a:lnTo>
                    <a:pt x="814624" y="2126789"/>
                  </a:lnTo>
                  <a:lnTo>
                    <a:pt x="816336" y="2149730"/>
                  </a:lnTo>
                  <a:lnTo>
                    <a:pt x="818047" y="2088752"/>
                  </a:lnTo>
                  <a:lnTo>
                    <a:pt x="819759" y="2102932"/>
                  </a:lnTo>
                  <a:lnTo>
                    <a:pt x="821470" y="2153315"/>
                  </a:lnTo>
                  <a:lnTo>
                    <a:pt x="823181" y="2229718"/>
                  </a:lnTo>
                  <a:lnTo>
                    <a:pt x="824893" y="2214773"/>
                  </a:lnTo>
                  <a:lnTo>
                    <a:pt x="826604" y="2213442"/>
                  </a:lnTo>
                  <a:lnTo>
                    <a:pt x="828316" y="2178041"/>
                  </a:lnTo>
                  <a:lnTo>
                    <a:pt x="830027" y="2199609"/>
                  </a:lnTo>
                  <a:lnTo>
                    <a:pt x="831738" y="2144590"/>
                  </a:lnTo>
                  <a:lnTo>
                    <a:pt x="833450" y="2183946"/>
                  </a:lnTo>
                  <a:lnTo>
                    <a:pt x="835161" y="2160804"/>
                  </a:lnTo>
                  <a:lnTo>
                    <a:pt x="836873" y="2147023"/>
                  </a:lnTo>
                  <a:lnTo>
                    <a:pt x="838584" y="2166465"/>
                  </a:lnTo>
                  <a:lnTo>
                    <a:pt x="840295" y="2139050"/>
                  </a:lnTo>
                  <a:lnTo>
                    <a:pt x="842007" y="2054494"/>
                  </a:lnTo>
                  <a:lnTo>
                    <a:pt x="843718" y="2033016"/>
                  </a:lnTo>
                  <a:lnTo>
                    <a:pt x="845429" y="2064989"/>
                  </a:lnTo>
                  <a:lnTo>
                    <a:pt x="847141" y="2050711"/>
                  </a:lnTo>
                  <a:lnTo>
                    <a:pt x="848852" y="2121668"/>
                  </a:lnTo>
                  <a:lnTo>
                    <a:pt x="850564" y="2072419"/>
                  </a:lnTo>
                  <a:lnTo>
                    <a:pt x="852275" y="1998244"/>
                  </a:lnTo>
                  <a:lnTo>
                    <a:pt x="853986" y="2012226"/>
                  </a:lnTo>
                  <a:lnTo>
                    <a:pt x="855698" y="1970409"/>
                  </a:lnTo>
                  <a:lnTo>
                    <a:pt x="857409" y="2001163"/>
                  </a:lnTo>
                  <a:lnTo>
                    <a:pt x="859121" y="1977430"/>
                  </a:lnTo>
                  <a:lnTo>
                    <a:pt x="860832" y="2095246"/>
                  </a:lnTo>
                  <a:lnTo>
                    <a:pt x="862543" y="2035344"/>
                  </a:lnTo>
                  <a:lnTo>
                    <a:pt x="864255" y="1985000"/>
                  </a:lnTo>
                  <a:lnTo>
                    <a:pt x="865966" y="2030568"/>
                  </a:lnTo>
                  <a:lnTo>
                    <a:pt x="867678" y="2072537"/>
                  </a:lnTo>
                  <a:lnTo>
                    <a:pt x="869389" y="2101893"/>
                  </a:lnTo>
                  <a:lnTo>
                    <a:pt x="871100" y="2065293"/>
                  </a:lnTo>
                  <a:lnTo>
                    <a:pt x="872812" y="2075846"/>
                  </a:lnTo>
                  <a:lnTo>
                    <a:pt x="874523" y="2084216"/>
                  </a:lnTo>
                  <a:lnTo>
                    <a:pt x="876235" y="2029264"/>
                  </a:lnTo>
                  <a:lnTo>
                    <a:pt x="877946" y="2024159"/>
                  </a:lnTo>
                  <a:lnTo>
                    <a:pt x="879657" y="2064808"/>
                  </a:lnTo>
                  <a:lnTo>
                    <a:pt x="881369" y="2099465"/>
                  </a:lnTo>
                  <a:lnTo>
                    <a:pt x="883080" y="2108218"/>
                  </a:lnTo>
                  <a:lnTo>
                    <a:pt x="884792" y="2110360"/>
                  </a:lnTo>
                  <a:lnTo>
                    <a:pt x="886503" y="2192196"/>
                  </a:lnTo>
                  <a:lnTo>
                    <a:pt x="888214" y="2218879"/>
                  </a:lnTo>
                  <a:lnTo>
                    <a:pt x="889926" y="2212232"/>
                  </a:lnTo>
                  <a:lnTo>
                    <a:pt x="891637" y="2228982"/>
                  </a:lnTo>
                  <a:lnTo>
                    <a:pt x="893349" y="2262095"/>
                  </a:lnTo>
                  <a:lnTo>
                    <a:pt x="895060" y="2313153"/>
                  </a:lnTo>
                  <a:lnTo>
                    <a:pt x="896771" y="2290762"/>
                  </a:lnTo>
                  <a:lnTo>
                    <a:pt x="898483" y="2271224"/>
                  </a:lnTo>
                  <a:lnTo>
                    <a:pt x="900194" y="2256814"/>
                  </a:lnTo>
                  <a:lnTo>
                    <a:pt x="901906" y="2247614"/>
                  </a:lnTo>
                  <a:lnTo>
                    <a:pt x="903617" y="2246838"/>
                  </a:lnTo>
                  <a:lnTo>
                    <a:pt x="905328" y="2198684"/>
                  </a:lnTo>
                  <a:lnTo>
                    <a:pt x="907040" y="2137099"/>
                  </a:lnTo>
                  <a:lnTo>
                    <a:pt x="908751" y="2104284"/>
                  </a:lnTo>
                  <a:lnTo>
                    <a:pt x="910463" y="2060125"/>
                  </a:lnTo>
                  <a:lnTo>
                    <a:pt x="912174" y="2012632"/>
                  </a:lnTo>
                  <a:lnTo>
                    <a:pt x="913885" y="2020270"/>
                  </a:lnTo>
                  <a:lnTo>
                    <a:pt x="915597" y="1988725"/>
                  </a:lnTo>
                  <a:lnTo>
                    <a:pt x="917308" y="1996876"/>
                  </a:lnTo>
                  <a:lnTo>
                    <a:pt x="919020" y="1977410"/>
                  </a:lnTo>
                  <a:lnTo>
                    <a:pt x="920731" y="2013375"/>
                  </a:lnTo>
                  <a:lnTo>
                    <a:pt x="922442" y="2101256"/>
                  </a:lnTo>
                  <a:lnTo>
                    <a:pt x="924154" y="2091866"/>
                  </a:lnTo>
                  <a:lnTo>
                    <a:pt x="925865" y="2064459"/>
                  </a:lnTo>
                  <a:lnTo>
                    <a:pt x="927577" y="2101503"/>
                  </a:lnTo>
                  <a:lnTo>
                    <a:pt x="929288" y="2142823"/>
                  </a:lnTo>
                  <a:lnTo>
                    <a:pt x="930999" y="2183322"/>
                  </a:lnTo>
                  <a:lnTo>
                    <a:pt x="932711" y="2185511"/>
                  </a:lnTo>
                  <a:lnTo>
                    <a:pt x="934422" y="2155950"/>
                  </a:lnTo>
                  <a:lnTo>
                    <a:pt x="936134" y="2085256"/>
                  </a:lnTo>
                  <a:lnTo>
                    <a:pt x="937845" y="2056134"/>
                  </a:lnTo>
                  <a:lnTo>
                    <a:pt x="939556" y="2023597"/>
                  </a:lnTo>
                  <a:lnTo>
                    <a:pt x="941268" y="2016668"/>
                  </a:lnTo>
                  <a:lnTo>
                    <a:pt x="942979" y="2010361"/>
                  </a:lnTo>
                  <a:lnTo>
                    <a:pt x="944691" y="2090870"/>
                  </a:lnTo>
                  <a:lnTo>
                    <a:pt x="946402" y="2036213"/>
                  </a:lnTo>
                  <a:lnTo>
                    <a:pt x="948113" y="2061938"/>
                  </a:lnTo>
                  <a:lnTo>
                    <a:pt x="949825" y="2101875"/>
                  </a:lnTo>
                  <a:lnTo>
                    <a:pt x="951536" y="2177801"/>
                  </a:lnTo>
                  <a:lnTo>
                    <a:pt x="953247" y="2214783"/>
                  </a:lnTo>
                  <a:lnTo>
                    <a:pt x="954959" y="2205637"/>
                  </a:lnTo>
                  <a:lnTo>
                    <a:pt x="956670" y="2197258"/>
                  </a:lnTo>
                  <a:lnTo>
                    <a:pt x="958382" y="2195411"/>
                  </a:lnTo>
                  <a:lnTo>
                    <a:pt x="960093" y="2250698"/>
                  </a:lnTo>
                  <a:lnTo>
                    <a:pt x="961804" y="2257857"/>
                  </a:lnTo>
                  <a:lnTo>
                    <a:pt x="963516" y="2258274"/>
                  </a:lnTo>
                  <a:lnTo>
                    <a:pt x="965227" y="2255431"/>
                  </a:lnTo>
                  <a:lnTo>
                    <a:pt x="966939" y="2225939"/>
                  </a:lnTo>
                  <a:lnTo>
                    <a:pt x="968650" y="2182804"/>
                  </a:lnTo>
                  <a:lnTo>
                    <a:pt x="970361" y="2139645"/>
                  </a:lnTo>
                  <a:lnTo>
                    <a:pt x="972073" y="2133573"/>
                  </a:lnTo>
                  <a:lnTo>
                    <a:pt x="973784" y="2215536"/>
                  </a:lnTo>
                  <a:lnTo>
                    <a:pt x="975496" y="2218579"/>
                  </a:lnTo>
                  <a:lnTo>
                    <a:pt x="977207" y="2251341"/>
                  </a:lnTo>
                  <a:lnTo>
                    <a:pt x="978918" y="2192377"/>
                  </a:lnTo>
                  <a:lnTo>
                    <a:pt x="980630" y="2258218"/>
                  </a:lnTo>
                  <a:lnTo>
                    <a:pt x="982341" y="2267917"/>
                  </a:lnTo>
                  <a:lnTo>
                    <a:pt x="984053" y="2268645"/>
                  </a:lnTo>
                  <a:lnTo>
                    <a:pt x="985764" y="2265424"/>
                  </a:lnTo>
                  <a:lnTo>
                    <a:pt x="987475" y="2281442"/>
                  </a:lnTo>
                  <a:lnTo>
                    <a:pt x="989187" y="2309000"/>
                  </a:lnTo>
                  <a:lnTo>
                    <a:pt x="990898" y="2278283"/>
                  </a:lnTo>
                  <a:lnTo>
                    <a:pt x="992610" y="2248597"/>
                  </a:lnTo>
                  <a:lnTo>
                    <a:pt x="994321" y="2200334"/>
                  </a:lnTo>
                  <a:lnTo>
                    <a:pt x="996032" y="2198118"/>
                  </a:lnTo>
                  <a:lnTo>
                    <a:pt x="997744" y="2181456"/>
                  </a:lnTo>
                  <a:lnTo>
                    <a:pt x="999455" y="2171920"/>
                  </a:lnTo>
                  <a:lnTo>
                    <a:pt x="1001167" y="2127842"/>
                  </a:lnTo>
                  <a:lnTo>
                    <a:pt x="1002878" y="2114531"/>
                  </a:lnTo>
                  <a:lnTo>
                    <a:pt x="1004589" y="2089339"/>
                  </a:lnTo>
                  <a:lnTo>
                    <a:pt x="1006301" y="2169663"/>
                  </a:lnTo>
                  <a:lnTo>
                    <a:pt x="1008012" y="2162674"/>
                  </a:lnTo>
                  <a:lnTo>
                    <a:pt x="1009724" y="2167712"/>
                  </a:lnTo>
                  <a:lnTo>
                    <a:pt x="1011435" y="2137272"/>
                  </a:lnTo>
                  <a:lnTo>
                    <a:pt x="1013146" y="2066752"/>
                  </a:lnTo>
                  <a:lnTo>
                    <a:pt x="1014858" y="2069205"/>
                  </a:lnTo>
                  <a:lnTo>
                    <a:pt x="1016569" y="2097545"/>
                  </a:lnTo>
                  <a:lnTo>
                    <a:pt x="1018281" y="2079466"/>
                  </a:lnTo>
                  <a:lnTo>
                    <a:pt x="1019992" y="2087566"/>
                  </a:lnTo>
                  <a:lnTo>
                    <a:pt x="1021703" y="2104549"/>
                  </a:lnTo>
                  <a:lnTo>
                    <a:pt x="1023415" y="2229202"/>
                  </a:lnTo>
                  <a:lnTo>
                    <a:pt x="1025126" y="2223784"/>
                  </a:lnTo>
                  <a:lnTo>
                    <a:pt x="1026838" y="2213917"/>
                  </a:lnTo>
                  <a:lnTo>
                    <a:pt x="1028549" y="2205566"/>
                  </a:lnTo>
                  <a:lnTo>
                    <a:pt x="1030260" y="2202857"/>
                  </a:lnTo>
                  <a:lnTo>
                    <a:pt x="1031972" y="2235006"/>
                  </a:lnTo>
                  <a:lnTo>
                    <a:pt x="1033683" y="2234723"/>
                  </a:lnTo>
                  <a:lnTo>
                    <a:pt x="1035395" y="2221164"/>
                  </a:lnTo>
                  <a:lnTo>
                    <a:pt x="1037106" y="2209350"/>
                  </a:lnTo>
                  <a:lnTo>
                    <a:pt x="1038817" y="2162923"/>
                  </a:lnTo>
                  <a:lnTo>
                    <a:pt x="1040529" y="2149387"/>
                  </a:lnTo>
                  <a:lnTo>
                    <a:pt x="1042240" y="2095477"/>
                  </a:lnTo>
                  <a:lnTo>
                    <a:pt x="1043952" y="2140963"/>
                  </a:lnTo>
                  <a:lnTo>
                    <a:pt x="1045663" y="2062669"/>
                  </a:lnTo>
                  <a:lnTo>
                    <a:pt x="1047374" y="2003239"/>
                  </a:lnTo>
                  <a:lnTo>
                    <a:pt x="1049086" y="2023565"/>
                  </a:lnTo>
                  <a:lnTo>
                    <a:pt x="1050797" y="2024833"/>
                  </a:lnTo>
                  <a:lnTo>
                    <a:pt x="1052509" y="2017252"/>
                  </a:lnTo>
                  <a:lnTo>
                    <a:pt x="1054220" y="2046467"/>
                  </a:lnTo>
                  <a:lnTo>
                    <a:pt x="1055931" y="2123004"/>
                  </a:lnTo>
                  <a:lnTo>
                    <a:pt x="1057643" y="2179347"/>
                  </a:lnTo>
                  <a:lnTo>
                    <a:pt x="1059354" y="2168106"/>
                  </a:lnTo>
                  <a:lnTo>
                    <a:pt x="1061065" y="2077364"/>
                  </a:lnTo>
                  <a:lnTo>
                    <a:pt x="1062777" y="2147988"/>
                  </a:lnTo>
                  <a:lnTo>
                    <a:pt x="1064488" y="2203307"/>
                  </a:lnTo>
                  <a:lnTo>
                    <a:pt x="1066200" y="2241203"/>
                  </a:lnTo>
                  <a:lnTo>
                    <a:pt x="1067911" y="2223512"/>
                  </a:lnTo>
                  <a:lnTo>
                    <a:pt x="1069622" y="2199268"/>
                  </a:lnTo>
                  <a:lnTo>
                    <a:pt x="1071334" y="2233811"/>
                  </a:lnTo>
                  <a:lnTo>
                    <a:pt x="1073045" y="2194812"/>
                  </a:lnTo>
                  <a:lnTo>
                    <a:pt x="1074757" y="2248391"/>
                  </a:lnTo>
                  <a:lnTo>
                    <a:pt x="1076468" y="2223512"/>
                  </a:lnTo>
                  <a:lnTo>
                    <a:pt x="1078179" y="2285830"/>
                  </a:lnTo>
                  <a:lnTo>
                    <a:pt x="1079891" y="2289117"/>
                  </a:lnTo>
                  <a:lnTo>
                    <a:pt x="1081602" y="2287381"/>
                  </a:lnTo>
                  <a:lnTo>
                    <a:pt x="1083314" y="2285398"/>
                  </a:lnTo>
                  <a:lnTo>
                    <a:pt x="1085025" y="2260055"/>
                  </a:lnTo>
                  <a:lnTo>
                    <a:pt x="1086736" y="2213970"/>
                  </a:lnTo>
                  <a:lnTo>
                    <a:pt x="1088448" y="2159721"/>
                  </a:lnTo>
                  <a:lnTo>
                    <a:pt x="1090159" y="2153233"/>
                  </a:lnTo>
                  <a:lnTo>
                    <a:pt x="1091871" y="2191052"/>
                  </a:lnTo>
                  <a:lnTo>
                    <a:pt x="1093582" y="2205711"/>
                  </a:lnTo>
                  <a:lnTo>
                    <a:pt x="1095293" y="2195974"/>
                  </a:lnTo>
                  <a:lnTo>
                    <a:pt x="1097005" y="2185017"/>
                  </a:lnTo>
                  <a:lnTo>
                    <a:pt x="1098716" y="2236696"/>
                  </a:lnTo>
                  <a:lnTo>
                    <a:pt x="1100428" y="2283211"/>
                  </a:lnTo>
                  <a:lnTo>
                    <a:pt x="1102139" y="2282441"/>
                  </a:lnTo>
                  <a:lnTo>
                    <a:pt x="1103850" y="2297194"/>
                  </a:lnTo>
                  <a:lnTo>
                    <a:pt x="1105562" y="2310039"/>
                  </a:lnTo>
                  <a:lnTo>
                    <a:pt x="1107273" y="2311985"/>
                  </a:lnTo>
                  <a:lnTo>
                    <a:pt x="1108985" y="2307998"/>
                  </a:lnTo>
                  <a:lnTo>
                    <a:pt x="1110696" y="2274468"/>
                  </a:lnTo>
                  <a:lnTo>
                    <a:pt x="1112407" y="2266717"/>
                  </a:lnTo>
                  <a:lnTo>
                    <a:pt x="1114119" y="2257755"/>
                  </a:lnTo>
                  <a:lnTo>
                    <a:pt x="1115830" y="2254998"/>
                  </a:lnTo>
                  <a:lnTo>
                    <a:pt x="1117542" y="2256802"/>
                  </a:lnTo>
                  <a:lnTo>
                    <a:pt x="1119253" y="2269657"/>
                  </a:lnTo>
                  <a:lnTo>
                    <a:pt x="1120964" y="2277332"/>
                  </a:lnTo>
                  <a:lnTo>
                    <a:pt x="1122676" y="2280113"/>
                  </a:lnTo>
                  <a:lnTo>
                    <a:pt x="1124387" y="2264671"/>
                  </a:lnTo>
                  <a:lnTo>
                    <a:pt x="1126099" y="2247535"/>
                  </a:lnTo>
                  <a:lnTo>
                    <a:pt x="1127810" y="2248250"/>
                  </a:lnTo>
                  <a:lnTo>
                    <a:pt x="1129521" y="2268238"/>
                  </a:lnTo>
                  <a:lnTo>
                    <a:pt x="1131233" y="2295155"/>
                  </a:lnTo>
                  <a:lnTo>
                    <a:pt x="1132944" y="2283694"/>
                  </a:lnTo>
                  <a:lnTo>
                    <a:pt x="1134656" y="2279150"/>
                  </a:lnTo>
                  <a:lnTo>
                    <a:pt x="1136367" y="2291452"/>
                  </a:lnTo>
                  <a:lnTo>
                    <a:pt x="1138078" y="2229686"/>
                  </a:lnTo>
                  <a:lnTo>
                    <a:pt x="1139790" y="2201791"/>
                  </a:lnTo>
                  <a:lnTo>
                    <a:pt x="1141501" y="2115685"/>
                  </a:lnTo>
                  <a:lnTo>
                    <a:pt x="1143213" y="2178834"/>
                  </a:lnTo>
                  <a:lnTo>
                    <a:pt x="1144924" y="2195383"/>
                  </a:lnTo>
                  <a:lnTo>
                    <a:pt x="1146635" y="2184355"/>
                  </a:lnTo>
                  <a:lnTo>
                    <a:pt x="1148347" y="2089710"/>
                  </a:lnTo>
                  <a:lnTo>
                    <a:pt x="1150058" y="2095477"/>
                  </a:lnTo>
                  <a:lnTo>
                    <a:pt x="1151770" y="2136396"/>
                  </a:lnTo>
                  <a:lnTo>
                    <a:pt x="1153481" y="2192144"/>
                  </a:lnTo>
                  <a:lnTo>
                    <a:pt x="1155192" y="2178328"/>
                  </a:lnTo>
                  <a:lnTo>
                    <a:pt x="1156904" y="2181968"/>
                  </a:lnTo>
                  <a:lnTo>
                    <a:pt x="1158615" y="2188735"/>
                  </a:lnTo>
                  <a:lnTo>
                    <a:pt x="1160326" y="2185014"/>
                  </a:lnTo>
                  <a:lnTo>
                    <a:pt x="1162038" y="2167183"/>
                  </a:lnTo>
                  <a:lnTo>
                    <a:pt x="1163749" y="2121008"/>
                  </a:lnTo>
                  <a:lnTo>
                    <a:pt x="1165461" y="2091251"/>
                  </a:lnTo>
                  <a:lnTo>
                    <a:pt x="1167172" y="2082550"/>
                  </a:lnTo>
                  <a:lnTo>
                    <a:pt x="1168883" y="2099256"/>
                  </a:lnTo>
                  <a:lnTo>
                    <a:pt x="1170595" y="2135706"/>
                  </a:lnTo>
                  <a:lnTo>
                    <a:pt x="1172306" y="2159449"/>
                  </a:lnTo>
                  <a:lnTo>
                    <a:pt x="1174018" y="2159792"/>
                  </a:lnTo>
                  <a:lnTo>
                    <a:pt x="1175729" y="2174889"/>
                  </a:lnTo>
                  <a:lnTo>
                    <a:pt x="1177440" y="2130316"/>
                  </a:lnTo>
                  <a:lnTo>
                    <a:pt x="1179152" y="2091557"/>
                  </a:lnTo>
                  <a:lnTo>
                    <a:pt x="1180863" y="2088608"/>
                  </a:lnTo>
                  <a:lnTo>
                    <a:pt x="1182575" y="2129669"/>
                  </a:lnTo>
                  <a:lnTo>
                    <a:pt x="1184286" y="2162710"/>
                  </a:lnTo>
                  <a:lnTo>
                    <a:pt x="1185997" y="2077978"/>
                  </a:lnTo>
                  <a:lnTo>
                    <a:pt x="1187709" y="2023406"/>
                  </a:lnTo>
                  <a:lnTo>
                    <a:pt x="1189420" y="2039327"/>
                  </a:lnTo>
                  <a:lnTo>
                    <a:pt x="1191132" y="2106532"/>
                  </a:lnTo>
                  <a:lnTo>
                    <a:pt x="1192843" y="2109431"/>
                  </a:lnTo>
                  <a:lnTo>
                    <a:pt x="1194554" y="2094905"/>
                  </a:lnTo>
                  <a:lnTo>
                    <a:pt x="1196266" y="2076846"/>
                  </a:lnTo>
                  <a:lnTo>
                    <a:pt x="1197977" y="2108508"/>
                  </a:lnTo>
                  <a:lnTo>
                    <a:pt x="1199689" y="2136125"/>
                  </a:lnTo>
                  <a:lnTo>
                    <a:pt x="1201400" y="2124817"/>
                  </a:lnTo>
                  <a:lnTo>
                    <a:pt x="1203111" y="2112640"/>
                  </a:lnTo>
                  <a:lnTo>
                    <a:pt x="1204823" y="2094624"/>
                  </a:lnTo>
                  <a:lnTo>
                    <a:pt x="1206534" y="2126487"/>
                  </a:lnTo>
                  <a:lnTo>
                    <a:pt x="1208246" y="2189831"/>
                  </a:lnTo>
                  <a:lnTo>
                    <a:pt x="1209957" y="2175880"/>
                  </a:lnTo>
                  <a:lnTo>
                    <a:pt x="1211668" y="2211637"/>
                  </a:lnTo>
                  <a:lnTo>
                    <a:pt x="1213380" y="2213663"/>
                  </a:lnTo>
                  <a:lnTo>
                    <a:pt x="1215091" y="2124385"/>
                  </a:lnTo>
                  <a:lnTo>
                    <a:pt x="1216803" y="2125467"/>
                  </a:lnTo>
                  <a:lnTo>
                    <a:pt x="1218514" y="2159733"/>
                  </a:lnTo>
                  <a:lnTo>
                    <a:pt x="1220225" y="2217427"/>
                  </a:lnTo>
                  <a:lnTo>
                    <a:pt x="1221937" y="2207262"/>
                  </a:lnTo>
                  <a:lnTo>
                    <a:pt x="1223648" y="2184961"/>
                  </a:lnTo>
                  <a:lnTo>
                    <a:pt x="1225360" y="2193353"/>
                  </a:lnTo>
                  <a:lnTo>
                    <a:pt x="1227071" y="2197969"/>
                  </a:lnTo>
                  <a:lnTo>
                    <a:pt x="1228782" y="2224471"/>
                  </a:lnTo>
                  <a:lnTo>
                    <a:pt x="1230494" y="2224961"/>
                  </a:lnTo>
                  <a:lnTo>
                    <a:pt x="1232205" y="2183368"/>
                  </a:lnTo>
                  <a:lnTo>
                    <a:pt x="1233917" y="2122573"/>
                  </a:lnTo>
                  <a:lnTo>
                    <a:pt x="1235628" y="2081366"/>
                  </a:lnTo>
                  <a:lnTo>
                    <a:pt x="1237339" y="2105078"/>
                  </a:lnTo>
                  <a:lnTo>
                    <a:pt x="1239051" y="2135760"/>
                  </a:lnTo>
                  <a:lnTo>
                    <a:pt x="1240762" y="2094885"/>
                  </a:lnTo>
                  <a:lnTo>
                    <a:pt x="1242474" y="2093925"/>
                  </a:lnTo>
                  <a:lnTo>
                    <a:pt x="1244185" y="2213618"/>
                  </a:lnTo>
                  <a:lnTo>
                    <a:pt x="1245896" y="2268496"/>
                  </a:lnTo>
                  <a:lnTo>
                    <a:pt x="1247608" y="2268622"/>
                  </a:lnTo>
                  <a:lnTo>
                    <a:pt x="1249319" y="2256471"/>
                  </a:lnTo>
                  <a:lnTo>
                    <a:pt x="1251031" y="2266569"/>
                  </a:lnTo>
                  <a:lnTo>
                    <a:pt x="1252742" y="2228720"/>
                  </a:lnTo>
                  <a:lnTo>
                    <a:pt x="1254453" y="2129360"/>
                  </a:lnTo>
                  <a:lnTo>
                    <a:pt x="1256165" y="2113086"/>
                  </a:lnTo>
                  <a:lnTo>
                    <a:pt x="1257876" y="2123267"/>
                  </a:lnTo>
                  <a:lnTo>
                    <a:pt x="1259588" y="2117974"/>
                  </a:lnTo>
                  <a:lnTo>
                    <a:pt x="1261299" y="2105159"/>
                  </a:lnTo>
                  <a:lnTo>
                    <a:pt x="1263010" y="2111828"/>
                  </a:lnTo>
                  <a:lnTo>
                    <a:pt x="1264722" y="2109134"/>
                  </a:lnTo>
                  <a:lnTo>
                    <a:pt x="1266433" y="2149004"/>
                  </a:lnTo>
                  <a:lnTo>
                    <a:pt x="1268144" y="2138866"/>
                  </a:lnTo>
                  <a:lnTo>
                    <a:pt x="1269856" y="2187321"/>
                  </a:lnTo>
                  <a:lnTo>
                    <a:pt x="1271567" y="2185137"/>
                  </a:lnTo>
                  <a:lnTo>
                    <a:pt x="1273279" y="2223881"/>
                  </a:lnTo>
                  <a:lnTo>
                    <a:pt x="1274990" y="2276132"/>
                  </a:lnTo>
                  <a:lnTo>
                    <a:pt x="1276701" y="2231438"/>
                  </a:lnTo>
                  <a:lnTo>
                    <a:pt x="1278413" y="2148302"/>
                  </a:lnTo>
                  <a:lnTo>
                    <a:pt x="1280124" y="2204257"/>
                  </a:lnTo>
                  <a:lnTo>
                    <a:pt x="1281836" y="2266354"/>
                  </a:lnTo>
                  <a:lnTo>
                    <a:pt x="1283547" y="2290041"/>
                  </a:lnTo>
                  <a:lnTo>
                    <a:pt x="1285258" y="2260480"/>
                  </a:lnTo>
                  <a:lnTo>
                    <a:pt x="1286970" y="2247565"/>
                  </a:lnTo>
                  <a:lnTo>
                    <a:pt x="1288681" y="2229070"/>
                  </a:lnTo>
                  <a:lnTo>
                    <a:pt x="1290393" y="2219200"/>
                  </a:lnTo>
                  <a:lnTo>
                    <a:pt x="1292104" y="2183857"/>
                  </a:lnTo>
                  <a:lnTo>
                    <a:pt x="1293815" y="2158427"/>
                  </a:lnTo>
                  <a:lnTo>
                    <a:pt x="1295527" y="2199164"/>
                  </a:lnTo>
                  <a:lnTo>
                    <a:pt x="1297238" y="2212675"/>
                  </a:lnTo>
                  <a:lnTo>
                    <a:pt x="1298950" y="2203164"/>
                  </a:lnTo>
                  <a:lnTo>
                    <a:pt x="1300661" y="2202628"/>
                  </a:lnTo>
                  <a:lnTo>
                    <a:pt x="1302372" y="2206624"/>
                  </a:lnTo>
                  <a:lnTo>
                    <a:pt x="1304084" y="2199038"/>
                  </a:lnTo>
                  <a:lnTo>
                    <a:pt x="1305795" y="2212583"/>
                  </a:lnTo>
                  <a:lnTo>
                    <a:pt x="1307507" y="2238626"/>
                  </a:lnTo>
                  <a:lnTo>
                    <a:pt x="1309218" y="2234623"/>
                  </a:lnTo>
                  <a:lnTo>
                    <a:pt x="1310929" y="2228754"/>
                  </a:lnTo>
                  <a:lnTo>
                    <a:pt x="1312641" y="2204601"/>
                  </a:lnTo>
                  <a:lnTo>
                    <a:pt x="1314352" y="2194748"/>
                  </a:lnTo>
                  <a:lnTo>
                    <a:pt x="1316064" y="2180160"/>
                  </a:lnTo>
                  <a:lnTo>
                    <a:pt x="1317775" y="2224181"/>
                  </a:lnTo>
                  <a:lnTo>
                    <a:pt x="1319486" y="2258178"/>
                  </a:lnTo>
                  <a:lnTo>
                    <a:pt x="1321198" y="2279029"/>
                  </a:lnTo>
                  <a:lnTo>
                    <a:pt x="1322909" y="2250488"/>
                  </a:lnTo>
                  <a:lnTo>
                    <a:pt x="1324621" y="2242930"/>
                  </a:lnTo>
                  <a:lnTo>
                    <a:pt x="1326332" y="2273580"/>
                  </a:lnTo>
                  <a:lnTo>
                    <a:pt x="1328043" y="2317557"/>
                  </a:lnTo>
                  <a:lnTo>
                    <a:pt x="1329755" y="2347977"/>
                  </a:lnTo>
                  <a:lnTo>
                    <a:pt x="1331466" y="2308379"/>
                  </a:lnTo>
                  <a:lnTo>
                    <a:pt x="1333178" y="2325643"/>
                  </a:lnTo>
                  <a:lnTo>
                    <a:pt x="1334889" y="2301986"/>
                  </a:lnTo>
                  <a:lnTo>
                    <a:pt x="1336600" y="2299705"/>
                  </a:lnTo>
                  <a:lnTo>
                    <a:pt x="1338312" y="2328581"/>
                  </a:lnTo>
                  <a:lnTo>
                    <a:pt x="1340023" y="2304425"/>
                  </a:lnTo>
                  <a:lnTo>
                    <a:pt x="1341735" y="2305526"/>
                  </a:lnTo>
                  <a:lnTo>
                    <a:pt x="1343446" y="2293852"/>
                  </a:lnTo>
                  <a:lnTo>
                    <a:pt x="1345157" y="2284360"/>
                  </a:lnTo>
                  <a:lnTo>
                    <a:pt x="1346869" y="2245326"/>
                  </a:lnTo>
                  <a:lnTo>
                    <a:pt x="1348580" y="2140255"/>
                  </a:lnTo>
                  <a:lnTo>
                    <a:pt x="1350292" y="2123052"/>
                  </a:lnTo>
                  <a:lnTo>
                    <a:pt x="1352003" y="2181144"/>
                  </a:lnTo>
                  <a:lnTo>
                    <a:pt x="1353714" y="2201645"/>
                  </a:lnTo>
                  <a:lnTo>
                    <a:pt x="1355426" y="2218339"/>
                  </a:lnTo>
                  <a:lnTo>
                    <a:pt x="1357137" y="2213003"/>
                  </a:lnTo>
                  <a:lnTo>
                    <a:pt x="1358849" y="2180844"/>
                  </a:lnTo>
                  <a:lnTo>
                    <a:pt x="1360560" y="2209742"/>
                  </a:lnTo>
                  <a:lnTo>
                    <a:pt x="1362271" y="2186484"/>
                  </a:lnTo>
                  <a:lnTo>
                    <a:pt x="1363983" y="2116042"/>
                  </a:lnTo>
                  <a:lnTo>
                    <a:pt x="1365694" y="2040359"/>
                  </a:lnTo>
                  <a:lnTo>
                    <a:pt x="1367406" y="2064212"/>
                  </a:lnTo>
                  <a:lnTo>
                    <a:pt x="1369117" y="2129496"/>
                  </a:lnTo>
                  <a:lnTo>
                    <a:pt x="1370828" y="2162297"/>
                  </a:lnTo>
                  <a:lnTo>
                    <a:pt x="1372540" y="2070353"/>
                  </a:lnTo>
                  <a:lnTo>
                    <a:pt x="1374251" y="2033592"/>
                  </a:lnTo>
                  <a:lnTo>
                    <a:pt x="1375962" y="2053434"/>
                  </a:lnTo>
                  <a:lnTo>
                    <a:pt x="1377674" y="2046968"/>
                  </a:lnTo>
                  <a:lnTo>
                    <a:pt x="1379385" y="2049495"/>
                  </a:lnTo>
                  <a:lnTo>
                    <a:pt x="1381097" y="2056514"/>
                  </a:lnTo>
                  <a:lnTo>
                    <a:pt x="1382808" y="2083890"/>
                  </a:lnTo>
                  <a:lnTo>
                    <a:pt x="1384519" y="2177518"/>
                  </a:lnTo>
                  <a:lnTo>
                    <a:pt x="1386231" y="2179470"/>
                  </a:lnTo>
                  <a:lnTo>
                    <a:pt x="1387942" y="2181136"/>
                  </a:lnTo>
                  <a:lnTo>
                    <a:pt x="1389654" y="2179015"/>
                  </a:lnTo>
                  <a:lnTo>
                    <a:pt x="1391365" y="2126869"/>
                  </a:lnTo>
                  <a:lnTo>
                    <a:pt x="1393076" y="2140632"/>
                  </a:lnTo>
                  <a:lnTo>
                    <a:pt x="1394788" y="2111604"/>
                  </a:lnTo>
                  <a:lnTo>
                    <a:pt x="1396499" y="2102285"/>
                  </a:lnTo>
                  <a:lnTo>
                    <a:pt x="1398211" y="2078252"/>
                  </a:lnTo>
                  <a:lnTo>
                    <a:pt x="1399922" y="2145533"/>
                  </a:lnTo>
                  <a:lnTo>
                    <a:pt x="1401633" y="2165991"/>
                  </a:lnTo>
                  <a:lnTo>
                    <a:pt x="1403345" y="2153559"/>
                  </a:lnTo>
                  <a:lnTo>
                    <a:pt x="1405056" y="2120582"/>
                  </a:lnTo>
                  <a:lnTo>
                    <a:pt x="1406768" y="2061527"/>
                  </a:lnTo>
                  <a:lnTo>
                    <a:pt x="1408479" y="2048890"/>
                  </a:lnTo>
                  <a:lnTo>
                    <a:pt x="1410190" y="2048560"/>
                  </a:lnTo>
                  <a:lnTo>
                    <a:pt x="1411902" y="2009387"/>
                  </a:lnTo>
                  <a:lnTo>
                    <a:pt x="1413613" y="2029052"/>
                  </a:lnTo>
                  <a:lnTo>
                    <a:pt x="1415325" y="2009963"/>
                  </a:lnTo>
                  <a:lnTo>
                    <a:pt x="1417036" y="2053751"/>
                  </a:lnTo>
                  <a:lnTo>
                    <a:pt x="1418747" y="2077478"/>
                  </a:lnTo>
                  <a:lnTo>
                    <a:pt x="1420459" y="2202036"/>
                  </a:lnTo>
                  <a:lnTo>
                    <a:pt x="1422170" y="2272191"/>
                  </a:lnTo>
                  <a:lnTo>
                    <a:pt x="1423882" y="2250669"/>
                  </a:lnTo>
                  <a:lnTo>
                    <a:pt x="1425593" y="2263380"/>
                  </a:lnTo>
                  <a:lnTo>
                    <a:pt x="1427304" y="2250076"/>
                  </a:lnTo>
                  <a:lnTo>
                    <a:pt x="1429016" y="2234390"/>
                  </a:lnTo>
                  <a:lnTo>
                    <a:pt x="1430727" y="2217937"/>
                  </a:lnTo>
                  <a:lnTo>
                    <a:pt x="1432439" y="2133456"/>
                  </a:lnTo>
                  <a:lnTo>
                    <a:pt x="1434150" y="2035863"/>
                  </a:lnTo>
                  <a:lnTo>
                    <a:pt x="1435861" y="1981996"/>
                  </a:lnTo>
                  <a:lnTo>
                    <a:pt x="1437573" y="2038360"/>
                  </a:lnTo>
                  <a:lnTo>
                    <a:pt x="1439284" y="2039233"/>
                  </a:lnTo>
                  <a:lnTo>
                    <a:pt x="1440996" y="2016126"/>
                  </a:lnTo>
                  <a:lnTo>
                    <a:pt x="1442707" y="1996219"/>
                  </a:lnTo>
                  <a:lnTo>
                    <a:pt x="1444418" y="1921443"/>
                  </a:lnTo>
                  <a:lnTo>
                    <a:pt x="1446130" y="1967425"/>
                  </a:lnTo>
                  <a:lnTo>
                    <a:pt x="1447841" y="1941393"/>
                  </a:lnTo>
                  <a:lnTo>
                    <a:pt x="1449553" y="1849209"/>
                  </a:lnTo>
                  <a:lnTo>
                    <a:pt x="1451264" y="1882686"/>
                  </a:lnTo>
                  <a:lnTo>
                    <a:pt x="1452975" y="1818495"/>
                  </a:lnTo>
                  <a:lnTo>
                    <a:pt x="1454687" y="1858378"/>
                  </a:lnTo>
                  <a:lnTo>
                    <a:pt x="1456398" y="1872897"/>
                  </a:lnTo>
                  <a:lnTo>
                    <a:pt x="1458110" y="1928015"/>
                  </a:lnTo>
                  <a:lnTo>
                    <a:pt x="1459821" y="1910963"/>
                  </a:lnTo>
                  <a:lnTo>
                    <a:pt x="1461532" y="1892085"/>
                  </a:lnTo>
                  <a:lnTo>
                    <a:pt x="1463244" y="1950352"/>
                  </a:lnTo>
                  <a:lnTo>
                    <a:pt x="1464955" y="2038806"/>
                  </a:lnTo>
                  <a:lnTo>
                    <a:pt x="1466667" y="2075142"/>
                  </a:lnTo>
                  <a:lnTo>
                    <a:pt x="1468378" y="2050715"/>
                  </a:lnTo>
                  <a:lnTo>
                    <a:pt x="1470089" y="1999361"/>
                  </a:lnTo>
                  <a:lnTo>
                    <a:pt x="1471801" y="1983178"/>
                  </a:lnTo>
                  <a:lnTo>
                    <a:pt x="1473512" y="1977767"/>
                  </a:lnTo>
                  <a:lnTo>
                    <a:pt x="1475224" y="1990995"/>
                  </a:lnTo>
                  <a:lnTo>
                    <a:pt x="1476935" y="1983148"/>
                  </a:lnTo>
                  <a:lnTo>
                    <a:pt x="1478646" y="2060073"/>
                  </a:lnTo>
                  <a:lnTo>
                    <a:pt x="1480358" y="2019209"/>
                  </a:lnTo>
                  <a:lnTo>
                    <a:pt x="1482069" y="2026224"/>
                  </a:lnTo>
                  <a:lnTo>
                    <a:pt x="1483780" y="2083394"/>
                  </a:lnTo>
                  <a:lnTo>
                    <a:pt x="1485492" y="2177871"/>
                  </a:lnTo>
                  <a:lnTo>
                    <a:pt x="1487203" y="2222578"/>
                  </a:lnTo>
                  <a:lnTo>
                    <a:pt x="1488915" y="2203589"/>
                  </a:lnTo>
                  <a:lnTo>
                    <a:pt x="1490626" y="2144162"/>
                  </a:lnTo>
                  <a:lnTo>
                    <a:pt x="1492337" y="2061664"/>
                  </a:lnTo>
                  <a:lnTo>
                    <a:pt x="1494049" y="2050032"/>
                  </a:lnTo>
                  <a:lnTo>
                    <a:pt x="1495760" y="2029674"/>
                  </a:lnTo>
                  <a:lnTo>
                    <a:pt x="1497472" y="2021593"/>
                  </a:lnTo>
                  <a:lnTo>
                    <a:pt x="1499183" y="2032436"/>
                  </a:lnTo>
                  <a:lnTo>
                    <a:pt x="1500894" y="2049930"/>
                  </a:lnTo>
                  <a:lnTo>
                    <a:pt x="1502606" y="2051616"/>
                  </a:lnTo>
                  <a:lnTo>
                    <a:pt x="1504317" y="2094978"/>
                  </a:lnTo>
                  <a:lnTo>
                    <a:pt x="1506029" y="2169648"/>
                  </a:lnTo>
                  <a:lnTo>
                    <a:pt x="1507740" y="2188118"/>
                  </a:lnTo>
                  <a:lnTo>
                    <a:pt x="1509451" y="2155406"/>
                  </a:lnTo>
                  <a:lnTo>
                    <a:pt x="1511163" y="2140582"/>
                  </a:lnTo>
                  <a:lnTo>
                    <a:pt x="1512874" y="2201088"/>
                  </a:lnTo>
                  <a:lnTo>
                    <a:pt x="1514586" y="2233559"/>
                  </a:lnTo>
                  <a:lnTo>
                    <a:pt x="1516297" y="2234802"/>
                  </a:lnTo>
                  <a:lnTo>
                    <a:pt x="1518008" y="2222751"/>
                  </a:lnTo>
                  <a:lnTo>
                    <a:pt x="1519720" y="2178231"/>
                  </a:lnTo>
                  <a:lnTo>
                    <a:pt x="1521431" y="2112147"/>
                  </a:lnTo>
                  <a:lnTo>
                    <a:pt x="1523143" y="2098661"/>
                  </a:lnTo>
                  <a:lnTo>
                    <a:pt x="1524854" y="2132356"/>
                  </a:lnTo>
                  <a:lnTo>
                    <a:pt x="1526565" y="2255189"/>
                  </a:lnTo>
                  <a:lnTo>
                    <a:pt x="1528277" y="2265979"/>
                  </a:lnTo>
                  <a:lnTo>
                    <a:pt x="1529988" y="2273169"/>
                  </a:lnTo>
                  <a:lnTo>
                    <a:pt x="1531700" y="2282368"/>
                  </a:lnTo>
                  <a:lnTo>
                    <a:pt x="1533411" y="2286283"/>
                  </a:lnTo>
                  <a:lnTo>
                    <a:pt x="1535122" y="2261679"/>
                  </a:lnTo>
                  <a:lnTo>
                    <a:pt x="1536834" y="2247404"/>
                  </a:lnTo>
                  <a:lnTo>
                    <a:pt x="1538545" y="2261738"/>
                  </a:lnTo>
                  <a:lnTo>
                    <a:pt x="1540257" y="2263993"/>
                  </a:lnTo>
                  <a:lnTo>
                    <a:pt x="1541968" y="2270085"/>
                  </a:lnTo>
                  <a:lnTo>
                    <a:pt x="1543679" y="2168857"/>
                  </a:lnTo>
                  <a:lnTo>
                    <a:pt x="1545391" y="2226951"/>
                  </a:lnTo>
                  <a:lnTo>
                    <a:pt x="1547102" y="2234053"/>
                  </a:lnTo>
                  <a:lnTo>
                    <a:pt x="1548814" y="2238613"/>
                  </a:lnTo>
                  <a:lnTo>
                    <a:pt x="1550525" y="2210586"/>
                  </a:lnTo>
                  <a:lnTo>
                    <a:pt x="1552236" y="2209935"/>
                  </a:lnTo>
                  <a:lnTo>
                    <a:pt x="1553948" y="2253671"/>
                  </a:lnTo>
                  <a:lnTo>
                    <a:pt x="1555659" y="2275979"/>
                  </a:lnTo>
                  <a:lnTo>
                    <a:pt x="1557371" y="2225033"/>
                  </a:lnTo>
                  <a:lnTo>
                    <a:pt x="1559082" y="2193211"/>
                  </a:lnTo>
                  <a:lnTo>
                    <a:pt x="1560793" y="2171362"/>
                  </a:lnTo>
                  <a:lnTo>
                    <a:pt x="1562505" y="2233876"/>
                  </a:lnTo>
                  <a:lnTo>
                    <a:pt x="1564216" y="2219417"/>
                  </a:lnTo>
                  <a:lnTo>
                    <a:pt x="1565928" y="2229494"/>
                  </a:lnTo>
                  <a:lnTo>
                    <a:pt x="1567639" y="2196483"/>
                  </a:lnTo>
                  <a:lnTo>
                    <a:pt x="1569350" y="2207125"/>
                  </a:lnTo>
                  <a:lnTo>
                    <a:pt x="1571062" y="2132666"/>
                  </a:lnTo>
                  <a:lnTo>
                    <a:pt x="1572773" y="2108934"/>
                  </a:lnTo>
                  <a:lnTo>
                    <a:pt x="1574485" y="2165979"/>
                  </a:lnTo>
                  <a:lnTo>
                    <a:pt x="1576196" y="2180107"/>
                  </a:lnTo>
                  <a:lnTo>
                    <a:pt x="1577907" y="2202452"/>
                  </a:lnTo>
                  <a:lnTo>
                    <a:pt x="1579619" y="2184137"/>
                  </a:lnTo>
                  <a:lnTo>
                    <a:pt x="1581330" y="2193462"/>
                  </a:lnTo>
                  <a:lnTo>
                    <a:pt x="1583041" y="2167460"/>
                  </a:lnTo>
                  <a:lnTo>
                    <a:pt x="1584753" y="2167643"/>
                  </a:lnTo>
                  <a:lnTo>
                    <a:pt x="1586464" y="2156800"/>
                  </a:lnTo>
                  <a:lnTo>
                    <a:pt x="1588176" y="2171204"/>
                  </a:lnTo>
                  <a:lnTo>
                    <a:pt x="1589887" y="2146610"/>
                  </a:lnTo>
                  <a:lnTo>
                    <a:pt x="1591598" y="2217858"/>
                  </a:lnTo>
                  <a:lnTo>
                    <a:pt x="1593310" y="2224716"/>
                  </a:lnTo>
                  <a:lnTo>
                    <a:pt x="1595021" y="2243040"/>
                  </a:lnTo>
                  <a:lnTo>
                    <a:pt x="1596733" y="2164741"/>
                  </a:lnTo>
                  <a:lnTo>
                    <a:pt x="1598444" y="2110447"/>
                  </a:lnTo>
                  <a:lnTo>
                    <a:pt x="1600155" y="2135357"/>
                  </a:lnTo>
                  <a:lnTo>
                    <a:pt x="1601867" y="2219240"/>
                  </a:lnTo>
                  <a:lnTo>
                    <a:pt x="1603578" y="2260143"/>
                  </a:lnTo>
                  <a:lnTo>
                    <a:pt x="1605290" y="2269948"/>
                  </a:lnTo>
                  <a:lnTo>
                    <a:pt x="1607001" y="2319902"/>
                  </a:lnTo>
                  <a:lnTo>
                    <a:pt x="1608712" y="2309426"/>
                  </a:lnTo>
                  <a:lnTo>
                    <a:pt x="1610424" y="2318285"/>
                  </a:lnTo>
                  <a:lnTo>
                    <a:pt x="1612135" y="2327715"/>
                  </a:lnTo>
                  <a:lnTo>
                    <a:pt x="1613847" y="2305842"/>
                  </a:lnTo>
                  <a:lnTo>
                    <a:pt x="1615558" y="2321654"/>
                  </a:lnTo>
                  <a:lnTo>
                    <a:pt x="1617269" y="2317345"/>
                  </a:lnTo>
                  <a:lnTo>
                    <a:pt x="1618981" y="2345587"/>
                  </a:lnTo>
                  <a:lnTo>
                    <a:pt x="1620692" y="2368020"/>
                  </a:lnTo>
                  <a:lnTo>
                    <a:pt x="1622404" y="2357328"/>
                  </a:lnTo>
                  <a:lnTo>
                    <a:pt x="1624115" y="2355139"/>
                  </a:lnTo>
                  <a:lnTo>
                    <a:pt x="1625826" y="2350924"/>
                  </a:lnTo>
                  <a:lnTo>
                    <a:pt x="1627538" y="2325896"/>
                  </a:lnTo>
                  <a:lnTo>
                    <a:pt x="1629249" y="2311831"/>
                  </a:lnTo>
                  <a:lnTo>
                    <a:pt x="1630961" y="2272959"/>
                  </a:lnTo>
                  <a:lnTo>
                    <a:pt x="1632672" y="2276799"/>
                  </a:lnTo>
                  <a:lnTo>
                    <a:pt x="1634383" y="2286246"/>
                  </a:lnTo>
                  <a:lnTo>
                    <a:pt x="1636095" y="2264301"/>
                  </a:lnTo>
                  <a:lnTo>
                    <a:pt x="1637806" y="2275842"/>
                  </a:lnTo>
                  <a:lnTo>
                    <a:pt x="1639518" y="2342630"/>
                  </a:lnTo>
                  <a:lnTo>
                    <a:pt x="1641229" y="2373793"/>
                  </a:lnTo>
                  <a:lnTo>
                    <a:pt x="1642940" y="2391967"/>
                  </a:lnTo>
                  <a:lnTo>
                    <a:pt x="1642940" y="2391967"/>
                  </a:lnTo>
                  <a:lnTo>
                    <a:pt x="1644652" y="2391967"/>
                  </a:lnTo>
                  <a:lnTo>
                    <a:pt x="1646363" y="2391967"/>
                  </a:lnTo>
                  <a:lnTo>
                    <a:pt x="1648075" y="2391967"/>
                  </a:lnTo>
                  <a:lnTo>
                    <a:pt x="1649786" y="2376096"/>
                  </a:lnTo>
                  <a:lnTo>
                    <a:pt x="1651497" y="2374361"/>
                  </a:lnTo>
                  <a:lnTo>
                    <a:pt x="1653209" y="2370747"/>
                  </a:lnTo>
                  <a:lnTo>
                    <a:pt x="1654920" y="2345669"/>
                  </a:lnTo>
                  <a:lnTo>
                    <a:pt x="1656632" y="2338252"/>
                  </a:lnTo>
                  <a:lnTo>
                    <a:pt x="1658343" y="2327713"/>
                  </a:lnTo>
                  <a:lnTo>
                    <a:pt x="1660054" y="2322994"/>
                  </a:lnTo>
                  <a:lnTo>
                    <a:pt x="1661766" y="2297864"/>
                  </a:lnTo>
                  <a:lnTo>
                    <a:pt x="1663477" y="2304810"/>
                  </a:lnTo>
                  <a:lnTo>
                    <a:pt x="1665189" y="2276080"/>
                  </a:lnTo>
                  <a:lnTo>
                    <a:pt x="1666900" y="2267760"/>
                  </a:lnTo>
                  <a:lnTo>
                    <a:pt x="1668611" y="2212967"/>
                  </a:lnTo>
                  <a:lnTo>
                    <a:pt x="1670323" y="2149026"/>
                  </a:lnTo>
                  <a:lnTo>
                    <a:pt x="1672034" y="2113780"/>
                  </a:lnTo>
                  <a:lnTo>
                    <a:pt x="1673746" y="2198529"/>
                  </a:lnTo>
                  <a:lnTo>
                    <a:pt x="1675457" y="2215872"/>
                  </a:lnTo>
                  <a:lnTo>
                    <a:pt x="1677168" y="2212334"/>
                  </a:lnTo>
                  <a:lnTo>
                    <a:pt x="1678880" y="2220415"/>
                  </a:lnTo>
                  <a:lnTo>
                    <a:pt x="1680591" y="2218241"/>
                  </a:lnTo>
                  <a:lnTo>
                    <a:pt x="1682303" y="2209702"/>
                  </a:lnTo>
                  <a:lnTo>
                    <a:pt x="1684014" y="2141454"/>
                  </a:lnTo>
                  <a:lnTo>
                    <a:pt x="1685725" y="2150835"/>
                  </a:lnTo>
                  <a:lnTo>
                    <a:pt x="1687437" y="2174488"/>
                  </a:lnTo>
                  <a:lnTo>
                    <a:pt x="1689148" y="2239040"/>
                  </a:lnTo>
                  <a:lnTo>
                    <a:pt x="1690859" y="2243890"/>
                  </a:lnTo>
                  <a:lnTo>
                    <a:pt x="1692571" y="2257682"/>
                  </a:lnTo>
                  <a:lnTo>
                    <a:pt x="1694282" y="2259821"/>
                  </a:lnTo>
                  <a:lnTo>
                    <a:pt x="1695994" y="2251521"/>
                  </a:lnTo>
                  <a:lnTo>
                    <a:pt x="1697705" y="2300529"/>
                  </a:lnTo>
                  <a:lnTo>
                    <a:pt x="1699416" y="2315316"/>
                  </a:lnTo>
                  <a:lnTo>
                    <a:pt x="1701128" y="2344274"/>
                  </a:lnTo>
                  <a:lnTo>
                    <a:pt x="1702839" y="2359991"/>
                  </a:lnTo>
                  <a:lnTo>
                    <a:pt x="1704551" y="2344801"/>
                  </a:lnTo>
                  <a:lnTo>
                    <a:pt x="1706262" y="2367133"/>
                  </a:lnTo>
                  <a:lnTo>
                    <a:pt x="1707973" y="2376815"/>
                  </a:lnTo>
                  <a:lnTo>
                    <a:pt x="1709685" y="2369881"/>
                  </a:lnTo>
                  <a:lnTo>
                    <a:pt x="1711396" y="2360234"/>
                  </a:lnTo>
                  <a:lnTo>
                    <a:pt x="1713108" y="2355123"/>
                  </a:lnTo>
                  <a:lnTo>
                    <a:pt x="1714819" y="2359058"/>
                  </a:lnTo>
                  <a:lnTo>
                    <a:pt x="1716530" y="2328149"/>
                  </a:lnTo>
                  <a:lnTo>
                    <a:pt x="1718242" y="2323856"/>
                  </a:lnTo>
                  <a:lnTo>
                    <a:pt x="1719953" y="2283457"/>
                  </a:lnTo>
                  <a:lnTo>
                    <a:pt x="1721665" y="2259709"/>
                  </a:lnTo>
                  <a:lnTo>
                    <a:pt x="1723376" y="2271436"/>
                  </a:lnTo>
                  <a:lnTo>
                    <a:pt x="1725087" y="2263079"/>
                  </a:lnTo>
                  <a:lnTo>
                    <a:pt x="1726799" y="2294948"/>
                  </a:lnTo>
                  <a:lnTo>
                    <a:pt x="1728510" y="2276837"/>
                  </a:lnTo>
                  <a:lnTo>
                    <a:pt x="1730222" y="2231719"/>
                  </a:lnTo>
                  <a:lnTo>
                    <a:pt x="1731933" y="2238752"/>
                  </a:lnTo>
                  <a:lnTo>
                    <a:pt x="1733644" y="2237783"/>
                  </a:lnTo>
                  <a:lnTo>
                    <a:pt x="1735356" y="2238730"/>
                  </a:lnTo>
                  <a:lnTo>
                    <a:pt x="1737067" y="2252440"/>
                  </a:lnTo>
                  <a:lnTo>
                    <a:pt x="1738779" y="2269399"/>
                  </a:lnTo>
                  <a:lnTo>
                    <a:pt x="1740490" y="2288423"/>
                  </a:lnTo>
                  <a:lnTo>
                    <a:pt x="1742201" y="2304164"/>
                  </a:lnTo>
                  <a:lnTo>
                    <a:pt x="1743913" y="2259883"/>
                  </a:lnTo>
                  <a:lnTo>
                    <a:pt x="1745624" y="2247420"/>
                  </a:lnTo>
                  <a:lnTo>
                    <a:pt x="1747336" y="2213570"/>
                  </a:lnTo>
                  <a:lnTo>
                    <a:pt x="1749047" y="2174408"/>
                  </a:lnTo>
                  <a:lnTo>
                    <a:pt x="1750758" y="2177632"/>
                  </a:lnTo>
                  <a:lnTo>
                    <a:pt x="1752470" y="2168387"/>
                  </a:lnTo>
                  <a:lnTo>
                    <a:pt x="1754181" y="2196316"/>
                  </a:lnTo>
                  <a:lnTo>
                    <a:pt x="1755893" y="2251311"/>
                  </a:lnTo>
                  <a:lnTo>
                    <a:pt x="1757604" y="2266541"/>
                  </a:lnTo>
                  <a:lnTo>
                    <a:pt x="1759315" y="2289773"/>
                  </a:lnTo>
                  <a:lnTo>
                    <a:pt x="1761027" y="2266658"/>
                  </a:lnTo>
                  <a:lnTo>
                    <a:pt x="1762738" y="2290244"/>
                  </a:lnTo>
                  <a:lnTo>
                    <a:pt x="1764450" y="2300254"/>
                  </a:lnTo>
                  <a:lnTo>
                    <a:pt x="1766161" y="2293997"/>
                  </a:lnTo>
                  <a:lnTo>
                    <a:pt x="1767872" y="2305633"/>
                  </a:lnTo>
                  <a:lnTo>
                    <a:pt x="1769584" y="2298717"/>
                  </a:lnTo>
                  <a:lnTo>
                    <a:pt x="1771295" y="2320714"/>
                  </a:lnTo>
                  <a:lnTo>
                    <a:pt x="1773007" y="2333650"/>
                  </a:lnTo>
                  <a:lnTo>
                    <a:pt x="1774718" y="2319693"/>
                  </a:lnTo>
                  <a:lnTo>
                    <a:pt x="1776429" y="2306433"/>
                  </a:lnTo>
                  <a:lnTo>
                    <a:pt x="1778141" y="2329776"/>
                  </a:lnTo>
                  <a:lnTo>
                    <a:pt x="1779852" y="2354543"/>
                  </a:lnTo>
                  <a:lnTo>
                    <a:pt x="1781564" y="2356780"/>
                  </a:lnTo>
                  <a:lnTo>
                    <a:pt x="1783275" y="2366254"/>
                  </a:lnTo>
                  <a:lnTo>
                    <a:pt x="1784986" y="2360547"/>
                  </a:lnTo>
                  <a:lnTo>
                    <a:pt x="1786698" y="2372725"/>
                  </a:lnTo>
                  <a:lnTo>
                    <a:pt x="1788409" y="2368696"/>
                  </a:lnTo>
                  <a:lnTo>
                    <a:pt x="1790121" y="2363566"/>
                  </a:lnTo>
                  <a:lnTo>
                    <a:pt x="1791832" y="2367581"/>
                  </a:lnTo>
                  <a:lnTo>
                    <a:pt x="1793543" y="2358666"/>
                  </a:lnTo>
                  <a:lnTo>
                    <a:pt x="1795255" y="2391967"/>
                  </a:lnTo>
                  <a:lnTo>
                    <a:pt x="1795255" y="2391967"/>
                  </a:lnTo>
                  <a:lnTo>
                    <a:pt x="1796966" y="2371277"/>
                  </a:lnTo>
                  <a:lnTo>
                    <a:pt x="1798677" y="2354454"/>
                  </a:lnTo>
                  <a:lnTo>
                    <a:pt x="1800389" y="2341031"/>
                  </a:lnTo>
                  <a:lnTo>
                    <a:pt x="1802100" y="2331492"/>
                  </a:lnTo>
                  <a:lnTo>
                    <a:pt x="1803812" y="2329224"/>
                  </a:lnTo>
                  <a:lnTo>
                    <a:pt x="1805523" y="2299959"/>
                  </a:lnTo>
                  <a:lnTo>
                    <a:pt x="1807234" y="2251985"/>
                  </a:lnTo>
                  <a:lnTo>
                    <a:pt x="1808946" y="2273829"/>
                  </a:lnTo>
                  <a:lnTo>
                    <a:pt x="1810657" y="2272536"/>
                  </a:lnTo>
                  <a:lnTo>
                    <a:pt x="1812369" y="2273611"/>
                  </a:lnTo>
                  <a:lnTo>
                    <a:pt x="1814080" y="2267560"/>
                  </a:lnTo>
                  <a:lnTo>
                    <a:pt x="1815791" y="2271424"/>
                  </a:lnTo>
                  <a:lnTo>
                    <a:pt x="1817503" y="2300666"/>
                  </a:lnTo>
                  <a:lnTo>
                    <a:pt x="1819214" y="2271257"/>
                  </a:lnTo>
                  <a:lnTo>
                    <a:pt x="1820926" y="2242562"/>
                  </a:lnTo>
                  <a:lnTo>
                    <a:pt x="1822637" y="2154094"/>
                  </a:lnTo>
                  <a:lnTo>
                    <a:pt x="1824348" y="2169263"/>
                  </a:lnTo>
                  <a:lnTo>
                    <a:pt x="1826060" y="2145052"/>
                  </a:lnTo>
                  <a:lnTo>
                    <a:pt x="1827771" y="2096040"/>
                  </a:lnTo>
                  <a:lnTo>
                    <a:pt x="1829483" y="2083504"/>
                  </a:lnTo>
                  <a:lnTo>
                    <a:pt x="1831194" y="2099799"/>
                  </a:lnTo>
                  <a:lnTo>
                    <a:pt x="1832905" y="2130264"/>
                  </a:lnTo>
                  <a:lnTo>
                    <a:pt x="1834617" y="2142994"/>
                  </a:lnTo>
                  <a:lnTo>
                    <a:pt x="1836328" y="2174596"/>
                  </a:lnTo>
                  <a:lnTo>
                    <a:pt x="1838040" y="2228620"/>
                  </a:lnTo>
                  <a:lnTo>
                    <a:pt x="1839751" y="2243347"/>
                  </a:lnTo>
                  <a:lnTo>
                    <a:pt x="1841462" y="2248103"/>
                  </a:lnTo>
                  <a:lnTo>
                    <a:pt x="1843174" y="2311636"/>
                  </a:lnTo>
                  <a:lnTo>
                    <a:pt x="1844885" y="2316567"/>
                  </a:lnTo>
                  <a:lnTo>
                    <a:pt x="1846597" y="2329047"/>
                  </a:lnTo>
                  <a:lnTo>
                    <a:pt x="1848308" y="2323617"/>
                  </a:lnTo>
                  <a:lnTo>
                    <a:pt x="1850019" y="2271937"/>
                  </a:lnTo>
                  <a:lnTo>
                    <a:pt x="1851731" y="2186431"/>
                  </a:lnTo>
                  <a:lnTo>
                    <a:pt x="1853442" y="2205455"/>
                  </a:lnTo>
                  <a:lnTo>
                    <a:pt x="1855154" y="2267868"/>
                  </a:lnTo>
                  <a:lnTo>
                    <a:pt x="1856865" y="2287316"/>
                  </a:lnTo>
                  <a:lnTo>
                    <a:pt x="1858576" y="2259180"/>
                  </a:lnTo>
                  <a:lnTo>
                    <a:pt x="1860288" y="2277152"/>
                  </a:lnTo>
                  <a:lnTo>
                    <a:pt x="1861999" y="2273749"/>
                  </a:lnTo>
                  <a:lnTo>
                    <a:pt x="1863711" y="2268040"/>
                  </a:lnTo>
                  <a:lnTo>
                    <a:pt x="1865422" y="2277778"/>
                  </a:lnTo>
                  <a:lnTo>
                    <a:pt x="1867133" y="2252517"/>
                  </a:lnTo>
                  <a:lnTo>
                    <a:pt x="1868845" y="2280038"/>
                  </a:lnTo>
                  <a:lnTo>
                    <a:pt x="1870556" y="2268390"/>
                  </a:lnTo>
                  <a:lnTo>
                    <a:pt x="1872268" y="2256564"/>
                  </a:lnTo>
                  <a:lnTo>
                    <a:pt x="1873979" y="2256915"/>
                  </a:lnTo>
                  <a:lnTo>
                    <a:pt x="1875690" y="2281354"/>
                  </a:lnTo>
                  <a:lnTo>
                    <a:pt x="1877402" y="2288188"/>
                  </a:lnTo>
                  <a:lnTo>
                    <a:pt x="1879113" y="2280459"/>
                  </a:lnTo>
                  <a:lnTo>
                    <a:pt x="1880825" y="2267026"/>
                  </a:lnTo>
                  <a:lnTo>
                    <a:pt x="1882536" y="2245406"/>
                  </a:lnTo>
                  <a:lnTo>
                    <a:pt x="1884247" y="2273236"/>
                  </a:lnTo>
                  <a:lnTo>
                    <a:pt x="1885959" y="2274882"/>
                  </a:lnTo>
                  <a:lnTo>
                    <a:pt x="1887670" y="2264796"/>
                  </a:lnTo>
                  <a:lnTo>
                    <a:pt x="1889382" y="2272910"/>
                  </a:lnTo>
                  <a:lnTo>
                    <a:pt x="1891093" y="2277127"/>
                  </a:lnTo>
                  <a:lnTo>
                    <a:pt x="1892804" y="2282800"/>
                  </a:lnTo>
                  <a:lnTo>
                    <a:pt x="1894516" y="2260267"/>
                  </a:lnTo>
                  <a:lnTo>
                    <a:pt x="1896227" y="2240365"/>
                  </a:lnTo>
                  <a:lnTo>
                    <a:pt x="1897938" y="2237122"/>
                  </a:lnTo>
                  <a:lnTo>
                    <a:pt x="1899650" y="2242727"/>
                  </a:lnTo>
                  <a:lnTo>
                    <a:pt x="1901361" y="2241429"/>
                  </a:lnTo>
                  <a:lnTo>
                    <a:pt x="1903073" y="2191529"/>
                  </a:lnTo>
                  <a:lnTo>
                    <a:pt x="1904784" y="2237865"/>
                  </a:lnTo>
                  <a:lnTo>
                    <a:pt x="1906495" y="2284598"/>
                  </a:lnTo>
                  <a:lnTo>
                    <a:pt x="1908207" y="2305513"/>
                  </a:lnTo>
                  <a:lnTo>
                    <a:pt x="1909918" y="2324589"/>
                  </a:lnTo>
                  <a:lnTo>
                    <a:pt x="1911630" y="2314384"/>
                  </a:lnTo>
                  <a:lnTo>
                    <a:pt x="1913341" y="2341173"/>
                  </a:lnTo>
                  <a:lnTo>
                    <a:pt x="1915052" y="2318066"/>
                  </a:lnTo>
                  <a:lnTo>
                    <a:pt x="1916764" y="2293537"/>
                  </a:lnTo>
                  <a:lnTo>
                    <a:pt x="1918475" y="2241187"/>
                  </a:lnTo>
                  <a:lnTo>
                    <a:pt x="1920187" y="2241333"/>
                  </a:lnTo>
                  <a:lnTo>
                    <a:pt x="1921898" y="2242011"/>
                  </a:lnTo>
                  <a:lnTo>
                    <a:pt x="1923609" y="2268356"/>
                  </a:lnTo>
                  <a:lnTo>
                    <a:pt x="1925321" y="2269824"/>
                  </a:lnTo>
                  <a:lnTo>
                    <a:pt x="1927032" y="2295429"/>
                  </a:lnTo>
                  <a:lnTo>
                    <a:pt x="1928744" y="2310707"/>
                  </a:lnTo>
                  <a:lnTo>
                    <a:pt x="1930455" y="2312718"/>
                  </a:lnTo>
                  <a:lnTo>
                    <a:pt x="1932166" y="2190209"/>
                  </a:lnTo>
                  <a:lnTo>
                    <a:pt x="1933878" y="2168642"/>
                  </a:lnTo>
                  <a:lnTo>
                    <a:pt x="1935589" y="2116741"/>
                  </a:lnTo>
                  <a:lnTo>
                    <a:pt x="1937301" y="2127605"/>
                  </a:lnTo>
                  <a:lnTo>
                    <a:pt x="1939012" y="2185137"/>
                  </a:lnTo>
                  <a:lnTo>
                    <a:pt x="1940723" y="2203352"/>
                  </a:lnTo>
                  <a:lnTo>
                    <a:pt x="1942435" y="2205444"/>
                  </a:lnTo>
                  <a:lnTo>
                    <a:pt x="1944146" y="2201074"/>
                  </a:lnTo>
                  <a:lnTo>
                    <a:pt x="1945858" y="2197668"/>
                  </a:lnTo>
                  <a:lnTo>
                    <a:pt x="1947569" y="2169209"/>
                  </a:lnTo>
                  <a:lnTo>
                    <a:pt x="1949280" y="2164664"/>
                  </a:lnTo>
                  <a:lnTo>
                    <a:pt x="1950992" y="2121984"/>
                  </a:lnTo>
                  <a:lnTo>
                    <a:pt x="1952703" y="2138225"/>
                  </a:lnTo>
                  <a:lnTo>
                    <a:pt x="1954415" y="2101546"/>
                  </a:lnTo>
                  <a:lnTo>
                    <a:pt x="1956126" y="2085052"/>
                  </a:lnTo>
                  <a:lnTo>
                    <a:pt x="1957837" y="2087961"/>
                  </a:lnTo>
                  <a:lnTo>
                    <a:pt x="1959549" y="2150758"/>
                  </a:lnTo>
                  <a:lnTo>
                    <a:pt x="1961260" y="2155432"/>
                  </a:lnTo>
                  <a:lnTo>
                    <a:pt x="1962972" y="2097041"/>
                  </a:lnTo>
                  <a:lnTo>
                    <a:pt x="1964683" y="2061256"/>
                  </a:lnTo>
                  <a:lnTo>
                    <a:pt x="1966394" y="2168913"/>
                  </a:lnTo>
                  <a:lnTo>
                    <a:pt x="1968106" y="2208515"/>
                  </a:lnTo>
                  <a:lnTo>
                    <a:pt x="1969817" y="2185478"/>
                  </a:lnTo>
                  <a:lnTo>
                    <a:pt x="1971529" y="2054605"/>
                  </a:lnTo>
                  <a:lnTo>
                    <a:pt x="1973240" y="2074796"/>
                  </a:lnTo>
                  <a:lnTo>
                    <a:pt x="1974951" y="2122552"/>
                  </a:lnTo>
                  <a:lnTo>
                    <a:pt x="1976663" y="2181964"/>
                  </a:lnTo>
                  <a:lnTo>
                    <a:pt x="1978374" y="2144436"/>
                  </a:lnTo>
                  <a:lnTo>
                    <a:pt x="1980086" y="2089052"/>
                  </a:lnTo>
                  <a:lnTo>
                    <a:pt x="1981797" y="2165470"/>
                  </a:lnTo>
                  <a:lnTo>
                    <a:pt x="1983508" y="2119362"/>
                  </a:lnTo>
                  <a:lnTo>
                    <a:pt x="1985220" y="2158841"/>
                  </a:lnTo>
                  <a:lnTo>
                    <a:pt x="1986931" y="2120527"/>
                  </a:lnTo>
                  <a:lnTo>
                    <a:pt x="1988643" y="2115901"/>
                  </a:lnTo>
                  <a:lnTo>
                    <a:pt x="1990354" y="2113654"/>
                  </a:lnTo>
                  <a:lnTo>
                    <a:pt x="1992065" y="2113652"/>
                  </a:lnTo>
                  <a:lnTo>
                    <a:pt x="1993777" y="2142038"/>
                  </a:lnTo>
                  <a:lnTo>
                    <a:pt x="1995488" y="2140335"/>
                  </a:lnTo>
                  <a:lnTo>
                    <a:pt x="1997200" y="2150862"/>
                  </a:lnTo>
                  <a:lnTo>
                    <a:pt x="1998911" y="2142951"/>
                  </a:lnTo>
                  <a:lnTo>
                    <a:pt x="2000622" y="2167954"/>
                  </a:lnTo>
                  <a:lnTo>
                    <a:pt x="2002334" y="2201932"/>
                  </a:lnTo>
                  <a:lnTo>
                    <a:pt x="2004045" y="2231280"/>
                  </a:lnTo>
                  <a:lnTo>
                    <a:pt x="2005756" y="2280404"/>
                  </a:lnTo>
                  <a:lnTo>
                    <a:pt x="2007468" y="2295570"/>
                  </a:lnTo>
                  <a:lnTo>
                    <a:pt x="2009179" y="2242684"/>
                  </a:lnTo>
                  <a:lnTo>
                    <a:pt x="2010891" y="2256854"/>
                  </a:lnTo>
                  <a:lnTo>
                    <a:pt x="2012602" y="2247553"/>
                  </a:lnTo>
                  <a:lnTo>
                    <a:pt x="2014313" y="2241278"/>
                  </a:lnTo>
                  <a:lnTo>
                    <a:pt x="2016025" y="2250655"/>
                  </a:lnTo>
                  <a:lnTo>
                    <a:pt x="2017736" y="2280954"/>
                  </a:lnTo>
                  <a:lnTo>
                    <a:pt x="2019448" y="2316533"/>
                  </a:lnTo>
                  <a:lnTo>
                    <a:pt x="2021159" y="2288194"/>
                  </a:lnTo>
                  <a:lnTo>
                    <a:pt x="2022870" y="2244493"/>
                  </a:lnTo>
                  <a:lnTo>
                    <a:pt x="2024582" y="2184870"/>
                  </a:lnTo>
                  <a:lnTo>
                    <a:pt x="2026293" y="2129990"/>
                  </a:lnTo>
                  <a:lnTo>
                    <a:pt x="2028005" y="2166446"/>
                  </a:lnTo>
                  <a:lnTo>
                    <a:pt x="2029716" y="2238664"/>
                  </a:lnTo>
                  <a:lnTo>
                    <a:pt x="2031427" y="2225082"/>
                  </a:lnTo>
                  <a:lnTo>
                    <a:pt x="2033139" y="2270233"/>
                  </a:lnTo>
                  <a:lnTo>
                    <a:pt x="2034850" y="2290858"/>
                  </a:lnTo>
                  <a:lnTo>
                    <a:pt x="2036562" y="2298082"/>
                  </a:lnTo>
                  <a:lnTo>
                    <a:pt x="2038273" y="2326371"/>
                  </a:lnTo>
                  <a:lnTo>
                    <a:pt x="2039984" y="2286139"/>
                  </a:lnTo>
                  <a:lnTo>
                    <a:pt x="2041696" y="2223786"/>
                  </a:lnTo>
                  <a:lnTo>
                    <a:pt x="2043407" y="2245698"/>
                  </a:lnTo>
                  <a:lnTo>
                    <a:pt x="2045119" y="2293609"/>
                  </a:lnTo>
                  <a:lnTo>
                    <a:pt x="2046830" y="2287401"/>
                  </a:lnTo>
                  <a:lnTo>
                    <a:pt x="2048541" y="2290683"/>
                  </a:lnTo>
                  <a:lnTo>
                    <a:pt x="2050253" y="2308446"/>
                  </a:lnTo>
                  <a:lnTo>
                    <a:pt x="2051964" y="2260922"/>
                  </a:lnTo>
                  <a:lnTo>
                    <a:pt x="2053676" y="2249015"/>
                  </a:lnTo>
                  <a:lnTo>
                    <a:pt x="2055387" y="2224853"/>
                  </a:lnTo>
                  <a:lnTo>
                    <a:pt x="2057098" y="2169482"/>
                  </a:lnTo>
                  <a:lnTo>
                    <a:pt x="2058810" y="2159719"/>
                  </a:lnTo>
                  <a:lnTo>
                    <a:pt x="2060521" y="2105753"/>
                  </a:lnTo>
                  <a:lnTo>
                    <a:pt x="2062233" y="2133600"/>
                  </a:lnTo>
                  <a:lnTo>
                    <a:pt x="2063944" y="2216080"/>
                  </a:lnTo>
                  <a:lnTo>
                    <a:pt x="2065655" y="2223743"/>
                  </a:lnTo>
                  <a:lnTo>
                    <a:pt x="2067367" y="2258837"/>
                  </a:lnTo>
                  <a:lnTo>
                    <a:pt x="2069078" y="2270423"/>
                  </a:lnTo>
                  <a:lnTo>
                    <a:pt x="2070790" y="2307506"/>
                  </a:lnTo>
                  <a:lnTo>
                    <a:pt x="2072501" y="2303162"/>
                  </a:lnTo>
                  <a:lnTo>
                    <a:pt x="2074212" y="2259284"/>
                  </a:lnTo>
                  <a:lnTo>
                    <a:pt x="2075924" y="2260358"/>
                  </a:lnTo>
                  <a:lnTo>
                    <a:pt x="2077635" y="2264197"/>
                  </a:lnTo>
                  <a:lnTo>
                    <a:pt x="2079347" y="2266225"/>
                  </a:lnTo>
                  <a:lnTo>
                    <a:pt x="2081058" y="2234327"/>
                  </a:lnTo>
                  <a:lnTo>
                    <a:pt x="2082769" y="2184532"/>
                  </a:lnTo>
                  <a:lnTo>
                    <a:pt x="2084481" y="2195151"/>
                  </a:lnTo>
                  <a:lnTo>
                    <a:pt x="2086192" y="2182856"/>
                  </a:lnTo>
                  <a:lnTo>
                    <a:pt x="2087904" y="2164864"/>
                  </a:lnTo>
                  <a:lnTo>
                    <a:pt x="2089615" y="2112266"/>
                  </a:lnTo>
                  <a:lnTo>
                    <a:pt x="2091326" y="2105543"/>
                  </a:lnTo>
                  <a:lnTo>
                    <a:pt x="2093038" y="2071238"/>
                  </a:lnTo>
                  <a:lnTo>
                    <a:pt x="2094749" y="2084100"/>
                  </a:lnTo>
                  <a:lnTo>
                    <a:pt x="2096461" y="2079962"/>
                  </a:lnTo>
                  <a:lnTo>
                    <a:pt x="2098172" y="2187954"/>
                  </a:lnTo>
                  <a:lnTo>
                    <a:pt x="2099883" y="2196436"/>
                  </a:lnTo>
                  <a:lnTo>
                    <a:pt x="2101595" y="2188311"/>
                  </a:lnTo>
                  <a:lnTo>
                    <a:pt x="2103306" y="2145397"/>
                  </a:lnTo>
                  <a:lnTo>
                    <a:pt x="2105018" y="2167528"/>
                  </a:lnTo>
                  <a:lnTo>
                    <a:pt x="2106729" y="2216644"/>
                  </a:lnTo>
                  <a:lnTo>
                    <a:pt x="2108440" y="2236806"/>
                  </a:lnTo>
                  <a:lnTo>
                    <a:pt x="2110152" y="2265192"/>
                  </a:lnTo>
                  <a:lnTo>
                    <a:pt x="2111863" y="2257741"/>
                  </a:lnTo>
                  <a:lnTo>
                    <a:pt x="2113574" y="2267149"/>
                  </a:lnTo>
                  <a:lnTo>
                    <a:pt x="2115286" y="2306760"/>
                  </a:lnTo>
                  <a:lnTo>
                    <a:pt x="2116997" y="2304882"/>
                  </a:lnTo>
                  <a:lnTo>
                    <a:pt x="2118709" y="2323738"/>
                  </a:lnTo>
                  <a:lnTo>
                    <a:pt x="2120420" y="2319598"/>
                  </a:lnTo>
                  <a:lnTo>
                    <a:pt x="2122131" y="2305580"/>
                  </a:lnTo>
                  <a:lnTo>
                    <a:pt x="2123843" y="2302939"/>
                  </a:lnTo>
                  <a:lnTo>
                    <a:pt x="2125554" y="2292604"/>
                  </a:lnTo>
                  <a:lnTo>
                    <a:pt x="2127266" y="2288889"/>
                  </a:lnTo>
                  <a:lnTo>
                    <a:pt x="2128977" y="2307750"/>
                  </a:lnTo>
                  <a:lnTo>
                    <a:pt x="2130688" y="2307681"/>
                  </a:lnTo>
                  <a:lnTo>
                    <a:pt x="2132400" y="2303057"/>
                  </a:lnTo>
                  <a:lnTo>
                    <a:pt x="2134111" y="2273589"/>
                  </a:lnTo>
                  <a:lnTo>
                    <a:pt x="2135823" y="2239676"/>
                  </a:lnTo>
                  <a:lnTo>
                    <a:pt x="2137534" y="2223152"/>
                  </a:lnTo>
                  <a:lnTo>
                    <a:pt x="2139245" y="2223249"/>
                  </a:lnTo>
                  <a:lnTo>
                    <a:pt x="2140957" y="2212089"/>
                  </a:lnTo>
                  <a:lnTo>
                    <a:pt x="2142668" y="2174661"/>
                  </a:lnTo>
                  <a:lnTo>
                    <a:pt x="2144380" y="2188460"/>
                  </a:lnTo>
                  <a:lnTo>
                    <a:pt x="2146091" y="2197455"/>
                  </a:lnTo>
                  <a:lnTo>
                    <a:pt x="2147802" y="2165401"/>
                  </a:lnTo>
                  <a:lnTo>
                    <a:pt x="2149514" y="2121966"/>
                  </a:lnTo>
                  <a:lnTo>
                    <a:pt x="2151225" y="2157218"/>
                  </a:lnTo>
                  <a:lnTo>
                    <a:pt x="2152937" y="2199414"/>
                  </a:lnTo>
                  <a:lnTo>
                    <a:pt x="2154648" y="2224956"/>
                  </a:lnTo>
                  <a:lnTo>
                    <a:pt x="2156359" y="2222889"/>
                  </a:lnTo>
                  <a:lnTo>
                    <a:pt x="2158071" y="2246908"/>
                  </a:lnTo>
                  <a:lnTo>
                    <a:pt x="2159782" y="2216016"/>
                  </a:lnTo>
                  <a:lnTo>
                    <a:pt x="2161494" y="2212094"/>
                  </a:lnTo>
                  <a:lnTo>
                    <a:pt x="2163205" y="2190110"/>
                  </a:lnTo>
                  <a:lnTo>
                    <a:pt x="2164916" y="2164831"/>
                  </a:lnTo>
                  <a:lnTo>
                    <a:pt x="2166628" y="2112913"/>
                  </a:lnTo>
                  <a:lnTo>
                    <a:pt x="2168339" y="2068923"/>
                  </a:lnTo>
                  <a:lnTo>
                    <a:pt x="2170051" y="2055133"/>
                  </a:lnTo>
                  <a:lnTo>
                    <a:pt x="2171762" y="2067841"/>
                  </a:lnTo>
                  <a:lnTo>
                    <a:pt x="2173473" y="2073055"/>
                  </a:lnTo>
                  <a:lnTo>
                    <a:pt x="2175185" y="2034479"/>
                  </a:lnTo>
                  <a:lnTo>
                    <a:pt x="2176896" y="2053688"/>
                  </a:lnTo>
                  <a:lnTo>
                    <a:pt x="2178608" y="2071222"/>
                  </a:lnTo>
                  <a:lnTo>
                    <a:pt x="2180319" y="2179660"/>
                  </a:lnTo>
                  <a:lnTo>
                    <a:pt x="2182030" y="2136478"/>
                  </a:lnTo>
                  <a:lnTo>
                    <a:pt x="2183742" y="2079198"/>
                  </a:lnTo>
                  <a:lnTo>
                    <a:pt x="2185453" y="2071012"/>
                  </a:lnTo>
                  <a:lnTo>
                    <a:pt x="2187165" y="2136894"/>
                  </a:lnTo>
                  <a:lnTo>
                    <a:pt x="2188876" y="2111037"/>
                  </a:lnTo>
                  <a:lnTo>
                    <a:pt x="2190587" y="2053507"/>
                  </a:lnTo>
                  <a:lnTo>
                    <a:pt x="2192299" y="2056752"/>
                  </a:lnTo>
                  <a:lnTo>
                    <a:pt x="2194010" y="2079592"/>
                  </a:lnTo>
                  <a:lnTo>
                    <a:pt x="2195722" y="2079355"/>
                  </a:lnTo>
                  <a:lnTo>
                    <a:pt x="2197433" y="2043611"/>
                  </a:lnTo>
                  <a:lnTo>
                    <a:pt x="2199144" y="2099407"/>
                  </a:lnTo>
                  <a:lnTo>
                    <a:pt x="2200856" y="2165605"/>
                  </a:lnTo>
                  <a:lnTo>
                    <a:pt x="2202567" y="2195328"/>
                  </a:lnTo>
                  <a:lnTo>
                    <a:pt x="2204279" y="2169995"/>
                  </a:lnTo>
                  <a:lnTo>
                    <a:pt x="2205990" y="2157633"/>
                  </a:lnTo>
                  <a:lnTo>
                    <a:pt x="2207701" y="2065691"/>
                  </a:lnTo>
                  <a:lnTo>
                    <a:pt x="2209413" y="2044655"/>
                  </a:lnTo>
                  <a:lnTo>
                    <a:pt x="2211124" y="2052483"/>
                  </a:lnTo>
                  <a:lnTo>
                    <a:pt x="2212836" y="2064212"/>
                  </a:lnTo>
                  <a:lnTo>
                    <a:pt x="2214547" y="2099419"/>
                  </a:lnTo>
                  <a:lnTo>
                    <a:pt x="2216258" y="2051023"/>
                  </a:lnTo>
                  <a:lnTo>
                    <a:pt x="2217970" y="2134136"/>
                  </a:lnTo>
                  <a:lnTo>
                    <a:pt x="2219681" y="2131016"/>
                  </a:lnTo>
                  <a:lnTo>
                    <a:pt x="2221392" y="2134283"/>
                  </a:lnTo>
                  <a:lnTo>
                    <a:pt x="2223104" y="2073237"/>
                  </a:lnTo>
                  <a:lnTo>
                    <a:pt x="2224815" y="2131294"/>
                  </a:lnTo>
                  <a:lnTo>
                    <a:pt x="2226527" y="2233124"/>
                  </a:lnTo>
                  <a:lnTo>
                    <a:pt x="2228238" y="2228349"/>
                  </a:lnTo>
                  <a:lnTo>
                    <a:pt x="2229949" y="2252698"/>
                  </a:lnTo>
                  <a:lnTo>
                    <a:pt x="2231661" y="2237108"/>
                  </a:lnTo>
                  <a:lnTo>
                    <a:pt x="2233372" y="2256734"/>
                  </a:lnTo>
                  <a:lnTo>
                    <a:pt x="2235084" y="2251699"/>
                  </a:lnTo>
                  <a:lnTo>
                    <a:pt x="2236795" y="2211345"/>
                  </a:lnTo>
                  <a:lnTo>
                    <a:pt x="2238506" y="2166044"/>
                  </a:lnTo>
                  <a:lnTo>
                    <a:pt x="2240218" y="2248850"/>
                  </a:lnTo>
                  <a:lnTo>
                    <a:pt x="2241929" y="2292797"/>
                  </a:lnTo>
                  <a:lnTo>
                    <a:pt x="2243641" y="2305003"/>
                  </a:lnTo>
                  <a:lnTo>
                    <a:pt x="2245352" y="2277557"/>
                  </a:lnTo>
                  <a:lnTo>
                    <a:pt x="2247063" y="2296404"/>
                  </a:lnTo>
                  <a:lnTo>
                    <a:pt x="2248775" y="2275710"/>
                  </a:lnTo>
                  <a:lnTo>
                    <a:pt x="2250486" y="2284970"/>
                  </a:lnTo>
                  <a:lnTo>
                    <a:pt x="2252198" y="2289830"/>
                  </a:lnTo>
                  <a:lnTo>
                    <a:pt x="2253909" y="2272651"/>
                  </a:lnTo>
                  <a:lnTo>
                    <a:pt x="2255620" y="2269356"/>
                  </a:lnTo>
                  <a:lnTo>
                    <a:pt x="2257332" y="2271701"/>
                  </a:lnTo>
                  <a:lnTo>
                    <a:pt x="2259043" y="2283806"/>
                  </a:lnTo>
                  <a:lnTo>
                    <a:pt x="2260755" y="2284990"/>
                  </a:lnTo>
                  <a:lnTo>
                    <a:pt x="2262466" y="2253985"/>
                  </a:lnTo>
                  <a:lnTo>
                    <a:pt x="2264177" y="2210253"/>
                  </a:lnTo>
                  <a:lnTo>
                    <a:pt x="2265889" y="2274637"/>
                  </a:lnTo>
                  <a:lnTo>
                    <a:pt x="2267600" y="2309194"/>
                  </a:lnTo>
                  <a:lnTo>
                    <a:pt x="2269312" y="2329212"/>
                  </a:lnTo>
                  <a:lnTo>
                    <a:pt x="2271023" y="2308926"/>
                  </a:lnTo>
                  <a:lnTo>
                    <a:pt x="2272734" y="2328731"/>
                  </a:lnTo>
                  <a:lnTo>
                    <a:pt x="2274446" y="2328074"/>
                  </a:lnTo>
                  <a:lnTo>
                    <a:pt x="2276157" y="2353603"/>
                  </a:lnTo>
                  <a:lnTo>
                    <a:pt x="2277869" y="2358673"/>
                  </a:lnTo>
                  <a:lnTo>
                    <a:pt x="2279580" y="2346621"/>
                  </a:lnTo>
                  <a:lnTo>
                    <a:pt x="2281291" y="2350149"/>
                  </a:lnTo>
                  <a:lnTo>
                    <a:pt x="2283003" y="2369074"/>
                  </a:lnTo>
                  <a:lnTo>
                    <a:pt x="2284714" y="2351258"/>
                  </a:lnTo>
                  <a:lnTo>
                    <a:pt x="2286426" y="2343946"/>
                  </a:lnTo>
                  <a:lnTo>
                    <a:pt x="2288137" y="2351352"/>
                  </a:lnTo>
                  <a:lnTo>
                    <a:pt x="2289848" y="2313843"/>
                  </a:lnTo>
                  <a:lnTo>
                    <a:pt x="2291560" y="2310628"/>
                  </a:lnTo>
                  <a:lnTo>
                    <a:pt x="2293271" y="2245110"/>
                  </a:lnTo>
                  <a:lnTo>
                    <a:pt x="2294983" y="2149412"/>
                  </a:lnTo>
                  <a:lnTo>
                    <a:pt x="2296694" y="2168651"/>
                  </a:lnTo>
                  <a:lnTo>
                    <a:pt x="2298405" y="2230981"/>
                  </a:lnTo>
                  <a:lnTo>
                    <a:pt x="2300117" y="2270530"/>
                  </a:lnTo>
                  <a:lnTo>
                    <a:pt x="2301828" y="2266173"/>
                  </a:lnTo>
                  <a:lnTo>
                    <a:pt x="2303540" y="2236147"/>
                  </a:lnTo>
                  <a:lnTo>
                    <a:pt x="2305251" y="2237371"/>
                  </a:lnTo>
                  <a:lnTo>
                    <a:pt x="2306962" y="2248083"/>
                  </a:lnTo>
                  <a:lnTo>
                    <a:pt x="2308674" y="2246242"/>
                  </a:lnTo>
                  <a:lnTo>
                    <a:pt x="2310385" y="2155340"/>
                  </a:lnTo>
                  <a:lnTo>
                    <a:pt x="2312097" y="2232571"/>
                  </a:lnTo>
                  <a:lnTo>
                    <a:pt x="2313808" y="2281540"/>
                  </a:lnTo>
                  <a:lnTo>
                    <a:pt x="2315519" y="2301210"/>
                  </a:lnTo>
                  <a:lnTo>
                    <a:pt x="2317231" y="2280585"/>
                  </a:lnTo>
                  <a:lnTo>
                    <a:pt x="2318942" y="2278923"/>
                  </a:lnTo>
                  <a:lnTo>
                    <a:pt x="2320653" y="2231596"/>
                  </a:lnTo>
                  <a:lnTo>
                    <a:pt x="2322365" y="2213281"/>
                  </a:lnTo>
                  <a:lnTo>
                    <a:pt x="2324076" y="2266731"/>
                  </a:lnTo>
                  <a:lnTo>
                    <a:pt x="2325788" y="2238833"/>
                  </a:lnTo>
                  <a:lnTo>
                    <a:pt x="2327499" y="2283497"/>
                  </a:lnTo>
                  <a:lnTo>
                    <a:pt x="2329210" y="2302629"/>
                  </a:lnTo>
                  <a:lnTo>
                    <a:pt x="2330922" y="2298501"/>
                  </a:lnTo>
                  <a:lnTo>
                    <a:pt x="2332633" y="2302565"/>
                  </a:lnTo>
                  <a:lnTo>
                    <a:pt x="2334345" y="2286490"/>
                  </a:lnTo>
                  <a:lnTo>
                    <a:pt x="2336056" y="2260424"/>
                  </a:lnTo>
                  <a:lnTo>
                    <a:pt x="2337767" y="2258678"/>
                  </a:lnTo>
                  <a:lnTo>
                    <a:pt x="2339479" y="2252288"/>
                  </a:lnTo>
                  <a:lnTo>
                    <a:pt x="2341190" y="2279916"/>
                  </a:lnTo>
                  <a:lnTo>
                    <a:pt x="2342902" y="2235510"/>
                  </a:lnTo>
                  <a:lnTo>
                    <a:pt x="2344613" y="2232738"/>
                  </a:lnTo>
                  <a:lnTo>
                    <a:pt x="2346324" y="2236166"/>
                  </a:lnTo>
                  <a:lnTo>
                    <a:pt x="2348036" y="2204960"/>
                  </a:lnTo>
                  <a:lnTo>
                    <a:pt x="2349747" y="2212658"/>
                  </a:lnTo>
                  <a:lnTo>
                    <a:pt x="2351459" y="2188474"/>
                  </a:lnTo>
                  <a:lnTo>
                    <a:pt x="2353170" y="2235328"/>
                  </a:lnTo>
                  <a:lnTo>
                    <a:pt x="2354881" y="2208958"/>
                  </a:lnTo>
                  <a:lnTo>
                    <a:pt x="2356593" y="2190998"/>
                  </a:lnTo>
                  <a:lnTo>
                    <a:pt x="2358304" y="2100263"/>
                  </a:lnTo>
                  <a:lnTo>
                    <a:pt x="2360016" y="2097319"/>
                  </a:lnTo>
                  <a:lnTo>
                    <a:pt x="2361727" y="2120345"/>
                  </a:lnTo>
                  <a:lnTo>
                    <a:pt x="2363438" y="2187875"/>
                  </a:lnTo>
                  <a:lnTo>
                    <a:pt x="2365150" y="2214193"/>
                  </a:lnTo>
                  <a:lnTo>
                    <a:pt x="2366861" y="2221919"/>
                  </a:lnTo>
                  <a:lnTo>
                    <a:pt x="2368573" y="2120159"/>
                  </a:lnTo>
                  <a:lnTo>
                    <a:pt x="2370284" y="2122856"/>
                  </a:lnTo>
                  <a:lnTo>
                    <a:pt x="2371995" y="2205075"/>
                  </a:lnTo>
                  <a:lnTo>
                    <a:pt x="2373707" y="2221376"/>
                  </a:lnTo>
                  <a:lnTo>
                    <a:pt x="2375418" y="2226661"/>
                  </a:lnTo>
                  <a:lnTo>
                    <a:pt x="2377130" y="2253874"/>
                  </a:lnTo>
                  <a:lnTo>
                    <a:pt x="2378841" y="2265138"/>
                  </a:lnTo>
                  <a:lnTo>
                    <a:pt x="2380552" y="2288830"/>
                  </a:lnTo>
                  <a:lnTo>
                    <a:pt x="2382264" y="2271843"/>
                  </a:lnTo>
                  <a:lnTo>
                    <a:pt x="2383975" y="2238421"/>
                  </a:lnTo>
                  <a:lnTo>
                    <a:pt x="2385687" y="2241313"/>
                  </a:lnTo>
                  <a:lnTo>
                    <a:pt x="2387398" y="2222702"/>
                  </a:lnTo>
                  <a:lnTo>
                    <a:pt x="2389109" y="2198974"/>
                  </a:lnTo>
                  <a:lnTo>
                    <a:pt x="2390821" y="2179083"/>
                  </a:lnTo>
                  <a:lnTo>
                    <a:pt x="2392532" y="2151349"/>
                  </a:lnTo>
                  <a:lnTo>
                    <a:pt x="2394244" y="2186018"/>
                  </a:lnTo>
                  <a:lnTo>
                    <a:pt x="2395955" y="2195444"/>
                  </a:lnTo>
                  <a:lnTo>
                    <a:pt x="2397666" y="2166116"/>
                  </a:lnTo>
                  <a:lnTo>
                    <a:pt x="2399378" y="2183228"/>
                  </a:lnTo>
                  <a:lnTo>
                    <a:pt x="2401089" y="2138322"/>
                  </a:lnTo>
                  <a:lnTo>
                    <a:pt x="2402801" y="2021802"/>
                  </a:lnTo>
                  <a:lnTo>
                    <a:pt x="2404512" y="1972376"/>
                  </a:lnTo>
                  <a:lnTo>
                    <a:pt x="2406223" y="1948023"/>
                  </a:lnTo>
                  <a:lnTo>
                    <a:pt x="2407935" y="1919000"/>
                  </a:lnTo>
                  <a:lnTo>
                    <a:pt x="2409646" y="1916135"/>
                  </a:lnTo>
                  <a:lnTo>
                    <a:pt x="2411358" y="1963109"/>
                  </a:lnTo>
                  <a:lnTo>
                    <a:pt x="2413069" y="2008885"/>
                  </a:lnTo>
                  <a:lnTo>
                    <a:pt x="2414780" y="2090277"/>
                  </a:lnTo>
                  <a:lnTo>
                    <a:pt x="2416492" y="2137205"/>
                  </a:lnTo>
                  <a:lnTo>
                    <a:pt x="2418203" y="2179172"/>
                  </a:lnTo>
                  <a:lnTo>
                    <a:pt x="2419915" y="2211842"/>
                  </a:lnTo>
                  <a:lnTo>
                    <a:pt x="2421626" y="2230456"/>
                  </a:lnTo>
                  <a:lnTo>
                    <a:pt x="2423337" y="2233722"/>
                  </a:lnTo>
                  <a:lnTo>
                    <a:pt x="2425049" y="2241724"/>
                  </a:lnTo>
                  <a:lnTo>
                    <a:pt x="2426760" y="2223568"/>
                  </a:lnTo>
                  <a:lnTo>
                    <a:pt x="2428471" y="2221740"/>
                  </a:lnTo>
                  <a:lnTo>
                    <a:pt x="2430183" y="2212038"/>
                  </a:lnTo>
                  <a:lnTo>
                    <a:pt x="2431894" y="2203137"/>
                  </a:lnTo>
                  <a:lnTo>
                    <a:pt x="2433606" y="2235523"/>
                  </a:lnTo>
                  <a:lnTo>
                    <a:pt x="2435317" y="2242462"/>
                  </a:lnTo>
                  <a:lnTo>
                    <a:pt x="2437028" y="2260007"/>
                  </a:lnTo>
                  <a:lnTo>
                    <a:pt x="2438740" y="2230984"/>
                  </a:lnTo>
                  <a:lnTo>
                    <a:pt x="2440451" y="2233641"/>
                  </a:lnTo>
                  <a:lnTo>
                    <a:pt x="2442163" y="2240378"/>
                  </a:lnTo>
                  <a:lnTo>
                    <a:pt x="2443874" y="2230512"/>
                  </a:lnTo>
                  <a:lnTo>
                    <a:pt x="2445585" y="2263603"/>
                  </a:lnTo>
                  <a:lnTo>
                    <a:pt x="2447297" y="2174153"/>
                  </a:lnTo>
                  <a:lnTo>
                    <a:pt x="2449008" y="2145278"/>
                  </a:lnTo>
                  <a:lnTo>
                    <a:pt x="2450720" y="2100929"/>
                  </a:lnTo>
                  <a:lnTo>
                    <a:pt x="2452431" y="2072647"/>
                  </a:lnTo>
                  <a:lnTo>
                    <a:pt x="2454142" y="2105945"/>
                  </a:lnTo>
                  <a:lnTo>
                    <a:pt x="2455854" y="2155919"/>
                  </a:lnTo>
                  <a:lnTo>
                    <a:pt x="2457565" y="2205344"/>
                  </a:lnTo>
                  <a:lnTo>
                    <a:pt x="2459277" y="2209552"/>
                  </a:lnTo>
                  <a:lnTo>
                    <a:pt x="2460988" y="2172087"/>
                  </a:lnTo>
                  <a:lnTo>
                    <a:pt x="2462699" y="2161753"/>
                  </a:lnTo>
                  <a:lnTo>
                    <a:pt x="2464411" y="2167137"/>
                  </a:lnTo>
                  <a:lnTo>
                    <a:pt x="2466122" y="2158963"/>
                  </a:lnTo>
                  <a:lnTo>
                    <a:pt x="2467834" y="2132893"/>
                  </a:lnTo>
                  <a:lnTo>
                    <a:pt x="2469545" y="2096443"/>
                  </a:lnTo>
                  <a:lnTo>
                    <a:pt x="2471256" y="2065282"/>
                  </a:lnTo>
                  <a:lnTo>
                    <a:pt x="2472968" y="2098219"/>
                  </a:lnTo>
                  <a:lnTo>
                    <a:pt x="2474679" y="2134340"/>
                  </a:lnTo>
                  <a:lnTo>
                    <a:pt x="2476391" y="2147796"/>
                  </a:lnTo>
                  <a:lnTo>
                    <a:pt x="2478102" y="2142684"/>
                  </a:lnTo>
                  <a:lnTo>
                    <a:pt x="2479813" y="2120322"/>
                  </a:lnTo>
                  <a:lnTo>
                    <a:pt x="2481525" y="2070433"/>
                  </a:lnTo>
                  <a:lnTo>
                    <a:pt x="2483236" y="2080895"/>
                  </a:lnTo>
                  <a:lnTo>
                    <a:pt x="2484948" y="2093611"/>
                  </a:lnTo>
                  <a:lnTo>
                    <a:pt x="2486659" y="2085205"/>
                  </a:lnTo>
                  <a:lnTo>
                    <a:pt x="2488370" y="2130342"/>
                  </a:lnTo>
                  <a:lnTo>
                    <a:pt x="2490082" y="2149167"/>
                  </a:lnTo>
                  <a:lnTo>
                    <a:pt x="2491793" y="2150522"/>
                  </a:lnTo>
                  <a:lnTo>
                    <a:pt x="2493505" y="2108097"/>
                  </a:lnTo>
                  <a:lnTo>
                    <a:pt x="2495216" y="2118571"/>
                  </a:lnTo>
                  <a:lnTo>
                    <a:pt x="2496927" y="2138113"/>
                  </a:lnTo>
                  <a:lnTo>
                    <a:pt x="2498639" y="2198877"/>
                  </a:lnTo>
                  <a:lnTo>
                    <a:pt x="2500350" y="2268640"/>
                  </a:lnTo>
                  <a:lnTo>
                    <a:pt x="2502062" y="2273142"/>
                  </a:lnTo>
                  <a:lnTo>
                    <a:pt x="2503773" y="2287673"/>
                  </a:lnTo>
                  <a:lnTo>
                    <a:pt x="2505484" y="2265239"/>
                  </a:lnTo>
                  <a:lnTo>
                    <a:pt x="2507196" y="2283081"/>
                  </a:lnTo>
                  <a:lnTo>
                    <a:pt x="2508907" y="2182828"/>
                  </a:lnTo>
                  <a:lnTo>
                    <a:pt x="2510619" y="2115439"/>
                  </a:lnTo>
                  <a:lnTo>
                    <a:pt x="2512330" y="2111125"/>
                  </a:lnTo>
                  <a:lnTo>
                    <a:pt x="2514041" y="2048762"/>
                  </a:lnTo>
                  <a:lnTo>
                    <a:pt x="2515753" y="2035924"/>
                  </a:lnTo>
                  <a:lnTo>
                    <a:pt x="2517464" y="2006689"/>
                  </a:lnTo>
                  <a:lnTo>
                    <a:pt x="2519176" y="1973861"/>
                  </a:lnTo>
                  <a:lnTo>
                    <a:pt x="2520887" y="1984534"/>
                  </a:lnTo>
                  <a:lnTo>
                    <a:pt x="2522598" y="1979969"/>
                  </a:lnTo>
                  <a:lnTo>
                    <a:pt x="2524310" y="2068949"/>
                  </a:lnTo>
                  <a:lnTo>
                    <a:pt x="2526021" y="2067721"/>
                  </a:lnTo>
                  <a:lnTo>
                    <a:pt x="2527733" y="1995238"/>
                  </a:lnTo>
                  <a:lnTo>
                    <a:pt x="2529444" y="2023407"/>
                  </a:lnTo>
                  <a:lnTo>
                    <a:pt x="2531155" y="2096629"/>
                  </a:lnTo>
                  <a:lnTo>
                    <a:pt x="2532867" y="2131710"/>
                  </a:lnTo>
                  <a:lnTo>
                    <a:pt x="2534578" y="2135686"/>
                  </a:lnTo>
                  <a:lnTo>
                    <a:pt x="2536289" y="2112750"/>
                  </a:lnTo>
                  <a:lnTo>
                    <a:pt x="2538001" y="2070392"/>
                  </a:lnTo>
                  <a:lnTo>
                    <a:pt x="2539712" y="2048546"/>
                  </a:lnTo>
                  <a:lnTo>
                    <a:pt x="2541424" y="2029483"/>
                  </a:lnTo>
                  <a:lnTo>
                    <a:pt x="2543135" y="2031728"/>
                  </a:lnTo>
                  <a:lnTo>
                    <a:pt x="2544846" y="2031408"/>
                  </a:lnTo>
                  <a:lnTo>
                    <a:pt x="2546558" y="2024830"/>
                  </a:lnTo>
                  <a:lnTo>
                    <a:pt x="2548269" y="2024594"/>
                  </a:lnTo>
                  <a:lnTo>
                    <a:pt x="2549981" y="2044186"/>
                  </a:lnTo>
                  <a:lnTo>
                    <a:pt x="2551692" y="2039573"/>
                  </a:lnTo>
                  <a:lnTo>
                    <a:pt x="2553403" y="2109505"/>
                  </a:lnTo>
                  <a:lnTo>
                    <a:pt x="2555115" y="2046124"/>
                  </a:lnTo>
                  <a:lnTo>
                    <a:pt x="2556826" y="2050660"/>
                  </a:lnTo>
                  <a:lnTo>
                    <a:pt x="2558538" y="2042076"/>
                  </a:lnTo>
                  <a:lnTo>
                    <a:pt x="2560249" y="2169358"/>
                  </a:lnTo>
                  <a:lnTo>
                    <a:pt x="2561960" y="2138796"/>
                  </a:lnTo>
                  <a:lnTo>
                    <a:pt x="2563672" y="2110533"/>
                  </a:lnTo>
                  <a:lnTo>
                    <a:pt x="2565383" y="2158000"/>
                  </a:lnTo>
                  <a:lnTo>
                    <a:pt x="2567095" y="2191835"/>
                  </a:lnTo>
                  <a:lnTo>
                    <a:pt x="2568806" y="2234372"/>
                  </a:lnTo>
                  <a:lnTo>
                    <a:pt x="2570517" y="2227749"/>
                  </a:lnTo>
                  <a:lnTo>
                    <a:pt x="2572229" y="2224437"/>
                  </a:lnTo>
                  <a:lnTo>
                    <a:pt x="2573940" y="2139528"/>
                  </a:lnTo>
                  <a:lnTo>
                    <a:pt x="2575652" y="2107786"/>
                  </a:lnTo>
                  <a:lnTo>
                    <a:pt x="2577363" y="2098564"/>
                  </a:lnTo>
                  <a:lnTo>
                    <a:pt x="2579074" y="2121591"/>
                  </a:lnTo>
                  <a:lnTo>
                    <a:pt x="2580786" y="2082587"/>
                  </a:lnTo>
                  <a:lnTo>
                    <a:pt x="2582497" y="2142289"/>
                  </a:lnTo>
                  <a:lnTo>
                    <a:pt x="2584209" y="2172184"/>
                  </a:lnTo>
                  <a:lnTo>
                    <a:pt x="2585920" y="2156032"/>
                  </a:lnTo>
                  <a:lnTo>
                    <a:pt x="2587631" y="2074877"/>
                  </a:lnTo>
                  <a:lnTo>
                    <a:pt x="2589343" y="2081962"/>
                  </a:lnTo>
                  <a:lnTo>
                    <a:pt x="2591054" y="2088847"/>
                  </a:lnTo>
                  <a:lnTo>
                    <a:pt x="2592766" y="2183117"/>
                  </a:lnTo>
                  <a:lnTo>
                    <a:pt x="2594477" y="2187307"/>
                  </a:lnTo>
                  <a:lnTo>
                    <a:pt x="2596188" y="2215282"/>
                  </a:lnTo>
                  <a:lnTo>
                    <a:pt x="2597900" y="2229888"/>
                  </a:lnTo>
                  <a:lnTo>
                    <a:pt x="2599611" y="2226050"/>
                  </a:lnTo>
                  <a:lnTo>
                    <a:pt x="2601323" y="2229323"/>
                  </a:lnTo>
                  <a:lnTo>
                    <a:pt x="2603034" y="2220717"/>
                  </a:lnTo>
                  <a:lnTo>
                    <a:pt x="2604745" y="2258326"/>
                  </a:lnTo>
                  <a:lnTo>
                    <a:pt x="2606457" y="2264862"/>
                  </a:lnTo>
                  <a:lnTo>
                    <a:pt x="2608168" y="2283313"/>
                  </a:lnTo>
                  <a:lnTo>
                    <a:pt x="2609880" y="2284492"/>
                  </a:lnTo>
                  <a:lnTo>
                    <a:pt x="2611591" y="2257184"/>
                  </a:lnTo>
                  <a:lnTo>
                    <a:pt x="2613302" y="2171470"/>
                  </a:lnTo>
                  <a:lnTo>
                    <a:pt x="2615014" y="2148169"/>
                  </a:lnTo>
                  <a:lnTo>
                    <a:pt x="2616725" y="2202464"/>
                  </a:lnTo>
                  <a:lnTo>
                    <a:pt x="2618437" y="2186424"/>
                  </a:lnTo>
                  <a:lnTo>
                    <a:pt x="2620148" y="2116614"/>
                  </a:lnTo>
                  <a:lnTo>
                    <a:pt x="2621859" y="2095623"/>
                  </a:lnTo>
                  <a:lnTo>
                    <a:pt x="2623571" y="2069097"/>
                  </a:lnTo>
                  <a:lnTo>
                    <a:pt x="2625282" y="2108009"/>
                  </a:lnTo>
                  <a:lnTo>
                    <a:pt x="2626994" y="2051034"/>
                  </a:lnTo>
                  <a:lnTo>
                    <a:pt x="2628705" y="2030572"/>
                  </a:lnTo>
                  <a:lnTo>
                    <a:pt x="2630416" y="2018312"/>
                  </a:lnTo>
                  <a:lnTo>
                    <a:pt x="2632128" y="2029543"/>
                  </a:lnTo>
                  <a:lnTo>
                    <a:pt x="2633839" y="2049364"/>
                  </a:lnTo>
                  <a:lnTo>
                    <a:pt x="2635550" y="2060651"/>
                  </a:lnTo>
                  <a:lnTo>
                    <a:pt x="2637262" y="2048624"/>
                  </a:lnTo>
                  <a:lnTo>
                    <a:pt x="2638973" y="2128250"/>
                  </a:lnTo>
                  <a:lnTo>
                    <a:pt x="2640685" y="2122534"/>
                  </a:lnTo>
                  <a:lnTo>
                    <a:pt x="2642396" y="2164325"/>
                  </a:lnTo>
                  <a:lnTo>
                    <a:pt x="2644107" y="2196839"/>
                  </a:lnTo>
                  <a:lnTo>
                    <a:pt x="2645819" y="2188786"/>
                  </a:lnTo>
                  <a:lnTo>
                    <a:pt x="2647530" y="2279368"/>
                  </a:lnTo>
                  <a:lnTo>
                    <a:pt x="2649242" y="2261590"/>
                  </a:lnTo>
                  <a:lnTo>
                    <a:pt x="2650953" y="2244058"/>
                  </a:lnTo>
                  <a:lnTo>
                    <a:pt x="2652664" y="2177991"/>
                  </a:lnTo>
                  <a:lnTo>
                    <a:pt x="2654376" y="2150948"/>
                  </a:lnTo>
                  <a:lnTo>
                    <a:pt x="2656087" y="2151388"/>
                  </a:lnTo>
                  <a:lnTo>
                    <a:pt x="2657799" y="2112143"/>
                  </a:lnTo>
                  <a:lnTo>
                    <a:pt x="2659510" y="2143638"/>
                  </a:lnTo>
                  <a:lnTo>
                    <a:pt x="2661221" y="2130199"/>
                  </a:lnTo>
                  <a:lnTo>
                    <a:pt x="2662933" y="2092860"/>
                  </a:lnTo>
                  <a:lnTo>
                    <a:pt x="2664644" y="2124672"/>
                  </a:lnTo>
                  <a:lnTo>
                    <a:pt x="2666356" y="2179916"/>
                  </a:lnTo>
                  <a:lnTo>
                    <a:pt x="2668067" y="2242580"/>
                  </a:lnTo>
                  <a:lnTo>
                    <a:pt x="2669778" y="2280791"/>
                  </a:lnTo>
                  <a:lnTo>
                    <a:pt x="2671490" y="2323615"/>
                  </a:lnTo>
                  <a:lnTo>
                    <a:pt x="2673201" y="2303907"/>
                  </a:lnTo>
                  <a:lnTo>
                    <a:pt x="2674913" y="2270283"/>
                  </a:lnTo>
                  <a:lnTo>
                    <a:pt x="2676624" y="2185313"/>
                  </a:lnTo>
                  <a:lnTo>
                    <a:pt x="2678335" y="2120167"/>
                  </a:lnTo>
                  <a:lnTo>
                    <a:pt x="2680047" y="2098137"/>
                  </a:lnTo>
                  <a:lnTo>
                    <a:pt x="2681758" y="2068890"/>
                  </a:lnTo>
                  <a:lnTo>
                    <a:pt x="2683470" y="2091805"/>
                  </a:lnTo>
                  <a:lnTo>
                    <a:pt x="2685181" y="2059453"/>
                  </a:lnTo>
                  <a:lnTo>
                    <a:pt x="2686892" y="2087635"/>
                  </a:lnTo>
                  <a:lnTo>
                    <a:pt x="2688604" y="2060886"/>
                  </a:lnTo>
                  <a:lnTo>
                    <a:pt x="2690315" y="2051329"/>
                  </a:lnTo>
                  <a:lnTo>
                    <a:pt x="2692027" y="2081041"/>
                  </a:lnTo>
                  <a:lnTo>
                    <a:pt x="2693738" y="2167396"/>
                  </a:lnTo>
                  <a:lnTo>
                    <a:pt x="2695449" y="2222002"/>
                  </a:lnTo>
                  <a:lnTo>
                    <a:pt x="2697161" y="2227511"/>
                  </a:lnTo>
                  <a:lnTo>
                    <a:pt x="2698872" y="2242918"/>
                  </a:lnTo>
                  <a:lnTo>
                    <a:pt x="2700584" y="2264582"/>
                  </a:lnTo>
                  <a:lnTo>
                    <a:pt x="2702295" y="2273277"/>
                  </a:lnTo>
                  <a:lnTo>
                    <a:pt x="2704006" y="2264109"/>
                  </a:lnTo>
                  <a:lnTo>
                    <a:pt x="2705718" y="2239636"/>
                  </a:lnTo>
                  <a:lnTo>
                    <a:pt x="2707429" y="2200497"/>
                  </a:lnTo>
                  <a:lnTo>
                    <a:pt x="2709141" y="2257171"/>
                  </a:lnTo>
                  <a:lnTo>
                    <a:pt x="2710852" y="2264510"/>
                  </a:lnTo>
                  <a:lnTo>
                    <a:pt x="2712563" y="2285104"/>
                  </a:lnTo>
                  <a:lnTo>
                    <a:pt x="2714275" y="2295700"/>
                  </a:lnTo>
                  <a:lnTo>
                    <a:pt x="2715986" y="2305045"/>
                  </a:lnTo>
                  <a:lnTo>
                    <a:pt x="2717698" y="2336280"/>
                  </a:lnTo>
                  <a:lnTo>
                    <a:pt x="2719409" y="2334679"/>
                  </a:lnTo>
                  <a:lnTo>
                    <a:pt x="2721120" y="2319308"/>
                  </a:lnTo>
                  <a:lnTo>
                    <a:pt x="2722832" y="2316534"/>
                  </a:lnTo>
                  <a:lnTo>
                    <a:pt x="2724543" y="2300944"/>
                  </a:lnTo>
                  <a:lnTo>
                    <a:pt x="2726255" y="2344941"/>
                  </a:lnTo>
                  <a:lnTo>
                    <a:pt x="2727966" y="2322000"/>
                  </a:lnTo>
                  <a:lnTo>
                    <a:pt x="2729677" y="2355214"/>
                  </a:lnTo>
                  <a:lnTo>
                    <a:pt x="2731389" y="2350683"/>
                  </a:lnTo>
                  <a:lnTo>
                    <a:pt x="2733100" y="2309482"/>
                  </a:lnTo>
                  <a:lnTo>
                    <a:pt x="2734812" y="2349332"/>
                  </a:lnTo>
                  <a:lnTo>
                    <a:pt x="2736523" y="2331337"/>
                  </a:lnTo>
                  <a:lnTo>
                    <a:pt x="2738234" y="2323047"/>
                  </a:lnTo>
                  <a:lnTo>
                    <a:pt x="2739946" y="2307446"/>
                  </a:lnTo>
                  <a:lnTo>
                    <a:pt x="2741657" y="2206584"/>
                  </a:lnTo>
                  <a:lnTo>
                    <a:pt x="2743368" y="2131577"/>
                  </a:lnTo>
                  <a:lnTo>
                    <a:pt x="2745080" y="2072133"/>
                  </a:lnTo>
                  <a:lnTo>
                    <a:pt x="2746791" y="2148760"/>
                  </a:lnTo>
                  <a:lnTo>
                    <a:pt x="2748503" y="2153755"/>
                  </a:lnTo>
                  <a:lnTo>
                    <a:pt x="2750214" y="2133530"/>
                  </a:lnTo>
                  <a:lnTo>
                    <a:pt x="2751925" y="2142208"/>
                  </a:lnTo>
                  <a:lnTo>
                    <a:pt x="2753637" y="2112130"/>
                  </a:lnTo>
                  <a:lnTo>
                    <a:pt x="2755348" y="2110755"/>
                  </a:lnTo>
                  <a:lnTo>
                    <a:pt x="2757060" y="2027179"/>
                  </a:lnTo>
                  <a:lnTo>
                    <a:pt x="2758771" y="1987457"/>
                  </a:lnTo>
                  <a:lnTo>
                    <a:pt x="2760482" y="2009747"/>
                  </a:lnTo>
                  <a:lnTo>
                    <a:pt x="2762194" y="1977446"/>
                  </a:lnTo>
                  <a:lnTo>
                    <a:pt x="2763905" y="2023055"/>
                  </a:lnTo>
                  <a:lnTo>
                    <a:pt x="2765617" y="2111482"/>
                  </a:lnTo>
                  <a:lnTo>
                    <a:pt x="2767328" y="2117852"/>
                  </a:lnTo>
                  <a:lnTo>
                    <a:pt x="2769039" y="2183566"/>
                  </a:lnTo>
                  <a:lnTo>
                    <a:pt x="2770751" y="2157442"/>
                  </a:lnTo>
                  <a:lnTo>
                    <a:pt x="2772462" y="2192222"/>
                  </a:lnTo>
                  <a:lnTo>
                    <a:pt x="2774174" y="2243764"/>
                  </a:lnTo>
                  <a:lnTo>
                    <a:pt x="2775885" y="2291836"/>
                  </a:lnTo>
                  <a:lnTo>
                    <a:pt x="2777596" y="2300892"/>
                  </a:lnTo>
                  <a:lnTo>
                    <a:pt x="2779308" y="2282759"/>
                  </a:lnTo>
                  <a:lnTo>
                    <a:pt x="2781019" y="2283146"/>
                  </a:lnTo>
                  <a:lnTo>
                    <a:pt x="2782731" y="2284561"/>
                  </a:lnTo>
                  <a:lnTo>
                    <a:pt x="2784442" y="2270922"/>
                  </a:lnTo>
                  <a:lnTo>
                    <a:pt x="2786153" y="2221529"/>
                  </a:lnTo>
                  <a:lnTo>
                    <a:pt x="2787865" y="2224180"/>
                  </a:lnTo>
                  <a:lnTo>
                    <a:pt x="2789576" y="2245161"/>
                  </a:lnTo>
                  <a:lnTo>
                    <a:pt x="2791288" y="2191843"/>
                  </a:lnTo>
                  <a:lnTo>
                    <a:pt x="2792999" y="2084299"/>
                  </a:lnTo>
                  <a:lnTo>
                    <a:pt x="2794710" y="2056388"/>
                  </a:lnTo>
                  <a:lnTo>
                    <a:pt x="2796422" y="2013040"/>
                  </a:lnTo>
                  <a:lnTo>
                    <a:pt x="2798133" y="2033284"/>
                  </a:lnTo>
                  <a:lnTo>
                    <a:pt x="2799845" y="1974278"/>
                  </a:lnTo>
                  <a:lnTo>
                    <a:pt x="2801556" y="1988794"/>
                  </a:lnTo>
                  <a:lnTo>
                    <a:pt x="2803267" y="1956461"/>
                  </a:lnTo>
                  <a:lnTo>
                    <a:pt x="2804979" y="1962704"/>
                  </a:lnTo>
                  <a:lnTo>
                    <a:pt x="2806690" y="2045308"/>
                  </a:lnTo>
                  <a:lnTo>
                    <a:pt x="2808402" y="2032115"/>
                  </a:lnTo>
                  <a:lnTo>
                    <a:pt x="2810113" y="2035575"/>
                  </a:lnTo>
                  <a:lnTo>
                    <a:pt x="2811824" y="2035245"/>
                  </a:lnTo>
                  <a:lnTo>
                    <a:pt x="2813536" y="2045219"/>
                  </a:lnTo>
                  <a:lnTo>
                    <a:pt x="2815247" y="2079379"/>
                  </a:lnTo>
                  <a:lnTo>
                    <a:pt x="2816959" y="2034893"/>
                  </a:lnTo>
                  <a:lnTo>
                    <a:pt x="2818670" y="2139934"/>
                  </a:lnTo>
                  <a:lnTo>
                    <a:pt x="2820381" y="2129553"/>
                  </a:lnTo>
                  <a:lnTo>
                    <a:pt x="2822093" y="2144555"/>
                  </a:lnTo>
                  <a:lnTo>
                    <a:pt x="2823804" y="2132276"/>
                  </a:lnTo>
                  <a:lnTo>
                    <a:pt x="2825516" y="2118524"/>
                  </a:lnTo>
                  <a:lnTo>
                    <a:pt x="2827227" y="2085592"/>
                  </a:lnTo>
                  <a:lnTo>
                    <a:pt x="2828938" y="2181744"/>
                  </a:lnTo>
                  <a:lnTo>
                    <a:pt x="2830650" y="2193587"/>
                  </a:lnTo>
                  <a:lnTo>
                    <a:pt x="2832361" y="2201383"/>
                  </a:lnTo>
                  <a:lnTo>
                    <a:pt x="2834073" y="2165168"/>
                  </a:lnTo>
                  <a:lnTo>
                    <a:pt x="2835784" y="2139073"/>
                  </a:lnTo>
                  <a:lnTo>
                    <a:pt x="2837495" y="2137728"/>
                  </a:lnTo>
                  <a:lnTo>
                    <a:pt x="2839207" y="2076428"/>
                  </a:lnTo>
                  <a:lnTo>
                    <a:pt x="2840918" y="2086799"/>
                  </a:lnTo>
                  <a:lnTo>
                    <a:pt x="2842630" y="2006958"/>
                  </a:lnTo>
                  <a:lnTo>
                    <a:pt x="2844341" y="2031896"/>
                  </a:lnTo>
                  <a:lnTo>
                    <a:pt x="2846052" y="2058711"/>
                  </a:lnTo>
                  <a:lnTo>
                    <a:pt x="2847764" y="1947492"/>
                  </a:lnTo>
                  <a:lnTo>
                    <a:pt x="2849475" y="1902717"/>
                  </a:lnTo>
                  <a:lnTo>
                    <a:pt x="2851186" y="1881274"/>
                  </a:lnTo>
                  <a:lnTo>
                    <a:pt x="2852898" y="1860212"/>
                  </a:lnTo>
                  <a:lnTo>
                    <a:pt x="2854609" y="1947093"/>
                  </a:lnTo>
                  <a:lnTo>
                    <a:pt x="2856321" y="1952442"/>
                  </a:lnTo>
                  <a:lnTo>
                    <a:pt x="2858032" y="1848264"/>
                  </a:lnTo>
                  <a:lnTo>
                    <a:pt x="2859743" y="1730962"/>
                  </a:lnTo>
                  <a:lnTo>
                    <a:pt x="2861455" y="1760404"/>
                  </a:lnTo>
                  <a:lnTo>
                    <a:pt x="2863166" y="1712467"/>
                  </a:lnTo>
                  <a:lnTo>
                    <a:pt x="2864878" y="1687883"/>
                  </a:lnTo>
                  <a:lnTo>
                    <a:pt x="2866589" y="1693212"/>
                  </a:lnTo>
                  <a:lnTo>
                    <a:pt x="2868300" y="1681023"/>
                  </a:lnTo>
                  <a:lnTo>
                    <a:pt x="2870012" y="1702783"/>
                  </a:lnTo>
                  <a:lnTo>
                    <a:pt x="2871723" y="1823803"/>
                  </a:lnTo>
                  <a:lnTo>
                    <a:pt x="2873435" y="1847330"/>
                  </a:lnTo>
                  <a:lnTo>
                    <a:pt x="2875146" y="1817958"/>
                  </a:lnTo>
                  <a:lnTo>
                    <a:pt x="2876857" y="1721075"/>
                  </a:lnTo>
                  <a:lnTo>
                    <a:pt x="2878569" y="1699213"/>
                  </a:lnTo>
                  <a:lnTo>
                    <a:pt x="2880280" y="1769435"/>
                  </a:lnTo>
                  <a:lnTo>
                    <a:pt x="2881992" y="1784427"/>
                  </a:lnTo>
                  <a:lnTo>
                    <a:pt x="2883703" y="1815676"/>
                  </a:lnTo>
                  <a:lnTo>
                    <a:pt x="2885414" y="1773426"/>
                  </a:lnTo>
                  <a:lnTo>
                    <a:pt x="2887126" y="1755211"/>
                  </a:lnTo>
                  <a:lnTo>
                    <a:pt x="2888837" y="1833508"/>
                  </a:lnTo>
                  <a:lnTo>
                    <a:pt x="2890549" y="1824905"/>
                  </a:lnTo>
                  <a:lnTo>
                    <a:pt x="2892260" y="1844211"/>
                  </a:lnTo>
                  <a:lnTo>
                    <a:pt x="2893971" y="1808655"/>
                  </a:lnTo>
                  <a:lnTo>
                    <a:pt x="2895683" y="1850081"/>
                  </a:lnTo>
                  <a:lnTo>
                    <a:pt x="2897394" y="1858094"/>
                  </a:lnTo>
                  <a:lnTo>
                    <a:pt x="2899106" y="1854633"/>
                  </a:lnTo>
                  <a:lnTo>
                    <a:pt x="2900817" y="1876218"/>
                  </a:lnTo>
                  <a:lnTo>
                    <a:pt x="2902528" y="1986443"/>
                  </a:lnTo>
                  <a:lnTo>
                    <a:pt x="2904240" y="2002953"/>
                  </a:lnTo>
                  <a:lnTo>
                    <a:pt x="2905951" y="2000080"/>
                  </a:lnTo>
                  <a:lnTo>
                    <a:pt x="2907663" y="1889764"/>
                  </a:lnTo>
                  <a:lnTo>
                    <a:pt x="2909374" y="1908769"/>
                  </a:lnTo>
                  <a:lnTo>
                    <a:pt x="2911085" y="1909668"/>
                  </a:lnTo>
                  <a:lnTo>
                    <a:pt x="2912797" y="1955298"/>
                  </a:lnTo>
                  <a:lnTo>
                    <a:pt x="2914508" y="1972980"/>
                  </a:lnTo>
                  <a:lnTo>
                    <a:pt x="2916220" y="2118582"/>
                  </a:lnTo>
                  <a:lnTo>
                    <a:pt x="2917931" y="2118695"/>
                  </a:lnTo>
                  <a:lnTo>
                    <a:pt x="2919642" y="2133888"/>
                  </a:lnTo>
                  <a:lnTo>
                    <a:pt x="2921354" y="2175574"/>
                  </a:lnTo>
                  <a:lnTo>
                    <a:pt x="2923065" y="2198772"/>
                  </a:lnTo>
                  <a:lnTo>
                    <a:pt x="2924777" y="2205579"/>
                  </a:lnTo>
                  <a:lnTo>
                    <a:pt x="2926488" y="2164299"/>
                  </a:lnTo>
                  <a:lnTo>
                    <a:pt x="2928199" y="2172992"/>
                  </a:lnTo>
                  <a:lnTo>
                    <a:pt x="2929911" y="2109884"/>
                  </a:lnTo>
                  <a:lnTo>
                    <a:pt x="2931622" y="2020995"/>
                  </a:lnTo>
                  <a:lnTo>
                    <a:pt x="2933334" y="2045576"/>
                  </a:lnTo>
                  <a:lnTo>
                    <a:pt x="2935045" y="1990897"/>
                  </a:lnTo>
                  <a:lnTo>
                    <a:pt x="2936756" y="1984330"/>
                  </a:lnTo>
                  <a:lnTo>
                    <a:pt x="2938468" y="1966139"/>
                  </a:lnTo>
                  <a:lnTo>
                    <a:pt x="2940179" y="1953152"/>
                  </a:lnTo>
                  <a:lnTo>
                    <a:pt x="2941891" y="1954871"/>
                  </a:lnTo>
                  <a:lnTo>
                    <a:pt x="2943602" y="1959030"/>
                  </a:lnTo>
                  <a:lnTo>
                    <a:pt x="2945313" y="1971199"/>
                  </a:lnTo>
                  <a:lnTo>
                    <a:pt x="2947025" y="1978006"/>
                  </a:lnTo>
                  <a:lnTo>
                    <a:pt x="2948736" y="1959595"/>
                  </a:lnTo>
                  <a:lnTo>
                    <a:pt x="2950448" y="2000292"/>
                  </a:lnTo>
                  <a:lnTo>
                    <a:pt x="2952159" y="2018302"/>
                  </a:lnTo>
                  <a:lnTo>
                    <a:pt x="2953870" y="2057663"/>
                  </a:lnTo>
                  <a:lnTo>
                    <a:pt x="2955582" y="2090749"/>
                  </a:lnTo>
                  <a:lnTo>
                    <a:pt x="2957293" y="2160657"/>
                  </a:lnTo>
                  <a:lnTo>
                    <a:pt x="2959004" y="2234734"/>
                  </a:lnTo>
                  <a:lnTo>
                    <a:pt x="2960716" y="2176835"/>
                  </a:lnTo>
                  <a:lnTo>
                    <a:pt x="2962427" y="2122625"/>
                  </a:lnTo>
                  <a:lnTo>
                    <a:pt x="2964139" y="2027521"/>
                  </a:lnTo>
                  <a:lnTo>
                    <a:pt x="2965850" y="1995125"/>
                  </a:lnTo>
                  <a:lnTo>
                    <a:pt x="2967561" y="1975948"/>
                  </a:lnTo>
                  <a:lnTo>
                    <a:pt x="2969273" y="1946795"/>
                  </a:lnTo>
                  <a:lnTo>
                    <a:pt x="2970984" y="1944417"/>
                  </a:lnTo>
                  <a:lnTo>
                    <a:pt x="2972696" y="1874501"/>
                  </a:lnTo>
                  <a:lnTo>
                    <a:pt x="2974407" y="1853464"/>
                  </a:lnTo>
                  <a:lnTo>
                    <a:pt x="2976118" y="1833220"/>
                  </a:lnTo>
                  <a:lnTo>
                    <a:pt x="2977830" y="1805108"/>
                  </a:lnTo>
                  <a:lnTo>
                    <a:pt x="2979541" y="1827392"/>
                  </a:lnTo>
                  <a:lnTo>
                    <a:pt x="2981253" y="1825310"/>
                  </a:lnTo>
                  <a:lnTo>
                    <a:pt x="2982964" y="1804553"/>
                  </a:lnTo>
                  <a:lnTo>
                    <a:pt x="2984675" y="1779164"/>
                  </a:lnTo>
                  <a:lnTo>
                    <a:pt x="2986387" y="1728390"/>
                  </a:lnTo>
                  <a:lnTo>
                    <a:pt x="2988098" y="1738208"/>
                  </a:lnTo>
                  <a:lnTo>
                    <a:pt x="2989810" y="1693815"/>
                  </a:lnTo>
                  <a:lnTo>
                    <a:pt x="2991521" y="1696410"/>
                  </a:lnTo>
                  <a:lnTo>
                    <a:pt x="2993232" y="1692786"/>
                  </a:lnTo>
                  <a:lnTo>
                    <a:pt x="2994944" y="1666804"/>
                  </a:lnTo>
                  <a:lnTo>
                    <a:pt x="2996655" y="1769052"/>
                  </a:lnTo>
                  <a:lnTo>
                    <a:pt x="2998367" y="1746698"/>
                  </a:lnTo>
                  <a:lnTo>
                    <a:pt x="3000078" y="1837001"/>
                  </a:lnTo>
                  <a:lnTo>
                    <a:pt x="3001789" y="1850317"/>
                  </a:lnTo>
                  <a:lnTo>
                    <a:pt x="3003501" y="1859240"/>
                  </a:lnTo>
                  <a:lnTo>
                    <a:pt x="3005212" y="1952055"/>
                  </a:lnTo>
                  <a:lnTo>
                    <a:pt x="3006924" y="2102053"/>
                  </a:lnTo>
                  <a:lnTo>
                    <a:pt x="3008635" y="2155781"/>
                  </a:lnTo>
                  <a:lnTo>
                    <a:pt x="3010346" y="2164387"/>
                  </a:lnTo>
                  <a:lnTo>
                    <a:pt x="3012058" y="2092352"/>
                  </a:lnTo>
                  <a:lnTo>
                    <a:pt x="3013769" y="2003617"/>
                  </a:lnTo>
                  <a:lnTo>
                    <a:pt x="3015481" y="1969760"/>
                  </a:lnTo>
                  <a:lnTo>
                    <a:pt x="3017192" y="1941951"/>
                  </a:lnTo>
                  <a:lnTo>
                    <a:pt x="3018903" y="1894513"/>
                  </a:lnTo>
                  <a:lnTo>
                    <a:pt x="3020615" y="1847070"/>
                  </a:lnTo>
                  <a:lnTo>
                    <a:pt x="3022326" y="1748412"/>
                  </a:lnTo>
                  <a:lnTo>
                    <a:pt x="3024038" y="1797933"/>
                  </a:lnTo>
                  <a:lnTo>
                    <a:pt x="3025749" y="1717167"/>
                  </a:lnTo>
                  <a:lnTo>
                    <a:pt x="3027460" y="1716851"/>
                  </a:lnTo>
                  <a:lnTo>
                    <a:pt x="3029172" y="1784847"/>
                  </a:lnTo>
                  <a:lnTo>
                    <a:pt x="3030883" y="1734329"/>
                  </a:lnTo>
                  <a:lnTo>
                    <a:pt x="3032595" y="1794957"/>
                  </a:lnTo>
                  <a:lnTo>
                    <a:pt x="3034306" y="1811603"/>
                  </a:lnTo>
                  <a:lnTo>
                    <a:pt x="3036017" y="1805005"/>
                  </a:lnTo>
                  <a:lnTo>
                    <a:pt x="3037729" y="1897382"/>
                  </a:lnTo>
                  <a:lnTo>
                    <a:pt x="3039440" y="1897011"/>
                  </a:lnTo>
                  <a:lnTo>
                    <a:pt x="3041152" y="1936205"/>
                  </a:lnTo>
                  <a:lnTo>
                    <a:pt x="3042863" y="1972496"/>
                  </a:lnTo>
                  <a:lnTo>
                    <a:pt x="3044574" y="1972551"/>
                  </a:lnTo>
                  <a:lnTo>
                    <a:pt x="3046286" y="1984054"/>
                  </a:lnTo>
                  <a:lnTo>
                    <a:pt x="3047997" y="1986875"/>
                  </a:lnTo>
                  <a:lnTo>
                    <a:pt x="3049709" y="2051449"/>
                  </a:lnTo>
                  <a:lnTo>
                    <a:pt x="3051420" y="2064731"/>
                  </a:lnTo>
                  <a:lnTo>
                    <a:pt x="3053131" y="1946267"/>
                  </a:lnTo>
                  <a:lnTo>
                    <a:pt x="3054843" y="1917710"/>
                  </a:lnTo>
                  <a:lnTo>
                    <a:pt x="3056554" y="1959866"/>
                  </a:lnTo>
                  <a:lnTo>
                    <a:pt x="3058265" y="1917807"/>
                  </a:lnTo>
                  <a:lnTo>
                    <a:pt x="3059977" y="1886562"/>
                  </a:lnTo>
                  <a:lnTo>
                    <a:pt x="3061688" y="1918259"/>
                  </a:lnTo>
                  <a:lnTo>
                    <a:pt x="3063400" y="1907618"/>
                  </a:lnTo>
                  <a:lnTo>
                    <a:pt x="3065111" y="1874151"/>
                  </a:lnTo>
                  <a:lnTo>
                    <a:pt x="3066822" y="1876950"/>
                  </a:lnTo>
                  <a:lnTo>
                    <a:pt x="3068534" y="1998309"/>
                  </a:lnTo>
                  <a:lnTo>
                    <a:pt x="3070245" y="2016184"/>
                  </a:lnTo>
                  <a:lnTo>
                    <a:pt x="3071957" y="2034350"/>
                  </a:lnTo>
                  <a:lnTo>
                    <a:pt x="3073668" y="1919232"/>
                  </a:lnTo>
                  <a:lnTo>
                    <a:pt x="3075379" y="1895410"/>
                  </a:lnTo>
                  <a:lnTo>
                    <a:pt x="3077091" y="1919610"/>
                  </a:lnTo>
                  <a:lnTo>
                    <a:pt x="3078802" y="1961839"/>
                  </a:lnTo>
                  <a:lnTo>
                    <a:pt x="3080514" y="1959812"/>
                  </a:lnTo>
                  <a:lnTo>
                    <a:pt x="3082225" y="1967236"/>
                  </a:lnTo>
                  <a:lnTo>
                    <a:pt x="3083936" y="1898025"/>
                  </a:lnTo>
                  <a:lnTo>
                    <a:pt x="3085648" y="1956906"/>
                  </a:lnTo>
                  <a:lnTo>
                    <a:pt x="3087359" y="1968307"/>
                  </a:lnTo>
                  <a:lnTo>
                    <a:pt x="3089071" y="2081799"/>
                  </a:lnTo>
                  <a:lnTo>
                    <a:pt x="3090782" y="2132233"/>
                  </a:lnTo>
                  <a:lnTo>
                    <a:pt x="3092493" y="2010366"/>
                  </a:lnTo>
                  <a:lnTo>
                    <a:pt x="3094205" y="2004878"/>
                  </a:lnTo>
                  <a:lnTo>
                    <a:pt x="3095916" y="2027016"/>
                  </a:lnTo>
                  <a:lnTo>
                    <a:pt x="3097628" y="2055528"/>
                  </a:lnTo>
                  <a:lnTo>
                    <a:pt x="3099339" y="2055347"/>
                  </a:lnTo>
                  <a:lnTo>
                    <a:pt x="3101050" y="2091893"/>
                  </a:lnTo>
                  <a:lnTo>
                    <a:pt x="3102762" y="2092504"/>
                  </a:lnTo>
                  <a:lnTo>
                    <a:pt x="3104473" y="2209951"/>
                  </a:lnTo>
                  <a:lnTo>
                    <a:pt x="3106185" y="2228740"/>
                  </a:lnTo>
                  <a:lnTo>
                    <a:pt x="3107896" y="2217174"/>
                  </a:lnTo>
                  <a:lnTo>
                    <a:pt x="3109607" y="2225870"/>
                  </a:lnTo>
                  <a:lnTo>
                    <a:pt x="3111319" y="2249144"/>
                  </a:lnTo>
                  <a:lnTo>
                    <a:pt x="3113030" y="2253831"/>
                  </a:lnTo>
                  <a:lnTo>
                    <a:pt x="3114742" y="2256850"/>
                  </a:lnTo>
                  <a:lnTo>
                    <a:pt x="3116453" y="2234764"/>
                  </a:lnTo>
                  <a:lnTo>
                    <a:pt x="3118164" y="2246110"/>
                  </a:lnTo>
                  <a:lnTo>
                    <a:pt x="3119876" y="2215639"/>
                  </a:lnTo>
                  <a:lnTo>
                    <a:pt x="3121587" y="2235232"/>
                  </a:lnTo>
                  <a:lnTo>
                    <a:pt x="3123299" y="2179623"/>
                  </a:lnTo>
                  <a:lnTo>
                    <a:pt x="3125010" y="2073811"/>
                  </a:lnTo>
                  <a:lnTo>
                    <a:pt x="3126721" y="2091383"/>
                  </a:lnTo>
                  <a:lnTo>
                    <a:pt x="3128433" y="2092133"/>
                  </a:lnTo>
                  <a:lnTo>
                    <a:pt x="3130144" y="2082643"/>
                  </a:lnTo>
                  <a:lnTo>
                    <a:pt x="3131856" y="2203746"/>
                  </a:lnTo>
                  <a:lnTo>
                    <a:pt x="3133567" y="2178642"/>
                  </a:lnTo>
                  <a:lnTo>
                    <a:pt x="3135278" y="2188765"/>
                  </a:lnTo>
                  <a:lnTo>
                    <a:pt x="3136990" y="2135185"/>
                  </a:lnTo>
                  <a:lnTo>
                    <a:pt x="3138701" y="2065936"/>
                  </a:lnTo>
                  <a:lnTo>
                    <a:pt x="3140413" y="2028280"/>
                  </a:lnTo>
                  <a:lnTo>
                    <a:pt x="3142124" y="2019498"/>
                  </a:lnTo>
                  <a:lnTo>
                    <a:pt x="3143835" y="1963968"/>
                  </a:lnTo>
                  <a:lnTo>
                    <a:pt x="3145547" y="1961212"/>
                  </a:lnTo>
                  <a:lnTo>
                    <a:pt x="3147258" y="2005415"/>
                  </a:lnTo>
                  <a:lnTo>
                    <a:pt x="3148970" y="1972038"/>
                  </a:lnTo>
                  <a:lnTo>
                    <a:pt x="3150681" y="1902262"/>
                  </a:lnTo>
                  <a:lnTo>
                    <a:pt x="3152392" y="1904957"/>
                  </a:lnTo>
                  <a:lnTo>
                    <a:pt x="3154104" y="1917045"/>
                  </a:lnTo>
                  <a:lnTo>
                    <a:pt x="3155815" y="1864524"/>
                  </a:lnTo>
                  <a:lnTo>
                    <a:pt x="3157527" y="1839253"/>
                  </a:lnTo>
                  <a:lnTo>
                    <a:pt x="3159238" y="1863262"/>
                  </a:lnTo>
                  <a:lnTo>
                    <a:pt x="3160949" y="1841096"/>
                  </a:lnTo>
                  <a:lnTo>
                    <a:pt x="3162661" y="1862610"/>
                  </a:lnTo>
                  <a:lnTo>
                    <a:pt x="3164372" y="1810737"/>
                  </a:lnTo>
                  <a:lnTo>
                    <a:pt x="3166083" y="1829517"/>
                  </a:lnTo>
                  <a:lnTo>
                    <a:pt x="3167795" y="1854664"/>
                  </a:lnTo>
                  <a:lnTo>
                    <a:pt x="3169506" y="1862540"/>
                  </a:lnTo>
                  <a:lnTo>
                    <a:pt x="3171218" y="1927882"/>
                  </a:lnTo>
                  <a:lnTo>
                    <a:pt x="3172929" y="1951011"/>
                  </a:lnTo>
                  <a:lnTo>
                    <a:pt x="3174640" y="1972521"/>
                  </a:lnTo>
                  <a:lnTo>
                    <a:pt x="3176352" y="1995815"/>
                  </a:lnTo>
                  <a:lnTo>
                    <a:pt x="3178063" y="2140181"/>
                  </a:lnTo>
                  <a:lnTo>
                    <a:pt x="3179775" y="2157906"/>
                  </a:lnTo>
                  <a:lnTo>
                    <a:pt x="3181486" y="2169263"/>
                  </a:lnTo>
                  <a:lnTo>
                    <a:pt x="3183197" y="2139508"/>
                  </a:lnTo>
                  <a:lnTo>
                    <a:pt x="3184909" y="2175635"/>
                  </a:lnTo>
                  <a:lnTo>
                    <a:pt x="3186620" y="2090235"/>
                  </a:lnTo>
                  <a:lnTo>
                    <a:pt x="3188332" y="2117903"/>
                  </a:lnTo>
                  <a:lnTo>
                    <a:pt x="3190043" y="2044511"/>
                  </a:lnTo>
                  <a:lnTo>
                    <a:pt x="3191754" y="2194712"/>
                  </a:lnTo>
                  <a:lnTo>
                    <a:pt x="3193466" y="2221954"/>
                  </a:lnTo>
                  <a:lnTo>
                    <a:pt x="3195177" y="2223536"/>
                  </a:lnTo>
                  <a:lnTo>
                    <a:pt x="3196889" y="2167251"/>
                  </a:lnTo>
                  <a:lnTo>
                    <a:pt x="3198600" y="2256028"/>
                  </a:lnTo>
                  <a:lnTo>
                    <a:pt x="3200311" y="2276116"/>
                  </a:lnTo>
                  <a:lnTo>
                    <a:pt x="3202023" y="2267345"/>
                  </a:lnTo>
                  <a:lnTo>
                    <a:pt x="3203734" y="2244909"/>
                  </a:lnTo>
                  <a:lnTo>
                    <a:pt x="3205446" y="2242497"/>
                  </a:lnTo>
                  <a:lnTo>
                    <a:pt x="3207157" y="2113967"/>
                  </a:lnTo>
                  <a:lnTo>
                    <a:pt x="3208868" y="2039603"/>
                  </a:lnTo>
                  <a:lnTo>
                    <a:pt x="3210580" y="2006532"/>
                  </a:lnTo>
                  <a:lnTo>
                    <a:pt x="3212291" y="2020552"/>
                  </a:lnTo>
                  <a:lnTo>
                    <a:pt x="3214003" y="1931391"/>
                  </a:lnTo>
                  <a:lnTo>
                    <a:pt x="3215714" y="1918614"/>
                  </a:lnTo>
                  <a:lnTo>
                    <a:pt x="3217425" y="1893468"/>
                  </a:lnTo>
                  <a:lnTo>
                    <a:pt x="3219137" y="1956948"/>
                  </a:lnTo>
                  <a:lnTo>
                    <a:pt x="3220848" y="1873706"/>
                  </a:lnTo>
                  <a:lnTo>
                    <a:pt x="3222560" y="1891055"/>
                  </a:lnTo>
                  <a:lnTo>
                    <a:pt x="3224271" y="1906324"/>
                  </a:lnTo>
                  <a:lnTo>
                    <a:pt x="3225982" y="2026360"/>
                  </a:lnTo>
                  <a:lnTo>
                    <a:pt x="3227694" y="2075181"/>
                  </a:lnTo>
                  <a:lnTo>
                    <a:pt x="3229405" y="2126791"/>
                  </a:lnTo>
                  <a:lnTo>
                    <a:pt x="3231117" y="2166595"/>
                  </a:lnTo>
                  <a:lnTo>
                    <a:pt x="3232828" y="2119756"/>
                  </a:lnTo>
                  <a:lnTo>
                    <a:pt x="3234539" y="2085062"/>
                  </a:lnTo>
                  <a:lnTo>
                    <a:pt x="3236251" y="2132417"/>
                  </a:lnTo>
                  <a:lnTo>
                    <a:pt x="3237962" y="2138056"/>
                  </a:lnTo>
                  <a:lnTo>
                    <a:pt x="3239674" y="2146752"/>
                  </a:lnTo>
                  <a:lnTo>
                    <a:pt x="3241385" y="2148789"/>
                  </a:lnTo>
                  <a:lnTo>
                    <a:pt x="3243096" y="2195751"/>
                  </a:lnTo>
                  <a:lnTo>
                    <a:pt x="3244808" y="2240196"/>
                  </a:lnTo>
                  <a:lnTo>
                    <a:pt x="3246519" y="2241339"/>
                  </a:lnTo>
                  <a:lnTo>
                    <a:pt x="3248231" y="2223705"/>
                  </a:lnTo>
                  <a:lnTo>
                    <a:pt x="3249942" y="2230003"/>
                  </a:lnTo>
                  <a:lnTo>
                    <a:pt x="3251653" y="2196892"/>
                  </a:lnTo>
                  <a:lnTo>
                    <a:pt x="3253365" y="2177025"/>
                  </a:lnTo>
                  <a:lnTo>
                    <a:pt x="3255076" y="2119194"/>
                  </a:lnTo>
                  <a:lnTo>
                    <a:pt x="3256788" y="2122983"/>
                  </a:lnTo>
                  <a:lnTo>
                    <a:pt x="3258499" y="2125672"/>
                  </a:lnTo>
                  <a:lnTo>
                    <a:pt x="3260210" y="2006755"/>
                  </a:lnTo>
                  <a:lnTo>
                    <a:pt x="3261922" y="2006201"/>
                  </a:lnTo>
                  <a:lnTo>
                    <a:pt x="3263633" y="2113957"/>
                  </a:lnTo>
                  <a:lnTo>
                    <a:pt x="3265345" y="2104102"/>
                  </a:lnTo>
                  <a:lnTo>
                    <a:pt x="3267056" y="2129514"/>
                  </a:lnTo>
                  <a:lnTo>
                    <a:pt x="3268767" y="1975622"/>
                  </a:lnTo>
                  <a:lnTo>
                    <a:pt x="3270479" y="1996718"/>
                  </a:lnTo>
                  <a:lnTo>
                    <a:pt x="3272190" y="1915832"/>
                  </a:lnTo>
                  <a:lnTo>
                    <a:pt x="3273901" y="1931739"/>
                  </a:lnTo>
                  <a:lnTo>
                    <a:pt x="3275613" y="1956742"/>
                  </a:lnTo>
                  <a:lnTo>
                    <a:pt x="3277324" y="1950107"/>
                  </a:lnTo>
                  <a:lnTo>
                    <a:pt x="3279036" y="2010037"/>
                  </a:lnTo>
                  <a:lnTo>
                    <a:pt x="3280747" y="2073590"/>
                  </a:lnTo>
                  <a:lnTo>
                    <a:pt x="3282458" y="2094378"/>
                  </a:lnTo>
                  <a:lnTo>
                    <a:pt x="3284170" y="2043418"/>
                  </a:lnTo>
                  <a:lnTo>
                    <a:pt x="3285881" y="1912525"/>
                  </a:lnTo>
                  <a:lnTo>
                    <a:pt x="3287593" y="1980990"/>
                  </a:lnTo>
                  <a:lnTo>
                    <a:pt x="3289304" y="1939428"/>
                  </a:lnTo>
                  <a:lnTo>
                    <a:pt x="3291015" y="1986640"/>
                  </a:lnTo>
                  <a:lnTo>
                    <a:pt x="3292727" y="2078389"/>
                  </a:lnTo>
                  <a:lnTo>
                    <a:pt x="3294438" y="2093305"/>
                  </a:lnTo>
                  <a:lnTo>
                    <a:pt x="3296150" y="2175641"/>
                  </a:lnTo>
                  <a:lnTo>
                    <a:pt x="3297861" y="2180673"/>
                  </a:lnTo>
                  <a:lnTo>
                    <a:pt x="3299572" y="2172594"/>
                  </a:lnTo>
                  <a:lnTo>
                    <a:pt x="3301284" y="2139217"/>
                  </a:lnTo>
                  <a:lnTo>
                    <a:pt x="3302995" y="2087605"/>
                  </a:lnTo>
                  <a:lnTo>
                    <a:pt x="3304707" y="2000826"/>
                  </a:lnTo>
                  <a:lnTo>
                    <a:pt x="3306418" y="1937997"/>
                  </a:lnTo>
                  <a:lnTo>
                    <a:pt x="3308129" y="1966368"/>
                  </a:lnTo>
                  <a:lnTo>
                    <a:pt x="3309841" y="1945741"/>
                  </a:lnTo>
                  <a:lnTo>
                    <a:pt x="3311552" y="1993869"/>
                  </a:lnTo>
                  <a:lnTo>
                    <a:pt x="3313264" y="1978347"/>
                  </a:lnTo>
                  <a:lnTo>
                    <a:pt x="3314975" y="1969645"/>
                  </a:lnTo>
                  <a:lnTo>
                    <a:pt x="3316686" y="1911478"/>
                  </a:lnTo>
                  <a:lnTo>
                    <a:pt x="3318398" y="1924302"/>
                  </a:lnTo>
                  <a:lnTo>
                    <a:pt x="3320109" y="1927934"/>
                  </a:lnTo>
                  <a:lnTo>
                    <a:pt x="3321821" y="1908501"/>
                  </a:lnTo>
                  <a:lnTo>
                    <a:pt x="3323532" y="1900856"/>
                  </a:lnTo>
                  <a:lnTo>
                    <a:pt x="3325243" y="1969108"/>
                  </a:lnTo>
                  <a:lnTo>
                    <a:pt x="3326955" y="1974848"/>
                  </a:lnTo>
                  <a:lnTo>
                    <a:pt x="3328666" y="1965079"/>
                  </a:lnTo>
                  <a:lnTo>
                    <a:pt x="3330378" y="1981554"/>
                  </a:lnTo>
                  <a:lnTo>
                    <a:pt x="3332089" y="2063271"/>
                  </a:lnTo>
                  <a:lnTo>
                    <a:pt x="3333800" y="2065254"/>
                  </a:lnTo>
                  <a:lnTo>
                    <a:pt x="3335512" y="2063839"/>
                  </a:lnTo>
                  <a:lnTo>
                    <a:pt x="3337223" y="2127661"/>
                  </a:lnTo>
                  <a:lnTo>
                    <a:pt x="3338935" y="2172084"/>
                  </a:lnTo>
                  <a:lnTo>
                    <a:pt x="3340646" y="2171752"/>
                  </a:lnTo>
                  <a:lnTo>
                    <a:pt x="3342357" y="2158819"/>
                  </a:lnTo>
                  <a:lnTo>
                    <a:pt x="3344069" y="2190200"/>
                  </a:lnTo>
                  <a:lnTo>
                    <a:pt x="3345780" y="2160959"/>
                  </a:lnTo>
                  <a:lnTo>
                    <a:pt x="3347492" y="2174136"/>
                  </a:lnTo>
                  <a:lnTo>
                    <a:pt x="3349203" y="2140994"/>
                  </a:lnTo>
                  <a:lnTo>
                    <a:pt x="3350914" y="2092655"/>
                  </a:lnTo>
                  <a:lnTo>
                    <a:pt x="3352626" y="2061010"/>
                  </a:lnTo>
                  <a:lnTo>
                    <a:pt x="3354337" y="2045439"/>
                  </a:lnTo>
                  <a:lnTo>
                    <a:pt x="3356049" y="2042615"/>
                  </a:lnTo>
                  <a:lnTo>
                    <a:pt x="3357760" y="1996558"/>
                  </a:lnTo>
                  <a:lnTo>
                    <a:pt x="3359471" y="1948526"/>
                  </a:lnTo>
                  <a:lnTo>
                    <a:pt x="3361183" y="1923743"/>
                  </a:lnTo>
                  <a:lnTo>
                    <a:pt x="3362894" y="1944907"/>
                  </a:lnTo>
                  <a:lnTo>
                    <a:pt x="3364606" y="2000105"/>
                  </a:lnTo>
                  <a:lnTo>
                    <a:pt x="3366317" y="2061353"/>
                  </a:lnTo>
                  <a:lnTo>
                    <a:pt x="3368028" y="1951094"/>
                  </a:lnTo>
                  <a:lnTo>
                    <a:pt x="3369740" y="1849723"/>
                  </a:lnTo>
                  <a:lnTo>
                    <a:pt x="3371451" y="1883457"/>
                  </a:lnTo>
                  <a:lnTo>
                    <a:pt x="3373162" y="1867790"/>
                  </a:lnTo>
                  <a:lnTo>
                    <a:pt x="3374874" y="1822796"/>
                  </a:lnTo>
                  <a:lnTo>
                    <a:pt x="3376585" y="1831397"/>
                  </a:lnTo>
                  <a:lnTo>
                    <a:pt x="3378297" y="1802605"/>
                  </a:lnTo>
                  <a:lnTo>
                    <a:pt x="3380008" y="1860497"/>
                  </a:lnTo>
                  <a:lnTo>
                    <a:pt x="3381719" y="1914913"/>
                  </a:lnTo>
                  <a:lnTo>
                    <a:pt x="3383431" y="1914463"/>
                  </a:lnTo>
                  <a:lnTo>
                    <a:pt x="3385142" y="1927067"/>
                  </a:lnTo>
                  <a:lnTo>
                    <a:pt x="3386854" y="1962628"/>
                  </a:lnTo>
                  <a:lnTo>
                    <a:pt x="3388565" y="2024328"/>
                  </a:lnTo>
                  <a:lnTo>
                    <a:pt x="3390276" y="2143386"/>
                  </a:lnTo>
                  <a:lnTo>
                    <a:pt x="3391988" y="2158506"/>
                  </a:lnTo>
                  <a:lnTo>
                    <a:pt x="3393699" y="2069654"/>
                  </a:lnTo>
                  <a:lnTo>
                    <a:pt x="3395411" y="2032557"/>
                  </a:lnTo>
                  <a:lnTo>
                    <a:pt x="3397122" y="1993792"/>
                  </a:lnTo>
                  <a:lnTo>
                    <a:pt x="3398833" y="2009832"/>
                  </a:lnTo>
                  <a:lnTo>
                    <a:pt x="3400545" y="2131804"/>
                  </a:lnTo>
                  <a:lnTo>
                    <a:pt x="3402256" y="2146285"/>
                  </a:lnTo>
                  <a:lnTo>
                    <a:pt x="3403968" y="2177730"/>
                  </a:lnTo>
                  <a:lnTo>
                    <a:pt x="3405679" y="2057776"/>
                  </a:lnTo>
                  <a:lnTo>
                    <a:pt x="3407390" y="2050916"/>
                  </a:lnTo>
                  <a:lnTo>
                    <a:pt x="3409102" y="2126830"/>
                  </a:lnTo>
                  <a:lnTo>
                    <a:pt x="3410813" y="2153092"/>
                  </a:lnTo>
                  <a:lnTo>
                    <a:pt x="3412525" y="2104980"/>
                  </a:lnTo>
                  <a:lnTo>
                    <a:pt x="3414236" y="2061768"/>
                  </a:lnTo>
                  <a:lnTo>
                    <a:pt x="3415947" y="1956458"/>
                  </a:lnTo>
                  <a:lnTo>
                    <a:pt x="3417659" y="1932906"/>
                  </a:lnTo>
                  <a:lnTo>
                    <a:pt x="3419370" y="1929870"/>
                  </a:lnTo>
                  <a:lnTo>
                    <a:pt x="3421082" y="1896679"/>
                  </a:lnTo>
                  <a:lnTo>
                    <a:pt x="3422793" y="1887258"/>
                  </a:lnTo>
                  <a:lnTo>
                    <a:pt x="3424504" y="1943169"/>
                  </a:lnTo>
                  <a:lnTo>
                    <a:pt x="3426216" y="1939044"/>
                  </a:lnTo>
                  <a:lnTo>
                    <a:pt x="3427927" y="1925538"/>
                  </a:lnTo>
                  <a:lnTo>
                    <a:pt x="3429639" y="1894734"/>
                  </a:lnTo>
                  <a:lnTo>
                    <a:pt x="3431350" y="1942170"/>
                  </a:lnTo>
                  <a:lnTo>
                    <a:pt x="3433061" y="1965317"/>
                  </a:lnTo>
                  <a:lnTo>
                    <a:pt x="3434773" y="1889442"/>
                  </a:lnTo>
                  <a:lnTo>
                    <a:pt x="3436484" y="1879427"/>
                  </a:lnTo>
                  <a:lnTo>
                    <a:pt x="3438196" y="1898421"/>
                  </a:lnTo>
                  <a:lnTo>
                    <a:pt x="3439907" y="1954647"/>
                  </a:lnTo>
                  <a:lnTo>
                    <a:pt x="3441618" y="2106300"/>
                  </a:lnTo>
                  <a:lnTo>
                    <a:pt x="3443330" y="2083039"/>
                  </a:lnTo>
                  <a:lnTo>
                    <a:pt x="3445041" y="2005815"/>
                  </a:lnTo>
                  <a:lnTo>
                    <a:pt x="3446753" y="2026835"/>
                  </a:lnTo>
                  <a:lnTo>
                    <a:pt x="3448464" y="2202131"/>
                  </a:lnTo>
                  <a:lnTo>
                    <a:pt x="3450175" y="2214979"/>
                  </a:lnTo>
                  <a:lnTo>
                    <a:pt x="3451887" y="2235366"/>
                  </a:lnTo>
                  <a:lnTo>
                    <a:pt x="3453598" y="2233032"/>
                  </a:lnTo>
                  <a:lnTo>
                    <a:pt x="3455310" y="2230910"/>
                  </a:lnTo>
                  <a:lnTo>
                    <a:pt x="3457021" y="2227460"/>
                  </a:lnTo>
                  <a:lnTo>
                    <a:pt x="3458732" y="2210104"/>
                  </a:lnTo>
                  <a:lnTo>
                    <a:pt x="3460444" y="2235079"/>
                  </a:lnTo>
                  <a:lnTo>
                    <a:pt x="3462155" y="2249875"/>
                  </a:lnTo>
                  <a:lnTo>
                    <a:pt x="3463867" y="2218810"/>
                  </a:lnTo>
                  <a:lnTo>
                    <a:pt x="3465578" y="2242839"/>
                  </a:lnTo>
                  <a:lnTo>
                    <a:pt x="3467289" y="2228881"/>
                  </a:lnTo>
                  <a:lnTo>
                    <a:pt x="3469001" y="2244474"/>
                  </a:lnTo>
                  <a:lnTo>
                    <a:pt x="3470712" y="2241060"/>
                  </a:lnTo>
                  <a:lnTo>
                    <a:pt x="3472424" y="2175606"/>
                  </a:lnTo>
                  <a:lnTo>
                    <a:pt x="3474135" y="2114050"/>
                  </a:lnTo>
                  <a:lnTo>
                    <a:pt x="3475846" y="2137825"/>
                  </a:lnTo>
                  <a:lnTo>
                    <a:pt x="3477558" y="2215609"/>
                  </a:lnTo>
                  <a:lnTo>
                    <a:pt x="3479269" y="2232253"/>
                  </a:lnTo>
                  <a:lnTo>
                    <a:pt x="3480980" y="2198522"/>
                  </a:lnTo>
                  <a:lnTo>
                    <a:pt x="3482692" y="2191210"/>
                  </a:lnTo>
                  <a:lnTo>
                    <a:pt x="3484403" y="2173927"/>
                  </a:lnTo>
                  <a:lnTo>
                    <a:pt x="3486115" y="2144490"/>
                  </a:lnTo>
                  <a:lnTo>
                    <a:pt x="3487826" y="2130930"/>
                  </a:lnTo>
                  <a:lnTo>
                    <a:pt x="3489537" y="2191380"/>
                  </a:lnTo>
                  <a:lnTo>
                    <a:pt x="3491249" y="2245235"/>
                  </a:lnTo>
                  <a:lnTo>
                    <a:pt x="3492960" y="2266760"/>
                  </a:lnTo>
                  <a:lnTo>
                    <a:pt x="3494672" y="2278343"/>
                  </a:lnTo>
                  <a:lnTo>
                    <a:pt x="3496383" y="2286774"/>
                  </a:lnTo>
                  <a:lnTo>
                    <a:pt x="3498094" y="2267807"/>
                  </a:lnTo>
                  <a:lnTo>
                    <a:pt x="3499806" y="2260119"/>
                  </a:lnTo>
                  <a:lnTo>
                    <a:pt x="3501517" y="2264415"/>
                  </a:lnTo>
                  <a:lnTo>
                    <a:pt x="3503229" y="2271414"/>
                  </a:lnTo>
                  <a:lnTo>
                    <a:pt x="3504940" y="2235790"/>
                  </a:lnTo>
                  <a:lnTo>
                    <a:pt x="3506651" y="2223408"/>
                  </a:lnTo>
                  <a:lnTo>
                    <a:pt x="3508363" y="2205352"/>
                  </a:lnTo>
                  <a:lnTo>
                    <a:pt x="3510074" y="2237589"/>
                  </a:lnTo>
                  <a:lnTo>
                    <a:pt x="3511786" y="2238515"/>
                  </a:lnTo>
                  <a:lnTo>
                    <a:pt x="3513497" y="2224820"/>
                  </a:lnTo>
                  <a:lnTo>
                    <a:pt x="3515208" y="2284295"/>
                  </a:lnTo>
                  <a:lnTo>
                    <a:pt x="3516920" y="2326508"/>
                  </a:lnTo>
                  <a:lnTo>
                    <a:pt x="3518631" y="2357519"/>
                  </a:lnTo>
                  <a:lnTo>
                    <a:pt x="3520343" y="2340786"/>
                  </a:lnTo>
                  <a:lnTo>
                    <a:pt x="3522054" y="2323591"/>
                  </a:lnTo>
                  <a:lnTo>
                    <a:pt x="3523765" y="2312318"/>
                  </a:lnTo>
                  <a:lnTo>
                    <a:pt x="3525477" y="2281754"/>
                  </a:lnTo>
                  <a:lnTo>
                    <a:pt x="3527188" y="2301291"/>
                  </a:lnTo>
                  <a:lnTo>
                    <a:pt x="3528900" y="2281086"/>
                  </a:lnTo>
                  <a:lnTo>
                    <a:pt x="3530611" y="2308873"/>
                  </a:lnTo>
                  <a:lnTo>
                    <a:pt x="3532322" y="2298580"/>
                  </a:lnTo>
                  <a:lnTo>
                    <a:pt x="3534034" y="2297654"/>
                  </a:lnTo>
                  <a:lnTo>
                    <a:pt x="3535745" y="2304633"/>
                  </a:lnTo>
                  <a:lnTo>
                    <a:pt x="3537457" y="2239888"/>
                  </a:lnTo>
                  <a:lnTo>
                    <a:pt x="3539168" y="2221248"/>
                  </a:lnTo>
                  <a:lnTo>
                    <a:pt x="3540879" y="2207174"/>
                  </a:lnTo>
                  <a:lnTo>
                    <a:pt x="3542591" y="2221043"/>
                  </a:lnTo>
                  <a:lnTo>
                    <a:pt x="3544302" y="2214551"/>
                  </a:lnTo>
                  <a:lnTo>
                    <a:pt x="3546014" y="2173837"/>
                  </a:lnTo>
                  <a:lnTo>
                    <a:pt x="3547725" y="2133910"/>
                  </a:lnTo>
                  <a:lnTo>
                    <a:pt x="3549436" y="2171549"/>
                  </a:lnTo>
                  <a:lnTo>
                    <a:pt x="3551148" y="2197478"/>
                  </a:lnTo>
                  <a:lnTo>
                    <a:pt x="3552859" y="2134741"/>
                  </a:lnTo>
                  <a:lnTo>
                    <a:pt x="3554571" y="2023401"/>
                  </a:lnTo>
                  <a:lnTo>
                    <a:pt x="3556282" y="2021023"/>
                  </a:lnTo>
                  <a:lnTo>
                    <a:pt x="3557993" y="2116487"/>
                  </a:lnTo>
                  <a:lnTo>
                    <a:pt x="3559705" y="2222735"/>
                  </a:lnTo>
                  <a:lnTo>
                    <a:pt x="3561416" y="2224840"/>
                  </a:lnTo>
                  <a:lnTo>
                    <a:pt x="3563128" y="2201059"/>
                  </a:lnTo>
                  <a:lnTo>
                    <a:pt x="3564839" y="2193121"/>
                  </a:lnTo>
                  <a:lnTo>
                    <a:pt x="3566550" y="2232123"/>
                  </a:lnTo>
                  <a:lnTo>
                    <a:pt x="3568262" y="2271448"/>
                  </a:lnTo>
                  <a:lnTo>
                    <a:pt x="3569973" y="2281617"/>
                  </a:lnTo>
                  <a:lnTo>
                    <a:pt x="3571685" y="2293587"/>
                  </a:lnTo>
                  <a:lnTo>
                    <a:pt x="3573396" y="2286167"/>
                  </a:lnTo>
                  <a:lnTo>
                    <a:pt x="3575107" y="2308161"/>
                  </a:lnTo>
                  <a:lnTo>
                    <a:pt x="3576819" y="2281548"/>
                  </a:lnTo>
                  <a:lnTo>
                    <a:pt x="3578530" y="2290930"/>
                  </a:lnTo>
                  <a:lnTo>
                    <a:pt x="3580242" y="2266820"/>
                  </a:lnTo>
                  <a:lnTo>
                    <a:pt x="3581953" y="2230448"/>
                  </a:lnTo>
                  <a:lnTo>
                    <a:pt x="3583664" y="2228420"/>
                  </a:lnTo>
                  <a:lnTo>
                    <a:pt x="3585376" y="2167184"/>
                  </a:lnTo>
                  <a:lnTo>
                    <a:pt x="3587087" y="2119304"/>
                  </a:lnTo>
                  <a:lnTo>
                    <a:pt x="3588798" y="2051981"/>
                  </a:lnTo>
                  <a:lnTo>
                    <a:pt x="3590510" y="2044383"/>
                  </a:lnTo>
                  <a:lnTo>
                    <a:pt x="3592221" y="2116691"/>
                  </a:lnTo>
                  <a:lnTo>
                    <a:pt x="3593933" y="2153724"/>
                  </a:lnTo>
                  <a:lnTo>
                    <a:pt x="3595644" y="2190235"/>
                  </a:lnTo>
                  <a:lnTo>
                    <a:pt x="3597355" y="2204911"/>
                  </a:lnTo>
                  <a:lnTo>
                    <a:pt x="3599067" y="2211721"/>
                  </a:lnTo>
                  <a:lnTo>
                    <a:pt x="3600778" y="2185209"/>
                  </a:lnTo>
                  <a:lnTo>
                    <a:pt x="3602490" y="2126443"/>
                  </a:lnTo>
                  <a:lnTo>
                    <a:pt x="3604201" y="2184145"/>
                  </a:lnTo>
                  <a:lnTo>
                    <a:pt x="3605912" y="2207149"/>
                  </a:lnTo>
                  <a:lnTo>
                    <a:pt x="3607624" y="2175611"/>
                  </a:lnTo>
                  <a:lnTo>
                    <a:pt x="3609335" y="2068837"/>
                  </a:lnTo>
                  <a:lnTo>
                    <a:pt x="3611047" y="2123771"/>
                  </a:lnTo>
                  <a:lnTo>
                    <a:pt x="3612758" y="2102429"/>
                  </a:lnTo>
                  <a:lnTo>
                    <a:pt x="3614469" y="2028423"/>
                  </a:lnTo>
                  <a:lnTo>
                    <a:pt x="3616181" y="2029286"/>
                  </a:lnTo>
                  <a:lnTo>
                    <a:pt x="3617892" y="2071595"/>
                  </a:lnTo>
                  <a:lnTo>
                    <a:pt x="3619604" y="2091850"/>
                  </a:lnTo>
                  <a:lnTo>
                    <a:pt x="3621315" y="2119596"/>
                  </a:lnTo>
                  <a:lnTo>
                    <a:pt x="3623026" y="2216197"/>
                  </a:lnTo>
                  <a:lnTo>
                    <a:pt x="3624738" y="2206797"/>
                  </a:lnTo>
                  <a:lnTo>
                    <a:pt x="3626449" y="2250488"/>
                  </a:lnTo>
                  <a:lnTo>
                    <a:pt x="3628161" y="2247548"/>
                  </a:lnTo>
                  <a:lnTo>
                    <a:pt x="3629872" y="2235446"/>
                  </a:lnTo>
                  <a:lnTo>
                    <a:pt x="3631583" y="2165896"/>
                  </a:lnTo>
                  <a:lnTo>
                    <a:pt x="3633295" y="2186584"/>
                  </a:lnTo>
                  <a:lnTo>
                    <a:pt x="3635006" y="2231848"/>
                  </a:lnTo>
                  <a:lnTo>
                    <a:pt x="3636718" y="2220935"/>
                  </a:lnTo>
                  <a:lnTo>
                    <a:pt x="3638429" y="2176519"/>
                  </a:lnTo>
                  <a:lnTo>
                    <a:pt x="3640140" y="2226457"/>
                  </a:lnTo>
                  <a:lnTo>
                    <a:pt x="3641852" y="2194926"/>
                  </a:lnTo>
                  <a:lnTo>
                    <a:pt x="3643563" y="2225989"/>
                  </a:lnTo>
                  <a:lnTo>
                    <a:pt x="3645275" y="2190712"/>
                  </a:lnTo>
                  <a:lnTo>
                    <a:pt x="3646986" y="2166934"/>
                  </a:lnTo>
                  <a:lnTo>
                    <a:pt x="3648697" y="2166953"/>
                  </a:lnTo>
                  <a:lnTo>
                    <a:pt x="3650409" y="2173496"/>
                  </a:lnTo>
                  <a:lnTo>
                    <a:pt x="3652120" y="2140881"/>
                  </a:lnTo>
                  <a:lnTo>
                    <a:pt x="3653832" y="2116891"/>
                  </a:lnTo>
                  <a:lnTo>
                    <a:pt x="3655543" y="2115950"/>
                  </a:lnTo>
                  <a:lnTo>
                    <a:pt x="3657254" y="2134615"/>
                  </a:lnTo>
                  <a:lnTo>
                    <a:pt x="3658966" y="2167795"/>
                  </a:lnTo>
                  <a:lnTo>
                    <a:pt x="3660677" y="2192879"/>
                  </a:lnTo>
                  <a:lnTo>
                    <a:pt x="3662389" y="2106789"/>
                  </a:lnTo>
                  <a:lnTo>
                    <a:pt x="3664100" y="2058451"/>
                  </a:lnTo>
                  <a:lnTo>
                    <a:pt x="3665811" y="2127923"/>
                  </a:lnTo>
                  <a:lnTo>
                    <a:pt x="3667523" y="2115134"/>
                  </a:lnTo>
                  <a:lnTo>
                    <a:pt x="3669234" y="2120854"/>
                  </a:lnTo>
                  <a:lnTo>
                    <a:pt x="3670946" y="2048254"/>
                  </a:lnTo>
                  <a:lnTo>
                    <a:pt x="3672657" y="2033465"/>
                  </a:lnTo>
                  <a:lnTo>
                    <a:pt x="3674368" y="1977251"/>
                  </a:lnTo>
                  <a:lnTo>
                    <a:pt x="3676080" y="1979758"/>
                  </a:lnTo>
                  <a:lnTo>
                    <a:pt x="3677791" y="2001640"/>
                  </a:lnTo>
                  <a:lnTo>
                    <a:pt x="3679503" y="2051435"/>
                  </a:lnTo>
                  <a:lnTo>
                    <a:pt x="3681214" y="2090506"/>
                  </a:lnTo>
                  <a:lnTo>
                    <a:pt x="3682925" y="2086373"/>
                  </a:lnTo>
                  <a:lnTo>
                    <a:pt x="3684637" y="2133442"/>
                  </a:lnTo>
                  <a:lnTo>
                    <a:pt x="3686348" y="2156583"/>
                  </a:lnTo>
                  <a:lnTo>
                    <a:pt x="3688060" y="2192117"/>
                  </a:lnTo>
                  <a:lnTo>
                    <a:pt x="3689771" y="2182159"/>
                  </a:lnTo>
                  <a:lnTo>
                    <a:pt x="3691482" y="2186520"/>
                  </a:lnTo>
                  <a:lnTo>
                    <a:pt x="3693194" y="2136276"/>
                  </a:lnTo>
                  <a:lnTo>
                    <a:pt x="3694905" y="2100143"/>
                  </a:lnTo>
                  <a:lnTo>
                    <a:pt x="3696616" y="2006098"/>
                  </a:lnTo>
                  <a:lnTo>
                    <a:pt x="3698328" y="1916836"/>
                  </a:lnTo>
                  <a:lnTo>
                    <a:pt x="3700039" y="1966736"/>
                  </a:lnTo>
                  <a:lnTo>
                    <a:pt x="3701751" y="1889407"/>
                  </a:lnTo>
                  <a:lnTo>
                    <a:pt x="3703462" y="1896169"/>
                  </a:lnTo>
                  <a:lnTo>
                    <a:pt x="3705173" y="1890693"/>
                  </a:lnTo>
                  <a:lnTo>
                    <a:pt x="3706885" y="1886332"/>
                  </a:lnTo>
                  <a:lnTo>
                    <a:pt x="3708596" y="1944377"/>
                  </a:lnTo>
                  <a:lnTo>
                    <a:pt x="3710308" y="2010371"/>
                  </a:lnTo>
                  <a:lnTo>
                    <a:pt x="3712019" y="1964389"/>
                  </a:lnTo>
                  <a:lnTo>
                    <a:pt x="3713730" y="1956387"/>
                  </a:lnTo>
                  <a:lnTo>
                    <a:pt x="3715442" y="1944353"/>
                  </a:lnTo>
                  <a:lnTo>
                    <a:pt x="3717153" y="1997743"/>
                  </a:lnTo>
                  <a:lnTo>
                    <a:pt x="3718865" y="2059468"/>
                  </a:lnTo>
                  <a:lnTo>
                    <a:pt x="3720576" y="2169212"/>
                  </a:lnTo>
                  <a:lnTo>
                    <a:pt x="3722287" y="2234247"/>
                  </a:lnTo>
                  <a:lnTo>
                    <a:pt x="3723999" y="2212441"/>
                  </a:lnTo>
                  <a:lnTo>
                    <a:pt x="3725710" y="2186701"/>
                  </a:lnTo>
                  <a:lnTo>
                    <a:pt x="3727422" y="2133669"/>
                  </a:lnTo>
                  <a:lnTo>
                    <a:pt x="3729133" y="2199160"/>
                  </a:lnTo>
                  <a:lnTo>
                    <a:pt x="3730844" y="2203541"/>
                  </a:lnTo>
                  <a:lnTo>
                    <a:pt x="3732556" y="2208208"/>
                  </a:lnTo>
                  <a:lnTo>
                    <a:pt x="3734267" y="2200639"/>
                  </a:lnTo>
                  <a:lnTo>
                    <a:pt x="3735979" y="2139393"/>
                  </a:lnTo>
                  <a:lnTo>
                    <a:pt x="3737690" y="2039439"/>
                  </a:lnTo>
                  <a:lnTo>
                    <a:pt x="3739401" y="1991695"/>
                  </a:lnTo>
                  <a:lnTo>
                    <a:pt x="3741113" y="2005697"/>
                  </a:lnTo>
                  <a:lnTo>
                    <a:pt x="3742824" y="1971684"/>
                  </a:lnTo>
                  <a:lnTo>
                    <a:pt x="3744536" y="1938624"/>
                  </a:lnTo>
                  <a:lnTo>
                    <a:pt x="3746247" y="1962212"/>
                  </a:lnTo>
                  <a:lnTo>
                    <a:pt x="3747958" y="1968757"/>
                  </a:lnTo>
                  <a:lnTo>
                    <a:pt x="3749670" y="1988825"/>
                  </a:lnTo>
                  <a:lnTo>
                    <a:pt x="3751381" y="1996575"/>
                  </a:lnTo>
                  <a:lnTo>
                    <a:pt x="3753093" y="2073875"/>
                  </a:lnTo>
                  <a:lnTo>
                    <a:pt x="3754804" y="2111302"/>
                  </a:lnTo>
                  <a:lnTo>
                    <a:pt x="3756515" y="2052945"/>
                  </a:lnTo>
                  <a:lnTo>
                    <a:pt x="3758227" y="2064324"/>
                  </a:lnTo>
                  <a:lnTo>
                    <a:pt x="3759938" y="2104219"/>
                  </a:lnTo>
                  <a:lnTo>
                    <a:pt x="3761650" y="2097367"/>
                  </a:lnTo>
                  <a:lnTo>
                    <a:pt x="3763361" y="2085128"/>
                  </a:lnTo>
                  <a:lnTo>
                    <a:pt x="3765072" y="2168992"/>
                  </a:lnTo>
                  <a:lnTo>
                    <a:pt x="3766784" y="2196077"/>
                  </a:lnTo>
                  <a:lnTo>
                    <a:pt x="3768495" y="2198573"/>
                  </a:lnTo>
                  <a:lnTo>
                    <a:pt x="3770207" y="2219117"/>
                  </a:lnTo>
                  <a:lnTo>
                    <a:pt x="3771918" y="2228718"/>
                  </a:lnTo>
                  <a:lnTo>
                    <a:pt x="3773629" y="2211998"/>
                  </a:lnTo>
                  <a:lnTo>
                    <a:pt x="3775341" y="2175109"/>
                  </a:lnTo>
                  <a:lnTo>
                    <a:pt x="3777052" y="2145066"/>
                  </a:lnTo>
                  <a:lnTo>
                    <a:pt x="3778764" y="2160240"/>
                  </a:lnTo>
                  <a:lnTo>
                    <a:pt x="3780475" y="2124701"/>
                  </a:lnTo>
                  <a:lnTo>
                    <a:pt x="3782186" y="2081214"/>
                  </a:lnTo>
                  <a:lnTo>
                    <a:pt x="3783898" y="2068197"/>
                  </a:lnTo>
                  <a:lnTo>
                    <a:pt x="3785609" y="2128399"/>
                  </a:lnTo>
                  <a:lnTo>
                    <a:pt x="3787321" y="2174951"/>
                  </a:lnTo>
                  <a:lnTo>
                    <a:pt x="3789032" y="2142437"/>
                  </a:lnTo>
                  <a:lnTo>
                    <a:pt x="3790743" y="2068280"/>
                  </a:lnTo>
                  <a:lnTo>
                    <a:pt x="3792455" y="2066122"/>
                  </a:lnTo>
                  <a:lnTo>
                    <a:pt x="3794166" y="2183548"/>
                  </a:lnTo>
                  <a:lnTo>
                    <a:pt x="3795877" y="2193267"/>
                  </a:lnTo>
                  <a:lnTo>
                    <a:pt x="3797589" y="2193467"/>
                  </a:lnTo>
                  <a:lnTo>
                    <a:pt x="3799300" y="2152336"/>
                  </a:lnTo>
                  <a:lnTo>
                    <a:pt x="3801012" y="2128752"/>
                  </a:lnTo>
                  <a:lnTo>
                    <a:pt x="3802723" y="2099143"/>
                  </a:lnTo>
                  <a:lnTo>
                    <a:pt x="3804434" y="2085780"/>
                  </a:lnTo>
                  <a:lnTo>
                    <a:pt x="3806146" y="2029126"/>
                  </a:lnTo>
                  <a:lnTo>
                    <a:pt x="3807857" y="2054909"/>
                  </a:lnTo>
                  <a:lnTo>
                    <a:pt x="3809569" y="2097807"/>
                  </a:lnTo>
                  <a:lnTo>
                    <a:pt x="3811280" y="2086908"/>
                  </a:lnTo>
                  <a:lnTo>
                    <a:pt x="3812991" y="2064500"/>
                  </a:lnTo>
                  <a:lnTo>
                    <a:pt x="3814703" y="2069897"/>
                  </a:lnTo>
                  <a:lnTo>
                    <a:pt x="3816414" y="2101007"/>
                  </a:lnTo>
                  <a:lnTo>
                    <a:pt x="3818126" y="2144684"/>
                  </a:lnTo>
                  <a:lnTo>
                    <a:pt x="3819837" y="2131353"/>
                  </a:lnTo>
                  <a:lnTo>
                    <a:pt x="3821548" y="2133112"/>
                  </a:lnTo>
                  <a:lnTo>
                    <a:pt x="3823260" y="2164407"/>
                  </a:lnTo>
                  <a:lnTo>
                    <a:pt x="3824971" y="2191919"/>
                  </a:lnTo>
                  <a:lnTo>
                    <a:pt x="3826683" y="2231777"/>
                  </a:lnTo>
                  <a:lnTo>
                    <a:pt x="3828394" y="2193883"/>
                  </a:lnTo>
                  <a:lnTo>
                    <a:pt x="3830105" y="2190289"/>
                  </a:lnTo>
                  <a:lnTo>
                    <a:pt x="3831817" y="2163271"/>
                  </a:lnTo>
                  <a:lnTo>
                    <a:pt x="3833528" y="2163154"/>
                  </a:lnTo>
                  <a:lnTo>
                    <a:pt x="3835240" y="2141831"/>
                  </a:lnTo>
                  <a:lnTo>
                    <a:pt x="3836951" y="2173782"/>
                  </a:lnTo>
                  <a:lnTo>
                    <a:pt x="3838662" y="2216869"/>
                  </a:lnTo>
                  <a:lnTo>
                    <a:pt x="3840374" y="2242745"/>
                  </a:lnTo>
                  <a:lnTo>
                    <a:pt x="3842085" y="2204198"/>
                  </a:lnTo>
                  <a:lnTo>
                    <a:pt x="3843797" y="2188694"/>
                  </a:lnTo>
                  <a:lnTo>
                    <a:pt x="3845508" y="2083546"/>
                  </a:lnTo>
                  <a:lnTo>
                    <a:pt x="3847219" y="2170125"/>
                  </a:lnTo>
                  <a:lnTo>
                    <a:pt x="3848931" y="2258716"/>
                  </a:lnTo>
                  <a:lnTo>
                    <a:pt x="3850642" y="2271854"/>
                  </a:lnTo>
                  <a:lnTo>
                    <a:pt x="3852354" y="2308893"/>
                  </a:lnTo>
                  <a:lnTo>
                    <a:pt x="3854065" y="2279741"/>
                  </a:lnTo>
                  <a:lnTo>
                    <a:pt x="3855776" y="2266274"/>
                  </a:lnTo>
                  <a:lnTo>
                    <a:pt x="3857488" y="2252002"/>
                  </a:lnTo>
                  <a:lnTo>
                    <a:pt x="3859199" y="2235534"/>
                  </a:lnTo>
                  <a:lnTo>
                    <a:pt x="3860911" y="2209481"/>
                  </a:lnTo>
                  <a:lnTo>
                    <a:pt x="3862622" y="2088430"/>
                  </a:lnTo>
                  <a:lnTo>
                    <a:pt x="3864333" y="2089354"/>
                  </a:lnTo>
                  <a:lnTo>
                    <a:pt x="3866045" y="2118301"/>
                  </a:lnTo>
                  <a:lnTo>
                    <a:pt x="3867756" y="2107727"/>
                  </a:lnTo>
                  <a:lnTo>
                    <a:pt x="3869468" y="2112876"/>
                  </a:lnTo>
                  <a:lnTo>
                    <a:pt x="3871179" y="2200630"/>
                  </a:lnTo>
                  <a:lnTo>
                    <a:pt x="3872890" y="2215018"/>
                  </a:lnTo>
                  <a:lnTo>
                    <a:pt x="3874602" y="2243538"/>
                  </a:lnTo>
                  <a:lnTo>
                    <a:pt x="3876313" y="2253946"/>
                  </a:lnTo>
                  <a:lnTo>
                    <a:pt x="3878025" y="2215607"/>
                  </a:lnTo>
                  <a:lnTo>
                    <a:pt x="3879736" y="2220200"/>
                  </a:lnTo>
                  <a:lnTo>
                    <a:pt x="3881447" y="2244665"/>
                  </a:lnTo>
                  <a:lnTo>
                    <a:pt x="3883159" y="2253402"/>
                  </a:lnTo>
                  <a:lnTo>
                    <a:pt x="3884870" y="2287770"/>
                  </a:lnTo>
                  <a:lnTo>
                    <a:pt x="3886582" y="2284258"/>
                  </a:lnTo>
                  <a:lnTo>
                    <a:pt x="3888293" y="2275142"/>
                  </a:lnTo>
                  <a:lnTo>
                    <a:pt x="3890004" y="2300207"/>
                  </a:lnTo>
                  <a:lnTo>
                    <a:pt x="3891716" y="2277170"/>
                  </a:lnTo>
                  <a:lnTo>
                    <a:pt x="3893427" y="2319669"/>
                  </a:lnTo>
                  <a:lnTo>
                    <a:pt x="3895139" y="2288627"/>
                  </a:lnTo>
                  <a:lnTo>
                    <a:pt x="3896850" y="2306620"/>
                  </a:lnTo>
                  <a:lnTo>
                    <a:pt x="3898561" y="2311729"/>
                  </a:lnTo>
                  <a:lnTo>
                    <a:pt x="3900273" y="2262554"/>
                  </a:lnTo>
                  <a:lnTo>
                    <a:pt x="3901984" y="2243074"/>
                  </a:lnTo>
                  <a:lnTo>
                    <a:pt x="3903695" y="2216656"/>
                  </a:lnTo>
                  <a:lnTo>
                    <a:pt x="3905407" y="2239902"/>
                  </a:lnTo>
                  <a:lnTo>
                    <a:pt x="3907118" y="2225522"/>
                  </a:lnTo>
                  <a:lnTo>
                    <a:pt x="3908830" y="2160117"/>
                  </a:lnTo>
                  <a:lnTo>
                    <a:pt x="3910541" y="2125816"/>
                  </a:lnTo>
                  <a:lnTo>
                    <a:pt x="3912252" y="2094908"/>
                  </a:lnTo>
                  <a:lnTo>
                    <a:pt x="3913964" y="2092028"/>
                  </a:lnTo>
                  <a:lnTo>
                    <a:pt x="3915675" y="2047829"/>
                  </a:lnTo>
                  <a:lnTo>
                    <a:pt x="3917387" y="2086152"/>
                  </a:lnTo>
                  <a:lnTo>
                    <a:pt x="3919098" y="2132903"/>
                  </a:lnTo>
                  <a:lnTo>
                    <a:pt x="3920809" y="2113805"/>
                  </a:lnTo>
                  <a:lnTo>
                    <a:pt x="3922521" y="2085908"/>
                  </a:lnTo>
                  <a:lnTo>
                    <a:pt x="3924232" y="2085618"/>
                  </a:lnTo>
                  <a:lnTo>
                    <a:pt x="3925944" y="2116136"/>
                  </a:lnTo>
                  <a:lnTo>
                    <a:pt x="3927655" y="2081304"/>
                  </a:lnTo>
                  <a:lnTo>
                    <a:pt x="3929366" y="2057274"/>
                  </a:lnTo>
                  <a:lnTo>
                    <a:pt x="3931078" y="2054001"/>
                  </a:lnTo>
                  <a:lnTo>
                    <a:pt x="3932789" y="2085913"/>
                  </a:lnTo>
                  <a:lnTo>
                    <a:pt x="3934501" y="2055063"/>
                  </a:lnTo>
                  <a:lnTo>
                    <a:pt x="3936212" y="2049700"/>
                  </a:lnTo>
                  <a:lnTo>
                    <a:pt x="3937923" y="2016530"/>
                  </a:lnTo>
                  <a:lnTo>
                    <a:pt x="3939635" y="2042478"/>
                  </a:lnTo>
                  <a:lnTo>
                    <a:pt x="3941346" y="2041560"/>
                  </a:lnTo>
                  <a:lnTo>
                    <a:pt x="3943058" y="2080809"/>
                  </a:lnTo>
                  <a:lnTo>
                    <a:pt x="3944769" y="2114993"/>
                  </a:lnTo>
                  <a:lnTo>
                    <a:pt x="3946480" y="2159179"/>
                  </a:lnTo>
                  <a:lnTo>
                    <a:pt x="3948192" y="2196150"/>
                  </a:lnTo>
                  <a:lnTo>
                    <a:pt x="3949903" y="2214929"/>
                  </a:lnTo>
                  <a:lnTo>
                    <a:pt x="3951615" y="2181409"/>
                  </a:lnTo>
                  <a:lnTo>
                    <a:pt x="3953326" y="2183078"/>
                  </a:lnTo>
                  <a:lnTo>
                    <a:pt x="3955037" y="2154486"/>
                  </a:lnTo>
                  <a:lnTo>
                    <a:pt x="3956749" y="2148971"/>
                  </a:lnTo>
                  <a:lnTo>
                    <a:pt x="3958460" y="2208291"/>
                  </a:lnTo>
                  <a:lnTo>
                    <a:pt x="3960172" y="2215796"/>
                  </a:lnTo>
                  <a:lnTo>
                    <a:pt x="3961883" y="2169912"/>
                  </a:lnTo>
                  <a:lnTo>
                    <a:pt x="3963594" y="2201982"/>
                  </a:lnTo>
                  <a:lnTo>
                    <a:pt x="3965306" y="2169683"/>
                  </a:lnTo>
                  <a:lnTo>
                    <a:pt x="3967017" y="2226061"/>
                  </a:lnTo>
                  <a:lnTo>
                    <a:pt x="3968729" y="2158643"/>
                  </a:lnTo>
                  <a:lnTo>
                    <a:pt x="3970440" y="2130879"/>
                  </a:lnTo>
                  <a:lnTo>
                    <a:pt x="3972151" y="2104567"/>
                  </a:lnTo>
                  <a:lnTo>
                    <a:pt x="3973863" y="2062439"/>
                  </a:lnTo>
                  <a:lnTo>
                    <a:pt x="3975574" y="2104740"/>
                  </a:lnTo>
                  <a:lnTo>
                    <a:pt x="3977286" y="2115149"/>
                  </a:lnTo>
                  <a:lnTo>
                    <a:pt x="3978997" y="2089356"/>
                  </a:lnTo>
                  <a:lnTo>
                    <a:pt x="3980708" y="2113835"/>
                  </a:lnTo>
                  <a:lnTo>
                    <a:pt x="3982420" y="2110507"/>
                  </a:lnTo>
                  <a:lnTo>
                    <a:pt x="3984131" y="2087214"/>
                  </a:lnTo>
                  <a:lnTo>
                    <a:pt x="3985843" y="2047838"/>
                  </a:lnTo>
                  <a:lnTo>
                    <a:pt x="3987554" y="2014613"/>
                  </a:lnTo>
                  <a:lnTo>
                    <a:pt x="3989265" y="1984687"/>
                  </a:lnTo>
                  <a:lnTo>
                    <a:pt x="3990977" y="2014861"/>
                  </a:lnTo>
                  <a:lnTo>
                    <a:pt x="3992688" y="2010084"/>
                  </a:lnTo>
                  <a:lnTo>
                    <a:pt x="3994400" y="2017327"/>
                  </a:lnTo>
                  <a:lnTo>
                    <a:pt x="3996111" y="2069263"/>
                  </a:lnTo>
                  <a:lnTo>
                    <a:pt x="3997822" y="2102957"/>
                  </a:lnTo>
                  <a:lnTo>
                    <a:pt x="3999534" y="2136481"/>
                  </a:lnTo>
                  <a:lnTo>
                    <a:pt x="4001245" y="2139130"/>
                  </a:lnTo>
                  <a:lnTo>
                    <a:pt x="4002957" y="2118497"/>
                  </a:lnTo>
                  <a:lnTo>
                    <a:pt x="4004668" y="2173354"/>
                  </a:lnTo>
                  <a:lnTo>
                    <a:pt x="4006379" y="2169888"/>
                  </a:lnTo>
                  <a:lnTo>
                    <a:pt x="4008091" y="2151744"/>
                  </a:lnTo>
                  <a:lnTo>
                    <a:pt x="4009802" y="2107825"/>
                  </a:lnTo>
                  <a:lnTo>
                    <a:pt x="4011513" y="2102995"/>
                  </a:lnTo>
                  <a:lnTo>
                    <a:pt x="4013225" y="2144473"/>
                  </a:lnTo>
                  <a:lnTo>
                    <a:pt x="4014936" y="2131920"/>
                  </a:lnTo>
                  <a:lnTo>
                    <a:pt x="4016648" y="2136904"/>
                  </a:lnTo>
                  <a:lnTo>
                    <a:pt x="4018359" y="2122973"/>
                  </a:lnTo>
                  <a:lnTo>
                    <a:pt x="4020070" y="2102906"/>
                  </a:lnTo>
                  <a:lnTo>
                    <a:pt x="4021782" y="2066599"/>
                  </a:lnTo>
                  <a:lnTo>
                    <a:pt x="4023493" y="2056931"/>
                  </a:lnTo>
                  <a:lnTo>
                    <a:pt x="4025205" y="2028430"/>
                  </a:lnTo>
                  <a:lnTo>
                    <a:pt x="4026916" y="1998743"/>
                  </a:lnTo>
                  <a:lnTo>
                    <a:pt x="4028627" y="2044200"/>
                  </a:lnTo>
                  <a:lnTo>
                    <a:pt x="4030339" y="2099913"/>
                  </a:lnTo>
                  <a:lnTo>
                    <a:pt x="4032050" y="2086989"/>
                  </a:lnTo>
                  <a:lnTo>
                    <a:pt x="4033762" y="2149207"/>
                  </a:lnTo>
                  <a:lnTo>
                    <a:pt x="4035473" y="2163647"/>
                  </a:lnTo>
                  <a:lnTo>
                    <a:pt x="4037184" y="2208616"/>
                  </a:lnTo>
                  <a:lnTo>
                    <a:pt x="4038896" y="2299389"/>
                  </a:lnTo>
                  <a:lnTo>
                    <a:pt x="4040607" y="2288374"/>
                  </a:lnTo>
                  <a:lnTo>
                    <a:pt x="4042319" y="2268016"/>
                  </a:lnTo>
                  <a:lnTo>
                    <a:pt x="4044030" y="2254587"/>
                  </a:lnTo>
                  <a:lnTo>
                    <a:pt x="4045741" y="2223706"/>
                  </a:lnTo>
                  <a:lnTo>
                    <a:pt x="4047453" y="2206542"/>
                  </a:lnTo>
                  <a:lnTo>
                    <a:pt x="4049164" y="2179257"/>
                  </a:lnTo>
                  <a:lnTo>
                    <a:pt x="4050876" y="2177530"/>
                  </a:lnTo>
                  <a:lnTo>
                    <a:pt x="4052587" y="2147652"/>
                  </a:lnTo>
                  <a:lnTo>
                    <a:pt x="4054298" y="2132188"/>
                  </a:lnTo>
                  <a:lnTo>
                    <a:pt x="4056010" y="2113845"/>
                  </a:lnTo>
                  <a:lnTo>
                    <a:pt x="4057721" y="2080795"/>
                  </a:lnTo>
                  <a:lnTo>
                    <a:pt x="4059433" y="2085808"/>
                  </a:lnTo>
                  <a:lnTo>
                    <a:pt x="4061144" y="2097501"/>
                  </a:lnTo>
                  <a:lnTo>
                    <a:pt x="4062855" y="2071251"/>
                  </a:lnTo>
                  <a:lnTo>
                    <a:pt x="4064567" y="2055666"/>
                  </a:lnTo>
                  <a:lnTo>
                    <a:pt x="4066278" y="2044745"/>
                  </a:lnTo>
                  <a:lnTo>
                    <a:pt x="4067990" y="2116959"/>
                  </a:lnTo>
                  <a:lnTo>
                    <a:pt x="4069701" y="2133190"/>
                  </a:lnTo>
                  <a:lnTo>
                    <a:pt x="4071412" y="2141847"/>
                  </a:lnTo>
                  <a:lnTo>
                    <a:pt x="4073124" y="2173866"/>
                  </a:lnTo>
                  <a:lnTo>
                    <a:pt x="4074835" y="2147934"/>
                  </a:lnTo>
                  <a:lnTo>
                    <a:pt x="4076547" y="2187417"/>
                  </a:lnTo>
                  <a:lnTo>
                    <a:pt x="4078258" y="2209886"/>
                  </a:lnTo>
                  <a:lnTo>
                    <a:pt x="4079969" y="2183179"/>
                  </a:lnTo>
                  <a:lnTo>
                    <a:pt x="4081681" y="2225486"/>
                  </a:lnTo>
                  <a:lnTo>
                    <a:pt x="4083392" y="2268578"/>
                  </a:lnTo>
                  <a:lnTo>
                    <a:pt x="4085104" y="2314489"/>
                  </a:lnTo>
                  <a:lnTo>
                    <a:pt x="4086815" y="2330833"/>
                  </a:lnTo>
                  <a:lnTo>
                    <a:pt x="4088526" y="2259720"/>
                  </a:lnTo>
                  <a:lnTo>
                    <a:pt x="4090238" y="2248565"/>
                  </a:lnTo>
                  <a:lnTo>
                    <a:pt x="4091949" y="2224659"/>
                  </a:lnTo>
                  <a:lnTo>
                    <a:pt x="4093661" y="2223556"/>
                  </a:lnTo>
                  <a:lnTo>
                    <a:pt x="4095372" y="2277719"/>
                  </a:lnTo>
                  <a:lnTo>
                    <a:pt x="4097083" y="2251741"/>
                  </a:lnTo>
                  <a:lnTo>
                    <a:pt x="4098795" y="2228182"/>
                  </a:lnTo>
                  <a:lnTo>
                    <a:pt x="4100506" y="2199955"/>
                  </a:lnTo>
                  <a:lnTo>
                    <a:pt x="4102218" y="2139996"/>
                  </a:lnTo>
                  <a:lnTo>
                    <a:pt x="4103929" y="2165345"/>
                  </a:lnTo>
                  <a:lnTo>
                    <a:pt x="4105640" y="2139861"/>
                  </a:lnTo>
                  <a:lnTo>
                    <a:pt x="4107352" y="2135808"/>
                  </a:lnTo>
                  <a:lnTo>
                    <a:pt x="4109063" y="2131263"/>
                  </a:lnTo>
                  <a:lnTo>
                    <a:pt x="4110775" y="2186023"/>
                  </a:lnTo>
                  <a:lnTo>
                    <a:pt x="4112486" y="2234002"/>
                  </a:lnTo>
                  <a:lnTo>
                    <a:pt x="4114197" y="2251542"/>
                  </a:lnTo>
                  <a:lnTo>
                    <a:pt x="4115909" y="2246275"/>
                  </a:lnTo>
                  <a:lnTo>
                    <a:pt x="4117620" y="2243808"/>
                  </a:lnTo>
                  <a:lnTo>
                    <a:pt x="4119331" y="2265332"/>
                  </a:lnTo>
                  <a:lnTo>
                    <a:pt x="4121043" y="2217920"/>
                  </a:lnTo>
                  <a:lnTo>
                    <a:pt x="4122754" y="2186757"/>
                  </a:lnTo>
                  <a:lnTo>
                    <a:pt x="4124466" y="2169921"/>
                  </a:lnTo>
                  <a:lnTo>
                    <a:pt x="4126177" y="2166765"/>
                  </a:lnTo>
                  <a:lnTo>
                    <a:pt x="4127888" y="2219553"/>
                  </a:lnTo>
                  <a:lnTo>
                    <a:pt x="4129600" y="2156751"/>
                  </a:lnTo>
                  <a:lnTo>
                    <a:pt x="4131311" y="2124125"/>
                  </a:lnTo>
                  <a:lnTo>
                    <a:pt x="4133023" y="2079083"/>
                  </a:lnTo>
                  <a:lnTo>
                    <a:pt x="4134734" y="2017758"/>
                  </a:lnTo>
                  <a:lnTo>
                    <a:pt x="4136445" y="2075536"/>
                  </a:lnTo>
                  <a:lnTo>
                    <a:pt x="4138157" y="2068358"/>
                  </a:lnTo>
                  <a:lnTo>
                    <a:pt x="4139868" y="2061142"/>
                  </a:lnTo>
                  <a:lnTo>
                    <a:pt x="4141580" y="2053848"/>
                  </a:lnTo>
                  <a:lnTo>
                    <a:pt x="4143291" y="2049473"/>
                  </a:lnTo>
                  <a:lnTo>
                    <a:pt x="4145002" y="2065791"/>
                  </a:lnTo>
                  <a:lnTo>
                    <a:pt x="4146714" y="2098519"/>
                  </a:lnTo>
                  <a:lnTo>
                    <a:pt x="4148425" y="2069828"/>
                  </a:lnTo>
                  <a:lnTo>
                    <a:pt x="4150137" y="2090863"/>
                  </a:lnTo>
                  <a:lnTo>
                    <a:pt x="4151848" y="2111013"/>
                  </a:lnTo>
                  <a:lnTo>
                    <a:pt x="4153559" y="2203460"/>
                  </a:lnTo>
                  <a:lnTo>
                    <a:pt x="4155271" y="2257584"/>
                  </a:lnTo>
                  <a:lnTo>
                    <a:pt x="4156982" y="2268582"/>
                  </a:lnTo>
                  <a:lnTo>
                    <a:pt x="4158694" y="2223669"/>
                  </a:lnTo>
                  <a:lnTo>
                    <a:pt x="4160405" y="2242878"/>
                  </a:lnTo>
                  <a:lnTo>
                    <a:pt x="4162116" y="2248345"/>
                  </a:lnTo>
                  <a:lnTo>
                    <a:pt x="4163828" y="2198272"/>
                  </a:lnTo>
                  <a:lnTo>
                    <a:pt x="4165539" y="2163029"/>
                  </a:lnTo>
                  <a:lnTo>
                    <a:pt x="4167251" y="2091377"/>
                  </a:lnTo>
                  <a:lnTo>
                    <a:pt x="4168962" y="2079468"/>
                  </a:lnTo>
                  <a:lnTo>
                    <a:pt x="4170673" y="2058621"/>
                  </a:lnTo>
                  <a:lnTo>
                    <a:pt x="4172385" y="2034526"/>
                  </a:lnTo>
                  <a:lnTo>
                    <a:pt x="4174096" y="2023157"/>
                  </a:lnTo>
                  <a:lnTo>
                    <a:pt x="4175808" y="2052412"/>
                  </a:lnTo>
                  <a:lnTo>
                    <a:pt x="4177519" y="2053415"/>
                  </a:lnTo>
                  <a:lnTo>
                    <a:pt x="4179230" y="2048267"/>
                  </a:lnTo>
                  <a:lnTo>
                    <a:pt x="4180942" y="2051431"/>
                  </a:lnTo>
                  <a:lnTo>
                    <a:pt x="4182653" y="2051845"/>
                  </a:lnTo>
                  <a:lnTo>
                    <a:pt x="4184365" y="2081979"/>
                  </a:lnTo>
                  <a:lnTo>
                    <a:pt x="4186076" y="2096793"/>
                  </a:lnTo>
                  <a:lnTo>
                    <a:pt x="4187787" y="2105833"/>
                  </a:lnTo>
                  <a:lnTo>
                    <a:pt x="4189499" y="2140840"/>
                  </a:lnTo>
                  <a:lnTo>
                    <a:pt x="4191210" y="2111973"/>
                  </a:lnTo>
                  <a:lnTo>
                    <a:pt x="4192922" y="2164683"/>
                  </a:lnTo>
                  <a:lnTo>
                    <a:pt x="4194633" y="2124967"/>
                  </a:lnTo>
                  <a:lnTo>
                    <a:pt x="4196344" y="2053717"/>
                  </a:lnTo>
                  <a:lnTo>
                    <a:pt x="4198056" y="2053146"/>
                  </a:lnTo>
                  <a:lnTo>
                    <a:pt x="4199767" y="1994582"/>
                  </a:lnTo>
                  <a:lnTo>
                    <a:pt x="4201479" y="2014591"/>
                  </a:lnTo>
                  <a:lnTo>
                    <a:pt x="4203190" y="1975425"/>
                  </a:lnTo>
                  <a:lnTo>
                    <a:pt x="4204901" y="2011990"/>
                  </a:lnTo>
                  <a:lnTo>
                    <a:pt x="4206613" y="2007916"/>
                  </a:lnTo>
                  <a:lnTo>
                    <a:pt x="4208324" y="2065991"/>
                  </a:lnTo>
                  <a:lnTo>
                    <a:pt x="4210036" y="2084087"/>
                  </a:lnTo>
                  <a:lnTo>
                    <a:pt x="4211747" y="2068952"/>
                  </a:lnTo>
                  <a:lnTo>
                    <a:pt x="4213458" y="2083420"/>
                  </a:lnTo>
                  <a:lnTo>
                    <a:pt x="4215170" y="2135839"/>
                  </a:lnTo>
                  <a:lnTo>
                    <a:pt x="4216881" y="2195225"/>
                  </a:lnTo>
                  <a:lnTo>
                    <a:pt x="4218592" y="2182689"/>
                  </a:lnTo>
                  <a:lnTo>
                    <a:pt x="4220304" y="2152494"/>
                  </a:lnTo>
                  <a:lnTo>
                    <a:pt x="4222015" y="2200751"/>
                  </a:lnTo>
                  <a:lnTo>
                    <a:pt x="4223727" y="2248204"/>
                  </a:lnTo>
                  <a:lnTo>
                    <a:pt x="4225438" y="2269672"/>
                  </a:lnTo>
                  <a:lnTo>
                    <a:pt x="4227149" y="2263228"/>
                  </a:lnTo>
                  <a:lnTo>
                    <a:pt x="4228861" y="2241042"/>
                  </a:lnTo>
                  <a:lnTo>
                    <a:pt x="4230572" y="2188173"/>
                  </a:lnTo>
                  <a:lnTo>
                    <a:pt x="4232284" y="2187258"/>
                  </a:lnTo>
                  <a:lnTo>
                    <a:pt x="4233995" y="2159337"/>
                  </a:lnTo>
                  <a:lnTo>
                    <a:pt x="4235706" y="2175978"/>
                  </a:lnTo>
                  <a:lnTo>
                    <a:pt x="4237418" y="2155268"/>
                  </a:lnTo>
                  <a:lnTo>
                    <a:pt x="4239129" y="2125646"/>
                  </a:lnTo>
                  <a:lnTo>
                    <a:pt x="4240841" y="2091178"/>
                  </a:lnTo>
                  <a:lnTo>
                    <a:pt x="4242552" y="2097925"/>
                  </a:lnTo>
                  <a:lnTo>
                    <a:pt x="4244263" y="2137313"/>
                  </a:lnTo>
                  <a:lnTo>
                    <a:pt x="4245975" y="2144356"/>
                  </a:lnTo>
                  <a:lnTo>
                    <a:pt x="4247686" y="2063163"/>
                  </a:lnTo>
                  <a:lnTo>
                    <a:pt x="4249398" y="2031892"/>
                  </a:lnTo>
                  <a:lnTo>
                    <a:pt x="4251109" y="2022785"/>
                  </a:lnTo>
                  <a:lnTo>
                    <a:pt x="4252820" y="2039597"/>
                  </a:lnTo>
                  <a:lnTo>
                    <a:pt x="4254532" y="2015247"/>
                  </a:lnTo>
                  <a:lnTo>
                    <a:pt x="4256243" y="2009420"/>
                  </a:lnTo>
                  <a:lnTo>
                    <a:pt x="4257955" y="2030544"/>
                  </a:lnTo>
                  <a:lnTo>
                    <a:pt x="4259666" y="2055196"/>
                  </a:lnTo>
                  <a:lnTo>
                    <a:pt x="4261377" y="2108014"/>
                  </a:lnTo>
                  <a:lnTo>
                    <a:pt x="4263089" y="2147621"/>
                  </a:lnTo>
                  <a:lnTo>
                    <a:pt x="4264800" y="2136197"/>
                  </a:lnTo>
                  <a:lnTo>
                    <a:pt x="4266512" y="2090532"/>
                  </a:lnTo>
                  <a:lnTo>
                    <a:pt x="4268223" y="2132537"/>
                  </a:lnTo>
                  <a:lnTo>
                    <a:pt x="4269934" y="2143358"/>
                  </a:lnTo>
                  <a:lnTo>
                    <a:pt x="4271646" y="2209590"/>
                  </a:lnTo>
                  <a:lnTo>
                    <a:pt x="4273357" y="2217193"/>
                  </a:lnTo>
                  <a:lnTo>
                    <a:pt x="4275069" y="2240332"/>
                  </a:lnTo>
                  <a:lnTo>
                    <a:pt x="4276780" y="2213182"/>
                  </a:lnTo>
                  <a:lnTo>
                    <a:pt x="4278491" y="2202801"/>
                  </a:lnTo>
                  <a:lnTo>
                    <a:pt x="4280203" y="2265118"/>
                  </a:lnTo>
                  <a:lnTo>
                    <a:pt x="4281914" y="2225255"/>
                  </a:lnTo>
                  <a:lnTo>
                    <a:pt x="4283626" y="2226224"/>
                  </a:lnTo>
                  <a:lnTo>
                    <a:pt x="4285337" y="2265413"/>
                  </a:lnTo>
                  <a:lnTo>
                    <a:pt x="4287048" y="2205241"/>
                  </a:lnTo>
                  <a:lnTo>
                    <a:pt x="4288760" y="2236112"/>
                  </a:lnTo>
                  <a:lnTo>
                    <a:pt x="4290471" y="2204655"/>
                  </a:lnTo>
                  <a:lnTo>
                    <a:pt x="4292183" y="2182720"/>
                  </a:lnTo>
                  <a:lnTo>
                    <a:pt x="4293894" y="2167193"/>
                  </a:lnTo>
                  <a:lnTo>
                    <a:pt x="4295605" y="2135652"/>
                  </a:lnTo>
                  <a:lnTo>
                    <a:pt x="4297317" y="2150519"/>
                  </a:lnTo>
                  <a:lnTo>
                    <a:pt x="4299028" y="2176645"/>
                  </a:lnTo>
                  <a:lnTo>
                    <a:pt x="4300740" y="2203616"/>
                  </a:lnTo>
                  <a:lnTo>
                    <a:pt x="4302451" y="2230260"/>
                  </a:lnTo>
                  <a:lnTo>
                    <a:pt x="4304162" y="2185915"/>
                  </a:lnTo>
                  <a:lnTo>
                    <a:pt x="4305874" y="2213632"/>
                  </a:lnTo>
                  <a:lnTo>
                    <a:pt x="4307585" y="2197657"/>
                  </a:lnTo>
                  <a:lnTo>
                    <a:pt x="4309297" y="2176675"/>
                  </a:lnTo>
                  <a:lnTo>
                    <a:pt x="4311008" y="2178352"/>
                  </a:lnTo>
                  <a:lnTo>
                    <a:pt x="4312719" y="2179619"/>
                  </a:lnTo>
                  <a:lnTo>
                    <a:pt x="4314431" y="2232076"/>
                  </a:lnTo>
                  <a:lnTo>
                    <a:pt x="4316142" y="2228093"/>
                  </a:lnTo>
                  <a:lnTo>
                    <a:pt x="4317854" y="2202012"/>
                  </a:lnTo>
                  <a:lnTo>
                    <a:pt x="4319565" y="2172480"/>
                  </a:lnTo>
                  <a:lnTo>
                    <a:pt x="4321276" y="2200369"/>
                  </a:lnTo>
                  <a:lnTo>
                    <a:pt x="4322988" y="2259396"/>
                  </a:lnTo>
                  <a:lnTo>
                    <a:pt x="4324699" y="2237129"/>
                  </a:lnTo>
                  <a:lnTo>
                    <a:pt x="4326410" y="2199410"/>
                  </a:lnTo>
                  <a:lnTo>
                    <a:pt x="4328122" y="2126243"/>
                  </a:lnTo>
                  <a:lnTo>
                    <a:pt x="4329833" y="2109231"/>
                  </a:lnTo>
                  <a:lnTo>
                    <a:pt x="4331545" y="2074217"/>
                  </a:lnTo>
                  <a:lnTo>
                    <a:pt x="4333256" y="2106280"/>
                  </a:lnTo>
                  <a:lnTo>
                    <a:pt x="4334967" y="2084550"/>
                  </a:lnTo>
                  <a:lnTo>
                    <a:pt x="4336679" y="2067112"/>
                  </a:lnTo>
                  <a:lnTo>
                    <a:pt x="4338390" y="2089160"/>
                  </a:lnTo>
                  <a:lnTo>
                    <a:pt x="4340102" y="2039691"/>
                  </a:lnTo>
                  <a:lnTo>
                    <a:pt x="4341813" y="2016230"/>
                  </a:lnTo>
                  <a:lnTo>
                    <a:pt x="4343524" y="2020808"/>
                  </a:lnTo>
                  <a:lnTo>
                    <a:pt x="4345236" y="2040910"/>
                  </a:lnTo>
                  <a:lnTo>
                    <a:pt x="4346947" y="2102890"/>
                  </a:lnTo>
                  <a:lnTo>
                    <a:pt x="4348659" y="2112834"/>
                  </a:lnTo>
                  <a:lnTo>
                    <a:pt x="4350370" y="2133041"/>
                  </a:lnTo>
                  <a:lnTo>
                    <a:pt x="4352081" y="2130528"/>
                  </a:lnTo>
                  <a:lnTo>
                    <a:pt x="4353793" y="2098923"/>
                  </a:lnTo>
                  <a:lnTo>
                    <a:pt x="4355504" y="2066533"/>
                  </a:lnTo>
                  <a:lnTo>
                    <a:pt x="4357216" y="2063527"/>
                  </a:lnTo>
                  <a:lnTo>
                    <a:pt x="4358927" y="2041215"/>
                  </a:lnTo>
                  <a:lnTo>
                    <a:pt x="4360638" y="2039531"/>
                  </a:lnTo>
                  <a:lnTo>
                    <a:pt x="4362350" y="2068551"/>
                  </a:lnTo>
                  <a:lnTo>
                    <a:pt x="4364061" y="2136547"/>
                  </a:lnTo>
                  <a:lnTo>
                    <a:pt x="4365773" y="2167772"/>
                  </a:lnTo>
                  <a:lnTo>
                    <a:pt x="4367484" y="2157432"/>
                  </a:lnTo>
                  <a:lnTo>
                    <a:pt x="4369195" y="2102914"/>
                  </a:lnTo>
                  <a:lnTo>
                    <a:pt x="4370907" y="2060424"/>
                  </a:lnTo>
                  <a:lnTo>
                    <a:pt x="4372618" y="2057682"/>
                  </a:lnTo>
                  <a:lnTo>
                    <a:pt x="4374330" y="2030711"/>
                  </a:lnTo>
                  <a:lnTo>
                    <a:pt x="4376041" y="2040007"/>
                  </a:lnTo>
                  <a:lnTo>
                    <a:pt x="4377752" y="2062543"/>
                  </a:lnTo>
                  <a:lnTo>
                    <a:pt x="4379464" y="2032776"/>
                  </a:lnTo>
                  <a:lnTo>
                    <a:pt x="4381175" y="2080776"/>
                  </a:lnTo>
                  <a:lnTo>
                    <a:pt x="4382887" y="2046051"/>
                  </a:lnTo>
                  <a:lnTo>
                    <a:pt x="4384598" y="2057225"/>
                  </a:lnTo>
                  <a:lnTo>
                    <a:pt x="4386309" y="2078182"/>
                  </a:lnTo>
                  <a:lnTo>
                    <a:pt x="4388021" y="2057373"/>
                  </a:lnTo>
                  <a:lnTo>
                    <a:pt x="4389732" y="2034043"/>
                  </a:lnTo>
                  <a:lnTo>
                    <a:pt x="4391444" y="2055744"/>
                  </a:lnTo>
                  <a:lnTo>
                    <a:pt x="4393155" y="2094102"/>
                  </a:lnTo>
                  <a:lnTo>
                    <a:pt x="4394866" y="2099509"/>
                  </a:lnTo>
                  <a:lnTo>
                    <a:pt x="4396578" y="2159984"/>
                  </a:lnTo>
                  <a:lnTo>
                    <a:pt x="4398289" y="2178886"/>
                  </a:lnTo>
                  <a:lnTo>
                    <a:pt x="4400001" y="2213482"/>
                  </a:lnTo>
                  <a:lnTo>
                    <a:pt x="4401712" y="2295547"/>
                  </a:lnTo>
                  <a:lnTo>
                    <a:pt x="4403423" y="2318386"/>
                  </a:lnTo>
                  <a:lnTo>
                    <a:pt x="4405135" y="2319313"/>
                  </a:lnTo>
                  <a:lnTo>
                    <a:pt x="4406846" y="2345105"/>
                  </a:lnTo>
                  <a:lnTo>
                    <a:pt x="4408558" y="2352091"/>
                  </a:lnTo>
                  <a:lnTo>
                    <a:pt x="4410269" y="2355334"/>
                  </a:lnTo>
                  <a:lnTo>
                    <a:pt x="4411980" y="2346260"/>
                  </a:lnTo>
                  <a:lnTo>
                    <a:pt x="4413692" y="2344903"/>
                  </a:lnTo>
                  <a:lnTo>
                    <a:pt x="4415403" y="2330748"/>
                  </a:lnTo>
                  <a:lnTo>
                    <a:pt x="4417115" y="2304048"/>
                  </a:lnTo>
                  <a:lnTo>
                    <a:pt x="4418826" y="2272864"/>
                  </a:lnTo>
                  <a:lnTo>
                    <a:pt x="4420537" y="2224898"/>
                  </a:lnTo>
                  <a:lnTo>
                    <a:pt x="4422249" y="2180520"/>
                  </a:lnTo>
                  <a:lnTo>
                    <a:pt x="4423960" y="2203663"/>
                  </a:lnTo>
                  <a:lnTo>
                    <a:pt x="4425672" y="2178346"/>
                  </a:lnTo>
                  <a:lnTo>
                    <a:pt x="4427383" y="2167080"/>
                  </a:lnTo>
                  <a:lnTo>
                    <a:pt x="4429094" y="2189916"/>
                  </a:lnTo>
                  <a:lnTo>
                    <a:pt x="4430806" y="2174038"/>
                  </a:lnTo>
                  <a:lnTo>
                    <a:pt x="4432517" y="2160996"/>
                  </a:lnTo>
                  <a:lnTo>
                    <a:pt x="4434228" y="2198842"/>
                  </a:lnTo>
                  <a:lnTo>
                    <a:pt x="4435940" y="2161820"/>
                  </a:lnTo>
                  <a:lnTo>
                    <a:pt x="4437651" y="2137353"/>
                  </a:lnTo>
                  <a:lnTo>
                    <a:pt x="4439363" y="2159980"/>
                  </a:lnTo>
                  <a:lnTo>
                    <a:pt x="4441074" y="2133939"/>
                  </a:lnTo>
                  <a:lnTo>
                    <a:pt x="4442785" y="2177297"/>
                  </a:lnTo>
                  <a:lnTo>
                    <a:pt x="4444497" y="2219437"/>
                  </a:lnTo>
                  <a:lnTo>
                    <a:pt x="4446208" y="2227286"/>
                  </a:lnTo>
                  <a:lnTo>
                    <a:pt x="4447920" y="2263176"/>
                  </a:lnTo>
                  <a:lnTo>
                    <a:pt x="4449631" y="2266478"/>
                  </a:lnTo>
                  <a:lnTo>
                    <a:pt x="4451342" y="2288439"/>
                  </a:lnTo>
                  <a:lnTo>
                    <a:pt x="4453054" y="2240144"/>
                  </a:lnTo>
                  <a:lnTo>
                    <a:pt x="4454765" y="2237404"/>
                  </a:lnTo>
                  <a:lnTo>
                    <a:pt x="4456477" y="2280112"/>
                  </a:lnTo>
                  <a:lnTo>
                    <a:pt x="4458188" y="2258475"/>
                  </a:lnTo>
                  <a:lnTo>
                    <a:pt x="4459899" y="2251403"/>
                  </a:lnTo>
                  <a:lnTo>
                    <a:pt x="4461611" y="2238541"/>
                  </a:lnTo>
                  <a:lnTo>
                    <a:pt x="4463322" y="2244945"/>
                  </a:lnTo>
                  <a:lnTo>
                    <a:pt x="4465034" y="2271092"/>
                  </a:lnTo>
                  <a:lnTo>
                    <a:pt x="4466745" y="2296890"/>
                  </a:lnTo>
                  <a:lnTo>
                    <a:pt x="4468456" y="2259632"/>
                  </a:lnTo>
                  <a:lnTo>
                    <a:pt x="4470168" y="2288233"/>
                  </a:lnTo>
                  <a:lnTo>
                    <a:pt x="4471879" y="2238683"/>
                  </a:lnTo>
                  <a:lnTo>
                    <a:pt x="4473591" y="2241232"/>
                  </a:lnTo>
                  <a:lnTo>
                    <a:pt x="4475302" y="2157724"/>
                  </a:lnTo>
                  <a:lnTo>
                    <a:pt x="4477013" y="2092683"/>
                  </a:lnTo>
                  <a:lnTo>
                    <a:pt x="4478725" y="2144494"/>
                  </a:lnTo>
                  <a:lnTo>
                    <a:pt x="4480436" y="2174478"/>
                  </a:lnTo>
                  <a:lnTo>
                    <a:pt x="4482148" y="2201979"/>
                  </a:lnTo>
                  <a:lnTo>
                    <a:pt x="4483859" y="2231558"/>
                  </a:lnTo>
                  <a:lnTo>
                    <a:pt x="4485570" y="2174395"/>
                  </a:lnTo>
                  <a:lnTo>
                    <a:pt x="4487282" y="2187577"/>
                  </a:lnTo>
                  <a:lnTo>
                    <a:pt x="4488993" y="2179811"/>
                  </a:lnTo>
                  <a:lnTo>
                    <a:pt x="4490705" y="2151444"/>
                  </a:lnTo>
                  <a:lnTo>
                    <a:pt x="4492416" y="2169870"/>
                  </a:lnTo>
                  <a:lnTo>
                    <a:pt x="4494127" y="2209587"/>
                  </a:lnTo>
                  <a:lnTo>
                    <a:pt x="4495839" y="2219686"/>
                  </a:lnTo>
                  <a:lnTo>
                    <a:pt x="4497550" y="2193312"/>
                  </a:lnTo>
                  <a:lnTo>
                    <a:pt x="4499262" y="2204415"/>
                  </a:lnTo>
                  <a:lnTo>
                    <a:pt x="4500973" y="2164331"/>
                  </a:lnTo>
                  <a:lnTo>
                    <a:pt x="4502684" y="2181968"/>
                  </a:lnTo>
                  <a:lnTo>
                    <a:pt x="4504396" y="2237414"/>
                  </a:lnTo>
                  <a:lnTo>
                    <a:pt x="4506107" y="2237020"/>
                  </a:lnTo>
                  <a:lnTo>
                    <a:pt x="4507819" y="2291315"/>
                  </a:lnTo>
                  <a:lnTo>
                    <a:pt x="4509530" y="2280577"/>
                  </a:lnTo>
                  <a:lnTo>
                    <a:pt x="4511241" y="2263413"/>
                  </a:lnTo>
                  <a:lnTo>
                    <a:pt x="4512953" y="2291883"/>
                  </a:lnTo>
                  <a:lnTo>
                    <a:pt x="4514664" y="2244248"/>
                  </a:lnTo>
                  <a:lnTo>
                    <a:pt x="4516376" y="2255637"/>
                  </a:lnTo>
                  <a:lnTo>
                    <a:pt x="4518087" y="2202567"/>
                  </a:lnTo>
                  <a:lnTo>
                    <a:pt x="4519798" y="2147867"/>
                  </a:lnTo>
                  <a:lnTo>
                    <a:pt x="4521510" y="2188255"/>
                  </a:lnTo>
                  <a:lnTo>
                    <a:pt x="4523221" y="2131392"/>
                  </a:lnTo>
                  <a:lnTo>
                    <a:pt x="4524933" y="2098440"/>
                  </a:lnTo>
                  <a:lnTo>
                    <a:pt x="4526644" y="2088845"/>
                  </a:lnTo>
                  <a:lnTo>
                    <a:pt x="4528355" y="2003992"/>
                  </a:lnTo>
                  <a:lnTo>
                    <a:pt x="4530067" y="1977456"/>
                  </a:lnTo>
                  <a:lnTo>
                    <a:pt x="4531778" y="2011416"/>
                  </a:lnTo>
                  <a:lnTo>
                    <a:pt x="4533489" y="2028822"/>
                  </a:lnTo>
                  <a:lnTo>
                    <a:pt x="4535201" y="2038389"/>
                  </a:lnTo>
                  <a:lnTo>
                    <a:pt x="4536912" y="2057586"/>
                  </a:lnTo>
                  <a:lnTo>
                    <a:pt x="4538624" y="2113703"/>
                  </a:lnTo>
                  <a:lnTo>
                    <a:pt x="4540335" y="2121997"/>
                  </a:lnTo>
                  <a:lnTo>
                    <a:pt x="4542046" y="2156522"/>
                  </a:lnTo>
                  <a:lnTo>
                    <a:pt x="4543758" y="2163088"/>
                  </a:lnTo>
                  <a:lnTo>
                    <a:pt x="4545469" y="2195549"/>
                  </a:lnTo>
                  <a:lnTo>
                    <a:pt x="4547181" y="2202369"/>
                  </a:lnTo>
                  <a:lnTo>
                    <a:pt x="4548892" y="2237273"/>
                  </a:lnTo>
                  <a:lnTo>
                    <a:pt x="4550603" y="2266846"/>
                  </a:lnTo>
                  <a:lnTo>
                    <a:pt x="4552315" y="2270990"/>
                  </a:lnTo>
                  <a:lnTo>
                    <a:pt x="4554026" y="2295006"/>
                  </a:lnTo>
                  <a:lnTo>
                    <a:pt x="4555738" y="2316744"/>
                  </a:lnTo>
                  <a:lnTo>
                    <a:pt x="4557449" y="2325461"/>
                  </a:lnTo>
                  <a:lnTo>
                    <a:pt x="4559160" y="2320701"/>
                  </a:lnTo>
                  <a:lnTo>
                    <a:pt x="4560872" y="2294725"/>
                  </a:lnTo>
                  <a:lnTo>
                    <a:pt x="4562583" y="2292090"/>
                  </a:lnTo>
                  <a:lnTo>
                    <a:pt x="4564295" y="2225764"/>
                  </a:lnTo>
                  <a:lnTo>
                    <a:pt x="4566006" y="2200215"/>
                  </a:lnTo>
                  <a:lnTo>
                    <a:pt x="4567717" y="2200696"/>
                  </a:lnTo>
                  <a:lnTo>
                    <a:pt x="4569429" y="2128962"/>
                  </a:lnTo>
                  <a:lnTo>
                    <a:pt x="4571140" y="2142777"/>
                  </a:lnTo>
                  <a:lnTo>
                    <a:pt x="4572852" y="2113305"/>
                  </a:lnTo>
                  <a:lnTo>
                    <a:pt x="4574563" y="2131007"/>
                  </a:lnTo>
                  <a:lnTo>
                    <a:pt x="4576274" y="2139088"/>
                  </a:lnTo>
                  <a:lnTo>
                    <a:pt x="4577986" y="2215277"/>
                  </a:lnTo>
                  <a:lnTo>
                    <a:pt x="4579697" y="2229256"/>
                  </a:lnTo>
                  <a:lnTo>
                    <a:pt x="4581409" y="2196335"/>
                  </a:lnTo>
                  <a:lnTo>
                    <a:pt x="4583120" y="2235607"/>
                  </a:lnTo>
                  <a:lnTo>
                    <a:pt x="4584831" y="2217692"/>
                  </a:lnTo>
                  <a:lnTo>
                    <a:pt x="4586543" y="2219234"/>
                  </a:lnTo>
                  <a:lnTo>
                    <a:pt x="4588254" y="2217811"/>
                  </a:lnTo>
                  <a:lnTo>
                    <a:pt x="4589966" y="2224407"/>
                  </a:lnTo>
                  <a:lnTo>
                    <a:pt x="4591677" y="2280168"/>
                  </a:lnTo>
                  <a:lnTo>
                    <a:pt x="4593388" y="2269937"/>
                  </a:lnTo>
                  <a:lnTo>
                    <a:pt x="4595100" y="2254750"/>
                  </a:lnTo>
                  <a:lnTo>
                    <a:pt x="4596811" y="2291605"/>
                  </a:lnTo>
                  <a:lnTo>
                    <a:pt x="4598523" y="2275093"/>
                  </a:lnTo>
                  <a:lnTo>
                    <a:pt x="4600234" y="2273491"/>
                  </a:lnTo>
                  <a:lnTo>
                    <a:pt x="4601945" y="2271281"/>
                  </a:lnTo>
                  <a:lnTo>
                    <a:pt x="4603657" y="2283475"/>
                  </a:lnTo>
                  <a:lnTo>
                    <a:pt x="4605368" y="2290968"/>
                  </a:lnTo>
                  <a:lnTo>
                    <a:pt x="4607080" y="2271652"/>
                  </a:lnTo>
                  <a:lnTo>
                    <a:pt x="4608791" y="2264794"/>
                  </a:lnTo>
                  <a:lnTo>
                    <a:pt x="4610502" y="2293038"/>
                  </a:lnTo>
                  <a:lnTo>
                    <a:pt x="4612214" y="2263325"/>
                  </a:lnTo>
                  <a:lnTo>
                    <a:pt x="4613925" y="2307648"/>
                  </a:lnTo>
                  <a:lnTo>
                    <a:pt x="4615637" y="2235412"/>
                  </a:lnTo>
                  <a:lnTo>
                    <a:pt x="4617348" y="2207769"/>
                  </a:lnTo>
                  <a:lnTo>
                    <a:pt x="4619059" y="2161200"/>
                  </a:lnTo>
                  <a:lnTo>
                    <a:pt x="4620771" y="2111628"/>
                  </a:lnTo>
                  <a:lnTo>
                    <a:pt x="4622482" y="2107408"/>
                  </a:lnTo>
                  <a:lnTo>
                    <a:pt x="4624194" y="2090640"/>
                  </a:lnTo>
                  <a:lnTo>
                    <a:pt x="4625905" y="2096972"/>
                  </a:lnTo>
                  <a:lnTo>
                    <a:pt x="4627616" y="2047604"/>
                  </a:lnTo>
                  <a:lnTo>
                    <a:pt x="4629328" y="2060234"/>
                  </a:lnTo>
                  <a:lnTo>
                    <a:pt x="4631039" y="2091204"/>
                  </a:lnTo>
                  <a:lnTo>
                    <a:pt x="4632751" y="2033958"/>
                  </a:lnTo>
                  <a:lnTo>
                    <a:pt x="4634462" y="2007834"/>
                  </a:lnTo>
                  <a:lnTo>
                    <a:pt x="4636173" y="1975202"/>
                  </a:lnTo>
                  <a:lnTo>
                    <a:pt x="4637885" y="2038809"/>
                  </a:lnTo>
                  <a:lnTo>
                    <a:pt x="4639596" y="2032468"/>
                  </a:lnTo>
                  <a:lnTo>
                    <a:pt x="4641307" y="2009428"/>
                  </a:lnTo>
                  <a:lnTo>
                    <a:pt x="4643019" y="1980330"/>
                  </a:lnTo>
                  <a:lnTo>
                    <a:pt x="4644730" y="1978693"/>
                  </a:lnTo>
                  <a:lnTo>
                    <a:pt x="4646442" y="1996596"/>
                  </a:lnTo>
                  <a:lnTo>
                    <a:pt x="4648153" y="1966702"/>
                  </a:lnTo>
                  <a:lnTo>
                    <a:pt x="4649864" y="1935743"/>
                  </a:lnTo>
                  <a:lnTo>
                    <a:pt x="4651576" y="1933548"/>
                  </a:lnTo>
                  <a:lnTo>
                    <a:pt x="4653287" y="1981332"/>
                  </a:lnTo>
                  <a:lnTo>
                    <a:pt x="4654999" y="2020231"/>
                  </a:lnTo>
                  <a:lnTo>
                    <a:pt x="4656710" y="1985675"/>
                  </a:lnTo>
                  <a:lnTo>
                    <a:pt x="4658421" y="1956854"/>
                  </a:lnTo>
                  <a:lnTo>
                    <a:pt x="4660133" y="2031059"/>
                  </a:lnTo>
                  <a:lnTo>
                    <a:pt x="4661844" y="1987679"/>
                  </a:lnTo>
                  <a:lnTo>
                    <a:pt x="4663556" y="1999907"/>
                  </a:lnTo>
                  <a:lnTo>
                    <a:pt x="4665267" y="1968615"/>
                  </a:lnTo>
                  <a:lnTo>
                    <a:pt x="4666978" y="1997727"/>
                  </a:lnTo>
                  <a:lnTo>
                    <a:pt x="4668690" y="1976271"/>
                  </a:lnTo>
                  <a:lnTo>
                    <a:pt x="4670401" y="2041932"/>
                  </a:lnTo>
                  <a:lnTo>
                    <a:pt x="4672113" y="2020346"/>
                  </a:lnTo>
                  <a:lnTo>
                    <a:pt x="4673824" y="1985467"/>
                  </a:lnTo>
                  <a:lnTo>
                    <a:pt x="4675535" y="2020234"/>
                  </a:lnTo>
                  <a:lnTo>
                    <a:pt x="4677247" y="2028848"/>
                  </a:lnTo>
                  <a:lnTo>
                    <a:pt x="4678958" y="2045969"/>
                  </a:lnTo>
                  <a:lnTo>
                    <a:pt x="4680670" y="2086409"/>
                  </a:lnTo>
                  <a:lnTo>
                    <a:pt x="4682381" y="2031779"/>
                  </a:lnTo>
                  <a:lnTo>
                    <a:pt x="4684092" y="1974851"/>
                  </a:lnTo>
                  <a:lnTo>
                    <a:pt x="4685804" y="1976192"/>
                  </a:lnTo>
                  <a:lnTo>
                    <a:pt x="4687515" y="1990219"/>
                  </a:lnTo>
                  <a:lnTo>
                    <a:pt x="4689227" y="2013696"/>
                  </a:lnTo>
                  <a:lnTo>
                    <a:pt x="4690938" y="1944239"/>
                  </a:lnTo>
                  <a:lnTo>
                    <a:pt x="4692649" y="1949631"/>
                  </a:lnTo>
                  <a:lnTo>
                    <a:pt x="4694361" y="1948366"/>
                  </a:lnTo>
                  <a:lnTo>
                    <a:pt x="4696072" y="1965460"/>
                  </a:lnTo>
                  <a:lnTo>
                    <a:pt x="4697784" y="1942715"/>
                  </a:lnTo>
                  <a:lnTo>
                    <a:pt x="4699495" y="1937464"/>
                  </a:lnTo>
                  <a:lnTo>
                    <a:pt x="4701206" y="1916710"/>
                  </a:lnTo>
                  <a:lnTo>
                    <a:pt x="4702918" y="1946956"/>
                  </a:lnTo>
                  <a:lnTo>
                    <a:pt x="4704629" y="1878350"/>
                  </a:lnTo>
                  <a:lnTo>
                    <a:pt x="4706341" y="1905423"/>
                  </a:lnTo>
                  <a:lnTo>
                    <a:pt x="4708052" y="1903878"/>
                  </a:lnTo>
                  <a:lnTo>
                    <a:pt x="4709763" y="1925155"/>
                  </a:lnTo>
                  <a:lnTo>
                    <a:pt x="4711475" y="1904215"/>
                  </a:lnTo>
                  <a:lnTo>
                    <a:pt x="4713186" y="1911698"/>
                  </a:lnTo>
                  <a:lnTo>
                    <a:pt x="4714898" y="1893978"/>
                  </a:lnTo>
                  <a:lnTo>
                    <a:pt x="4716609" y="1939870"/>
                  </a:lnTo>
                  <a:lnTo>
                    <a:pt x="4718320" y="1917378"/>
                  </a:lnTo>
                  <a:lnTo>
                    <a:pt x="4720032" y="1899471"/>
                  </a:lnTo>
                  <a:lnTo>
                    <a:pt x="4721743" y="1895849"/>
                  </a:lnTo>
                  <a:lnTo>
                    <a:pt x="4723455" y="1950855"/>
                  </a:lnTo>
                  <a:lnTo>
                    <a:pt x="4725166" y="1988175"/>
                  </a:lnTo>
                  <a:lnTo>
                    <a:pt x="4726877" y="1897745"/>
                  </a:lnTo>
                  <a:lnTo>
                    <a:pt x="4728589" y="1870373"/>
                  </a:lnTo>
                  <a:lnTo>
                    <a:pt x="4730300" y="1935122"/>
                  </a:lnTo>
                  <a:lnTo>
                    <a:pt x="4732012" y="1914179"/>
                  </a:lnTo>
                  <a:lnTo>
                    <a:pt x="4733723" y="1963233"/>
                  </a:lnTo>
                  <a:lnTo>
                    <a:pt x="4735434" y="1906189"/>
                  </a:lnTo>
                  <a:lnTo>
                    <a:pt x="4737146" y="1893562"/>
                  </a:lnTo>
                  <a:lnTo>
                    <a:pt x="4738857" y="1902004"/>
                  </a:lnTo>
                  <a:lnTo>
                    <a:pt x="4740569" y="1896165"/>
                  </a:lnTo>
                  <a:lnTo>
                    <a:pt x="4742280" y="1887329"/>
                  </a:lnTo>
                  <a:lnTo>
                    <a:pt x="4743991" y="1911360"/>
                  </a:lnTo>
                  <a:lnTo>
                    <a:pt x="4745703" y="2008741"/>
                  </a:lnTo>
                  <a:lnTo>
                    <a:pt x="4747414" y="2010293"/>
                  </a:lnTo>
                  <a:lnTo>
                    <a:pt x="4749125" y="1950801"/>
                  </a:lnTo>
                  <a:lnTo>
                    <a:pt x="4750837" y="1936935"/>
                  </a:lnTo>
                  <a:lnTo>
                    <a:pt x="4752548" y="1988149"/>
                  </a:lnTo>
                  <a:lnTo>
                    <a:pt x="4754260" y="2008226"/>
                  </a:lnTo>
                  <a:lnTo>
                    <a:pt x="4755971" y="2014592"/>
                  </a:lnTo>
                  <a:lnTo>
                    <a:pt x="4757682" y="2025732"/>
                  </a:lnTo>
                  <a:lnTo>
                    <a:pt x="4759394" y="1983837"/>
                  </a:lnTo>
                  <a:lnTo>
                    <a:pt x="4761105" y="1978755"/>
                  </a:lnTo>
                  <a:lnTo>
                    <a:pt x="4762817" y="2011750"/>
                  </a:lnTo>
                  <a:lnTo>
                    <a:pt x="4764528" y="2006677"/>
                  </a:lnTo>
                  <a:lnTo>
                    <a:pt x="4766239" y="1997654"/>
                  </a:lnTo>
                  <a:lnTo>
                    <a:pt x="4767951" y="1981881"/>
                  </a:lnTo>
                  <a:lnTo>
                    <a:pt x="4769662" y="2007018"/>
                  </a:lnTo>
                  <a:lnTo>
                    <a:pt x="4771374" y="1975208"/>
                  </a:lnTo>
                  <a:lnTo>
                    <a:pt x="4773085" y="1919012"/>
                  </a:lnTo>
                  <a:lnTo>
                    <a:pt x="4774796" y="1921270"/>
                  </a:lnTo>
                  <a:lnTo>
                    <a:pt x="4776508" y="1949841"/>
                  </a:lnTo>
                  <a:lnTo>
                    <a:pt x="4778219" y="1969374"/>
                  </a:lnTo>
                  <a:lnTo>
                    <a:pt x="4779931" y="2011078"/>
                  </a:lnTo>
                  <a:lnTo>
                    <a:pt x="4781642" y="1966999"/>
                  </a:lnTo>
                  <a:lnTo>
                    <a:pt x="4783353" y="1987662"/>
                  </a:lnTo>
                  <a:lnTo>
                    <a:pt x="4785065" y="2048059"/>
                  </a:lnTo>
                  <a:lnTo>
                    <a:pt x="4786776" y="2013775"/>
                  </a:lnTo>
                  <a:lnTo>
                    <a:pt x="4788488" y="1932040"/>
                  </a:lnTo>
                  <a:lnTo>
                    <a:pt x="4790199" y="1969501"/>
                  </a:lnTo>
                  <a:lnTo>
                    <a:pt x="4791910" y="1960285"/>
                  </a:lnTo>
                  <a:lnTo>
                    <a:pt x="4793622" y="1981494"/>
                  </a:lnTo>
                  <a:lnTo>
                    <a:pt x="4795333" y="1985866"/>
                  </a:lnTo>
                  <a:lnTo>
                    <a:pt x="4797045" y="1917721"/>
                  </a:lnTo>
                  <a:lnTo>
                    <a:pt x="4798756" y="1923553"/>
                  </a:lnTo>
                  <a:lnTo>
                    <a:pt x="4800467" y="1944097"/>
                  </a:lnTo>
                  <a:lnTo>
                    <a:pt x="4802179" y="1941112"/>
                  </a:lnTo>
                  <a:lnTo>
                    <a:pt x="4803890" y="1946796"/>
                  </a:lnTo>
                  <a:lnTo>
                    <a:pt x="4805602" y="1923251"/>
                  </a:lnTo>
                  <a:lnTo>
                    <a:pt x="4807313" y="1963486"/>
                  </a:lnTo>
                  <a:lnTo>
                    <a:pt x="4809024" y="1985091"/>
                  </a:lnTo>
                  <a:lnTo>
                    <a:pt x="4810736" y="1935627"/>
                  </a:lnTo>
                  <a:lnTo>
                    <a:pt x="4812447" y="1972002"/>
                  </a:lnTo>
                  <a:lnTo>
                    <a:pt x="4814159" y="2030146"/>
                  </a:lnTo>
                  <a:lnTo>
                    <a:pt x="4815870" y="2040545"/>
                  </a:lnTo>
                  <a:lnTo>
                    <a:pt x="4817581" y="2094154"/>
                  </a:lnTo>
                  <a:lnTo>
                    <a:pt x="4819293" y="2161388"/>
                  </a:lnTo>
                  <a:lnTo>
                    <a:pt x="4821004" y="2187270"/>
                  </a:lnTo>
                  <a:lnTo>
                    <a:pt x="4822716" y="2207790"/>
                  </a:lnTo>
                  <a:lnTo>
                    <a:pt x="4824427" y="2185261"/>
                  </a:lnTo>
                  <a:lnTo>
                    <a:pt x="4826138" y="2239141"/>
                  </a:lnTo>
                  <a:lnTo>
                    <a:pt x="4827850" y="2225890"/>
                  </a:lnTo>
                  <a:lnTo>
                    <a:pt x="4829561" y="2244210"/>
                  </a:lnTo>
                  <a:lnTo>
                    <a:pt x="4831273" y="2230866"/>
                  </a:lnTo>
                  <a:lnTo>
                    <a:pt x="4832984" y="2263346"/>
                  </a:lnTo>
                  <a:lnTo>
                    <a:pt x="4834695" y="2227741"/>
                  </a:lnTo>
                  <a:lnTo>
                    <a:pt x="4836407" y="2214283"/>
                  </a:lnTo>
                  <a:lnTo>
                    <a:pt x="4838118" y="2219460"/>
                  </a:lnTo>
                  <a:lnTo>
                    <a:pt x="4839830" y="2185255"/>
                  </a:lnTo>
                  <a:lnTo>
                    <a:pt x="4841541" y="2164564"/>
                  </a:lnTo>
                  <a:lnTo>
                    <a:pt x="4843252" y="2131550"/>
                  </a:lnTo>
                  <a:lnTo>
                    <a:pt x="4844964" y="2152992"/>
                  </a:lnTo>
                  <a:lnTo>
                    <a:pt x="4846675" y="2123729"/>
                  </a:lnTo>
                  <a:lnTo>
                    <a:pt x="4848387" y="2091270"/>
                  </a:lnTo>
                  <a:lnTo>
                    <a:pt x="4850098" y="2121137"/>
                  </a:lnTo>
                  <a:lnTo>
                    <a:pt x="4851809" y="2096106"/>
                  </a:lnTo>
                  <a:lnTo>
                    <a:pt x="4853521" y="2063267"/>
                  </a:lnTo>
                  <a:lnTo>
                    <a:pt x="4855232" y="2002102"/>
                  </a:lnTo>
                  <a:lnTo>
                    <a:pt x="4856943" y="1986155"/>
                  </a:lnTo>
                  <a:lnTo>
                    <a:pt x="4858655" y="1912409"/>
                  </a:lnTo>
                  <a:lnTo>
                    <a:pt x="4860366" y="1920793"/>
                  </a:lnTo>
                  <a:lnTo>
                    <a:pt x="4862078" y="1923548"/>
                  </a:lnTo>
                  <a:lnTo>
                    <a:pt x="4863789" y="1888746"/>
                  </a:lnTo>
                  <a:lnTo>
                    <a:pt x="4865500" y="1919425"/>
                  </a:lnTo>
                  <a:lnTo>
                    <a:pt x="4867212" y="1914444"/>
                  </a:lnTo>
                  <a:lnTo>
                    <a:pt x="4868923" y="1975522"/>
                  </a:lnTo>
                  <a:lnTo>
                    <a:pt x="4870635" y="1981145"/>
                  </a:lnTo>
                  <a:lnTo>
                    <a:pt x="4872346" y="1944164"/>
                  </a:lnTo>
                  <a:lnTo>
                    <a:pt x="4874057" y="2033202"/>
                  </a:lnTo>
                  <a:lnTo>
                    <a:pt x="4875769" y="2041011"/>
                  </a:lnTo>
                  <a:lnTo>
                    <a:pt x="4877480" y="2083296"/>
                  </a:lnTo>
                  <a:lnTo>
                    <a:pt x="4879192" y="2087095"/>
                  </a:lnTo>
                  <a:lnTo>
                    <a:pt x="4880903" y="2066849"/>
                  </a:lnTo>
                  <a:lnTo>
                    <a:pt x="4882614" y="2122637"/>
                  </a:lnTo>
                  <a:lnTo>
                    <a:pt x="4884326" y="2076756"/>
                  </a:lnTo>
                  <a:lnTo>
                    <a:pt x="4886037" y="2073864"/>
                  </a:lnTo>
                  <a:lnTo>
                    <a:pt x="4887749" y="2022387"/>
                  </a:lnTo>
                  <a:lnTo>
                    <a:pt x="4889460" y="1965935"/>
                  </a:lnTo>
                  <a:lnTo>
                    <a:pt x="4891171" y="2012277"/>
                  </a:lnTo>
                  <a:lnTo>
                    <a:pt x="4892883" y="1983006"/>
                  </a:lnTo>
                  <a:lnTo>
                    <a:pt x="4894594" y="1942943"/>
                  </a:lnTo>
                  <a:lnTo>
                    <a:pt x="4896306" y="1973065"/>
                  </a:lnTo>
                  <a:lnTo>
                    <a:pt x="4898017" y="1958751"/>
                  </a:lnTo>
                  <a:lnTo>
                    <a:pt x="4899728" y="1971002"/>
                  </a:lnTo>
                  <a:lnTo>
                    <a:pt x="4901440" y="1976855"/>
                  </a:lnTo>
                  <a:lnTo>
                    <a:pt x="4903151" y="1935113"/>
                  </a:lnTo>
                  <a:lnTo>
                    <a:pt x="4904863" y="1951711"/>
                  </a:lnTo>
                  <a:lnTo>
                    <a:pt x="4906574" y="1968248"/>
                  </a:lnTo>
                  <a:lnTo>
                    <a:pt x="4908285" y="1942837"/>
                  </a:lnTo>
                  <a:lnTo>
                    <a:pt x="4909997" y="1975518"/>
                  </a:lnTo>
                  <a:lnTo>
                    <a:pt x="4911708" y="2006236"/>
                  </a:lnTo>
                  <a:lnTo>
                    <a:pt x="4913420" y="2078548"/>
                  </a:lnTo>
                  <a:lnTo>
                    <a:pt x="4915131" y="2110305"/>
                  </a:lnTo>
                  <a:lnTo>
                    <a:pt x="4916842" y="2161383"/>
                  </a:lnTo>
                  <a:lnTo>
                    <a:pt x="4918554" y="2223549"/>
                  </a:lnTo>
                  <a:lnTo>
                    <a:pt x="4920265" y="2220405"/>
                  </a:lnTo>
                  <a:lnTo>
                    <a:pt x="4921977" y="2237574"/>
                  </a:lnTo>
                  <a:lnTo>
                    <a:pt x="4923688" y="2236233"/>
                  </a:lnTo>
                  <a:lnTo>
                    <a:pt x="4925399" y="2210995"/>
                  </a:lnTo>
                  <a:lnTo>
                    <a:pt x="4927111" y="2242412"/>
                  </a:lnTo>
                  <a:lnTo>
                    <a:pt x="4928822" y="2198847"/>
                  </a:lnTo>
                  <a:lnTo>
                    <a:pt x="4930534" y="2197946"/>
                  </a:lnTo>
                  <a:lnTo>
                    <a:pt x="4932245" y="2153095"/>
                  </a:lnTo>
                  <a:lnTo>
                    <a:pt x="4933956" y="2157446"/>
                  </a:lnTo>
                  <a:lnTo>
                    <a:pt x="4935668" y="2108918"/>
                  </a:lnTo>
                  <a:lnTo>
                    <a:pt x="4937379" y="2089065"/>
                  </a:lnTo>
                  <a:lnTo>
                    <a:pt x="4939091" y="2051288"/>
                  </a:lnTo>
                  <a:lnTo>
                    <a:pt x="4940802" y="2022543"/>
                  </a:lnTo>
                  <a:lnTo>
                    <a:pt x="4942513" y="2066528"/>
                  </a:lnTo>
                  <a:lnTo>
                    <a:pt x="4944225" y="2023605"/>
                  </a:lnTo>
                  <a:lnTo>
                    <a:pt x="4945936" y="2016436"/>
                  </a:lnTo>
                  <a:lnTo>
                    <a:pt x="4947648" y="2036084"/>
                  </a:lnTo>
                  <a:lnTo>
                    <a:pt x="4949359" y="2065462"/>
                  </a:lnTo>
                  <a:lnTo>
                    <a:pt x="4951070" y="2086500"/>
                  </a:lnTo>
                  <a:lnTo>
                    <a:pt x="4952782" y="2127309"/>
                  </a:lnTo>
                  <a:lnTo>
                    <a:pt x="4954493" y="2121045"/>
                  </a:lnTo>
                  <a:lnTo>
                    <a:pt x="4956204" y="2159153"/>
                  </a:lnTo>
                  <a:lnTo>
                    <a:pt x="4957916" y="2155813"/>
                  </a:lnTo>
                  <a:lnTo>
                    <a:pt x="4959627" y="2163411"/>
                  </a:lnTo>
                  <a:lnTo>
                    <a:pt x="4961339" y="2158611"/>
                  </a:lnTo>
                  <a:lnTo>
                    <a:pt x="4963050" y="2145884"/>
                  </a:lnTo>
                  <a:lnTo>
                    <a:pt x="4964761" y="2120464"/>
                  </a:lnTo>
                  <a:lnTo>
                    <a:pt x="4966473" y="2138307"/>
                  </a:lnTo>
                  <a:lnTo>
                    <a:pt x="4968184" y="2132637"/>
                  </a:lnTo>
                  <a:lnTo>
                    <a:pt x="4969896" y="2134094"/>
                  </a:lnTo>
                  <a:lnTo>
                    <a:pt x="4971607" y="2113237"/>
                  </a:lnTo>
                  <a:lnTo>
                    <a:pt x="4973318" y="2099774"/>
                  </a:lnTo>
                  <a:lnTo>
                    <a:pt x="4975030" y="2079776"/>
                  </a:lnTo>
                  <a:lnTo>
                    <a:pt x="4976741" y="2058890"/>
                  </a:lnTo>
                  <a:lnTo>
                    <a:pt x="4978453" y="1994695"/>
                  </a:lnTo>
                  <a:lnTo>
                    <a:pt x="4980164" y="1994790"/>
                  </a:lnTo>
                  <a:lnTo>
                    <a:pt x="4981875" y="1944462"/>
                  </a:lnTo>
                  <a:lnTo>
                    <a:pt x="4983587" y="2011476"/>
                  </a:lnTo>
                  <a:lnTo>
                    <a:pt x="4985298" y="1985052"/>
                  </a:lnTo>
                  <a:lnTo>
                    <a:pt x="4987010" y="1999422"/>
                  </a:lnTo>
                  <a:lnTo>
                    <a:pt x="4988721" y="2016661"/>
                  </a:lnTo>
                  <a:lnTo>
                    <a:pt x="4990432" y="2098491"/>
                  </a:lnTo>
                  <a:lnTo>
                    <a:pt x="4992144" y="2148600"/>
                  </a:lnTo>
                  <a:lnTo>
                    <a:pt x="4993855" y="2138077"/>
                  </a:lnTo>
                  <a:lnTo>
                    <a:pt x="4995567" y="2132168"/>
                  </a:lnTo>
                  <a:lnTo>
                    <a:pt x="4997278" y="2133238"/>
                  </a:lnTo>
                  <a:lnTo>
                    <a:pt x="4998989" y="2110954"/>
                  </a:lnTo>
                  <a:lnTo>
                    <a:pt x="5000701" y="2149247"/>
                  </a:lnTo>
                  <a:lnTo>
                    <a:pt x="5002412" y="2125696"/>
                  </a:lnTo>
                  <a:lnTo>
                    <a:pt x="5004124" y="2149214"/>
                  </a:lnTo>
                  <a:lnTo>
                    <a:pt x="5005835" y="2116557"/>
                  </a:lnTo>
                  <a:lnTo>
                    <a:pt x="5007546" y="2093398"/>
                  </a:lnTo>
                  <a:lnTo>
                    <a:pt x="5009258" y="2155411"/>
                  </a:lnTo>
                  <a:lnTo>
                    <a:pt x="5010969" y="2162345"/>
                  </a:lnTo>
                  <a:lnTo>
                    <a:pt x="5012681" y="2160324"/>
                  </a:lnTo>
                  <a:lnTo>
                    <a:pt x="5014392" y="2218786"/>
                  </a:lnTo>
                  <a:lnTo>
                    <a:pt x="5016103" y="2160272"/>
                  </a:lnTo>
                  <a:lnTo>
                    <a:pt x="5017815" y="2181847"/>
                  </a:lnTo>
                  <a:lnTo>
                    <a:pt x="5019526" y="2155457"/>
                  </a:lnTo>
                  <a:lnTo>
                    <a:pt x="5021238" y="2171333"/>
                  </a:lnTo>
                  <a:lnTo>
                    <a:pt x="5022949" y="2234276"/>
                  </a:lnTo>
                  <a:lnTo>
                    <a:pt x="5024660" y="2195593"/>
                  </a:lnTo>
                  <a:lnTo>
                    <a:pt x="5026372" y="2272039"/>
                  </a:lnTo>
                  <a:lnTo>
                    <a:pt x="5028083" y="2260519"/>
                  </a:lnTo>
                  <a:lnTo>
                    <a:pt x="5029795" y="2288915"/>
                  </a:lnTo>
                  <a:lnTo>
                    <a:pt x="5031506" y="2322585"/>
                  </a:lnTo>
                  <a:lnTo>
                    <a:pt x="5033217" y="2282752"/>
                  </a:lnTo>
                  <a:lnTo>
                    <a:pt x="5034929" y="2299444"/>
                  </a:lnTo>
                  <a:lnTo>
                    <a:pt x="5036640" y="2284509"/>
                  </a:lnTo>
                  <a:lnTo>
                    <a:pt x="5038352" y="2300662"/>
                  </a:lnTo>
                  <a:lnTo>
                    <a:pt x="5040063" y="2331980"/>
                  </a:lnTo>
                  <a:lnTo>
                    <a:pt x="5041774" y="2275597"/>
                  </a:lnTo>
                  <a:lnTo>
                    <a:pt x="5043486" y="2262655"/>
                  </a:lnTo>
                  <a:lnTo>
                    <a:pt x="5045197" y="2290041"/>
                  </a:lnTo>
                  <a:lnTo>
                    <a:pt x="5046909" y="2282544"/>
                  </a:lnTo>
                  <a:lnTo>
                    <a:pt x="5048620" y="2296896"/>
                  </a:lnTo>
                  <a:lnTo>
                    <a:pt x="5050331" y="2309490"/>
                  </a:lnTo>
                  <a:lnTo>
                    <a:pt x="5052043" y="2348043"/>
                  </a:lnTo>
                  <a:lnTo>
                    <a:pt x="5053754" y="2375502"/>
                  </a:lnTo>
                  <a:lnTo>
                    <a:pt x="5055466" y="2313320"/>
                  </a:lnTo>
                  <a:lnTo>
                    <a:pt x="5057177" y="2344515"/>
                  </a:lnTo>
                  <a:lnTo>
                    <a:pt x="5058888" y="2313450"/>
                  </a:lnTo>
                  <a:lnTo>
                    <a:pt x="5060600" y="2301047"/>
                  </a:lnTo>
                  <a:lnTo>
                    <a:pt x="5062311" y="2286543"/>
                  </a:lnTo>
                  <a:lnTo>
                    <a:pt x="5064022" y="2272098"/>
                  </a:lnTo>
                  <a:lnTo>
                    <a:pt x="5065734" y="2275715"/>
                  </a:lnTo>
                  <a:lnTo>
                    <a:pt x="5067445" y="2287881"/>
                  </a:lnTo>
                  <a:lnTo>
                    <a:pt x="5069157" y="2336295"/>
                  </a:lnTo>
                  <a:lnTo>
                    <a:pt x="5070868" y="2290810"/>
                  </a:lnTo>
                  <a:lnTo>
                    <a:pt x="5072579" y="2325577"/>
                  </a:lnTo>
                  <a:lnTo>
                    <a:pt x="5074291" y="2312169"/>
                  </a:lnTo>
                  <a:lnTo>
                    <a:pt x="5076002" y="2279385"/>
                  </a:lnTo>
                  <a:lnTo>
                    <a:pt x="5077714" y="2300878"/>
                  </a:lnTo>
                  <a:lnTo>
                    <a:pt x="5079425" y="2289593"/>
                  </a:lnTo>
                  <a:lnTo>
                    <a:pt x="5081136" y="2314238"/>
                  </a:lnTo>
                  <a:lnTo>
                    <a:pt x="5082848" y="2316858"/>
                  </a:lnTo>
                  <a:lnTo>
                    <a:pt x="5084559" y="2305893"/>
                  </a:lnTo>
                  <a:lnTo>
                    <a:pt x="5086271" y="2314257"/>
                  </a:lnTo>
                  <a:lnTo>
                    <a:pt x="5087982" y="2281281"/>
                  </a:lnTo>
                  <a:lnTo>
                    <a:pt x="5089693" y="2276162"/>
                  </a:lnTo>
                  <a:lnTo>
                    <a:pt x="5091405" y="2279677"/>
                  </a:lnTo>
                  <a:lnTo>
                    <a:pt x="5093116" y="2290534"/>
                  </a:lnTo>
                  <a:lnTo>
                    <a:pt x="5094828" y="2343046"/>
                  </a:lnTo>
                  <a:lnTo>
                    <a:pt x="5096539" y="2353549"/>
                  </a:lnTo>
                  <a:lnTo>
                    <a:pt x="5098250" y="2331411"/>
                  </a:lnTo>
                  <a:lnTo>
                    <a:pt x="5099962" y="2341244"/>
                  </a:lnTo>
                  <a:lnTo>
                    <a:pt x="5101673" y="2333085"/>
                  </a:lnTo>
                  <a:lnTo>
                    <a:pt x="5103385" y="2321956"/>
                  </a:lnTo>
                  <a:lnTo>
                    <a:pt x="5105096" y="2288409"/>
                  </a:lnTo>
                  <a:lnTo>
                    <a:pt x="5106807" y="2258721"/>
                  </a:lnTo>
                  <a:lnTo>
                    <a:pt x="5108519" y="2256125"/>
                  </a:lnTo>
                  <a:lnTo>
                    <a:pt x="5110230" y="2195467"/>
                  </a:lnTo>
                  <a:lnTo>
                    <a:pt x="5111942" y="2109870"/>
                  </a:lnTo>
                  <a:lnTo>
                    <a:pt x="5113653" y="1970283"/>
                  </a:lnTo>
                  <a:lnTo>
                    <a:pt x="5115364" y="1888934"/>
                  </a:lnTo>
                  <a:lnTo>
                    <a:pt x="5117076" y="1957757"/>
                  </a:lnTo>
                  <a:lnTo>
                    <a:pt x="5118787" y="1921511"/>
                  </a:lnTo>
                  <a:lnTo>
                    <a:pt x="5120499" y="1921545"/>
                  </a:lnTo>
                  <a:lnTo>
                    <a:pt x="5122210" y="1816786"/>
                  </a:lnTo>
                  <a:lnTo>
                    <a:pt x="5123921" y="1881790"/>
                  </a:lnTo>
                  <a:lnTo>
                    <a:pt x="5125633" y="1917709"/>
                  </a:lnTo>
                  <a:lnTo>
                    <a:pt x="5127344" y="1939613"/>
                  </a:lnTo>
                  <a:lnTo>
                    <a:pt x="5129056" y="1975216"/>
                  </a:lnTo>
                  <a:lnTo>
                    <a:pt x="5130767" y="2010426"/>
                  </a:lnTo>
                  <a:lnTo>
                    <a:pt x="5132478" y="2177862"/>
                  </a:lnTo>
                  <a:lnTo>
                    <a:pt x="5134190" y="2205628"/>
                  </a:lnTo>
                  <a:lnTo>
                    <a:pt x="5135901" y="2184081"/>
                  </a:lnTo>
                  <a:lnTo>
                    <a:pt x="5137613" y="2227528"/>
                  </a:lnTo>
                  <a:lnTo>
                    <a:pt x="5139324" y="2262167"/>
                  </a:lnTo>
                  <a:lnTo>
                    <a:pt x="5141035" y="2268610"/>
                  </a:lnTo>
                  <a:lnTo>
                    <a:pt x="5142747" y="2284336"/>
                  </a:lnTo>
                  <a:lnTo>
                    <a:pt x="5144458" y="2230870"/>
                  </a:lnTo>
                  <a:lnTo>
                    <a:pt x="5146170" y="2256727"/>
                  </a:lnTo>
                  <a:lnTo>
                    <a:pt x="5147881" y="2254254"/>
                  </a:lnTo>
                  <a:lnTo>
                    <a:pt x="5149592" y="2308562"/>
                  </a:lnTo>
                  <a:lnTo>
                    <a:pt x="5151304" y="2237704"/>
                  </a:lnTo>
                  <a:lnTo>
                    <a:pt x="5153015" y="2236974"/>
                  </a:lnTo>
                  <a:lnTo>
                    <a:pt x="5154727" y="2217996"/>
                  </a:lnTo>
                  <a:lnTo>
                    <a:pt x="5156438" y="2152075"/>
                  </a:lnTo>
                  <a:lnTo>
                    <a:pt x="5158149" y="2096697"/>
                  </a:lnTo>
                  <a:lnTo>
                    <a:pt x="5159861" y="2039565"/>
                  </a:lnTo>
                  <a:lnTo>
                    <a:pt x="5161572" y="2045184"/>
                  </a:lnTo>
                  <a:lnTo>
                    <a:pt x="5163284" y="1966651"/>
                  </a:lnTo>
                  <a:lnTo>
                    <a:pt x="5164995" y="1986576"/>
                  </a:lnTo>
                  <a:lnTo>
                    <a:pt x="5166706" y="2117460"/>
                  </a:lnTo>
                  <a:lnTo>
                    <a:pt x="5168418" y="2172591"/>
                  </a:lnTo>
                  <a:lnTo>
                    <a:pt x="5170129" y="2216808"/>
                  </a:lnTo>
                  <a:lnTo>
                    <a:pt x="5171840" y="2168504"/>
                  </a:lnTo>
                  <a:lnTo>
                    <a:pt x="5173552" y="2187310"/>
                  </a:lnTo>
                  <a:lnTo>
                    <a:pt x="5175263" y="2247062"/>
                  </a:lnTo>
                  <a:lnTo>
                    <a:pt x="5176975" y="2252299"/>
                  </a:lnTo>
                  <a:lnTo>
                    <a:pt x="5178686" y="2260929"/>
                  </a:lnTo>
                  <a:lnTo>
                    <a:pt x="5180397" y="2258739"/>
                  </a:lnTo>
                  <a:lnTo>
                    <a:pt x="5182109" y="2308267"/>
                  </a:lnTo>
                  <a:lnTo>
                    <a:pt x="5183820" y="2290199"/>
                  </a:lnTo>
                  <a:lnTo>
                    <a:pt x="5185532" y="2282719"/>
                  </a:lnTo>
                  <a:lnTo>
                    <a:pt x="5187243" y="2258524"/>
                  </a:lnTo>
                  <a:lnTo>
                    <a:pt x="5188954" y="2226816"/>
                  </a:lnTo>
                  <a:lnTo>
                    <a:pt x="5190666" y="2247573"/>
                  </a:lnTo>
                  <a:lnTo>
                    <a:pt x="5192377" y="2199696"/>
                  </a:lnTo>
                  <a:lnTo>
                    <a:pt x="5194089" y="2167603"/>
                  </a:lnTo>
                  <a:lnTo>
                    <a:pt x="5195800" y="2160364"/>
                  </a:lnTo>
                  <a:lnTo>
                    <a:pt x="5197511" y="2102563"/>
                  </a:lnTo>
                  <a:lnTo>
                    <a:pt x="5199223" y="2030639"/>
                  </a:lnTo>
                  <a:lnTo>
                    <a:pt x="5200934" y="2030130"/>
                  </a:lnTo>
                  <a:lnTo>
                    <a:pt x="5202646" y="2000342"/>
                  </a:lnTo>
                  <a:lnTo>
                    <a:pt x="5204357" y="2072504"/>
                  </a:lnTo>
                  <a:lnTo>
                    <a:pt x="5206068" y="2086918"/>
                  </a:lnTo>
                  <a:lnTo>
                    <a:pt x="5207780" y="2097867"/>
                  </a:lnTo>
                  <a:lnTo>
                    <a:pt x="5209491" y="2110004"/>
                  </a:lnTo>
                  <a:lnTo>
                    <a:pt x="5211203" y="2055047"/>
                  </a:lnTo>
                  <a:lnTo>
                    <a:pt x="5212914" y="2018456"/>
                  </a:lnTo>
                  <a:lnTo>
                    <a:pt x="5214625" y="1913536"/>
                  </a:lnTo>
                  <a:lnTo>
                    <a:pt x="5216337" y="1875436"/>
                  </a:lnTo>
                  <a:lnTo>
                    <a:pt x="5218048" y="1832481"/>
                  </a:lnTo>
                  <a:lnTo>
                    <a:pt x="5219760" y="1787745"/>
                  </a:lnTo>
                  <a:lnTo>
                    <a:pt x="5221471" y="1783291"/>
                  </a:lnTo>
                  <a:lnTo>
                    <a:pt x="5223182" y="1687552"/>
                  </a:lnTo>
                  <a:lnTo>
                    <a:pt x="5224894" y="1741841"/>
                  </a:lnTo>
                  <a:lnTo>
                    <a:pt x="5226605" y="1774025"/>
                  </a:lnTo>
                  <a:lnTo>
                    <a:pt x="5228317" y="1758826"/>
                  </a:lnTo>
                  <a:lnTo>
                    <a:pt x="5230028" y="1802011"/>
                  </a:lnTo>
                  <a:lnTo>
                    <a:pt x="5231739" y="1777116"/>
                  </a:lnTo>
                  <a:lnTo>
                    <a:pt x="5233451" y="1822843"/>
                  </a:lnTo>
                  <a:lnTo>
                    <a:pt x="5235162" y="1858886"/>
                  </a:lnTo>
                  <a:lnTo>
                    <a:pt x="5236874" y="1959378"/>
                  </a:lnTo>
                  <a:lnTo>
                    <a:pt x="5238585" y="2029069"/>
                  </a:lnTo>
                  <a:lnTo>
                    <a:pt x="5240296" y="2003898"/>
                  </a:lnTo>
                  <a:lnTo>
                    <a:pt x="5242008" y="1928941"/>
                  </a:lnTo>
                  <a:lnTo>
                    <a:pt x="5243719" y="1876823"/>
                  </a:lnTo>
                  <a:lnTo>
                    <a:pt x="5245431" y="1903832"/>
                  </a:lnTo>
                  <a:lnTo>
                    <a:pt x="5247142" y="1914297"/>
                  </a:lnTo>
                  <a:lnTo>
                    <a:pt x="5248853" y="1837712"/>
                  </a:lnTo>
                  <a:lnTo>
                    <a:pt x="5250565" y="1786036"/>
                  </a:lnTo>
                  <a:lnTo>
                    <a:pt x="5252276" y="1745178"/>
                  </a:lnTo>
                  <a:lnTo>
                    <a:pt x="5253988" y="1722292"/>
                  </a:lnTo>
                  <a:lnTo>
                    <a:pt x="5255699" y="1663652"/>
                  </a:lnTo>
                  <a:lnTo>
                    <a:pt x="5257410" y="1693641"/>
                  </a:lnTo>
                  <a:lnTo>
                    <a:pt x="5259122" y="1755667"/>
                  </a:lnTo>
                  <a:lnTo>
                    <a:pt x="5260833" y="1696736"/>
                  </a:lnTo>
                  <a:lnTo>
                    <a:pt x="5262545" y="1788219"/>
                  </a:lnTo>
                  <a:lnTo>
                    <a:pt x="5264256" y="1803371"/>
                  </a:lnTo>
                  <a:lnTo>
                    <a:pt x="5265967" y="1771491"/>
                  </a:lnTo>
                  <a:lnTo>
                    <a:pt x="5267679" y="1721108"/>
                  </a:lnTo>
                  <a:lnTo>
                    <a:pt x="5269390" y="1656723"/>
                  </a:lnTo>
                  <a:lnTo>
                    <a:pt x="5271101" y="1661165"/>
                  </a:lnTo>
                  <a:lnTo>
                    <a:pt x="5272813" y="1704027"/>
                  </a:lnTo>
                  <a:lnTo>
                    <a:pt x="5274524" y="1652576"/>
                  </a:lnTo>
                  <a:lnTo>
                    <a:pt x="5276236" y="1694859"/>
                  </a:lnTo>
                  <a:lnTo>
                    <a:pt x="5277947" y="1689810"/>
                  </a:lnTo>
                  <a:lnTo>
                    <a:pt x="5279658" y="1703780"/>
                  </a:lnTo>
                  <a:lnTo>
                    <a:pt x="5281370" y="1837399"/>
                  </a:lnTo>
                  <a:lnTo>
                    <a:pt x="5283081" y="1860592"/>
                  </a:lnTo>
                  <a:lnTo>
                    <a:pt x="5284793" y="1904476"/>
                  </a:lnTo>
                  <a:lnTo>
                    <a:pt x="5286504" y="1813314"/>
                  </a:lnTo>
                  <a:lnTo>
                    <a:pt x="5288215" y="1722146"/>
                  </a:lnTo>
                  <a:lnTo>
                    <a:pt x="5289927" y="1696225"/>
                  </a:lnTo>
                  <a:lnTo>
                    <a:pt x="5291638" y="1670631"/>
                  </a:lnTo>
                  <a:lnTo>
                    <a:pt x="5293350" y="1700879"/>
                  </a:lnTo>
                  <a:lnTo>
                    <a:pt x="5295061" y="1753163"/>
                  </a:lnTo>
                  <a:lnTo>
                    <a:pt x="5296772" y="1645626"/>
                  </a:lnTo>
                  <a:lnTo>
                    <a:pt x="5298484" y="1637892"/>
                  </a:lnTo>
                  <a:lnTo>
                    <a:pt x="5300195" y="1609376"/>
                  </a:lnTo>
                  <a:lnTo>
                    <a:pt x="5301907" y="1495918"/>
                  </a:lnTo>
                  <a:lnTo>
                    <a:pt x="5303618" y="1488986"/>
                  </a:lnTo>
                  <a:lnTo>
                    <a:pt x="5305329" y="1489835"/>
                  </a:lnTo>
                  <a:lnTo>
                    <a:pt x="5307041" y="1684076"/>
                  </a:lnTo>
                  <a:lnTo>
                    <a:pt x="5308752" y="1668814"/>
                  </a:lnTo>
                  <a:lnTo>
                    <a:pt x="5310464" y="1649817"/>
                  </a:lnTo>
                  <a:lnTo>
                    <a:pt x="5312175" y="1643305"/>
                  </a:lnTo>
                  <a:lnTo>
                    <a:pt x="5313886" y="1401174"/>
                  </a:lnTo>
                  <a:lnTo>
                    <a:pt x="5315598" y="1288339"/>
                  </a:lnTo>
                  <a:lnTo>
                    <a:pt x="5317309" y="1337058"/>
                  </a:lnTo>
                  <a:lnTo>
                    <a:pt x="5319021" y="1280389"/>
                  </a:lnTo>
                  <a:lnTo>
                    <a:pt x="5320732" y="1128598"/>
                  </a:lnTo>
                  <a:lnTo>
                    <a:pt x="5322443" y="1097425"/>
                  </a:lnTo>
                  <a:lnTo>
                    <a:pt x="5324155" y="967917"/>
                  </a:lnTo>
                  <a:lnTo>
                    <a:pt x="5325866" y="926372"/>
                  </a:lnTo>
                  <a:lnTo>
                    <a:pt x="5327578" y="980814"/>
                  </a:lnTo>
                  <a:lnTo>
                    <a:pt x="5329289" y="890066"/>
                  </a:lnTo>
                  <a:lnTo>
                    <a:pt x="5331000" y="909678"/>
                  </a:lnTo>
                  <a:lnTo>
                    <a:pt x="5332712" y="862293"/>
                  </a:lnTo>
                  <a:lnTo>
                    <a:pt x="5334423" y="788920"/>
                  </a:lnTo>
                  <a:lnTo>
                    <a:pt x="5336135" y="870114"/>
                  </a:lnTo>
                  <a:lnTo>
                    <a:pt x="5337846" y="928596"/>
                  </a:lnTo>
                  <a:lnTo>
                    <a:pt x="5339557" y="1002680"/>
                  </a:lnTo>
                  <a:lnTo>
                    <a:pt x="5341269" y="1039361"/>
                  </a:lnTo>
                  <a:lnTo>
                    <a:pt x="5342980" y="929268"/>
                  </a:lnTo>
                  <a:lnTo>
                    <a:pt x="5344692" y="1123597"/>
                  </a:lnTo>
                  <a:lnTo>
                    <a:pt x="5346403" y="984738"/>
                  </a:lnTo>
                  <a:lnTo>
                    <a:pt x="5348114" y="1114181"/>
                  </a:lnTo>
                  <a:lnTo>
                    <a:pt x="5349826" y="1148807"/>
                  </a:lnTo>
                  <a:lnTo>
                    <a:pt x="5351537" y="1071387"/>
                  </a:lnTo>
                  <a:lnTo>
                    <a:pt x="5353249" y="1190558"/>
                  </a:lnTo>
                  <a:lnTo>
                    <a:pt x="5354960" y="1099457"/>
                  </a:lnTo>
                  <a:lnTo>
                    <a:pt x="5356671" y="1303354"/>
                  </a:lnTo>
                  <a:lnTo>
                    <a:pt x="5358383" y="1411630"/>
                  </a:lnTo>
                  <a:lnTo>
                    <a:pt x="5360094" y="1369934"/>
                  </a:lnTo>
                  <a:lnTo>
                    <a:pt x="5361806" y="1598161"/>
                  </a:lnTo>
                  <a:lnTo>
                    <a:pt x="5363517" y="1448641"/>
                  </a:lnTo>
                  <a:lnTo>
                    <a:pt x="5365228" y="1351607"/>
                  </a:lnTo>
                  <a:lnTo>
                    <a:pt x="5366940" y="1507632"/>
                  </a:lnTo>
                  <a:lnTo>
                    <a:pt x="5368651" y="1676359"/>
                  </a:lnTo>
                  <a:lnTo>
                    <a:pt x="5370363" y="1775370"/>
                  </a:lnTo>
                  <a:lnTo>
                    <a:pt x="5372074" y="1811158"/>
                  </a:lnTo>
                  <a:lnTo>
                    <a:pt x="5373785" y="1879058"/>
                  </a:lnTo>
                  <a:lnTo>
                    <a:pt x="5375497" y="1906198"/>
                  </a:lnTo>
                  <a:lnTo>
                    <a:pt x="5377208" y="1895004"/>
                  </a:lnTo>
                  <a:lnTo>
                    <a:pt x="5378919" y="1940732"/>
                  </a:lnTo>
                  <a:lnTo>
                    <a:pt x="5380631" y="1941878"/>
                  </a:lnTo>
                  <a:lnTo>
                    <a:pt x="5382342" y="1970170"/>
                  </a:lnTo>
                  <a:lnTo>
                    <a:pt x="5384054" y="1981010"/>
                  </a:lnTo>
                  <a:lnTo>
                    <a:pt x="5385765" y="1970878"/>
                  </a:lnTo>
                  <a:lnTo>
                    <a:pt x="5387476" y="1988643"/>
                  </a:lnTo>
                  <a:lnTo>
                    <a:pt x="5389188" y="2019027"/>
                  </a:lnTo>
                  <a:lnTo>
                    <a:pt x="5390899" y="1943388"/>
                  </a:lnTo>
                  <a:lnTo>
                    <a:pt x="5392611" y="1907203"/>
                  </a:lnTo>
                  <a:lnTo>
                    <a:pt x="5394322" y="1876044"/>
                  </a:lnTo>
                  <a:lnTo>
                    <a:pt x="5396033" y="1925934"/>
                  </a:lnTo>
                  <a:lnTo>
                    <a:pt x="5397745" y="1946826"/>
                  </a:lnTo>
                  <a:lnTo>
                    <a:pt x="5399456" y="2015300"/>
                  </a:lnTo>
                  <a:lnTo>
                    <a:pt x="5401168" y="1958681"/>
                  </a:lnTo>
                  <a:lnTo>
                    <a:pt x="5402879" y="2017549"/>
                  </a:lnTo>
                  <a:lnTo>
                    <a:pt x="5404590" y="2065327"/>
                  </a:lnTo>
                  <a:lnTo>
                    <a:pt x="5406302" y="2080408"/>
                  </a:lnTo>
                  <a:lnTo>
                    <a:pt x="5408013" y="2104022"/>
                  </a:lnTo>
                  <a:lnTo>
                    <a:pt x="5409725" y="2085361"/>
                  </a:lnTo>
                  <a:lnTo>
                    <a:pt x="5411436" y="2129944"/>
                  </a:lnTo>
                  <a:lnTo>
                    <a:pt x="5413147" y="2190150"/>
                  </a:lnTo>
                  <a:lnTo>
                    <a:pt x="5414859" y="2140985"/>
                  </a:lnTo>
                  <a:lnTo>
                    <a:pt x="5416570" y="2144465"/>
                  </a:lnTo>
                  <a:lnTo>
                    <a:pt x="5418282" y="2095484"/>
                  </a:lnTo>
                  <a:lnTo>
                    <a:pt x="5419993" y="2049403"/>
                  </a:lnTo>
                  <a:lnTo>
                    <a:pt x="5421704" y="2104734"/>
                  </a:lnTo>
                  <a:lnTo>
                    <a:pt x="5423416" y="2106506"/>
                  </a:lnTo>
                  <a:lnTo>
                    <a:pt x="5425127" y="2010893"/>
                  </a:lnTo>
                  <a:lnTo>
                    <a:pt x="5426839" y="2037719"/>
                  </a:lnTo>
                  <a:lnTo>
                    <a:pt x="5428550" y="2077409"/>
                  </a:lnTo>
                  <a:lnTo>
                    <a:pt x="5430261" y="2127053"/>
                  </a:lnTo>
                  <a:lnTo>
                    <a:pt x="5431973" y="2119463"/>
                  </a:lnTo>
                  <a:lnTo>
                    <a:pt x="5433684" y="2056037"/>
                  </a:lnTo>
                  <a:lnTo>
                    <a:pt x="5435396" y="2031031"/>
                  </a:lnTo>
                  <a:lnTo>
                    <a:pt x="5437107" y="2124016"/>
                  </a:lnTo>
                  <a:lnTo>
                    <a:pt x="5438818" y="2120136"/>
                  </a:lnTo>
                  <a:lnTo>
                    <a:pt x="5440530" y="2131668"/>
                  </a:lnTo>
                  <a:lnTo>
                    <a:pt x="5442241" y="2086908"/>
                  </a:lnTo>
                  <a:lnTo>
                    <a:pt x="5443953" y="2057666"/>
                  </a:lnTo>
                  <a:lnTo>
                    <a:pt x="5445664" y="2130634"/>
                  </a:lnTo>
                  <a:lnTo>
                    <a:pt x="5447375" y="2111004"/>
                  </a:lnTo>
                  <a:lnTo>
                    <a:pt x="5449087" y="2106034"/>
                  </a:lnTo>
                  <a:lnTo>
                    <a:pt x="5450798" y="2119086"/>
                  </a:lnTo>
                  <a:lnTo>
                    <a:pt x="5452510" y="2138437"/>
                  </a:lnTo>
                  <a:lnTo>
                    <a:pt x="5454221" y="2168622"/>
                  </a:lnTo>
                  <a:lnTo>
                    <a:pt x="5455932" y="2146630"/>
                  </a:lnTo>
                  <a:lnTo>
                    <a:pt x="5457644" y="2144103"/>
                  </a:lnTo>
                  <a:lnTo>
                    <a:pt x="5459355" y="2162808"/>
                  </a:lnTo>
                  <a:lnTo>
                    <a:pt x="5461067" y="2106594"/>
                  </a:lnTo>
                  <a:lnTo>
                    <a:pt x="5462778" y="2050934"/>
                  </a:lnTo>
                  <a:lnTo>
                    <a:pt x="5464489" y="2013940"/>
                  </a:lnTo>
                  <a:lnTo>
                    <a:pt x="5466201" y="2017934"/>
                  </a:lnTo>
                  <a:lnTo>
                    <a:pt x="5467912" y="1985252"/>
                  </a:lnTo>
                  <a:lnTo>
                    <a:pt x="5469624" y="2042297"/>
                  </a:lnTo>
                  <a:lnTo>
                    <a:pt x="5471335" y="2107322"/>
                  </a:lnTo>
                  <a:lnTo>
                    <a:pt x="5473046" y="2086086"/>
                  </a:lnTo>
                  <a:lnTo>
                    <a:pt x="5474758" y="2059135"/>
                  </a:lnTo>
                  <a:lnTo>
                    <a:pt x="5476469" y="1986479"/>
                  </a:lnTo>
                  <a:lnTo>
                    <a:pt x="5478181" y="1992819"/>
                  </a:lnTo>
                  <a:lnTo>
                    <a:pt x="5479892" y="1968098"/>
                  </a:lnTo>
                  <a:lnTo>
                    <a:pt x="5481603" y="1803010"/>
                  </a:lnTo>
                  <a:lnTo>
                    <a:pt x="5483315" y="1827880"/>
                  </a:lnTo>
                  <a:lnTo>
                    <a:pt x="5485026" y="1744739"/>
                  </a:lnTo>
                  <a:lnTo>
                    <a:pt x="5486737" y="1801390"/>
                  </a:lnTo>
                  <a:lnTo>
                    <a:pt x="5488449" y="1845646"/>
                  </a:lnTo>
                  <a:lnTo>
                    <a:pt x="5490160" y="1812592"/>
                  </a:lnTo>
                  <a:lnTo>
                    <a:pt x="5491872" y="1851134"/>
                  </a:lnTo>
                  <a:lnTo>
                    <a:pt x="5493583" y="1875560"/>
                  </a:lnTo>
                  <a:lnTo>
                    <a:pt x="5495294" y="1897680"/>
                  </a:lnTo>
                  <a:lnTo>
                    <a:pt x="5497006" y="1878078"/>
                  </a:lnTo>
                  <a:lnTo>
                    <a:pt x="5498717" y="1847201"/>
                  </a:lnTo>
                  <a:lnTo>
                    <a:pt x="5500429" y="1848283"/>
                  </a:lnTo>
                  <a:lnTo>
                    <a:pt x="5502140" y="1905668"/>
                  </a:lnTo>
                  <a:lnTo>
                    <a:pt x="5503851" y="1964609"/>
                  </a:lnTo>
                  <a:lnTo>
                    <a:pt x="5505563" y="2008647"/>
                  </a:lnTo>
                  <a:lnTo>
                    <a:pt x="5507274" y="1966199"/>
                  </a:lnTo>
                  <a:lnTo>
                    <a:pt x="5508986" y="1986107"/>
                  </a:lnTo>
                  <a:lnTo>
                    <a:pt x="5510697" y="1991606"/>
                  </a:lnTo>
                  <a:lnTo>
                    <a:pt x="5512408" y="2093709"/>
                  </a:lnTo>
                  <a:lnTo>
                    <a:pt x="5514120" y="2085356"/>
                  </a:lnTo>
                  <a:lnTo>
                    <a:pt x="5515831" y="1995079"/>
                  </a:lnTo>
                  <a:lnTo>
                    <a:pt x="5517543" y="2048630"/>
                  </a:lnTo>
                  <a:lnTo>
                    <a:pt x="5519254" y="2155715"/>
                  </a:lnTo>
                  <a:lnTo>
                    <a:pt x="5520965" y="2198370"/>
                  </a:lnTo>
                  <a:lnTo>
                    <a:pt x="5522677" y="2195555"/>
                  </a:lnTo>
                  <a:lnTo>
                    <a:pt x="5524388" y="2175485"/>
                  </a:lnTo>
                  <a:lnTo>
                    <a:pt x="5526100" y="2225391"/>
                  </a:lnTo>
                  <a:lnTo>
                    <a:pt x="5527811" y="2156363"/>
                  </a:lnTo>
                  <a:lnTo>
                    <a:pt x="5529522" y="2118839"/>
                  </a:lnTo>
                  <a:lnTo>
                    <a:pt x="5531234" y="2102359"/>
                  </a:lnTo>
                  <a:lnTo>
                    <a:pt x="5532945" y="2053902"/>
                  </a:lnTo>
                  <a:lnTo>
                    <a:pt x="5534657" y="2025487"/>
                  </a:lnTo>
                  <a:lnTo>
                    <a:pt x="5536368" y="2043442"/>
                  </a:lnTo>
                  <a:lnTo>
                    <a:pt x="5538079" y="2090558"/>
                  </a:lnTo>
                  <a:lnTo>
                    <a:pt x="5539791" y="2080911"/>
                  </a:lnTo>
                  <a:lnTo>
                    <a:pt x="5541502" y="1951332"/>
                  </a:lnTo>
                  <a:lnTo>
                    <a:pt x="5543214" y="1986175"/>
                  </a:lnTo>
                  <a:lnTo>
                    <a:pt x="5544925" y="1985611"/>
                  </a:lnTo>
                  <a:lnTo>
                    <a:pt x="5546636" y="1997396"/>
                  </a:lnTo>
                  <a:lnTo>
                    <a:pt x="5548348" y="2013978"/>
                  </a:lnTo>
                  <a:lnTo>
                    <a:pt x="5550059" y="2020987"/>
                  </a:lnTo>
                  <a:lnTo>
                    <a:pt x="5551771" y="2155427"/>
                  </a:lnTo>
                  <a:lnTo>
                    <a:pt x="5553482" y="2107150"/>
                  </a:lnTo>
                  <a:lnTo>
                    <a:pt x="5555193" y="2077986"/>
                  </a:lnTo>
                  <a:lnTo>
                    <a:pt x="5556905" y="2125860"/>
                  </a:lnTo>
                  <a:lnTo>
                    <a:pt x="5558616" y="2172331"/>
                  </a:lnTo>
                  <a:lnTo>
                    <a:pt x="5560328" y="2228848"/>
                  </a:lnTo>
                  <a:lnTo>
                    <a:pt x="5562039" y="2238367"/>
                  </a:lnTo>
                  <a:lnTo>
                    <a:pt x="5563750" y="2290754"/>
                  </a:lnTo>
                  <a:lnTo>
                    <a:pt x="5565462" y="2329156"/>
                  </a:lnTo>
                  <a:lnTo>
                    <a:pt x="5567173" y="2316196"/>
                  </a:lnTo>
                  <a:lnTo>
                    <a:pt x="5568885" y="2308633"/>
                  </a:lnTo>
                  <a:lnTo>
                    <a:pt x="5570596" y="2292128"/>
                  </a:lnTo>
                  <a:lnTo>
                    <a:pt x="5572307" y="2278729"/>
                  </a:lnTo>
                  <a:lnTo>
                    <a:pt x="5574019" y="2277478"/>
                  </a:lnTo>
                  <a:lnTo>
                    <a:pt x="5575730" y="2243473"/>
                  </a:lnTo>
                  <a:lnTo>
                    <a:pt x="5577442" y="2211260"/>
                  </a:lnTo>
                  <a:lnTo>
                    <a:pt x="5579153" y="2155500"/>
                  </a:lnTo>
                  <a:lnTo>
                    <a:pt x="5580864" y="2100637"/>
                  </a:lnTo>
                  <a:lnTo>
                    <a:pt x="5582576" y="2086705"/>
                  </a:lnTo>
                  <a:lnTo>
                    <a:pt x="5584287" y="2051131"/>
                  </a:lnTo>
                  <a:lnTo>
                    <a:pt x="5585999" y="2011710"/>
                  </a:lnTo>
                  <a:lnTo>
                    <a:pt x="5587710" y="2060137"/>
                  </a:lnTo>
                  <a:lnTo>
                    <a:pt x="5589421" y="2151191"/>
                  </a:lnTo>
                  <a:lnTo>
                    <a:pt x="5591133" y="2208805"/>
                  </a:lnTo>
                  <a:lnTo>
                    <a:pt x="5592844" y="2208993"/>
                  </a:lnTo>
                  <a:lnTo>
                    <a:pt x="5594555" y="2215616"/>
                  </a:lnTo>
                  <a:lnTo>
                    <a:pt x="5596267" y="2214195"/>
                  </a:lnTo>
                  <a:lnTo>
                    <a:pt x="5597978" y="2175565"/>
                  </a:lnTo>
                  <a:lnTo>
                    <a:pt x="5599690" y="2168194"/>
                  </a:lnTo>
                  <a:lnTo>
                    <a:pt x="5601401" y="2171035"/>
                  </a:lnTo>
                  <a:lnTo>
                    <a:pt x="5603112" y="2173731"/>
                  </a:lnTo>
                  <a:lnTo>
                    <a:pt x="5604824" y="2140013"/>
                  </a:lnTo>
                  <a:lnTo>
                    <a:pt x="5606535" y="2138494"/>
                  </a:lnTo>
                  <a:lnTo>
                    <a:pt x="5608247" y="2191136"/>
                  </a:lnTo>
                  <a:lnTo>
                    <a:pt x="5609958" y="2204156"/>
                  </a:lnTo>
                  <a:lnTo>
                    <a:pt x="5611669" y="2240491"/>
                  </a:lnTo>
                  <a:lnTo>
                    <a:pt x="5613381" y="2205318"/>
                  </a:lnTo>
                  <a:lnTo>
                    <a:pt x="5615092" y="2166126"/>
                  </a:lnTo>
                  <a:lnTo>
                    <a:pt x="5616804" y="2110129"/>
                  </a:lnTo>
                  <a:lnTo>
                    <a:pt x="5618515" y="2103149"/>
                  </a:lnTo>
                  <a:lnTo>
                    <a:pt x="5620226" y="2024552"/>
                  </a:lnTo>
                  <a:lnTo>
                    <a:pt x="5621938" y="2070026"/>
                  </a:lnTo>
                  <a:lnTo>
                    <a:pt x="5623649" y="2148679"/>
                  </a:lnTo>
                  <a:lnTo>
                    <a:pt x="5625361" y="2172133"/>
                  </a:lnTo>
                  <a:lnTo>
                    <a:pt x="5627072" y="2178629"/>
                  </a:lnTo>
                  <a:lnTo>
                    <a:pt x="5628783" y="2128052"/>
                  </a:lnTo>
                  <a:lnTo>
                    <a:pt x="5630495" y="2175569"/>
                  </a:lnTo>
                  <a:lnTo>
                    <a:pt x="5632206" y="2097441"/>
                  </a:lnTo>
                  <a:lnTo>
                    <a:pt x="5633918" y="2105264"/>
                  </a:lnTo>
                  <a:lnTo>
                    <a:pt x="5635629" y="2125217"/>
                  </a:lnTo>
                  <a:lnTo>
                    <a:pt x="5637340" y="2215320"/>
                  </a:lnTo>
                  <a:lnTo>
                    <a:pt x="5639052" y="2334455"/>
                  </a:lnTo>
                  <a:lnTo>
                    <a:pt x="5640763" y="2344511"/>
                  </a:lnTo>
                  <a:lnTo>
                    <a:pt x="5642475" y="2300607"/>
                  </a:lnTo>
                  <a:lnTo>
                    <a:pt x="5644186" y="2342331"/>
                  </a:lnTo>
                  <a:lnTo>
                    <a:pt x="5645897" y="2337273"/>
                  </a:lnTo>
                  <a:lnTo>
                    <a:pt x="5647609" y="2345069"/>
                  </a:lnTo>
                  <a:lnTo>
                    <a:pt x="5649320" y="2288474"/>
                  </a:lnTo>
                  <a:lnTo>
                    <a:pt x="5651032" y="2290424"/>
                  </a:lnTo>
                  <a:lnTo>
                    <a:pt x="5652743" y="2239903"/>
                  </a:lnTo>
                  <a:lnTo>
                    <a:pt x="5654454" y="2195281"/>
                  </a:lnTo>
                  <a:lnTo>
                    <a:pt x="5656166" y="2091623"/>
                  </a:lnTo>
                  <a:lnTo>
                    <a:pt x="5657877" y="1967230"/>
                  </a:lnTo>
                  <a:lnTo>
                    <a:pt x="5659589" y="1912007"/>
                  </a:lnTo>
                  <a:lnTo>
                    <a:pt x="5661300" y="1823152"/>
                  </a:lnTo>
                  <a:lnTo>
                    <a:pt x="5663011" y="1772291"/>
                  </a:lnTo>
                  <a:lnTo>
                    <a:pt x="5664723" y="1745119"/>
                  </a:lnTo>
                  <a:lnTo>
                    <a:pt x="5666434" y="1714289"/>
                  </a:lnTo>
                  <a:lnTo>
                    <a:pt x="5668146" y="1811292"/>
                  </a:lnTo>
                  <a:lnTo>
                    <a:pt x="5669857" y="1807896"/>
                  </a:lnTo>
                  <a:lnTo>
                    <a:pt x="5671568" y="1819581"/>
                  </a:lnTo>
                  <a:lnTo>
                    <a:pt x="5673280" y="1835029"/>
                  </a:lnTo>
                  <a:lnTo>
                    <a:pt x="5674991" y="1796699"/>
                  </a:lnTo>
                  <a:lnTo>
                    <a:pt x="5676703" y="1833834"/>
                  </a:lnTo>
                  <a:lnTo>
                    <a:pt x="5678414" y="1882502"/>
                  </a:lnTo>
                  <a:lnTo>
                    <a:pt x="5680125" y="1862540"/>
                  </a:lnTo>
                  <a:lnTo>
                    <a:pt x="5681837" y="1957256"/>
                  </a:lnTo>
                  <a:lnTo>
                    <a:pt x="5683548" y="1990905"/>
                  </a:lnTo>
                  <a:lnTo>
                    <a:pt x="5685260" y="2045175"/>
                  </a:lnTo>
                  <a:lnTo>
                    <a:pt x="5686971" y="2031654"/>
                  </a:lnTo>
                  <a:lnTo>
                    <a:pt x="5688682" y="2075220"/>
                  </a:lnTo>
                  <a:lnTo>
                    <a:pt x="5690394" y="2127202"/>
                  </a:lnTo>
                  <a:lnTo>
                    <a:pt x="5692105" y="2130548"/>
                  </a:lnTo>
                  <a:lnTo>
                    <a:pt x="5693816" y="2138695"/>
                  </a:lnTo>
                  <a:lnTo>
                    <a:pt x="5695528" y="2102439"/>
                  </a:lnTo>
                  <a:lnTo>
                    <a:pt x="5697239" y="2137413"/>
                  </a:lnTo>
                  <a:lnTo>
                    <a:pt x="5698951" y="2158544"/>
                  </a:lnTo>
                  <a:lnTo>
                    <a:pt x="5700662" y="2196792"/>
                  </a:lnTo>
                  <a:lnTo>
                    <a:pt x="5702373" y="2225049"/>
                  </a:lnTo>
                  <a:lnTo>
                    <a:pt x="5704085" y="2245152"/>
                  </a:lnTo>
                  <a:lnTo>
                    <a:pt x="5705796" y="2239441"/>
                  </a:lnTo>
                  <a:lnTo>
                    <a:pt x="5707508" y="2242622"/>
                  </a:lnTo>
                  <a:lnTo>
                    <a:pt x="5709219" y="2182028"/>
                  </a:lnTo>
                  <a:lnTo>
                    <a:pt x="5710930" y="2167045"/>
                  </a:lnTo>
                  <a:lnTo>
                    <a:pt x="5712642" y="2177542"/>
                  </a:lnTo>
                  <a:lnTo>
                    <a:pt x="5714353" y="2156798"/>
                  </a:lnTo>
                  <a:lnTo>
                    <a:pt x="5716065" y="2170952"/>
                  </a:lnTo>
                  <a:lnTo>
                    <a:pt x="5717776" y="2138104"/>
                  </a:lnTo>
                  <a:lnTo>
                    <a:pt x="5719487" y="2171697"/>
                  </a:lnTo>
                  <a:lnTo>
                    <a:pt x="5721199" y="2146882"/>
                  </a:lnTo>
                  <a:lnTo>
                    <a:pt x="5722910" y="2135172"/>
                  </a:lnTo>
                  <a:lnTo>
                    <a:pt x="5724622" y="2077915"/>
                  </a:lnTo>
                  <a:lnTo>
                    <a:pt x="5726333" y="1984319"/>
                  </a:lnTo>
                  <a:lnTo>
                    <a:pt x="5728044" y="2047779"/>
                  </a:lnTo>
                  <a:lnTo>
                    <a:pt x="5729756" y="2011693"/>
                  </a:lnTo>
                  <a:lnTo>
                    <a:pt x="5731467" y="1970702"/>
                  </a:lnTo>
                  <a:lnTo>
                    <a:pt x="5733179" y="2067627"/>
                  </a:lnTo>
                  <a:lnTo>
                    <a:pt x="5734890" y="2150547"/>
                  </a:lnTo>
                  <a:lnTo>
                    <a:pt x="5736601" y="2168524"/>
                  </a:lnTo>
                  <a:lnTo>
                    <a:pt x="5738313" y="2198357"/>
                  </a:lnTo>
                  <a:lnTo>
                    <a:pt x="5740024" y="2155228"/>
                  </a:lnTo>
                  <a:lnTo>
                    <a:pt x="5741736" y="2150753"/>
                  </a:lnTo>
                  <a:lnTo>
                    <a:pt x="5743447" y="2126976"/>
                  </a:lnTo>
                  <a:lnTo>
                    <a:pt x="5745158" y="2065046"/>
                  </a:lnTo>
                  <a:lnTo>
                    <a:pt x="5746870" y="2113278"/>
                  </a:lnTo>
                  <a:lnTo>
                    <a:pt x="5748581" y="2087161"/>
                  </a:lnTo>
                  <a:lnTo>
                    <a:pt x="5750293" y="2100409"/>
                  </a:lnTo>
                  <a:lnTo>
                    <a:pt x="5752004" y="2162923"/>
                  </a:lnTo>
                  <a:lnTo>
                    <a:pt x="5753715" y="2028486"/>
                  </a:lnTo>
                  <a:lnTo>
                    <a:pt x="5755427" y="2008229"/>
                  </a:lnTo>
                  <a:lnTo>
                    <a:pt x="5757138" y="1984322"/>
                  </a:lnTo>
                  <a:lnTo>
                    <a:pt x="5758850" y="1993762"/>
                  </a:lnTo>
                  <a:lnTo>
                    <a:pt x="5760561" y="2053130"/>
                  </a:lnTo>
                  <a:lnTo>
                    <a:pt x="5762272" y="2031358"/>
                  </a:lnTo>
                  <a:lnTo>
                    <a:pt x="5763984" y="2063166"/>
                  </a:lnTo>
                  <a:lnTo>
                    <a:pt x="5765695" y="2037924"/>
                  </a:lnTo>
                  <a:lnTo>
                    <a:pt x="5767407" y="2059404"/>
                  </a:lnTo>
                  <a:lnTo>
                    <a:pt x="5769118" y="2044403"/>
                  </a:lnTo>
                  <a:lnTo>
                    <a:pt x="5770829" y="2017477"/>
                  </a:lnTo>
                  <a:lnTo>
                    <a:pt x="5772541" y="2017166"/>
                  </a:lnTo>
                  <a:lnTo>
                    <a:pt x="5774252" y="1940234"/>
                  </a:lnTo>
                  <a:lnTo>
                    <a:pt x="5775964" y="1961993"/>
                  </a:lnTo>
                  <a:lnTo>
                    <a:pt x="5777675" y="1974655"/>
                  </a:lnTo>
                  <a:lnTo>
                    <a:pt x="5779386" y="2041160"/>
                  </a:lnTo>
                  <a:lnTo>
                    <a:pt x="5781098" y="2132125"/>
                  </a:lnTo>
                  <a:lnTo>
                    <a:pt x="5782809" y="2095970"/>
                  </a:lnTo>
                  <a:lnTo>
                    <a:pt x="5784521" y="2151328"/>
                  </a:lnTo>
                  <a:lnTo>
                    <a:pt x="5786232" y="2150994"/>
                  </a:lnTo>
                  <a:lnTo>
                    <a:pt x="5787943" y="2154815"/>
                  </a:lnTo>
                  <a:lnTo>
                    <a:pt x="5789655" y="2194851"/>
                  </a:lnTo>
                  <a:lnTo>
                    <a:pt x="5791366" y="2188823"/>
                  </a:lnTo>
                  <a:lnTo>
                    <a:pt x="5793078" y="2250666"/>
                  </a:lnTo>
                  <a:lnTo>
                    <a:pt x="5794789" y="2256040"/>
                  </a:lnTo>
                  <a:lnTo>
                    <a:pt x="5796500" y="2275744"/>
                  </a:lnTo>
                  <a:lnTo>
                    <a:pt x="5798212" y="2271215"/>
                  </a:lnTo>
                  <a:lnTo>
                    <a:pt x="5799923" y="2279371"/>
                  </a:lnTo>
                  <a:lnTo>
                    <a:pt x="5801634" y="2281690"/>
                  </a:lnTo>
                  <a:lnTo>
                    <a:pt x="5803346" y="2268803"/>
                  </a:lnTo>
                  <a:lnTo>
                    <a:pt x="5805057" y="2279372"/>
                  </a:lnTo>
                  <a:lnTo>
                    <a:pt x="5806769" y="2295710"/>
                  </a:lnTo>
                  <a:lnTo>
                    <a:pt x="5808480" y="2306465"/>
                  </a:lnTo>
                  <a:lnTo>
                    <a:pt x="5810191" y="2305469"/>
                  </a:lnTo>
                  <a:lnTo>
                    <a:pt x="5811903" y="2281663"/>
                  </a:lnTo>
                  <a:lnTo>
                    <a:pt x="5813614" y="2281738"/>
                  </a:lnTo>
                  <a:lnTo>
                    <a:pt x="5815326" y="2286506"/>
                  </a:lnTo>
                  <a:lnTo>
                    <a:pt x="5817037" y="2290694"/>
                  </a:lnTo>
                  <a:lnTo>
                    <a:pt x="5818748" y="2279218"/>
                  </a:lnTo>
                  <a:lnTo>
                    <a:pt x="5820460" y="2299513"/>
                  </a:lnTo>
                  <a:lnTo>
                    <a:pt x="5822171" y="2291910"/>
                  </a:lnTo>
                  <a:lnTo>
                    <a:pt x="5823883" y="2272477"/>
                  </a:lnTo>
                  <a:lnTo>
                    <a:pt x="5825594" y="2250393"/>
                  </a:lnTo>
                  <a:lnTo>
                    <a:pt x="5827305" y="2193124"/>
                  </a:lnTo>
                  <a:lnTo>
                    <a:pt x="5829017" y="2191573"/>
                  </a:lnTo>
                  <a:lnTo>
                    <a:pt x="5830728" y="2140314"/>
                  </a:lnTo>
                  <a:lnTo>
                    <a:pt x="5832440" y="2112500"/>
                  </a:lnTo>
                  <a:lnTo>
                    <a:pt x="5834151" y="2102820"/>
                  </a:lnTo>
                  <a:lnTo>
                    <a:pt x="5835862" y="2029694"/>
                  </a:lnTo>
                  <a:lnTo>
                    <a:pt x="5837574" y="2059432"/>
                  </a:lnTo>
                  <a:lnTo>
                    <a:pt x="5839285" y="2016106"/>
                  </a:lnTo>
                  <a:lnTo>
                    <a:pt x="5840997" y="1989141"/>
                  </a:lnTo>
                  <a:lnTo>
                    <a:pt x="5842708" y="2001155"/>
                  </a:lnTo>
                  <a:lnTo>
                    <a:pt x="5844419" y="2074858"/>
                  </a:lnTo>
                  <a:lnTo>
                    <a:pt x="5846131" y="2062774"/>
                  </a:lnTo>
                  <a:lnTo>
                    <a:pt x="5847842" y="2109335"/>
                  </a:lnTo>
                  <a:lnTo>
                    <a:pt x="5849554" y="2094980"/>
                  </a:lnTo>
                  <a:lnTo>
                    <a:pt x="5851265" y="2002093"/>
                  </a:lnTo>
                  <a:lnTo>
                    <a:pt x="5852976" y="1931652"/>
                  </a:lnTo>
                  <a:lnTo>
                    <a:pt x="5854688" y="1796870"/>
                  </a:lnTo>
                  <a:lnTo>
                    <a:pt x="5856399" y="1861758"/>
                  </a:lnTo>
                  <a:lnTo>
                    <a:pt x="5858111" y="1822409"/>
                  </a:lnTo>
                  <a:lnTo>
                    <a:pt x="5859822" y="1676074"/>
                  </a:lnTo>
                  <a:lnTo>
                    <a:pt x="5861533" y="1670930"/>
                  </a:lnTo>
                  <a:lnTo>
                    <a:pt x="5863245" y="1617864"/>
                  </a:lnTo>
                  <a:lnTo>
                    <a:pt x="5864956" y="1705253"/>
                  </a:lnTo>
                  <a:lnTo>
                    <a:pt x="5866668" y="1673074"/>
                  </a:lnTo>
                  <a:lnTo>
                    <a:pt x="5868379" y="1672632"/>
                  </a:lnTo>
                  <a:lnTo>
                    <a:pt x="5870090" y="1677088"/>
                  </a:lnTo>
                  <a:lnTo>
                    <a:pt x="5871802" y="1698843"/>
                  </a:lnTo>
                  <a:lnTo>
                    <a:pt x="5873513" y="1675882"/>
                  </a:lnTo>
                  <a:lnTo>
                    <a:pt x="5875225" y="1670665"/>
                  </a:lnTo>
                  <a:lnTo>
                    <a:pt x="5876936" y="1704712"/>
                  </a:lnTo>
                  <a:lnTo>
                    <a:pt x="5878647" y="1748687"/>
                  </a:lnTo>
                  <a:lnTo>
                    <a:pt x="5880359" y="1824600"/>
                  </a:lnTo>
                  <a:lnTo>
                    <a:pt x="5882070" y="1920921"/>
                  </a:lnTo>
                  <a:lnTo>
                    <a:pt x="5883782" y="1988488"/>
                  </a:lnTo>
                  <a:lnTo>
                    <a:pt x="5885493" y="1927887"/>
                  </a:lnTo>
                  <a:lnTo>
                    <a:pt x="5887204" y="1836797"/>
                  </a:lnTo>
                  <a:lnTo>
                    <a:pt x="5888916" y="1871383"/>
                  </a:lnTo>
                  <a:lnTo>
                    <a:pt x="5890627" y="1904300"/>
                  </a:lnTo>
                  <a:lnTo>
                    <a:pt x="5892339" y="1937672"/>
                  </a:lnTo>
                  <a:lnTo>
                    <a:pt x="5894050" y="1890811"/>
                  </a:lnTo>
                  <a:lnTo>
                    <a:pt x="5895761" y="2004050"/>
                  </a:lnTo>
                  <a:lnTo>
                    <a:pt x="5897473" y="2159453"/>
                  </a:lnTo>
                  <a:lnTo>
                    <a:pt x="5899184" y="2157266"/>
                  </a:lnTo>
                  <a:lnTo>
                    <a:pt x="5900896" y="2129431"/>
                  </a:lnTo>
                  <a:lnTo>
                    <a:pt x="5902607" y="2161532"/>
                  </a:lnTo>
                  <a:lnTo>
                    <a:pt x="5904318" y="2215891"/>
                  </a:lnTo>
                  <a:lnTo>
                    <a:pt x="5906030" y="2216115"/>
                  </a:lnTo>
                  <a:lnTo>
                    <a:pt x="5907741" y="2176890"/>
                  </a:lnTo>
                  <a:lnTo>
                    <a:pt x="5909452" y="2193774"/>
                  </a:lnTo>
                  <a:lnTo>
                    <a:pt x="5911164" y="2112952"/>
                  </a:lnTo>
                  <a:lnTo>
                    <a:pt x="5912875" y="2113078"/>
                  </a:lnTo>
                  <a:lnTo>
                    <a:pt x="5914587" y="2020815"/>
                  </a:lnTo>
                  <a:lnTo>
                    <a:pt x="5916298" y="1965808"/>
                  </a:lnTo>
                  <a:lnTo>
                    <a:pt x="5918009" y="1989961"/>
                  </a:lnTo>
                  <a:lnTo>
                    <a:pt x="5919721" y="2061927"/>
                  </a:lnTo>
                  <a:lnTo>
                    <a:pt x="5921432" y="2040812"/>
                  </a:lnTo>
                  <a:lnTo>
                    <a:pt x="5923144" y="1976119"/>
                  </a:lnTo>
                  <a:lnTo>
                    <a:pt x="5924855" y="1989525"/>
                  </a:lnTo>
                  <a:lnTo>
                    <a:pt x="5926566" y="1941012"/>
                  </a:lnTo>
                  <a:lnTo>
                    <a:pt x="5928278" y="2011703"/>
                  </a:lnTo>
                  <a:lnTo>
                    <a:pt x="5929989" y="2084700"/>
                  </a:lnTo>
                  <a:lnTo>
                    <a:pt x="5931701" y="2158548"/>
                  </a:lnTo>
                  <a:lnTo>
                    <a:pt x="5933412" y="2140419"/>
                  </a:lnTo>
                  <a:lnTo>
                    <a:pt x="5935123" y="2124069"/>
                  </a:lnTo>
                  <a:lnTo>
                    <a:pt x="5936835" y="2092705"/>
                  </a:lnTo>
                  <a:lnTo>
                    <a:pt x="5938546" y="2054978"/>
                  </a:lnTo>
                  <a:lnTo>
                    <a:pt x="5940258" y="2057992"/>
                  </a:lnTo>
                  <a:lnTo>
                    <a:pt x="5941969" y="2009913"/>
                  </a:lnTo>
                  <a:lnTo>
                    <a:pt x="5943680" y="1897904"/>
                  </a:lnTo>
                  <a:lnTo>
                    <a:pt x="5945392" y="1810545"/>
                  </a:lnTo>
                  <a:lnTo>
                    <a:pt x="5947103" y="1768468"/>
                  </a:lnTo>
                  <a:lnTo>
                    <a:pt x="5948815" y="1721657"/>
                  </a:lnTo>
                  <a:lnTo>
                    <a:pt x="5950526" y="1666999"/>
                  </a:lnTo>
                  <a:lnTo>
                    <a:pt x="5952237" y="1656548"/>
                  </a:lnTo>
                  <a:lnTo>
                    <a:pt x="5953949" y="1661070"/>
                  </a:lnTo>
                  <a:lnTo>
                    <a:pt x="5955660" y="1650477"/>
                  </a:lnTo>
                  <a:lnTo>
                    <a:pt x="5957372" y="1672094"/>
                  </a:lnTo>
                  <a:lnTo>
                    <a:pt x="5959083" y="1627565"/>
                  </a:lnTo>
                  <a:lnTo>
                    <a:pt x="5960794" y="1623107"/>
                  </a:lnTo>
                  <a:lnTo>
                    <a:pt x="5962506" y="1679925"/>
                  </a:lnTo>
                  <a:lnTo>
                    <a:pt x="5964217" y="1620565"/>
                  </a:lnTo>
                  <a:lnTo>
                    <a:pt x="5965929" y="1653864"/>
                  </a:lnTo>
                  <a:lnTo>
                    <a:pt x="5967640" y="1578203"/>
                  </a:lnTo>
                  <a:lnTo>
                    <a:pt x="5969351" y="1638442"/>
                  </a:lnTo>
                  <a:lnTo>
                    <a:pt x="5971063" y="1730537"/>
                  </a:lnTo>
                  <a:lnTo>
                    <a:pt x="5972774" y="1848649"/>
                  </a:lnTo>
                  <a:lnTo>
                    <a:pt x="5974486" y="1885927"/>
                  </a:lnTo>
                  <a:lnTo>
                    <a:pt x="5976197" y="1973679"/>
                  </a:lnTo>
                  <a:lnTo>
                    <a:pt x="5977908" y="2054702"/>
                  </a:lnTo>
                  <a:lnTo>
                    <a:pt x="5979620" y="2083205"/>
                  </a:lnTo>
                  <a:lnTo>
                    <a:pt x="5981331" y="2056452"/>
                  </a:lnTo>
                  <a:lnTo>
                    <a:pt x="5983043" y="2020235"/>
                  </a:lnTo>
                  <a:lnTo>
                    <a:pt x="5984754" y="1959480"/>
                  </a:lnTo>
                  <a:lnTo>
                    <a:pt x="5986465" y="2043859"/>
                  </a:lnTo>
                  <a:lnTo>
                    <a:pt x="5988177" y="2061003"/>
                  </a:lnTo>
                  <a:lnTo>
                    <a:pt x="5989888" y="2162874"/>
                  </a:lnTo>
                  <a:lnTo>
                    <a:pt x="5991600" y="2192482"/>
                  </a:lnTo>
                  <a:lnTo>
                    <a:pt x="5993311" y="2238594"/>
                  </a:lnTo>
                  <a:lnTo>
                    <a:pt x="5995022" y="2249840"/>
                  </a:lnTo>
                  <a:lnTo>
                    <a:pt x="5996734" y="2253663"/>
                  </a:lnTo>
                  <a:lnTo>
                    <a:pt x="5998445" y="2231516"/>
                  </a:lnTo>
                  <a:lnTo>
                    <a:pt x="6000157" y="2219822"/>
                  </a:lnTo>
                  <a:lnTo>
                    <a:pt x="6001868" y="2206094"/>
                  </a:lnTo>
                  <a:lnTo>
                    <a:pt x="6003579" y="2202140"/>
                  </a:lnTo>
                  <a:lnTo>
                    <a:pt x="6005291" y="2135975"/>
                  </a:lnTo>
                  <a:lnTo>
                    <a:pt x="6007002" y="2008460"/>
                  </a:lnTo>
                  <a:lnTo>
                    <a:pt x="6008713" y="1954573"/>
                  </a:lnTo>
                  <a:lnTo>
                    <a:pt x="6010425" y="1889382"/>
                  </a:lnTo>
                  <a:lnTo>
                    <a:pt x="6012136" y="1864604"/>
                  </a:lnTo>
                  <a:lnTo>
                    <a:pt x="6013848" y="1875937"/>
                  </a:lnTo>
                  <a:lnTo>
                    <a:pt x="6015559" y="1933481"/>
                  </a:lnTo>
                  <a:lnTo>
                    <a:pt x="6017270" y="1933022"/>
                  </a:lnTo>
                  <a:lnTo>
                    <a:pt x="6018982" y="1856580"/>
                  </a:lnTo>
                  <a:lnTo>
                    <a:pt x="6020693" y="1803969"/>
                  </a:lnTo>
                  <a:lnTo>
                    <a:pt x="6022405" y="1802360"/>
                  </a:lnTo>
                  <a:lnTo>
                    <a:pt x="6024116" y="1784698"/>
                  </a:lnTo>
                  <a:lnTo>
                    <a:pt x="6025827" y="1730338"/>
                  </a:lnTo>
                  <a:lnTo>
                    <a:pt x="6027539" y="1786656"/>
                  </a:lnTo>
                  <a:lnTo>
                    <a:pt x="6029250" y="1763560"/>
                  </a:lnTo>
                  <a:lnTo>
                    <a:pt x="6030962" y="1817549"/>
                  </a:lnTo>
                  <a:lnTo>
                    <a:pt x="6032673" y="1860557"/>
                  </a:lnTo>
                  <a:lnTo>
                    <a:pt x="6034384" y="1926289"/>
                  </a:lnTo>
                  <a:lnTo>
                    <a:pt x="6036096" y="1981771"/>
                  </a:lnTo>
                  <a:lnTo>
                    <a:pt x="6037807" y="1913101"/>
                  </a:lnTo>
                  <a:lnTo>
                    <a:pt x="6039519" y="1868416"/>
                  </a:lnTo>
                  <a:lnTo>
                    <a:pt x="6041230" y="1895422"/>
                  </a:lnTo>
                  <a:lnTo>
                    <a:pt x="6042941" y="1976148"/>
                  </a:lnTo>
                  <a:lnTo>
                    <a:pt x="6044653" y="1954733"/>
                  </a:lnTo>
                  <a:lnTo>
                    <a:pt x="6046364" y="1909015"/>
                  </a:lnTo>
                  <a:lnTo>
                    <a:pt x="6048076" y="1836161"/>
                  </a:lnTo>
                  <a:lnTo>
                    <a:pt x="6049787" y="1875794"/>
                  </a:lnTo>
                  <a:lnTo>
                    <a:pt x="6051498" y="1890586"/>
                  </a:lnTo>
                  <a:lnTo>
                    <a:pt x="6053210" y="1904953"/>
                  </a:lnTo>
                  <a:lnTo>
                    <a:pt x="6054921" y="1986501"/>
                  </a:lnTo>
                  <a:lnTo>
                    <a:pt x="6056633" y="1976072"/>
                  </a:lnTo>
                  <a:lnTo>
                    <a:pt x="6058344" y="1980352"/>
                  </a:lnTo>
                  <a:lnTo>
                    <a:pt x="6060055" y="2047369"/>
                  </a:lnTo>
                  <a:lnTo>
                    <a:pt x="6061767" y="2115299"/>
                  </a:lnTo>
                  <a:lnTo>
                    <a:pt x="6063478" y="2119033"/>
                  </a:lnTo>
                  <a:lnTo>
                    <a:pt x="6065190" y="2042681"/>
                  </a:lnTo>
                  <a:lnTo>
                    <a:pt x="6066901" y="2115314"/>
                  </a:lnTo>
                  <a:lnTo>
                    <a:pt x="6068612" y="2157480"/>
                  </a:lnTo>
                  <a:lnTo>
                    <a:pt x="6070324" y="2201227"/>
                  </a:lnTo>
                  <a:lnTo>
                    <a:pt x="6072035" y="2189516"/>
                  </a:lnTo>
                  <a:lnTo>
                    <a:pt x="6073747" y="2146290"/>
                  </a:lnTo>
                  <a:lnTo>
                    <a:pt x="6075458" y="2170365"/>
                  </a:lnTo>
                  <a:lnTo>
                    <a:pt x="6077169" y="2170813"/>
                  </a:lnTo>
                  <a:lnTo>
                    <a:pt x="6078881" y="2125253"/>
                  </a:lnTo>
                  <a:lnTo>
                    <a:pt x="6080592" y="2000165"/>
                  </a:lnTo>
                  <a:lnTo>
                    <a:pt x="6082304" y="2022729"/>
                  </a:lnTo>
                  <a:lnTo>
                    <a:pt x="6084015" y="2003783"/>
                  </a:lnTo>
                  <a:lnTo>
                    <a:pt x="6085726" y="2083416"/>
                  </a:lnTo>
                  <a:lnTo>
                    <a:pt x="6087438" y="2110659"/>
                  </a:lnTo>
                  <a:lnTo>
                    <a:pt x="6089149" y="2149300"/>
                  </a:lnTo>
                  <a:lnTo>
                    <a:pt x="6090861" y="2151480"/>
                  </a:lnTo>
                  <a:lnTo>
                    <a:pt x="6092572" y="2164470"/>
                  </a:lnTo>
                  <a:lnTo>
                    <a:pt x="6094283" y="2221955"/>
                  </a:lnTo>
                  <a:lnTo>
                    <a:pt x="6095995" y="2255936"/>
                  </a:lnTo>
                  <a:lnTo>
                    <a:pt x="6097706" y="2256724"/>
                  </a:lnTo>
                  <a:lnTo>
                    <a:pt x="6099418" y="2235963"/>
                  </a:lnTo>
                  <a:lnTo>
                    <a:pt x="6101129" y="2263547"/>
                  </a:lnTo>
                  <a:lnTo>
                    <a:pt x="6102840" y="2283597"/>
                  </a:lnTo>
                  <a:lnTo>
                    <a:pt x="6104552" y="2285323"/>
                  </a:lnTo>
                  <a:lnTo>
                    <a:pt x="6106263" y="2279596"/>
                  </a:lnTo>
                  <a:lnTo>
                    <a:pt x="6107975" y="2275462"/>
                  </a:lnTo>
                  <a:lnTo>
                    <a:pt x="6109686" y="2236961"/>
                  </a:lnTo>
                  <a:lnTo>
                    <a:pt x="6111397" y="2187362"/>
                  </a:lnTo>
                  <a:lnTo>
                    <a:pt x="6113109" y="2148226"/>
                  </a:lnTo>
                  <a:lnTo>
                    <a:pt x="6114820" y="2043587"/>
                  </a:lnTo>
                  <a:lnTo>
                    <a:pt x="6116531" y="2114415"/>
                  </a:lnTo>
                  <a:lnTo>
                    <a:pt x="6118243" y="2154966"/>
                  </a:lnTo>
                  <a:lnTo>
                    <a:pt x="6119954" y="2180142"/>
                  </a:lnTo>
                  <a:lnTo>
                    <a:pt x="6121666" y="2185540"/>
                  </a:lnTo>
                  <a:lnTo>
                    <a:pt x="6123377" y="2074373"/>
                  </a:lnTo>
                  <a:lnTo>
                    <a:pt x="6125088" y="1969257"/>
                  </a:lnTo>
                  <a:lnTo>
                    <a:pt x="6126800" y="1964088"/>
                  </a:lnTo>
                  <a:lnTo>
                    <a:pt x="6128511" y="1917025"/>
                  </a:lnTo>
                  <a:lnTo>
                    <a:pt x="6130223" y="2010445"/>
                  </a:lnTo>
                  <a:lnTo>
                    <a:pt x="6131934" y="1896137"/>
                  </a:lnTo>
                  <a:lnTo>
                    <a:pt x="6133645" y="1920730"/>
                  </a:lnTo>
                  <a:lnTo>
                    <a:pt x="6135357" y="2007223"/>
                  </a:lnTo>
                  <a:lnTo>
                    <a:pt x="6137068" y="2039900"/>
                  </a:lnTo>
                  <a:lnTo>
                    <a:pt x="6138780" y="2046481"/>
                  </a:lnTo>
                  <a:lnTo>
                    <a:pt x="6140491" y="2017752"/>
                  </a:lnTo>
                  <a:lnTo>
                    <a:pt x="6142202" y="2011864"/>
                  </a:lnTo>
                  <a:lnTo>
                    <a:pt x="6143914" y="2031177"/>
                  </a:lnTo>
                  <a:lnTo>
                    <a:pt x="6145625" y="1983251"/>
                  </a:lnTo>
                  <a:lnTo>
                    <a:pt x="6147337" y="1862629"/>
                  </a:lnTo>
                  <a:lnTo>
                    <a:pt x="6149048" y="1713118"/>
                  </a:lnTo>
                  <a:lnTo>
                    <a:pt x="6150759" y="1762708"/>
                  </a:lnTo>
                  <a:lnTo>
                    <a:pt x="6152471" y="1769084"/>
                  </a:lnTo>
                  <a:lnTo>
                    <a:pt x="6154182" y="1639264"/>
                  </a:lnTo>
                  <a:lnTo>
                    <a:pt x="6155894" y="1641605"/>
                  </a:lnTo>
                  <a:lnTo>
                    <a:pt x="6157605" y="1629492"/>
                  </a:lnTo>
                  <a:lnTo>
                    <a:pt x="6159316" y="1691919"/>
                  </a:lnTo>
                  <a:lnTo>
                    <a:pt x="6161028" y="1658848"/>
                  </a:lnTo>
                  <a:lnTo>
                    <a:pt x="6162739" y="1636147"/>
                  </a:lnTo>
                  <a:lnTo>
                    <a:pt x="6164451" y="1792008"/>
                  </a:lnTo>
                  <a:lnTo>
                    <a:pt x="6166162" y="1888414"/>
                  </a:lnTo>
                  <a:lnTo>
                    <a:pt x="6167873" y="1914681"/>
                  </a:lnTo>
                  <a:lnTo>
                    <a:pt x="6169585" y="1902933"/>
                  </a:lnTo>
                  <a:lnTo>
                    <a:pt x="6171296" y="1765351"/>
                  </a:lnTo>
                  <a:lnTo>
                    <a:pt x="6173008" y="1771971"/>
                  </a:lnTo>
                  <a:lnTo>
                    <a:pt x="6174719" y="1709432"/>
                  </a:lnTo>
                  <a:lnTo>
                    <a:pt x="6176430" y="1615907"/>
                  </a:lnTo>
                  <a:lnTo>
                    <a:pt x="6178142" y="1614891"/>
                  </a:lnTo>
                  <a:lnTo>
                    <a:pt x="6179853" y="1620693"/>
                  </a:lnTo>
                  <a:lnTo>
                    <a:pt x="6181565" y="1652336"/>
                  </a:lnTo>
                  <a:lnTo>
                    <a:pt x="6183276" y="1684580"/>
                  </a:lnTo>
                  <a:lnTo>
                    <a:pt x="6184987" y="1840975"/>
                  </a:lnTo>
                  <a:lnTo>
                    <a:pt x="6186699" y="1977595"/>
                  </a:lnTo>
                  <a:lnTo>
                    <a:pt x="6188410" y="2016297"/>
                  </a:lnTo>
                  <a:lnTo>
                    <a:pt x="6190122" y="2030877"/>
                  </a:lnTo>
                  <a:lnTo>
                    <a:pt x="6191833" y="2023567"/>
                  </a:lnTo>
                  <a:lnTo>
                    <a:pt x="6193544" y="2077887"/>
                  </a:lnTo>
                  <a:lnTo>
                    <a:pt x="6195256" y="2071561"/>
                  </a:lnTo>
                  <a:lnTo>
                    <a:pt x="6196967" y="1980671"/>
                  </a:lnTo>
                  <a:lnTo>
                    <a:pt x="6198679" y="1937869"/>
                  </a:lnTo>
                  <a:lnTo>
                    <a:pt x="6200390" y="1911655"/>
                  </a:lnTo>
                  <a:lnTo>
                    <a:pt x="6202101" y="1995690"/>
                  </a:lnTo>
                  <a:lnTo>
                    <a:pt x="6203813" y="1953207"/>
                  </a:lnTo>
                  <a:lnTo>
                    <a:pt x="6205524" y="1961712"/>
                  </a:lnTo>
                  <a:lnTo>
                    <a:pt x="6207236" y="2030909"/>
                  </a:lnTo>
                  <a:lnTo>
                    <a:pt x="6208947" y="2050286"/>
                  </a:lnTo>
                  <a:lnTo>
                    <a:pt x="6210658" y="2101372"/>
                  </a:lnTo>
                  <a:lnTo>
                    <a:pt x="6212370" y="2103364"/>
                  </a:lnTo>
                  <a:lnTo>
                    <a:pt x="6214081" y="2116663"/>
                  </a:lnTo>
                  <a:lnTo>
                    <a:pt x="6215793" y="2103923"/>
                  </a:lnTo>
                  <a:lnTo>
                    <a:pt x="6217504" y="2141987"/>
                  </a:lnTo>
                  <a:lnTo>
                    <a:pt x="6219215" y="2141755"/>
                  </a:lnTo>
                  <a:lnTo>
                    <a:pt x="6220927" y="2171644"/>
                  </a:lnTo>
                  <a:lnTo>
                    <a:pt x="6222638" y="2176184"/>
                  </a:lnTo>
                  <a:lnTo>
                    <a:pt x="6224349" y="2167810"/>
                  </a:lnTo>
                  <a:lnTo>
                    <a:pt x="6226061" y="2144409"/>
                  </a:lnTo>
                  <a:lnTo>
                    <a:pt x="6227772" y="2163412"/>
                  </a:lnTo>
                  <a:lnTo>
                    <a:pt x="6229484" y="2155427"/>
                  </a:lnTo>
                  <a:lnTo>
                    <a:pt x="6231195" y="2111171"/>
                  </a:lnTo>
                  <a:lnTo>
                    <a:pt x="6232906" y="2125738"/>
                  </a:lnTo>
                  <a:lnTo>
                    <a:pt x="6234618" y="2115817"/>
                  </a:lnTo>
                  <a:lnTo>
                    <a:pt x="6236329" y="2113649"/>
                  </a:lnTo>
                  <a:lnTo>
                    <a:pt x="6238041" y="2103561"/>
                  </a:lnTo>
                  <a:lnTo>
                    <a:pt x="6239752" y="2020671"/>
                  </a:lnTo>
                  <a:lnTo>
                    <a:pt x="6241463" y="1929708"/>
                  </a:lnTo>
                  <a:lnTo>
                    <a:pt x="6243175" y="1932912"/>
                  </a:lnTo>
                  <a:lnTo>
                    <a:pt x="6244886" y="1935545"/>
                  </a:lnTo>
                  <a:lnTo>
                    <a:pt x="6246598" y="1973822"/>
                  </a:lnTo>
                  <a:lnTo>
                    <a:pt x="6248309" y="2051825"/>
                  </a:lnTo>
                  <a:lnTo>
                    <a:pt x="6250020" y="2063887"/>
                  </a:lnTo>
                  <a:lnTo>
                    <a:pt x="6251732" y="2097011"/>
                  </a:lnTo>
                  <a:lnTo>
                    <a:pt x="6253443" y="2142959"/>
                  </a:lnTo>
                  <a:lnTo>
                    <a:pt x="6255155" y="2139637"/>
                  </a:lnTo>
                  <a:lnTo>
                    <a:pt x="6256866" y="2121071"/>
                  </a:lnTo>
                  <a:lnTo>
                    <a:pt x="6258577" y="2088571"/>
                  </a:lnTo>
                  <a:lnTo>
                    <a:pt x="6260289" y="2049087"/>
                  </a:lnTo>
                  <a:lnTo>
                    <a:pt x="6262000" y="2049155"/>
                  </a:lnTo>
                  <a:lnTo>
                    <a:pt x="6263712" y="1931872"/>
                  </a:lnTo>
                  <a:lnTo>
                    <a:pt x="6265423" y="1866720"/>
                  </a:lnTo>
                  <a:lnTo>
                    <a:pt x="6267134" y="1955447"/>
                  </a:lnTo>
                  <a:lnTo>
                    <a:pt x="6268846" y="1892378"/>
                  </a:lnTo>
                  <a:lnTo>
                    <a:pt x="6270557" y="1931569"/>
                  </a:lnTo>
                  <a:lnTo>
                    <a:pt x="6272269" y="1993724"/>
                  </a:lnTo>
                  <a:lnTo>
                    <a:pt x="6273980" y="1954244"/>
                  </a:lnTo>
                  <a:lnTo>
                    <a:pt x="6275691" y="2069797"/>
                  </a:lnTo>
                  <a:lnTo>
                    <a:pt x="6277403" y="1988573"/>
                  </a:lnTo>
                  <a:lnTo>
                    <a:pt x="6279114" y="2036074"/>
                  </a:lnTo>
                  <a:lnTo>
                    <a:pt x="6280826" y="2065756"/>
                  </a:lnTo>
                  <a:lnTo>
                    <a:pt x="6282537" y="2093346"/>
                  </a:lnTo>
                  <a:lnTo>
                    <a:pt x="6284248" y="2112424"/>
                  </a:lnTo>
                  <a:lnTo>
                    <a:pt x="6285960" y="2026377"/>
                  </a:lnTo>
                  <a:lnTo>
                    <a:pt x="6287671" y="2077314"/>
                  </a:lnTo>
                  <a:lnTo>
                    <a:pt x="6289383" y="1859579"/>
                  </a:lnTo>
                  <a:lnTo>
                    <a:pt x="6291094" y="1775086"/>
                  </a:lnTo>
                  <a:lnTo>
                    <a:pt x="6292805" y="1765368"/>
                  </a:lnTo>
                  <a:lnTo>
                    <a:pt x="6294517" y="1610348"/>
                  </a:lnTo>
                  <a:lnTo>
                    <a:pt x="6296228" y="1609481"/>
                  </a:lnTo>
                  <a:lnTo>
                    <a:pt x="6297940" y="1575536"/>
                  </a:lnTo>
                  <a:lnTo>
                    <a:pt x="6299651" y="1783734"/>
                  </a:lnTo>
                  <a:lnTo>
                    <a:pt x="6301362" y="1912190"/>
                  </a:lnTo>
                  <a:lnTo>
                    <a:pt x="6303074" y="1825354"/>
                  </a:lnTo>
                  <a:lnTo>
                    <a:pt x="6304785" y="1723577"/>
                  </a:lnTo>
                  <a:lnTo>
                    <a:pt x="6306497" y="1768256"/>
                  </a:lnTo>
                  <a:lnTo>
                    <a:pt x="6308208" y="1848313"/>
                  </a:lnTo>
                  <a:lnTo>
                    <a:pt x="6309919" y="1782833"/>
                  </a:lnTo>
                  <a:lnTo>
                    <a:pt x="6311631" y="1805012"/>
                  </a:lnTo>
                  <a:lnTo>
                    <a:pt x="6313342" y="1735079"/>
                  </a:lnTo>
                  <a:lnTo>
                    <a:pt x="6315054" y="1681124"/>
                  </a:lnTo>
                  <a:lnTo>
                    <a:pt x="6316765" y="1666673"/>
                  </a:lnTo>
                  <a:lnTo>
                    <a:pt x="6318476" y="1612630"/>
                  </a:lnTo>
                  <a:lnTo>
                    <a:pt x="6320188" y="1633359"/>
                  </a:lnTo>
                  <a:lnTo>
                    <a:pt x="6321899" y="1660566"/>
                  </a:lnTo>
                  <a:lnTo>
                    <a:pt x="6323611" y="1671669"/>
                  </a:lnTo>
                  <a:lnTo>
                    <a:pt x="6325322" y="1765273"/>
                  </a:lnTo>
                  <a:lnTo>
                    <a:pt x="6327033" y="1811015"/>
                  </a:lnTo>
                  <a:lnTo>
                    <a:pt x="6328745" y="1878302"/>
                  </a:lnTo>
                  <a:lnTo>
                    <a:pt x="6330456" y="1913827"/>
                  </a:lnTo>
                  <a:lnTo>
                    <a:pt x="6332167" y="1901134"/>
                  </a:lnTo>
                  <a:lnTo>
                    <a:pt x="6333879" y="1915717"/>
                  </a:lnTo>
                  <a:lnTo>
                    <a:pt x="6335590" y="1846938"/>
                  </a:lnTo>
                  <a:lnTo>
                    <a:pt x="6337302" y="1769796"/>
                  </a:lnTo>
                  <a:lnTo>
                    <a:pt x="6339013" y="1743046"/>
                  </a:lnTo>
                  <a:lnTo>
                    <a:pt x="6340724" y="1748375"/>
                  </a:lnTo>
                  <a:lnTo>
                    <a:pt x="6342436" y="1765586"/>
                  </a:lnTo>
                  <a:lnTo>
                    <a:pt x="6344147" y="1841980"/>
                  </a:lnTo>
                  <a:lnTo>
                    <a:pt x="6345859" y="1939353"/>
                  </a:lnTo>
                  <a:lnTo>
                    <a:pt x="6347570" y="1964904"/>
                  </a:lnTo>
                  <a:lnTo>
                    <a:pt x="6349281" y="2030653"/>
                  </a:lnTo>
                  <a:lnTo>
                    <a:pt x="6350993" y="1971404"/>
                  </a:lnTo>
                  <a:lnTo>
                    <a:pt x="6352704" y="1919005"/>
                  </a:lnTo>
                  <a:lnTo>
                    <a:pt x="6354416" y="1863647"/>
                  </a:lnTo>
                  <a:lnTo>
                    <a:pt x="6356127" y="1904911"/>
                  </a:lnTo>
                  <a:lnTo>
                    <a:pt x="6357838" y="2077542"/>
                  </a:lnTo>
                  <a:lnTo>
                    <a:pt x="6359550" y="2113561"/>
                  </a:lnTo>
                  <a:lnTo>
                    <a:pt x="6361261" y="2112848"/>
                  </a:lnTo>
                  <a:lnTo>
                    <a:pt x="6362973" y="2087676"/>
                  </a:lnTo>
                  <a:lnTo>
                    <a:pt x="6364684" y="2089490"/>
                  </a:lnTo>
                  <a:lnTo>
                    <a:pt x="6366395" y="2011354"/>
                  </a:lnTo>
                  <a:lnTo>
                    <a:pt x="6368107" y="1979042"/>
                  </a:lnTo>
                  <a:lnTo>
                    <a:pt x="6369818" y="1898952"/>
                  </a:lnTo>
                  <a:lnTo>
                    <a:pt x="6371530" y="1928500"/>
                  </a:lnTo>
                  <a:lnTo>
                    <a:pt x="6373241" y="2010512"/>
                  </a:lnTo>
                  <a:lnTo>
                    <a:pt x="6374952" y="1991951"/>
                  </a:lnTo>
                  <a:lnTo>
                    <a:pt x="6376664" y="1985430"/>
                  </a:lnTo>
                  <a:lnTo>
                    <a:pt x="6378375" y="2023310"/>
                  </a:lnTo>
                  <a:lnTo>
                    <a:pt x="6380087" y="2045848"/>
                  </a:lnTo>
                  <a:lnTo>
                    <a:pt x="6381798" y="2026184"/>
                  </a:lnTo>
                  <a:lnTo>
                    <a:pt x="6383509" y="1940072"/>
                  </a:lnTo>
                  <a:lnTo>
                    <a:pt x="6385221" y="1829845"/>
                  </a:lnTo>
                  <a:lnTo>
                    <a:pt x="6386932" y="1717104"/>
                  </a:lnTo>
                  <a:lnTo>
                    <a:pt x="6388644" y="1696923"/>
                  </a:lnTo>
                  <a:lnTo>
                    <a:pt x="6390355" y="1836327"/>
                  </a:lnTo>
                  <a:lnTo>
                    <a:pt x="6392066" y="1881975"/>
                  </a:lnTo>
                  <a:lnTo>
                    <a:pt x="6393778" y="1905550"/>
                  </a:lnTo>
                  <a:lnTo>
                    <a:pt x="6395489" y="1846858"/>
                  </a:lnTo>
                  <a:lnTo>
                    <a:pt x="6397201" y="1820158"/>
                  </a:lnTo>
                  <a:lnTo>
                    <a:pt x="6398912" y="1830511"/>
                  </a:lnTo>
                  <a:lnTo>
                    <a:pt x="6400623" y="1827466"/>
                  </a:lnTo>
                  <a:lnTo>
                    <a:pt x="6402335" y="1801335"/>
                  </a:lnTo>
                  <a:lnTo>
                    <a:pt x="6404046" y="1685427"/>
                  </a:lnTo>
                  <a:lnTo>
                    <a:pt x="6405758" y="1621945"/>
                  </a:lnTo>
                  <a:lnTo>
                    <a:pt x="6407469" y="1600801"/>
                  </a:lnTo>
                  <a:lnTo>
                    <a:pt x="6409180" y="1613313"/>
                  </a:lnTo>
                  <a:lnTo>
                    <a:pt x="6410892" y="1602307"/>
                  </a:lnTo>
                  <a:lnTo>
                    <a:pt x="6412603" y="1541407"/>
                  </a:lnTo>
                  <a:lnTo>
                    <a:pt x="6414315" y="1598643"/>
                  </a:lnTo>
                  <a:lnTo>
                    <a:pt x="6416026" y="1676946"/>
                  </a:lnTo>
                  <a:lnTo>
                    <a:pt x="6417737" y="1830613"/>
                  </a:lnTo>
                  <a:lnTo>
                    <a:pt x="6419449" y="1901862"/>
                  </a:lnTo>
                  <a:lnTo>
                    <a:pt x="6421160" y="1926252"/>
                  </a:lnTo>
                  <a:lnTo>
                    <a:pt x="6422872" y="1940189"/>
                  </a:lnTo>
                  <a:lnTo>
                    <a:pt x="6424583" y="1907767"/>
                  </a:lnTo>
                  <a:lnTo>
                    <a:pt x="6426294" y="1906404"/>
                  </a:lnTo>
                  <a:lnTo>
                    <a:pt x="6428006" y="1887376"/>
                  </a:lnTo>
                  <a:lnTo>
                    <a:pt x="6429717" y="1946133"/>
                  </a:lnTo>
                  <a:lnTo>
                    <a:pt x="6431428" y="1990584"/>
                  </a:lnTo>
                  <a:lnTo>
                    <a:pt x="6433140" y="1988173"/>
                  </a:lnTo>
                  <a:lnTo>
                    <a:pt x="6434851" y="2092058"/>
                  </a:lnTo>
                  <a:lnTo>
                    <a:pt x="6436563" y="1997847"/>
                  </a:lnTo>
                  <a:lnTo>
                    <a:pt x="6438274" y="1871393"/>
                  </a:lnTo>
                  <a:lnTo>
                    <a:pt x="6439985" y="1709762"/>
                  </a:lnTo>
                  <a:lnTo>
                    <a:pt x="6441697" y="1764522"/>
                  </a:lnTo>
                  <a:lnTo>
                    <a:pt x="6443408" y="1937621"/>
                  </a:lnTo>
                  <a:lnTo>
                    <a:pt x="6445120" y="1979230"/>
                  </a:lnTo>
                  <a:lnTo>
                    <a:pt x="6446831" y="2043089"/>
                  </a:lnTo>
                  <a:lnTo>
                    <a:pt x="6448542" y="2023476"/>
                  </a:lnTo>
                  <a:lnTo>
                    <a:pt x="6450254" y="2005931"/>
                  </a:lnTo>
                  <a:lnTo>
                    <a:pt x="6451965" y="1988938"/>
                  </a:lnTo>
                  <a:lnTo>
                    <a:pt x="6453677" y="1875749"/>
                  </a:lnTo>
                  <a:lnTo>
                    <a:pt x="6455388" y="1862294"/>
                  </a:lnTo>
                  <a:lnTo>
                    <a:pt x="6457099" y="1921313"/>
                  </a:lnTo>
                  <a:lnTo>
                    <a:pt x="6458811" y="1942913"/>
                  </a:lnTo>
                  <a:lnTo>
                    <a:pt x="6460522" y="1978930"/>
                  </a:lnTo>
                  <a:lnTo>
                    <a:pt x="6462234" y="1995565"/>
                  </a:lnTo>
                  <a:lnTo>
                    <a:pt x="6463945" y="2013278"/>
                  </a:lnTo>
                  <a:lnTo>
                    <a:pt x="6465656" y="2001390"/>
                  </a:lnTo>
                  <a:lnTo>
                    <a:pt x="6467368" y="1971755"/>
                  </a:lnTo>
                  <a:lnTo>
                    <a:pt x="6469079" y="2027610"/>
                  </a:lnTo>
                  <a:lnTo>
                    <a:pt x="6470791" y="1932765"/>
                  </a:lnTo>
                  <a:lnTo>
                    <a:pt x="6472502" y="1938612"/>
                  </a:lnTo>
                  <a:lnTo>
                    <a:pt x="6474213" y="1945073"/>
                  </a:lnTo>
                  <a:lnTo>
                    <a:pt x="6475925" y="1734672"/>
                  </a:lnTo>
                  <a:lnTo>
                    <a:pt x="6477636" y="1581956"/>
                  </a:lnTo>
                  <a:lnTo>
                    <a:pt x="6479348" y="1365706"/>
                  </a:lnTo>
                  <a:lnTo>
                    <a:pt x="6481059" y="1330877"/>
                  </a:lnTo>
                  <a:lnTo>
                    <a:pt x="6482770" y="1273065"/>
                  </a:lnTo>
                  <a:lnTo>
                    <a:pt x="6484482" y="1301595"/>
                  </a:lnTo>
                  <a:lnTo>
                    <a:pt x="6486193" y="1364697"/>
                  </a:lnTo>
                  <a:lnTo>
                    <a:pt x="6487905" y="1172852"/>
                  </a:lnTo>
                  <a:lnTo>
                    <a:pt x="6489616" y="1226762"/>
                  </a:lnTo>
                  <a:lnTo>
                    <a:pt x="6491327" y="1206784"/>
                  </a:lnTo>
                  <a:lnTo>
                    <a:pt x="6493039" y="1173611"/>
                  </a:lnTo>
                  <a:lnTo>
                    <a:pt x="6494750" y="1195747"/>
                  </a:lnTo>
                  <a:lnTo>
                    <a:pt x="6496462" y="1206724"/>
                  </a:lnTo>
                  <a:lnTo>
                    <a:pt x="6498173" y="1227912"/>
                  </a:lnTo>
                  <a:lnTo>
                    <a:pt x="6499884" y="1269308"/>
                  </a:lnTo>
                  <a:lnTo>
                    <a:pt x="6501596" y="1425324"/>
                  </a:lnTo>
                  <a:lnTo>
                    <a:pt x="6503307" y="1472761"/>
                  </a:lnTo>
                  <a:lnTo>
                    <a:pt x="6505019" y="1554037"/>
                  </a:lnTo>
                  <a:lnTo>
                    <a:pt x="6506730" y="1416453"/>
                  </a:lnTo>
                  <a:lnTo>
                    <a:pt x="6508441" y="1325260"/>
                  </a:lnTo>
                  <a:lnTo>
                    <a:pt x="6510153" y="1327703"/>
                  </a:lnTo>
                  <a:lnTo>
                    <a:pt x="6511864" y="1392762"/>
                  </a:lnTo>
                  <a:lnTo>
                    <a:pt x="6513576" y="1434338"/>
                  </a:lnTo>
                  <a:lnTo>
                    <a:pt x="6515287" y="1339220"/>
                  </a:lnTo>
                  <a:lnTo>
                    <a:pt x="6516998" y="1296520"/>
                  </a:lnTo>
                  <a:lnTo>
                    <a:pt x="6518710" y="1408078"/>
                  </a:lnTo>
                  <a:lnTo>
                    <a:pt x="6520421" y="1411623"/>
                  </a:lnTo>
                  <a:lnTo>
                    <a:pt x="6522133" y="1425304"/>
                  </a:lnTo>
                  <a:lnTo>
                    <a:pt x="6523844" y="1368554"/>
                  </a:lnTo>
                  <a:lnTo>
                    <a:pt x="6525555" y="1333577"/>
                  </a:lnTo>
                  <a:lnTo>
                    <a:pt x="6527267" y="1225437"/>
                  </a:lnTo>
                  <a:lnTo>
                    <a:pt x="6528978" y="1169473"/>
                  </a:lnTo>
                  <a:lnTo>
                    <a:pt x="6530690" y="1298666"/>
                  </a:lnTo>
                  <a:lnTo>
                    <a:pt x="6532401" y="1163335"/>
                  </a:lnTo>
                  <a:lnTo>
                    <a:pt x="6534112" y="872551"/>
                  </a:lnTo>
                  <a:lnTo>
                    <a:pt x="6535824" y="781253"/>
                  </a:lnTo>
                  <a:lnTo>
                    <a:pt x="6537535" y="678071"/>
                  </a:lnTo>
                  <a:lnTo>
                    <a:pt x="6539246" y="692058"/>
                  </a:lnTo>
                  <a:lnTo>
                    <a:pt x="6540958" y="643401"/>
                  </a:lnTo>
                  <a:lnTo>
                    <a:pt x="6542669" y="672485"/>
                  </a:lnTo>
                  <a:lnTo>
                    <a:pt x="6544381" y="676128"/>
                  </a:lnTo>
                  <a:lnTo>
                    <a:pt x="6546092" y="672785"/>
                  </a:lnTo>
                  <a:lnTo>
                    <a:pt x="6547803" y="594229"/>
                  </a:lnTo>
                  <a:lnTo>
                    <a:pt x="6549515" y="526057"/>
                  </a:lnTo>
                  <a:lnTo>
                    <a:pt x="6551226" y="482017"/>
                  </a:lnTo>
                  <a:lnTo>
                    <a:pt x="6552938" y="500839"/>
                  </a:lnTo>
                  <a:lnTo>
                    <a:pt x="6554649" y="371176"/>
                  </a:lnTo>
                  <a:lnTo>
                    <a:pt x="6556360" y="339185"/>
                  </a:lnTo>
                  <a:lnTo>
                    <a:pt x="6558072" y="448369"/>
                  </a:lnTo>
                  <a:lnTo>
                    <a:pt x="6559783" y="465026"/>
                  </a:lnTo>
                  <a:lnTo>
                    <a:pt x="6561495" y="424552"/>
                  </a:lnTo>
                  <a:lnTo>
                    <a:pt x="6563206" y="368335"/>
                  </a:lnTo>
                  <a:lnTo>
                    <a:pt x="6564917" y="230454"/>
                  </a:lnTo>
                  <a:lnTo>
                    <a:pt x="6566629" y="157184"/>
                  </a:lnTo>
                  <a:lnTo>
                    <a:pt x="6568340" y="225013"/>
                  </a:lnTo>
                  <a:lnTo>
                    <a:pt x="6570052" y="275738"/>
                  </a:lnTo>
                  <a:lnTo>
                    <a:pt x="6571763" y="163320"/>
                  </a:lnTo>
                  <a:lnTo>
                    <a:pt x="6573474" y="65540"/>
                  </a:lnTo>
                  <a:lnTo>
                    <a:pt x="6575186" y="23059"/>
                  </a:lnTo>
                  <a:lnTo>
                    <a:pt x="6576897" y="0"/>
                  </a:lnTo>
                  <a:lnTo>
                    <a:pt x="6578609" y="75818"/>
                  </a:lnTo>
                  <a:lnTo>
                    <a:pt x="6580320" y="34262"/>
                  </a:lnTo>
                  <a:lnTo>
                    <a:pt x="6582031" y="135246"/>
                  </a:lnTo>
                  <a:lnTo>
                    <a:pt x="6583743" y="140254"/>
                  </a:lnTo>
                  <a:lnTo>
                    <a:pt x="6585454" y="202416"/>
                  </a:lnTo>
                  <a:lnTo>
                    <a:pt x="6587166" y="485216"/>
                  </a:lnTo>
                  <a:lnTo>
                    <a:pt x="6588877" y="308479"/>
                  </a:lnTo>
                  <a:lnTo>
                    <a:pt x="6590588" y="347620"/>
                  </a:lnTo>
                  <a:lnTo>
                    <a:pt x="6592300" y="344920"/>
                  </a:lnTo>
                  <a:lnTo>
                    <a:pt x="6594011" y="387273"/>
                  </a:lnTo>
                  <a:lnTo>
                    <a:pt x="6595723" y="187246"/>
                  </a:lnTo>
                  <a:lnTo>
                    <a:pt x="6597434" y="270465"/>
                  </a:lnTo>
                  <a:lnTo>
                    <a:pt x="6599145" y="478213"/>
                  </a:lnTo>
                  <a:lnTo>
                    <a:pt x="6600857" y="450126"/>
                  </a:lnTo>
                  <a:lnTo>
                    <a:pt x="6602568" y="607083"/>
                  </a:lnTo>
                  <a:lnTo>
                    <a:pt x="6604280" y="563149"/>
                  </a:lnTo>
                  <a:lnTo>
                    <a:pt x="6605991" y="526711"/>
                  </a:lnTo>
                  <a:lnTo>
                    <a:pt x="6607702" y="614971"/>
                  </a:lnTo>
                  <a:lnTo>
                    <a:pt x="6609414" y="476054"/>
                  </a:lnTo>
                  <a:lnTo>
                    <a:pt x="6611125" y="530211"/>
                  </a:lnTo>
                  <a:lnTo>
                    <a:pt x="6612837" y="375580"/>
                  </a:lnTo>
                  <a:lnTo>
                    <a:pt x="6614548" y="76724"/>
                  </a:lnTo>
                  <a:lnTo>
                    <a:pt x="6616259" y="222730"/>
                  </a:lnTo>
                  <a:lnTo>
                    <a:pt x="6617971" y="307381"/>
                  </a:lnTo>
                  <a:lnTo>
                    <a:pt x="6619682" y="402949"/>
                  </a:lnTo>
                  <a:lnTo>
                    <a:pt x="6621394" y="288404"/>
                  </a:lnTo>
                  <a:lnTo>
                    <a:pt x="6623105" y="234203"/>
                  </a:lnTo>
                  <a:lnTo>
                    <a:pt x="6624816" y="282076"/>
                  </a:lnTo>
                  <a:lnTo>
                    <a:pt x="6626528" y="285480"/>
                  </a:lnTo>
                  <a:lnTo>
                    <a:pt x="6628239" y="339774"/>
                  </a:lnTo>
                  <a:lnTo>
                    <a:pt x="6629951" y="229600"/>
                  </a:lnTo>
                  <a:lnTo>
                    <a:pt x="6631662" y="380103"/>
                  </a:lnTo>
                  <a:lnTo>
                    <a:pt x="6633373" y="379448"/>
                  </a:lnTo>
                  <a:lnTo>
                    <a:pt x="6635085" y="407057"/>
                  </a:lnTo>
                  <a:lnTo>
                    <a:pt x="6636796" y="455999"/>
                  </a:lnTo>
                  <a:lnTo>
                    <a:pt x="6638508" y="457820"/>
                  </a:lnTo>
                  <a:lnTo>
                    <a:pt x="6640219" y="433951"/>
                  </a:lnTo>
                  <a:lnTo>
                    <a:pt x="6641930" y="452966"/>
                  </a:lnTo>
                  <a:lnTo>
                    <a:pt x="6643642" y="478259"/>
                  </a:lnTo>
                  <a:lnTo>
                    <a:pt x="6645353" y="524792"/>
                  </a:lnTo>
                  <a:lnTo>
                    <a:pt x="6647064" y="531148"/>
                  </a:lnTo>
                  <a:lnTo>
                    <a:pt x="6648776" y="637155"/>
                  </a:lnTo>
                  <a:lnTo>
                    <a:pt x="6650487" y="830291"/>
                  </a:lnTo>
                  <a:lnTo>
                    <a:pt x="6652199" y="933486"/>
                  </a:lnTo>
                  <a:lnTo>
                    <a:pt x="6653910" y="948722"/>
                  </a:lnTo>
                  <a:lnTo>
                    <a:pt x="6655621" y="1065217"/>
                  </a:lnTo>
                  <a:lnTo>
                    <a:pt x="6657333" y="1014887"/>
                  </a:lnTo>
                  <a:lnTo>
                    <a:pt x="6659044" y="1111642"/>
                  </a:lnTo>
                  <a:lnTo>
                    <a:pt x="6660756" y="1037902"/>
                  </a:lnTo>
                  <a:lnTo>
                    <a:pt x="6662467" y="1024657"/>
                  </a:lnTo>
                  <a:lnTo>
                    <a:pt x="6664178" y="1101097"/>
                  </a:lnTo>
                  <a:lnTo>
                    <a:pt x="6665890" y="1223407"/>
                  </a:lnTo>
                  <a:lnTo>
                    <a:pt x="6667601" y="1303650"/>
                  </a:lnTo>
                  <a:lnTo>
                    <a:pt x="6669313" y="1257964"/>
                  </a:lnTo>
                  <a:lnTo>
                    <a:pt x="6671024" y="1343986"/>
                  </a:lnTo>
                  <a:lnTo>
                    <a:pt x="6672735" y="1313053"/>
                  </a:lnTo>
                  <a:lnTo>
                    <a:pt x="6674447" y="1377219"/>
                  </a:lnTo>
                  <a:lnTo>
                    <a:pt x="6676158" y="1262273"/>
                  </a:lnTo>
                  <a:lnTo>
                    <a:pt x="6677870" y="1253055"/>
                  </a:lnTo>
                  <a:lnTo>
                    <a:pt x="6679581" y="1455800"/>
                  </a:lnTo>
                  <a:lnTo>
                    <a:pt x="6681292" y="1520941"/>
                  </a:lnTo>
                  <a:lnTo>
                    <a:pt x="6683004" y="1520364"/>
                  </a:lnTo>
                  <a:lnTo>
                    <a:pt x="6684715" y="1463189"/>
                  </a:lnTo>
                  <a:lnTo>
                    <a:pt x="6686427" y="1362868"/>
                  </a:lnTo>
                  <a:lnTo>
                    <a:pt x="6688138" y="1255720"/>
                  </a:lnTo>
                  <a:lnTo>
                    <a:pt x="6689849" y="1187923"/>
                  </a:lnTo>
                  <a:lnTo>
                    <a:pt x="6691561" y="1237328"/>
                  </a:lnTo>
                  <a:lnTo>
                    <a:pt x="6693272" y="1310776"/>
                  </a:lnTo>
                  <a:lnTo>
                    <a:pt x="6694984" y="1605180"/>
                  </a:lnTo>
                  <a:lnTo>
                    <a:pt x="6696695" y="1686029"/>
                  </a:lnTo>
                  <a:lnTo>
                    <a:pt x="6698406" y="1718155"/>
                  </a:lnTo>
                  <a:lnTo>
                    <a:pt x="6700118" y="1739723"/>
                  </a:lnTo>
                  <a:lnTo>
                    <a:pt x="6701829" y="1795599"/>
                  </a:lnTo>
                  <a:lnTo>
                    <a:pt x="6703541" y="1785595"/>
                  </a:lnTo>
                  <a:lnTo>
                    <a:pt x="6705252" y="1737315"/>
                  </a:lnTo>
                  <a:lnTo>
                    <a:pt x="6706963" y="1829289"/>
                  </a:lnTo>
                  <a:lnTo>
                    <a:pt x="6708675" y="1804617"/>
                  </a:lnTo>
                  <a:lnTo>
                    <a:pt x="6710386" y="1830840"/>
                  </a:lnTo>
                  <a:lnTo>
                    <a:pt x="6712098" y="1807236"/>
                  </a:lnTo>
                  <a:lnTo>
                    <a:pt x="6713809" y="1859780"/>
                  </a:lnTo>
                  <a:lnTo>
                    <a:pt x="6715520" y="1941294"/>
                  </a:lnTo>
                  <a:lnTo>
                    <a:pt x="6717232" y="1950188"/>
                  </a:lnTo>
                  <a:lnTo>
                    <a:pt x="6718943" y="1967538"/>
                  </a:lnTo>
                  <a:lnTo>
                    <a:pt x="6720655" y="1986053"/>
                  </a:lnTo>
                  <a:lnTo>
                    <a:pt x="6722366" y="1916670"/>
                  </a:lnTo>
                  <a:lnTo>
                    <a:pt x="6724077" y="1918141"/>
                  </a:lnTo>
                  <a:lnTo>
                    <a:pt x="6725789" y="1730902"/>
                  </a:lnTo>
                  <a:lnTo>
                    <a:pt x="6727500" y="1658902"/>
                  </a:lnTo>
                  <a:lnTo>
                    <a:pt x="6729212" y="1682751"/>
                  </a:lnTo>
                  <a:lnTo>
                    <a:pt x="6730923" y="1641704"/>
                  </a:lnTo>
                  <a:lnTo>
                    <a:pt x="6732634" y="1584069"/>
                  </a:lnTo>
                  <a:lnTo>
                    <a:pt x="6734346" y="1538777"/>
                  </a:lnTo>
                  <a:lnTo>
                    <a:pt x="6736057" y="1405914"/>
                  </a:lnTo>
                  <a:lnTo>
                    <a:pt x="6737769" y="1435264"/>
                  </a:lnTo>
                  <a:lnTo>
                    <a:pt x="6739480" y="1565663"/>
                  </a:lnTo>
                  <a:lnTo>
                    <a:pt x="6741191" y="1542208"/>
                  </a:lnTo>
                  <a:lnTo>
                    <a:pt x="6742903" y="1588770"/>
                  </a:lnTo>
                  <a:lnTo>
                    <a:pt x="6744614" y="1531018"/>
                  </a:lnTo>
                  <a:lnTo>
                    <a:pt x="6746325" y="1623556"/>
                  </a:lnTo>
                  <a:lnTo>
                    <a:pt x="6748037" y="1709414"/>
                  </a:lnTo>
                  <a:lnTo>
                    <a:pt x="6749748" y="1753322"/>
                  </a:lnTo>
                  <a:lnTo>
                    <a:pt x="6751460" y="1780628"/>
                  </a:lnTo>
                  <a:lnTo>
                    <a:pt x="6753171" y="1816958"/>
                  </a:lnTo>
                  <a:lnTo>
                    <a:pt x="6754882" y="1820144"/>
                  </a:lnTo>
                  <a:lnTo>
                    <a:pt x="6756594" y="1796933"/>
                  </a:lnTo>
                  <a:lnTo>
                    <a:pt x="6758305" y="1719319"/>
                  </a:lnTo>
                  <a:lnTo>
                    <a:pt x="6760017" y="1690667"/>
                  </a:lnTo>
                  <a:lnTo>
                    <a:pt x="6761728" y="1693375"/>
                  </a:lnTo>
                  <a:lnTo>
                    <a:pt x="6763439" y="1783585"/>
                  </a:lnTo>
                  <a:lnTo>
                    <a:pt x="6765151" y="1818116"/>
                  </a:lnTo>
                  <a:lnTo>
                    <a:pt x="6766862" y="1765383"/>
                  </a:lnTo>
                  <a:lnTo>
                    <a:pt x="6768574" y="1838062"/>
                  </a:lnTo>
                  <a:lnTo>
                    <a:pt x="6770285" y="1899789"/>
                  </a:lnTo>
                  <a:lnTo>
                    <a:pt x="6771996" y="1907976"/>
                  </a:lnTo>
                  <a:lnTo>
                    <a:pt x="6773708" y="1941064"/>
                  </a:lnTo>
                  <a:lnTo>
                    <a:pt x="6775419" y="1833778"/>
                  </a:lnTo>
                  <a:lnTo>
                    <a:pt x="6777131" y="1751721"/>
                  </a:lnTo>
                  <a:lnTo>
                    <a:pt x="6778842" y="1846359"/>
                  </a:lnTo>
                  <a:lnTo>
                    <a:pt x="6780553" y="1852813"/>
                  </a:lnTo>
                  <a:lnTo>
                    <a:pt x="6782265" y="1872836"/>
                  </a:lnTo>
                  <a:lnTo>
                    <a:pt x="6783976" y="1886558"/>
                  </a:lnTo>
                  <a:lnTo>
                    <a:pt x="6785688" y="1756450"/>
                  </a:lnTo>
                  <a:lnTo>
                    <a:pt x="6787399" y="1720100"/>
                  </a:lnTo>
                  <a:lnTo>
                    <a:pt x="6789110" y="1757421"/>
                  </a:lnTo>
                  <a:lnTo>
                    <a:pt x="6790822" y="1850134"/>
                  </a:lnTo>
                  <a:lnTo>
                    <a:pt x="6792533" y="1866070"/>
                  </a:lnTo>
                  <a:lnTo>
                    <a:pt x="6794245" y="1941088"/>
                  </a:lnTo>
                  <a:lnTo>
                    <a:pt x="6795956" y="1846975"/>
                  </a:lnTo>
                  <a:lnTo>
                    <a:pt x="6797667" y="1883952"/>
                  </a:lnTo>
                  <a:lnTo>
                    <a:pt x="6799379" y="1977120"/>
                  </a:lnTo>
                  <a:lnTo>
                    <a:pt x="6801090" y="2071783"/>
                  </a:lnTo>
                  <a:lnTo>
                    <a:pt x="6802802" y="2090003"/>
                  </a:lnTo>
                  <a:lnTo>
                    <a:pt x="6804513" y="2101613"/>
                  </a:lnTo>
                  <a:lnTo>
                    <a:pt x="6806224" y="2136342"/>
                  </a:lnTo>
                  <a:lnTo>
                    <a:pt x="6807936" y="1977563"/>
                  </a:lnTo>
                  <a:lnTo>
                    <a:pt x="6809647" y="1979531"/>
                  </a:lnTo>
                  <a:lnTo>
                    <a:pt x="6811359" y="1844805"/>
                  </a:lnTo>
                  <a:lnTo>
                    <a:pt x="6813070" y="1798030"/>
                  </a:lnTo>
                  <a:lnTo>
                    <a:pt x="6814781" y="1812806"/>
                  </a:lnTo>
                  <a:lnTo>
                    <a:pt x="6816493" y="1698723"/>
                  </a:lnTo>
                  <a:lnTo>
                    <a:pt x="6818204" y="1690260"/>
                  </a:lnTo>
                  <a:lnTo>
                    <a:pt x="6819916" y="1658217"/>
                  </a:lnTo>
                  <a:lnTo>
                    <a:pt x="6821627" y="1668375"/>
                  </a:lnTo>
                  <a:lnTo>
                    <a:pt x="6823338" y="1734714"/>
                  </a:lnTo>
                  <a:lnTo>
                    <a:pt x="6825050" y="1859610"/>
                  </a:lnTo>
                  <a:lnTo>
                    <a:pt x="6826761" y="1935195"/>
                  </a:lnTo>
                  <a:lnTo>
                    <a:pt x="6828473" y="1867618"/>
                  </a:lnTo>
                  <a:lnTo>
                    <a:pt x="6830184" y="1850747"/>
                  </a:lnTo>
                  <a:lnTo>
                    <a:pt x="6831895" y="1946954"/>
                  </a:lnTo>
                  <a:lnTo>
                    <a:pt x="6833607" y="1919817"/>
                  </a:lnTo>
                  <a:lnTo>
                    <a:pt x="6835318" y="2018325"/>
                  </a:lnTo>
                  <a:lnTo>
                    <a:pt x="6837030" y="2046647"/>
                  </a:lnTo>
                  <a:lnTo>
                    <a:pt x="6838741" y="2032180"/>
                  </a:lnTo>
                  <a:lnTo>
                    <a:pt x="6840452" y="2111228"/>
                  </a:lnTo>
                  <a:lnTo>
                    <a:pt x="6842164" y="2120380"/>
                  </a:lnTo>
                  <a:lnTo>
                    <a:pt x="6843875" y="2180316"/>
                  </a:lnTo>
                  <a:lnTo>
                    <a:pt x="6845587" y="2224720"/>
                  </a:lnTo>
                  <a:lnTo>
                    <a:pt x="6847298" y="2222028"/>
                  </a:lnTo>
                  <a:lnTo>
                    <a:pt x="6849009" y="2265236"/>
                  </a:lnTo>
                  <a:lnTo>
                    <a:pt x="6850721" y="2249393"/>
                  </a:lnTo>
                  <a:lnTo>
                    <a:pt x="6852432" y="2271523"/>
                  </a:lnTo>
                  <a:lnTo>
                    <a:pt x="6854143" y="2235678"/>
                  </a:lnTo>
                  <a:lnTo>
                    <a:pt x="6855855" y="2216436"/>
                  </a:lnTo>
                  <a:lnTo>
                    <a:pt x="6857566" y="2254278"/>
                  </a:lnTo>
                  <a:lnTo>
                    <a:pt x="6859278" y="2288651"/>
                  </a:lnTo>
                  <a:lnTo>
                    <a:pt x="6860989" y="2224876"/>
                  </a:lnTo>
                  <a:lnTo>
                    <a:pt x="6862700" y="2195491"/>
                  </a:lnTo>
                  <a:lnTo>
                    <a:pt x="6864412" y="2238428"/>
                  </a:lnTo>
                  <a:lnTo>
                    <a:pt x="6866123" y="2246254"/>
                  </a:lnTo>
                  <a:lnTo>
                    <a:pt x="6867835" y="2255245"/>
                  </a:lnTo>
                  <a:lnTo>
                    <a:pt x="6869546" y="2243632"/>
                  </a:lnTo>
                  <a:lnTo>
                    <a:pt x="6871257" y="2190450"/>
                  </a:lnTo>
                  <a:lnTo>
                    <a:pt x="6872969" y="2226677"/>
                  </a:lnTo>
                  <a:lnTo>
                    <a:pt x="6874680" y="2194231"/>
                  </a:lnTo>
                  <a:lnTo>
                    <a:pt x="6876392" y="2048387"/>
                  </a:lnTo>
                  <a:lnTo>
                    <a:pt x="6878103" y="2088525"/>
                  </a:lnTo>
                  <a:lnTo>
                    <a:pt x="6879814" y="2042322"/>
                  </a:lnTo>
                  <a:lnTo>
                    <a:pt x="6881526" y="2173073"/>
                  </a:lnTo>
                  <a:lnTo>
                    <a:pt x="6883237" y="2085154"/>
                  </a:lnTo>
                  <a:lnTo>
                    <a:pt x="6884949" y="1963291"/>
                  </a:lnTo>
                  <a:lnTo>
                    <a:pt x="6886660" y="2021793"/>
                  </a:lnTo>
                  <a:lnTo>
                    <a:pt x="6888371" y="1892653"/>
                  </a:lnTo>
                  <a:lnTo>
                    <a:pt x="6890083" y="2017348"/>
                  </a:lnTo>
                  <a:lnTo>
                    <a:pt x="6891794" y="2090801"/>
                  </a:lnTo>
                  <a:lnTo>
                    <a:pt x="6893506" y="2091405"/>
                  </a:lnTo>
                  <a:lnTo>
                    <a:pt x="6895217" y="2043434"/>
                  </a:lnTo>
                  <a:lnTo>
                    <a:pt x="6896928" y="1910494"/>
                  </a:lnTo>
                  <a:lnTo>
                    <a:pt x="6898640" y="2030304"/>
                  </a:lnTo>
                  <a:lnTo>
                    <a:pt x="6900351" y="2086393"/>
                  </a:lnTo>
                  <a:lnTo>
                    <a:pt x="6902063" y="2188898"/>
                  </a:lnTo>
                  <a:lnTo>
                    <a:pt x="6903774" y="2222542"/>
                  </a:lnTo>
                  <a:lnTo>
                    <a:pt x="6905485" y="2172053"/>
                  </a:lnTo>
                  <a:lnTo>
                    <a:pt x="6907197" y="2247033"/>
                  </a:lnTo>
                  <a:lnTo>
                    <a:pt x="6908908" y="2118868"/>
                  </a:lnTo>
                  <a:lnTo>
                    <a:pt x="6910620" y="2112640"/>
                  </a:lnTo>
                  <a:lnTo>
                    <a:pt x="6912331" y="2103106"/>
                  </a:lnTo>
                  <a:lnTo>
                    <a:pt x="6914042" y="2005425"/>
                  </a:lnTo>
                  <a:lnTo>
                    <a:pt x="6915754" y="2011505"/>
                  </a:lnTo>
                  <a:lnTo>
                    <a:pt x="6917465" y="2025881"/>
                  </a:lnTo>
                  <a:lnTo>
                    <a:pt x="6919177" y="2064101"/>
                  </a:lnTo>
                  <a:lnTo>
                    <a:pt x="6920888" y="2071981"/>
                  </a:lnTo>
                  <a:lnTo>
                    <a:pt x="6922599" y="2054042"/>
                  </a:lnTo>
                  <a:lnTo>
                    <a:pt x="6924311" y="2091028"/>
                  </a:lnTo>
                  <a:lnTo>
                    <a:pt x="6926022" y="2106772"/>
                  </a:lnTo>
                  <a:lnTo>
                    <a:pt x="6927734" y="2096426"/>
                  </a:lnTo>
                  <a:lnTo>
                    <a:pt x="6929445" y="2047415"/>
                  </a:lnTo>
                  <a:lnTo>
                    <a:pt x="6931156" y="2085911"/>
                  </a:lnTo>
                  <a:lnTo>
                    <a:pt x="6932868" y="2067730"/>
                  </a:lnTo>
                  <a:lnTo>
                    <a:pt x="6934579" y="2081595"/>
                  </a:lnTo>
                  <a:lnTo>
                    <a:pt x="6936291" y="2088159"/>
                  </a:lnTo>
                  <a:lnTo>
                    <a:pt x="6938002" y="2099647"/>
                  </a:lnTo>
                  <a:lnTo>
                    <a:pt x="6939713" y="2144841"/>
                  </a:lnTo>
                  <a:lnTo>
                    <a:pt x="6941425" y="2090236"/>
                  </a:lnTo>
                  <a:lnTo>
                    <a:pt x="6943136" y="2129087"/>
                  </a:lnTo>
                  <a:lnTo>
                    <a:pt x="6944848" y="2063661"/>
                  </a:lnTo>
                  <a:lnTo>
                    <a:pt x="6946559" y="2104371"/>
                  </a:lnTo>
                  <a:lnTo>
                    <a:pt x="6948270" y="2202820"/>
                  </a:lnTo>
                  <a:lnTo>
                    <a:pt x="6949982" y="2196560"/>
                  </a:lnTo>
                  <a:lnTo>
                    <a:pt x="6951693" y="2208662"/>
                  </a:lnTo>
                  <a:lnTo>
                    <a:pt x="6953405" y="2209916"/>
                  </a:lnTo>
                  <a:lnTo>
                    <a:pt x="6955116" y="2226667"/>
                  </a:lnTo>
                  <a:lnTo>
                    <a:pt x="6956827" y="2240976"/>
                  </a:lnTo>
                  <a:lnTo>
                    <a:pt x="6958539" y="2239420"/>
                  </a:lnTo>
                  <a:lnTo>
                    <a:pt x="6960250" y="2196656"/>
                  </a:lnTo>
                  <a:lnTo>
                    <a:pt x="6961961" y="2232199"/>
                  </a:lnTo>
                  <a:lnTo>
                    <a:pt x="6963673" y="2258438"/>
                  </a:lnTo>
                  <a:lnTo>
                    <a:pt x="6965384" y="2246196"/>
                  </a:lnTo>
                  <a:lnTo>
                    <a:pt x="6967096" y="2243440"/>
                  </a:lnTo>
                  <a:lnTo>
                    <a:pt x="6968807" y="2190169"/>
                  </a:lnTo>
                  <a:lnTo>
                    <a:pt x="6970518" y="2142195"/>
                  </a:lnTo>
                  <a:lnTo>
                    <a:pt x="6972230" y="2076884"/>
                  </a:lnTo>
                  <a:lnTo>
                    <a:pt x="6973941" y="2108342"/>
                  </a:lnTo>
                  <a:lnTo>
                    <a:pt x="6975653" y="2161549"/>
                  </a:lnTo>
                  <a:lnTo>
                    <a:pt x="6977364" y="2172263"/>
                  </a:lnTo>
                  <a:lnTo>
                    <a:pt x="6979075" y="1995133"/>
                  </a:lnTo>
                  <a:lnTo>
                    <a:pt x="6980787" y="1890477"/>
                  </a:lnTo>
                  <a:lnTo>
                    <a:pt x="6982498" y="1867962"/>
                  </a:lnTo>
                  <a:lnTo>
                    <a:pt x="6984210" y="1825488"/>
                  </a:lnTo>
                  <a:lnTo>
                    <a:pt x="6985921" y="1878359"/>
                  </a:lnTo>
                  <a:lnTo>
                    <a:pt x="6987632" y="1738150"/>
                  </a:lnTo>
                  <a:lnTo>
                    <a:pt x="6989344" y="1786502"/>
                  </a:lnTo>
                  <a:lnTo>
                    <a:pt x="6991055" y="1932381"/>
                  </a:lnTo>
                  <a:lnTo>
                    <a:pt x="6992767" y="1986954"/>
                  </a:lnTo>
                  <a:lnTo>
                    <a:pt x="6994478" y="1962972"/>
                  </a:lnTo>
                  <a:lnTo>
                    <a:pt x="6996189" y="1974764"/>
                  </a:lnTo>
                  <a:lnTo>
                    <a:pt x="6997901" y="1993323"/>
                  </a:lnTo>
                  <a:lnTo>
                    <a:pt x="6999612" y="1979324"/>
                  </a:lnTo>
                  <a:lnTo>
                    <a:pt x="7001324" y="1939287"/>
                  </a:lnTo>
                  <a:lnTo>
                    <a:pt x="7003035" y="1857414"/>
                  </a:lnTo>
                  <a:lnTo>
                    <a:pt x="7004746" y="1789507"/>
                  </a:lnTo>
                  <a:lnTo>
                    <a:pt x="7006458" y="1879766"/>
                  </a:lnTo>
                  <a:lnTo>
                    <a:pt x="7008169" y="2007016"/>
                  </a:lnTo>
                  <a:lnTo>
                    <a:pt x="7009881" y="2046435"/>
                  </a:lnTo>
                  <a:lnTo>
                    <a:pt x="7011592" y="2065411"/>
                  </a:lnTo>
                  <a:lnTo>
                    <a:pt x="7013303" y="1958021"/>
                  </a:lnTo>
                  <a:lnTo>
                    <a:pt x="7015015" y="1917828"/>
                  </a:lnTo>
                  <a:lnTo>
                    <a:pt x="7016726" y="1958308"/>
                  </a:lnTo>
                  <a:lnTo>
                    <a:pt x="7018438" y="1911812"/>
                  </a:lnTo>
                  <a:lnTo>
                    <a:pt x="7020149" y="1887552"/>
                  </a:lnTo>
                  <a:lnTo>
                    <a:pt x="7021860" y="1937626"/>
                  </a:lnTo>
                  <a:lnTo>
                    <a:pt x="7023572" y="1950332"/>
                  </a:lnTo>
                  <a:lnTo>
                    <a:pt x="7025283" y="1985907"/>
                  </a:lnTo>
                  <a:lnTo>
                    <a:pt x="7026995" y="2070896"/>
                  </a:lnTo>
                  <a:lnTo>
                    <a:pt x="7028706" y="2013604"/>
                  </a:lnTo>
                  <a:lnTo>
                    <a:pt x="7030417" y="2061336"/>
                  </a:lnTo>
                  <a:lnTo>
                    <a:pt x="7032129" y="2064934"/>
                  </a:lnTo>
                  <a:lnTo>
                    <a:pt x="7033840" y="2099669"/>
                  </a:lnTo>
                  <a:lnTo>
                    <a:pt x="7035552" y="2136648"/>
                  </a:lnTo>
                  <a:lnTo>
                    <a:pt x="7037263" y="2084757"/>
                  </a:lnTo>
                  <a:lnTo>
                    <a:pt x="7038974" y="2104005"/>
                  </a:lnTo>
                  <a:lnTo>
                    <a:pt x="7040686" y="2089823"/>
                  </a:lnTo>
                  <a:lnTo>
                    <a:pt x="7042397" y="2014773"/>
                  </a:lnTo>
                  <a:lnTo>
                    <a:pt x="7044109" y="2035718"/>
                  </a:lnTo>
                  <a:lnTo>
                    <a:pt x="7045820" y="2106737"/>
                  </a:lnTo>
                  <a:lnTo>
                    <a:pt x="7047531" y="2144323"/>
                  </a:lnTo>
                  <a:lnTo>
                    <a:pt x="7049243" y="2169012"/>
                  </a:lnTo>
                  <a:lnTo>
                    <a:pt x="7050954" y="2164101"/>
                  </a:lnTo>
                  <a:lnTo>
                    <a:pt x="7052666" y="2164788"/>
                  </a:lnTo>
                  <a:lnTo>
                    <a:pt x="7054377" y="2154019"/>
                  </a:lnTo>
                  <a:lnTo>
                    <a:pt x="7056088" y="2130494"/>
                  </a:lnTo>
                  <a:lnTo>
                    <a:pt x="7057800" y="2105106"/>
                  </a:lnTo>
                  <a:lnTo>
                    <a:pt x="7059511" y="2034322"/>
                  </a:lnTo>
                  <a:lnTo>
                    <a:pt x="7061223" y="2012734"/>
                  </a:lnTo>
                  <a:lnTo>
                    <a:pt x="7062934" y="1990758"/>
                  </a:lnTo>
                  <a:lnTo>
                    <a:pt x="7064645" y="2071874"/>
                  </a:lnTo>
                  <a:lnTo>
                    <a:pt x="7066357" y="2130055"/>
                  </a:lnTo>
                  <a:lnTo>
                    <a:pt x="7068068" y="2102512"/>
                  </a:lnTo>
                  <a:lnTo>
                    <a:pt x="7069779" y="2145073"/>
                  </a:lnTo>
                  <a:lnTo>
                    <a:pt x="7071491" y="2103196"/>
                  </a:lnTo>
                  <a:lnTo>
                    <a:pt x="7073202" y="2084619"/>
                  </a:lnTo>
                  <a:lnTo>
                    <a:pt x="7074914" y="2059397"/>
                  </a:lnTo>
                  <a:lnTo>
                    <a:pt x="7076625" y="1984943"/>
                  </a:lnTo>
                  <a:lnTo>
                    <a:pt x="7078336" y="1906566"/>
                  </a:lnTo>
                  <a:lnTo>
                    <a:pt x="7080048" y="1821851"/>
                  </a:lnTo>
                  <a:lnTo>
                    <a:pt x="7081759" y="1857120"/>
                  </a:lnTo>
                  <a:lnTo>
                    <a:pt x="7083471" y="1816026"/>
                  </a:lnTo>
                  <a:lnTo>
                    <a:pt x="7085182" y="1865198"/>
                  </a:lnTo>
                  <a:lnTo>
                    <a:pt x="7086893" y="1782706"/>
                  </a:lnTo>
                  <a:lnTo>
                    <a:pt x="7088605" y="1765638"/>
                  </a:lnTo>
                  <a:lnTo>
                    <a:pt x="7090316" y="1770720"/>
                  </a:lnTo>
                  <a:lnTo>
                    <a:pt x="7092028" y="1727678"/>
                  </a:lnTo>
                  <a:lnTo>
                    <a:pt x="7093739" y="1780042"/>
                  </a:lnTo>
                  <a:lnTo>
                    <a:pt x="7095450" y="1834876"/>
                  </a:lnTo>
                  <a:lnTo>
                    <a:pt x="7097162" y="1817361"/>
                  </a:lnTo>
                  <a:lnTo>
                    <a:pt x="7098873" y="1807143"/>
                  </a:lnTo>
                  <a:lnTo>
                    <a:pt x="7100585" y="1703729"/>
                  </a:lnTo>
                  <a:lnTo>
                    <a:pt x="7102296" y="1698396"/>
                  </a:lnTo>
                  <a:lnTo>
                    <a:pt x="7104007" y="1717731"/>
                  </a:lnTo>
                  <a:lnTo>
                    <a:pt x="7105719" y="1656264"/>
                  </a:lnTo>
                  <a:lnTo>
                    <a:pt x="7107430" y="1679286"/>
                  </a:lnTo>
                  <a:lnTo>
                    <a:pt x="7109142" y="1602020"/>
                  </a:lnTo>
                  <a:lnTo>
                    <a:pt x="7110853" y="1603599"/>
                  </a:lnTo>
                  <a:lnTo>
                    <a:pt x="7112564" y="1631790"/>
                  </a:lnTo>
                  <a:lnTo>
                    <a:pt x="7114276" y="1590088"/>
                  </a:lnTo>
                  <a:lnTo>
                    <a:pt x="7115987" y="1684859"/>
                  </a:lnTo>
                  <a:lnTo>
                    <a:pt x="7117699" y="1684187"/>
                  </a:lnTo>
                  <a:lnTo>
                    <a:pt x="7119410" y="1740292"/>
                  </a:lnTo>
                  <a:lnTo>
                    <a:pt x="7121121" y="1799279"/>
                  </a:lnTo>
                  <a:lnTo>
                    <a:pt x="7122833" y="1994794"/>
                  </a:lnTo>
                  <a:lnTo>
                    <a:pt x="7124544" y="2004428"/>
                  </a:lnTo>
                  <a:lnTo>
                    <a:pt x="7126256" y="2102731"/>
                  </a:lnTo>
                  <a:lnTo>
                    <a:pt x="7127967" y="2126882"/>
                  </a:lnTo>
                  <a:lnTo>
                    <a:pt x="7129678" y="2153835"/>
                  </a:lnTo>
                  <a:lnTo>
                    <a:pt x="7131390" y="2207981"/>
                  </a:lnTo>
                  <a:lnTo>
                    <a:pt x="7133101" y="2152261"/>
                  </a:lnTo>
                  <a:lnTo>
                    <a:pt x="7134813" y="2086772"/>
                  </a:lnTo>
                  <a:lnTo>
                    <a:pt x="7136524" y="2040373"/>
                  </a:lnTo>
                  <a:lnTo>
                    <a:pt x="7138235" y="1987918"/>
                  </a:lnTo>
                  <a:lnTo>
                    <a:pt x="7139947" y="1971206"/>
                  </a:lnTo>
                  <a:lnTo>
                    <a:pt x="7141658" y="2003332"/>
                  </a:lnTo>
                  <a:lnTo>
                    <a:pt x="7143370" y="1993266"/>
                  </a:lnTo>
                  <a:lnTo>
                    <a:pt x="7145081" y="2017927"/>
                  </a:lnTo>
                  <a:lnTo>
                    <a:pt x="7146792" y="2057241"/>
                  </a:lnTo>
                  <a:lnTo>
                    <a:pt x="7148504" y="2061411"/>
                  </a:lnTo>
                  <a:lnTo>
                    <a:pt x="7150215" y="2065948"/>
                  </a:lnTo>
                  <a:lnTo>
                    <a:pt x="7151927" y="2066839"/>
                  </a:lnTo>
                  <a:lnTo>
                    <a:pt x="7153638" y="2008865"/>
                  </a:lnTo>
                  <a:lnTo>
                    <a:pt x="7155349" y="2005901"/>
                  </a:lnTo>
                  <a:lnTo>
                    <a:pt x="7157061" y="1913696"/>
                  </a:lnTo>
                  <a:lnTo>
                    <a:pt x="7158772" y="1857425"/>
                  </a:lnTo>
                  <a:lnTo>
                    <a:pt x="7160484" y="1882098"/>
                  </a:lnTo>
                  <a:lnTo>
                    <a:pt x="7162195" y="1853622"/>
                  </a:lnTo>
                  <a:lnTo>
                    <a:pt x="7163906" y="1839167"/>
                  </a:lnTo>
                  <a:lnTo>
                    <a:pt x="7165618" y="1817791"/>
                  </a:lnTo>
                  <a:lnTo>
                    <a:pt x="7167329" y="1790685"/>
                  </a:lnTo>
                  <a:lnTo>
                    <a:pt x="7169040" y="1807894"/>
                  </a:lnTo>
                  <a:lnTo>
                    <a:pt x="7170752" y="1895071"/>
                  </a:lnTo>
                  <a:lnTo>
                    <a:pt x="7172463" y="1879058"/>
                  </a:lnTo>
                  <a:lnTo>
                    <a:pt x="7174175" y="1974202"/>
                  </a:lnTo>
                  <a:lnTo>
                    <a:pt x="7175886" y="1920501"/>
                  </a:lnTo>
                  <a:lnTo>
                    <a:pt x="7177597" y="1959027"/>
                  </a:lnTo>
                  <a:lnTo>
                    <a:pt x="7179309" y="1887712"/>
                  </a:lnTo>
                  <a:lnTo>
                    <a:pt x="7181020" y="1877452"/>
                  </a:lnTo>
                  <a:lnTo>
                    <a:pt x="7182732" y="1923240"/>
                  </a:lnTo>
                  <a:lnTo>
                    <a:pt x="7184443" y="1911701"/>
                  </a:lnTo>
                  <a:lnTo>
                    <a:pt x="7186154" y="1896858"/>
                  </a:lnTo>
                  <a:lnTo>
                    <a:pt x="7187866" y="1894441"/>
                  </a:lnTo>
                  <a:lnTo>
                    <a:pt x="7189577" y="1901859"/>
                  </a:lnTo>
                  <a:lnTo>
                    <a:pt x="7191289" y="1906138"/>
                  </a:lnTo>
                  <a:lnTo>
                    <a:pt x="7193000" y="1853770"/>
                  </a:lnTo>
                  <a:lnTo>
                    <a:pt x="7194711" y="1818436"/>
                  </a:lnTo>
                  <a:lnTo>
                    <a:pt x="7196423" y="1857593"/>
                  </a:lnTo>
                  <a:lnTo>
                    <a:pt x="7198134" y="1984617"/>
                  </a:lnTo>
                  <a:lnTo>
                    <a:pt x="7199846" y="1963597"/>
                  </a:lnTo>
                  <a:lnTo>
                    <a:pt x="7201557" y="1908328"/>
                  </a:lnTo>
                  <a:lnTo>
                    <a:pt x="7203268" y="1840974"/>
                  </a:lnTo>
                  <a:lnTo>
                    <a:pt x="7204980" y="1918241"/>
                  </a:lnTo>
                  <a:lnTo>
                    <a:pt x="7206691" y="1978651"/>
                  </a:lnTo>
                  <a:lnTo>
                    <a:pt x="7208403" y="1903144"/>
                  </a:lnTo>
                  <a:lnTo>
                    <a:pt x="7210114" y="2027378"/>
                  </a:lnTo>
                  <a:lnTo>
                    <a:pt x="7211825" y="2107269"/>
                  </a:lnTo>
                  <a:lnTo>
                    <a:pt x="7213537" y="2122248"/>
                  </a:lnTo>
                  <a:lnTo>
                    <a:pt x="7215248" y="2154161"/>
                  </a:lnTo>
                  <a:lnTo>
                    <a:pt x="7216960" y="2140839"/>
                  </a:lnTo>
                  <a:lnTo>
                    <a:pt x="7218671" y="2183530"/>
                  </a:lnTo>
                  <a:lnTo>
                    <a:pt x="7220382" y="2163537"/>
                  </a:lnTo>
                  <a:lnTo>
                    <a:pt x="7222094" y="2146549"/>
                  </a:lnTo>
                  <a:lnTo>
                    <a:pt x="7223805" y="2156178"/>
                  </a:lnTo>
                  <a:lnTo>
                    <a:pt x="7225517" y="2122323"/>
                  </a:lnTo>
                  <a:lnTo>
                    <a:pt x="7227228" y="2136190"/>
                  </a:lnTo>
                  <a:lnTo>
                    <a:pt x="7228939" y="2106968"/>
                  </a:lnTo>
                  <a:lnTo>
                    <a:pt x="7230651" y="1953337"/>
                  </a:lnTo>
                  <a:lnTo>
                    <a:pt x="7232362" y="1974387"/>
                  </a:lnTo>
                  <a:lnTo>
                    <a:pt x="7234074" y="2014186"/>
                  </a:lnTo>
                  <a:lnTo>
                    <a:pt x="7235785" y="2025999"/>
                  </a:lnTo>
                  <a:lnTo>
                    <a:pt x="7237496" y="2007684"/>
                  </a:lnTo>
                  <a:lnTo>
                    <a:pt x="7239208" y="1935448"/>
                  </a:lnTo>
                  <a:lnTo>
                    <a:pt x="7240919" y="2034786"/>
                  </a:lnTo>
                  <a:lnTo>
                    <a:pt x="7242631" y="2014930"/>
                  </a:lnTo>
                  <a:lnTo>
                    <a:pt x="7244342" y="2064378"/>
                  </a:lnTo>
                  <a:lnTo>
                    <a:pt x="7246053" y="2016092"/>
                  </a:lnTo>
                  <a:lnTo>
                    <a:pt x="7247765" y="1952143"/>
                  </a:lnTo>
                  <a:lnTo>
                    <a:pt x="7249476" y="1942042"/>
                  </a:lnTo>
                  <a:lnTo>
                    <a:pt x="7251188" y="1971317"/>
                  </a:lnTo>
                  <a:lnTo>
                    <a:pt x="7252899" y="2043034"/>
                  </a:lnTo>
                  <a:lnTo>
                    <a:pt x="7254610" y="2036804"/>
                  </a:lnTo>
                  <a:lnTo>
                    <a:pt x="7256322" y="1928169"/>
                  </a:lnTo>
                  <a:lnTo>
                    <a:pt x="7258033" y="2037008"/>
                  </a:lnTo>
                  <a:lnTo>
                    <a:pt x="7259745" y="2107841"/>
                  </a:lnTo>
                  <a:lnTo>
                    <a:pt x="7261456" y="2154750"/>
                  </a:lnTo>
                  <a:lnTo>
                    <a:pt x="7263167" y="2139751"/>
                  </a:lnTo>
                  <a:lnTo>
                    <a:pt x="7264879" y="2068114"/>
                  </a:lnTo>
                  <a:lnTo>
                    <a:pt x="7266590" y="2057584"/>
                  </a:lnTo>
                  <a:lnTo>
                    <a:pt x="7268302" y="2001761"/>
                  </a:lnTo>
                  <a:lnTo>
                    <a:pt x="7270013" y="1991061"/>
                  </a:lnTo>
                  <a:lnTo>
                    <a:pt x="7271724" y="2037435"/>
                  </a:lnTo>
                  <a:lnTo>
                    <a:pt x="7273436" y="2042998"/>
                  </a:lnTo>
                  <a:lnTo>
                    <a:pt x="7275147" y="2027356"/>
                  </a:lnTo>
                  <a:lnTo>
                    <a:pt x="7276858" y="1855976"/>
                  </a:lnTo>
                  <a:lnTo>
                    <a:pt x="7278570" y="1818386"/>
                  </a:lnTo>
                  <a:lnTo>
                    <a:pt x="7280281" y="1781070"/>
                  </a:lnTo>
                  <a:lnTo>
                    <a:pt x="7281993" y="1726776"/>
                  </a:lnTo>
                  <a:lnTo>
                    <a:pt x="7283704" y="1738784"/>
                  </a:lnTo>
                  <a:lnTo>
                    <a:pt x="7285415" y="1648874"/>
                  </a:lnTo>
                  <a:lnTo>
                    <a:pt x="7287127" y="1705895"/>
                  </a:lnTo>
                  <a:lnTo>
                    <a:pt x="7288838" y="1866415"/>
                  </a:lnTo>
                  <a:lnTo>
                    <a:pt x="7290550" y="1858571"/>
                  </a:lnTo>
                  <a:lnTo>
                    <a:pt x="7292261" y="1936536"/>
                  </a:lnTo>
                  <a:lnTo>
                    <a:pt x="7293972" y="1880929"/>
                  </a:lnTo>
                  <a:lnTo>
                    <a:pt x="7295684" y="1917968"/>
                  </a:lnTo>
                  <a:lnTo>
                    <a:pt x="7297395" y="1946520"/>
                  </a:lnTo>
                  <a:lnTo>
                    <a:pt x="7299107" y="1848885"/>
                  </a:lnTo>
                  <a:lnTo>
                    <a:pt x="7300818" y="1852187"/>
                  </a:lnTo>
                  <a:lnTo>
                    <a:pt x="7302529" y="1934022"/>
                  </a:lnTo>
                  <a:lnTo>
                    <a:pt x="7304241" y="1879894"/>
                  </a:lnTo>
                  <a:lnTo>
                    <a:pt x="7305952" y="1927301"/>
                  </a:lnTo>
                  <a:lnTo>
                    <a:pt x="7307664" y="2002519"/>
                  </a:lnTo>
                  <a:lnTo>
                    <a:pt x="7309375" y="2128094"/>
                  </a:lnTo>
                  <a:lnTo>
                    <a:pt x="7311086" y="2200284"/>
                  </a:lnTo>
                  <a:lnTo>
                    <a:pt x="7312798" y="2173143"/>
                  </a:lnTo>
                  <a:lnTo>
                    <a:pt x="7314509" y="2129055"/>
                  </a:lnTo>
                  <a:lnTo>
                    <a:pt x="7316221" y="2161296"/>
                  </a:lnTo>
                  <a:lnTo>
                    <a:pt x="7317932" y="2056615"/>
                  </a:lnTo>
                  <a:lnTo>
                    <a:pt x="7319643" y="2065064"/>
                  </a:lnTo>
                  <a:lnTo>
                    <a:pt x="7321355" y="2058237"/>
                  </a:lnTo>
                  <a:lnTo>
                    <a:pt x="7323066" y="2035366"/>
                  </a:lnTo>
                  <a:lnTo>
                    <a:pt x="7324778" y="2088477"/>
                  </a:lnTo>
                  <a:lnTo>
                    <a:pt x="7326489" y="1991715"/>
                  </a:lnTo>
                  <a:lnTo>
                    <a:pt x="7328200" y="1981915"/>
                  </a:lnTo>
                  <a:lnTo>
                    <a:pt x="7329912" y="1941436"/>
                  </a:lnTo>
                  <a:lnTo>
                    <a:pt x="7331623" y="1953189"/>
                  </a:lnTo>
                  <a:lnTo>
                    <a:pt x="7333335" y="1987287"/>
                  </a:lnTo>
                  <a:lnTo>
                    <a:pt x="7335046" y="2015270"/>
                  </a:lnTo>
                  <a:lnTo>
                    <a:pt x="7336757" y="2100249"/>
                  </a:lnTo>
                  <a:lnTo>
                    <a:pt x="7338469" y="2103067"/>
                  </a:lnTo>
                  <a:lnTo>
                    <a:pt x="7340180" y="2145216"/>
                  </a:lnTo>
                  <a:lnTo>
                    <a:pt x="7341892" y="2191309"/>
                  </a:lnTo>
                  <a:lnTo>
                    <a:pt x="7343603" y="2170261"/>
                  </a:lnTo>
                  <a:lnTo>
                    <a:pt x="7345314" y="2140642"/>
                  </a:lnTo>
                  <a:lnTo>
                    <a:pt x="7347026" y="2143354"/>
                  </a:lnTo>
                  <a:lnTo>
                    <a:pt x="7348737" y="2052347"/>
                  </a:lnTo>
                  <a:lnTo>
                    <a:pt x="7350449" y="2035581"/>
                  </a:lnTo>
                  <a:lnTo>
                    <a:pt x="7352160" y="1990147"/>
                  </a:lnTo>
                  <a:lnTo>
                    <a:pt x="7353871" y="1891166"/>
                  </a:lnTo>
                  <a:lnTo>
                    <a:pt x="7355583" y="1845756"/>
                  </a:lnTo>
                  <a:lnTo>
                    <a:pt x="7357294" y="1805914"/>
                  </a:lnTo>
                  <a:lnTo>
                    <a:pt x="7359006" y="1843795"/>
                  </a:lnTo>
                  <a:lnTo>
                    <a:pt x="7360717" y="1900066"/>
                  </a:lnTo>
                  <a:lnTo>
                    <a:pt x="7362428" y="1831240"/>
                  </a:lnTo>
                  <a:lnTo>
                    <a:pt x="7364140" y="1766811"/>
                  </a:lnTo>
                  <a:lnTo>
                    <a:pt x="7365851" y="1661930"/>
                  </a:lnTo>
                  <a:lnTo>
                    <a:pt x="7367563" y="1705729"/>
                  </a:lnTo>
                  <a:lnTo>
                    <a:pt x="7369274" y="1661743"/>
                  </a:lnTo>
                  <a:lnTo>
                    <a:pt x="7370985" y="1637230"/>
                  </a:lnTo>
                  <a:lnTo>
                    <a:pt x="7372697" y="1654345"/>
                  </a:lnTo>
                  <a:lnTo>
                    <a:pt x="7374408" y="1775248"/>
                  </a:lnTo>
                  <a:lnTo>
                    <a:pt x="7376120" y="1838103"/>
                  </a:lnTo>
                  <a:lnTo>
                    <a:pt x="7377831" y="1759523"/>
                  </a:lnTo>
                  <a:lnTo>
                    <a:pt x="7379542" y="1752598"/>
                  </a:lnTo>
                  <a:lnTo>
                    <a:pt x="7381254" y="1773718"/>
                  </a:lnTo>
                  <a:lnTo>
                    <a:pt x="7382965" y="1919571"/>
                  </a:lnTo>
                  <a:lnTo>
                    <a:pt x="7384676" y="1920243"/>
                  </a:lnTo>
                  <a:lnTo>
                    <a:pt x="7386388" y="1872518"/>
                  </a:lnTo>
                  <a:lnTo>
                    <a:pt x="7388099" y="1796894"/>
                  </a:lnTo>
                  <a:lnTo>
                    <a:pt x="7389811" y="1838847"/>
                  </a:lnTo>
                  <a:lnTo>
                    <a:pt x="7391522" y="1868278"/>
                  </a:lnTo>
                  <a:lnTo>
                    <a:pt x="7393233" y="1814012"/>
                  </a:lnTo>
                  <a:lnTo>
                    <a:pt x="7394945" y="1803386"/>
                  </a:lnTo>
                  <a:lnTo>
                    <a:pt x="7396656" y="1819400"/>
                  </a:lnTo>
                  <a:lnTo>
                    <a:pt x="7398368" y="1763943"/>
                  </a:lnTo>
                  <a:lnTo>
                    <a:pt x="7400079" y="1834654"/>
                  </a:lnTo>
                  <a:lnTo>
                    <a:pt x="7401790" y="1863458"/>
                  </a:lnTo>
                  <a:lnTo>
                    <a:pt x="7403502" y="1861146"/>
                  </a:lnTo>
                  <a:lnTo>
                    <a:pt x="7405213" y="1808835"/>
                  </a:lnTo>
                  <a:lnTo>
                    <a:pt x="7406925" y="1748567"/>
                  </a:lnTo>
                  <a:lnTo>
                    <a:pt x="7408636" y="1800386"/>
                  </a:lnTo>
                  <a:lnTo>
                    <a:pt x="7410347" y="1787745"/>
                  </a:lnTo>
                  <a:lnTo>
                    <a:pt x="7412059" y="1803530"/>
                  </a:lnTo>
                  <a:lnTo>
                    <a:pt x="7413770" y="1879273"/>
                  </a:lnTo>
                  <a:lnTo>
                    <a:pt x="7415482" y="2004232"/>
                  </a:lnTo>
                  <a:lnTo>
                    <a:pt x="7417193" y="2076090"/>
                  </a:lnTo>
                  <a:lnTo>
                    <a:pt x="7418904" y="2105630"/>
                  </a:lnTo>
                  <a:lnTo>
                    <a:pt x="7420616" y="2122147"/>
                  </a:lnTo>
                  <a:lnTo>
                    <a:pt x="7422327" y="2058010"/>
                  </a:lnTo>
                  <a:lnTo>
                    <a:pt x="7424039" y="2030584"/>
                  </a:lnTo>
                  <a:lnTo>
                    <a:pt x="7425750" y="2049662"/>
                  </a:lnTo>
                  <a:lnTo>
                    <a:pt x="7427461" y="2044305"/>
                  </a:lnTo>
                  <a:lnTo>
                    <a:pt x="7429173" y="1959005"/>
                  </a:lnTo>
                  <a:lnTo>
                    <a:pt x="7430884" y="1921727"/>
                  </a:lnTo>
                  <a:lnTo>
                    <a:pt x="7432596" y="1929314"/>
                  </a:lnTo>
                  <a:lnTo>
                    <a:pt x="7434307" y="1973037"/>
                  </a:lnTo>
                  <a:lnTo>
                    <a:pt x="7436018" y="1892172"/>
                  </a:lnTo>
                  <a:lnTo>
                    <a:pt x="7437730" y="1845993"/>
                  </a:lnTo>
                  <a:lnTo>
                    <a:pt x="7439441" y="1908377"/>
                  </a:lnTo>
                  <a:lnTo>
                    <a:pt x="7441153" y="1952954"/>
                  </a:lnTo>
                  <a:lnTo>
                    <a:pt x="7442864" y="1900146"/>
                  </a:lnTo>
                  <a:lnTo>
                    <a:pt x="7444575" y="1938299"/>
                  </a:lnTo>
                  <a:lnTo>
                    <a:pt x="7446287" y="1880178"/>
                  </a:lnTo>
                  <a:lnTo>
                    <a:pt x="7447998" y="1935273"/>
                  </a:lnTo>
                  <a:lnTo>
                    <a:pt x="7449710" y="2018555"/>
                  </a:lnTo>
                  <a:lnTo>
                    <a:pt x="7451421" y="2015599"/>
                  </a:lnTo>
                  <a:lnTo>
                    <a:pt x="7453132" y="2120618"/>
                  </a:lnTo>
                  <a:lnTo>
                    <a:pt x="7454844" y="2053853"/>
                  </a:lnTo>
                  <a:lnTo>
                    <a:pt x="7456555" y="2054424"/>
                  </a:lnTo>
                  <a:lnTo>
                    <a:pt x="7458267" y="2019073"/>
                  </a:lnTo>
                  <a:lnTo>
                    <a:pt x="7459978" y="1949607"/>
                  </a:lnTo>
                  <a:lnTo>
                    <a:pt x="7461689" y="2047200"/>
                  </a:lnTo>
                  <a:lnTo>
                    <a:pt x="7463401" y="1956807"/>
                  </a:lnTo>
                  <a:lnTo>
                    <a:pt x="7465112" y="1975182"/>
                  </a:lnTo>
                  <a:lnTo>
                    <a:pt x="7466824" y="2079977"/>
                  </a:lnTo>
                  <a:lnTo>
                    <a:pt x="7468535" y="2129039"/>
                  </a:lnTo>
                  <a:lnTo>
                    <a:pt x="7470246" y="2214923"/>
                  </a:lnTo>
                  <a:lnTo>
                    <a:pt x="7471958" y="2210670"/>
                  </a:lnTo>
                  <a:lnTo>
                    <a:pt x="7473669" y="2201633"/>
                  </a:lnTo>
                  <a:lnTo>
                    <a:pt x="7475381" y="2216127"/>
                  </a:lnTo>
                  <a:lnTo>
                    <a:pt x="7477092" y="2165360"/>
                  </a:lnTo>
                  <a:lnTo>
                    <a:pt x="7478803" y="2152617"/>
                  </a:lnTo>
                  <a:lnTo>
                    <a:pt x="7480515" y="2015330"/>
                  </a:lnTo>
                  <a:lnTo>
                    <a:pt x="7482226" y="1954660"/>
                  </a:lnTo>
                  <a:lnTo>
                    <a:pt x="7483938" y="2039128"/>
                  </a:lnTo>
                  <a:lnTo>
                    <a:pt x="7485649" y="2009169"/>
                  </a:lnTo>
                  <a:lnTo>
                    <a:pt x="7487360" y="1895765"/>
                  </a:lnTo>
                  <a:lnTo>
                    <a:pt x="7489072" y="1855870"/>
                  </a:lnTo>
                  <a:lnTo>
                    <a:pt x="7490783" y="1842428"/>
                  </a:lnTo>
                  <a:lnTo>
                    <a:pt x="7492494" y="1939100"/>
                  </a:lnTo>
                  <a:lnTo>
                    <a:pt x="7494206" y="1898772"/>
                  </a:lnTo>
                  <a:lnTo>
                    <a:pt x="7495917" y="1848499"/>
                  </a:lnTo>
                  <a:lnTo>
                    <a:pt x="7497629" y="1749357"/>
                  </a:lnTo>
                  <a:lnTo>
                    <a:pt x="7499340" y="1654612"/>
                  </a:lnTo>
                  <a:lnTo>
                    <a:pt x="7501051" y="1714648"/>
                  </a:lnTo>
                  <a:lnTo>
                    <a:pt x="7502763" y="1649519"/>
                  </a:lnTo>
                  <a:lnTo>
                    <a:pt x="7504474" y="1630846"/>
                  </a:lnTo>
                  <a:lnTo>
                    <a:pt x="7506186" y="1632995"/>
                  </a:lnTo>
                  <a:lnTo>
                    <a:pt x="7507897" y="1657870"/>
                  </a:lnTo>
                  <a:lnTo>
                    <a:pt x="7509608" y="1684217"/>
                  </a:lnTo>
                  <a:lnTo>
                    <a:pt x="7511320" y="1671499"/>
                  </a:lnTo>
                  <a:lnTo>
                    <a:pt x="7513031" y="1729834"/>
                  </a:lnTo>
                  <a:lnTo>
                    <a:pt x="7514743" y="1782039"/>
                  </a:lnTo>
                  <a:lnTo>
                    <a:pt x="7516454" y="1826045"/>
                  </a:lnTo>
                  <a:lnTo>
                    <a:pt x="7518165" y="1839988"/>
                  </a:lnTo>
                  <a:lnTo>
                    <a:pt x="7519877" y="1862558"/>
                  </a:lnTo>
                  <a:lnTo>
                    <a:pt x="7521588" y="1886760"/>
                  </a:lnTo>
                  <a:lnTo>
                    <a:pt x="7523300" y="1994132"/>
                  </a:lnTo>
                  <a:lnTo>
                    <a:pt x="7525011" y="2049360"/>
                  </a:lnTo>
                  <a:lnTo>
                    <a:pt x="7526722" y="2134345"/>
                  </a:lnTo>
                  <a:lnTo>
                    <a:pt x="7528434" y="2170022"/>
                  </a:lnTo>
                  <a:lnTo>
                    <a:pt x="7530145" y="2172474"/>
                  </a:lnTo>
                  <a:lnTo>
                    <a:pt x="7531857" y="2220499"/>
                  </a:lnTo>
                  <a:lnTo>
                    <a:pt x="7533568" y="2142415"/>
                  </a:lnTo>
                  <a:lnTo>
                    <a:pt x="7535279" y="2043911"/>
                  </a:lnTo>
                  <a:lnTo>
                    <a:pt x="7536991" y="1999197"/>
                  </a:lnTo>
                  <a:lnTo>
                    <a:pt x="7538702" y="1945234"/>
                  </a:lnTo>
                  <a:lnTo>
                    <a:pt x="7540414" y="1989954"/>
                  </a:lnTo>
                  <a:lnTo>
                    <a:pt x="7542125" y="1970296"/>
                  </a:lnTo>
                  <a:lnTo>
                    <a:pt x="7543836" y="1936962"/>
                  </a:lnTo>
                  <a:lnTo>
                    <a:pt x="7545548" y="1986035"/>
                  </a:lnTo>
                  <a:lnTo>
                    <a:pt x="7547259" y="1933869"/>
                  </a:lnTo>
                  <a:lnTo>
                    <a:pt x="7548971" y="1961302"/>
                  </a:lnTo>
                  <a:lnTo>
                    <a:pt x="7550682" y="1972979"/>
                  </a:lnTo>
                  <a:lnTo>
                    <a:pt x="7552393" y="1925888"/>
                  </a:lnTo>
                  <a:lnTo>
                    <a:pt x="7554105" y="1868463"/>
                  </a:lnTo>
                  <a:lnTo>
                    <a:pt x="7555816" y="1824641"/>
                  </a:lnTo>
                  <a:lnTo>
                    <a:pt x="7557528" y="1808921"/>
                  </a:lnTo>
                  <a:lnTo>
                    <a:pt x="7559239" y="1850047"/>
                  </a:lnTo>
                  <a:lnTo>
                    <a:pt x="7560950" y="1789188"/>
                  </a:lnTo>
                  <a:lnTo>
                    <a:pt x="7562662" y="1801583"/>
                  </a:lnTo>
                  <a:lnTo>
                    <a:pt x="7564373" y="1765221"/>
                  </a:lnTo>
                  <a:lnTo>
                    <a:pt x="7566085" y="1767832"/>
                  </a:lnTo>
                  <a:lnTo>
                    <a:pt x="7567796" y="1849875"/>
                  </a:lnTo>
                  <a:lnTo>
                    <a:pt x="7569507" y="1876064"/>
                  </a:lnTo>
                  <a:lnTo>
                    <a:pt x="7571219" y="1972301"/>
                  </a:lnTo>
                  <a:lnTo>
                    <a:pt x="7572930" y="1983339"/>
                  </a:lnTo>
                  <a:lnTo>
                    <a:pt x="7574642" y="1984005"/>
                  </a:lnTo>
                  <a:lnTo>
                    <a:pt x="7576353" y="1956049"/>
                  </a:lnTo>
                  <a:lnTo>
                    <a:pt x="7578064" y="1848600"/>
                  </a:lnTo>
                  <a:lnTo>
                    <a:pt x="7579776" y="1865544"/>
                  </a:lnTo>
                  <a:lnTo>
                    <a:pt x="7581487" y="1821919"/>
                  </a:lnTo>
                  <a:lnTo>
                    <a:pt x="7583199" y="1809929"/>
                  </a:lnTo>
                  <a:lnTo>
                    <a:pt x="7584910" y="1798326"/>
                  </a:lnTo>
                  <a:lnTo>
                    <a:pt x="7586621" y="1839382"/>
                  </a:lnTo>
                  <a:lnTo>
                    <a:pt x="7588333" y="1914255"/>
                  </a:lnTo>
                  <a:lnTo>
                    <a:pt x="7590044" y="1949665"/>
                  </a:lnTo>
                  <a:lnTo>
                    <a:pt x="7591755" y="1989592"/>
                  </a:lnTo>
                  <a:lnTo>
                    <a:pt x="7593467" y="1895592"/>
                  </a:lnTo>
                  <a:lnTo>
                    <a:pt x="7595178" y="1838844"/>
                  </a:lnTo>
                  <a:lnTo>
                    <a:pt x="7596890" y="1871549"/>
                  </a:lnTo>
                  <a:lnTo>
                    <a:pt x="7598601" y="1864788"/>
                  </a:lnTo>
                  <a:lnTo>
                    <a:pt x="7600312" y="1859678"/>
                  </a:lnTo>
                  <a:lnTo>
                    <a:pt x="7602024" y="1992182"/>
                  </a:lnTo>
                  <a:lnTo>
                    <a:pt x="7603735" y="2009508"/>
                  </a:lnTo>
                  <a:lnTo>
                    <a:pt x="7605447" y="2091610"/>
                  </a:lnTo>
                  <a:lnTo>
                    <a:pt x="7607158" y="2063800"/>
                  </a:lnTo>
                  <a:lnTo>
                    <a:pt x="7608869" y="2007898"/>
                  </a:lnTo>
                  <a:lnTo>
                    <a:pt x="7610581" y="2014052"/>
                  </a:lnTo>
                  <a:lnTo>
                    <a:pt x="7612292" y="2034044"/>
                  </a:lnTo>
                  <a:lnTo>
                    <a:pt x="7614004" y="1984562"/>
                  </a:lnTo>
                  <a:lnTo>
                    <a:pt x="7615715" y="1938666"/>
                  </a:lnTo>
                  <a:lnTo>
                    <a:pt x="7617426" y="1911594"/>
                  </a:lnTo>
                  <a:lnTo>
                    <a:pt x="7619138" y="1930260"/>
                  </a:lnTo>
                  <a:lnTo>
                    <a:pt x="7620849" y="1934760"/>
                  </a:lnTo>
                  <a:lnTo>
                    <a:pt x="7622561" y="1856865"/>
                  </a:lnTo>
                  <a:lnTo>
                    <a:pt x="7624272" y="1855016"/>
                  </a:lnTo>
                  <a:lnTo>
                    <a:pt x="7625983" y="1917033"/>
                  </a:lnTo>
                  <a:lnTo>
                    <a:pt x="7627695" y="1936293"/>
                  </a:lnTo>
                  <a:lnTo>
                    <a:pt x="7629406" y="1951065"/>
                  </a:lnTo>
                  <a:lnTo>
                    <a:pt x="7631118" y="1924300"/>
                  </a:lnTo>
                  <a:lnTo>
                    <a:pt x="7632829" y="1866710"/>
                  </a:lnTo>
                  <a:lnTo>
                    <a:pt x="7634540" y="1916928"/>
                  </a:lnTo>
                  <a:lnTo>
                    <a:pt x="7636252" y="1924330"/>
                  </a:lnTo>
                  <a:lnTo>
                    <a:pt x="7637963" y="1901154"/>
                  </a:lnTo>
                  <a:lnTo>
                    <a:pt x="7639675" y="1931673"/>
                  </a:lnTo>
                  <a:lnTo>
                    <a:pt x="7641386" y="1964023"/>
                  </a:lnTo>
                  <a:lnTo>
                    <a:pt x="7643097" y="2135261"/>
                  </a:lnTo>
                  <a:lnTo>
                    <a:pt x="7644809" y="2149175"/>
                  </a:lnTo>
                  <a:lnTo>
                    <a:pt x="7646520" y="2122995"/>
                  </a:lnTo>
                  <a:lnTo>
                    <a:pt x="7648232" y="2192237"/>
                  </a:lnTo>
                  <a:lnTo>
                    <a:pt x="7649943" y="2130692"/>
                  </a:lnTo>
                  <a:lnTo>
                    <a:pt x="7651654" y="2137721"/>
                  </a:lnTo>
                  <a:lnTo>
                    <a:pt x="7653366" y="2038136"/>
                  </a:lnTo>
                  <a:lnTo>
                    <a:pt x="7655077" y="1991230"/>
                  </a:lnTo>
                  <a:lnTo>
                    <a:pt x="7656789" y="2052746"/>
                  </a:lnTo>
                  <a:lnTo>
                    <a:pt x="7658500" y="2040355"/>
                  </a:lnTo>
                  <a:lnTo>
                    <a:pt x="7660211" y="2000323"/>
                  </a:lnTo>
                  <a:lnTo>
                    <a:pt x="7661923" y="2063767"/>
                  </a:lnTo>
                  <a:lnTo>
                    <a:pt x="7663634" y="2123456"/>
                  </a:lnTo>
                  <a:lnTo>
                    <a:pt x="7665346" y="2086752"/>
                  </a:lnTo>
                  <a:lnTo>
                    <a:pt x="7667057" y="2087518"/>
                  </a:lnTo>
                  <a:lnTo>
                    <a:pt x="7668768" y="2161022"/>
                  </a:lnTo>
                  <a:lnTo>
                    <a:pt x="7670480" y="2163260"/>
                  </a:lnTo>
                  <a:lnTo>
                    <a:pt x="7672191" y="2170911"/>
                  </a:lnTo>
                  <a:lnTo>
                    <a:pt x="7673903" y="2143094"/>
                  </a:lnTo>
                  <a:lnTo>
                    <a:pt x="7675614" y="2068335"/>
                  </a:lnTo>
                  <a:lnTo>
                    <a:pt x="7677325" y="2018245"/>
                  </a:lnTo>
                  <a:lnTo>
                    <a:pt x="7679037" y="1979672"/>
                  </a:lnTo>
                  <a:lnTo>
                    <a:pt x="7680748" y="1920451"/>
                  </a:lnTo>
                  <a:lnTo>
                    <a:pt x="7682460" y="1897640"/>
                  </a:lnTo>
                  <a:lnTo>
                    <a:pt x="7684171" y="1794639"/>
                  </a:lnTo>
                  <a:lnTo>
                    <a:pt x="7685882" y="1865532"/>
                  </a:lnTo>
                  <a:lnTo>
                    <a:pt x="7687594" y="1881396"/>
                  </a:lnTo>
                  <a:lnTo>
                    <a:pt x="7689305" y="1880774"/>
                  </a:lnTo>
                  <a:lnTo>
                    <a:pt x="7691017" y="1871643"/>
                  </a:lnTo>
                  <a:lnTo>
                    <a:pt x="7692728" y="1829074"/>
                  </a:lnTo>
                  <a:lnTo>
                    <a:pt x="7694439" y="1878168"/>
                  </a:lnTo>
                  <a:lnTo>
                    <a:pt x="7696151" y="1810001"/>
                  </a:lnTo>
                  <a:lnTo>
                    <a:pt x="7697862" y="1824357"/>
                  </a:lnTo>
                  <a:lnTo>
                    <a:pt x="7699573" y="1824764"/>
                  </a:lnTo>
                  <a:lnTo>
                    <a:pt x="7701285" y="1807942"/>
                  </a:lnTo>
                  <a:lnTo>
                    <a:pt x="7702996" y="1843076"/>
                  </a:lnTo>
                  <a:lnTo>
                    <a:pt x="7704708" y="1801201"/>
                  </a:lnTo>
                  <a:lnTo>
                    <a:pt x="7706419" y="1847168"/>
                  </a:lnTo>
                  <a:lnTo>
                    <a:pt x="7708130" y="1845846"/>
                  </a:lnTo>
                  <a:lnTo>
                    <a:pt x="7709842" y="1863427"/>
                  </a:lnTo>
                  <a:lnTo>
                    <a:pt x="7711553" y="1872267"/>
                  </a:lnTo>
                  <a:lnTo>
                    <a:pt x="7713265" y="1897245"/>
                  </a:lnTo>
                  <a:lnTo>
                    <a:pt x="7714976" y="1973510"/>
                  </a:lnTo>
                  <a:lnTo>
                    <a:pt x="7716687" y="1960527"/>
                  </a:lnTo>
                  <a:lnTo>
                    <a:pt x="7718399" y="1954287"/>
                  </a:lnTo>
                  <a:lnTo>
                    <a:pt x="7720110" y="1918263"/>
                  </a:lnTo>
                  <a:lnTo>
                    <a:pt x="7721822" y="1912188"/>
                  </a:lnTo>
                  <a:lnTo>
                    <a:pt x="7723533" y="1915005"/>
                  </a:lnTo>
                  <a:lnTo>
                    <a:pt x="7725244" y="1897543"/>
                  </a:lnTo>
                  <a:lnTo>
                    <a:pt x="7726956" y="1851251"/>
                  </a:lnTo>
                  <a:lnTo>
                    <a:pt x="7728667" y="1847349"/>
                  </a:lnTo>
                  <a:lnTo>
                    <a:pt x="7730379" y="1913713"/>
                  </a:lnTo>
                  <a:lnTo>
                    <a:pt x="7732090" y="1874638"/>
                  </a:lnTo>
                  <a:lnTo>
                    <a:pt x="7733801" y="1863853"/>
                  </a:lnTo>
                  <a:lnTo>
                    <a:pt x="7735513" y="1920836"/>
                  </a:lnTo>
                  <a:lnTo>
                    <a:pt x="7737224" y="1896527"/>
                  </a:lnTo>
                  <a:lnTo>
                    <a:pt x="7738936" y="2031522"/>
                  </a:lnTo>
                  <a:lnTo>
                    <a:pt x="7740647" y="2074420"/>
                  </a:lnTo>
                  <a:lnTo>
                    <a:pt x="7742358" y="2127601"/>
                  </a:lnTo>
                  <a:lnTo>
                    <a:pt x="7744070" y="2152858"/>
                  </a:lnTo>
                  <a:lnTo>
                    <a:pt x="7745781" y="2158780"/>
                  </a:lnTo>
                  <a:lnTo>
                    <a:pt x="7747493" y="2174736"/>
                  </a:lnTo>
                  <a:lnTo>
                    <a:pt x="7749204" y="2111882"/>
                  </a:lnTo>
                  <a:lnTo>
                    <a:pt x="7750915" y="2068634"/>
                  </a:lnTo>
                  <a:lnTo>
                    <a:pt x="7752627" y="2040970"/>
                  </a:lnTo>
                  <a:lnTo>
                    <a:pt x="7754338" y="2030150"/>
                  </a:lnTo>
                  <a:lnTo>
                    <a:pt x="7756050" y="2065840"/>
                  </a:lnTo>
                  <a:lnTo>
                    <a:pt x="7757761" y="2000929"/>
                  </a:lnTo>
                  <a:lnTo>
                    <a:pt x="7759472" y="2091852"/>
                  </a:lnTo>
                  <a:lnTo>
                    <a:pt x="7761184" y="2080166"/>
                  </a:lnTo>
                  <a:lnTo>
                    <a:pt x="7762895" y="2112717"/>
                  </a:lnTo>
                  <a:lnTo>
                    <a:pt x="7764607" y="2089366"/>
                  </a:lnTo>
                  <a:lnTo>
                    <a:pt x="7766318" y="2036416"/>
                  </a:lnTo>
                  <a:lnTo>
                    <a:pt x="7768029" y="2085233"/>
                  </a:lnTo>
                  <a:lnTo>
                    <a:pt x="7769741" y="2100994"/>
                  </a:lnTo>
                  <a:lnTo>
                    <a:pt x="7771452" y="2074702"/>
                  </a:lnTo>
                  <a:lnTo>
                    <a:pt x="7773164" y="2015978"/>
                  </a:lnTo>
                  <a:lnTo>
                    <a:pt x="7774875" y="2048485"/>
                  </a:lnTo>
                  <a:lnTo>
                    <a:pt x="7776586" y="2077780"/>
                  </a:lnTo>
                  <a:lnTo>
                    <a:pt x="7778298" y="2024806"/>
                  </a:lnTo>
                  <a:lnTo>
                    <a:pt x="7780009" y="1953557"/>
                  </a:lnTo>
                  <a:lnTo>
                    <a:pt x="7781721" y="1961855"/>
                  </a:lnTo>
                  <a:lnTo>
                    <a:pt x="7783432" y="2018084"/>
                  </a:lnTo>
                  <a:lnTo>
                    <a:pt x="7785143" y="1953721"/>
                  </a:lnTo>
                  <a:lnTo>
                    <a:pt x="7786855" y="1921849"/>
                  </a:lnTo>
                  <a:lnTo>
                    <a:pt x="7788566" y="1851773"/>
                  </a:lnTo>
                  <a:lnTo>
                    <a:pt x="7790278" y="1822276"/>
                  </a:lnTo>
                  <a:lnTo>
                    <a:pt x="7791989" y="1804826"/>
                  </a:lnTo>
                  <a:lnTo>
                    <a:pt x="7793700" y="1724218"/>
                  </a:lnTo>
                  <a:lnTo>
                    <a:pt x="7795412" y="1760568"/>
                  </a:lnTo>
                  <a:lnTo>
                    <a:pt x="7797123" y="1725766"/>
                  </a:lnTo>
                  <a:lnTo>
                    <a:pt x="7798835" y="1766800"/>
                  </a:lnTo>
                  <a:lnTo>
                    <a:pt x="7800546" y="1788658"/>
                  </a:lnTo>
                  <a:lnTo>
                    <a:pt x="7802257" y="1717119"/>
                  </a:lnTo>
                  <a:lnTo>
                    <a:pt x="7803969" y="1754694"/>
                  </a:lnTo>
                  <a:lnTo>
                    <a:pt x="7805680" y="1760075"/>
                  </a:lnTo>
                  <a:lnTo>
                    <a:pt x="7807391" y="1787225"/>
                  </a:lnTo>
                  <a:lnTo>
                    <a:pt x="7809103" y="1782789"/>
                  </a:lnTo>
                  <a:lnTo>
                    <a:pt x="7810814" y="1824633"/>
                  </a:lnTo>
                  <a:lnTo>
                    <a:pt x="7812526" y="1896926"/>
                  </a:lnTo>
                  <a:lnTo>
                    <a:pt x="7814237" y="1909541"/>
                  </a:lnTo>
                  <a:lnTo>
                    <a:pt x="7815948" y="1992698"/>
                  </a:lnTo>
                  <a:lnTo>
                    <a:pt x="7817660" y="1985257"/>
                  </a:lnTo>
                  <a:lnTo>
                    <a:pt x="7819371" y="1978001"/>
                  </a:lnTo>
                  <a:lnTo>
                    <a:pt x="7821083" y="2010897"/>
                  </a:lnTo>
                  <a:lnTo>
                    <a:pt x="7822794" y="1995976"/>
                  </a:lnTo>
                  <a:lnTo>
                    <a:pt x="7824505" y="1997749"/>
                  </a:lnTo>
                  <a:lnTo>
                    <a:pt x="7826217" y="1955634"/>
                  </a:lnTo>
                  <a:lnTo>
                    <a:pt x="7827928" y="1965501"/>
                  </a:lnTo>
                  <a:lnTo>
                    <a:pt x="7829640" y="1981625"/>
                  </a:lnTo>
                  <a:lnTo>
                    <a:pt x="7831351" y="1935085"/>
                  </a:lnTo>
                  <a:lnTo>
                    <a:pt x="7833062" y="1927921"/>
                  </a:lnTo>
                  <a:lnTo>
                    <a:pt x="7834774" y="1927329"/>
                  </a:lnTo>
                  <a:lnTo>
                    <a:pt x="7836485" y="1922679"/>
                  </a:lnTo>
                  <a:lnTo>
                    <a:pt x="7838197" y="1896317"/>
                  </a:lnTo>
                  <a:lnTo>
                    <a:pt x="7839908" y="1887481"/>
                  </a:lnTo>
                  <a:lnTo>
                    <a:pt x="7841619" y="1895834"/>
                  </a:lnTo>
                  <a:lnTo>
                    <a:pt x="7843331" y="1888135"/>
                  </a:lnTo>
                  <a:lnTo>
                    <a:pt x="7845042" y="1905553"/>
                  </a:lnTo>
                  <a:lnTo>
                    <a:pt x="7846754" y="1894379"/>
                  </a:lnTo>
                  <a:lnTo>
                    <a:pt x="7848465" y="1887780"/>
                  </a:lnTo>
                  <a:lnTo>
                    <a:pt x="7850176" y="1892835"/>
                  </a:lnTo>
                  <a:lnTo>
                    <a:pt x="7851888" y="1874222"/>
                  </a:lnTo>
                  <a:lnTo>
                    <a:pt x="7853599" y="1939696"/>
                  </a:lnTo>
                  <a:lnTo>
                    <a:pt x="7855311" y="1871739"/>
                  </a:lnTo>
                  <a:lnTo>
                    <a:pt x="7857022" y="1921500"/>
                  </a:lnTo>
                  <a:lnTo>
                    <a:pt x="7858733" y="1903321"/>
                  </a:lnTo>
                  <a:lnTo>
                    <a:pt x="7860445" y="1892669"/>
                  </a:lnTo>
                  <a:lnTo>
                    <a:pt x="7862156" y="1976092"/>
                  </a:lnTo>
                  <a:lnTo>
                    <a:pt x="7863868" y="1957889"/>
                  </a:lnTo>
                  <a:lnTo>
                    <a:pt x="7865579" y="1968677"/>
                  </a:lnTo>
                  <a:lnTo>
                    <a:pt x="7867290" y="2028338"/>
                  </a:lnTo>
                  <a:lnTo>
                    <a:pt x="7869002" y="2046212"/>
                  </a:lnTo>
                  <a:lnTo>
                    <a:pt x="7870713" y="2090274"/>
                  </a:lnTo>
                  <a:lnTo>
                    <a:pt x="7872425" y="2021838"/>
                  </a:lnTo>
                  <a:lnTo>
                    <a:pt x="7874136" y="2024121"/>
                  </a:lnTo>
                  <a:lnTo>
                    <a:pt x="7875847" y="2079121"/>
                  </a:lnTo>
                  <a:lnTo>
                    <a:pt x="7877559" y="2067499"/>
                  </a:lnTo>
                  <a:lnTo>
                    <a:pt x="7879270" y="2110371"/>
                  </a:lnTo>
                  <a:lnTo>
                    <a:pt x="7880982" y="2134093"/>
                  </a:lnTo>
                  <a:lnTo>
                    <a:pt x="7882693" y="2217284"/>
                  </a:lnTo>
                  <a:lnTo>
                    <a:pt x="7884404" y="2218243"/>
                  </a:lnTo>
                  <a:lnTo>
                    <a:pt x="7886116" y="2254960"/>
                  </a:lnTo>
                  <a:lnTo>
                    <a:pt x="7887827" y="2225463"/>
                  </a:lnTo>
                  <a:lnTo>
                    <a:pt x="7889539" y="2183328"/>
                  </a:lnTo>
                  <a:lnTo>
                    <a:pt x="7891250" y="2211798"/>
                  </a:lnTo>
                  <a:lnTo>
                    <a:pt x="7892961" y="2160423"/>
                  </a:lnTo>
                  <a:lnTo>
                    <a:pt x="7894673" y="2189029"/>
                  </a:lnTo>
                  <a:lnTo>
                    <a:pt x="7896384" y="2266299"/>
                  </a:lnTo>
                  <a:lnTo>
                    <a:pt x="7898096" y="2266370"/>
                  </a:lnTo>
                  <a:lnTo>
                    <a:pt x="7899807" y="2267588"/>
                  </a:lnTo>
                  <a:lnTo>
                    <a:pt x="7901518" y="2222800"/>
                  </a:lnTo>
                  <a:lnTo>
                    <a:pt x="7903230" y="2177566"/>
                  </a:lnTo>
                  <a:lnTo>
                    <a:pt x="7904941" y="2173555"/>
                  </a:lnTo>
                  <a:lnTo>
                    <a:pt x="7906652" y="2162395"/>
                  </a:lnTo>
                  <a:lnTo>
                    <a:pt x="7908364" y="2193967"/>
                  </a:lnTo>
                  <a:lnTo>
                    <a:pt x="7910075" y="2196635"/>
                  </a:lnTo>
                  <a:lnTo>
                    <a:pt x="7911787" y="2210746"/>
                  </a:lnTo>
                  <a:lnTo>
                    <a:pt x="7913498" y="2254131"/>
                  </a:lnTo>
                  <a:lnTo>
                    <a:pt x="7915209" y="2239113"/>
                  </a:lnTo>
                  <a:lnTo>
                    <a:pt x="7916921" y="2181315"/>
                  </a:lnTo>
                  <a:lnTo>
                    <a:pt x="7918632" y="2196086"/>
                  </a:lnTo>
                  <a:lnTo>
                    <a:pt x="7920344" y="2205388"/>
                  </a:lnTo>
                  <a:lnTo>
                    <a:pt x="7922055" y="2235464"/>
                  </a:lnTo>
                  <a:lnTo>
                    <a:pt x="7923766" y="2215940"/>
                  </a:lnTo>
                  <a:lnTo>
                    <a:pt x="7925478" y="2225641"/>
                  </a:lnTo>
                  <a:lnTo>
                    <a:pt x="7927189" y="2234332"/>
                  </a:lnTo>
                  <a:lnTo>
                    <a:pt x="7928901" y="2237770"/>
                  </a:lnTo>
                  <a:lnTo>
                    <a:pt x="7930612" y="2212563"/>
                  </a:lnTo>
                  <a:lnTo>
                    <a:pt x="7932323" y="2210345"/>
                  </a:lnTo>
                  <a:lnTo>
                    <a:pt x="7934035" y="2202430"/>
                  </a:lnTo>
                  <a:lnTo>
                    <a:pt x="7935746" y="2203288"/>
                  </a:lnTo>
                  <a:lnTo>
                    <a:pt x="7937458" y="2213065"/>
                  </a:lnTo>
                  <a:lnTo>
                    <a:pt x="7939169" y="2141517"/>
                  </a:lnTo>
                  <a:lnTo>
                    <a:pt x="7940880" y="2076937"/>
                  </a:lnTo>
                  <a:lnTo>
                    <a:pt x="7942592" y="1970652"/>
                  </a:lnTo>
                  <a:lnTo>
                    <a:pt x="7944303" y="1981597"/>
                  </a:lnTo>
                  <a:lnTo>
                    <a:pt x="7946015" y="2019881"/>
                  </a:lnTo>
                  <a:lnTo>
                    <a:pt x="7947726" y="1819418"/>
                  </a:lnTo>
                  <a:lnTo>
                    <a:pt x="7949437" y="1882872"/>
                  </a:lnTo>
                  <a:lnTo>
                    <a:pt x="7951149" y="1884104"/>
                  </a:lnTo>
                  <a:lnTo>
                    <a:pt x="7952860" y="1821894"/>
                  </a:lnTo>
                  <a:lnTo>
                    <a:pt x="7954572" y="1898010"/>
                  </a:lnTo>
                  <a:lnTo>
                    <a:pt x="7956283" y="1775836"/>
                  </a:lnTo>
                  <a:lnTo>
                    <a:pt x="7957994" y="1814206"/>
                  </a:lnTo>
                  <a:lnTo>
                    <a:pt x="7959706" y="1930256"/>
                  </a:lnTo>
                  <a:lnTo>
                    <a:pt x="7961417" y="1912670"/>
                  </a:lnTo>
                  <a:lnTo>
                    <a:pt x="7963129" y="1971077"/>
                  </a:lnTo>
                  <a:lnTo>
                    <a:pt x="7964840" y="1990997"/>
                  </a:lnTo>
                  <a:lnTo>
                    <a:pt x="7966551" y="2027863"/>
                  </a:lnTo>
                  <a:lnTo>
                    <a:pt x="7968263" y="2109064"/>
                  </a:lnTo>
                  <a:lnTo>
                    <a:pt x="7969974" y="2125618"/>
                  </a:lnTo>
                  <a:lnTo>
                    <a:pt x="7971686" y="2167753"/>
                  </a:lnTo>
                  <a:lnTo>
                    <a:pt x="7973397" y="2203727"/>
                  </a:lnTo>
                  <a:lnTo>
                    <a:pt x="7975108" y="2245001"/>
                  </a:lnTo>
                  <a:lnTo>
                    <a:pt x="7976820" y="2290815"/>
                  </a:lnTo>
                  <a:lnTo>
                    <a:pt x="7978531" y="2333311"/>
                  </a:lnTo>
                  <a:lnTo>
                    <a:pt x="7980243" y="2300589"/>
                  </a:lnTo>
                  <a:lnTo>
                    <a:pt x="7981954" y="2283694"/>
                  </a:lnTo>
                  <a:lnTo>
                    <a:pt x="7983665" y="2286353"/>
                  </a:lnTo>
                  <a:lnTo>
                    <a:pt x="7985377" y="2287645"/>
                  </a:lnTo>
                  <a:lnTo>
                    <a:pt x="7987088" y="2278709"/>
                  </a:lnTo>
                  <a:lnTo>
                    <a:pt x="7988800" y="2267685"/>
                  </a:lnTo>
                  <a:lnTo>
                    <a:pt x="7990511" y="2198047"/>
                  </a:lnTo>
                  <a:lnTo>
                    <a:pt x="7992222" y="2278061"/>
                  </a:lnTo>
                  <a:lnTo>
                    <a:pt x="7993934" y="2278266"/>
                  </a:lnTo>
                  <a:lnTo>
                    <a:pt x="7995645" y="2259213"/>
                  </a:lnTo>
                  <a:lnTo>
                    <a:pt x="7997357" y="2237437"/>
                  </a:lnTo>
                  <a:lnTo>
                    <a:pt x="7999068" y="2229589"/>
                  </a:lnTo>
                  <a:lnTo>
                    <a:pt x="8000779" y="2270401"/>
                  </a:lnTo>
                  <a:lnTo>
                    <a:pt x="8002491" y="2322783"/>
                  </a:lnTo>
                  <a:lnTo>
                    <a:pt x="8004202" y="2271656"/>
                  </a:lnTo>
                  <a:lnTo>
                    <a:pt x="8005914" y="2270107"/>
                  </a:lnTo>
                  <a:lnTo>
                    <a:pt x="8007625" y="2238423"/>
                  </a:lnTo>
                  <a:lnTo>
                    <a:pt x="8009336" y="2213946"/>
                  </a:lnTo>
                  <a:lnTo>
                    <a:pt x="8011048" y="2302736"/>
                  </a:lnTo>
                  <a:lnTo>
                    <a:pt x="8012759" y="2196014"/>
                  </a:lnTo>
                  <a:lnTo>
                    <a:pt x="8014470" y="2195415"/>
                  </a:lnTo>
                  <a:lnTo>
                    <a:pt x="8016182" y="2215223"/>
                  </a:lnTo>
                  <a:lnTo>
                    <a:pt x="8017893" y="2182935"/>
                  </a:lnTo>
                  <a:lnTo>
                    <a:pt x="8019605" y="2213260"/>
                  </a:lnTo>
                  <a:lnTo>
                    <a:pt x="8021316" y="2201252"/>
                  </a:lnTo>
                  <a:lnTo>
                    <a:pt x="8023027" y="2158998"/>
                  </a:lnTo>
                  <a:lnTo>
                    <a:pt x="8024739" y="2217570"/>
                  </a:lnTo>
                  <a:lnTo>
                    <a:pt x="8026450" y="2230831"/>
                  </a:lnTo>
                  <a:lnTo>
                    <a:pt x="8028162" y="2226155"/>
                  </a:lnTo>
                  <a:lnTo>
                    <a:pt x="8029873" y="2251356"/>
                  </a:lnTo>
                  <a:lnTo>
                    <a:pt x="8031584" y="2271940"/>
                  </a:lnTo>
                  <a:lnTo>
                    <a:pt x="8033296" y="2291192"/>
                  </a:lnTo>
                  <a:lnTo>
                    <a:pt x="8035007" y="2245730"/>
                  </a:lnTo>
                  <a:lnTo>
                    <a:pt x="8036719" y="2205447"/>
                  </a:lnTo>
                  <a:lnTo>
                    <a:pt x="8038430" y="2269185"/>
                  </a:lnTo>
                  <a:lnTo>
                    <a:pt x="8040141" y="2254422"/>
                  </a:lnTo>
                  <a:lnTo>
                    <a:pt x="8041853" y="2242836"/>
                  </a:lnTo>
                  <a:lnTo>
                    <a:pt x="8043564" y="2230325"/>
                  </a:lnTo>
                  <a:lnTo>
                    <a:pt x="8045276" y="2242403"/>
                  </a:lnTo>
                  <a:lnTo>
                    <a:pt x="8046987" y="2265968"/>
                  </a:lnTo>
                  <a:lnTo>
                    <a:pt x="8048698" y="2265504"/>
                  </a:lnTo>
                  <a:lnTo>
                    <a:pt x="8050410" y="2283511"/>
                  </a:lnTo>
                  <a:lnTo>
                    <a:pt x="8052121" y="2334513"/>
                  </a:lnTo>
                  <a:lnTo>
                    <a:pt x="8053833" y="2326358"/>
                  </a:lnTo>
                  <a:lnTo>
                    <a:pt x="8055544" y="2358432"/>
                  </a:lnTo>
                  <a:lnTo>
                    <a:pt x="8057255" y="2334404"/>
                  </a:lnTo>
                  <a:lnTo>
                    <a:pt x="8058967" y="2346666"/>
                  </a:lnTo>
                  <a:lnTo>
                    <a:pt x="8060678" y="2350999"/>
                  </a:lnTo>
                  <a:lnTo>
                    <a:pt x="8062390" y="2312953"/>
                  </a:lnTo>
                  <a:lnTo>
                    <a:pt x="8064101" y="2311257"/>
                  </a:lnTo>
                  <a:lnTo>
                    <a:pt x="8065812" y="2295265"/>
                  </a:lnTo>
                  <a:lnTo>
                    <a:pt x="8067524" y="2299197"/>
                  </a:lnTo>
                  <a:lnTo>
                    <a:pt x="8069235" y="2291107"/>
                  </a:lnTo>
                  <a:lnTo>
                    <a:pt x="8070947" y="2287187"/>
                  </a:lnTo>
                  <a:lnTo>
                    <a:pt x="8072658" y="2307087"/>
                  </a:lnTo>
                  <a:lnTo>
                    <a:pt x="8074369" y="2297758"/>
                  </a:lnTo>
                  <a:lnTo>
                    <a:pt x="8076081" y="2274878"/>
                  </a:lnTo>
                  <a:lnTo>
                    <a:pt x="8077792" y="2300046"/>
                  </a:lnTo>
                  <a:lnTo>
                    <a:pt x="8079504" y="2258655"/>
                  </a:lnTo>
                  <a:lnTo>
                    <a:pt x="8081215" y="2275092"/>
                  </a:lnTo>
                  <a:lnTo>
                    <a:pt x="8082926" y="2268860"/>
                  </a:lnTo>
                  <a:lnTo>
                    <a:pt x="8084638" y="2302400"/>
                  </a:lnTo>
                  <a:lnTo>
                    <a:pt x="8086349" y="2374985"/>
                  </a:lnTo>
                  <a:lnTo>
                    <a:pt x="8088061" y="2318048"/>
                  </a:lnTo>
                  <a:lnTo>
                    <a:pt x="8089772" y="2334438"/>
                  </a:lnTo>
                  <a:lnTo>
                    <a:pt x="8091483" y="2372236"/>
                  </a:lnTo>
                  <a:lnTo>
                    <a:pt x="8093195" y="2331615"/>
                  </a:lnTo>
                  <a:lnTo>
                    <a:pt x="8094906" y="2361573"/>
                  </a:lnTo>
                  <a:lnTo>
                    <a:pt x="8096618" y="2332285"/>
                  </a:lnTo>
                  <a:lnTo>
                    <a:pt x="8098329" y="2380133"/>
                  </a:lnTo>
                  <a:lnTo>
                    <a:pt x="8100040" y="2373911"/>
                  </a:lnTo>
                  <a:lnTo>
                    <a:pt x="8101752" y="2367631"/>
                  </a:lnTo>
                  <a:lnTo>
                    <a:pt x="8103463" y="2391967"/>
                  </a:lnTo>
                  <a:lnTo>
                    <a:pt x="8103463" y="2391967"/>
                  </a:lnTo>
                  <a:lnTo>
                    <a:pt x="8105175" y="2358891"/>
                  </a:lnTo>
                  <a:lnTo>
                    <a:pt x="8106886" y="2391967"/>
                  </a:lnTo>
                  <a:lnTo>
                    <a:pt x="8106886" y="2391967"/>
                  </a:lnTo>
                  <a:lnTo>
                    <a:pt x="8108597" y="2383764"/>
                  </a:lnTo>
                  <a:lnTo>
                    <a:pt x="8110309" y="2369607"/>
                  </a:lnTo>
                  <a:lnTo>
                    <a:pt x="8112020" y="2366781"/>
                  </a:lnTo>
                  <a:lnTo>
                    <a:pt x="8113732" y="2364603"/>
                  </a:lnTo>
                  <a:lnTo>
                    <a:pt x="8115443" y="2391967"/>
                  </a:lnTo>
                  <a:lnTo>
                    <a:pt x="8115443" y="2391967"/>
                  </a:lnTo>
                  <a:lnTo>
                    <a:pt x="8117154" y="2391759"/>
                  </a:lnTo>
                  <a:lnTo>
                    <a:pt x="8118866" y="2391703"/>
                  </a:lnTo>
                  <a:lnTo>
                    <a:pt x="8120577" y="2391967"/>
                  </a:lnTo>
                  <a:lnTo>
                    <a:pt x="8120577" y="2391967"/>
                  </a:lnTo>
                  <a:lnTo>
                    <a:pt x="8122288" y="2391736"/>
                  </a:lnTo>
                  <a:lnTo>
                    <a:pt x="8124000" y="2391967"/>
                  </a:lnTo>
                  <a:lnTo>
                    <a:pt x="8124000" y="2391967"/>
                  </a:lnTo>
                  <a:lnTo>
                    <a:pt x="8125711" y="2391967"/>
                  </a:lnTo>
                  <a:lnTo>
                    <a:pt x="8127423" y="2391967"/>
                  </a:lnTo>
                  <a:lnTo>
                    <a:pt x="8129134" y="2375257"/>
                  </a:lnTo>
                  <a:lnTo>
                    <a:pt x="8130845" y="2391703"/>
                  </a:lnTo>
                  <a:lnTo>
                    <a:pt x="8132557" y="2391967"/>
                  </a:lnTo>
                  <a:lnTo>
                    <a:pt x="8132557" y="2391967"/>
                  </a:lnTo>
                  <a:lnTo>
                    <a:pt x="8134268" y="2377365"/>
                  </a:lnTo>
                  <a:lnTo>
                    <a:pt x="8135980" y="2382981"/>
                  </a:lnTo>
                  <a:lnTo>
                    <a:pt x="8137691" y="2352024"/>
                  </a:lnTo>
                  <a:lnTo>
                    <a:pt x="8139402" y="2350759"/>
                  </a:lnTo>
                  <a:lnTo>
                    <a:pt x="8141114" y="2373167"/>
                  </a:lnTo>
                  <a:lnTo>
                    <a:pt x="8142825" y="2327397"/>
                  </a:lnTo>
                  <a:lnTo>
                    <a:pt x="8144537" y="2329363"/>
                  </a:lnTo>
                  <a:lnTo>
                    <a:pt x="8146248" y="2302261"/>
                  </a:lnTo>
                  <a:lnTo>
                    <a:pt x="8147959" y="2290636"/>
                  </a:lnTo>
                  <a:lnTo>
                    <a:pt x="8149671" y="2305632"/>
                  </a:lnTo>
                  <a:lnTo>
                    <a:pt x="8151382" y="2260351"/>
                  </a:lnTo>
                  <a:lnTo>
                    <a:pt x="8153094" y="2308309"/>
                  </a:lnTo>
                  <a:lnTo>
                    <a:pt x="8154805" y="2268520"/>
                  </a:lnTo>
                  <a:lnTo>
                    <a:pt x="8156516" y="2293456"/>
                  </a:lnTo>
                  <a:lnTo>
                    <a:pt x="8158228" y="2275789"/>
                  </a:lnTo>
                  <a:lnTo>
                    <a:pt x="8159939" y="2301317"/>
                  </a:lnTo>
                  <a:lnTo>
                    <a:pt x="8161651" y="2348656"/>
                  </a:lnTo>
                  <a:lnTo>
                    <a:pt x="8163362" y="2338915"/>
                  </a:lnTo>
                  <a:lnTo>
                    <a:pt x="8165073" y="2332475"/>
                  </a:lnTo>
                  <a:lnTo>
                    <a:pt x="8166785" y="2327839"/>
                  </a:lnTo>
                  <a:lnTo>
                    <a:pt x="8168496" y="2365361"/>
                  </a:lnTo>
                  <a:lnTo>
                    <a:pt x="8170208" y="2379626"/>
                  </a:lnTo>
                  <a:lnTo>
                    <a:pt x="8171919" y="2341683"/>
                  </a:lnTo>
                  <a:lnTo>
                    <a:pt x="8173630" y="2332912"/>
                  </a:lnTo>
                  <a:lnTo>
                    <a:pt x="8175342" y="2355911"/>
                  </a:lnTo>
                  <a:lnTo>
                    <a:pt x="8177053" y="2346743"/>
                  </a:lnTo>
                  <a:lnTo>
                    <a:pt x="8178765" y="2345847"/>
                  </a:lnTo>
                  <a:lnTo>
                    <a:pt x="8180476" y="2324106"/>
                  </a:lnTo>
                  <a:lnTo>
                    <a:pt x="8182187" y="2276446"/>
                  </a:lnTo>
                  <a:lnTo>
                    <a:pt x="8183899" y="2305235"/>
                  </a:lnTo>
                  <a:lnTo>
                    <a:pt x="8185610" y="2309513"/>
                  </a:lnTo>
                  <a:lnTo>
                    <a:pt x="8187322" y="2298096"/>
                  </a:lnTo>
                  <a:lnTo>
                    <a:pt x="8189033" y="2306469"/>
                  </a:lnTo>
                  <a:lnTo>
                    <a:pt x="8190744" y="2329056"/>
                  </a:lnTo>
                  <a:lnTo>
                    <a:pt x="8192456" y="2379640"/>
                  </a:lnTo>
                  <a:lnTo>
                    <a:pt x="8194167" y="2391302"/>
                  </a:lnTo>
                  <a:lnTo>
                    <a:pt x="8195879" y="2391967"/>
                  </a:lnTo>
                  <a:lnTo>
                    <a:pt x="8195879" y="2391967"/>
                  </a:lnTo>
                  <a:lnTo>
                    <a:pt x="8197590" y="2391967"/>
                  </a:lnTo>
                  <a:lnTo>
                    <a:pt x="8199301" y="2391967"/>
                  </a:lnTo>
                  <a:lnTo>
                    <a:pt x="8201013" y="2362941"/>
                  </a:lnTo>
                  <a:lnTo>
                    <a:pt x="8202724" y="2347411"/>
                  </a:lnTo>
                  <a:lnTo>
                    <a:pt x="8204436" y="2349575"/>
                  </a:lnTo>
                  <a:lnTo>
                    <a:pt x="8206147" y="2355806"/>
                  </a:lnTo>
                  <a:lnTo>
                    <a:pt x="8207858" y="2369191"/>
                  </a:lnTo>
                  <a:lnTo>
                    <a:pt x="8209570" y="2363550"/>
                  </a:lnTo>
                  <a:lnTo>
                    <a:pt x="8211281" y="2379981"/>
                  </a:lnTo>
                  <a:lnTo>
                    <a:pt x="8212993" y="2391967"/>
                  </a:lnTo>
                  <a:lnTo>
                    <a:pt x="8212993" y="2391967"/>
                  </a:lnTo>
                  <a:lnTo>
                    <a:pt x="8214704" y="2391967"/>
                  </a:lnTo>
                  <a:lnTo>
                    <a:pt x="8216415" y="2391967"/>
                  </a:lnTo>
                  <a:lnTo>
                    <a:pt x="8218127" y="2377454"/>
                  </a:lnTo>
                  <a:lnTo>
                    <a:pt x="8219838" y="2391967"/>
                  </a:lnTo>
                  <a:lnTo>
                    <a:pt x="8219838" y="2391967"/>
                  </a:lnTo>
                  <a:lnTo>
                    <a:pt x="8221550" y="2391967"/>
                  </a:lnTo>
                  <a:lnTo>
                    <a:pt x="8223261" y="2391967"/>
                  </a:lnTo>
                  <a:lnTo>
                    <a:pt x="8224972" y="2391967"/>
                  </a:lnTo>
                  <a:lnTo>
                    <a:pt x="8226684" y="2354778"/>
                  </a:lnTo>
                  <a:lnTo>
                    <a:pt x="8228395" y="2371776"/>
                  </a:lnTo>
                  <a:lnTo>
                    <a:pt x="8230106" y="2391967"/>
                  </a:lnTo>
                  <a:lnTo>
                    <a:pt x="8230106" y="2391967"/>
                  </a:lnTo>
                  <a:lnTo>
                    <a:pt x="8231818" y="2366290"/>
                  </a:lnTo>
                  <a:lnTo>
                    <a:pt x="8233529" y="2337069"/>
                  </a:lnTo>
                  <a:lnTo>
                    <a:pt x="8235241" y="2301457"/>
                  </a:lnTo>
                  <a:lnTo>
                    <a:pt x="8236952" y="2359572"/>
                  </a:lnTo>
                  <a:lnTo>
                    <a:pt x="8238663" y="2391967"/>
                  </a:lnTo>
                  <a:lnTo>
                    <a:pt x="8238663" y="2391967"/>
                  </a:lnTo>
                  <a:lnTo>
                    <a:pt x="8240375" y="2361679"/>
                  </a:lnTo>
                  <a:lnTo>
                    <a:pt x="8242086" y="2345806"/>
                  </a:lnTo>
                  <a:lnTo>
                    <a:pt x="8243798" y="2316425"/>
                  </a:lnTo>
                  <a:lnTo>
                    <a:pt x="8245509" y="2290082"/>
                  </a:lnTo>
                  <a:lnTo>
                    <a:pt x="8247220" y="2288556"/>
                  </a:lnTo>
                  <a:lnTo>
                    <a:pt x="8248932" y="2284563"/>
                  </a:lnTo>
                  <a:lnTo>
                    <a:pt x="8250643" y="2283033"/>
                  </a:lnTo>
                  <a:lnTo>
                    <a:pt x="8252355" y="2307291"/>
                  </a:lnTo>
                  <a:lnTo>
                    <a:pt x="8254066" y="2341078"/>
                  </a:lnTo>
                  <a:lnTo>
                    <a:pt x="8255777" y="2339340"/>
                  </a:lnTo>
                  <a:lnTo>
                    <a:pt x="8257489" y="2350173"/>
                  </a:lnTo>
                  <a:lnTo>
                    <a:pt x="8259200" y="2347120"/>
                  </a:lnTo>
                  <a:lnTo>
                    <a:pt x="8260912" y="2329730"/>
                  </a:lnTo>
                  <a:lnTo>
                    <a:pt x="8262623" y="2333333"/>
                  </a:lnTo>
                  <a:lnTo>
                    <a:pt x="8264334" y="2375651"/>
                  </a:lnTo>
                  <a:lnTo>
                    <a:pt x="8266046" y="2381000"/>
                  </a:lnTo>
                  <a:lnTo>
                    <a:pt x="8267757" y="2391249"/>
                  </a:lnTo>
                  <a:lnTo>
                    <a:pt x="8269469" y="2391772"/>
                  </a:lnTo>
                  <a:lnTo>
                    <a:pt x="8271180" y="2386821"/>
                  </a:lnTo>
                  <a:lnTo>
                    <a:pt x="8272891" y="2391967"/>
                  </a:lnTo>
                  <a:lnTo>
                    <a:pt x="8272891" y="2391967"/>
                  </a:lnTo>
                  <a:lnTo>
                    <a:pt x="8274603" y="2391967"/>
                  </a:lnTo>
                  <a:lnTo>
                    <a:pt x="8276314" y="2375952"/>
                  </a:lnTo>
                  <a:lnTo>
                    <a:pt x="8278026" y="2391967"/>
                  </a:lnTo>
                  <a:lnTo>
                    <a:pt x="8278026" y="2391967"/>
                  </a:lnTo>
                  <a:lnTo>
                    <a:pt x="8279737" y="2391967"/>
                  </a:lnTo>
                  <a:lnTo>
                    <a:pt x="8281448" y="2391967"/>
                  </a:lnTo>
                  <a:lnTo>
                    <a:pt x="8283160" y="2391967"/>
                  </a:lnTo>
                  <a:lnTo>
                    <a:pt x="8284871" y="2391967"/>
                  </a:lnTo>
                  <a:lnTo>
                    <a:pt x="8286583" y="2349347"/>
                  </a:lnTo>
                  <a:lnTo>
                    <a:pt x="8288294" y="2381311"/>
                  </a:lnTo>
                  <a:lnTo>
                    <a:pt x="8290005" y="2391967"/>
                  </a:lnTo>
                  <a:lnTo>
                    <a:pt x="8290005" y="2391967"/>
                  </a:lnTo>
                  <a:lnTo>
                    <a:pt x="8291717" y="2391967"/>
                  </a:lnTo>
                  <a:lnTo>
                    <a:pt x="8293428" y="2391967"/>
                  </a:lnTo>
                  <a:lnTo>
                    <a:pt x="8295140" y="2391967"/>
                  </a:lnTo>
                  <a:lnTo>
                    <a:pt x="8296851" y="2391967"/>
                  </a:lnTo>
                  <a:lnTo>
                    <a:pt x="8298562" y="2391967"/>
                  </a:lnTo>
                  <a:lnTo>
                    <a:pt x="8300274" y="2391967"/>
                  </a:lnTo>
                  <a:lnTo>
                    <a:pt x="8301985" y="2381427"/>
                  </a:lnTo>
                  <a:lnTo>
                    <a:pt x="8303697" y="2381378"/>
                  </a:lnTo>
                  <a:lnTo>
                    <a:pt x="8305408" y="2391967"/>
                  </a:lnTo>
                  <a:lnTo>
                    <a:pt x="8305408" y="2391967"/>
                  </a:lnTo>
                  <a:lnTo>
                    <a:pt x="8307119" y="2391967"/>
                  </a:lnTo>
                  <a:lnTo>
                    <a:pt x="8308831" y="2391967"/>
                  </a:lnTo>
                  <a:lnTo>
                    <a:pt x="8310542" y="2391967"/>
                  </a:lnTo>
                  <a:lnTo>
                    <a:pt x="8312254" y="2391967"/>
                  </a:lnTo>
                  <a:lnTo>
                    <a:pt x="8313965" y="2391967"/>
                  </a:lnTo>
                  <a:lnTo>
                    <a:pt x="8315676" y="2391967"/>
                  </a:lnTo>
                  <a:lnTo>
                    <a:pt x="8317388" y="2391967"/>
                  </a:lnTo>
                  <a:lnTo>
                    <a:pt x="8319099" y="2391967"/>
                  </a:lnTo>
                  <a:lnTo>
                    <a:pt x="8320811" y="2391967"/>
                  </a:lnTo>
                  <a:lnTo>
                    <a:pt x="8322522" y="2391967"/>
                  </a:lnTo>
                  <a:lnTo>
                    <a:pt x="8324233" y="2391967"/>
                  </a:lnTo>
                  <a:lnTo>
                    <a:pt x="8325945" y="2391967"/>
                  </a:lnTo>
                  <a:lnTo>
                    <a:pt x="8327656" y="2391967"/>
                  </a:lnTo>
                  <a:lnTo>
                    <a:pt x="8329367" y="2391967"/>
                  </a:lnTo>
                  <a:lnTo>
                    <a:pt x="8331079" y="2391967"/>
                  </a:lnTo>
                  <a:lnTo>
                    <a:pt x="8332790" y="2391967"/>
                  </a:lnTo>
                  <a:lnTo>
                    <a:pt x="8334502" y="2391967"/>
                  </a:lnTo>
                  <a:lnTo>
                    <a:pt x="8336213" y="2391967"/>
                  </a:lnTo>
                  <a:lnTo>
                    <a:pt x="8337924" y="2380143"/>
                  </a:lnTo>
                  <a:lnTo>
                    <a:pt x="8339636" y="2387055"/>
                  </a:lnTo>
                  <a:lnTo>
                    <a:pt x="8341347" y="2389665"/>
                  </a:lnTo>
                  <a:lnTo>
                    <a:pt x="8343059" y="2391967"/>
                  </a:lnTo>
                  <a:lnTo>
                    <a:pt x="8343059" y="2391967"/>
                  </a:lnTo>
                  <a:lnTo>
                    <a:pt x="8344770" y="2391967"/>
                  </a:lnTo>
                  <a:lnTo>
                    <a:pt x="8346481" y="2391967"/>
                  </a:lnTo>
                  <a:lnTo>
                    <a:pt x="8348193" y="2391967"/>
                  </a:lnTo>
                  <a:lnTo>
                    <a:pt x="8349904" y="2391967"/>
                  </a:lnTo>
                  <a:lnTo>
                    <a:pt x="8351616" y="2391967"/>
                  </a:lnTo>
                  <a:lnTo>
                    <a:pt x="8353327" y="2391967"/>
                  </a:lnTo>
                  <a:lnTo>
                    <a:pt x="8355038" y="2391967"/>
                  </a:lnTo>
                  <a:lnTo>
                    <a:pt x="8356750" y="2391967"/>
                  </a:lnTo>
                  <a:lnTo>
                    <a:pt x="8358461" y="2391967"/>
                  </a:lnTo>
                  <a:lnTo>
                    <a:pt x="8360173" y="2391967"/>
                  </a:lnTo>
                  <a:lnTo>
                    <a:pt x="8361884" y="2391967"/>
                  </a:lnTo>
                  <a:lnTo>
                    <a:pt x="8363595" y="2391967"/>
                  </a:lnTo>
                  <a:lnTo>
                    <a:pt x="8365307" y="2391967"/>
                  </a:lnTo>
                  <a:lnTo>
                    <a:pt x="8367018" y="2391967"/>
                  </a:lnTo>
                  <a:lnTo>
                    <a:pt x="8368730" y="2391967"/>
                  </a:lnTo>
                  <a:lnTo>
                    <a:pt x="8370441" y="2391967"/>
                  </a:lnTo>
                  <a:lnTo>
                    <a:pt x="8372152" y="2391967"/>
                  </a:lnTo>
                  <a:lnTo>
                    <a:pt x="8373864" y="2391967"/>
                  </a:lnTo>
                  <a:lnTo>
                    <a:pt x="8375575" y="2391967"/>
                  </a:lnTo>
                  <a:lnTo>
                    <a:pt x="8377287" y="2391967"/>
                  </a:lnTo>
                  <a:lnTo>
                    <a:pt x="8378998" y="2348504"/>
                  </a:lnTo>
                  <a:lnTo>
                    <a:pt x="8380709" y="2346889"/>
                  </a:lnTo>
                  <a:lnTo>
                    <a:pt x="8382421" y="2390937"/>
                  </a:lnTo>
                  <a:lnTo>
                    <a:pt x="8384132" y="2378392"/>
                  </a:lnTo>
                  <a:lnTo>
                    <a:pt x="8385844" y="2381072"/>
                  </a:lnTo>
                  <a:lnTo>
                    <a:pt x="8387555" y="2375054"/>
                  </a:lnTo>
                  <a:lnTo>
                    <a:pt x="8389266" y="2379985"/>
                  </a:lnTo>
                  <a:lnTo>
                    <a:pt x="8390978" y="2391967"/>
                  </a:lnTo>
                  <a:lnTo>
                    <a:pt x="8390978" y="2391967"/>
                  </a:lnTo>
                  <a:lnTo>
                    <a:pt x="8392689" y="2391967"/>
                  </a:lnTo>
                  <a:lnTo>
                    <a:pt x="8394401" y="2374559"/>
                  </a:lnTo>
                  <a:lnTo>
                    <a:pt x="8396112" y="2366290"/>
                  </a:lnTo>
                  <a:lnTo>
                    <a:pt x="8397823" y="2385555"/>
                  </a:lnTo>
                  <a:lnTo>
                    <a:pt x="8399535" y="2391967"/>
                  </a:lnTo>
                  <a:lnTo>
                    <a:pt x="8399535" y="2391967"/>
                  </a:lnTo>
                  <a:lnTo>
                    <a:pt x="8401246" y="2380421"/>
                  </a:lnTo>
                  <a:lnTo>
                    <a:pt x="8402958" y="2376939"/>
                  </a:lnTo>
                  <a:lnTo>
                    <a:pt x="8404669" y="2391967"/>
                  </a:lnTo>
                  <a:lnTo>
                    <a:pt x="8404669" y="2391967"/>
                  </a:lnTo>
                  <a:lnTo>
                    <a:pt x="8406380" y="2369999"/>
                  </a:lnTo>
                  <a:lnTo>
                    <a:pt x="8408092" y="2365380"/>
                  </a:lnTo>
                  <a:lnTo>
                    <a:pt x="8409803" y="2375082"/>
                  </a:lnTo>
                  <a:lnTo>
                    <a:pt x="8411515" y="2356005"/>
                  </a:lnTo>
                  <a:lnTo>
                    <a:pt x="8413226" y="2391967"/>
                  </a:lnTo>
                  <a:lnTo>
                    <a:pt x="8413226" y="2391967"/>
                  </a:lnTo>
                  <a:lnTo>
                    <a:pt x="8414937" y="2391967"/>
                  </a:lnTo>
                  <a:lnTo>
                    <a:pt x="8416649" y="2391967"/>
                  </a:lnTo>
                  <a:lnTo>
                    <a:pt x="8418360" y="2391967"/>
                  </a:lnTo>
                  <a:lnTo>
                    <a:pt x="8420072" y="2352202"/>
                  </a:lnTo>
                  <a:lnTo>
                    <a:pt x="8421783" y="2377763"/>
                  </a:lnTo>
                  <a:lnTo>
                    <a:pt x="8423494" y="2365471"/>
                  </a:lnTo>
                  <a:lnTo>
                    <a:pt x="8425206" y="2391667"/>
                  </a:lnTo>
                  <a:lnTo>
                    <a:pt x="8426917" y="2391967"/>
                  </a:lnTo>
                  <a:lnTo>
                    <a:pt x="8426917" y="2391967"/>
                  </a:lnTo>
                  <a:lnTo>
                    <a:pt x="8428629" y="2391967"/>
                  </a:lnTo>
                  <a:lnTo>
                    <a:pt x="8430340" y="2391967"/>
                  </a:lnTo>
                  <a:lnTo>
                    <a:pt x="8432051" y="2391967"/>
                  </a:lnTo>
                  <a:lnTo>
                    <a:pt x="8433763" y="2386717"/>
                  </a:lnTo>
                  <a:lnTo>
                    <a:pt x="8435474" y="2391967"/>
                  </a:lnTo>
                  <a:lnTo>
                    <a:pt x="8435474" y="2391967"/>
                  </a:lnTo>
                  <a:lnTo>
                    <a:pt x="8437185" y="2391967"/>
                  </a:lnTo>
                  <a:lnTo>
                    <a:pt x="8438897" y="2391967"/>
                  </a:lnTo>
                  <a:lnTo>
                    <a:pt x="8440608" y="2391967"/>
                  </a:lnTo>
                  <a:lnTo>
                    <a:pt x="8442320" y="2391967"/>
                  </a:lnTo>
                  <a:lnTo>
                    <a:pt x="8444031" y="2391967"/>
                  </a:lnTo>
                  <a:lnTo>
                    <a:pt x="8445742" y="2391967"/>
                  </a:lnTo>
                  <a:lnTo>
                    <a:pt x="8447454" y="2391967"/>
                  </a:lnTo>
                  <a:lnTo>
                    <a:pt x="8449165" y="2391967"/>
                  </a:lnTo>
                  <a:lnTo>
                    <a:pt x="8450877" y="2391967"/>
                  </a:lnTo>
                  <a:lnTo>
                    <a:pt x="8452588" y="2391967"/>
                  </a:lnTo>
                  <a:lnTo>
                    <a:pt x="8454299" y="2391967"/>
                  </a:lnTo>
                  <a:lnTo>
                    <a:pt x="8456011" y="2391967"/>
                  </a:lnTo>
                  <a:lnTo>
                    <a:pt x="8457722" y="2391967"/>
                  </a:lnTo>
                  <a:lnTo>
                    <a:pt x="8459434" y="2391967"/>
                  </a:lnTo>
                  <a:lnTo>
                    <a:pt x="8461145" y="2391967"/>
                  </a:lnTo>
                  <a:lnTo>
                    <a:pt x="8462856" y="2391967"/>
                  </a:lnTo>
                  <a:lnTo>
                    <a:pt x="8464568" y="2391967"/>
                  </a:lnTo>
                  <a:lnTo>
                    <a:pt x="8466279" y="2382889"/>
                  </a:lnTo>
                  <a:lnTo>
                    <a:pt x="8467991" y="2356337"/>
                  </a:lnTo>
                  <a:lnTo>
                    <a:pt x="8469702" y="2357269"/>
                  </a:lnTo>
                  <a:lnTo>
                    <a:pt x="8471413" y="2363092"/>
                  </a:lnTo>
                  <a:lnTo>
                    <a:pt x="8473125" y="2391967"/>
                  </a:lnTo>
                  <a:lnTo>
                    <a:pt x="8473125" y="2391967"/>
                  </a:lnTo>
                  <a:lnTo>
                    <a:pt x="8474836" y="2391967"/>
                  </a:lnTo>
                  <a:lnTo>
                    <a:pt x="8476548" y="2375550"/>
                  </a:lnTo>
                  <a:lnTo>
                    <a:pt x="8478259" y="2331264"/>
                  </a:lnTo>
                  <a:lnTo>
                    <a:pt x="8479970" y="2375937"/>
                  </a:lnTo>
                  <a:lnTo>
                    <a:pt x="8481682" y="2368565"/>
                  </a:lnTo>
                  <a:lnTo>
                    <a:pt x="8483393" y="2359283"/>
                  </a:lnTo>
                  <a:lnTo>
                    <a:pt x="8485105" y="2357324"/>
                  </a:lnTo>
                  <a:lnTo>
                    <a:pt x="8486816" y="2374123"/>
                  </a:lnTo>
                  <a:lnTo>
                    <a:pt x="8488527" y="2391967"/>
                  </a:lnTo>
                  <a:lnTo>
                    <a:pt x="8488527" y="2391967"/>
                  </a:lnTo>
                  <a:lnTo>
                    <a:pt x="8490239" y="2391967"/>
                  </a:lnTo>
                  <a:lnTo>
                    <a:pt x="8491950" y="2391967"/>
                  </a:lnTo>
                  <a:lnTo>
                    <a:pt x="8493662" y="2381914"/>
                  </a:lnTo>
                  <a:lnTo>
                    <a:pt x="8495373" y="2365228"/>
                  </a:lnTo>
                  <a:lnTo>
                    <a:pt x="8497084" y="2391967"/>
                  </a:lnTo>
                  <a:lnTo>
                    <a:pt x="8497084" y="2391967"/>
                  </a:lnTo>
                  <a:lnTo>
                    <a:pt x="8498796" y="2391967"/>
                  </a:lnTo>
                  <a:lnTo>
                    <a:pt x="8500507" y="2391967"/>
                  </a:lnTo>
                  <a:lnTo>
                    <a:pt x="8502219" y="2391967"/>
                  </a:lnTo>
                  <a:lnTo>
                    <a:pt x="8503930" y="2391967"/>
                  </a:lnTo>
                  <a:lnTo>
                    <a:pt x="8505641" y="2391967"/>
                  </a:lnTo>
                  <a:lnTo>
                    <a:pt x="8507353" y="2391967"/>
                  </a:lnTo>
                  <a:lnTo>
                    <a:pt x="8509064" y="2391967"/>
                  </a:lnTo>
                  <a:lnTo>
                    <a:pt x="8510776" y="2391967"/>
                  </a:lnTo>
                  <a:lnTo>
                    <a:pt x="8512487" y="2391967"/>
                  </a:lnTo>
                  <a:lnTo>
                    <a:pt x="8514198" y="2391967"/>
                  </a:lnTo>
                  <a:lnTo>
                    <a:pt x="8515910" y="2391967"/>
                  </a:lnTo>
                  <a:lnTo>
                    <a:pt x="8517621" y="2391967"/>
                  </a:lnTo>
                  <a:lnTo>
                    <a:pt x="8519333" y="2391967"/>
                  </a:lnTo>
                  <a:lnTo>
                    <a:pt x="8521044" y="2391967"/>
                  </a:lnTo>
                  <a:lnTo>
                    <a:pt x="8522755" y="2391967"/>
                  </a:lnTo>
                  <a:lnTo>
                    <a:pt x="8524467" y="2391967"/>
                  </a:lnTo>
                  <a:lnTo>
                    <a:pt x="8526178" y="2391967"/>
                  </a:lnTo>
                  <a:lnTo>
                    <a:pt x="8527890" y="2391967"/>
                  </a:lnTo>
                  <a:lnTo>
                    <a:pt x="8529601" y="2391967"/>
                  </a:lnTo>
                  <a:lnTo>
                    <a:pt x="8531312" y="2391967"/>
                  </a:lnTo>
                  <a:lnTo>
                    <a:pt x="8533024" y="2391967"/>
                  </a:lnTo>
                  <a:lnTo>
                    <a:pt x="8534735" y="2391967"/>
                  </a:lnTo>
                  <a:lnTo>
                    <a:pt x="8536447" y="2391967"/>
                  </a:lnTo>
                  <a:lnTo>
                    <a:pt x="8538158" y="2391967"/>
                  </a:lnTo>
                  <a:lnTo>
                    <a:pt x="8539869" y="2391967"/>
                  </a:lnTo>
                  <a:lnTo>
                    <a:pt x="8541581" y="2391967"/>
                  </a:lnTo>
                  <a:lnTo>
                    <a:pt x="8543292" y="2391967"/>
                  </a:lnTo>
                  <a:lnTo>
                    <a:pt x="8545003" y="2391967"/>
                  </a:lnTo>
                  <a:lnTo>
                    <a:pt x="8546715" y="2391967"/>
                  </a:lnTo>
                  <a:lnTo>
                    <a:pt x="8548426" y="2391967"/>
                  </a:lnTo>
                  <a:lnTo>
                    <a:pt x="8550138" y="2391967"/>
                  </a:lnTo>
                  <a:lnTo>
                    <a:pt x="8551849" y="2356906"/>
                  </a:lnTo>
                  <a:lnTo>
                    <a:pt x="8553560" y="2349550"/>
                  </a:lnTo>
                  <a:lnTo>
                    <a:pt x="8553560" y="234955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51849" y="0"/>
                  </a:lnTo>
                  <a:lnTo>
                    <a:pt x="8550138" y="0"/>
                  </a:lnTo>
                  <a:lnTo>
                    <a:pt x="8548426" y="0"/>
                  </a:lnTo>
                  <a:lnTo>
                    <a:pt x="8546715" y="0"/>
                  </a:lnTo>
                  <a:lnTo>
                    <a:pt x="8545003" y="0"/>
                  </a:lnTo>
                  <a:lnTo>
                    <a:pt x="8543292" y="0"/>
                  </a:lnTo>
                  <a:lnTo>
                    <a:pt x="8541581" y="0"/>
                  </a:lnTo>
                  <a:lnTo>
                    <a:pt x="8539869" y="0"/>
                  </a:lnTo>
                  <a:lnTo>
                    <a:pt x="8538158" y="0"/>
                  </a:lnTo>
                  <a:lnTo>
                    <a:pt x="8536447" y="0"/>
                  </a:lnTo>
                  <a:lnTo>
                    <a:pt x="8534735" y="0"/>
                  </a:lnTo>
                  <a:lnTo>
                    <a:pt x="8533024" y="0"/>
                  </a:lnTo>
                  <a:lnTo>
                    <a:pt x="8531312" y="0"/>
                  </a:lnTo>
                  <a:lnTo>
                    <a:pt x="8529601" y="0"/>
                  </a:lnTo>
                  <a:lnTo>
                    <a:pt x="8527890" y="0"/>
                  </a:lnTo>
                  <a:lnTo>
                    <a:pt x="8526178" y="0"/>
                  </a:lnTo>
                  <a:lnTo>
                    <a:pt x="8524467" y="0"/>
                  </a:lnTo>
                  <a:lnTo>
                    <a:pt x="8522755" y="0"/>
                  </a:lnTo>
                  <a:lnTo>
                    <a:pt x="8521044" y="0"/>
                  </a:lnTo>
                  <a:lnTo>
                    <a:pt x="8519333" y="0"/>
                  </a:lnTo>
                  <a:lnTo>
                    <a:pt x="8517621" y="0"/>
                  </a:lnTo>
                  <a:lnTo>
                    <a:pt x="8515910" y="0"/>
                  </a:lnTo>
                  <a:lnTo>
                    <a:pt x="8514198" y="0"/>
                  </a:lnTo>
                  <a:lnTo>
                    <a:pt x="8512487" y="0"/>
                  </a:lnTo>
                  <a:lnTo>
                    <a:pt x="8510776" y="0"/>
                  </a:lnTo>
                  <a:lnTo>
                    <a:pt x="8509064" y="0"/>
                  </a:lnTo>
                  <a:lnTo>
                    <a:pt x="8507353" y="0"/>
                  </a:lnTo>
                  <a:lnTo>
                    <a:pt x="8505641" y="0"/>
                  </a:lnTo>
                  <a:lnTo>
                    <a:pt x="8503930" y="0"/>
                  </a:lnTo>
                  <a:lnTo>
                    <a:pt x="8502219" y="0"/>
                  </a:lnTo>
                  <a:lnTo>
                    <a:pt x="8500507" y="0"/>
                  </a:lnTo>
                  <a:lnTo>
                    <a:pt x="8498796" y="0"/>
                  </a:lnTo>
                  <a:lnTo>
                    <a:pt x="8497084" y="0"/>
                  </a:lnTo>
                  <a:lnTo>
                    <a:pt x="8495373" y="0"/>
                  </a:lnTo>
                  <a:lnTo>
                    <a:pt x="8493662" y="0"/>
                  </a:lnTo>
                  <a:lnTo>
                    <a:pt x="8491950" y="0"/>
                  </a:lnTo>
                  <a:lnTo>
                    <a:pt x="8490239" y="0"/>
                  </a:lnTo>
                  <a:lnTo>
                    <a:pt x="8488527" y="0"/>
                  </a:lnTo>
                  <a:lnTo>
                    <a:pt x="8486816" y="0"/>
                  </a:lnTo>
                  <a:lnTo>
                    <a:pt x="8485105" y="0"/>
                  </a:lnTo>
                  <a:lnTo>
                    <a:pt x="8483393" y="0"/>
                  </a:lnTo>
                  <a:lnTo>
                    <a:pt x="8481682" y="0"/>
                  </a:lnTo>
                  <a:lnTo>
                    <a:pt x="8479970" y="0"/>
                  </a:lnTo>
                  <a:lnTo>
                    <a:pt x="8478259" y="0"/>
                  </a:lnTo>
                  <a:lnTo>
                    <a:pt x="8476548" y="0"/>
                  </a:lnTo>
                  <a:lnTo>
                    <a:pt x="8474836" y="0"/>
                  </a:lnTo>
                  <a:lnTo>
                    <a:pt x="8473125" y="0"/>
                  </a:lnTo>
                  <a:lnTo>
                    <a:pt x="8471413" y="0"/>
                  </a:lnTo>
                  <a:lnTo>
                    <a:pt x="8469702" y="0"/>
                  </a:lnTo>
                  <a:lnTo>
                    <a:pt x="8467991" y="0"/>
                  </a:lnTo>
                  <a:lnTo>
                    <a:pt x="8466279" y="0"/>
                  </a:lnTo>
                  <a:lnTo>
                    <a:pt x="8464568" y="0"/>
                  </a:lnTo>
                  <a:lnTo>
                    <a:pt x="8462856" y="0"/>
                  </a:lnTo>
                  <a:lnTo>
                    <a:pt x="8461145" y="0"/>
                  </a:lnTo>
                  <a:lnTo>
                    <a:pt x="8459434" y="0"/>
                  </a:lnTo>
                  <a:lnTo>
                    <a:pt x="8457722" y="0"/>
                  </a:lnTo>
                  <a:lnTo>
                    <a:pt x="8456011" y="0"/>
                  </a:lnTo>
                  <a:lnTo>
                    <a:pt x="8454299" y="0"/>
                  </a:lnTo>
                  <a:lnTo>
                    <a:pt x="8452588" y="0"/>
                  </a:lnTo>
                  <a:lnTo>
                    <a:pt x="8450877" y="0"/>
                  </a:lnTo>
                  <a:lnTo>
                    <a:pt x="8449165" y="0"/>
                  </a:lnTo>
                  <a:lnTo>
                    <a:pt x="8447454" y="0"/>
                  </a:lnTo>
                  <a:lnTo>
                    <a:pt x="8445742" y="0"/>
                  </a:lnTo>
                  <a:lnTo>
                    <a:pt x="8444031" y="0"/>
                  </a:lnTo>
                  <a:lnTo>
                    <a:pt x="8442320" y="0"/>
                  </a:lnTo>
                  <a:lnTo>
                    <a:pt x="8440608" y="0"/>
                  </a:lnTo>
                  <a:lnTo>
                    <a:pt x="8438897" y="0"/>
                  </a:lnTo>
                  <a:lnTo>
                    <a:pt x="8437185" y="0"/>
                  </a:lnTo>
                  <a:lnTo>
                    <a:pt x="8435474" y="0"/>
                  </a:lnTo>
                  <a:lnTo>
                    <a:pt x="8433763" y="0"/>
                  </a:lnTo>
                  <a:lnTo>
                    <a:pt x="8432051" y="0"/>
                  </a:lnTo>
                  <a:lnTo>
                    <a:pt x="8430340" y="0"/>
                  </a:lnTo>
                  <a:lnTo>
                    <a:pt x="8428629" y="0"/>
                  </a:lnTo>
                  <a:lnTo>
                    <a:pt x="8426917" y="0"/>
                  </a:lnTo>
                  <a:lnTo>
                    <a:pt x="8425206" y="0"/>
                  </a:lnTo>
                  <a:lnTo>
                    <a:pt x="8423494" y="0"/>
                  </a:lnTo>
                  <a:lnTo>
                    <a:pt x="8421783" y="0"/>
                  </a:lnTo>
                  <a:lnTo>
                    <a:pt x="8420072" y="0"/>
                  </a:lnTo>
                  <a:lnTo>
                    <a:pt x="8418360" y="0"/>
                  </a:lnTo>
                  <a:lnTo>
                    <a:pt x="8416649" y="0"/>
                  </a:lnTo>
                  <a:lnTo>
                    <a:pt x="8414937" y="0"/>
                  </a:lnTo>
                  <a:lnTo>
                    <a:pt x="8413226" y="0"/>
                  </a:lnTo>
                  <a:lnTo>
                    <a:pt x="8411515" y="0"/>
                  </a:lnTo>
                  <a:lnTo>
                    <a:pt x="8409803" y="0"/>
                  </a:lnTo>
                  <a:lnTo>
                    <a:pt x="8408092" y="0"/>
                  </a:lnTo>
                  <a:lnTo>
                    <a:pt x="8406380" y="0"/>
                  </a:lnTo>
                  <a:lnTo>
                    <a:pt x="8404669" y="0"/>
                  </a:lnTo>
                  <a:lnTo>
                    <a:pt x="8402958" y="0"/>
                  </a:lnTo>
                  <a:lnTo>
                    <a:pt x="8401246" y="0"/>
                  </a:lnTo>
                  <a:lnTo>
                    <a:pt x="8399535" y="0"/>
                  </a:lnTo>
                  <a:lnTo>
                    <a:pt x="8397823" y="0"/>
                  </a:lnTo>
                  <a:lnTo>
                    <a:pt x="8396112" y="0"/>
                  </a:lnTo>
                  <a:lnTo>
                    <a:pt x="8394401" y="0"/>
                  </a:lnTo>
                  <a:lnTo>
                    <a:pt x="8392689" y="0"/>
                  </a:lnTo>
                  <a:lnTo>
                    <a:pt x="8390978" y="0"/>
                  </a:lnTo>
                  <a:lnTo>
                    <a:pt x="8389266" y="0"/>
                  </a:lnTo>
                  <a:lnTo>
                    <a:pt x="8387555" y="0"/>
                  </a:lnTo>
                  <a:lnTo>
                    <a:pt x="8385844" y="0"/>
                  </a:lnTo>
                  <a:lnTo>
                    <a:pt x="8384132" y="0"/>
                  </a:lnTo>
                  <a:lnTo>
                    <a:pt x="8382421" y="0"/>
                  </a:lnTo>
                  <a:lnTo>
                    <a:pt x="8380709" y="0"/>
                  </a:lnTo>
                  <a:lnTo>
                    <a:pt x="8378998" y="0"/>
                  </a:lnTo>
                  <a:lnTo>
                    <a:pt x="8377287" y="0"/>
                  </a:lnTo>
                  <a:lnTo>
                    <a:pt x="8375575" y="0"/>
                  </a:lnTo>
                  <a:lnTo>
                    <a:pt x="8373864" y="0"/>
                  </a:lnTo>
                  <a:lnTo>
                    <a:pt x="8372152" y="0"/>
                  </a:lnTo>
                  <a:lnTo>
                    <a:pt x="8370441" y="0"/>
                  </a:lnTo>
                  <a:lnTo>
                    <a:pt x="8368730" y="0"/>
                  </a:lnTo>
                  <a:lnTo>
                    <a:pt x="8367018" y="0"/>
                  </a:lnTo>
                  <a:lnTo>
                    <a:pt x="8365307" y="0"/>
                  </a:lnTo>
                  <a:lnTo>
                    <a:pt x="8363595" y="0"/>
                  </a:lnTo>
                  <a:lnTo>
                    <a:pt x="8361884" y="0"/>
                  </a:lnTo>
                  <a:lnTo>
                    <a:pt x="8360173" y="0"/>
                  </a:lnTo>
                  <a:lnTo>
                    <a:pt x="8358461" y="0"/>
                  </a:lnTo>
                  <a:lnTo>
                    <a:pt x="8356750" y="0"/>
                  </a:lnTo>
                  <a:lnTo>
                    <a:pt x="8355038" y="0"/>
                  </a:lnTo>
                  <a:lnTo>
                    <a:pt x="8353327" y="0"/>
                  </a:lnTo>
                  <a:lnTo>
                    <a:pt x="8351616" y="0"/>
                  </a:lnTo>
                  <a:lnTo>
                    <a:pt x="8349904" y="0"/>
                  </a:lnTo>
                  <a:lnTo>
                    <a:pt x="8348193" y="0"/>
                  </a:lnTo>
                  <a:lnTo>
                    <a:pt x="8346481" y="0"/>
                  </a:lnTo>
                  <a:lnTo>
                    <a:pt x="8344770" y="0"/>
                  </a:lnTo>
                  <a:lnTo>
                    <a:pt x="8343059" y="0"/>
                  </a:lnTo>
                  <a:lnTo>
                    <a:pt x="8341347" y="0"/>
                  </a:lnTo>
                  <a:lnTo>
                    <a:pt x="8339636" y="0"/>
                  </a:lnTo>
                  <a:lnTo>
                    <a:pt x="8337924" y="0"/>
                  </a:lnTo>
                  <a:lnTo>
                    <a:pt x="8336213" y="0"/>
                  </a:lnTo>
                  <a:lnTo>
                    <a:pt x="8334502" y="0"/>
                  </a:lnTo>
                  <a:lnTo>
                    <a:pt x="8332790" y="0"/>
                  </a:lnTo>
                  <a:lnTo>
                    <a:pt x="8331079" y="0"/>
                  </a:lnTo>
                  <a:lnTo>
                    <a:pt x="8329367" y="0"/>
                  </a:lnTo>
                  <a:lnTo>
                    <a:pt x="8327656" y="0"/>
                  </a:lnTo>
                  <a:lnTo>
                    <a:pt x="8325945" y="0"/>
                  </a:lnTo>
                  <a:lnTo>
                    <a:pt x="8324233" y="0"/>
                  </a:lnTo>
                  <a:lnTo>
                    <a:pt x="8322522" y="0"/>
                  </a:lnTo>
                  <a:lnTo>
                    <a:pt x="8320811" y="0"/>
                  </a:lnTo>
                  <a:lnTo>
                    <a:pt x="8319099" y="0"/>
                  </a:lnTo>
                  <a:lnTo>
                    <a:pt x="8317388" y="0"/>
                  </a:lnTo>
                  <a:lnTo>
                    <a:pt x="8315676" y="0"/>
                  </a:lnTo>
                  <a:lnTo>
                    <a:pt x="8313965" y="0"/>
                  </a:lnTo>
                  <a:lnTo>
                    <a:pt x="8312254" y="0"/>
                  </a:lnTo>
                  <a:lnTo>
                    <a:pt x="8310542" y="0"/>
                  </a:lnTo>
                  <a:lnTo>
                    <a:pt x="8308831" y="0"/>
                  </a:lnTo>
                  <a:lnTo>
                    <a:pt x="8307119" y="0"/>
                  </a:lnTo>
                  <a:lnTo>
                    <a:pt x="8305408" y="0"/>
                  </a:lnTo>
                  <a:lnTo>
                    <a:pt x="8303697" y="0"/>
                  </a:lnTo>
                  <a:lnTo>
                    <a:pt x="8301985" y="0"/>
                  </a:lnTo>
                  <a:lnTo>
                    <a:pt x="8300274" y="0"/>
                  </a:lnTo>
                  <a:lnTo>
                    <a:pt x="8298562" y="0"/>
                  </a:lnTo>
                  <a:lnTo>
                    <a:pt x="8296851" y="0"/>
                  </a:lnTo>
                  <a:lnTo>
                    <a:pt x="8295140" y="0"/>
                  </a:lnTo>
                  <a:lnTo>
                    <a:pt x="8293428" y="0"/>
                  </a:lnTo>
                  <a:lnTo>
                    <a:pt x="8291717" y="0"/>
                  </a:lnTo>
                  <a:lnTo>
                    <a:pt x="8290005" y="0"/>
                  </a:lnTo>
                  <a:lnTo>
                    <a:pt x="8288294" y="0"/>
                  </a:lnTo>
                  <a:lnTo>
                    <a:pt x="8286583" y="0"/>
                  </a:lnTo>
                  <a:lnTo>
                    <a:pt x="8284871" y="0"/>
                  </a:lnTo>
                  <a:lnTo>
                    <a:pt x="8283160" y="0"/>
                  </a:lnTo>
                  <a:lnTo>
                    <a:pt x="8281448" y="0"/>
                  </a:lnTo>
                  <a:lnTo>
                    <a:pt x="8279737" y="0"/>
                  </a:lnTo>
                  <a:lnTo>
                    <a:pt x="8278026" y="0"/>
                  </a:lnTo>
                  <a:lnTo>
                    <a:pt x="8276314" y="0"/>
                  </a:lnTo>
                  <a:lnTo>
                    <a:pt x="8274603" y="0"/>
                  </a:lnTo>
                  <a:lnTo>
                    <a:pt x="8272891" y="0"/>
                  </a:lnTo>
                  <a:lnTo>
                    <a:pt x="8271180" y="0"/>
                  </a:lnTo>
                  <a:lnTo>
                    <a:pt x="8269469" y="0"/>
                  </a:lnTo>
                  <a:lnTo>
                    <a:pt x="8267757" y="0"/>
                  </a:lnTo>
                  <a:lnTo>
                    <a:pt x="8266046" y="0"/>
                  </a:lnTo>
                  <a:lnTo>
                    <a:pt x="8264334" y="0"/>
                  </a:lnTo>
                  <a:lnTo>
                    <a:pt x="8262623" y="0"/>
                  </a:lnTo>
                  <a:lnTo>
                    <a:pt x="8260912" y="0"/>
                  </a:lnTo>
                  <a:lnTo>
                    <a:pt x="8259200" y="0"/>
                  </a:lnTo>
                  <a:lnTo>
                    <a:pt x="8257489" y="0"/>
                  </a:lnTo>
                  <a:lnTo>
                    <a:pt x="8255777" y="0"/>
                  </a:lnTo>
                  <a:lnTo>
                    <a:pt x="8254066" y="0"/>
                  </a:lnTo>
                  <a:lnTo>
                    <a:pt x="8252355" y="0"/>
                  </a:lnTo>
                  <a:lnTo>
                    <a:pt x="8250643" y="0"/>
                  </a:lnTo>
                  <a:lnTo>
                    <a:pt x="8248932" y="0"/>
                  </a:lnTo>
                  <a:lnTo>
                    <a:pt x="8247220" y="0"/>
                  </a:lnTo>
                  <a:lnTo>
                    <a:pt x="8245509" y="0"/>
                  </a:lnTo>
                  <a:lnTo>
                    <a:pt x="8243798" y="0"/>
                  </a:lnTo>
                  <a:lnTo>
                    <a:pt x="8242086" y="0"/>
                  </a:lnTo>
                  <a:lnTo>
                    <a:pt x="8240375" y="0"/>
                  </a:lnTo>
                  <a:lnTo>
                    <a:pt x="8238663" y="0"/>
                  </a:lnTo>
                  <a:lnTo>
                    <a:pt x="8236952" y="0"/>
                  </a:lnTo>
                  <a:lnTo>
                    <a:pt x="8235241" y="0"/>
                  </a:lnTo>
                  <a:lnTo>
                    <a:pt x="8233529" y="0"/>
                  </a:lnTo>
                  <a:lnTo>
                    <a:pt x="8231818" y="0"/>
                  </a:lnTo>
                  <a:lnTo>
                    <a:pt x="8230106" y="0"/>
                  </a:lnTo>
                  <a:lnTo>
                    <a:pt x="8228395" y="0"/>
                  </a:lnTo>
                  <a:lnTo>
                    <a:pt x="8226684" y="0"/>
                  </a:lnTo>
                  <a:lnTo>
                    <a:pt x="8224972" y="0"/>
                  </a:lnTo>
                  <a:lnTo>
                    <a:pt x="8223261" y="0"/>
                  </a:lnTo>
                  <a:lnTo>
                    <a:pt x="8221550" y="0"/>
                  </a:lnTo>
                  <a:lnTo>
                    <a:pt x="8219838" y="0"/>
                  </a:lnTo>
                  <a:lnTo>
                    <a:pt x="8218127" y="0"/>
                  </a:lnTo>
                  <a:lnTo>
                    <a:pt x="8216415" y="0"/>
                  </a:lnTo>
                  <a:lnTo>
                    <a:pt x="8214704" y="0"/>
                  </a:lnTo>
                  <a:lnTo>
                    <a:pt x="8212993" y="0"/>
                  </a:lnTo>
                  <a:lnTo>
                    <a:pt x="8211281" y="0"/>
                  </a:lnTo>
                  <a:lnTo>
                    <a:pt x="8209570" y="0"/>
                  </a:lnTo>
                  <a:lnTo>
                    <a:pt x="8207858" y="0"/>
                  </a:lnTo>
                  <a:lnTo>
                    <a:pt x="8206147" y="0"/>
                  </a:lnTo>
                  <a:lnTo>
                    <a:pt x="8204436" y="0"/>
                  </a:lnTo>
                  <a:lnTo>
                    <a:pt x="8202724" y="0"/>
                  </a:lnTo>
                  <a:lnTo>
                    <a:pt x="8201013" y="0"/>
                  </a:lnTo>
                  <a:lnTo>
                    <a:pt x="8199301" y="0"/>
                  </a:lnTo>
                  <a:lnTo>
                    <a:pt x="8197590" y="0"/>
                  </a:lnTo>
                  <a:lnTo>
                    <a:pt x="8195879" y="0"/>
                  </a:lnTo>
                  <a:lnTo>
                    <a:pt x="8194167" y="0"/>
                  </a:lnTo>
                  <a:lnTo>
                    <a:pt x="8192456" y="0"/>
                  </a:lnTo>
                  <a:lnTo>
                    <a:pt x="8190744" y="0"/>
                  </a:lnTo>
                  <a:lnTo>
                    <a:pt x="8189033" y="0"/>
                  </a:lnTo>
                  <a:lnTo>
                    <a:pt x="8187322" y="0"/>
                  </a:lnTo>
                  <a:lnTo>
                    <a:pt x="8185610" y="0"/>
                  </a:lnTo>
                  <a:lnTo>
                    <a:pt x="8183899" y="0"/>
                  </a:lnTo>
                  <a:lnTo>
                    <a:pt x="8182187" y="0"/>
                  </a:lnTo>
                  <a:lnTo>
                    <a:pt x="8180476" y="0"/>
                  </a:lnTo>
                  <a:lnTo>
                    <a:pt x="8178765" y="0"/>
                  </a:lnTo>
                  <a:lnTo>
                    <a:pt x="8177053" y="0"/>
                  </a:lnTo>
                  <a:lnTo>
                    <a:pt x="8175342" y="0"/>
                  </a:lnTo>
                  <a:lnTo>
                    <a:pt x="8173630" y="0"/>
                  </a:lnTo>
                  <a:lnTo>
                    <a:pt x="8171919" y="0"/>
                  </a:lnTo>
                  <a:lnTo>
                    <a:pt x="8170208" y="0"/>
                  </a:lnTo>
                  <a:lnTo>
                    <a:pt x="8168496" y="0"/>
                  </a:lnTo>
                  <a:lnTo>
                    <a:pt x="8166785" y="0"/>
                  </a:lnTo>
                  <a:lnTo>
                    <a:pt x="8165073" y="0"/>
                  </a:lnTo>
                  <a:lnTo>
                    <a:pt x="8163362" y="0"/>
                  </a:lnTo>
                  <a:lnTo>
                    <a:pt x="8161651" y="0"/>
                  </a:lnTo>
                  <a:lnTo>
                    <a:pt x="8159939" y="0"/>
                  </a:lnTo>
                  <a:lnTo>
                    <a:pt x="8158228" y="0"/>
                  </a:lnTo>
                  <a:lnTo>
                    <a:pt x="8156516" y="0"/>
                  </a:lnTo>
                  <a:lnTo>
                    <a:pt x="8154805" y="0"/>
                  </a:lnTo>
                  <a:lnTo>
                    <a:pt x="8153094" y="0"/>
                  </a:lnTo>
                  <a:lnTo>
                    <a:pt x="8151382" y="0"/>
                  </a:lnTo>
                  <a:lnTo>
                    <a:pt x="8149671" y="0"/>
                  </a:lnTo>
                  <a:lnTo>
                    <a:pt x="8147959" y="0"/>
                  </a:lnTo>
                  <a:lnTo>
                    <a:pt x="8146248" y="0"/>
                  </a:lnTo>
                  <a:lnTo>
                    <a:pt x="8144537" y="0"/>
                  </a:lnTo>
                  <a:lnTo>
                    <a:pt x="8142825" y="0"/>
                  </a:lnTo>
                  <a:lnTo>
                    <a:pt x="8141114" y="0"/>
                  </a:lnTo>
                  <a:lnTo>
                    <a:pt x="8139402" y="0"/>
                  </a:lnTo>
                  <a:lnTo>
                    <a:pt x="8137691" y="0"/>
                  </a:lnTo>
                  <a:lnTo>
                    <a:pt x="8135980" y="0"/>
                  </a:lnTo>
                  <a:lnTo>
                    <a:pt x="8134268" y="0"/>
                  </a:lnTo>
                  <a:lnTo>
                    <a:pt x="8132557" y="0"/>
                  </a:lnTo>
                  <a:lnTo>
                    <a:pt x="8130845" y="0"/>
                  </a:lnTo>
                  <a:lnTo>
                    <a:pt x="8129134" y="0"/>
                  </a:lnTo>
                  <a:lnTo>
                    <a:pt x="8127423" y="0"/>
                  </a:lnTo>
                  <a:lnTo>
                    <a:pt x="8125711" y="0"/>
                  </a:lnTo>
                  <a:lnTo>
                    <a:pt x="8124000" y="0"/>
                  </a:lnTo>
                  <a:lnTo>
                    <a:pt x="8122288" y="0"/>
                  </a:lnTo>
                  <a:lnTo>
                    <a:pt x="8120577" y="0"/>
                  </a:lnTo>
                  <a:lnTo>
                    <a:pt x="8118866" y="0"/>
                  </a:lnTo>
                  <a:lnTo>
                    <a:pt x="8117154" y="0"/>
                  </a:lnTo>
                  <a:lnTo>
                    <a:pt x="8115443" y="0"/>
                  </a:lnTo>
                  <a:lnTo>
                    <a:pt x="8113732" y="0"/>
                  </a:lnTo>
                  <a:lnTo>
                    <a:pt x="8112020" y="0"/>
                  </a:lnTo>
                  <a:lnTo>
                    <a:pt x="8110309" y="0"/>
                  </a:lnTo>
                  <a:lnTo>
                    <a:pt x="8108597" y="0"/>
                  </a:lnTo>
                  <a:lnTo>
                    <a:pt x="8106886" y="0"/>
                  </a:lnTo>
                  <a:lnTo>
                    <a:pt x="8105175" y="0"/>
                  </a:lnTo>
                  <a:lnTo>
                    <a:pt x="8103463" y="0"/>
                  </a:lnTo>
                  <a:lnTo>
                    <a:pt x="8101752" y="0"/>
                  </a:lnTo>
                  <a:lnTo>
                    <a:pt x="8100040" y="0"/>
                  </a:lnTo>
                  <a:lnTo>
                    <a:pt x="8098329" y="0"/>
                  </a:lnTo>
                  <a:lnTo>
                    <a:pt x="8096618" y="0"/>
                  </a:lnTo>
                  <a:lnTo>
                    <a:pt x="8094906" y="0"/>
                  </a:lnTo>
                  <a:lnTo>
                    <a:pt x="8093195" y="0"/>
                  </a:lnTo>
                  <a:lnTo>
                    <a:pt x="8091483" y="0"/>
                  </a:lnTo>
                  <a:lnTo>
                    <a:pt x="8089772" y="0"/>
                  </a:lnTo>
                  <a:lnTo>
                    <a:pt x="8088061" y="0"/>
                  </a:lnTo>
                  <a:lnTo>
                    <a:pt x="8086349" y="0"/>
                  </a:lnTo>
                  <a:lnTo>
                    <a:pt x="8084638" y="0"/>
                  </a:lnTo>
                  <a:lnTo>
                    <a:pt x="8082926" y="0"/>
                  </a:lnTo>
                  <a:lnTo>
                    <a:pt x="8081215" y="0"/>
                  </a:lnTo>
                  <a:lnTo>
                    <a:pt x="8079504" y="0"/>
                  </a:lnTo>
                  <a:lnTo>
                    <a:pt x="8077792" y="0"/>
                  </a:lnTo>
                  <a:lnTo>
                    <a:pt x="8076081" y="0"/>
                  </a:lnTo>
                  <a:lnTo>
                    <a:pt x="8074369" y="0"/>
                  </a:lnTo>
                  <a:lnTo>
                    <a:pt x="8072658" y="0"/>
                  </a:lnTo>
                  <a:lnTo>
                    <a:pt x="8070947" y="0"/>
                  </a:lnTo>
                  <a:lnTo>
                    <a:pt x="8069235" y="0"/>
                  </a:lnTo>
                  <a:lnTo>
                    <a:pt x="8067524" y="0"/>
                  </a:lnTo>
                  <a:lnTo>
                    <a:pt x="8065812" y="0"/>
                  </a:lnTo>
                  <a:lnTo>
                    <a:pt x="8064101" y="0"/>
                  </a:lnTo>
                  <a:lnTo>
                    <a:pt x="8062390" y="0"/>
                  </a:lnTo>
                  <a:lnTo>
                    <a:pt x="8060678" y="0"/>
                  </a:lnTo>
                  <a:lnTo>
                    <a:pt x="8058967" y="0"/>
                  </a:lnTo>
                  <a:lnTo>
                    <a:pt x="8057255" y="0"/>
                  </a:lnTo>
                  <a:lnTo>
                    <a:pt x="8055544" y="0"/>
                  </a:lnTo>
                  <a:lnTo>
                    <a:pt x="8053833" y="0"/>
                  </a:lnTo>
                  <a:lnTo>
                    <a:pt x="8052121" y="0"/>
                  </a:lnTo>
                  <a:lnTo>
                    <a:pt x="8050410" y="0"/>
                  </a:lnTo>
                  <a:lnTo>
                    <a:pt x="8048698" y="0"/>
                  </a:lnTo>
                  <a:lnTo>
                    <a:pt x="8046987" y="0"/>
                  </a:lnTo>
                  <a:lnTo>
                    <a:pt x="8045276" y="0"/>
                  </a:lnTo>
                  <a:lnTo>
                    <a:pt x="8043564" y="0"/>
                  </a:lnTo>
                  <a:lnTo>
                    <a:pt x="8041853" y="0"/>
                  </a:lnTo>
                  <a:lnTo>
                    <a:pt x="8040141" y="0"/>
                  </a:lnTo>
                  <a:lnTo>
                    <a:pt x="8038430" y="0"/>
                  </a:lnTo>
                  <a:lnTo>
                    <a:pt x="8036719" y="0"/>
                  </a:lnTo>
                  <a:lnTo>
                    <a:pt x="8035007" y="0"/>
                  </a:lnTo>
                  <a:lnTo>
                    <a:pt x="8033296" y="0"/>
                  </a:lnTo>
                  <a:lnTo>
                    <a:pt x="8031584" y="0"/>
                  </a:lnTo>
                  <a:lnTo>
                    <a:pt x="8029873" y="0"/>
                  </a:lnTo>
                  <a:lnTo>
                    <a:pt x="8028162" y="0"/>
                  </a:lnTo>
                  <a:lnTo>
                    <a:pt x="8026450" y="0"/>
                  </a:lnTo>
                  <a:lnTo>
                    <a:pt x="8024739" y="0"/>
                  </a:lnTo>
                  <a:lnTo>
                    <a:pt x="8023027" y="0"/>
                  </a:lnTo>
                  <a:lnTo>
                    <a:pt x="8021316" y="0"/>
                  </a:lnTo>
                  <a:lnTo>
                    <a:pt x="8019605" y="0"/>
                  </a:lnTo>
                  <a:lnTo>
                    <a:pt x="8017893" y="0"/>
                  </a:lnTo>
                  <a:lnTo>
                    <a:pt x="8016182" y="0"/>
                  </a:lnTo>
                  <a:lnTo>
                    <a:pt x="8014470" y="0"/>
                  </a:lnTo>
                  <a:lnTo>
                    <a:pt x="8012759" y="0"/>
                  </a:lnTo>
                  <a:lnTo>
                    <a:pt x="8011048" y="0"/>
                  </a:lnTo>
                  <a:lnTo>
                    <a:pt x="8009336" y="0"/>
                  </a:lnTo>
                  <a:lnTo>
                    <a:pt x="8007625" y="0"/>
                  </a:lnTo>
                  <a:lnTo>
                    <a:pt x="8005914" y="0"/>
                  </a:lnTo>
                  <a:lnTo>
                    <a:pt x="8004202" y="0"/>
                  </a:lnTo>
                  <a:lnTo>
                    <a:pt x="8002491" y="0"/>
                  </a:lnTo>
                  <a:lnTo>
                    <a:pt x="8000779" y="0"/>
                  </a:lnTo>
                  <a:lnTo>
                    <a:pt x="7999068" y="0"/>
                  </a:lnTo>
                  <a:lnTo>
                    <a:pt x="7997357" y="0"/>
                  </a:lnTo>
                  <a:lnTo>
                    <a:pt x="7995645" y="0"/>
                  </a:lnTo>
                  <a:lnTo>
                    <a:pt x="7993934" y="0"/>
                  </a:lnTo>
                  <a:lnTo>
                    <a:pt x="7992222" y="0"/>
                  </a:lnTo>
                  <a:lnTo>
                    <a:pt x="7990511" y="0"/>
                  </a:lnTo>
                  <a:lnTo>
                    <a:pt x="7988800" y="0"/>
                  </a:lnTo>
                  <a:lnTo>
                    <a:pt x="7987088" y="0"/>
                  </a:lnTo>
                  <a:lnTo>
                    <a:pt x="7985377" y="0"/>
                  </a:lnTo>
                  <a:lnTo>
                    <a:pt x="7983665" y="0"/>
                  </a:lnTo>
                  <a:lnTo>
                    <a:pt x="7981954" y="0"/>
                  </a:lnTo>
                  <a:lnTo>
                    <a:pt x="7980243" y="0"/>
                  </a:lnTo>
                  <a:lnTo>
                    <a:pt x="7978531" y="0"/>
                  </a:lnTo>
                  <a:lnTo>
                    <a:pt x="7976820" y="0"/>
                  </a:lnTo>
                  <a:lnTo>
                    <a:pt x="7975108" y="0"/>
                  </a:lnTo>
                  <a:lnTo>
                    <a:pt x="7973397" y="0"/>
                  </a:lnTo>
                  <a:lnTo>
                    <a:pt x="7971686" y="0"/>
                  </a:lnTo>
                  <a:lnTo>
                    <a:pt x="7969974" y="0"/>
                  </a:lnTo>
                  <a:lnTo>
                    <a:pt x="7968263" y="0"/>
                  </a:lnTo>
                  <a:lnTo>
                    <a:pt x="7966551" y="0"/>
                  </a:lnTo>
                  <a:lnTo>
                    <a:pt x="7964840" y="0"/>
                  </a:lnTo>
                  <a:lnTo>
                    <a:pt x="7963129" y="0"/>
                  </a:lnTo>
                  <a:lnTo>
                    <a:pt x="7961417" y="0"/>
                  </a:lnTo>
                  <a:lnTo>
                    <a:pt x="7959706" y="0"/>
                  </a:lnTo>
                  <a:lnTo>
                    <a:pt x="7957994" y="0"/>
                  </a:lnTo>
                  <a:lnTo>
                    <a:pt x="7956283" y="0"/>
                  </a:lnTo>
                  <a:lnTo>
                    <a:pt x="7954572" y="0"/>
                  </a:lnTo>
                  <a:lnTo>
                    <a:pt x="7952860" y="0"/>
                  </a:lnTo>
                  <a:lnTo>
                    <a:pt x="7951149" y="0"/>
                  </a:lnTo>
                  <a:lnTo>
                    <a:pt x="7949437" y="0"/>
                  </a:lnTo>
                  <a:lnTo>
                    <a:pt x="7947726" y="0"/>
                  </a:lnTo>
                  <a:lnTo>
                    <a:pt x="7946015" y="0"/>
                  </a:lnTo>
                  <a:lnTo>
                    <a:pt x="7944303" y="0"/>
                  </a:lnTo>
                  <a:lnTo>
                    <a:pt x="7942592" y="0"/>
                  </a:lnTo>
                  <a:lnTo>
                    <a:pt x="7940880" y="0"/>
                  </a:lnTo>
                  <a:lnTo>
                    <a:pt x="7939169" y="0"/>
                  </a:lnTo>
                  <a:lnTo>
                    <a:pt x="7937458" y="0"/>
                  </a:lnTo>
                  <a:lnTo>
                    <a:pt x="7935746" y="0"/>
                  </a:lnTo>
                  <a:lnTo>
                    <a:pt x="7934035" y="0"/>
                  </a:lnTo>
                  <a:lnTo>
                    <a:pt x="7932323" y="0"/>
                  </a:lnTo>
                  <a:lnTo>
                    <a:pt x="7930612" y="0"/>
                  </a:lnTo>
                  <a:lnTo>
                    <a:pt x="7928901" y="0"/>
                  </a:lnTo>
                  <a:lnTo>
                    <a:pt x="7927189" y="0"/>
                  </a:lnTo>
                  <a:lnTo>
                    <a:pt x="7925478" y="0"/>
                  </a:lnTo>
                  <a:lnTo>
                    <a:pt x="7923766" y="0"/>
                  </a:lnTo>
                  <a:lnTo>
                    <a:pt x="7922055" y="0"/>
                  </a:lnTo>
                  <a:lnTo>
                    <a:pt x="7920344" y="0"/>
                  </a:lnTo>
                  <a:lnTo>
                    <a:pt x="7918632" y="0"/>
                  </a:lnTo>
                  <a:lnTo>
                    <a:pt x="7916921" y="0"/>
                  </a:lnTo>
                  <a:lnTo>
                    <a:pt x="7915209" y="0"/>
                  </a:lnTo>
                  <a:lnTo>
                    <a:pt x="7913498" y="0"/>
                  </a:lnTo>
                  <a:lnTo>
                    <a:pt x="7911787" y="0"/>
                  </a:lnTo>
                  <a:lnTo>
                    <a:pt x="7910075" y="0"/>
                  </a:lnTo>
                  <a:lnTo>
                    <a:pt x="7908364" y="0"/>
                  </a:lnTo>
                  <a:lnTo>
                    <a:pt x="7906652" y="0"/>
                  </a:lnTo>
                  <a:lnTo>
                    <a:pt x="7904941" y="0"/>
                  </a:lnTo>
                  <a:lnTo>
                    <a:pt x="7903230" y="0"/>
                  </a:lnTo>
                  <a:lnTo>
                    <a:pt x="7901518" y="0"/>
                  </a:lnTo>
                  <a:lnTo>
                    <a:pt x="7899807" y="0"/>
                  </a:lnTo>
                  <a:lnTo>
                    <a:pt x="7898096" y="0"/>
                  </a:lnTo>
                  <a:lnTo>
                    <a:pt x="7896384" y="0"/>
                  </a:lnTo>
                  <a:lnTo>
                    <a:pt x="7894673" y="0"/>
                  </a:lnTo>
                  <a:lnTo>
                    <a:pt x="7892961" y="0"/>
                  </a:lnTo>
                  <a:lnTo>
                    <a:pt x="7891250" y="0"/>
                  </a:lnTo>
                  <a:lnTo>
                    <a:pt x="7889539" y="0"/>
                  </a:lnTo>
                  <a:lnTo>
                    <a:pt x="7887827" y="0"/>
                  </a:lnTo>
                  <a:lnTo>
                    <a:pt x="7886116" y="0"/>
                  </a:lnTo>
                  <a:lnTo>
                    <a:pt x="7884404" y="0"/>
                  </a:lnTo>
                  <a:lnTo>
                    <a:pt x="7882693" y="0"/>
                  </a:lnTo>
                  <a:lnTo>
                    <a:pt x="7880982" y="0"/>
                  </a:lnTo>
                  <a:lnTo>
                    <a:pt x="7879270" y="0"/>
                  </a:lnTo>
                  <a:lnTo>
                    <a:pt x="7877559" y="0"/>
                  </a:lnTo>
                  <a:lnTo>
                    <a:pt x="7875847" y="0"/>
                  </a:lnTo>
                  <a:lnTo>
                    <a:pt x="7874136" y="0"/>
                  </a:lnTo>
                  <a:lnTo>
                    <a:pt x="7872425" y="0"/>
                  </a:lnTo>
                  <a:lnTo>
                    <a:pt x="7870713" y="0"/>
                  </a:lnTo>
                  <a:lnTo>
                    <a:pt x="7869002" y="0"/>
                  </a:lnTo>
                  <a:lnTo>
                    <a:pt x="7867290" y="0"/>
                  </a:lnTo>
                  <a:lnTo>
                    <a:pt x="7865579" y="0"/>
                  </a:lnTo>
                  <a:lnTo>
                    <a:pt x="7863868" y="0"/>
                  </a:lnTo>
                  <a:lnTo>
                    <a:pt x="7862156" y="0"/>
                  </a:lnTo>
                  <a:lnTo>
                    <a:pt x="7860445" y="0"/>
                  </a:lnTo>
                  <a:lnTo>
                    <a:pt x="7858733" y="0"/>
                  </a:lnTo>
                  <a:lnTo>
                    <a:pt x="7857022" y="0"/>
                  </a:lnTo>
                  <a:lnTo>
                    <a:pt x="7855311" y="0"/>
                  </a:lnTo>
                  <a:lnTo>
                    <a:pt x="7853599" y="0"/>
                  </a:lnTo>
                  <a:lnTo>
                    <a:pt x="7851888" y="0"/>
                  </a:lnTo>
                  <a:lnTo>
                    <a:pt x="7850176" y="0"/>
                  </a:lnTo>
                  <a:lnTo>
                    <a:pt x="7848465" y="0"/>
                  </a:lnTo>
                  <a:lnTo>
                    <a:pt x="7846754" y="0"/>
                  </a:lnTo>
                  <a:lnTo>
                    <a:pt x="7845042" y="0"/>
                  </a:lnTo>
                  <a:lnTo>
                    <a:pt x="7843331" y="0"/>
                  </a:lnTo>
                  <a:lnTo>
                    <a:pt x="7841619" y="0"/>
                  </a:lnTo>
                  <a:lnTo>
                    <a:pt x="7839908" y="0"/>
                  </a:lnTo>
                  <a:lnTo>
                    <a:pt x="7838197" y="0"/>
                  </a:lnTo>
                  <a:lnTo>
                    <a:pt x="7836485" y="0"/>
                  </a:lnTo>
                  <a:lnTo>
                    <a:pt x="7834774" y="0"/>
                  </a:lnTo>
                  <a:lnTo>
                    <a:pt x="7833062" y="0"/>
                  </a:lnTo>
                  <a:lnTo>
                    <a:pt x="7831351" y="0"/>
                  </a:lnTo>
                  <a:lnTo>
                    <a:pt x="7829640" y="0"/>
                  </a:lnTo>
                  <a:lnTo>
                    <a:pt x="7827928" y="0"/>
                  </a:lnTo>
                  <a:lnTo>
                    <a:pt x="7826217" y="0"/>
                  </a:lnTo>
                  <a:lnTo>
                    <a:pt x="7824505" y="0"/>
                  </a:lnTo>
                  <a:lnTo>
                    <a:pt x="7822794" y="0"/>
                  </a:lnTo>
                  <a:lnTo>
                    <a:pt x="7821083" y="0"/>
                  </a:lnTo>
                  <a:lnTo>
                    <a:pt x="7819371" y="0"/>
                  </a:lnTo>
                  <a:lnTo>
                    <a:pt x="7817660" y="0"/>
                  </a:lnTo>
                  <a:lnTo>
                    <a:pt x="7815948" y="0"/>
                  </a:lnTo>
                  <a:lnTo>
                    <a:pt x="7814237" y="0"/>
                  </a:lnTo>
                  <a:lnTo>
                    <a:pt x="7812526" y="0"/>
                  </a:lnTo>
                  <a:lnTo>
                    <a:pt x="7810814" y="0"/>
                  </a:lnTo>
                  <a:lnTo>
                    <a:pt x="7809103" y="0"/>
                  </a:lnTo>
                  <a:lnTo>
                    <a:pt x="7807391" y="0"/>
                  </a:lnTo>
                  <a:lnTo>
                    <a:pt x="7805680" y="0"/>
                  </a:lnTo>
                  <a:lnTo>
                    <a:pt x="7803969" y="0"/>
                  </a:lnTo>
                  <a:lnTo>
                    <a:pt x="7802257" y="0"/>
                  </a:lnTo>
                  <a:lnTo>
                    <a:pt x="7800546" y="0"/>
                  </a:lnTo>
                  <a:lnTo>
                    <a:pt x="7798835" y="0"/>
                  </a:lnTo>
                  <a:lnTo>
                    <a:pt x="7797123" y="0"/>
                  </a:lnTo>
                  <a:lnTo>
                    <a:pt x="7795412" y="0"/>
                  </a:lnTo>
                  <a:lnTo>
                    <a:pt x="7793700" y="0"/>
                  </a:lnTo>
                  <a:lnTo>
                    <a:pt x="7791989" y="0"/>
                  </a:lnTo>
                  <a:lnTo>
                    <a:pt x="7790278" y="0"/>
                  </a:lnTo>
                  <a:lnTo>
                    <a:pt x="7788566" y="0"/>
                  </a:lnTo>
                  <a:lnTo>
                    <a:pt x="7786855" y="0"/>
                  </a:lnTo>
                  <a:lnTo>
                    <a:pt x="7785143" y="0"/>
                  </a:lnTo>
                  <a:lnTo>
                    <a:pt x="7783432" y="0"/>
                  </a:lnTo>
                  <a:lnTo>
                    <a:pt x="7781721" y="0"/>
                  </a:lnTo>
                  <a:lnTo>
                    <a:pt x="7780009" y="0"/>
                  </a:lnTo>
                  <a:lnTo>
                    <a:pt x="7778298" y="0"/>
                  </a:lnTo>
                  <a:lnTo>
                    <a:pt x="7776586" y="0"/>
                  </a:lnTo>
                  <a:lnTo>
                    <a:pt x="7774875" y="0"/>
                  </a:lnTo>
                  <a:lnTo>
                    <a:pt x="7773164" y="0"/>
                  </a:lnTo>
                  <a:lnTo>
                    <a:pt x="7771452" y="0"/>
                  </a:lnTo>
                  <a:lnTo>
                    <a:pt x="7769741" y="0"/>
                  </a:lnTo>
                  <a:lnTo>
                    <a:pt x="7768029" y="0"/>
                  </a:lnTo>
                  <a:lnTo>
                    <a:pt x="7766318" y="0"/>
                  </a:lnTo>
                  <a:lnTo>
                    <a:pt x="7764607" y="0"/>
                  </a:lnTo>
                  <a:lnTo>
                    <a:pt x="7762895" y="0"/>
                  </a:lnTo>
                  <a:lnTo>
                    <a:pt x="7761184" y="0"/>
                  </a:lnTo>
                  <a:lnTo>
                    <a:pt x="7759472" y="0"/>
                  </a:lnTo>
                  <a:lnTo>
                    <a:pt x="7757761" y="0"/>
                  </a:lnTo>
                  <a:lnTo>
                    <a:pt x="7756050" y="0"/>
                  </a:lnTo>
                  <a:lnTo>
                    <a:pt x="7754338" y="0"/>
                  </a:lnTo>
                  <a:lnTo>
                    <a:pt x="7752627" y="0"/>
                  </a:lnTo>
                  <a:lnTo>
                    <a:pt x="7750915" y="0"/>
                  </a:lnTo>
                  <a:lnTo>
                    <a:pt x="7749204" y="0"/>
                  </a:lnTo>
                  <a:lnTo>
                    <a:pt x="7747493" y="0"/>
                  </a:lnTo>
                  <a:lnTo>
                    <a:pt x="7745781" y="0"/>
                  </a:lnTo>
                  <a:lnTo>
                    <a:pt x="7744070" y="0"/>
                  </a:lnTo>
                  <a:lnTo>
                    <a:pt x="7742358" y="0"/>
                  </a:lnTo>
                  <a:lnTo>
                    <a:pt x="7740647" y="0"/>
                  </a:lnTo>
                  <a:lnTo>
                    <a:pt x="7738936" y="0"/>
                  </a:lnTo>
                  <a:lnTo>
                    <a:pt x="7737224" y="0"/>
                  </a:lnTo>
                  <a:lnTo>
                    <a:pt x="7735513" y="0"/>
                  </a:lnTo>
                  <a:lnTo>
                    <a:pt x="7733801" y="0"/>
                  </a:lnTo>
                  <a:lnTo>
                    <a:pt x="7732090" y="0"/>
                  </a:lnTo>
                  <a:lnTo>
                    <a:pt x="7730379" y="0"/>
                  </a:lnTo>
                  <a:lnTo>
                    <a:pt x="7728667" y="0"/>
                  </a:lnTo>
                  <a:lnTo>
                    <a:pt x="7726956" y="0"/>
                  </a:lnTo>
                  <a:lnTo>
                    <a:pt x="7725244" y="0"/>
                  </a:lnTo>
                  <a:lnTo>
                    <a:pt x="7723533" y="0"/>
                  </a:lnTo>
                  <a:lnTo>
                    <a:pt x="7721822" y="0"/>
                  </a:lnTo>
                  <a:lnTo>
                    <a:pt x="7720110" y="0"/>
                  </a:lnTo>
                  <a:lnTo>
                    <a:pt x="7718399" y="0"/>
                  </a:lnTo>
                  <a:lnTo>
                    <a:pt x="7716687" y="0"/>
                  </a:lnTo>
                  <a:lnTo>
                    <a:pt x="7714976" y="0"/>
                  </a:lnTo>
                  <a:lnTo>
                    <a:pt x="7713265" y="0"/>
                  </a:lnTo>
                  <a:lnTo>
                    <a:pt x="7711553" y="0"/>
                  </a:lnTo>
                  <a:lnTo>
                    <a:pt x="7709842" y="0"/>
                  </a:lnTo>
                  <a:lnTo>
                    <a:pt x="7708130" y="0"/>
                  </a:lnTo>
                  <a:lnTo>
                    <a:pt x="7706419" y="0"/>
                  </a:lnTo>
                  <a:lnTo>
                    <a:pt x="7704708" y="0"/>
                  </a:lnTo>
                  <a:lnTo>
                    <a:pt x="7702996" y="0"/>
                  </a:lnTo>
                  <a:lnTo>
                    <a:pt x="7701285" y="0"/>
                  </a:lnTo>
                  <a:lnTo>
                    <a:pt x="7699573" y="0"/>
                  </a:lnTo>
                  <a:lnTo>
                    <a:pt x="7697862" y="0"/>
                  </a:lnTo>
                  <a:lnTo>
                    <a:pt x="7696151" y="0"/>
                  </a:lnTo>
                  <a:lnTo>
                    <a:pt x="7694439" y="0"/>
                  </a:lnTo>
                  <a:lnTo>
                    <a:pt x="7692728" y="0"/>
                  </a:lnTo>
                  <a:lnTo>
                    <a:pt x="7691017" y="0"/>
                  </a:lnTo>
                  <a:lnTo>
                    <a:pt x="7689305" y="0"/>
                  </a:lnTo>
                  <a:lnTo>
                    <a:pt x="7687594" y="0"/>
                  </a:lnTo>
                  <a:lnTo>
                    <a:pt x="7685882" y="0"/>
                  </a:lnTo>
                  <a:lnTo>
                    <a:pt x="7684171" y="0"/>
                  </a:lnTo>
                  <a:lnTo>
                    <a:pt x="7682460" y="0"/>
                  </a:lnTo>
                  <a:lnTo>
                    <a:pt x="7680748" y="0"/>
                  </a:lnTo>
                  <a:lnTo>
                    <a:pt x="7679037" y="0"/>
                  </a:lnTo>
                  <a:lnTo>
                    <a:pt x="7677325" y="0"/>
                  </a:lnTo>
                  <a:lnTo>
                    <a:pt x="7675614" y="0"/>
                  </a:lnTo>
                  <a:lnTo>
                    <a:pt x="7673903" y="0"/>
                  </a:lnTo>
                  <a:lnTo>
                    <a:pt x="7672191" y="0"/>
                  </a:lnTo>
                  <a:lnTo>
                    <a:pt x="7670480" y="0"/>
                  </a:lnTo>
                  <a:lnTo>
                    <a:pt x="7668768" y="0"/>
                  </a:lnTo>
                  <a:lnTo>
                    <a:pt x="7667057" y="0"/>
                  </a:lnTo>
                  <a:lnTo>
                    <a:pt x="7665346" y="0"/>
                  </a:lnTo>
                  <a:lnTo>
                    <a:pt x="7663634" y="0"/>
                  </a:lnTo>
                  <a:lnTo>
                    <a:pt x="7661923" y="0"/>
                  </a:lnTo>
                  <a:lnTo>
                    <a:pt x="7660211" y="0"/>
                  </a:lnTo>
                  <a:lnTo>
                    <a:pt x="7658500" y="0"/>
                  </a:lnTo>
                  <a:lnTo>
                    <a:pt x="7656789" y="0"/>
                  </a:lnTo>
                  <a:lnTo>
                    <a:pt x="7655077" y="0"/>
                  </a:lnTo>
                  <a:lnTo>
                    <a:pt x="7653366" y="0"/>
                  </a:lnTo>
                  <a:lnTo>
                    <a:pt x="7651654" y="0"/>
                  </a:lnTo>
                  <a:lnTo>
                    <a:pt x="7649943" y="0"/>
                  </a:lnTo>
                  <a:lnTo>
                    <a:pt x="7648232" y="0"/>
                  </a:lnTo>
                  <a:lnTo>
                    <a:pt x="7646520" y="0"/>
                  </a:lnTo>
                  <a:lnTo>
                    <a:pt x="7644809" y="0"/>
                  </a:lnTo>
                  <a:lnTo>
                    <a:pt x="7643097" y="0"/>
                  </a:lnTo>
                  <a:lnTo>
                    <a:pt x="7641386" y="0"/>
                  </a:lnTo>
                  <a:lnTo>
                    <a:pt x="7639675" y="0"/>
                  </a:lnTo>
                  <a:lnTo>
                    <a:pt x="7637963" y="0"/>
                  </a:lnTo>
                  <a:lnTo>
                    <a:pt x="7636252" y="0"/>
                  </a:lnTo>
                  <a:lnTo>
                    <a:pt x="7634540" y="0"/>
                  </a:lnTo>
                  <a:lnTo>
                    <a:pt x="7632829" y="0"/>
                  </a:lnTo>
                  <a:lnTo>
                    <a:pt x="7631118" y="0"/>
                  </a:lnTo>
                  <a:lnTo>
                    <a:pt x="7629406" y="0"/>
                  </a:lnTo>
                  <a:lnTo>
                    <a:pt x="7627695" y="0"/>
                  </a:lnTo>
                  <a:lnTo>
                    <a:pt x="7625983" y="0"/>
                  </a:lnTo>
                  <a:lnTo>
                    <a:pt x="7624272" y="0"/>
                  </a:lnTo>
                  <a:lnTo>
                    <a:pt x="7622561" y="0"/>
                  </a:lnTo>
                  <a:lnTo>
                    <a:pt x="7620849" y="0"/>
                  </a:lnTo>
                  <a:lnTo>
                    <a:pt x="7619138" y="0"/>
                  </a:lnTo>
                  <a:lnTo>
                    <a:pt x="7617426" y="0"/>
                  </a:lnTo>
                  <a:lnTo>
                    <a:pt x="7615715" y="0"/>
                  </a:lnTo>
                  <a:lnTo>
                    <a:pt x="7614004" y="0"/>
                  </a:lnTo>
                  <a:lnTo>
                    <a:pt x="7612292" y="0"/>
                  </a:lnTo>
                  <a:lnTo>
                    <a:pt x="7610581" y="0"/>
                  </a:lnTo>
                  <a:lnTo>
                    <a:pt x="7608869" y="0"/>
                  </a:lnTo>
                  <a:lnTo>
                    <a:pt x="7607158" y="0"/>
                  </a:lnTo>
                  <a:lnTo>
                    <a:pt x="7605447" y="0"/>
                  </a:lnTo>
                  <a:lnTo>
                    <a:pt x="7603735" y="0"/>
                  </a:lnTo>
                  <a:lnTo>
                    <a:pt x="7602024" y="0"/>
                  </a:lnTo>
                  <a:lnTo>
                    <a:pt x="7600312" y="0"/>
                  </a:lnTo>
                  <a:lnTo>
                    <a:pt x="7598601" y="0"/>
                  </a:lnTo>
                  <a:lnTo>
                    <a:pt x="7596890" y="0"/>
                  </a:lnTo>
                  <a:lnTo>
                    <a:pt x="7595178" y="0"/>
                  </a:lnTo>
                  <a:lnTo>
                    <a:pt x="7593467" y="0"/>
                  </a:lnTo>
                  <a:lnTo>
                    <a:pt x="7591755" y="0"/>
                  </a:lnTo>
                  <a:lnTo>
                    <a:pt x="7590044" y="0"/>
                  </a:lnTo>
                  <a:lnTo>
                    <a:pt x="7588333" y="0"/>
                  </a:lnTo>
                  <a:lnTo>
                    <a:pt x="7586621" y="0"/>
                  </a:lnTo>
                  <a:lnTo>
                    <a:pt x="7584910" y="0"/>
                  </a:lnTo>
                  <a:lnTo>
                    <a:pt x="7583199" y="0"/>
                  </a:lnTo>
                  <a:lnTo>
                    <a:pt x="7581487" y="0"/>
                  </a:lnTo>
                  <a:lnTo>
                    <a:pt x="7579776" y="0"/>
                  </a:lnTo>
                  <a:lnTo>
                    <a:pt x="7578064" y="0"/>
                  </a:lnTo>
                  <a:lnTo>
                    <a:pt x="7576353" y="0"/>
                  </a:lnTo>
                  <a:lnTo>
                    <a:pt x="7574642" y="0"/>
                  </a:lnTo>
                  <a:lnTo>
                    <a:pt x="7572930" y="0"/>
                  </a:lnTo>
                  <a:lnTo>
                    <a:pt x="7571219" y="0"/>
                  </a:lnTo>
                  <a:lnTo>
                    <a:pt x="7569507" y="0"/>
                  </a:lnTo>
                  <a:lnTo>
                    <a:pt x="7567796" y="0"/>
                  </a:lnTo>
                  <a:lnTo>
                    <a:pt x="7566085" y="0"/>
                  </a:lnTo>
                  <a:lnTo>
                    <a:pt x="7564373" y="0"/>
                  </a:lnTo>
                  <a:lnTo>
                    <a:pt x="7562662" y="0"/>
                  </a:lnTo>
                  <a:lnTo>
                    <a:pt x="7560950" y="0"/>
                  </a:lnTo>
                  <a:lnTo>
                    <a:pt x="7559239" y="0"/>
                  </a:lnTo>
                  <a:lnTo>
                    <a:pt x="7557528" y="0"/>
                  </a:lnTo>
                  <a:lnTo>
                    <a:pt x="7555816" y="0"/>
                  </a:lnTo>
                  <a:lnTo>
                    <a:pt x="7554105" y="0"/>
                  </a:lnTo>
                  <a:lnTo>
                    <a:pt x="7552393" y="0"/>
                  </a:lnTo>
                  <a:lnTo>
                    <a:pt x="7550682" y="0"/>
                  </a:lnTo>
                  <a:lnTo>
                    <a:pt x="7548971" y="0"/>
                  </a:lnTo>
                  <a:lnTo>
                    <a:pt x="7547259" y="0"/>
                  </a:lnTo>
                  <a:lnTo>
                    <a:pt x="7545548" y="0"/>
                  </a:lnTo>
                  <a:lnTo>
                    <a:pt x="7543836" y="0"/>
                  </a:lnTo>
                  <a:lnTo>
                    <a:pt x="7542125" y="0"/>
                  </a:lnTo>
                  <a:lnTo>
                    <a:pt x="7540414" y="0"/>
                  </a:lnTo>
                  <a:lnTo>
                    <a:pt x="7538702" y="0"/>
                  </a:lnTo>
                  <a:lnTo>
                    <a:pt x="7536991" y="0"/>
                  </a:lnTo>
                  <a:lnTo>
                    <a:pt x="7535279" y="0"/>
                  </a:lnTo>
                  <a:lnTo>
                    <a:pt x="7533568" y="0"/>
                  </a:lnTo>
                  <a:lnTo>
                    <a:pt x="7531857" y="0"/>
                  </a:lnTo>
                  <a:lnTo>
                    <a:pt x="7530145" y="0"/>
                  </a:lnTo>
                  <a:lnTo>
                    <a:pt x="7528434" y="0"/>
                  </a:lnTo>
                  <a:lnTo>
                    <a:pt x="7526722" y="0"/>
                  </a:lnTo>
                  <a:lnTo>
                    <a:pt x="7525011" y="0"/>
                  </a:lnTo>
                  <a:lnTo>
                    <a:pt x="7523300" y="0"/>
                  </a:lnTo>
                  <a:lnTo>
                    <a:pt x="7521588" y="0"/>
                  </a:lnTo>
                  <a:lnTo>
                    <a:pt x="7519877" y="0"/>
                  </a:lnTo>
                  <a:lnTo>
                    <a:pt x="7518165" y="0"/>
                  </a:lnTo>
                  <a:lnTo>
                    <a:pt x="7516454" y="0"/>
                  </a:lnTo>
                  <a:lnTo>
                    <a:pt x="7514743" y="0"/>
                  </a:lnTo>
                  <a:lnTo>
                    <a:pt x="7513031" y="0"/>
                  </a:lnTo>
                  <a:lnTo>
                    <a:pt x="7511320" y="0"/>
                  </a:lnTo>
                  <a:lnTo>
                    <a:pt x="7509608" y="0"/>
                  </a:lnTo>
                  <a:lnTo>
                    <a:pt x="7507897" y="0"/>
                  </a:lnTo>
                  <a:lnTo>
                    <a:pt x="7506186" y="0"/>
                  </a:lnTo>
                  <a:lnTo>
                    <a:pt x="7504474" y="0"/>
                  </a:lnTo>
                  <a:lnTo>
                    <a:pt x="7502763" y="0"/>
                  </a:lnTo>
                  <a:lnTo>
                    <a:pt x="7501051" y="0"/>
                  </a:lnTo>
                  <a:lnTo>
                    <a:pt x="7499340" y="0"/>
                  </a:lnTo>
                  <a:lnTo>
                    <a:pt x="7497629" y="0"/>
                  </a:lnTo>
                  <a:lnTo>
                    <a:pt x="7495917" y="0"/>
                  </a:lnTo>
                  <a:lnTo>
                    <a:pt x="7494206" y="0"/>
                  </a:lnTo>
                  <a:lnTo>
                    <a:pt x="7492494" y="0"/>
                  </a:lnTo>
                  <a:lnTo>
                    <a:pt x="7490783" y="0"/>
                  </a:lnTo>
                  <a:lnTo>
                    <a:pt x="7489072" y="0"/>
                  </a:lnTo>
                  <a:lnTo>
                    <a:pt x="7487360" y="0"/>
                  </a:lnTo>
                  <a:lnTo>
                    <a:pt x="7485649" y="0"/>
                  </a:lnTo>
                  <a:lnTo>
                    <a:pt x="7483938" y="0"/>
                  </a:lnTo>
                  <a:lnTo>
                    <a:pt x="7482226" y="0"/>
                  </a:lnTo>
                  <a:lnTo>
                    <a:pt x="7480515" y="0"/>
                  </a:lnTo>
                  <a:lnTo>
                    <a:pt x="7478803" y="0"/>
                  </a:lnTo>
                  <a:lnTo>
                    <a:pt x="7477092" y="0"/>
                  </a:lnTo>
                  <a:lnTo>
                    <a:pt x="7475381" y="0"/>
                  </a:lnTo>
                  <a:lnTo>
                    <a:pt x="7473669" y="0"/>
                  </a:lnTo>
                  <a:lnTo>
                    <a:pt x="7471958" y="0"/>
                  </a:lnTo>
                  <a:lnTo>
                    <a:pt x="7470246" y="0"/>
                  </a:lnTo>
                  <a:lnTo>
                    <a:pt x="7468535" y="0"/>
                  </a:lnTo>
                  <a:lnTo>
                    <a:pt x="7466824" y="0"/>
                  </a:lnTo>
                  <a:lnTo>
                    <a:pt x="7465112" y="0"/>
                  </a:lnTo>
                  <a:lnTo>
                    <a:pt x="7463401" y="0"/>
                  </a:lnTo>
                  <a:lnTo>
                    <a:pt x="7461689" y="0"/>
                  </a:lnTo>
                  <a:lnTo>
                    <a:pt x="7459978" y="0"/>
                  </a:lnTo>
                  <a:lnTo>
                    <a:pt x="7458267" y="0"/>
                  </a:lnTo>
                  <a:lnTo>
                    <a:pt x="7456555" y="0"/>
                  </a:lnTo>
                  <a:lnTo>
                    <a:pt x="7454844" y="0"/>
                  </a:lnTo>
                  <a:lnTo>
                    <a:pt x="7453132" y="0"/>
                  </a:lnTo>
                  <a:lnTo>
                    <a:pt x="7451421" y="0"/>
                  </a:lnTo>
                  <a:lnTo>
                    <a:pt x="7449710" y="0"/>
                  </a:lnTo>
                  <a:lnTo>
                    <a:pt x="7447998" y="0"/>
                  </a:lnTo>
                  <a:lnTo>
                    <a:pt x="7446287" y="0"/>
                  </a:lnTo>
                  <a:lnTo>
                    <a:pt x="7444575" y="0"/>
                  </a:lnTo>
                  <a:lnTo>
                    <a:pt x="7442864" y="0"/>
                  </a:lnTo>
                  <a:lnTo>
                    <a:pt x="7441153" y="0"/>
                  </a:lnTo>
                  <a:lnTo>
                    <a:pt x="7439441" y="0"/>
                  </a:lnTo>
                  <a:lnTo>
                    <a:pt x="7437730" y="0"/>
                  </a:lnTo>
                  <a:lnTo>
                    <a:pt x="7436018" y="0"/>
                  </a:lnTo>
                  <a:lnTo>
                    <a:pt x="7434307" y="0"/>
                  </a:lnTo>
                  <a:lnTo>
                    <a:pt x="7432596" y="0"/>
                  </a:lnTo>
                  <a:lnTo>
                    <a:pt x="7430884" y="0"/>
                  </a:lnTo>
                  <a:lnTo>
                    <a:pt x="7429173" y="0"/>
                  </a:lnTo>
                  <a:lnTo>
                    <a:pt x="7427461" y="0"/>
                  </a:lnTo>
                  <a:lnTo>
                    <a:pt x="7425750" y="0"/>
                  </a:lnTo>
                  <a:lnTo>
                    <a:pt x="7424039" y="0"/>
                  </a:lnTo>
                  <a:lnTo>
                    <a:pt x="7422327" y="0"/>
                  </a:lnTo>
                  <a:lnTo>
                    <a:pt x="7420616" y="0"/>
                  </a:lnTo>
                  <a:lnTo>
                    <a:pt x="7418904" y="0"/>
                  </a:lnTo>
                  <a:lnTo>
                    <a:pt x="7417193" y="0"/>
                  </a:lnTo>
                  <a:lnTo>
                    <a:pt x="7415482" y="0"/>
                  </a:lnTo>
                  <a:lnTo>
                    <a:pt x="7413770" y="0"/>
                  </a:lnTo>
                  <a:lnTo>
                    <a:pt x="7412059" y="0"/>
                  </a:lnTo>
                  <a:lnTo>
                    <a:pt x="7410347" y="0"/>
                  </a:lnTo>
                  <a:lnTo>
                    <a:pt x="7408636" y="0"/>
                  </a:lnTo>
                  <a:lnTo>
                    <a:pt x="7406925" y="0"/>
                  </a:lnTo>
                  <a:lnTo>
                    <a:pt x="7405213" y="0"/>
                  </a:lnTo>
                  <a:lnTo>
                    <a:pt x="7403502" y="0"/>
                  </a:lnTo>
                  <a:lnTo>
                    <a:pt x="7401790" y="0"/>
                  </a:lnTo>
                  <a:lnTo>
                    <a:pt x="7400079" y="0"/>
                  </a:lnTo>
                  <a:lnTo>
                    <a:pt x="7398368" y="0"/>
                  </a:lnTo>
                  <a:lnTo>
                    <a:pt x="7396656" y="0"/>
                  </a:lnTo>
                  <a:lnTo>
                    <a:pt x="7394945" y="0"/>
                  </a:lnTo>
                  <a:lnTo>
                    <a:pt x="7393233" y="0"/>
                  </a:lnTo>
                  <a:lnTo>
                    <a:pt x="7391522" y="0"/>
                  </a:lnTo>
                  <a:lnTo>
                    <a:pt x="7389811" y="0"/>
                  </a:lnTo>
                  <a:lnTo>
                    <a:pt x="7388099" y="0"/>
                  </a:lnTo>
                  <a:lnTo>
                    <a:pt x="7386388" y="0"/>
                  </a:lnTo>
                  <a:lnTo>
                    <a:pt x="7384676" y="0"/>
                  </a:lnTo>
                  <a:lnTo>
                    <a:pt x="7382965" y="0"/>
                  </a:lnTo>
                  <a:lnTo>
                    <a:pt x="7381254" y="0"/>
                  </a:lnTo>
                  <a:lnTo>
                    <a:pt x="7379542" y="0"/>
                  </a:lnTo>
                  <a:lnTo>
                    <a:pt x="7377831" y="0"/>
                  </a:lnTo>
                  <a:lnTo>
                    <a:pt x="7376120" y="0"/>
                  </a:lnTo>
                  <a:lnTo>
                    <a:pt x="7374408" y="0"/>
                  </a:lnTo>
                  <a:lnTo>
                    <a:pt x="7372697" y="0"/>
                  </a:lnTo>
                  <a:lnTo>
                    <a:pt x="7370985" y="0"/>
                  </a:lnTo>
                  <a:lnTo>
                    <a:pt x="7369274" y="0"/>
                  </a:lnTo>
                  <a:lnTo>
                    <a:pt x="7367563" y="0"/>
                  </a:lnTo>
                  <a:lnTo>
                    <a:pt x="7365851" y="0"/>
                  </a:lnTo>
                  <a:lnTo>
                    <a:pt x="7364140" y="0"/>
                  </a:lnTo>
                  <a:lnTo>
                    <a:pt x="7362428" y="0"/>
                  </a:lnTo>
                  <a:lnTo>
                    <a:pt x="7360717" y="0"/>
                  </a:lnTo>
                  <a:lnTo>
                    <a:pt x="7359006" y="0"/>
                  </a:lnTo>
                  <a:lnTo>
                    <a:pt x="7357294" y="0"/>
                  </a:lnTo>
                  <a:lnTo>
                    <a:pt x="7355583" y="0"/>
                  </a:lnTo>
                  <a:lnTo>
                    <a:pt x="7353871" y="0"/>
                  </a:lnTo>
                  <a:lnTo>
                    <a:pt x="7352160" y="0"/>
                  </a:lnTo>
                  <a:lnTo>
                    <a:pt x="7350449" y="0"/>
                  </a:lnTo>
                  <a:lnTo>
                    <a:pt x="7348737" y="0"/>
                  </a:lnTo>
                  <a:lnTo>
                    <a:pt x="7347026" y="0"/>
                  </a:lnTo>
                  <a:lnTo>
                    <a:pt x="7345314" y="0"/>
                  </a:lnTo>
                  <a:lnTo>
                    <a:pt x="7343603" y="0"/>
                  </a:lnTo>
                  <a:lnTo>
                    <a:pt x="7341892" y="0"/>
                  </a:lnTo>
                  <a:lnTo>
                    <a:pt x="7340180" y="0"/>
                  </a:lnTo>
                  <a:lnTo>
                    <a:pt x="7338469" y="0"/>
                  </a:lnTo>
                  <a:lnTo>
                    <a:pt x="7336757" y="0"/>
                  </a:lnTo>
                  <a:lnTo>
                    <a:pt x="7335046" y="0"/>
                  </a:lnTo>
                  <a:lnTo>
                    <a:pt x="7333335" y="0"/>
                  </a:lnTo>
                  <a:lnTo>
                    <a:pt x="7331623" y="0"/>
                  </a:lnTo>
                  <a:lnTo>
                    <a:pt x="7329912" y="0"/>
                  </a:lnTo>
                  <a:lnTo>
                    <a:pt x="7328200" y="0"/>
                  </a:lnTo>
                  <a:lnTo>
                    <a:pt x="7326489" y="0"/>
                  </a:lnTo>
                  <a:lnTo>
                    <a:pt x="7324778" y="0"/>
                  </a:lnTo>
                  <a:lnTo>
                    <a:pt x="7323066" y="0"/>
                  </a:lnTo>
                  <a:lnTo>
                    <a:pt x="7321355" y="0"/>
                  </a:lnTo>
                  <a:lnTo>
                    <a:pt x="7319643" y="0"/>
                  </a:lnTo>
                  <a:lnTo>
                    <a:pt x="7317932" y="0"/>
                  </a:lnTo>
                  <a:lnTo>
                    <a:pt x="7316221" y="0"/>
                  </a:lnTo>
                  <a:lnTo>
                    <a:pt x="7314509" y="0"/>
                  </a:lnTo>
                  <a:lnTo>
                    <a:pt x="7312798" y="0"/>
                  </a:lnTo>
                  <a:lnTo>
                    <a:pt x="7311086" y="0"/>
                  </a:lnTo>
                  <a:lnTo>
                    <a:pt x="7309375" y="0"/>
                  </a:lnTo>
                  <a:lnTo>
                    <a:pt x="7307664" y="0"/>
                  </a:lnTo>
                  <a:lnTo>
                    <a:pt x="7305952" y="0"/>
                  </a:lnTo>
                  <a:lnTo>
                    <a:pt x="7304241" y="0"/>
                  </a:lnTo>
                  <a:lnTo>
                    <a:pt x="7302529" y="0"/>
                  </a:lnTo>
                  <a:lnTo>
                    <a:pt x="7300818" y="0"/>
                  </a:lnTo>
                  <a:lnTo>
                    <a:pt x="7299107" y="0"/>
                  </a:lnTo>
                  <a:lnTo>
                    <a:pt x="7297395" y="0"/>
                  </a:lnTo>
                  <a:lnTo>
                    <a:pt x="7295684" y="0"/>
                  </a:lnTo>
                  <a:lnTo>
                    <a:pt x="7293972" y="0"/>
                  </a:lnTo>
                  <a:lnTo>
                    <a:pt x="7292261" y="0"/>
                  </a:lnTo>
                  <a:lnTo>
                    <a:pt x="7290550" y="0"/>
                  </a:lnTo>
                  <a:lnTo>
                    <a:pt x="7288838" y="0"/>
                  </a:lnTo>
                  <a:lnTo>
                    <a:pt x="7287127" y="0"/>
                  </a:lnTo>
                  <a:lnTo>
                    <a:pt x="7285415" y="0"/>
                  </a:lnTo>
                  <a:lnTo>
                    <a:pt x="7283704" y="0"/>
                  </a:lnTo>
                  <a:lnTo>
                    <a:pt x="7281993" y="0"/>
                  </a:lnTo>
                  <a:lnTo>
                    <a:pt x="7280281" y="0"/>
                  </a:lnTo>
                  <a:lnTo>
                    <a:pt x="7278570" y="0"/>
                  </a:lnTo>
                  <a:lnTo>
                    <a:pt x="7276858" y="0"/>
                  </a:lnTo>
                  <a:lnTo>
                    <a:pt x="7275147" y="0"/>
                  </a:lnTo>
                  <a:lnTo>
                    <a:pt x="7273436" y="0"/>
                  </a:lnTo>
                  <a:lnTo>
                    <a:pt x="7271724" y="0"/>
                  </a:lnTo>
                  <a:lnTo>
                    <a:pt x="7270013" y="0"/>
                  </a:lnTo>
                  <a:lnTo>
                    <a:pt x="7268302" y="0"/>
                  </a:lnTo>
                  <a:lnTo>
                    <a:pt x="7266590" y="0"/>
                  </a:lnTo>
                  <a:lnTo>
                    <a:pt x="7264879" y="0"/>
                  </a:lnTo>
                  <a:lnTo>
                    <a:pt x="7263167" y="0"/>
                  </a:lnTo>
                  <a:lnTo>
                    <a:pt x="7261456" y="0"/>
                  </a:lnTo>
                  <a:lnTo>
                    <a:pt x="7259745" y="0"/>
                  </a:lnTo>
                  <a:lnTo>
                    <a:pt x="7258033" y="0"/>
                  </a:lnTo>
                  <a:lnTo>
                    <a:pt x="7256322" y="0"/>
                  </a:lnTo>
                  <a:lnTo>
                    <a:pt x="7254610" y="0"/>
                  </a:lnTo>
                  <a:lnTo>
                    <a:pt x="7252899" y="0"/>
                  </a:lnTo>
                  <a:lnTo>
                    <a:pt x="7251188" y="0"/>
                  </a:lnTo>
                  <a:lnTo>
                    <a:pt x="7249476" y="0"/>
                  </a:lnTo>
                  <a:lnTo>
                    <a:pt x="7247765" y="0"/>
                  </a:lnTo>
                  <a:lnTo>
                    <a:pt x="7246053" y="0"/>
                  </a:lnTo>
                  <a:lnTo>
                    <a:pt x="7244342" y="0"/>
                  </a:lnTo>
                  <a:lnTo>
                    <a:pt x="7242631" y="0"/>
                  </a:lnTo>
                  <a:lnTo>
                    <a:pt x="7240919" y="0"/>
                  </a:lnTo>
                  <a:lnTo>
                    <a:pt x="7239208" y="0"/>
                  </a:lnTo>
                  <a:lnTo>
                    <a:pt x="7237496" y="0"/>
                  </a:lnTo>
                  <a:lnTo>
                    <a:pt x="7235785" y="0"/>
                  </a:lnTo>
                  <a:lnTo>
                    <a:pt x="7234074" y="0"/>
                  </a:lnTo>
                  <a:lnTo>
                    <a:pt x="7232362" y="0"/>
                  </a:lnTo>
                  <a:lnTo>
                    <a:pt x="7230651" y="0"/>
                  </a:lnTo>
                  <a:lnTo>
                    <a:pt x="7228939" y="0"/>
                  </a:lnTo>
                  <a:lnTo>
                    <a:pt x="7227228" y="0"/>
                  </a:lnTo>
                  <a:lnTo>
                    <a:pt x="7225517" y="0"/>
                  </a:lnTo>
                  <a:lnTo>
                    <a:pt x="7223805" y="0"/>
                  </a:lnTo>
                  <a:lnTo>
                    <a:pt x="7222094" y="0"/>
                  </a:lnTo>
                  <a:lnTo>
                    <a:pt x="7220382" y="0"/>
                  </a:lnTo>
                  <a:lnTo>
                    <a:pt x="7218671" y="0"/>
                  </a:lnTo>
                  <a:lnTo>
                    <a:pt x="7216960" y="0"/>
                  </a:lnTo>
                  <a:lnTo>
                    <a:pt x="7215248" y="0"/>
                  </a:lnTo>
                  <a:lnTo>
                    <a:pt x="7213537" y="0"/>
                  </a:lnTo>
                  <a:lnTo>
                    <a:pt x="7211825" y="0"/>
                  </a:lnTo>
                  <a:lnTo>
                    <a:pt x="7210114" y="0"/>
                  </a:lnTo>
                  <a:lnTo>
                    <a:pt x="7208403" y="0"/>
                  </a:lnTo>
                  <a:lnTo>
                    <a:pt x="7206691" y="0"/>
                  </a:lnTo>
                  <a:lnTo>
                    <a:pt x="7204980" y="0"/>
                  </a:lnTo>
                  <a:lnTo>
                    <a:pt x="7203268" y="0"/>
                  </a:lnTo>
                  <a:lnTo>
                    <a:pt x="7201557" y="0"/>
                  </a:lnTo>
                  <a:lnTo>
                    <a:pt x="7199846" y="0"/>
                  </a:lnTo>
                  <a:lnTo>
                    <a:pt x="7198134" y="0"/>
                  </a:lnTo>
                  <a:lnTo>
                    <a:pt x="7196423" y="0"/>
                  </a:lnTo>
                  <a:lnTo>
                    <a:pt x="7194711" y="0"/>
                  </a:lnTo>
                  <a:lnTo>
                    <a:pt x="7193000" y="0"/>
                  </a:lnTo>
                  <a:lnTo>
                    <a:pt x="7191289" y="0"/>
                  </a:lnTo>
                  <a:lnTo>
                    <a:pt x="7189577" y="0"/>
                  </a:lnTo>
                  <a:lnTo>
                    <a:pt x="7187866" y="0"/>
                  </a:lnTo>
                  <a:lnTo>
                    <a:pt x="7186154" y="0"/>
                  </a:lnTo>
                  <a:lnTo>
                    <a:pt x="7184443" y="0"/>
                  </a:lnTo>
                  <a:lnTo>
                    <a:pt x="7182732" y="0"/>
                  </a:lnTo>
                  <a:lnTo>
                    <a:pt x="7181020" y="0"/>
                  </a:lnTo>
                  <a:lnTo>
                    <a:pt x="7179309" y="0"/>
                  </a:lnTo>
                  <a:lnTo>
                    <a:pt x="7177597" y="0"/>
                  </a:lnTo>
                  <a:lnTo>
                    <a:pt x="7175886" y="0"/>
                  </a:lnTo>
                  <a:lnTo>
                    <a:pt x="7174175" y="0"/>
                  </a:lnTo>
                  <a:lnTo>
                    <a:pt x="7172463" y="0"/>
                  </a:lnTo>
                  <a:lnTo>
                    <a:pt x="7170752" y="0"/>
                  </a:lnTo>
                  <a:lnTo>
                    <a:pt x="7169040" y="0"/>
                  </a:lnTo>
                  <a:lnTo>
                    <a:pt x="7167329" y="0"/>
                  </a:lnTo>
                  <a:lnTo>
                    <a:pt x="7165618" y="0"/>
                  </a:lnTo>
                  <a:lnTo>
                    <a:pt x="7163906" y="0"/>
                  </a:lnTo>
                  <a:lnTo>
                    <a:pt x="7162195" y="0"/>
                  </a:lnTo>
                  <a:lnTo>
                    <a:pt x="7160484" y="0"/>
                  </a:lnTo>
                  <a:lnTo>
                    <a:pt x="7158772" y="0"/>
                  </a:lnTo>
                  <a:lnTo>
                    <a:pt x="7157061" y="0"/>
                  </a:lnTo>
                  <a:lnTo>
                    <a:pt x="7155349" y="0"/>
                  </a:lnTo>
                  <a:lnTo>
                    <a:pt x="7153638" y="0"/>
                  </a:lnTo>
                  <a:lnTo>
                    <a:pt x="7151927" y="0"/>
                  </a:lnTo>
                  <a:lnTo>
                    <a:pt x="7150215" y="0"/>
                  </a:lnTo>
                  <a:lnTo>
                    <a:pt x="7148504" y="0"/>
                  </a:lnTo>
                  <a:lnTo>
                    <a:pt x="7146792" y="0"/>
                  </a:lnTo>
                  <a:lnTo>
                    <a:pt x="7145081" y="0"/>
                  </a:lnTo>
                  <a:lnTo>
                    <a:pt x="7143370" y="0"/>
                  </a:lnTo>
                  <a:lnTo>
                    <a:pt x="7141658" y="0"/>
                  </a:lnTo>
                  <a:lnTo>
                    <a:pt x="7139947" y="0"/>
                  </a:lnTo>
                  <a:lnTo>
                    <a:pt x="7138235" y="0"/>
                  </a:lnTo>
                  <a:lnTo>
                    <a:pt x="7136524" y="0"/>
                  </a:lnTo>
                  <a:lnTo>
                    <a:pt x="7134813" y="0"/>
                  </a:lnTo>
                  <a:lnTo>
                    <a:pt x="7133101" y="0"/>
                  </a:lnTo>
                  <a:lnTo>
                    <a:pt x="7131390" y="0"/>
                  </a:lnTo>
                  <a:lnTo>
                    <a:pt x="7129678" y="0"/>
                  </a:lnTo>
                  <a:lnTo>
                    <a:pt x="7127967" y="0"/>
                  </a:lnTo>
                  <a:lnTo>
                    <a:pt x="7126256" y="0"/>
                  </a:lnTo>
                  <a:lnTo>
                    <a:pt x="7124544" y="0"/>
                  </a:lnTo>
                  <a:lnTo>
                    <a:pt x="7122833" y="0"/>
                  </a:lnTo>
                  <a:lnTo>
                    <a:pt x="7121121" y="0"/>
                  </a:lnTo>
                  <a:lnTo>
                    <a:pt x="7119410" y="0"/>
                  </a:lnTo>
                  <a:lnTo>
                    <a:pt x="7117699" y="0"/>
                  </a:lnTo>
                  <a:lnTo>
                    <a:pt x="7115987" y="0"/>
                  </a:lnTo>
                  <a:lnTo>
                    <a:pt x="7114276" y="0"/>
                  </a:lnTo>
                  <a:lnTo>
                    <a:pt x="7112564" y="0"/>
                  </a:lnTo>
                  <a:lnTo>
                    <a:pt x="7110853" y="0"/>
                  </a:lnTo>
                  <a:lnTo>
                    <a:pt x="7109142" y="0"/>
                  </a:lnTo>
                  <a:lnTo>
                    <a:pt x="7107430" y="0"/>
                  </a:lnTo>
                  <a:lnTo>
                    <a:pt x="7105719" y="0"/>
                  </a:lnTo>
                  <a:lnTo>
                    <a:pt x="7104007" y="0"/>
                  </a:lnTo>
                  <a:lnTo>
                    <a:pt x="7102296" y="0"/>
                  </a:lnTo>
                  <a:lnTo>
                    <a:pt x="7100585" y="0"/>
                  </a:lnTo>
                  <a:lnTo>
                    <a:pt x="7098873" y="0"/>
                  </a:lnTo>
                  <a:lnTo>
                    <a:pt x="7097162" y="0"/>
                  </a:lnTo>
                  <a:lnTo>
                    <a:pt x="7095450" y="0"/>
                  </a:lnTo>
                  <a:lnTo>
                    <a:pt x="7093739" y="0"/>
                  </a:lnTo>
                  <a:lnTo>
                    <a:pt x="7092028" y="0"/>
                  </a:lnTo>
                  <a:lnTo>
                    <a:pt x="7090316" y="0"/>
                  </a:lnTo>
                  <a:lnTo>
                    <a:pt x="7088605" y="0"/>
                  </a:lnTo>
                  <a:lnTo>
                    <a:pt x="7086893" y="0"/>
                  </a:lnTo>
                  <a:lnTo>
                    <a:pt x="7085182" y="0"/>
                  </a:lnTo>
                  <a:lnTo>
                    <a:pt x="7083471" y="0"/>
                  </a:lnTo>
                  <a:lnTo>
                    <a:pt x="7081759" y="0"/>
                  </a:lnTo>
                  <a:lnTo>
                    <a:pt x="7080048" y="0"/>
                  </a:lnTo>
                  <a:lnTo>
                    <a:pt x="7078336" y="0"/>
                  </a:lnTo>
                  <a:lnTo>
                    <a:pt x="7076625" y="0"/>
                  </a:lnTo>
                  <a:lnTo>
                    <a:pt x="7074914" y="0"/>
                  </a:lnTo>
                  <a:lnTo>
                    <a:pt x="7073202" y="0"/>
                  </a:lnTo>
                  <a:lnTo>
                    <a:pt x="7071491" y="0"/>
                  </a:lnTo>
                  <a:lnTo>
                    <a:pt x="7069779" y="0"/>
                  </a:lnTo>
                  <a:lnTo>
                    <a:pt x="7068068" y="0"/>
                  </a:lnTo>
                  <a:lnTo>
                    <a:pt x="7066357" y="0"/>
                  </a:lnTo>
                  <a:lnTo>
                    <a:pt x="7064645" y="0"/>
                  </a:lnTo>
                  <a:lnTo>
                    <a:pt x="7062934" y="0"/>
                  </a:lnTo>
                  <a:lnTo>
                    <a:pt x="7061223" y="0"/>
                  </a:lnTo>
                  <a:lnTo>
                    <a:pt x="7059511" y="0"/>
                  </a:lnTo>
                  <a:lnTo>
                    <a:pt x="7057800" y="0"/>
                  </a:lnTo>
                  <a:lnTo>
                    <a:pt x="7056088" y="0"/>
                  </a:lnTo>
                  <a:lnTo>
                    <a:pt x="7054377" y="0"/>
                  </a:lnTo>
                  <a:lnTo>
                    <a:pt x="7052666" y="0"/>
                  </a:lnTo>
                  <a:lnTo>
                    <a:pt x="7050954" y="0"/>
                  </a:lnTo>
                  <a:lnTo>
                    <a:pt x="7049243" y="0"/>
                  </a:lnTo>
                  <a:lnTo>
                    <a:pt x="7047531" y="0"/>
                  </a:lnTo>
                  <a:lnTo>
                    <a:pt x="7045820" y="0"/>
                  </a:lnTo>
                  <a:lnTo>
                    <a:pt x="7044109" y="0"/>
                  </a:lnTo>
                  <a:lnTo>
                    <a:pt x="7042397" y="0"/>
                  </a:lnTo>
                  <a:lnTo>
                    <a:pt x="7040686" y="0"/>
                  </a:lnTo>
                  <a:lnTo>
                    <a:pt x="7038974" y="0"/>
                  </a:lnTo>
                  <a:lnTo>
                    <a:pt x="7037263" y="0"/>
                  </a:lnTo>
                  <a:lnTo>
                    <a:pt x="7035552" y="0"/>
                  </a:lnTo>
                  <a:lnTo>
                    <a:pt x="7033840" y="0"/>
                  </a:lnTo>
                  <a:lnTo>
                    <a:pt x="7032129" y="0"/>
                  </a:lnTo>
                  <a:lnTo>
                    <a:pt x="7030417" y="0"/>
                  </a:lnTo>
                  <a:lnTo>
                    <a:pt x="7028706" y="0"/>
                  </a:lnTo>
                  <a:lnTo>
                    <a:pt x="7026995" y="0"/>
                  </a:lnTo>
                  <a:lnTo>
                    <a:pt x="7025283" y="0"/>
                  </a:lnTo>
                  <a:lnTo>
                    <a:pt x="7023572" y="0"/>
                  </a:lnTo>
                  <a:lnTo>
                    <a:pt x="7021860" y="0"/>
                  </a:lnTo>
                  <a:lnTo>
                    <a:pt x="7020149" y="0"/>
                  </a:lnTo>
                  <a:lnTo>
                    <a:pt x="7018438" y="0"/>
                  </a:lnTo>
                  <a:lnTo>
                    <a:pt x="7016726" y="0"/>
                  </a:lnTo>
                  <a:lnTo>
                    <a:pt x="7015015" y="0"/>
                  </a:lnTo>
                  <a:lnTo>
                    <a:pt x="7013303" y="0"/>
                  </a:lnTo>
                  <a:lnTo>
                    <a:pt x="7011592" y="0"/>
                  </a:lnTo>
                  <a:lnTo>
                    <a:pt x="7009881" y="0"/>
                  </a:lnTo>
                  <a:lnTo>
                    <a:pt x="7008169" y="0"/>
                  </a:lnTo>
                  <a:lnTo>
                    <a:pt x="7006458" y="0"/>
                  </a:lnTo>
                  <a:lnTo>
                    <a:pt x="7004746" y="0"/>
                  </a:lnTo>
                  <a:lnTo>
                    <a:pt x="7003035" y="0"/>
                  </a:lnTo>
                  <a:lnTo>
                    <a:pt x="7001324" y="0"/>
                  </a:lnTo>
                  <a:lnTo>
                    <a:pt x="6999612" y="0"/>
                  </a:lnTo>
                  <a:lnTo>
                    <a:pt x="6997901" y="0"/>
                  </a:lnTo>
                  <a:lnTo>
                    <a:pt x="6996189" y="0"/>
                  </a:lnTo>
                  <a:lnTo>
                    <a:pt x="6994478" y="0"/>
                  </a:lnTo>
                  <a:lnTo>
                    <a:pt x="6992767" y="0"/>
                  </a:lnTo>
                  <a:lnTo>
                    <a:pt x="6991055" y="0"/>
                  </a:lnTo>
                  <a:lnTo>
                    <a:pt x="6989344" y="0"/>
                  </a:lnTo>
                  <a:lnTo>
                    <a:pt x="6987632" y="0"/>
                  </a:lnTo>
                  <a:lnTo>
                    <a:pt x="6985921" y="0"/>
                  </a:lnTo>
                  <a:lnTo>
                    <a:pt x="6984210" y="0"/>
                  </a:lnTo>
                  <a:lnTo>
                    <a:pt x="6982498" y="0"/>
                  </a:lnTo>
                  <a:lnTo>
                    <a:pt x="6980787" y="0"/>
                  </a:lnTo>
                  <a:lnTo>
                    <a:pt x="6979075" y="0"/>
                  </a:lnTo>
                  <a:lnTo>
                    <a:pt x="6977364" y="0"/>
                  </a:lnTo>
                  <a:lnTo>
                    <a:pt x="6975653" y="0"/>
                  </a:lnTo>
                  <a:lnTo>
                    <a:pt x="6973941" y="0"/>
                  </a:lnTo>
                  <a:lnTo>
                    <a:pt x="6972230" y="0"/>
                  </a:lnTo>
                  <a:lnTo>
                    <a:pt x="6970518" y="0"/>
                  </a:lnTo>
                  <a:lnTo>
                    <a:pt x="6968807" y="0"/>
                  </a:lnTo>
                  <a:lnTo>
                    <a:pt x="6967096" y="0"/>
                  </a:lnTo>
                  <a:lnTo>
                    <a:pt x="6965384" y="0"/>
                  </a:lnTo>
                  <a:lnTo>
                    <a:pt x="6963673" y="0"/>
                  </a:lnTo>
                  <a:lnTo>
                    <a:pt x="6961961" y="0"/>
                  </a:lnTo>
                  <a:lnTo>
                    <a:pt x="6960250" y="0"/>
                  </a:lnTo>
                  <a:lnTo>
                    <a:pt x="6958539" y="0"/>
                  </a:lnTo>
                  <a:lnTo>
                    <a:pt x="6956827" y="0"/>
                  </a:lnTo>
                  <a:lnTo>
                    <a:pt x="6955116" y="0"/>
                  </a:lnTo>
                  <a:lnTo>
                    <a:pt x="6953405" y="0"/>
                  </a:lnTo>
                  <a:lnTo>
                    <a:pt x="6951693" y="0"/>
                  </a:lnTo>
                  <a:lnTo>
                    <a:pt x="6949982" y="0"/>
                  </a:lnTo>
                  <a:lnTo>
                    <a:pt x="6948270" y="0"/>
                  </a:lnTo>
                  <a:lnTo>
                    <a:pt x="6946559" y="0"/>
                  </a:lnTo>
                  <a:lnTo>
                    <a:pt x="6944848" y="0"/>
                  </a:lnTo>
                  <a:lnTo>
                    <a:pt x="6943136" y="0"/>
                  </a:lnTo>
                  <a:lnTo>
                    <a:pt x="6941425" y="0"/>
                  </a:lnTo>
                  <a:lnTo>
                    <a:pt x="6939713" y="0"/>
                  </a:lnTo>
                  <a:lnTo>
                    <a:pt x="6938002" y="0"/>
                  </a:lnTo>
                  <a:lnTo>
                    <a:pt x="6936291" y="0"/>
                  </a:lnTo>
                  <a:lnTo>
                    <a:pt x="6934579" y="0"/>
                  </a:lnTo>
                  <a:lnTo>
                    <a:pt x="6932868" y="0"/>
                  </a:lnTo>
                  <a:lnTo>
                    <a:pt x="6931156" y="0"/>
                  </a:lnTo>
                  <a:lnTo>
                    <a:pt x="6929445" y="0"/>
                  </a:lnTo>
                  <a:lnTo>
                    <a:pt x="6927734" y="0"/>
                  </a:lnTo>
                  <a:lnTo>
                    <a:pt x="6926022" y="0"/>
                  </a:lnTo>
                  <a:lnTo>
                    <a:pt x="6924311" y="0"/>
                  </a:lnTo>
                  <a:lnTo>
                    <a:pt x="6922599" y="0"/>
                  </a:lnTo>
                  <a:lnTo>
                    <a:pt x="6920888" y="0"/>
                  </a:lnTo>
                  <a:lnTo>
                    <a:pt x="6919177" y="0"/>
                  </a:lnTo>
                  <a:lnTo>
                    <a:pt x="6917465" y="0"/>
                  </a:lnTo>
                  <a:lnTo>
                    <a:pt x="6915754" y="0"/>
                  </a:lnTo>
                  <a:lnTo>
                    <a:pt x="6914042" y="0"/>
                  </a:lnTo>
                  <a:lnTo>
                    <a:pt x="6912331" y="0"/>
                  </a:lnTo>
                  <a:lnTo>
                    <a:pt x="6910620" y="0"/>
                  </a:lnTo>
                  <a:lnTo>
                    <a:pt x="6908908" y="0"/>
                  </a:lnTo>
                  <a:lnTo>
                    <a:pt x="6907197" y="0"/>
                  </a:lnTo>
                  <a:lnTo>
                    <a:pt x="6905485" y="0"/>
                  </a:lnTo>
                  <a:lnTo>
                    <a:pt x="6903774" y="0"/>
                  </a:lnTo>
                  <a:lnTo>
                    <a:pt x="6902063" y="0"/>
                  </a:lnTo>
                  <a:lnTo>
                    <a:pt x="6900351" y="0"/>
                  </a:lnTo>
                  <a:lnTo>
                    <a:pt x="6898640" y="0"/>
                  </a:lnTo>
                  <a:lnTo>
                    <a:pt x="6896928" y="0"/>
                  </a:lnTo>
                  <a:lnTo>
                    <a:pt x="6895217" y="0"/>
                  </a:lnTo>
                  <a:lnTo>
                    <a:pt x="6893506" y="0"/>
                  </a:lnTo>
                  <a:lnTo>
                    <a:pt x="6891794" y="0"/>
                  </a:lnTo>
                  <a:lnTo>
                    <a:pt x="6890083" y="0"/>
                  </a:lnTo>
                  <a:lnTo>
                    <a:pt x="6888371" y="0"/>
                  </a:lnTo>
                  <a:lnTo>
                    <a:pt x="6886660" y="0"/>
                  </a:lnTo>
                  <a:lnTo>
                    <a:pt x="6884949" y="0"/>
                  </a:lnTo>
                  <a:lnTo>
                    <a:pt x="6883237" y="0"/>
                  </a:lnTo>
                  <a:lnTo>
                    <a:pt x="6881526" y="0"/>
                  </a:lnTo>
                  <a:lnTo>
                    <a:pt x="6879814" y="0"/>
                  </a:lnTo>
                  <a:lnTo>
                    <a:pt x="6878103" y="0"/>
                  </a:lnTo>
                  <a:lnTo>
                    <a:pt x="6876392" y="0"/>
                  </a:lnTo>
                  <a:lnTo>
                    <a:pt x="6874680" y="0"/>
                  </a:lnTo>
                  <a:lnTo>
                    <a:pt x="6872969" y="0"/>
                  </a:lnTo>
                  <a:lnTo>
                    <a:pt x="6871257" y="0"/>
                  </a:lnTo>
                  <a:lnTo>
                    <a:pt x="6869546" y="0"/>
                  </a:lnTo>
                  <a:lnTo>
                    <a:pt x="6867835" y="0"/>
                  </a:lnTo>
                  <a:lnTo>
                    <a:pt x="6866123" y="0"/>
                  </a:lnTo>
                  <a:lnTo>
                    <a:pt x="6864412" y="0"/>
                  </a:lnTo>
                  <a:lnTo>
                    <a:pt x="6862700" y="0"/>
                  </a:lnTo>
                  <a:lnTo>
                    <a:pt x="6860989" y="0"/>
                  </a:lnTo>
                  <a:lnTo>
                    <a:pt x="6859278" y="0"/>
                  </a:lnTo>
                  <a:lnTo>
                    <a:pt x="6857566" y="0"/>
                  </a:lnTo>
                  <a:lnTo>
                    <a:pt x="6855855" y="0"/>
                  </a:lnTo>
                  <a:lnTo>
                    <a:pt x="6854143" y="0"/>
                  </a:lnTo>
                  <a:lnTo>
                    <a:pt x="6852432" y="0"/>
                  </a:lnTo>
                  <a:lnTo>
                    <a:pt x="6850721" y="0"/>
                  </a:lnTo>
                  <a:lnTo>
                    <a:pt x="6849009" y="0"/>
                  </a:lnTo>
                  <a:lnTo>
                    <a:pt x="6847298" y="0"/>
                  </a:lnTo>
                  <a:lnTo>
                    <a:pt x="6845587" y="0"/>
                  </a:lnTo>
                  <a:lnTo>
                    <a:pt x="6843875" y="0"/>
                  </a:lnTo>
                  <a:lnTo>
                    <a:pt x="6842164" y="0"/>
                  </a:lnTo>
                  <a:lnTo>
                    <a:pt x="6840452" y="0"/>
                  </a:lnTo>
                  <a:lnTo>
                    <a:pt x="6838741" y="0"/>
                  </a:lnTo>
                  <a:lnTo>
                    <a:pt x="6837030" y="0"/>
                  </a:lnTo>
                  <a:lnTo>
                    <a:pt x="6835318" y="0"/>
                  </a:lnTo>
                  <a:lnTo>
                    <a:pt x="6833607" y="0"/>
                  </a:lnTo>
                  <a:lnTo>
                    <a:pt x="6831895" y="0"/>
                  </a:lnTo>
                  <a:lnTo>
                    <a:pt x="6830184" y="0"/>
                  </a:lnTo>
                  <a:lnTo>
                    <a:pt x="6828473" y="0"/>
                  </a:lnTo>
                  <a:lnTo>
                    <a:pt x="6826761" y="0"/>
                  </a:lnTo>
                  <a:lnTo>
                    <a:pt x="6825050" y="0"/>
                  </a:lnTo>
                  <a:lnTo>
                    <a:pt x="6823338" y="0"/>
                  </a:lnTo>
                  <a:lnTo>
                    <a:pt x="6821627" y="0"/>
                  </a:lnTo>
                  <a:lnTo>
                    <a:pt x="6819916" y="0"/>
                  </a:lnTo>
                  <a:lnTo>
                    <a:pt x="6818204" y="0"/>
                  </a:lnTo>
                  <a:lnTo>
                    <a:pt x="6816493" y="0"/>
                  </a:lnTo>
                  <a:lnTo>
                    <a:pt x="6814781" y="0"/>
                  </a:lnTo>
                  <a:lnTo>
                    <a:pt x="6813070" y="0"/>
                  </a:lnTo>
                  <a:lnTo>
                    <a:pt x="6811359" y="0"/>
                  </a:lnTo>
                  <a:lnTo>
                    <a:pt x="6809647" y="0"/>
                  </a:lnTo>
                  <a:lnTo>
                    <a:pt x="6807936" y="0"/>
                  </a:lnTo>
                  <a:lnTo>
                    <a:pt x="6806224" y="0"/>
                  </a:lnTo>
                  <a:lnTo>
                    <a:pt x="6804513" y="0"/>
                  </a:lnTo>
                  <a:lnTo>
                    <a:pt x="6802802" y="0"/>
                  </a:lnTo>
                  <a:lnTo>
                    <a:pt x="6801090" y="0"/>
                  </a:lnTo>
                  <a:lnTo>
                    <a:pt x="6799379" y="0"/>
                  </a:lnTo>
                  <a:lnTo>
                    <a:pt x="6797667" y="0"/>
                  </a:lnTo>
                  <a:lnTo>
                    <a:pt x="6795956" y="0"/>
                  </a:lnTo>
                  <a:lnTo>
                    <a:pt x="6794245" y="0"/>
                  </a:lnTo>
                  <a:lnTo>
                    <a:pt x="6792533" y="0"/>
                  </a:lnTo>
                  <a:lnTo>
                    <a:pt x="6790822" y="0"/>
                  </a:lnTo>
                  <a:lnTo>
                    <a:pt x="6789110" y="0"/>
                  </a:lnTo>
                  <a:lnTo>
                    <a:pt x="6787399" y="0"/>
                  </a:lnTo>
                  <a:lnTo>
                    <a:pt x="6785688" y="0"/>
                  </a:lnTo>
                  <a:lnTo>
                    <a:pt x="6783976" y="0"/>
                  </a:lnTo>
                  <a:lnTo>
                    <a:pt x="6782265" y="0"/>
                  </a:lnTo>
                  <a:lnTo>
                    <a:pt x="6780553" y="0"/>
                  </a:lnTo>
                  <a:lnTo>
                    <a:pt x="6778842" y="0"/>
                  </a:lnTo>
                  <a:lnTo>
                    <a:pt x="6777131" y="0"/>
                  </a:lnTo>
                  <a:lnTo>
                    <a:pt x="6775419" y="0"/>
                  </a:lnTo>
                  <a:lnTo>
                    <a:pt x="6773708" y="0"/>
                  </a:lnTo>
                  <a:lnTo>
                    <a:pt x="6771996" y="0"/>
                  </a:lnTo>
                  <a:lnTo>
                    <a:pt x="6770285" y="0"/>
                  </a:lnTo>
                  <a:lnTo>
                    <a:pt x="6768574" y="0"/>
                  </a:lnTo>
                  <a:lnTo>
                    <a:pt x="6766862" y="0"/>
                  </a:lnTo>
                  <a:lnTo>
                    <a:pt x="6765151" y="0"/>
                  </a:lnTo>
                  <a:lnTo>
                    <a:pt x="6763439" y="0"/>
                  </a:lnTo>
                  <a:lnTo>
                    <a:pt x="6761728" y="0"/>
                  </a:lnTo>
                  <a:lnTo>
                    <a:pt x="6760017" y="0"/>
                  </a:lnTo>
                  <a:lnTo>
                    <a:pt x="6758305" y="0"/>
                  </a:lnTo>
                  <a:lnTo>
                    <a:pt x="6756594" y="0"/>
                  </a:lnTo>
                  <a:lnTo>
                    <a:pt x="6754882" y="0"/>
                  </a:lnTo>
                  <a:lnTo>
                    <a:pt x="6753171" y="0"/>
                  </a:lnTo>
                  <a:lnTo>
                    <a:pt x="6751460" y="0"/>
                  </a:lnTo>
                  <a:lnTo>
                    <a:pt x="6749748" y="0"/>
                  </a:lnTo>
                  <a:lnTo>
                    <a:pt x="6748037" y="0"/>
                  </a:lnTo>
                  <a:lnTo>
                    <a:pt x="6746325" y="0"/>
                  </a:lnTo>
                  <a:lnTo>
                    <a:pt x="6744614" y="0"/>
                  </a:lnTo>
                  <a:lnTo>
                    <a:pt x="6742903" y="0"/>
                  </a:lnTo>
                  <a:lnTo>
                    <a:pt x="6741191" y="0"/>
                  </a:lnTo>
                  <a:lnTo>
                    <a:pt x="6739480" y="0"/>
                  </a:lnTo>
                  <a:lnTo>
                    <a:pt x="6737769" y="0"/>
                  </a:lnTo>
                  <a:lnTo>
                    <a:pt x="6736057" y="0"/>
                  </a:lnTo>
                  <a:lnTo>
                    <a:pt x="6734346" y="0"/>
                  </a:lnTo>
                  <a:lnTo>
                    <a:pt x="6732634" y="0"/>
                  </a:lnTo>
                  <a:lnTo>
                    <a:pt x="6730923" y="0"/>
                  </a:lnTo>
                  <a:lnTo>
                    <a:pt x="6729212" y="0"/>
                  </a:lnTo>
                  <a:lnTo>
                    <a:pt x="6727500" y="0"/>
                  </a:lnTo>
                  <a:lnTo>
                    <a:pt x="6725789" y="0"/>
                  </a:lnTo>
                  <a:lnTo>
                    <a:pt x="6724077" y="0"/>
                  </a:lnTo>
                  <a:lnTo>
                    <a:pt x="6722366" y="0"/>
                  </a:lnTo>
                  <a:lnTo>
                    <a:pt x="6720655" y="0"/>
                  </a:lnTo>
                  <a:lnTo>
                    <a:pt x="6718943" y="0"/>
                  </a:lnTo>
                  <a:lnTo>
                    <a:pt x="6717232" y="0"/>
                  </a:lnTo>
                  <a:lnTo>
                    <a:pt x="6715520" y="0"/>
                  </a:lnTo>
                  <a:lnTo>
                    <a:pt x="6713809" y="0"/>
                  </a:lnTo>
                  <a:lnTo>
                    <a:pt x="6712098" y="0"/>
                  </a:lnTo>
                  <a:lnTo>
                    <a:pt x="6710386" y="0"/>
                  </a:lnTo>
                  <a:lnTo>
                    <a:pt x="6708675" y="0"/>
                  </a:lnTo>
                  <a:lnTo>
                    <a:pt x="6706963" y="0"/>
                  </a:lnTo>
                  <a:lnTo>
                    <a:pt x="6705252" y="0"/>
                  </a:lnTo>
                  <a:lnTo>
                    <a:pt x="6703541" y="0"/>
                  </a:lnTo>
                  <a:lnTo>
                    <a:pt x="6701829" y="0"/>
                  </a:lnTo>
                  <a:lnTo>
                    <a:pt x="6700118" y="0"/>
                  </a:lnTo>
                  <a:lnTo>
                    <a:pt x="6698406" y="0"/>
                  </a:lnTo>
                  <a:lnTo>
                    <a:pt x="6696695" y="0"/>
                  </a:lnTo>
                  <a:lnTo>
                    <a:pt x="6694984" y="0"/>
                  </a:lnTo>
                  <a:lnTo>
                    <a:pt x="6693272" y="0"/>
                  </a:lnTo>
                  <a:lnTo>
                    <a:pt x="6691561" y="0"/>
                  </a:lnTo>
                  <a:lnTo>
                    <a:pt x="6689849" y="0"/>
                  </a:lnTo>
                  <a:lnTo>
                    <a:pt x="6688138" y="0"/>
                  </a:lnTo>
                  <a:lnTo>
                    <a:pt x="6686427" y="0"/>
                  </a:lnTo>
                  <a:lnTo>
                    <a:pt x="6684715" y="0"/>
                  </a:lnTo>
                  <a:lnTo>
                    <a:pt x="6683004" y="0"/>
                  </a:lnTo>
                  <a:lnTo>
                    <a:pt x="6681292" y="0"/>
                  </a:lnTo>
                  <a:lnTo>
                    <a:pt x="6679581" y="0"/>
                  </a:lnTo>
                  <a:lnTo>
                    <a:pt x="6677870" y="0"/>
                  </a:lnTo>
                  <a:lnTo>
                    <a:pt x="6676158" y="0"/>
                  </a:lnTo>
                  <a:lnTo>
                    <a:pt x="6674447" y="0"/>
                  </a:lnTo>
                  <a:lnTo>
                    <a:pt x="6672735" y="0"/>
                  </a:lnTo>
                  <a:lnTo>
                    <a:pt x="6671024" y="0"/>
                  </a:lnTo>
                  <a:lnTo>
                    <a:pt x="6669313" y="0"/>
                  </a:lnTo>
                  <a:lnTo>
                    <a:pt x="6667601" y="0"/>
                  </a:lnTo>
                  <a:lnTo>
                    <a:pt x="6665890" y="0"/>
                  </a:lnTo>
                  <a:lnTo>
                    <a:pt x="6664178" y="0"/>
                  </a:lnTo>
                  <a:lnTo>
                    <a:pt x="6662467" y="0"/>
                  </a:lnTo>
                  <a:lnTo>
                    <a:pt x="6660756" y="0"/>
                  </a:lnTo>
                  <a:lnTo>
                    <a:pt x="6659044" y="0"/>
                  </a:lnTo>
                  <a:lnTo>
                    <a:pt x="6657333" y="0"/>
                  </a:lnTo>
                  <a:lnTo>
                    <a:pt x="6655621" y="0"/>
                  </a:lnTo>
                  <a:lnTo>
                    <a:pt x="6653910" y="0"/>
                  </a:lnTo>
                  <a:lnTo>
                    <a:pt x="6652199" y="0"/>
                  </a:lnTo>
                  <a:lnTo>
                    <a:pt x="6650487" y="0"/>
                  </a:lnTo>
                  <a:lnTo>
                    <a:pt x="6648776" y="0"/>
                  </a:lnTo>
                  <a:lnTo>
                    <a:pt x="6647064" y="0"/>
                  </a:lnTo>
                  <a:lnTo>
                    <a:pt x="6645353" y="0"/>
                  </a:lnTo>
                  <a:lnTo>
                    <a:pt x="6643642" y="0"/>
                  </a:lnTo>
                  <a:lnTo>
                    <a:pt x="6641930" y="0"/>
                  </a:lnTo>
                  <a:lnTo>
                    <a:pt x="6640219" y="0"/>
                  </a:lnTo>
                  <a:lnTo>
                    <a:pt x="6638508" y="0"/>
                  </a:lnTo>
                  <a:lnTo>
                    <a:pt x="6636796" y="0"/>
                  </a:lnTo>
                  <a:lnTo>
                    <a:pt x="6635085" y="0"/>
                  </a:lnTo>
                  <a:lnTo>
                    <a:pt x="6633373" y="0"/>
                  </a:lnTo>
                  <a:lnTo>
                    <a:pt x="6631662" y="0"/>
                  </a:lnTo>
                  <a:lnTo>
                    <a:pt x="6629951" y="0"/>
                  </a:lnTo>
                  <a:lnTo>
                    <a:pt x="6628239" y="0"/>
                  </a:lnTo>
                  <a:lnTo>
                    <a:pt x="6626528" y="0"/>
                  </a:lnTo>
                  <a:lnTo>
                    <a:pt x="6624816" y="0"/>
                  </a:lnTo>
                  <a:lnTo>
                    <a:pt x="6623105" y="0"/>
                  </a:lnTo>
                  <a:lnTo>
                    <a:pt x="6621394" y="0"/>
                  </a:lnTo>
                  <a:lnTo>
                    <a:pt x="6619682" y="0"/>
                  </a:lnTo>
                  <a:lnTo>
                    <a:pt x="6617971" y="0"/>
                  </a:lnTo>
                  <a:lnTo>
                    <a:pt x="6616259" y="0"/>
                  </a:lnTo>
                  <a:lnTo>
                    <a:pt x="6614548" y="0"/>
                  </a:lnTo>
                  <a:lnTo>
                    <a:pt x="6612837" y="0"/>
                  </a:lnTo>
                  <a:lnTo>
                    <a:pt x="6611125" y="0"/>
                  </a:lnTo>
                  <a:lnTo>
                    <a:pt x="6609414" y="0"/>
                  </a:lnTo>
                  <a:lnTo>
                    <a:pt x="6607702" y="0"/>
                  </a:lnTo>
                  <a:lnTo>
                    <a:pt x="6605991" y="0"/>
                  </a:lnTo>
                  <a:lnTo>
                    <a:pt x="6604280" y="0"/>
                  </a:lnTo>
                  <a:lnTo>
                    <a:pt x="6602568" y="0"/>
                  </a:lnTo>
                  <a:lnTo>
                    <a:pt x="6600857" y="0"/>
                  </a:lnTo>
                  <a:lnTo>
                    <a:pt x="6599145" y="0"/>
                  </a:lnTo>
                  <a:lnTo>
                    <a:pt x="6597434" y="0"/>
                  </a:lnTo>
                  <a:lnTo>
                    <a:pt x="6595723" y="0"/>
                  </a:lnTo>
                  <a:lnTo>
                    <a:pt x="6594011" y="0"/>
                  </a:lnTo>
                  <a:lnTo>
                    <a:pt x="6592300" y="0"/>
                  </a:lnTo>
                  <a:lnTo>
                    <a:pt x="6590588" y="0"/>
                  </a:lnTo>
                  <a:lnTo>
                    <a:pt x="6588877" y="0"/>
                  </a:lnTo>
                  <a:lnTo>
                    <a:pt x="6587166" y="0"/>
                  </a:lnTo>
                  <a:lnTo>
                    <a:pt x="6585454" y="0"/>
                  </a:lnTo>
                  <a:lnTo>
                    <a:pt x="6583743" y="0"/>
                  </a:lnTo>
                  <a:lnTo>
                    <a:pt x="6582031" y="0"/>
                  </a:lnTo>
                  <a:lnTo>
                    <a:pt x="6580320" y="0"/>
                  </a:lnTo>
                  <a:lnTo>
                    <a:pt x="6578609" y="0"/>
                  </a:lnTo>
                  <a:lnTo>
                    <a:pt x="6576897" y="0"/>
                  </a:lnTo>
                  <a:lnTo>
                    <a:pt x="6575186" y="0"/>
                  </a:lnTo>
                  <a:lnTo>
                    <a:pt x="6573474" y="0"/>
                  </a:lnTo>
                  <a:lnTo>
                    <a:pt x="6571763" y="0"/>
                  </a:lnTo>
                  <a:lnTo>
                    <a:pt x="6570052" y="0"/>
                  </a:lnTo>
                  <a:lnTo>
                    <a:pt x="6568340" y="0"/>
                  </a:lnTo>
                  <a:lnTo>
                    <a:pt x="6566629" y="0"/>
                  </a:lnTo>
                  <a:lnTo>
                    <a:pt x="6564917" y="0"/>
                  </a:lnTo>
                  <a:lnTo>
                    <a:pt x="6563206" y="0"/>
                  </a:lnTo>
                  <a:lnTo>
                    <a:pt x="6561495" y="0"/>
                  </a:lnTo>
                  <a:lnTo>
                    <a:pt x="6559783" y="0"/>
                  </a:lnTo>
                  <a:lnTo>
                    <a:pt x="6558072" y="0"/>
                  </a:lnTo>
                  <a:lnTo>
                    <a:pt x="6556360" y="0"/>
                  </a:lnTo>
                  <a:lnTo>
                    <a:pt x="6554649" y="0"/>
                  </a:lnTo>
                  <a:lnTo>
                    <a:pt x="6552938" y="0"/>
                  </a:lnTo>
                  <a:lnTo>
                    <a:pt x="6551226" y="0"/>
                  </a:lnTo>
                  <a:lnTo>
                    <a:pt x="6549515" y="0"/>
                  </a:lnTo>
                  <a:lnTo>
                    <a:pt x="6547803" y="0"/>
                  </a:lnTo>
                  <a:lnTo>
                    <a:pt x="6546092" y="0"/>
                  </a:lnTo>
                  <a:lnTo>
                    <a:pt x="6544381" y="0"/>
                  </a:lnTo>
                  <a:lnTo>
                    <a:pt x="6542669" y="0"/>
                  </a:lnTo>
                  <a:lnTo>
                    <a:pt x="6540958" y="0"/>
                  </a:lnTo>
                  <a:lnTo>
                    <a:pt x="6539246" y="0"/>
                  </a:lnTo>
                  <a:lnTo>
                    <a:pt x="6537535" y="0"/>
                  </a:lnTo>
                  <a:lnTo>
                    <a:pt x="6535824" y="0"/>
                  </a:lnTo>
                  <a:lnTo>
                    <a:pt x="6534112" y="0"/>
                  </a:lnTo>
                  <a:lnTo>
                    <a:pt x="6532401" y="0"/>
                  </a:lnTo>
                  <a:lnTo>
                    <a:pt x="6530690" y="0"/>
                  </a:lnTo>
                  <a:lnTo>
                    <a:pt x="6528978" y="0"/>
                  </a:lnTo>
                  <a:lnTo>
                    <a:pt x="6527267" y="0"/>
                  </a:lnTo>
                  <a:lnTo>
                    <a:pt x="6525555" y="0"/>
                  </a:lnTo>
                  <a:lnTo>
                    <a:pt x="6523844" y="0"/>
                  </a:lnTo>
                  <a:lnTo>
                    <a:pt x="6522133" y="0"/>
                  </a:lnTo>
                  <a:lnTo>
                    <a:pt x="6520421" y="0"/>
                  </a:lnTo>
                  <a:lnTo>
                    <a:pt x="6518710" y="0"/>
                  </a:lnTo>
                  <a:lnTo>
                    <a:pt x="6516998" y="0"/>
                  </a:lnTo>
                  <a:lnTo>
                    <a:pt x="6515287" y="0"/>
                  </a:lnTo>
                  <a:lnTo>
                    <a:pt x="6513576" y="0"/>
                  </a:lnTo>
                  <a:lnTo>
                    <a:pt x="6511864" y="0"/>
                  </a:lnTo>
                  <a:lnTo>
                    <a:pt x="6510153" y="0"/>
                  </a:lnTo>
                  <a:lnTo>
                    <a:pt x="6508441" y="0"/>
                  </a:lnTo>
                  <a:lnTo>
                    <a:pt x="6506730" y="0"/>
                  </a:lnTo>
                  <a:lnTo>
                    <a:pt x="6505019" y="0"/>
                  </a:lnTo>
                  <a:lnTo>
                    <a:pt x="6503307" y="0"/>
                  </a:lnTo>
                  <a:lnTo>
                    <a:pt x="6501596" y="0"/>
                  </a:lnTo>
                  <a:lnTo>
                    <a:pt x="6499884" y="0"/>
                  </a:lnTo>
                  <a:lnTo>
                    <a:pt x="6498173" y="0"/>
                  </a:lnTo>
                  <a:lnTo>
                    <a:pt x="6496462" y="0"/>
                  </a:lnTo>
                  <a:lnTo>
                    <a:pt x="6494750" y="0"/>
                  </a:lnTo>
                  <a:lnTo>
                    <a:pt x="6493039" y="0"/>
                  </a:lnTo>
                  <a:lnTo>
                    <a:pt x="6491327" y="0"/>
                  </a:lnTo>
                  <a:lnTo>
                    <a:pt x="6489616" y="0"/>
                  </a:lnTo>
                  <a:lnTo>
                    <a:pt x="6487905" y="0"/>
                  </a:lnTo>
                  <a:lnTo>
                    <a:pt x="6486193" y="0"/>
                  </a:lnTo>
                  <a:lnTo>
                    <a:pt x="6484482" y="0"/>
                  </a:lnTo>
                  <a:lnTo>
                    <a:pt x="6482770" y="0"/>
                  </a:lnTo>
                  <a:lnTo>
                    <a:pt x="6481059" y="0"/>
                  </a:lnTo>
                  <a:lnTo>
                    <a:pt x="6479348" y="0"/>
                  </a:lnTo>
                  <a:lnTo>
                    <a:pt x="6477636" y="0"/>
                  </a:lnTo>
                  <a:lnTo>
                    <a:pt x="6475925" y="0"/>
                  </a:lnTo>
                  <a:lnTo>
                    <a:pt x="6474213" y="0"/>
                  </a:lnTo>
                  <a:lnTo>
                    <a:pt x="6472502" y="0"/>
                  </a:lnTo>
                  <a:lnTo>
                    <a:pt x="6470791" y="0"/>
                  </a:lnTo>
                  <a:lnTo>
                    <a:pt x="6469079" y="0"/>
                  </a:lnTo>
                  <a:lnTo>
                    <a:pt x="6467368" y="0"/>
                  </a:lnTo>
                  <a:lnTo>
                    <a:pt x="6465656" y="0"/>
                  </a:lnTo>
                  <a:lnTo>
                    <a:pt x="6463945" y="0"/>
                  </a:lnTo>
                  <a:lnTo>
                    <a:pt x="6462234" y="0"/>
                  </a:lnTo>
                  <a:lnTo>
                    <a:pt x="6460522" y="0"/>
                  </a:lnTo>
                  <a:lnTo>
                    <a:pt x="6458811" y="0"/>
                  </a:lnTo>
                  <a:lnTo>
                    <a:pt x="6457099" y="0"/>
                  </a:lnTo>
                  <a:lnTo>
                    <a:pt x="6455388" y="0"/>
                  </a:lnTo>
                  <a:lnTo>
                    <a:pt x="6453677" y="0"/>
                  </a:lnTo>
                  <a:lnTo>
                    <a:pt x="6451965" y="0"/>
                  </a:lnTo>
                  <a:lnTo>
                    <a:pt x="6450254" y="0"/>
                  </a:lnTo>
                  <a:lnTo>
                    <a:pt x="6448542" y="0"/>
                  </a:lnTo>
                  <a:lnTo>
                    <a:pt x="6446831" y="0"/>
                  </a:lnTo>
                  <a:lnTo>
                    <a:pt x="6445120" y="0"/>
                  </a:lnTo>
                  <a:lnTo>
                    <a:pt x="6443408" y="0"/>
                  </a:lnTo>
                  <a:lnTo>
                    <a:pt x="6441697" y="0"/>
                  </a:lnTo>
                  <a:lnTo>
                    <a:pt x="6439985" y="0"/>
                  </a:lnTo>
                  <a:lnTo>
                    <a:pt x="6438274" y="0"/>
                  </a:lnTo>
                  <a:lnTo>
                    <a:pt x="6436563" y="0"/>
                  </a:lnTo>
                  <a:lnTo>
                    <a:pt x="6434851" y="0"/>
                  </a:lnTo>
                  <a:lnTo>
                    <a:pt x="6433140" y="0"/>
                  </a:lnTo>
                  <a:lnTo>
                    <a:pt x="6431428" y="0"/>
                  </a:lnTo>
                  <a:lnTo>
                    <a:pt x="6429717" y="0"/>
                  </a:lnTo>
                  <a:lnTo>
                    <a:pt x="6428006" y="0"/>
                  </a:lnTo>
                  <a:lnTo>
                    <a:pt x="6426294" y="0"/>
                  </a:lnTo>
                  <a:lnTo>
                    <a:pt x="6424583" y="0"/>
                  </a:lnTo>
                  <a:lnTo>
                    <a:pt x="6422872" y="0"/>
                  </a:lnTo>
                  <a:lnTo>
                    <a:pt x="6421160" y="0"/>
                  </a:lnTo>
                  <a:lnTo>
                    <a:pt x="6419449" y="0"/>
                  </a:lnTo>
                  <a:lnTo>
                    <a:pt x="6417737" y="0"/>
                  </a:lnTo>
                  <a:lnTo>
                    <a:pt x="6416026" y="0"/>
                  </a:lnTo>
                  <a:lnTo>
                    <a:pt x="6414315" y="0"/>
                  </a:lnTo>
                  <a:lnTo>
                    <a:pt x="6412603" y="0"/>
                  </a:lnTo>
                  <a:lnTo>
                    <a:pt x="6410892" y="0"/>
                  </a:lnTo>
                  <a:lnTo>
                    <a:pt x="6409180" y="0"/>
                  </a:lnTo>
                  <a:lnTo>
                    <a:pt x="6407469" y="0"/>
                  </a:lnTo>
                  <a:lnTo>
                    <a:pt x="6405758" y="0"/>
                  </a:lnTo>
                  <a:lnTo>
                    <a:pt x="6404046" y="0"/>
                  </a:lnTo>
                  <a:lnTo>
                    <a:pt x="6402335" y="0"/>
                  </a:lnTo>
                  <a:lnTo>
                    <a:pt x="6400623" y="0"/>
                  </a:lnTo>
                  <a:lnTo>
                    <a:pt x="6398912" y="0"/>
                  </a:lnTo>
                  <a:lnTo>
                    <a:pt x="6397201" y="0"/>
                  </a:lnTo>
                  <a:lnTo>
                    <a:pt x="6395489" y="0"/>
                  </a:lnTo>
                  <a:lnTo>
                    <a:pt x="6393778" y="0"/>
                  </a:lnTo>
                  <a:lnTo>
                    <a:pt x="6392066" y="0"/>
                  </a:lnTo>
                  <a:lnTo>
                    <a:pt x="6390355" y="0"/>
                  </a:lnTo>
                  <a:lnTo>
                    <a:pt x="6388644" y="0"/>
                  </a:lnTo>
                  <a:lnTo>
                    <a:pt x="6386932" y="0"/>
                  </a:lnTo>
                  <a:lnTo>
                    <a:pt x="6385221" y="0"/>
                  </a:lnTo>
                  <a:lnTo>
                    <a:pt x="6383509" y="0"/>
                  </a:lnTo>
                  <a:lnTo>
                    <a:pt x="6381798" y="0"/>
                  </a:lnTo>
                  <a:lnTo>
                    <a:pt x="6380087" y="0"/>
                  </a:lnTo>
                  <a:lnTo>
                    <a:pt x="6378375" y="0"/>
                  </a:lnTo>
                  <a:lnTo>
                    <a:pt x="6376664" y="0"/>
                  </a:lnTo>
                  <a:lnTo>
                    <a:pt x="6374952" y="0"/>
                  </a:lnTo>
                  <a:lnTo>
                    <a:pt x="6373241" y="0"/>
                  </a:lnTo>
                  <a:lnTo>
                    <a:pt x="6371530" y="0"/>
                  </a:lnTo>
                  <a:lnTo>
                    <a:pt x="6369818" y="0"/>
                  </a:lnTo>
                  <a:lnTo>
                    <a:pt x="6368107" y="0"/>
                  </a:lnTo>
                  <a:lnTo>
                    <a:pt x="6366395" y="0"/>
                  </a:lnTo>
                  <a:lnTo>
                    <a:pt x="6364684" y="0"/>
                  </a:lnTo>
                  <a:lnTo>
                    <a:pt x="6362973" y="0"/>
                  </a:lnTo>
                  <a:lnTo>
                    <a:pt x="6361261" y="0"/>
                  </a:lnTo>
                  <a:lnTo>
                    <a:pt x="6359550" y="0"/>
                  </a:lnTo>
                  <a:lnTo>
                    <a:pt x="6357838" y="0"/>
                  </a:lnTo>
                  <a:lnTo>
                    <a:pt x="6356127" y="0"/>
                  </a:lnTo>
                  <a:lnTo>
                    <a:pt x="6354416" y="0"/>
                  </a:lnTo>
                  <a:lnTo>
                    <a:pt x="6352704" y="0"/>
                  </a:lnTo>
                  <a:lnTo>
                    <a:pt x="6350993" y="0"/>
                  </a:lnTo>
                  <a:lnTo>
                    <a:pt x="6349281" y="0"/>
                  </a:lnTo>
                  <a:lnTo>
                    <a:pt x="6347570" y="0"/>
                  </a:lnTo>
                  <a:lnTo>
                    <a:pt x="6345859" y="0"/>
                  </a:lnTo>
                  <a:lnTo>
                    <a:pt x="6344147" y="0"/>
                  </a:lnTo>
                  <a:lnTo>
                    <a:pt x="6342436" y="0"/>
                  </a:lnTo>
                  <a:lnTo>
                    <a:pt x="6340724" y="0"/>
                  </a:lnTo>
                  <a:lnTo>
                    <a:pt x="6339013" y="0"/>
                  </a:lnTo>
                  <a:lnTo>
                    <a:pt x="6337302" y="0"/>
                  </a:lnTo>
                  <a:lnTo>
                    <a:pt x="6335590" y="0"/>
                  </a:lnTo>
                  <a:lnTo>
                    <a:pt x="6333879" y="0"/>
                  </a:lnTo>
                  <a:lnTo>
                    <a:pt x="6332167" y="0"/>
                  </a:lnTo>
                  <a:lnTo>
                    <a:pt x="6330456" y="0"/>
                  </a:lnTo>
                  <a:lnTo>
                    <a:pt x="6328745" y="0"/>
                  </a:lnTo>
                  <a:lnTo>
                    <a:pt x="6327033" y="0"/>
                  </a:lnTo>
                  <a:lnTo>
                    <a:pt x="6325322" y="0"/>
                  </a:lnTo>
                  <a:lnTo>
                    <a:pt x="6323611" y="0"/>
                  </a:lnTo>
                  <a:lnTo>
                    <a:pt x="6321899" y="0"/>
                  </a:lnTo>
                  <a:lnTo>
                    <a:pt x="6320188" y="0"/>
                  </a:lnTo>
                  <a:lnTo>
                    <a:pt x="6318476" y="0"/>
                  </a:lnTo>
                  <a:lnTo>
                    <a:pt x="6316765" y="0"/>
                  </a:lnTo>
                  <a:lnTo>
                    <a:pt x="6315054" y="0"/>
                  </a:lnTo>
                  <a:lnTo>
                    <a:pt x="6313342" y="0"/>
                  </a:lnTo>
                  <a:lnTo>
                    <a:pt x="6311631" y="0"/>
                  </a:lnTo>
                  <a:lnTo>
                    <a:pt x="6309919" y="0"/>
                  </a:lnTo>
                  <a:lnTo>
                    <a:pt x="6308208" y="0"/>
                  </a:lnTo>
                  <a:lnTo>
                    <a:pt x="6306497" y="0"/>
                  </a:lnTo>
                  <a:lnTo>
                    <a:pt x="6304785" y="0"/>
                  </a:lnTo>
                  <a:lnTo>
                    <a:pt x="6303074" y="0"/>
                  </a:lnTo>
                  <a:lnTo>
                    <a:pt x="6301362" y="0"/>
                  </a:lnTo>
                  <a:lnTo>
                    <a:pt x="6299651" y="0"/>
                  </a:lnTo>
                  <a:lnTo>
                    <a:pt x="6297940" y="0"/>
                  </a:lnTo>
                  <a:lnTo>
                    <a:pt x="6296228" y="0"/>
                  </a:lnTo>
                  <a:lnTo>
                    <a:pt x="6294517" y="0"/>
                  </a:lnTo>
                  <a:lnTo>
                    <a:pt x="6292805" y="0"/>
                  </a:lnTo>
                  <a:lnTo>
                    <a:pt x="6291094" y="0"/>
                  </a:lnTo>
                  <a:lnTo>
                    <a:pt x="6289383" y="0"/>
                  </a:lnTo>
                  <a:lnTo>
                    <a:pt x="6287671" y="0"/>
                  </a:lnTo>
                  <a:lnTo>
                    <a:pt x="6285960" y="0"/>
                  </a:lnTo>
                  <a:lnTo>
                    <a:pt x="6284248" y="0"/>
                  </a:lnTo>
                  <a:lnTo>
                    <a:pt x="6282537" y="0"/>
                  </a:lnTo>
                  <a:lnTo>
                    <a:pt x="6280826" y="0"/>
                  </a:lnTo>
                  <a:lnTo>
                    <a:pt x="6279114" y="0"/>
                  </a:lnTo>
                  <a:lnTo>
                    <a:pt x="6277403" y="0"/>
                  </a:lnTo>
                  <a:lnTo>
                    <a:pt x="6275691" y="0"/>
                  </a:lnTo>
                  <a:lnTo>
                    <a:pt x="6273980" y="0"/>
                  </a:lnTo>
                  <a:lnTo>
                    <a:pt x="6272269" y="0"/>
                  </a:lnTo>
                  <a:lnTo>
                    <a:pt x="6270557" y="0"/>
                  </a:lnTo>
                  <a:lnTo>
                    <a:pt x="6268846" y="0"/>
                  </a:lnTo>
                  <a:lnTo>
                    <a:pt x="6267134" y="0"/>
                  </a:lnTo>
                  <a:lnTo>
                    <a:pt x="6265423" y="0"/>
                  </a:lnTo>
                  <a:lnTo>
                    <a:pt x="6263712" y="0"/>
                  </a:lnTo>
                  <a:lnTo>
                    <a:pt x="6262000" y="0"/>
                  </a:lnTo>
                  <a:lnTo>
                    <a:pt x="6260289" y="0"/>
                  </a:lnTo>
                  <a:lnTo>
                    <a:pt x="6258577" y="0"/>
                  </a:lnTo>
                  <a:lnTo>
                    <a:pt x="6256866" y="0"/>
                  </a:lnTo>
                  <a:lnTo>
                    <a:pt x="6255155" y="0"/>
                  </a:lnTo>
                  <a:lnTo>
                    <a:pt x="6253443" y="0"/>
                  </a:lnTo>
                  <a:lnTo>
                    <a:pt x="6251732" y="0"/>
                  </a:lnTo>
                  <a:lnTo>
                    <a:pt x="6250020" y="0"/>
                  </a:lnTo>
                  <a:lnTo>
                    <a:pt x="6248309" y="0"/>
                  </a:lnTo>
                  <a:lnTo>
                    <a:pt x="6246598" y="0"/>
                  </a:lnTo>
                  <a:lnTo>
                    <a:pt x="6244886" y="0"/>
                  </a:lnTo>
                  <a:lnTo>
                    <a:pt x="6243175" y="0"/>
                  </a:lnTo>
                  <a:lnTo>
                    <a:pt x="6241463" y="0"/>
                  </a:lnTo>
                  <a:lnTo>
                    <a:pt x="6239752" y="0"/>
                  </a:lnTo>
                  <a:lnTo>
                    <a:pt x="6238041" y="0"/>
                  </a:lnTo>
                  <a:lnTo>
                    <a:pt x="6236329" y="0"/>
                  </a:lnTo>
                  <a:lnTo>
                    <a:pt x="6234618" y="0"/>
                  </a:lnTo>
                  <a:lnTo>
                    <a:pt x="6232906" y="0"/>
                  </a:lnTo>
                  <a:lnTo>
                    <a:pt x="6231195" y="0"/>
                  </a:lnTo>
                  <a:lnTo>
                    <a:pt x="6229484" y="0"/>
                  </a:lnTo>
                  <a:lnTo>
                    <a:pt x="6227772" y="0"/>
                  </a:lnTo>
                  <a:lnTo>
                    <a:pt x="6226061" y="0"/>
                  </a:lnTo>
                  <a:lnTo>
                    <a:pt x="6224349" y="0"/>
                  </a:lnTo>
                  <a:lnTo>
                    <a:pt x="6222638" y="0"/>
                  </a:lnTo>
                  <a:lnTo>
                    <a:pt x="6220927" y="0"/>
                  </a:lnTo>
                  <a:lnTo>
                    <a:pt x="6219215" y="0"/>
                  </a:lnTo>
                  <a:lnTo>
                    <a:pt x="6217504" y="0"/>
                  </a:lnTo>
                  <a:lnTo>
                    <a:pt x="6215793" y="0"/>
                  </a:lnTo>
                  <a:lnTo>
                    <a:pt x="6214081" y="0"/>
                  </a:lnTo>
                  <a:lnTo>
                    <a:pt x="6212370" y="0"/>
                  </a:lnTo>
                  <a:lnTo>
                    <a:pt x="6210658" y="0"/>
                  </a:lnTo>
                  <a:lnTo>
                    <a:pt x="6208947" y="0"/>
                  </a:lnTo>
                  <a:lnTo>
                    <a:pt x="6207236" y="0"/>
                  </a:lnTo>
                  <a:lnTo>
                    <a:pt x="6205524" y="0"/>
                  </a:lnTo>
                  <a:lnTo>
                    <a:pt x="6203813" y="0"/>
                  </a:lnTo>
                  <a:lnTo>
                    <a:pt x="6202101" y="0"/>
                  </a:lnTo>
                  <a:lnTo>
                    <a:pt x="6200390" y="0"/>
                  </a:lnTo>
                  <a:lnTo>
                    <a:pt x="6198679" y="0"/>
                  </a:lnTo>
                  <a:lnTo>
                    <a:pt x="6196967" y="0"/>
                  </a:lnTo>
                  <a:lnTo>
                    <a:pt x="6195256" y="0"/>
                  </a:lnTo>
                  <a:lnTo>
                    <a:pt x="6193544" y="0"/>
                  </a:lnTo>
                  <a:lnTo>
                    <a:pt x="6191833" y="0"/>
                  </a:lnTo>
                  <a:lnTo>
                    <a:pt x="6190122" y="0"/>
                  </a:lnTo>
                  <a:lnTo>
                    <a:pt x="6188410" y="0"/>
                  </a:lnTo>
                  <a:lnTo>
                    <a:pt x="6186699" y="0"/>
                  </a:lnTo>
                  <a:lnTo>
                    <a:pt x="6184987" y="0"/>
                  </a:lnTo>
                  <a:lnTo>
                    <a:pt x="6183276" y="0"/>
                  </a:lnTo>
                  <a:lnTo>
                    <a:pt x="6181565" y="0"/>
                  </a:lnTo>
                  <a:lnTo>
                    <a:pt x="6179853" y="0"/>
                  </a:lnTo>
                  <a:lnTo>
                    <a:pt x="6178142" y="0"/>
                  </a:lnTo>
                  <a:lnTo>
                    <a:pt x="6176430" y="0"/>
                  </a:lnTo>
                  <a:lnTo>
                    <a:pt x="6174719" y="0"/>
                  </a:lnTo>
                  <a:lnTo>
                    <a:pt x="6173008" y="0"/>
                  </a:lnTo>
                  <a:lnTo>
                    <a:pt x="6171296" y="0"/>
                  </a:lnTo>
                  <a:lnTo>
                    <a:pt x="6169585" y="0"/>
                  </a:lnTo>
                  <a:lnTo>
                    <a:pt x="6167873" y="0"/>
                  </a:lnTo>
                  <a:lnTo>
                    <a:pt x="6166162" y="0"/>
                  </a:lnTo>
                  <a:lnTo>
                    <a:pt x="6164451" y="0"/>
                  </a:lnTo>
                  <a:lnTo>
                    <a:pt x="6162739" y="0"/>
                  </a:lnTo>
                  <a:lnTo>
                    <a:pt x="6161028" y="0"/>
                  </a:lnTo>
                  <a:lnTo>
                    <a:pt x="6159316" y="0"/>
                  </a:lnTo>
                  <a:lnTo>
                    <a:pt x="6157605" y="0"/>
                  </a:lnTo>
                  <a:lnTo>
                    <a:pt x="6155894" y="0"/>
                  </a:lnTo>
                  <a:lnTo>
                    <a:pt x="6154182" y="0"/>
                  </a:lnTo>
                  <a:lnTo>
                    <a:pt x="6152471" y="0"/>
                  </a:lnTo>
                  <a:lnTo>
                    <a:pt x="6150759" y="0"/>
                  </a:lnTo>
                  <a:lnTo>
                    <a:pt x="6149048" y="0"/>
                  </a:lnTo>
                  <a:lnTo>
                    <a:pt x="6147337" y="0"/>
                  </a:lnTo>
                  <a:lnTo>
                    <a:pt x="6145625" y="0"/>
                  </a:lnTo>
                  <a:lnTo>
                    <a:pt x="6143914" y="0"/>
                  </a:lnTo>
                  <a:lnTo>
                    <a:pt x="6142202" y="0"/>
                  </a:lnTo>
                  <a:lnTo>
                    <a:pt x="6140491" y="0"/>
                  </a:lnTo>
                  <a:lnTo>
                    <a:pt x="6138780" y="0"/>
                  </a:lnTo>
                  <a:lnTo>
                    <a:pt x="6137068" y="0"/>
                  </a:lnTo>
                  <a:lnTo>
                    <a:pt x="6135357" y="0"/>
                  </a:lnTo>
                  <a:lnTo>
                    <a:pt x="6133645" y="0"/>
                  </a:lnTo>
                  <a:lnTo>
                    <a:pt x="6131934" y="0"/>
                  </a:lnTo>
                  <a:lnTo>
                    <a:pt x="6130223" y="0"/>
                  </a:lnTo>
                  <a:lnTo>
                    <a:pt x="6128511" y="0"/>
                  </a:lnTo>
                  <a:lnTo>
                    <a:pt x="6126800" y="0"/>
                  </a:lnTo>
                  <a:lnTo>
                    <a:pt x="6125088" y="0"/>
                  </a:lnTo>
                  <a:lnTo>
                    <a:pt x="6123377" y="0"/>
                  </a:lnTo>
                  <a:lnTo>
                    <a:pt x="6121666" y="0"/>
                  </a:lnTo>
                  <a:lnTo>
                    <a:pt x="6119954" y="0"/>
                  </a:lnTo>
                  <a:lnTo>
                    <a:pt x="6118243" y="0"/>
                  </a:lnTo>
                  <a:lnTo>
                    <a:pt x="6116531" y="0"/>
                  </a:lnTo>
                  <a:lnTo>
                    <a:pt x="6114820" y="0"/>
                  </a:lnTo>
                  <a:lnTo>
                    <a:pt x="6113109" y="0"/>
                  </a:lnTo>
                  <a:lnTo>
                    <a:pt x="6111397" y="0"/>
                  </a:lnTo>
                  <a:lnTo>
                    <a:pt x="6109686" y="0"/>
                  </a:lnTo>
                  <a:lnTo>
                    <a:pt x="6107975" y="0"/>
                  </a:lnTo>
                  <a:lnTo>
                    <a:pt x="6106263" y="0"/>
                  </a:lnTo>
                  <a:lnTo>
                    <a:pt x="6104552" y="0"/>
                  </a:lnTo>
                  <a:lnTo>
                    <a:pt x="6102840" y="0"/>
                  </a:lnTo>
                  <a:lnTo>
                    <a:pt x="6101129" y="0"/>
                  </a:lnTo>
                  <a:lnTo>
                    <a:pt x="6099418" y="0"/>
                  </a:lnTo>
                  <a:lnTo>
                    <a:pt x="6097706" y="0"/>
                  </a:lnTo>
                  <a:lnTo>
                    <a:pt x="6095995" y="0"/>
                  </a:lnTo>
                  <a:lnTo>
                    <a:pt x="6094283" y="0"/>
                  </a:lnTo>
                  <a:lnTo>
                    <a:pt x="6092572" y="0"/>
                  </a:lnTo>
                  <a:lnTo>
                    <a:pt x="6090861" y="0"/>
                  </a:lnTo>
                  <a:lnTo>
                    <a:pt x="6089149" y="0"/>
                  </a:lnTo>
                  <a:lnTo>
                    <a:pt x="6087438" y="0"/>
                  </a:lnTo>
                  <a:lnTo>
                    <a:pt x="6085726" y="0"/>
                  </a:lnTo>
                  <a:lnTo>
                    <a:pt x="6084015" y="0"/>
                  </a:lnTo>
                  <a:lnTo>
                    <a:pt x="6082304" y="0"/>
                  </a:lnTo>
                  <a:lnTo>
                    <a:pt x="6080592" y="0"/>
                  </a:lnTo>
                  <a:lnTo>
                    <a:pt x="6078881" y="0"/>
                  </a:lnTo>
                  <a:lnTo>
                    <a:pt x="6077169" y="0"/>
                  </a:lnTo>
                  <a:lnTo>
                    <a:pt x="6075458" y="0"/>
                  </a:lnTo>
                  <a:lnTo>
                    <a:pt x="6073747" y="0"/>
                  </a:lnTo>
                  <a:lnTo>
                    <a:pt x="6072035" y="0"/>
                  </a:lnTo>
                  <a:lnTo>
                    <a:pt x="6070324" y="0"/>
                  </a:lnTo>
                  <a:lnTo>
                    <a:pt x="6068612" y="0"/>
                  </a:lnTo>
                  <a:lnTo>
                    <a:pt x="6066901" y="0"/>
                  </a:lnTo>
                  <a:lnTo>
                    <a:pt x="6065190" y="0"/>
                  </a:lnTo>
                  <a:lnTo>
                    <a:pt x="6063478" y="0"/>
                  </a:lnTo>
                  <a:lnTo>
                    <a:pt x="6061767" y="0"/>
                  </a:lnTo>
                  <a:lnTo>
                    <a:pt x="6060055" y="0"/>
                  </a:lnTo>
                  <a:lnTo>
                    <a:pt x="6058344" y="0"/>
                  </a:lnTo>
                  <a:lnTo>
                    <a:pt x="6056633" y="0"/>
                  </a:lnTo>
                  <a:lnTo>
                    <a:pt x="6054921" y="0"/>
                  </a:lnTo>
                  <a:lnTo>
                    <a:pt x="6053210" y="0"/>
                  </a:lnTo>
                  <a:lnTo>
                    <a:pt x="6051498" y="0"/>
                  </a:lnTo>
                  <a:lnTo>
                    <a:pt x="6049787" y="0"/>
                  </a:lnTo>
                  <a:lnTo>
                    <a:pt x="6048076" y="0"/>
                  </a:lnTo>
                  <a:lnTo>
                    <a:pt x="6046364" y="0"/>
                  </a:lnTo>
                  <a:lnTo>
                    <a:pt x="6044653" y="0"/>
                  </a:lnTo>
                  <a:lnTo>
                    <a:pt x="6042941" y="0"/>
                  </a:lnTo>
                  <a:lnTo>
                    <a:pt x="6041230" y="0"/>
                  </a:lnTo>
                  <a:lnTo>
                    <a:pt x="6039519" y="0"/>
                  </a:lnTo>
                  <a:lnTo>
                    <a:pt x="6037807" y="0"/>
                  </a:lnTo>
                  <a:lnTo>
                    <a:pt x="6036096" y="0"/>
                  </a:lnTo>
                  <a:lnTo>
                    <a:pt x="6034384" y="0"/>
                  </a:lnTo>
                  <a:lnTo>
                    <a:pt x="6032673" y="0"/>
                  </a:lnTo>
                  <a:lnTo>
                    <a:pt x="6030962" y="0"/>
                  </a:lnTo>
                  <a:lnTo>
                    <a:pt x="6029250" y="0"/>
                  </a:lnTo>
                  <a:lnTo>
                    <a:pt x="6027539" y="0"/>
                  </a:lnTo>
                  <a:lnTo>
                    <a:pt x="6025827" y="0"/>
                  </a:lnTo>
                  <a:lnTo>
                    <a:pt x="6024116" y="0"/>
                  </a:lnTo>
                  <a:lnTo>
                    <a:pt x="6022405" y="0"/>
                  </a:lnTo>
                  <a:lnTo>
                    <a:pt x="6020693" y="0"/>
                  </a:lnTo>
                  <a:lnTo>
                    <a:pt x="6018982" y="0"/>
                  </a:lnTo>
                  <a:lnTo>
                    <a:pt x="6017270" y="0"/>
                  </a:lnTo>
                  <a:lnTo>
                    <a:pt x="6015559" y="0"/>
                  </a:lnTo>
                  <a:lnTo>
                    <a:pt x="6013848" y="0"/>
                  </a:lnTo>
                  <a:lnTo>
                    <a:pt x="6012136" y="0"/>
                  </a:lnTo>
                  <a:lnTo>
                    <a:pt x="6010425" y="0"/>
                  </a:lnTo>
                  <a:lnTo>
                    <a:pt x="6008713" y="0"/>
                  </a:lnTo>
                  <a:lnTo>
                    <a:pt x="6007002" y="0"/>
                  </a:lnTo>
                  <a:lnTo>
                    <a:pt x="6005291" y="0"/>
                  </a:lnTo>
                  <a:lnTo>
                    <a:pt x="6003579" y="0"/>
                  </a:lnTo>
                  <a:lnTo>
                    <a:pt x="6001868" y="0"/>
                  </a:lnTo>
                  <a:lnTo>
                    <a:pt x="6000157" y="0"/>
                  </a:lnTo>
                  <a:lnTo>
                    <a:pt x="5998445" y="0"/>
                  </a:lnTo>
                  <a:lnTo>
                    <a:pt x="5996734" y="0"/>
                  </a:lnTo>
                  <a:lnTo>
                    <a:pt x="5995022" y="0"/>
                  </a:lnTo>
                  <a:lnTo>
                    <a:pt x="5993311" y="0"/>
                  </a:lnTo>
                  <a:lnTo>
                    <a:pt x="5991600" y="0"/>
                  </a:lnTo>
                  <a:lnTo>
                    <a:pt x="5989888" y="0"/>
                  </a:lnTo>
                  <a:lnTo>
                    <a:pt x="5988177" y="0"/>
                  </a:lnTo>
                  <a:lnTo>
                    <a:pt x="5986465" y="0"/>
                  </a:lnTo>
                  <a:lnTo>
                    <a:pt x="5984754" y="0"/>
                  </a:lnTo>
                  <a:lnTo>
                    <a:pt x="5983043" y="0"/>
                  </a:lnTo>
                  <a:lnTo>
                    <a:pt x="5981331" y="0"/>
                  </a:lnTo>
                  <a:lnTo>
                    <a:pt x="5979620" y="0"/>
                  </a:lnTo>
                  <a:lnTo>
                    <a:pt x="5977908" y="0"/>
                  </a:lnTo>
                  <a:lnTo>
                    <a:pt x="5976197" y="0"/>
                  </a:lnTo>
                  <a:lnTo>
                    <a:pt x="5974486" y="0"/>
                  </a:lnTo>
                  <a:lnTo>
                    <a:pt x="5972774" y="0"/>
                  </a:lnTo>
                  <a:lnTo>
                    <a:pt x="5971063" y="0"/>
                  </a:lnTo>
                  <a:lnTo>
                    <a:pt x="5969351" y="0"/>
                  </a:lnTo>
                  <a:lnTo>
                    <a:pt x="5967640" y="0"/>
                  </a:lnTo>
                  <a:lnTo>
                    <a:pt x="5965929" y="0"/>
                  </a:lnTo>
                  <a:lnTo>
                    <a:pt x="5964217" y="0"/>
                  </a:lnTo>
                  <a:lnTo>
                    <a:pt x="5962506" y="0"/>
                  </a:lnTo>
                  <a:lnTo>
                    <a:pt x="5960794" y="0"/>
                  </a:lnTo>
                  <a:lnTo>
                    <a:pt x="5959083" y="0"/>
                  </a:lnTo>
                  <a:lnTo>
                    <a:pt x="5957372" y="0"/>
                  </a:lnTo>
                  <a:lnTo>
                    <a:pt x="5955660" y="0"/>
                  </a:lnTo>
                  <a:lnTo>
                    <a:pt x="5953949" y="0"/>
                  </a:lnTo>
                  <a:lnTo>
                    <a:pt x="5952237" y="0"/>
                  </a:lnTo>
                  <a:lnTo>
                    <a:pt x="5950526" y="0"/>
                  </a:lnTo>
                  <a:lnTo>
                    <a:pt x="5948815" y="0"/>
                  </a:lnTo>
                  <a:lnTo>
                    <a:pt x="5947103" y="0"/>
                  </a:lnTo>
                  <a:lnTo>
                    <a:pt x="5945392" y="0"/>
                  </a:lnTo>
                  <a:lnTo>
                    <a:pt x="5943680" y="0"/>
                  </a:lnTo>
                  <a:lnTo>
                    <a:pt x="5941969" y="0"/>
                  </a:lnTo>
                  <a:lnTo>
                    <a:pt x="5940258" y="0"/>
                  </a:lnTo>
                  <a:lnTo>
                    <a:pt x="5938546" y="0"/>
                  </a:lnTo>
                  <a:lnTo>
                    <a:pt x="5936835" y="0"/>
                  </a:lnTo>
                  <a:lnTo>
                    <a:pt x="5935123" y="0"/>
                  </a:lnTo>
                  <a:lnTo>
                    <a:pt x="5933412" y="0"/>
                  </a:lnTo>
                  <a:lnTo>
                    <a:pt x="5931701" y="0"/>
                  </a:lnTo>
                  <a:lnTo>
                    <a:pt x="5929989" y="0"/>
                  </a:lnTo>
                  <a:lnTo>
                    <a:pt x="5928278" y="0"/>
                  </a:lnTo>
                  <a:lnTo>
                    <a:pt x="5926566" y="0"/>
                  </a:lnTo>
                  <a:lnTo>
                    <a:pt x="5924855" y="0"/>
                  </a:lnTo>
                  <a:lnTo>
                    <a:pt x="5923144" y="0"/>
                  </a:lnTo>
                  <a:lnTo>
                    <a:pt x="5921432" y="0"/>
                  </a:lnTo>
                  <a:lnTo>
                    <a:pt x="5919721" y="0"/>
                  </a:lnTo>
                  <a:lnTo>
                    <a:pt x="5918009" y="0"/>
                  </a:lnTo>
                  <a:lnTo>
                    <a:pt x="5916298" y="0"/>
                  </a:lnTo>
                  <a:lnTo>
                    <a:pt x="5914587" y="0"/>
                  </a:lnTo>
                  <a:lnTo>
                    <a:pt x="5912875" y="0"/>
                  </a:lnTo>
                  <a:lnTo>
                    <a:pt x="5911164" y="0"/>
                  </a:lnTo>
                  <a:lnTo>
                    <a:pt x="5909452" y="0"/>
                  </a:lnTo>
                  <a:lnTo>
                    <a:pt x="5907741" y="0"/>
                  </a:lnTo>
                  <a:lnTo>
                    <a:pt x="5906030" y="0"/>
                  </a:lnTo>
                  <a:lnTo>
                    <a:pt x="5904318" y="0"/>
                  </a:lnTo>
                  <a:lnTo>
                    <a:pt x="5902607" y="0"/>
                  </a:lnTo>
                  <a:lnTo>
                    <a:pt x="5900896" y="0"/>
                  </a:lnTo>
                  <a:lnTo>
                    <a:pt x="5899184" y="0"/>
                  </a:lnTo>
                  <a:lnTo>
                    <a:pt x="5897473" y="0"/>
                  </a:lnTo>
                  <a:lnTo>
                    <a:pt x="5895761" y="0"/>
                  </a:lnTo>
                  <a:lnTo>
                    <a:pt x="5894050" y="0"/>
                  </a:lnTo>
                  <a:lnTo>
                    <a:pt x="5892339" y="0"/>
                  </a:lnTo>
                  <a:lnTo>
                    <a:pt x="5890627" y="0"/>
                  </a:lnTo>
                  <a:lnTo>
                    <a:pt x="5888916" y="0"/>
                  </a:lnTo>
                  <a:lnTo>
                    <a:pt x="5887204" y="0"/>
                  </a:lnTo>
                  <a:lnTo>
                    <a:pt x="5885493" y="0"/>
                  </a:lnTo>
                  <a:lnTo>
                    <a:pt x="5883782" y="0"/>
                  </a:lnTo>
                  <a:lnTo>
                    <a:pt x="5882070" y="0"/>
                  </a:lnTo>
                  <a:lnTo>
                    <a:pt x="5880359" y="0"/>
                  </a:lnTo>
                  <a:lnTo>
                    <a:pt x="5878647" y="0"/>
                  </a:lnTo>
                  <a:lnTo>
                    <a:pt x="5876936" y="0"/>
                  </a:lnTo>
                  <a:lnTo>
                    <a:pt x="5875225" y="0"/>
                  </a:lnTo>
                  <a:lnTo>
                    <a:pt x="5873513" y="0"/>
                  </a:lnTo>
                  <a:lnTo>
                    <a:pt x="5871802" y="0"/>
                  </a:lnTo>
                  <a:lnTo>
                    <a:pt x="5870090" y="0"/>
                  </a:lnTo>
                  <a:lnTo>
                    <a:pt x="5868379" y="0"/>
                  </a:lnTo>
                  <a:lnTo>
                    <a:pt x="5866668" y="0"/>
                  </a:lnTo>
                  <a:lnTo>
                    <a:pt x="5864956" y="0"/>
                  </a:lnTo>
                  <a:lnTo>
                    <a:pt x="5863245" y="0"/>
                  </a:lnTo>
                  <a:lnTo>
                    <a:pt x="5861533" y="0"/>
                  </a:lnTo>
                  <a:lnTo>
                    <a:pt x="5859822" y="0"/>
                  </a:lnTo>
                  <a:lnTo>
                    <a:pt x="5858111" y="0"/>
                  </a:lnTo>
                  <a:lnTo>
                    <a:pt x="5856399" y="0"/>
                  </a:lnTo>
                  <a:lnTo>
                    <a:pt x="5854688" y="0"/>
                  </a:lnTo>
                  <a:lnTo>
                    <a:pt x="5852976" y="0"/>
                  </a:lnTo>
                  <a:lnTo>
                    <a:pt x="5851265" y="0"/>
                  </a:lnTo>
                  <a:lnTo>
                    <a:pt x="5849554" y="0"/>
                  </a:lnTo>
                  <a:lnTo>
                    <a:pt x="5847842" y="0"/>
                  </a:lnTo>
                  <a:lnTo>
                    <a:pt x="5846131" y="0"/>
                  </a:lnTo>
                  <a:lnTo>
                    <a:pt x="5844419" y="0"/>
                  </a:lnTo>
                  <a:lnTo>
                    <a:pt x="5842708" y="0"/>
                  </a:lnTo>
                  <a:lnTo>
                    <a:pt x="5840997" y="0"/>
                  </a:lnTo>
                  <a:lnTo>
                    <a:pt x="5839285" y="0"/>
                  </a:lnTo>
                  <a:lnTo>
                    <a:pt x="5837574" y="0"/>
                  </a:lnTo>
                  <a:lnTo>
                    <a:pt x="5835862" y="0"/>
                  </a:lnTo>
                  <a:lnTo>
                    <a:pt x="5834151" y="0"/>
                  </a:lnTo>
                  <a:lnTo>
                    <a:pt x="5832440" y="0"/>
                  </a:lnTo>
                  <a:lnTo>
                    <a:pt x="5830728" y="0"/>
                  </a:lnTo>
                  <a:lnTo>
                    <a:pt x="5829017" y="0"/>
                  </a:lnTo>
                  <a:lnTo>
                    <a:pt x="5827305" y="0"/>
                  </a:lnTo>
                  <a:lnTo>
                    <a:pt x="5825594" y="0"/>
                  </a:lnTo>
                  <a:lnTo>
                    <a:pt x="5823883" y="0"/>
                  </a:lnTo>
                  <a:lnTo>
                    <a:pt x="5822171" y="0"/>
                  </a:lnTo>
                  <a:lnTo>
                    <a:pt x="5820460" y="0"/>
                  </a:lnTo>
                  <a:lnTo>
                    <a:pt x="5818748" y="0"/>
                  </a:lnTo>
                  <a:lnTo>
                    <a:pt x="5817037" y="0"/>
                  </a:lnTo>
                  <a:lnTo>
                    <a:pt x="5815326" y="0"/>
                  </a:lnTo>
                  <a:lnTo>
                    <a:pt x="5813614" y="0"/>
                  </a:lnTo>
                  <a:lnTo>
                    <a:pt x="5811903" y="0"/>
                  </a:lnTo>
                  <a:lnTo>
                    <a:pt x="5810191" y="0"/>
                  </a:lnTo>
                  <a:lnTo>
                    <a:pt x="5808480" y="0"/>
                  </a:lnTo>
                  <a:lnTo>
                    <a:pt x="5806769" y="0"/>
                  </a:lnTo>
                  <a:lnTo>
                    <a:pt x="5805057" y="0"/>
                  </a:lnTo>
                  <a:lnTo>
                    <a:pt x="5803346" y="0"/>
                  </a:lnTo>
                  <a:lnTo>
                    <a:pt x="5801634" y="0"/>
                  </a:lnTo>
                  <a:lnTo>
                    <a:pt x="5799923" y="0"/>
                  </a:lnTo>
                  <a:lnTo>
                    <a:pt x="5798212" y="0"/>
                  </a:lnTo>
                  <a:lnTo>
                    <a:pt x="5796500" y="0"/>
                  </a:lnTo>
                  <a:lnTo>
                    <a:pt x="5794789" y="0"/>
                  </a:lnTo>
                  <a:lnTo>
                    <a:pt x="5793078" y="0"/>
                  </a:lnTo>
                  <a:lnTo>
                    <a:pt x="5791366" y="0"/>
                  </a:lnTo>
                  <a:lnTo>
                    <a:pt x="5789655" y="0"/>
                  </a:lnTo>
                  <a:lnTo>
                    <a:pt x="5787943" y="0"/>
                  </a:lnTo>
                  <a:lnTo>
                    <a:pt x="5786232" y="0"/>
                  </a:lnTo>
                  <a:lnTo>
                    <a:pt x="5784521" y="0"/>
                  </a:lnTo>
                  <a:lnTo>
                    <a:pt x="5782809" y="0"/>
                  </a:lnTo>
                  <a:lnTo>
                    <a:pt x="5781098" y="0"/>
                  </a:lnTo>
                  <a:lnTo>
                    <a:pt x="5779386" y="0"/>
                  </a:lnTo>
                  <a:lnTo>
                    <a:pt x="5777675" y="0"/>
                  </a:lnTo>
                  <a:lnTo>
                    <a:pt x="5775964" y="0"/>
                  </a:lnTo>
                  <a:lnTo>
                    <a:pt x="5774252" y="0"/>
                  </a:lnTo>
                  <a:lnTo>
                    <a:pt x="5772541" y="0"/>
                  </a:lnTo>
                  <a:lnTo>
                    <a:pt x="5770829" y="0"/>
                  </a:lnTo>
                  <a:lnTo>
                    <a:pt x="5769118" y="0"/>
                  </a:lnTo>
                  <a:lnTo>
                    <a:pt x="5767407" y="0"/>
                  </a:lnTo>
                  <a:lnTo>
                    <a:pt x="5765695" y="0"/>
                  </a:lnTo>
                  <a:lnTo>
                    <a:pt x="5763984" y="0"/>
                  </a:lnTo>
                  <a:lnTo>
                    <a:pt x="5762272" y="0"/>
                  </a:lnTo>
                  <a:lnTo>
                    <a:pt x="5760561" y="0"/>
                  </a:lnTo>
                  <a:lnTo>
                    <a:pt x="5758850" y="0"/>
                  </a:lnTo>
                  <a:lnTo>
                    <a:pt x="5757138" y="0"/>
                  </a:lnTo>
                  <a:lnTo>
                    <a:pt x="5755427" y="0"/>
                  </a:lnTo>
                  <a:lnTo>
                    <a:pt x="5753715" y="0"/>
                  </a:lnTo>
                  <a:lnTo>
                    <a:pt x="5752004" y="0"/>
                  </a:lnTo>
                  <a:lnTo>
                    <a:pt x="5750293" y="0"/>
                  </a:lnTo>
                  <a:lnTo>
                    <a:pt x="5748581" y="0"/>
                  </a:lnTo>
                  <a:lnTo>
                    <a:pt x="5746870" y="0"/>
                  </a:lnTo>
                  <a:lnTo>
                    <a:pt x="5745158" y="0"/>
                  </a:lnTo>
                  <a:lnTo>
                    <a:pt x="5743447" y="0"/>
                  </a:lnTo>
                  <a:lnTo>
                    <a:pt x="5741736" y="0"/>
                  </a:lnTo>
                  <a:lnTo>
                    <a:pt x="5740024" y="0"/>
                  </a:lnTo>
                  <a:lnTo>
                    <a:pt x="5738313" y="0"/>
                  </a:lnTo>
                  <a:lnTo>
                    <a:pt x="5736601" y="0"/>
                  </a:lnTo>
                  <a:lnTo>
                    <a:pt x="5734890" y="0"/>
                  </a:lnTo>
                  <a:lnTo>
                    <a:pt x="5733179" y="0"/>
                  </a:lnTo>
                  <a:lnTo>
                    <a:pt x="5731467" y="0"/>
                  </a:lnTo>
                  <a:lnTo>
                    <a:pt x="5729756" y="0"/>
                  </a:lnTo>
                  <a:lnTo>
                    <a:pt x="5728044" y="0"/>
                  </a:lnTo>
                  <a:lnTo>
                    <a:pt x="5726333" y="0"/>
                  </a:lnTo>
                  <a:lnTo>
                    <a:pt x="5724622" y="0"/>
                  </a:lnTo>
                  <a:lnTo>
                    <a:pt x="5722910" y="0"/>
                  </a:lnTo>
                  <a:lnTo>
                    <a:pt x="5721199" y="0"/>
                  </a:lnTo>
                  <a:lnTo>
                    <a:pt x="5719487" y="0"/>
                  </a:lnTo>
                  <a:lnTo>
                    <a:pt x="5717776" y="0"/>
                  </a:lnTo>
                  <a:lnTo>
                    <a:pt x="5716065" y="0"/>
                  </a:lnTo>
                  <a:lnTo>
                    <a:pt x="5714353" y="0"/>
                  </a:lnTo>
                  <a:lnTo>
                    <a:pt x="5712642" y="0"/>
                  </a:lnTo>
                  <a:lnTo>
                    <a:pt x="5710930" y="0"/>
                  </a:lnTo>
                  <a:lnTo>
                    <a:pt x="5709219" y="0"/>
                  </a:lnTo>
                  <a:lnTo>
                    <a:pt x="5707508" y="0"/>
                  </a:lnTo>
                  <a:lnTo>
                    <a:pt x="5705796" y="0"/>
                  </a:lnTo>
                  <a:lnTo>
                    <a:pt x="5704085" y="0"/>
                  </a:lnTo>
                  <a:lnTo>
                    <a:pt x="5702373" y="0"/>
                  </a:lnTo>
                  <a:lnTo>
                    <a:pt x="5700662" y="0"/>
                  </a:lnTo>
                  <a:lnTo>
                    <a:pt x="5698951" y="0"/>
                  </a:lnTo>
                  <a:lnTo>
                    <a:pt x="5697239" y="0"/>
                  </a:lnTo>
                  <a:lnTo>
                    <a:pt x="5695528" y="0"/>
                  </a:lnTo>
                  <a:lnTo>
                    <a:pt x="5693816" y="0"/>
                  </a:lnTo>
                  <a:lnTo>
                    <a:pt x="5692105" y="0"/>
                  </a:lnTo>
                  <a:lnTo>
                    <a:pt x="5690394" y="0"/>
                  </a:lnTo>
                  <a:lnTo>
                    <a:pt x="5688682" y="0"/>
                  </a:lnTo>
                  <a:lnTo>
                    <a:pt x="5686971" y="0"/>
                  </a:lnTo>
                  <a:lnTo>
                    <a:pt x="5685260" y="0"/>
                  </a:lnTo>
                  <a:lnTo>
                    <a:pt x="5683548" y="0"/>
                  </a:lnTo>
                  <a:lnTo>
                    <a:pt x="5681837" y="0"/>
                  </a:lnTo>
                  <a:lnTo>
                    <a:pt x="5680125" y="0"/>
                  </a:lnTo>
                  <a:lnTo>
                    <a:pt x="5678414" y="0"/>
                  </a:lnTo>
                  <a:lnTo>
                    <a:pt x="5676703" y="0"/>
                  </a:lnTo>
                  <a:lnTo>
                    <a:pt x="5674991" y="0"/>
                  </a:lnTo>
                  <a:lnTo>
                    <a:pt x="5673280" y="0"/>
                  </a:lnTo>
                  <a:lnTo>
                    <a:pt x="5671568" y="0"/>
                  </a:lnTo>
                  <a:lnTo>
                    <a:pt x="5669857" y="0"/>
                  </a:lnTo>
                  <a:lnTo>
                    <a:pt x="5668146" y="0"/>
                  </a:lnTo>
                  <a:lnTo>
                    <a:pt x="5666434" y="0"/>
                  </a:lnTo>
                  <a:lnTo>
                    <a:pt x="5664723" y="0"/>
                  </a:lnTo>
                  <a:lnTo>
                    <a:pt x="5663011" y="0"/>
                  </a:lnTo>
                  <a:lnTo>
                    <a:pt x="5661300" y="0"/>
                  </a:lnTo>
                  <a:lnTo>
                    <a:pt x="5659589" y="0"/>
                  </a:lnTo>
                  <a:lnTo>
                    <a:pt x="5657877" y="0"/>
                  </a:lnTo>
                  <a:lnTo>
                    <a:pt x="5656166" y="0"/>
                  </a:lnTo>
                  <a:lnTo>
                    <a:pt x="5654454" y="0"/>
                  </a:lnTo>
                  <a:lnTo>
                    <a:pt x="5652743" y="0"/>
                  </a:lnTo>
                  <a:lnTo>
                    <a:pt x="5651032" y="0"/>
                  </a:lnTo>
                  <a:lnTo>
                    <a:pt x="5649320" y="0"/>
                  </a:lnTo>
                  <a:lnTo>
                    <a:pt x="5647609" y="0"/>
                  </a:lnTo>
                  <a:lnTo>
                    <a:pt x="5645897" y="0"/>
                  </a:lnTo>
                  <a:lnTo>
                    <a:pt x="5644186" y="0"/>
                  </a:lnTo>
                  <a:lnTo>
                    <a:pt x="5642475" y="0"/>
                  </a:lnTo>
                  <a:lnTo>
                    <a:pt x="5640763" y="0"/>
                  </a:lnTo>
                  <a:lnTo>
                    <a:pt x="5639052" y="0"/>
                  </a:lnTo>
                  <a:lnTo>
                    <a:pt x="5637340" y="0"/>
                  </a:lnTo>
                  <a:lnTo>
                    <a:pt x="5635629" y="0"/>
                  </a:lnTo>
                  <a:lnTo>
                    <a:pt x="5633918" y="0"/>
                  </a:lnTo>
                  <a:lnTo>
                    <a:pt x="5632206" y="0"/>
                  </a:lnTo>
                  <a:lnTo>
                    <a:pt x="5630495" y="0"/>
                  </a:lnTo>
                  <a:lnTo>
                    <a:pt x="5628783" y="0"/>
                  </a:lnTo>
                  <a:lnTo>
                    <a:pt x="5627072" y="0"/>
                  </a:lnTo>
                  <a:lnTo>
                    <a:pt x="5625361" y="0"/>
                  </a:lnTo>
                  <a:lnTo>
                    <a:pt x="5623649" y="0"/>
                  </a:lnTo>
                  <a:lnTo>
                    <a:pt x="5621938" y="0"/>
                  </a:lnTo>
                  <a:lnTo>
                    <a:pt x="5620226" y="0"/>
                  </a:lnTo>
                  <a:lnTo>
                    <a:pt x="5618515" y="0"/>
                  </a:lnTo>
                  <a:lnTo>
                    <a:pt x="5616804" y="0"/>
                  </a:lnTo>
                  <a:lnTo>
                    <a:pt x="5615092" y="0"/>
                  </a:lnTo>
                  <a:lnTo>
                    <a:pt x="5613381" y="0"/>
                  </a:lnTo>
                  <a:lnTo>
                    <a:pt x="5611669" y="0"/>
                  </a:lnTo>
                  <a:lnTo>
                    <a:pt x="5609958" y="0"/>
                  </a:lnTo>
                  <a:lnTo>
                    <a:pt x="5608247" y="0"/>
                  </a:lnTo>
                  <a:lnTo>
                    <a:pt x="5606535" y="0"/>
                  </a:lnTo>
                  <a:lnTo>
                    <a:pt x="5604824" y="0"/>
                  </a:lnTo>
                  <a:lnTo>
                    <a:pt x="5603112" y="0"/>
                  </a:lnTo>
                  <a:lnTo>
                    <a:pt x="5601401" y="0"/>
                  </a:lnTo>
                  <a:lnTo>
                    <a:pt x="5599690" y="0"/>
                  </a:lnTo>
                  <a:lnTo>
                    <a:pt x="5597978" y="0"/>
                  </a:lnTo>
                  <a:lnTo>
                    <a:pt x="5596267" y="0"/>
                  </a:lnTo>
                  <a:lnTo>
                    <a:pt x="5594555" y="0"/>
                  </a:lnTo>
                  <a:lnTo>
                    <a:pt x="5592844" y="0"/>
                  </a:lnTo>
                  <a:lnTo>
                    <a:pt x="5591133" y="0"/>
                  </a:lnTo>
                  <a:lnTo>
                    <a:pt x="5589421" y="0"/>
                  </a:lnTo>
                  <a:lnTo>
                    <a:pt x="5587710" y="0"/>
                  </a:lnTo>
                  <a:lnTo>
                    <a:pt x="5585999" y="0"/>
                  </a:lnTo>
                  <a:lnTo>
                    <a:pt x="5584287" y="0"/>
                  </a:lnTo>
                  <a:lnTo>
                    <a:pt x="5582576" y="0"/>
                  </a:lnTo>
                  <a:lnTo>
                    <a:pt x="5580864" y="0"/>
                  </a:lnTo>
                  <a:lnTo>
                    <a:pt x="5579153" y="0"/>
                  </a:lnTo>
                  <a:lnTo>
                    <a:pt x="5577442" y="0"/>
                  </a:lnTo>
                  <a:lnTo>
                    <a:pt x="5575730" y="0"/>
                  </a:lnTo>
                  <a:lnTo>
                    <a:pt x="5574019" y="0"/>
                  </a:lnTo>
                  <a:lnTo>
                    <a:pt x="5572307" y="0"/>
                  </a:lnTo>
                  <a:lnTo>
                    <a:pt x="5570596" y="0"/>
                  </a:lnTo>
                  <a:lnTo>
                    <a:pt x="5568885" y="0"/>
                  </a:lnTo>
                  <a:lnTo>
                    <a:pt x="5567173" y="0"/>
                  </a:lnTo>
                  <a:lnTo>
                    <a:pt x="5565462" y="0"/>
                  </a:lnTo>
                  <a:lnTo>
                    <a:pt x="5563750" y="0"/>
                  </a:lnTo>
                  <a:lnTo>
                    <a:pt x="5562039" y="0"/>
                  </a:lnTo>
                  <a:lnTo>
                    <a:pt x="5560328" y="0"/>
                  </a:lnTo>
                  <a:lnTo>
                    <a:pt x="5558616" y="0"/>
                  </a:lnTo>
                  <a:lnTo>
                    <a:pt x="5556905" y="0"/>
                  </a:lnTo>
                  <a:lnTo>
                    <a:pt x="5555193" y="0"/>
                  </a:lnTo>
                  <a:lnTo>
                    <a:pt x="5553482" y="0"/>
                  </a:lnTo>
                  <a:lnTo>
                    <a:pt x="5551771" y="0"/>
                  </a:lnTo>
                  <a:lnTo>
                    <a:pt x="5550059" y="0"/>
                  </a:lnTo>
                  <a:lnTo>
                    <a:pt x="5548348" y="0"/>
                  </a:lnTo>
                  <a:lnTo>
                    <a:pt x="5546636" y="0"/>
                  </a:lnTo>
                  <a:lnTo>
                    <a:pt x="5544925" y="0"/>
                  </a:lnTo>
                  <a:lnTo>
                    <a:pt x="5543214" y="0"/>
                  </a:lnTo>
                  <a:lnTo>
                    <a:pt x="5541502" y="0"/>
                  </a:lnTo>
                  <a:lnTo>
                    <a:pt x="5539791" y="0"/>
                  </a:lnTo>
                  <a:lnTo>
                    <a:pt x="5538079" y="0"/>
                  </a:lnTo>
                  <a:lnTo>
                    <a:pt x="5536368" y="0"/>
                  </a:lnTo>
                  <a:lnTo>
                    <a:pt x="5534657" y="0"/>
                  </a:lnTo>
                  <a:lnTo>
                    <a:pt x="5532945" y="0"/>
                  </a:lnTo>
                  <a:lnTo>
                    <a:pt x="5531234" y="0"/>
                  </a:lnTo>
                  <a:lnTo>
                    <a:pt x="5529522" y="0"/>
                  </a:lnTo>
                  <a:lnTo>
                    <a:pt x="5527811" y="0"/>
                  </a:lnTo>
                  <a:lnTo>
                    <a:pt x="5526100" y="0"/>
                  </a:lnTo>
                  <a:lnTo>
                    <a:pt x="5524388" y="0"/>
                  </a:lnTo>
                  <a:lnTo>
                    <a:pt x="5522677" y="0"/>
                  </a:lnTo>
                  <a:lnTo>
                    <a:pt x="5520965" y="0"/>
                  </a:lnTo>
                  <a:lnTo>
                    <a:pt x="5519254" y="0"/>
                  </a:lnTo>
                  <a:lnTo>
                    <a:pt x="5517543" y="0"/>
                  </a:lnTo>
                  <a:lnTo>
                    <a:pt x="5515831" y="0"/>
                  </a:lnTo>
                  <a:lnTo>
                    <a:pt x="5514120" y="0"/>
                  </a:lnTo>
                  <a:lnTo>
                    <a:pt x="5512408" y="0"/>
                  </a:lnTo>
                  <a:lnTo>
                    <a:pt x="5510697" y="0"/>
                  </a:lnTo>
                  <a:lnTo>
                    <a:pt x="5508986" y="0"/>
                  </a:lnTo>
                  <a:lnTo>
                    <a:pt x="5507274" y="0"/>
                  </a:lnTo>
                  <a:lnTo>
                    <a:pt x="5505563" y="0"/>
                  </a:lnTo>
                  <a:lnTo>
                    <a:pt x="5503851" y="0"/>
                  </a:lnTo>
                  <a:lnTo>
                    <a:pt x="5502140" y="0"/>
                  </a:lnTo>
                  <a:lnTo>
                    <a:pt x="5500429" y="0"/>
                  </a:lnTo>
                  <a:lnTo>
                    <a:pt x="5498717" y="0"/>
                  </a:lnTo>
                  <a:lnTo>
                    <a:pt x="5497006" y="0"/>
                  </a:lnTo>
                  <a:lnTo>
                    <a:pt x="5495294" y="0"/>
                  </a:lnTo>
                  <a:lnTo>
                    <a:pt x="5493583" y="0"/>
                  </a:lnTo>
                  <a:lnTo>
                    <a:pt x="5491872" y="0"/>
                  </a:lnTo>
                  <a:lnTo>
                    <a:pt x="5490160" y="0"/>
                  </a:lnTo>
                  <a:lnTo>
                    <a:pt x="5488449" y="0"/>
                  </a:lnTo>
                  <a:lnTo>
                    <a:pt x="5486737" y="0"/>
                  </a:lnTo>
                  <a:lnTo>
                    <a:pt x="5485026" y="0"/>
                  </a:lnTo>
                  <a:lnTo>
                    <a:pt x="5483315" y="0"/>
                  </a:lnTo>
                  <a:lnTo>
                    <a:pt x="5481603" y="0"/>
                  </a:lnTo>
                  <a:lnTo>
                    <a:pt x="5479892" y="0"/>
                  </a:lnTo>
                  <a:lnTo>
                    <a:pt x="5478181" y="0"/>
                  </a:lnTo>
                  <a:lnTo>
                    <a:pt x="5476469" y="0"/>
                  </a:lnTo>
                  <a:lnTo>
                    <a:pt x="5474758" y="0"/>
                  </a:lnTo>
                  <a:lnTo>
                    <a:pt x="5473046" y="0"/>
                  </a:lnTo>
                  <a:lnTo>
                    <a:pt x="5471335" y="0"/>
                  </a:lnTo>
                  <a:lnTo>
                    <a:pt x="5469624" y="0"/>
                  </a:lnTo>
                  <a:lnTo>
                    <a:pt x="5467912" y="0"/>
                  </a:lnTo>
                  <a:lnTo>
                    <a:pt x="5466201" y="0"/>
                  </a:lnTo>
                  <a:lnTo>
                    <a:pt x="5464489" y="0"/>
                  </a:lnTo>
                  <a:lnTo>
                    <a:pt x="5462778" y="0"/>
                  </a:lnTo>
                  <a:lnTo>
                    <a:pt x="5461067" y="0"/>
                  </a:lnTo>
                  <a:lnTo>
                    <a:pt x="5459355" y="0"/>
                  </a:lnTo>
                  <a:lnTo>
                    <a:pt x="5457644" y="0"/>
                  </a:lnTo>
                  <a:lnTo>
                    <a:pt x="5455932" y="0"/>
                  </a:lnTo>
                  <a:lnTo>
                    <a:pt x="5454221" y="0"/>
                  </a:lnTo>
                  <a:lnTo>
                    <a:pt x="5452510" y="0"/>
                  </a:lnTo>
                  <a:lnTo>
                    <a:pt x="5450798" y="0"/>
                  </a:lnTo>
                  <a:lnTo>
                    <a:pt x="5449087" y="0"/>
                  </a:lnTo>
                  <a:lnTo>
                    <a:pt x="5447375" y="0"/>
                  </a:lnTo>
                  <a:lnTo>
                    <a:pt x="5445664" y="0"/>
                  </a:lnTo>
                  <a:lnTo>
                    <a:pt x="5443953" y="0"/>
                  </a:lnTo>
                  <a:lnTo>
                    <a:pt x="5442241" y="0"/>
                  </a:lnTo>
                  <a:lnTo>
                    <a:pt x="5440530" y="0"/>
                  </a:lnTo>
                  <a:lnTo>
                    <a:pt x="5438818" y="0"/>
                  </a:lnTo>
                  <a:lnTo>
                    <a:pt x="5437107" y="0"/>
                  </a:lnTo>
                  <a:lnTo>
                    <a:pt x="5435396" y="0"/>
                  </a:lnTo>
                  <a:lnTo>
                    <a:pt x="5433684" y="0"/>
                  </a:lnTo>
                  <a:lnTo>
                    <a:pt x="5431973" y="0"/>
                  </a:lnTo>
                  <a:lnTo>
                    <a:pt x="5430261" y="0"/>
                  </a:lnTo>
                  <a:lnTo>
                    <a:pt x="5428550" y="0"/>
                  </a:lnTo>
                  <a:lnTo>
                    <a:pt x="5426839" y="0"/>
                  </a:lnTo>
                  <a:lnTo>
                    <a:pt x="5425127" y="0"/>
                  </a:lnTo>
                  <a:lnTo>
                    <a:pt x="5423416" y="0"/>
                  </a:lnTo>
                  <a:lnTo>
                    <a:pt x="5421704" y="0"/>
                  </a:lnTo>
                  <a:lnTo>
                    <a:pt x="5419993" y="0"/>
                  </a:lnTo>
                  <a:lnTo>
                    <a:pt x="5418282" y="0"/>
                  </a:lnTo>
                  <a:lnTo>
                    <a:pt x="5416570" y="0"/>
                  </a:lnTo>
                  <a:lnTo>
                    <a:pt x="5414859" y="0"/>
                  </a:lnTo>
                  <a:lnTo>
                    <a:pt x="5413147" y="0"/>
                  </a:lnTo>
                  <a:lnTo>
                    <a:pt x="5411436" y="0"/>
                  </a:lnTo>
                  <a:lnTo>
                    <a:pt x="5409725" y="0"/>
                  </a:lnTo>
                  <a:lnTo>
                    <a:pt x="5408013" y="0"/>
                  </a:lnTo>
                  <a:lnTo>
                    <a:pt x="5406302" y="0"/>
                  </a:lnTo>
                  <a:lnTo>
                    <a:pt x="5404590" y="0"/>
                  </a:lnTo>
                  <a:lnTo>
                    <a:pt x="5402879" y="0"/>
                  </a:lnTo>
                  <a:lnTo>
                    <a:pt x="5401168" y="0"/>
                  </a:lnTo>
                  <a:lnTo>
                    <a:pt x="5399456" y="0"/>
                  </a:lnTo>
                  <a:lnTo>
                    <a:pt x="5397745" y="0"/>
                  </a:lnTo>
                  <a:lnTo>
                    <a:pt x="5396033" y="0"/>
                  </a:lnTo>
                  <a:lnTo>
                    <a:pt x="5394322" y="0"/>
                  </a:lnTo>
                  <a:lnTo>
                    <a:pt x="5392611" y="0"/>
                  </a:lnTo>
                  <a:lnTo>
                    <a:pt x="5390899" y="0"/>
                  </a:lnTo>
                  <a:lnTo>
                    <a:pt x="5389188" y="0"/>
                  </a:lnTo>
                  <a:lnTo>
                    <a:pt x="5387476" y="0"/>
                  </a:lnTo>
                  <a:lnTo>
                    <a:pt x="5385765" y="0"/>
                  </a:lnTo>
                  <a:lnTo>
                    <a:pt x="5384054" y="0"/>
                  </a:lnTo>
                  <a:lnTo>
                    <a:pt x="5382342" y="0"/>
                  </a:lnTo>
                  <a:lnTo>
                    <a:pt x="5380631" y="0"/>
                  </a:lnTo>
                  <a:lnTo>
                    <a:pt x="5378919" y="0"/>
                  </a:lnTo>
                  <a:lnTo>
                    <a:pt x="5377208" y="0"/>
                  </a:lnTo>
                  <a:lnTo>
                    <a:pt x="5375497" y="0"/>
                  </a:lnTo>
                  <a:lnTo>
                    <a:pt x="5373785" y="0"/>
                  </a:lnTo>
                  <a:lnTo>
                    <a:pt x="5372074" y="0"/>
                  </a:lnTo>
                  <a:lnTo>
                    <a:pt x="5370363" y="0"/>
                  </a:lnTo>
                  <a:lnTo>
                    <a:pt x="5368651" y="0"/>
                  </a:lnTo>
                  <a:lnTo>
                    <a:pt x="5366940" y="0"/>
                  </a:lnTo>
                  <a:lnTo>
                    <a:pt x="5365228" y="0"/>
                  </a:lnTo>
                  <a:lnTo>
                    <a:pt x="5363517" y="0"/>
                  </a:lnTo>
                  <a:lnTo>
                    <a:pt x="5361806" y="0"/>
                  </a:lnTo>
                  <a:lnTo>
                    <a:pt x="5360094" y="0"/>
                  </a:lnTo>
                  <a:lnTo>
                    <a:pt x="5358383" y="0"/>
                  </a:lnTo>
                  <a:lnTo>
                    <a:pt x="5356671" y="0"/>
                  </a:lnTo>
                  <a:lnTo>
                    <a:pt x="5354960" y="0"/>
                  </a:lnTo>
                  <a:lnTo>
                    <a:pt x="5353249" y="0"/>
                  </a:lnTo>
                  <a:lnTo>
                    <a:pt x="5351537" y="0"/>
                  </a:lnTo>
                  <a:lnTo>
                    <a:pt x="5349826" y="0"/>
                  </a:lnTo>
                  <a:lnTo>
                    <a:pt x="5348114" y="0"/>
                  </a:lnTo>
                  <a:lnTo>
                    <a:pt x="5346403" y="0"/>
                  </a:lnTo>
                  <a:lnTo>
                    <a:pt x="5344692" y="0"/>
                  </a:lnTo>
                  <a:lnTo>
                    <a:pt x="5342980" y="0"/>
                  </a:lnTo>
                  <a:lnTo>
                    <a:pt x="5341269" y="0"/>
                  </a:lnTo>
                  <a:lnTo>
                    <a:pt x="5339557" y="0"/>
                  </a:lnTo>
                  <a:lnTo>
                    <a:pt x="5337846" y="0"/>
                  </a:lnTo>
                  <a:lnTo>
                    <a:pt x="5336135" y="0"/>
                  </a:lnTo>
                  <a:lnTo>
                    <a:pt x="5334423" y="0"/>
                  </a:lnTo>
                  <a:lnTo>
                    <a:pt x="5332712" y="0"/>
                  </a:lnTo>
                  <a:lnTo>
                    <a:pt x="5331000" y="0"/>
                  </a:lnTo>
                  <a:lnTo>
                    <a:pt x="5329289" y="0"/>
                  </a:lnTo>
                  <a:lnTo>
                    <a:pt x="5327578" y="0"/>
                  </a:lnTo>
                  <a:lnTo>
                    <a:pt x="5325866" y="0"/>
                  </a:lnTo>
                  <a:lnTo>
                    <a:pt x="5324155" y="0"/>
                  </a:lnTo>
                  <a:lnTo>
                    <a:pt x="5322443" y="0"/>
                  </a:lnTo>
                  <a:lnTo>
                    <a:pt x="5320732" y="0"/>
                  </a:lnTo>
                  <a:lnTo>
                    <a:pt x="5319021" y="0"/>
                  </a:lnTo>
                  <a:lnTo>
                    <a:pt x="5317309" y="0"/>
                  </a:lnTo>
                  <a:lnTo>
                    <a:pt x="5315598" y="0"/>
                  </a:lnTo>
                  <a:lnTo>
                    <a:pt x="5313886" y="0"/>
                  </a:lnTo>
                  <a:lnTo>
                    <a:pt x="5312175" y="0"/>
                  </a:lnTo>
                  <a:lnTo>
                    <a:pt x="5310464" y="0"/>
                  </a:lnTo>
                  <a:lnTo>
                    <a:pt x="5308752" y="0"/>
                  </a:lnTo>
                  <a:lnTo>
                    <a:pt x="5307041" y="0"/>
                  </a:lnTo>
                  <a:lnTo>
                    <a:pt x="5305329" y="0"/>
                  </a:lnTo>
                  <a:lnTo>
                    <a:pt x="5303618" y="0"/>
                  </a:lnTo>
                  <a:lnTo>
                    <a:pt x="5301907" y="0"/>
                  </a:lnTo>
                  <a:lnTo>
                    <a:pt x="5300195" y="0"/>
                  </a:lnTo>
                  <a:lnTo>
                    <a:pt x="5298484" y="0"/>
                  </a:lnTo>
                  <a:lnTo>
                    <a:pt x="5296772" y="0"/>
                  </a:lnTo>
                  <a:lnTo>
                    <a:pt x="5295061" y="0"/>
                  </a:lnTo>
                  <a:lnTo>
                    <a:pt x="5293350" y="0"/>
                  </a:lnTo>
                  <a:lnTo>
                    <a:pt x="5291638" y="0"/>
                  </a:lnTo>
                  <a:lnTo>
                    <a:pt x="5289927" y="0"/>
                  </a:lnTo>
                  <a:lnTo>
                    <a:pt x="5288215" y="0"/>
                  </a:lnTo>
                  <a:lnTo>
                    <a:pt x="5286504" y="0"/>
                  </a:lnTo>
                  <a:lnTo>
                    <a:pt x="5284793" y="0"/>
                  </a:lnTo>
                  <a:lnTo>
                    <a:pt x="5283081" y="0"/>
                  </a:lnTo>
                  <a:lnTo>
                    <a:pt x="5281370" y="0"/>
                  </a:lnTo>
                  <a:lnTo>
                    <a:pt x="5279658" y="0"/>
                  </a:lnTo>
                  <a:lnTo>
                    <a:pt x="5277947" y="0"/>
                  </a:lnTo>
                  <a:lnTo>
                    <a:pt x="5276236" y="0"/>
                  </a:lnTo>
                  <a:lnTo>
                    <a:pt x="5274524" y="0"/>
                  </a:lnTo>
                  <a:lnTo>
                    <a:pt x="5272813" y="0"/>
                  </a:lnTo>
                  <a:lnTo>
                    <a:pt x="5271101" y="0"/>
                  </a:lnTo>
                  <a:lnTo>
                    <a:pt x="5269390" y="0"/>
                  </a:lnTo>
                  <a:lnTo>
                    <a:pt x="5267679" y="0"/>
                  </a:lnTo>
                  <a:lnTo>
                    <a:pt x="5265967" y="0"/>
                  </a:lnTo>
                  <a:lnTo>
                    <a:pt x="5264256" y="0"/>
                  </a:lnTo>
                  <a:lnTo>
                    <a:pt x="5262545" y="0"/>
                  </a:lnTo>
                  <a:lnTo>
                    <a:pt x="5260833" y="0"/>
                  </a:lnTo>
                  <a:lnTo>
                    <a:pt x="5259122" y="0"/>
                  </a:lnTo>
                  <a:lnTo>
                    <a:pt x="5257410" y="0"/>
                  </a:lnTo>
                  <a:lnTo>
                    <a:pt x="5255699" y="0"/>
                  </a:lnTo>
                  <a:lnTo>
                    <a:pt x="5253988" y="0"/>
                  </a:lnTo>
                  <a:lnTo>
                    <a:pt x="5252276" y="0"/>
                  </a:lnTo>
                  <a:lnTo>
                    <a:pt x="5250565" y="0"/>
                  </a:lnTo>
                  <a:lnTo>
                    <a:pt x="5248853" y="0"/>
                  </a:lnTo>
                  <a:lnTo>
                    <a:pt x="5247142" y="0"/>
                  </a:lnTo>
                  <a:lnTo>
                    <a:pt x="5245431" y="0"/>
                  </a:lnTo>
                  <a:lnTo>
                    <a:pt x="5243719" y="0"/>
                  </a:lnTo>
                  <a:lnTo>
                    <a:pt x="5242008" y="0"/>
                  </a:lnTo>
                  <a:lnTo>
                    <a:pt x="5240296" y="0"/>
                  </a:lnTo>
                  <a:lnTo>
                    <a:pt x="5238585" y="0"/>
                  </a:lnTo>
                  <a:lnTo>
                    <a:pt x="5236874" y="0"/>
                  </a:lnTo>
                  <a:lnTo>
                    <a:pt x="5235162" y="0"/>
                  </a:lnTo>
                  <a:lnTo>
                    <a:pt x="5233451" y="0"/>
                  </a:lnTo>
                  <a:lnTo>
                    <a:pt x="5231739" y="0"/>
                  </a:lnTo>
                  <a:lnTo>
                    <a:pt x="5230028" y="0"/>
                  </a:lnTo>
                  <a:lnTo>
                    <a:pt x="5228317" y="0"/>
                  </a:lnTo>
                  <a:lnTo>
                    <a:pt x="5226605" y="0"/>
                  </a:lnTo>
                  <a:lnTo>
                    <a:pt x="5224894" y="0"/>
                  </a:lnTo>
                  <a:lnTo>
                    <a:pt x="5223182" y="0"/>
                  </a:lnTo>
                  <a:lnTo>
                    <a:pt x="5221471" y="0"/>
                  </a:lnTo>
                  <a:lnTo>
                    <a:pt x="5219760" y="0"/>
                  </a:lnTo>
                  <a:lnTo>
                    <a:pt x="5218048" y="0"/>
                  </a:lnTo>
                  <a:lnTo>
                    <a:pt x="5216337" y="0"/>
                  </a:lnTo>
                  <a:lnTo>
                    <a:pt x="5214625" y="0"/>
                  </a:lnTo>
                  <a:lnTo>
                    <a:pt x="5212914" y="0"/>
                  </a:lnTo>
                  <a:lnTo>
                    <a:pt x="5211203" y="0"/>
                  </a:lnTo>
                  <a:lnTo>
                    <a:pt x="5209491" y="0"/>
                  </a:lnTo>
                  <a:lnTo>
                    <a:pt x="5207780" y="0"/>
                  </a:lnTo>
                  <a:lnTo>
                    <a:pt x="5206068" y="0"/>
                  </a:lnTo>
                  <a:lnTo>
                    <a:pt x="5204357" y="0"/>
                  </a:lnTo>
                  <a:lnTo>
                    <a:pt x="5202646" y="0"/>
                  </a:lnTo>
                  <a:lnTo>
                    <a:pt x="5200934" y="0"/>
                  </a:lnTo>
                  <a:lnTo>
                    <a:pt x="5199223" y="0"/>
                  </a:lnTo>
                  <a:lnTo>
                    <a:pt x="5197511" y="0"/>
                  </a:lnTo>
                  <a:lnTo>
                    <a:pt x="5195800" y="0"/>
                  </a:lnTo>
                  <a:lnTo>
                    <a:pt x="5194089" y="0"/>
                  </a:lnTo>
                  <a:lnTo>
                    <a:pt x="5192377" y="0"/>
                  </a:lnTo>
                  <a:lnTo>
                    <a:pt x="5190666" y="0"/>
                  </a:lnTo>
                  <a:lnTo>
                    <a:pt x="5188954" y="0"/>
                  </a:lnTo>
                  <a:lnTo>
                    <a:pt x="5187243" y="0"/>
                  </a:lnTo>
                  <a:lnTo>
                    <a:pt x="5185532" y="0"/>
                  </a:lnTo>
                  <a:lnTo>
                    <a:pt x="5183820" y="0"/>
                  </a:lnTo>
                  <a:lnTo>
                    <a:pt x="5182109" y="0"/>
                  </a:lnTo>
                  <a:lnTo>
                    <a:pt x="5180397" y="0"/>
                  </a:lnTo>
                  <a:lnTo>
                    <a:pt x="5178686" y="0"/>
                  </a:lnTo>
                  <a:lnTo>
                    <a:pt x="5176975" y="0"/>
                  </a:lnTo>
                  <a:lnTo>
                    <a:pt x="5175263" y="0"/>
                  </a:lnTo>
                  <a:lnTo>
                    <a:pt x="5173552" y="0"/>
                  </a:lnTo>
                  <a:lnTo>
                    <a:pt x="5171840" y="0"/>
                  </a:lnTo>
                  <a:lnTo>
                    <a:pt x="5170129" y="0"/>
                  </a:lnTo>
                  <a:lnTo>
                    <a:pt x="5168418" y="0"/>
                  </a:lnTo>
                  <a:lnTo>
                    <a:pt x="5166706" y="0"/>
                  </a:lnTo>
                  <a:lnTo>
                    <a:pt x="5164995" y="0"/>
                  </a:lnTo>
                  <a:lnTo>
                    <a:pt x="5163284" y="0"/>
                  </a:lnTo>
                  <a:lnTo>
                    <a:pt x="5161572" y="0"/>
                  </a:lnTo>
                  <a:lnTo>
                    <a:pt x="5159861" y="0"/>
                  </a:lnTo>
                  <a:lnTo>
                    <a:pt x="5158149" y="0"/>
                  </a:lnTo>
                  <a:lnTo>
                    <a:pt x="5156438" y="0"/>
                  </a:lnTo>
                  <a:lnTo>
                    <a:pt x="5154727" y="0"/>
                  </a:lnTo>
                  <a:lnTo>
                    <a:pt x="5153015" y="0"/>
                  </a:lnTo>
                  <a:lnTo>
                    <a:pt x="5151304" y="0"/>
                  </a:lnTo>
                  <a:lnTo>
                    <a:pt x="5149592" y="0"/>
                  </a:lnTo>
                  <a:lnTo>
                    <a:pt x="5147881" y="0"/>
                  </a:lnTo>
                  <a:lnTo>
                    <a:pt x="5146170" y="0"/>
                  </a:lnTo>
                  <a:lnTo>
                    <a:pt x="5144458" y="0"/>
                  </a:lnTo>
                  <a:lnTo>
                    <a:pt x="5142747" y="0"/>
                  </a:lnTo>
                  <a:lnTo>
                    <a:pt x="5141035" y="0"/>
                  </a:lnTo>
                  <a:lnTo>
                    <a:pt x="5139324" y="0"/>
                  </a:lnTo>
                  <a:lnTo>
                    <a:pt x="5137613" y="0"/>
                  </a:lnTo>
                  <a:lnTo>
                    <a:pt x="5135901" y="0"/>
                  </a:lnTo>
                  <a:lnTo>
                    <a:pt x="5134190" y="0"/>
                  </a:lnTo>
                  <a:lnTo>
                    <a:pt x="5132478" y="0"/>
                  </a:lnTo>
                  <a:lnTo>
                    <a:pt x="5130767" y="0"/>
                  </a:lnTo>
                  <a:lnTo>
                    <a:pt x="5129056" y="0"/>
                  </a:lnTo>
                  <a:lnTo>
                    <a:pt x="5127344" y="0"/>
                  </a:lnTo>
                  <a:lnTo>
                    <a:pt x="5125633" y="0"/>
                  </a:lnTo>
                  <a:lnTo>
                    <a:pt x="5123921" y="0"/>
                  </a:lnTo>
                  <a:lnTo>
                    <a:pt x="5122210" y="0"/>
                  </a:lnTo>
                  <a:lnTo>
                    <a:pt x="5120499" y="0"/>
                  </a:lnTo>
                  <a:lnTo>
                    <a:pt x="5118787" y="0"/>
                  </a:lnTo>
                  <a:lnTo>
                    <a:pt x="5117076" y="0"/>
                  </a:lnTo>
                  <a:lnTo>
                    <a:pt x="5115364" y="0"/>
                  </a:lnTo>
                  <a:lnTo>
                    <a:pt x="5113653" y="0"/>
                  </a:lnTo>
                  <a:lnTo>
                    <a:pt x="5111942" y="0"/>
                  </a:lnTo>
                  <a:lnTo>
                    <a:pt x="5110230" y="0"/>
                  </a:lnTo>
                  <a:lnTo>
                    <a:pt x="5108519" y="0"/>
                  </a:lnTo>
                  <a:lnTo>
                    <a:pt x="5106807" y="0"/>
                  </a:lnTo>
                  <a:lnTo>
                    <a:pt x="5105096" y="0"/>
                  </a:lnTo>
                  <a:lnTo>
                    <a:pt x="5103385" y="0"/>
                  </a:lnTo>
                  <a:lnTo>
                    <a:pt x="5101673" y="0"/>
                  </a:lnTo>
                  <a:lnTo>
                    <a:pt x="5099962" y="0"/>
                  </a:lnTo>
                  <a:lnTo>
                    <a:pt x="5098250" y="0"/>
                  </a:lnTo>
                  <a:lnTo>
                    <a:pt x="5096539" y="0"/>
                  </a:lnTo>
                  <a:lnTo>
                    <a:pt x="5094828" y="0"/>
                  </a:lnTo>
                  <a:lnTo>
                    <a:pt x="5093116" y="0"/>
                  </a:lnTo>
                  <a:lnTo>
                    <a:pt x="5091405" y="0"/>
                  </a:lnTo>
                  <a:lnTo>
                    <a:pt x="5089693" y="0"/>
                  </a:lnTo>
                  <a:lnTo>
                    <a:pt x="5087982" y="0"/>
                  </a:lnTo>
                  <a:lnTo>
                    <a:pt x="5086271" y="0"/>
                  </a:lnTo>
                  <a:lnTo>
                    <a:pt x="5084559" y="0"/>
                  </a:lnTo>
                  <a:lnTo>
                    <a:pt x="5082848" y="0"/>
                  </a:lnTo>
                  <a:lnTo>
                    <a:pt x="5081136" y="0"/>
                  </a:lnTo>
                  <a:lnTo>
                    <a:pt x="5079425" y="0"/>
                  </a:lnTo>
                  <a:lnTo>
                    <a:pt x="5077714" y="0"/>
                  </a:lnTo>
                  <a:lnTo>
                    <a:pt x="5076002" y="0"/>
                  </a:lnTo>
                  <a:lnTo>
                    <a:pt x="5074291" y="0"/>
                  </a:lnTo>
                  <a:lnTo>
                    <a:pt x="5072579" y="0"/>
                  </a:lnTo>
                  <a:lnTo>
                    <a:pt x="5070868" y="0"/>
                  </a:lnTo>
                  <a:lnTo>
                    <a:pt x="5069157" y="0"/>
                  </a:lnTo>
                  <a:lnTo>
                    <a:pt x="5067445" y="0"/>
                  </a:lnTo>
                  <a:lnTo>
                    <a:pt x="5065734" y="0"/>
                  </a:lnTo>
                  <a:lnTo>
                    <a:pt x="5064022" y="0"/>
                  </a:lnTo>
                  <a:lnTo>
                    <a:pt x="5062311" y="0"/>
                  </a:lnTo>
                  <a:lnTo>
                    <a:pt x="5060600" y="0"/>
                  </a:lnTo>
                  <a:lnTo>
                    <a:pt x="5058888" y="0"/>
                  </a:lnTo>
                  <a:lnTo>
                    <a:pt x="5057177" y="0"/>
                  </a:lnTo>
                  <a:lnTo>
                    <a:pt x="5055466" y="0"/>
                  </a:lnTo>
                  <a:lnTo>
                    <a:pt x="5053754" y="0"/>
                  </a:lnTo>
                  <a:lnTo>
                    <a:pt x="5052043" y="0"/>
                  </a:lnTo>
                  <a:lnTo>
                    <a:pt x="5050331" y="0"/>
                  </a:lnTo>
                  <a:lnTo>
                    <a:pt x="5048620" y="0"/>
                  </a:lnTo>
                  <a:lnTo>
                    <a:pt x="5046909" y="0"/>
                  </a:lnTo>
                  <a:lnTo>
                    <a:pt x="5045197" y="0"/>
                  </a:lnTo>
                  <a:lnTo>
                    <a:pt x="5043486" y="0"/>
                  </a:lnTo>
                  <a:lnTo>
                    <a:pt x="5041774" y="0"/>
                  </a:lnTo>
                  <a:lnTo>
                    <a:pt x="5040063" y="0"/>
                  </a:lnTo>
                  <a:lnTo>
                    <a:pt x="5038352" y="0"/>
                  </a:lnTo>
                  <a:lnTo>
                    <a:pt x="5036640" y="0"/>
                  </a:lnTo>
                  <a:lnTo>
                    <a:pt x="5034929" y="0"/>
                  </a:lnTo>
                  <a:lnTo>
                    <a:pt x="5033217" y="0"/>
                  </a:lnTo>
                  <a:lnTo>
                    <a:pt x="5031506" y="0"/>
                  </a:lnTo>
                  <a:lnTo>
                    <a:pt x="5029795" y="0"/>
                  </a:lnTo>
                  <a:lnTo>
                    <a:pt x="5028083" y="0"/>
                  </a:lnTo>
                  <a:lnTo>
                    <a:pt x="5026372" y="0"/>
                  </a:lnTo>
                  <a:lnTo>
                    <a:pt x="5024660" y="0"/>
                  </a:lnTo>
                  <a:lnTo>
                    <a:pt x="5022949" y="0"/>
                  </a:lnTo>
                  <a:lnTo>
                    <a:pt x="5021238" y="0"/>
                  </a:lnTo>
                  <a:lnTo>
                    <a:pt x="5019526" y="0"/>
                  </a:lnTo>
                  <a:lnTo>
                    <a:pt x="5017815" y="0"/>
                  </a:lnTo>
                  <a:lnTo>
                    <a:pt x="5016103" y="0"/>
                  </a:lnTo>
                  <a:lnTo>
                    <a:pt x="5014392" y="0"/>
                  </a:lnTo>
                  <a:lnTo>
                    <a:pt x="5012681" y="0"/>
                  </a:lnTo>
                  <a:lnTo>
                    <a:pt x="5010969" y="0"/>
                  </a:lnTo>
                  <a:lnTo>
                    <a:pt x="5009258" y="0"/>
                  </a:lnTo>
                  <a:lnTo>
                    <a:pt x="5007546" y="0"/>
                  </a:lnTo>
                  <a:lnTo>
                    <a:pt x="5005835" y="0"/>
                  </a:lnTo>
                  <a:lnTo>
                    <a:pt x="5004124" y="0"/>
                  </a:lnTo>
                  <a:lnTo>
                    <a:pt x="5002412" y="0"/>
                  </a:lnTo>
                  <a:lnTo>
                    <a:pt x="5000701" y="0"/>
                  </a:lnTo>
                  <a:lnTo>
                    <a:pt x="4998989" y="0"/>
                  </a:lnTo>
                  <a:lnTo>
                    <a:pt x="4997278" y="0"/>
                  </a:lnTo>
                  <a:lnTo>
                    <a:pt x="4995567" y="0"/>
                  </a:lnTo>
                  <a:lnTo>
                    <a:pt x="4993855" y="0"/>
                  </a:lnTo>
                  <a:lnTo>
                    <a:pt x="4992144" y="0"/>
                  </a:lnTo>
                  <a:lnTo>
                    <a:pt x="4990432" y="0"/>
                  </a:lnTo>
                  <a:lnTo>
                    <a:pt x="4988721" y="0"/>
                  </a:lnTo>
                  <a:lnTo>
                    <a:pt x="4987010" y="0"/>
                  </a:lnTo>
                  <a:lnTo>
                    <a:pt x="4985298" y="0"/>
                  </a:lnTo>
                  <a:lnTo>
                    <a:pt x="4983587" y="0"/>
                  </a:lnTo>
                  <a:lnTo>
                    <a:pt x="4981875" y="0"/>
                  </a:lnTo>
                  <a:lnTo>
                    <a:pt x="4980164" y="0"/>
                  </a:lnTo>
                  <a:lnTo>
                    <a:pt x="4978453" y="0"/>
                  </a:lnTo>
                  <a:lnTo>
                    <a:pt x="4976741" y="0"/>
                  </a:lnTo>
                  <a:lnTo>
                    <a:pt x="4975030" y="0"/>
                  </a:lnTo>
                  <a:lnTo>
                    <a:pt x="4973318" y="0"/>
                  </a:lnTo>
                  <a:lnTo>
                    <a:pt x="4971607" y="0"/>
                  </a:lnTo>
                  <a:lnTo>
                    <a:pt x="4969896" y="0"/>
                  </a:lnTo>
                  <a:lnTo>
                    <a:pt x="4968184" y="0"/>
                  </a:lnTo>
                  <a:lnTo>
                    <a:pt x="4966473" y="0"/>
                  </a:lnTo>
                  <a:lnTo>
                    <a:pt x="4964761" y="0"/>
                  </a:lnTo>
                  <a:lnTo>
                    <a:pt x="4963050" y="0"/>
                  </a:lnTo>
                  <a:lnTo>
                    <a:pt x="4961339" y="0"/>
                  </a:lnTo>
                  <a:lnTo>
                    <a:pt x="4959627" y="0"/>
                  </a:lnTo>
                  <a:lnTo>
                    <a:pt x="4957916" y="0"/>
                  </a:lnTo>
                  <a:lnTo>
                    <a:pt x="4956204" y="0"/>
                  </a:lnTo>
                  <a:lnTo>
                    <a:pt x="4954493" y="0"/>
                  </a:lnTo>
                  <a:lnTo>
                    <a:pt x="4952782" y="0"/>
                  </a:lnTo>
                  <a:lnTo>
                    <a:pt x="4951070" y="0"/>
                  </a:lnTo>
                  <a:lnTo>
                    <a:pt x="4949359" y="0"/>
                  </a:lnTo>
                  <a:lnTo>
                    <a:pt x="4947648" y="0"/>
                  </a:lnTo>
                  <a:lnTo>
                    <a:pt x="4945936" y="0"/>
                  </a:lnTo>
                  <a:lnTo>
                    <a:pt x="4944225" y="0"/>
                  </a:lnTo>
                  <a:lnTo>
                    <a:pt x="4942513" y="0"/>
                  </a:lnTo>
                  <a:lnTo>
                    <a:pt x="4940802" y="0"/>
                  </a:lnTo>
                  <a:lnTo>
                    <a:pt x="4939091" y="0"/>
                  </a:lnTo>
                  <a:lnTo>
                    <a:pt x="4937379" y="0"/>
                  </a:lnTo>
                  <a:lnTo>
                    <a:pt x="4935668" y="0"/>
                  </a:lnTo>
                  <a:lnTo>
                    <a:pt x="4933956" y="0"/>
                  </a:lnTo>
                  <a:lnTo>
                    <a:pt x="4932245" y="0"/>
                  </a:lnTo>
                  <a:lnTo>
                    <a:pt x="4930534" y="0"/>
                  </a:lnTo>
                  <a:lnTo>
                    <a:pt x="4928822" y="0"/>
                  </a:lnTo>
                  <a:lnTo>
                    <a:pt x="4927111" y="0"/>
                  </a:lnTo>
                  <a:lnTo>
                    <a:pt x="4925399" y="0"/>
                  </a:lnTo>
                  <a:lnTo>
                    <a:pt x="4923688" y="0"/>
                  </a:lnTo>
                  <a:lnTo>
                    <a:pt x="4921977" y="0"/>
                  </a:lnTo>
                  <a:lnTo>
                    <a:pt x="4920265" y="0"/>
                  </a:lnTo>
                  <a:lnTo>
                    <a:pt x="4918554" y="0"/>
                  </a:lnTo>
                  <a:lnTo>
                    <a:pt x="4916842" y="0"/>
                  </a:lnTo>
                  <a:lnTo>
                    <a:pt x="4915131" y="0"/>
                  </a:lnTo>
                  <a:lnTo>
                    <a:pt x="4913420" y="0"/>
                  </a:lnTo>
                  <a:lnTo>
                    <a:pt x="4911708" y="0"/>
                  </a:lnTo>
                  <a:lnTo>
                    <a:pt x="4909997" y="0"/>
                  </a:lnTo>
                  <a:lnTo>
                    <a:pt x="4908285" y="0"/>
                  </a:lnTo>
                  <a:lnTo>
                    <a:pt x="4906574" y="0"/>
                  </a:lnTo>
                  <a:lnTo>
                    <a:pt x="4904863" y="0"/>
                  </a:lnTo>
                  <a:lnTo>
                    <a:pt x="4903151" y="0"/>
                  </a:lnTo>
                  <a:lnTo>
                    <a:pt x="4901440" y="0"/>
                  </a:lnTo>
                  <a:lnTo>
                    <a:pt x="4899728" y="0"/>
                  </a:lnTo>
                  <a:lnTo>
                    <a:pt x="4898017" y="0"/>
                  </a:lnTo>
                  <a:lnTo>
                    <a:pt x="4896306" y="0"/>
                  </a:lnTo>
                  <a:lnTo>
                    <a:pt x="4894594" y="0"/>
                  </a:lnTo>
                  <a:lnTo>
                    <a:pt x="4892883" y="0"/>
                  </a:lnTo>
                  <a:lnTo>
                    <a:pt x="4891171" y="0"/>
                  </a:lnTo>
                  <a:lnTo>
                    <a:pt x="4889460" y="0"/>
                  </a:lnTo>
                  <a:lnTo>
                    <a:pt x="4887749" y="0"/>
                  </a:lnTo>
                  <a:lnTo>
                    <a:pt x="4886037" y="0"/>
                  </a:lnTo>
                  <a:lnTo>
                    <a:pt x="4884326" y="0"/>
                  </a:lnTo>
                  <a:lnTo>
                    <a:pt x="4882614" y="0"/>
                  </a:lnTo>
                  <a:lnTo>
                    <a:pt x="4880903" y="0"/>
                  </a:lnTo>
                  <a:lnTo>
                    <a:pt x="4879192" y="0"/>
                  </a:lnTo>
                  <a:lnTo>
                    <a:pt x="4877480" y="0"/>
                  </a:lnTo>
                  <a:lnTo>
                    <a:pt x="4875769" y="0"/>
                  </a:lnTo>
                  <a:lnTo>
                    <a:pt x="4874057" y="0"/>
                  </a:lnTo>
                  <a:lnTo>
                    <a:pt x="4872346" y="0"/>
                  </a:lnTo>
                  <a:lnTo>
                    <a:pt x="4870635" y="0"/>
                  </a:lnTo>
                  <a:lnTo>
                    <a:pt x="4868923" y="0"/>
                  </a:lnTo>
                  <a:lnTo>
                    <a:pt x="4867212" y="0"/>
                  </a:lnTo>
                  <a:lnTo>
                    <a:pt x="4865500" y="0"/>
                  </a:lnTo>
                  <a:lnTo>
                    <a:pt x="4863789" y="0"/>
                  </a:lnTo>
                  <a:lnTo>
                    <a:pt x="4862078" y="0"/>
                  </a:lnTo>
                  <a:lnTo>
                    <a:pt x="4860366" y="0"/>
                  </a:lnTo>
                  <a:lnTo>
                    <a:pt x="4858655" y="0"/>
                  </a:lnTo>
                  <a:lnTo>
                    <a:pt x="4856943" y="0"/>
                  </a:lnTo>
                  <a:lnTo>
                    <a:pt x="4855232" y="0"/>
                  </a:lnTo>
                  <a:lnTo>
                    <a:pt x="4853521" y="0"/>
                  </a:lnTo>
                  <a:lnTo>
                    <a:pt x="4851809" y="0"/>
                  </a:lnTo>
                  <a:lnTo>
                    <a:pt x="4850098" y="0"/>
                  </a:lnTo>
                  <a:lnTo>
                    <a:pt x="4848387" y="0"/>
                  </a:lnTo>
                  <a:lnTo>
                    <a:pt x="4846675" y="0"/>
                  </a:lnTo>
                  <a:lnTo>
                    <a:pt x="4844964" y="0"/>
                  </a:lnTo>
                  <a:lnTo>
                    <a:pt x="4843252" y="0"/>
                  </a:lnTo>
                  <a:lnTo>
                    <a:pt x="4841541" y="0"/>
                  </a:lnTo>
                  <a:lnTo>
                    <a:pt x="4839830" y="0"/>
                  </a:lnTo>
                  <a:lnTo>
                    <a:pt x="4838118" y="0"/>
                  </a:lnTo>
                  <a:lnTo>
                    <a:pt x="4836407" y="0"/>
                  </a:lnTo>
                  <a:lnTo>
                    <a:pt x="4834695" y="0"/>
                  </a:lnTo>
                  <a:lnTo>
                    <a:pt x="4832984" y="0"/>
                  </a:lnTo>
                  <a:lnTo>
                    <a:pt x="4831273" y="0"/>
                  </a:lnTo>
                  <a:lnTo>
                    <a:pt x="4829561" y="0"/>
                  </a:lnTo>
                  <a:lnTo>
                    <a:pt x="4827850" y="0"/>
                  </a:lnTo>
                  <a:lnTo>
                    <a:pt x="4826138" y="0"/>
                  </a:lnTo>
                  <a:lnTo>
                    <a:pt x="4824427" y="0"/>
                  </a:lnTo>
                  <a:lnTo>
                    <a:pt x="4822716" y="0"/>
                  </a:lnTo>
                  <a:lnTo>
                    <a:pt x="4821004" y="0"/>
                  </a:lnTo>
                  <a:lnTo>
                    <a:pt x="4819293" y="0"/>
                  </a:lnTo>
                  <a:lnTo>
                    <a:pt x="4817581" y="0"/>
                  </a:lnTo>
                  <a:lnTo>
                    <a:pt x="4815870" y="0"/>
                  </a:lnTo>
                  <a:lnTo>
                    <a:pt x="4814159" y="0"/>
                  </a:lnTo>
                  <a:lnTo>
                    <a:pt x="4812447" y="0"/>
                  </a:lnTo>
                  <a:lnTo>
                    <a:pt x="4810736" y="0"/>
                  </a:lnTo>
                  <a:lnTo>
                    <a:pt x="4809024" y="0"/>
                  </a:lnTo>
                  <a:lnTo>
                    <a:pt x="4807313" y="0"/>
                  </a:lnTo>
                  <a:lnTo>
                    <a:pt x="4805602" y="0"/>
                  </a:lnTo>
                  <a:lnTo>
                    <a:pt x="4803890" y="0"/>
                  </a:lnTo>
                  <a:lnTo>
                    <a:pt x="4802179" y="0"/>
                  </a:lnTo>
                  <a:lnTo>
                    <a:pt x="4800467" y="0"/>
                  </a:lnTo>
                  <a:lnTo>
                    <a:pt x="4798756" y="0"/>
                  </a:lnTo>
                  <a:lnTo>
                    <a:pt x="4797045" y="0"/>
                  </a:lnTo>
                  <a:lnTo>
                    <a:pt x="4795333" y="0"/>
                  </a:lnTo>
                  <a:lnTo>
                    <a:pt x="4793622" y="0"/>
                  </a:lnTo>
                  <a:lnTo>
                    <a:pt x="4791910" y="0"/>
                  </a:lnTo>
                  <a:lnTo>
                    <a:pt x="4790199" y="0"/>
                  </a:lnTo>
                  <a:lnTo>
                    <a:pt x="4788488" y="0"/>
                  </a:lnTo>
                  <a:lnTo>
                    <a:pt x="4786776" y="0"/>
                  </a:lnTo>
                  <a:lnTo>
                    <a:pt x="4785065" y="0"/>
                  </a:lnTo>
                  <a:lnTo>
                    <a:pt x="4783353" y="0"/>
                  </a:lnTo>
                  <a:lnTo>
                    <a:pt x="4781642" y="0"/>
                  </a:lnTo>
                  <a:lnTo>
                    <a:pt x="4779931" y="0"/>
                  </a:lnTo>
                  <a:lnTo>
                    <a:pt x="4778219" y="0"/>
                  </a:lnTo>
                  <a:lnTo>
                    <a:pt x="4776508" y="0"/>
                  </a:lnTo>
                  <a:lnTo>
                    <a:pt x="4774796" y="0"/>
                  </a:lnTo>
                  <a:lnTo>
                    <a:pt x="4773085" y="0"/>
                  </a:lnTo>
                  <a:lnTo>
                    <a:pt x="4771374" y="0"/>
                  </a:lnTo>
                  <a:lnTo>
                    <a:pt x="4769662" y="0"/>
                  </a:lnTo>
                  <a:lnTo>
                    <a:pt x="4767951" y="0"/>
                  </a:lnTo>
                  <a:lnTo>
                    <a:pt x="4766239" y="0"/>
                  </a:lnTo>
                  <a:lnTo>
                    <a:pt x="4764528" y="0"/>
                  </a:lnTo>
                  <a:lnTo>
                    <a:pt x="4762817" y="0"/>
                  </a:lnTo>
                  <a:lnTo>
                    <a:pt x="4761105" y="0"/>
                  </a:lnTo>
                  <a:lnTo>
                    <a:pt x="4759394" y="0"/>
                  </a:lnTo>
                  <a:lnTo>
                    <a:pt x="4757682" y="0"/>
                  </a:lnTo>
                  <a:lnTo>
                    <a:pt x="4755971" y="0"/>
                  </a:lnTo>
                  <a:lnTo>
                    <a:pt x="4754260" y="0"/>
                  </a:lnTo>
                  <a:lnTo>
                    <a:pt x="4752548" y="0"/>
                  </a:lnTo>
                  <a:lnTo>
                    <a:pt x="4750837" y="0"/>
                  </a:lnTo>
                  <a:lnTo>
                    <a:pt x="4749125" y="0"/>
                  </a:lnTo>
                  <a:lnTo>
                    <a:pt x="4747414" y="0"/>
                  </a:lnTo>
                  <a:lnTo>
                    <a:pt x="4745703" y="0"/>
                  </a:lnTo>
                  <a:lnTo>
                    <a:pt x="4743991" y="0"/>
                  </a:lnTo>
                  <a:lnTo>
                    <a:pt x="4742280" y="0"/>
                  </a:lnTo>
                  <a:lnTo>
                    <a:pt x="4740569" y="0"/>
                  </a:lnTo>
                  <a:lnTo>
                    <a:pt x="4738857" y="0"/>
                  </a:lnTo>
                  <a:lnTo>
                    <a:pt x="4737146" y="0"/>
                  </a:lnTo>
                  <a:lnTo>
                    <a:pt x="4735434" y="0"/>
                  </a:lnTo>
                  <a:lnTo>
                    <a:pt x="4733723" y="0"/>
                  </a:lnTo>
                  <a:lnTo>
                    <a:pt x="4732012" y="0"/>
                  </a:lnTo>
                  <a:lnTo>
                    <a:pt x="4730300" y="0"/>
                  </a:lnTo>
                  <a:lnTo>
                    <a:pt x="4728589" y="0"/>
                  </a:lnTo>
                  <a:lnTo>
                    <a:pt x="4726877" y="0"/>
                  </a:lnTo>
                  <a:lnTo>
                    <a:pt x="4725166" y="0"/>
                  </a:lnTo>
                  <a:lnTo>
                    <a:pt x="4723455" y="0"/>
                  </a:lnTo>
                  <a:lnTo>
                    <a:pt x="4721743" y="0"/>
                  </a:lnTo>
                  <a:lnTo>
                    <a:pt x="4720032" y="0"/>
                  </a:lnTo>
                  <a:lnTo>
                    <a:pt x="4718320" y="0"/>
                  </a:lnTo>
                  <a:lnTo>
                    <a:pt x="4716609" y="0"/>
                  </a:lnTo>
                  <a:lnTo>
                    <a:pt x="4714898" y="0"/>
                  </a:lnTo>
                  <a:lnTo>
                    <a:pt x="4713186" y="0"/>
                  </a:lnTo>
                  <a:lnTo>
                    <a:pt x="4711475" y="0"/>
                  </a:lnTo>
                  <a:lnTo>
                    <a:pt x="4709763" y="0"/>
                  </a:lnTo>
                  <a:lnTo>
                    <a:pt x="4708052" y="0"/>
                  </a:lnTo>
                  <a:lnTo>
                    <a:pt x="4706341" y="0"/>
                  </a:lnTo>
                  <a:lnTo>
                    <a:pt x="4704629" y="0"/>
                  </a:lnTo>
                  <a:lnTo>
                    <a:pt x="4702918" y="0"/>
                  </a:lnTo>
                  <a:lnTo>
                    <a:pt x="4701206" y="0"/>
                  </a:lnTo>
                  <a:lnTo>
                    <a:pt x="4699495" y="0"/>
                  </a:lnTo>
                  <a:lnTo>
                    <a:pt x="4697784" y="0"/>
                  </a:lnTo>
                  <a:lnTo>
                    <a:pt x="4696072" y="0"/>
                  </a:lnTo>
                  <a:lnTo>
                    <a:pt x="4694361" y="0"/>
                  </a:lnTo>
                  <a:lnTo>
                    <a:pt x="4692649" y="0"/>
                  </a:lnTo>
                  <a:lnTo>
                    <a:pt x="4690938" y="0"/>
                  </a:lnTo>
                  <a:lnTo>
                    <a:pt x="4689227" y="0"/>
                  </a:lnTo>
                  <a:lnTo>
                    <a:pt x="4687515" y="0"/>
                  </a:lnTo>
                  <a:lnTo>
                    <a:pt x="4685804" y="0"/>
                  </a:lnTo>
                  <a:lnTo>
                    <a:pt x="4684092" y="0"/>
                  </a:lnTo>
                  <a:lnTo>
                    <a:pt x="4682381" y="0"/>
                  </a:lnTo>
                  <a:lnTo>
                    <a:pt x="4680670" y="0"/>
                  </a:lnTo>
                  <a:lnTo>
                    <a:pt x="4678958" y="0"/>
                  </a:lnTo>
                  <a:lnTo>
                    <a:pt x="4677247" y="0"/>
                  </a:lnTo>
                  <a:lnTo>
                    <a:pt x="4675535" y="0"/>
                  </a:lnTo>
                  <a:lnTo>
                    <a:pt x="4673824" y="0"/>
                  </a:lnTo>
                  <a:lnTo>
                    <a:pt x="4672113" y="0"/>
                  </a:lnTo>
                  <a:lnTo>
                    <a:pt x="4670401" y="0"/>
                  </a:lnTo>
                  <a:lnTo>
                    <a:pt x="4668690" y="0"/>
                  </a:lnTo>
                  <a:lnTo>
                    <a:pt x="4666978" y="0"/>
                  </a:lnTo>
                  <a:lnTo>
                    <a:pt x="4665267" y="0"/>
                  </a:lnTo>
                  <a:lnTo>
                    <a:pt x="4663556" y="0"/>
                  </a:lnTo>
                  <a:lnTo>
                    <a:pt x="4661844" y="0"/>
                  </a:lnTo>
                  <a:lnTo>
                    <a:pt x="4660133" y="0"/>
                  </a:lnTo>
                  <a:lnTo>
                    <a:pt x="4658421" y="0"/>
                  </a:lnTo>
                  <a:lnTo>
                    <a:pt x="4656710" y="0"/>
                  </a:lnTo>
                  <a:lnTo>
                    <a:pt x="4654999" y="0"/>
                  </a:lnTo>
                  <a:lnTo>
                    <a:pt x="4653287" y="0"/>
                  </a:lnTo>
                  <a:lnTo>
                    <a:pt x="4651576" y="0"/>
                  </a:lnTo>
                  <a:lnTo>
                    <a:pt x="4649864" y="0"/>
                  </a:lnTo>
                  <a:lnTo>
                    <a:pt x="4648153" y="0"/>
                  </a:lnTo>
                  <a:lnTo>
                    <a:pt x="4646442" y="0"/>
                  </a:lnTo>
                  <a:lnTo>
                    <a:pt x="4644730" y="0"/>
                  </a:lnTo>
                  <a:lnTo>
                    <a:pt x="4643019" y="0"/>
                  </a:lnTo>
                  <a:lnTo>
                    <a:pt x="4641307" y="0"/>
                  </a:lnTo>
                  <a:lnTo>
                    <a:pt x="4639596" y="0"/>
                  </a:lnTo>
                  <a:lnTo>
                    <a:pt x="4637885" y="0"/>
                  </a:lnTo>
                  <a:lnTo>
                    <a:pt x="4636173" y="0"/>
                  </a:lnTo>
                  <a:lnTo>
                    <a:pt x="4634462" y="0"/>
                  </a:lnTo>
                  <a:lnTo>
                    <a:pt x="4632751" y="0"/>
                  </a:lnTo>
                  <a:lnTo>
                    <a:pt x="4631039" y="0"/>
                  </a:lnTo>
                  <a:lnTo>
                    <a:pt x="4629328" y="0"/>
                  </a:lnTo>
                  <a:lnTo>
                    <a:pt x="4627616" y="0"/>
                  </a:lnTo>
                  <a:lnTo>
                    <a:pt x="4625905" y="0"/>
                  </a:lnTo>
                  <a:lnTo>
                    <a:pt x="4624194" y="0"/>
                  </a:lnTo>
                  <a:lnTo>
                    <a:pt x="4622482" y="0"/>
                  </a:lnTo>
                  <a:lnTo>
                    <a:pt x="4620771" y="0"/>
                  </a:lnTo>
                  <a:lnTo>
                    <a:pt x="4619059" y="0"/>
                  </a:lnTo>
                  <a:lnTo>
                    <a:pt x="4617348" y="0"/>
                  </a:lnTo>
                  <a:lnTo>
                    <a:pt x="4615637" y="0"/>
                  </a:lnTo>
                  <a:lnTo>
                    <a:pt x="4613925" y="0"/>
                  </a:lnTo>
                  <a:lnTo>
                    <a:pt x="4612214" y="0"/>
                  </a:lnTo>
                  <a:lnTo>
                    <a:pt x="4610502" y="0"/>
                  </a:lnTo>
                  <a:lnTo>
                    <a:pt x="4608791" y="0"/>
                  </a:lnTo>
                  <a:lnTo>
                    <a:pt x="4607080" y="0"/>
                  </a:lnTo>
                  <a:lnTo>
                    <a:pt x="4605368" y="0"/>
                  </a:lnTo>
                  <a:lnTo>
                    <a:pt x="4603657" y="0"/>
                  </a:lnTo>
                  <a:lnTo>
                    <a:pt x="4601945" y="0"/>
                  </a:lnTo>
                  <a:lnTo>
                    <a:pt x="4600234" y="0"/>
                  </a:lnTo>
                  <a:lnTo>
                    <a:pt x="4598523" y="0"/>
                  </a:lnTo>
                  <a:lnTo>
                    <a:pt x="4596811" y="0"/>
                  </a:lnTo>
                  <a:lnTo>
                    <a:pt x="4595100" y="0"/>
                  </a:lnTo>
                  <a:lnTo>
                    <a:pt x="4593388" y="0"/>
                  </a:lnTo>
                  <a:lnTo>
                    <a:pt x="4591677" y="0"/>
                  </a:lnTo>
                  <a:lnTo>
                    <a:pt x="4589966" y="0"/>
                  </a:lnTo>
                  <a:lnTo>
                    <a:pt x="4588254" y="0"/>
                  </a:lnTo>
                  <a:lnTo>
                    <a:pt x="4586543" y="0"/>
                  </a:lnTo>
                  <a:lnTo>
                    <a:pt x="4584831" y="0"/>
                  </a:lnTo>
                  <a:lnTo>
                    <a:pt x="4583120" y="0"/>
                  </a:lnTo>
                  <a:lnTo>
                    <a:pt x="4581409" y="0"/>
                  </a:lnTo>
                  <a:lnTo>
                    <a:pt x="4579697" y="0"/>
                  </a:lnTo>
                  <a:lnTo>
                    <a:pt x="4577986" y="0"/>
                  </a:lnTo>
                  <a:lnTo>
                    <a:pt x="4576274" y="0"/>
                  </a:lnTo>
                  <a:lnTo>
                    <a:pt x="4574563" y="0"/>
                  </a:lnTo>
                  <a:lnTo>
                    <a:pt x="4572852" y="0"/>
                  </a:lnTo>
                  <a:lnTo>
                    <a:pt x="4571140" y="0"/>
                  </a:lnTo>
                  <a:lnTo>
                    <a:pt x="4569429" y="0"/>
                  </a:lnTo>
                  <a:lnTo>
                    <a:pt x="4567717" y="0"/>
                  </a:lnTo>
                  <a:lnTo>
                    <a:pt x="4566006" y="0"/>
                  </a:lnTo>
                  <a:lnTo>
                    <a:pt x="4564295" y="0"/>
                  </a:lnTo>
                  <a:lnTo>
                    <a:pt x="4562583" y="0"/>
                  </a:lnTo>
                  <a:lnTo>
                    <a:pt x="4560872" y="0"/>
                  </a:lnTo>
                  <a:lnTo>
                    <a:pt x="4559160" y="0"/>
                  </a:lnTo>
                  <a:lnTo>
                    <a:pt x="4557449" y="0"/>
                  </a:lnTo>
                  <a:lnTo>
                    <a:pt x="4555738" y="0"/>
                  </a:lnTo>
                  <a:lnTo>
                    <a:pt x="4554026" y="0"/>
                  </a:lnTo>
                  <a:lnTo>
                    <a:pt x="4552315" y="0"/>
                  </a:lnTo>
                  <a:lnTo>
                    <a:pt x="4550603" y="0"/>
                  </a:lnTo>
                  <a:lnTo>
                    <a:pt x="4548892" y="0"/>
                  </a:lnTo>
                  <a:lnTo>
                    <a:pt x="4547181" y="0"/>
                  </a:lnTo>
                  <a:lnTo>
                    <a:pt x="4545469" y="0"/>
                  </a:lnTo>
                  <a:lnTo>
                    <a:pt x="4543758" y="0"/>
                  </a:lnTo>
                  <a:lnTo>
                    <a:pt x="4542046" y="0"/>
                  </a:lnTo>
                  <a:lnTo>
                    <a:pt x="4540335" y="0"/>
                  </a:lnTo>
                  <a:lnTo>
                    <a:pt x="4538624" y="0"/>
                  </a:lnTo>
                  <a:lnTo>
                    <a:pt x="4536912" y="0"/>
                  </a:lnTo>
                  <a:lnTo>
                    <a:pt x="4535201" y="0"/>
                  </a:lnTo>
                  <a:lnTo>
                    <a:pt x="4533489" y="0"/>
                  </a:lnTo>
                  <a:lnTo>
                    <a:pt x="4531778" y="0"/>
                  </a:lnTo>
                  <a:lnTo>
                    <a:pt x="4530067" y="0"/>
                  </a:lnTo>
                  <a:lnTo>
                    <a:pt x="4528355" y="0"/>
                  </a:lnTo>
                  <a:lnTo>
                    <a:pt x="4526644" y="0"/>
                  </a:lnTo>
                  <a:lnTo>
                    <a:pt x="4524933" y="0"/>
                  </a:lnTo>
                  <a:lnTo>
                    <a:pt x="4523221" y="0"/>
                  </a:lnTo>
                  <a:lnTo>
                    <a:pt x="4521510" y="0"/>
                  </a:lnTo>
                  <a:lnTo>
                    <a:pt x="4519798" y="0"/>
                  </a:lnTo>
                  <a:lnTo>
                    <a:pt x="4518087" y="0"/>
                  </a:lnTo>
                  <a:lnTo>
                    <a:pt x="4516376" y="0"/>
                  </a:lnTo>
                  <a:lnTo>
                    <a:pt x="4514664" y="0"/>
                  </a:lnTo>
                  <a:lnTo>
                    <a:pt x="4512953" y="0"/>
                  </a:lnTo>
                  <a:lnTo>
                    <a:pt x="4511241" y="0"/>
                  </a:lnTo>
                  <a:lnTo>
                    <a:pt x="4509530" y="0"/>
                  </a:lnTo>
                  <a:lnTo>
                    <a:pt x="4507819" y="0"/>
                  </a:lnTo>
                  <a:lnTo>
                    <a:pt x="4506107" y="0"/>
                  </a:lnTo>
                  <a:lnTo>
                    <a:pt x="4504396" y="0"/>
                  </a:lnTo>
                  <a:lnTo>
                    <a:pt x="4502684" y="0"/>
                  </a:lnTo>
                  <a:lnTo>
                    <a:pt x="4500973" y="0"/>
                  </a:lnTo>
                  <a:lnTo>
                    <a:pt x="4499262" y="0"/>
                  </a:lnTo>
                  <a:lnTo>
                    <a:pt x="4497550" y="0"/>
                  </a:lnTo>
                  <a:lnTo>
                    <a:pt x="4495839" y="0"/>
                  </a:lnTo>
                  <a:lnTo>
                    <a:pt x="4494127" y="0"/>
                  </a:lnTo>
                  <a:lnTo>
                    <a:pt x="4492416" y="0"/>
                  </a:lnTo>
                  <a:lnTo>
                    <a:pt x="4490705" y="0"/>
                  </a:lnTo>
                  <a:lnTo>
                    <a:pt x="4488993" y="0"/>
                  </a:lnTo>
                  <a:lnTo>
                    <a:pt x="4487282" y="0"/>
                  </a:lnTo>
                  <a:lnTo>
                    <a:pt x="4485570" y="0"/>
                  </a:lnTo>
                  <a:lnTo>
                    <a:pt x="4483859" y="0"/>
                  </a:lnTo>
                  <a:lnTo>
                    <a:pt x="4482148" y="0"/>
                  </a:lnTo>
                  <a:lnTo>
                    <a:pt x="4480436" y="0"/>
                  </a:lnTo>
                  <a:lnTo>
                    <a:pt x="4478725" y="0"/>
                  </a:lnTo>
                  <a:lnTo>
                    <a:pt x="4477013" y="0"/>
                  </a:lnTo>
                  <a:lnTo>
                    <a:pt x="4475302" y="0"/>
                  </a:lnTo>
                  <a:lnTo>
                    <a:pt x="4473591" y="0"/>
                  </a:lnTo>
                  <a:lnTo>
                    <a:pt x="4471879" y="0"/>
                  </a:lnTo>
                  <a:lnTo>
                    <a:pt x="4470168" y="0"/>
                  </a:lnTo>
                  <a:lnTo>
                    <a:pt x="4468456" y="0"/>
                  </a:lnTo>
                  <a:lnTo>
                    <a:pt x="4466745" y="0"/>
                  </a:lnTo>
                  <a:lnTo>
                    <a:pt x="4465034" y="0"/>
                  </a:lnTo>
                  <a:lnTo>
                    <a:pt x="4463322" y="0"/>
                  </a:lnTo>
                  <a:lnTo>
                    <a:pt x="4461611" y="0"/>
                  </a:lnTo>
                  <a:lnTo>
                    <a:pt x="4459899" y="0"/>
                  </a:lnTo>
                  <a:lnTo>
                    <a:pt x="4458188" y="0"/>
                  </a:lnTo>
                  <a:lnTo>
                    <a:pt x="4456477" y="0"/>
                  </a:lnTo>
                  <a:lnTo>
                    <a:pt x="4454765" y="0"/>
                  </a:lnTo>
                  <a:lnTo>
                    <a:pt x="4453054" y="0"/>
                  </a:lnTo>
                  <a:lnTo>
                    <a:pt x="4451342" y="0"/>
                  </a:lnTo>
                  <a:lnTo>
                    <a:pt x="4449631" y="0"/>
                  </a:lnTo>
                  <a:lnTo>
                    <a:pt x="4447920" y="0"/>
                  </a:lnTo>
                  <a:lnTo>
                    <a:pt x="4446208" y="0"/>
                  </a:lnTo>
                  <a:lnTo>
                    <a:pt x="4444497" y="0"/>
                  </a:lnTo>
                  <a:lnTo>
                    <a:pt x="4442785" y="0"/>
                  </a:lnTo>
                  <a:lnTo>
                    <a:pt x="4441074" y="0"/>
                  </a:lnTo>
                  <a:lnTo>
                    <a:pt x="4439363" y="0"/>
                  </a:lnTo>
                  <a:lnTo>
                    <a:pt x="4437651" y="0"/>
                  </a:lnTo>
                  <a:lnTo>
                    <a:pt x="4435940" y="0"/>
                  </a:lnTo>
                  <a:lnTo>
                    <a:pt x="4434228" y="0"/>
                  </a:lnTo>
                  <a:lnTo>
                    <a:pt x="4432517" y="0"/>
                  </a:lnTo>
                  <a:lnTo>
                    <a:pt x="4430806" y="0"/>
                  </a:lnTo>
                  <a:lnTo>
                    <a:pt x="4429094" y="0"/>
                  </a:lnTo>
                  <a:lnTo>
                    <a:pt x="4427383" y="0"/>
                  </a:lnTo>
                  <a:lnTo>
                    <a:pt x="4425672" y="0"/>
                  </a:lnTo>
                  <a:lnTo>
                    <a:pt x="4423960" y="0"/>
                  </a:lnTo>
                  <a:lnTo>
                    <a:pt x="4422249" y="0"/>
                  </a:lnTo>
                  <a:lnTo>
                    <a:pt x="4420537" y="0"/>
                  </a:lnTo>
                  <a:lnTo>
                    <a:pt x="4418826" y="0"/>
                  </a:lnTo>
                  <a:lnTo>
                    <a:pt x="4417115" y="0"/>
                  </a:lnTo>
                  <a:lnTo>
                    <a:pt x="4415403" y="0"/>
                  </a:lnTo>
                  <a:lnTo>
                    <a:pt x="4413692" y="0"/>
                  </a:lnTo>
                  <a:lnTo>
                    <a:pt x="4411980" y="0"/>
                  </a:lnTo>
                  <a:lnTo>
                    <a:pt x="4410269" y="0"/>
                  </a:lnTo>
                  <a:lnTo>
                    <a:pt x="4408558" y="0"/>
                  </a:lnTo>
                  <a:lnTo>
                    <a:pt x="4406846" y="0"/>
                  </a:lnTo>
                  <a:lnTo>
                    <a:pt x="4405135" y="0"/>
                  </a:lnTo>
                  <a:lnTo>
                    <a:pt x="4403423" y="0"/>
                  </a:lnTo>
                  <a:lnTo>
                    <a:pt x="4401712" y="0"/>
                  </a:lnTo>
                  <a:lnTo>
                    <a:pt x="4400001" y="0"/>
                  </a:lnTo>
                  <a:lnTo>
                    <a:pt x="4398289" y="0"/>
                  </a:lnTo>
                  <a:lnTo>
                    <a:pt x="4396578" y="0"/>
                  </a:lnTo>
                  <a:lnTo>
                    <a:pt x="4394866" y="0"/>
                  </a:lnTo>
                  <a:lnTo>
                    <a:pt x="4393155" y="0"/>
                  </a:lnTo>
                  <a:lnTo>
                    <a:pt x="4391444" y="0"/>
                  </a:lnTo>
                  <a:lnTo>
                    <a:pt x="4389732" y="0"/>
                  </a:lnTo>
                  <a:lnTo>
                    <a:pt x="4388021" y="0"/>
                  </a:lnTo>
                  <a:lnTo>
                    <a:pt x="4386309" y="0"/>
                  </a:lnTo>
                  <a:lnTo>
                    <a:pt x="4384598" y="0"/>
                  </a:lnTo>
                  <a:lnTo>
                    <a:pt x="4382887" y="0"/>
                  </a:lnTo>
                  <a:lnTo>
                    <a:pt x="4381175" y="0"/>
                  </a:lnTo>
                  <a:lnTo>
                    <a:pt x="4379464" y="0"/>
                  </a:lnTo>
                  <a:lnTo>
                    <a:pt x="4377752" y="0"/>
                  </a:lnTo>
                  <a:lnTo>
                    <a:pt x="4376041" y="0"/>
                  </a:lnTo>
                  <a:lnTo>
                    <a:pt x="4374330" y="0"/>
                  </a:lnTo>
                  <a:lnTo>
                    <a:pt x="4372618" y="0"/>
                  </a:lnTo>
                  <a:lnTo>
                    <a:pt x="4370907" y="0"/>
                  </a:lnTo>
                  <a:lnTo>
                    <a:pt x="4369195" y="0"/>
                  </a:lnTo>
                  <a:lnTo>
                    <a:pt x="4367484" y="0"/>
                  </a:lnTo>
                  <a:lnTo>
                    <a:pt x="4365773" y="0"/>
                  </a:lnTo>
                  <a:lnTo>
                    <a:pt x="4364061" y="0"/>
                  </a:lnTo>
                  <a:lnTo>
                    <a:pt x="4362350" y="0"/>
                  </a:lnTo>
                  <a:lnTo>
                    <a:pt x="4360638" y="0"/>
                  </a:lnTo>
                  <a:lnTo>
                    <a:pt x="4358927" y="0"/>
                  </a:lnTo>
                  <a:lnTo>
                    <a:pt x="4357216" y="0"/>
                  </a:lnTo>
                  <a:lnTo>
                    <a:pt x="4355504" y="0"/>
                  </a:lnTo>
                  <a:lnTo>
                    <a:pt x="4353793" y="0"/>
                  </a:lnTo>
                  <a:lnTo>
                    <a:pt x="4352081" y="0"/>
                  </a:lnTo>
                  <a:lnTo>
                    <a:pt x="4350370" y="0"/>
                  </a:lnTo>
                  <a:lnTo>
                    <a:pt x="4348659" y="0"/>
                  </a:lnTo>
                  <a:lnTo>
                    <a:pt x="4346947" y="0"/>
                  </a:lnTo>
                  <a:lnTo>
                    <a:pt x="4345236" y="0"/>
                  </a:lnTo>
                  <a:lnTo>
                    <a:pt x="4343524" y="0"/>
                  </a:lnTo>
                  <a:lnTo>
                    <a:pt x="4341813" y="0"/>
                  </a:lnTo>
                  <a:lnTo>
                    <a:pt x="4340102" y="0"/>
                  </a:lnTo>
                  <a:lnTo>
                    <a:pt x="4338390" y="0"/>
                  </a:lnTo>
                  <a:lnTo>
                    <a:pt x="4336679" y="0"/>
                  </a:lnTo>
                  <a:lnTo>
                    <a:pt x="4334967" y="0"/>
                  </a:lnTo>
                  <a:lnTo>
                    <a:pt x="4333256" y="0"/>
                  </a:lnTo>
                  <a:lnTo>
                    <a:pt x="4331545" y="0"/>
                  </a:lnTo>
                  <a:lnTo>
                    <a:pt x="4329833" y="0"/>
                  </a:lnTo>
                  <a:lnTo>
                    <a:pt x="4328122" y="0"/>
                  </a:lnTo>
                  <a:lnTo>
                    <a:pt x="4326410" y="0"/>
                  </a:lnTo>
                  <a:lnTo>
                    <a:pt x="4324699" y="0"/>
                  </a:lnTo>
                  <a:lnTo>
                    <a:pt x="4322988" y="0"/>
                  </a:lnTo>
                  <a:lnTo>
                    <a:pt x="4321276" y="0"/>
                  </a:lnTo>
                  <a:lnTo>
                    <a:pt x="4319565" y="0"/>
                  </a:lnTo>
                  <a:lnTo>
                    <a:pt x="4317854" y="0"/>
                  </a:lnTo>
                  <a:lnTo>
                    <a:pt x="4316142" y="0"/>
                  </a:lnTo>
                  <a:lnTo>
                    <a:pt x="4314431" y="0"/>
                  </a:lnTo>
                  <a:lnTo>
                    <a:pt x="4312719" y="0"/>
                  </a:lnTo>
                  <a:lnTo>
                    <a:pt x="4311008" y="0"/>
                  </a:lnTo>
                  <a:lnTo>
                    <a:pt x="4309297" y="0"/>
                  </a:lnTo>
                  <a:lnTo>
                    <a:pt x="4307585" y="0"/>
                  </a:lnTo>
                  <a:lnTo>
                    <a:pt x="4305874" y="0"/>
                  </a:lnTo>
                  <a:lnTo>
                    <a:pt x="4304162" y="0"/>
                  </a:lnTo>
                  <a:lnTo>
                    <a:pt x="4302451" y="0"/>
                  </a:lnTo>
                  <a:lnTo>
                    <a:pt x="4300740" y="0"/>
                  </a:lnTo>
                  <a:lnTo>
                    <a:pt x="4299028" y="0"/>
                  </a:lnTo>
                  <a:lnTo>
                    <a:pt x="4297317" y="0"/>
                  </a:lnTo>
                  <a:lnTo>
                    <a:pt x="4295605" y="0"/>
                  </a:lnTo>
                  <a:lnTo>
                    <a:pt x="4293894" y="0"/>
                  </a:lnTo>
                  <a:lnTo>
                    <a:pt x="4292183" y="0"/>
                  </a:lnTo>
                  <a:lnTo>
                    <a:pt x="4290471" y="0"/>
                  </a:lnTo>
                  <a:lnTo>
                    <a:pt x="4288760" y="0"/>
                  </a:lnTo>
                  <a:lnTo>
                    <a:pt x="4287048" y="0"/>
                  </a:lnTo>
                  <a:lnTo>
                    <a:pt x="4285337" y="0"/>
                  </a:lnTo>
                  <a:lnTo>
                    <a:pt x="4283626" y="0"/>
                  </a:lnTo>
                  <a:lnTo>
                    <a:pt x="4281914" y="0"/>
                  </a:lnTo>
                  <a:lnTo>
                    <a:pt x="4280203" y="0"/>
                  </a:lnTo>
                  <a:lnTo>
                    <a:pt x="4278491" y="0"/>
                  </a:lnTo>
                  <a:lnTo>
                    <a:pt x="4276780" y="0"/>
                  </a:lnTo>
                  <a:lnTo>
                    <a:pt x="4275069" y="0"/>
                  </a:lnTo>
                  <a:lnTo>
                    <a:pt x="4273357" y="0"/>
                  </a:lnTo>
                  <a:lnTo>
                    <a:pt x="4271646" y="0"/>
                  </a:lnTo>
                  <a:lnTo>
                    <a:pt x="4269934" y="0"/>
                  </a:lnTo>
                  <a:lnTo>
                    <a:pt x="4268223" y="0"/>
                  </a:lnTo>
                  <a:lnTo>
                    <a:pt x="4266512" y="0"/>
                  </a:lnTo>
                  <a:lnTo>
                    <a:pt x="4264800" y="0"/>
                  </a:lnTo>
                  <a:lnTo>
                    <a:pt x="4263089" y="0"/>
                  </a:lnTo>
                  <a:lnTo>
                    <a:pt x="4261377" y="0"/>
                  </a:lnTo>
                  <a:lnTo>
                    <a:pt x="4259666" y="0"/>
                  </a:lnTo>
                  <a:lnTo>
                    <a:pt x="4257955" y="0"/>
                  </a:lnTo>
                  <a:lnTo>
                    <a:pt x="4256243" y="0"/>
                  </a:lnTo>
                  <a:lnTo>
                    <a:pt x="4254532" y="0"/>
                  </a:lnTo>
                  <a:lnTo>
                    <a:pt x="4252820" y="0"/>
                  </a:lnTo>
                  <a:lnTo>
                    <a:pt x="4251109" y="0"/>
                  </a:lnTo>
                  <a:lnTo>
                    <a:pt x="4249398" y="0"/>
                  </a:lnTo>
                  <a:lnTo>
                    <a:pt x="4247686" y="0"/>
                  </a:lnTo>
                  <a:lnTo>
                    <a:pt x="4245975" y="0"/>
                  </a:lnTo>
                  <a:lnTo>
                    <a:pt x="4244263" y="0"/>
                  </a:lnTo>
                  <a:lnTo>
                    <a:pt x="4242552" y="0"/>
                  </a:lnTo>
                  <a:lnTo>
                    <a:pt x="4240841" y="0"/>
                  </a:lnTo>
                  <a:lnTo>
                    <a:pt x="4239129" y="0"/>
                  </a:lnTo>
                  <a:lnTo>
                    <a:pt x="4237418" y="0"/>
                  </a:lnTo>
                  <a:lnTo>
                    <a:pt x="4235706" y="0"/>
                  </a:lnTo>
                  <a:lnTo>
                    <a:pt x="4233995" y="0"/>
                  </a:lnTo>
                  <a:lnTo>
                    <a:pt x="4232284" y="0"/>
                  </a:lnTo>
                  <a:lnTo>
                    <a:pt x="4230572" y="0"/>
                  </a:lnTo>
                  <a:lnTo>
                    <a:pt x="4228861" y="0"/>
                  </a:lnTo>
                  <a:lnTo>
                    <a:pt x="4227149" y="0"/>
                  </a:lnTo>
                  <a:lnTo>
                    <a:pt x="4225438" y="0"/>
                  </a:lnTo>
                  <a:lnTo>
                    <a:pt x="4223727" y="0"/>
                  </a:lnTo>
                  <a:lnTo>
                    <a:pt x="4222015" y="0"/>
                  </a:lnTo>
                  <a:lnTo>
                    <a:pt x="4220304" y="0"/>
                  </a:lnTo>
                  <a:lnTo>
                    <a:pt x="4218592" y="0"/>
                  </a:lnTo>
                  <a:lnTo>
                    <a:pt x="4216881" y="0"/>
                  </a:lnTo>
                  <a:lnTo>
                    <a:pt x="4215170" y="0"/>
                  </a:lnTo>
                  <a:lnTo>
                    <a:pt x="4213458" y="0"/>
                  </a:lnTo>
                  <a:lnTo>
                    <a:pt x="4211747" y="0"/>
                  </a:lnTo>
                  <a:lnTo>
                    <a:pt x="4210036" y="0"/>
                  </a:lnTo>
                  <a:lnTo>
                    <a:pt x="4208324" y="0"/>
                  </a:lnTo>
                  <a:lnTo>
                    <a:pt x="4206613" y="0"/>
                  </a:lnTo>
                  <a:lnTo>
                    <a:pt x="4204901" y="0"/>
                  </a:lnTo>
                  <a:lnTo>
                    <a:pt x="4203190" y="0"/>
                  </a:lnTo>
                  <a:lnTo>
                    <a:pt x="4201479" y="0"/>
                  </a:lnTo>
                  <a:lnTo>
                    <a:pt x="4199767" y="0"/>
                  </a:lnTo>
                  <a:lnTo>
                    <a:pt x="4198056" y="0"/>
                  </a:lnTo>
                  <a:lnTo>
                    <a:pt x="4196344" y="0"/>
                  </a:lnTo>
                  <a:lnTo>
                    <a:pt x="4194633" y="0"/>
                  </a:lnTo>
                  <a:lnTo>
                    <a:pt x="4192922" y="0"/>
                  </a:lnTo>
                  <a:lnTo>
                    <a:pt x="4191210" y="0"/>
                  </a:lnTo>
                  <a:lnTo>
                    <a:pt x="4189499" y="0"/>
                  </a:lnTo>
                  <a:lnTo>
                    <a:pt x="4187787" y="0"/>
                  </a:lnTo>
                  <a:lnTo>
                    <a:pt x="4186076" y="0"/>
                  </a:lnTo>
                  <a:lnTo>
                    <a:pt x="4184365" y="0"/>
                  </a:lnTo>
                  <a:lnTo>
                    <a:pt x="4182653" y="0"/>
                  </a:lnTo>
                  <a:lnTo>
                    <a:pt x="4180942" y="0"/>
                  </a:lnTo>
                  <a:lnTo>
                    <a:pt x="4179230" y="0"/>
                  </a:lnTo>
                  <a:lnTo>
                    <a:pt x="4177519" y="0"/>
                  </a:lnTo>
                  <a:lnTo>
                    <a:pt x="4175808" y="0"/>
                  </a:lnTo>
                  <a:lnTo>
                    <a:pt x="4174096" y="0"/>
                  </a:lnTo>
                  <a:lnTo>
                    <a:pt x="4172385" y="0"/>
                  </a:lnTo>
                  <a:lnTo>
                    <a:pt x="4170673" y="0"/>
                  </a:lnTo>
                  <a:lnTo>
                    <a:pt x="4168962" y="0"/>
                  </a:lnTo>
                  <a:lnTo>
                    <a:pt x="4167251" y="0"/>
                  </a:lnTo>
                  <a:lnTo>
                    <a:pt x="4165539" y="0"/>
                  </a:lnTo>
                  <a:lnTo>
                    <a:pt x="4163828" y="0"/>
                  </a:lnTo>
                  <a:lnTo>
                    <a:pt x="4162116" y="0"/>
                  </a:lnTo>
                  <a:lnTo>
                    <a:pt x="4160405" y="0"/>
                  </a:lnTo>
                  <a:lnTo>
                    <a:pt x="4158694" y="0"/>
                  </a:lnTo>
                  <a:lnTo>
                    <a:pt x="4156982" y="0"/>
                  </a:lnTo>
                  <a:lnTo>
                    <a:pt x="4155271" y="0"/>
                  </a:lnTo>
                  <a:lnTo>
                    <a:pt x="4153559" y="0"/>
                  </a:lnTo>
                  <a:lnTo>
                    <a:pt x="4151848" y="0"/>
                  </a:lnTo>
                  <a:lnTo>
                    <a:pt x="4150137" y="0"/>
                  </a:lnTo>
                  <a:lnTo>
                    <a:pt x="4148425" y="0"/>
                  </a:lnTo>
                  <a:lnTo>
                    <a:pt x="4146714" y="0"/>
                  </a:lnTo>
                  <a:lnTo>
                    <a:pt x="4145002" y="0"/>
                  </a:lnTo>
                  <a:lnTo>
                    <a:pt x="4143291" y="0"/>
                  </a:lnTo>
                  <a:lnTo>
                    <a:pt x="4141580" y="0"/>
                  </a:lnTo>
                  <a:lnTo>
                    <a:pt x="4139868" y="0"/>
                  </a:lnTo>
                  <a:lnTo>
                    <a:pt x="4138157" y="0"/>
                  </a:lnTo>
                  <a:lnTo>
                    <a:pt x="4136445" y="0"/>
                  </a:lnTo>
                  <a:lnTo>
                    <a:pt x="4134734" y="0"/>
                  </a:lnTo>
                  <a:lnTo>
                    <a:pt x="4133023" y="0"/>
                  </a:lnTo>
                  <a:lnTo>
                    <a:pt x="4131311" y="0"/>
                  </a:lnTo>
                  <a:lnTo>
                    <a:pt x="4129600" y="0"/>
                  </a:lnTo>
                  <a:lnTo>
                    <a:pt x="4127888" y="0"/>
                  </a:lnTo>
                  <a:lnTo>
                    <a:pt x="4126177" y="0"/>
                  </a:lnTo>
                  <a:lnTo>
                    <a:pt x="4124466" y="0"/>
                  </a:lnTo>
                  <a:lnTo>
                    <a:pt x="4122754" y="0"/>
                  </a:lnTo>
                  <a:lnTo>
                    <a:pt x="4121043" y="0"/>
                  </a:lnTo>
                  <a:lnTo>
                    <a:pt x="4119331" y="0"/>
                  </a:lnTo>
                  <a:lnTo>
                    <a:pt x="4117620" y="0"/>
                  </a:lnTo>
                  <a:lnTo>
                    <a:pt x="4115909" y="0"/>
                  </a:lnTo>
                  <a:lnTo>
                    <a:pt x="4114197" y="0"/>
                  </a:lnTo>
                  <a:lnTo>
                    <a:pt x="4112486" y="0"/>
                  </a:lnTo>
                  <a:lnTo>
                    <a:pt x="4110775" y="0"/>
                  </a:lnTo>
                  <a:lnTo>
                    <a:pt x="4109063" y="0"/>
                  </a:lnTo>
                  <a:lnTo>
                    <a:pt x="4107352" y="0"/>
                  </a:lnTo>
                  <a:lnTo>
                    <a:pt x="4105640" y="0"/>
                  </a:lnTo>
                  <a:lnTo>
                    <a:pt x="4103929" y="0"/>
                  </a:lnTo>
                  <a:lnTo>
                    <a:pt x="4102218" y="0"/>
                  </a:lnTo>
                  <a:lnTo>
                    <a:pt x="4100506" y="0"/>
                  </a:lnTo>
                  <a:lnTo>
                    <a:pt x="4098795" y="0"/>
                  </a:lnTo>
                  <a:lnTo>
                    <a:pt x="4097083" y="0"/>
                  </a:lnTo>
                  <a:lnTo>
                    <a:pt x="4095372" y="0"/>
                  </a:lnTo>
                  <a:lnTo>
                    <a:pt x="4093661" y="0"/>
                  </a:lnTo>
                  <a:lnTo>
                    <a:pt x="4091949" y="0"/>
                  </a:lnTo>
                  <a:lnTo>
                    <a:pt x="4090238" y="0"/>
                  </a:lnTo>
                  <a:lnTo>
                    <a:pt x="4088526" y="0"/>
                  </a:lnTo>
                  <a:lnTo>
                    <a:pt x="4086815" y="0"/>
                  </a:lnTo>
                  <a:lnTo>
                    <a:pt x="4085104" y="0"/>
                  </a:lnTo>
                  <a:lnTo>
                    <a:pt x="4083392" y="0"/>
                  </a:lnTo>
                  <a:lnTo>
                    <a:pt x="4081681" y="0"/>
                  </a:lnTo>
                  <a:lnTo>
                    <a:pt x="4079969" y="0"/>
                  </a:lnTo>
                  <a:lnTo>
                    <a:pt x="4078258" y="0"/>
                  </a:lnTo>
                  <a:lnTo>
                    <a:pt x="4076547" y="0"/>
                  </a:lnTo>
                  <a:lnTo>
                    <a:pt x="4074835" y="0"/>
                  </a:lnTo>
                  <a:lnTo>
                    <a:pt x="4073124" y="0"/>
                  </a:lnTo>
                  <a:lnTo>
                    <a:pt x="4071412" y="0"/>
                  </a:lnTo>
                  <a:lnTo>
                    <a:pt x="4069701" y="0"/>
                  </a:lnTo>
                  <a:lnTo>
                    <a:pt x="4067990" y="0"/>
                  </a:lnTo>
                  <a:lnTo>
                    <a:pt x="4066278" y="0"/>
                  </a:lnTo>
                  <a:lnTo>
                    <a:pt x="4064567" y="0"/>
                  </a:lnTo>
                  <a:lnTo>
                    <a:pt x="4062855" y="0"/>
                  </a:lnTo>
                  <a:lnTo>
                    <a:pt x="4061144" y="0"/>
                  </a:lnTo>
                  <a:lnTo>
                    <a:pt x="4059433" y="0"/>
                  </a:lnTo>
                  <a:lnTo>
                    <a:pt x="4057721" y="0"/>
                  </a:lnTo>
                  <a:lnTo>
                    <a:pt x="4056010" y="0"/>
                  </a:lnTo>
                  <a:lnTo>
                    <a:pt x="4054298" y="0"/>
                  </a:lnTo>
                  <a:lnTo>
                    <a:pt x="4052587" y="0"/>
                  </a:lnTo>
                  <a:lnTo>
                    <a:pt x="4050876" y="0"/>
                  </a:lnTo>
                  <a:lnTo>
                    <a:pt x="4049164" y="0"/>
                  </a:lnTo>
                  <a:lnTo>
                    <a:pt x="4047453" y="0"/>
                  </a:lnTo>
                  <a:lnTo>
                    <a:pt x="4045741" y="0"/>
                  </a:lnTo>
                  <a:lnTo>
                    <a:pt x="4044030" y="0"/>
                  </a:lnTo>
                  <a:lnTo>
                    <a:pt x="4042319" y="0"/>
                  </a:lnTo>
                  <a:lnTo>
                    <a:pt x="4040607" y="0"/>
                  </a:lnTo>
                  <a:lnTo>
                    <a:pt x="4038896" y="0"/>
                  </a:lnTo>
                  <a:lnTo>
                    <a:pt x="4037184" y="0"/>
                  </a:lnTo>
                  <a:lnTo>
                    <a:pt x="4035473" y="0"/>
                  </a:lnTo>
                  <a:lnTo>
                    <a:pt x="4033762" y="0"/>
                  </a:lnTo>
                  <a:lnTo>
                    <a:pt x="4032050" y="0"/>
                  </a:lnTo>
                  <a:lnTo>
                    <a:pt x="4030339" y="0"/>
                  </a:lnTo>
                  <a:lnTo>
                    <a:pt x="4028627" y="0"/>
                  </a:lnTo>
                  <a:lnTo>
                    <a:pt x="4026916" y="0"/>
                  </a:lnTo>
                  <a:lnTo>
                    <a:pt x="4025205" y="0"/>
                  </a:lnTo>
                  <a:lnTo>
                    <a:pt x="4023493" y="0"/>
                  </a:lnTo>
                  <a:lnTo>
                    <a:pt x="4021782" y="0"/>
                  </a:lnTo>
                  <a:lnTo>
                    <a:pt x="4020070" y="0"/>
                  </a:lnTo>
                  <a:lnTo>
                    <a:pt x="4018359" y="0"/>
                  </a:lnTo>
                  <a:lnTo>
                    <a:pt x="4016648" y="0"/>
                  </a:lnTo>
                  <a:lnTo>
                    <a:pt x="4014936" y="0"/>
                  </a:lnTo>
                  <a:lnTo>
                    <a:pt x="4013225" y="0"/>
                  </a:lnTo>
                  <a:lnTo>
                    <a:pt x="4011513" y="0"/>
                  </a:lnTo>
                  <a:lnTo>
                    <a:pt x="4009802" y="0"/>
                  </a:lnTo>
                  <a:lnTo>
                    <a:pt x="4008091" y="0"/>
                  </a:lnTo>
                  <a:lnTo>
                    <a:pt x="4006379" y="0"/>
                  </a:lnTo>
                  <a:lnTo>
                    <a:pt x="4004668" y="0"/>
                  </a:lnTo>
                  <a:lnTo>
                    <a:pt x="4002957" y="0"/>
                  </a:lnTo>
                  <a:lnTo>
                    <a:pt x="4001245" y="0"/>
                  </a:lnTo>
                  <a:lnTo>
                    <a:pt x="3999534" y="0"/>
                  </a:lnTo>
                  <a:lnTo>
                    <a:pt x="3997822" y="0"/>
                  </a:lnTo>
                  <a:lnTo>
                    <a:pt x="3996111" y="0"/>
                  </a:lnTo>
                  <a:lnTo>
                    <a:pt x="3994400" y="0"/>
                  </a:lnTo>
                  <a:lnTo>
                    <a:pt x="3992688" y="0"/>
                  </a:lnTo>
                  <a:lnTo>
                    <a:pt x="3990977" y="0"/>
                  </a:lnTo>
                  <a:lnTo>
                    <a:pt x="3989265" y="0"/>
                  </a:lnTo>
                  <a:lnTo>
                    <a:pt x="3987554" y="0"/>
                  </a:lnTo>
                  <a:lnTo>
                    <a:pt x="3985843" y="0"/>
                  </a:lnTo>
                  <a:lnTo>
                    <a:pt x="3984131" y="0"/>
                  </a:lnTo>
                  <a:lnTo>
                    <a:pt x="3982420" y="0"/>
                  </a:lnTo>
                  <a:lnTo>
                    <a:pt x="3980708" y="0"/>
                  </a:lnTo>
                  <a:lnTo>
                    <a:pt x="3978997" y="0"/>
                  </a:lnTo>
                  <a:lnTo>
                    <a:pt x="3977286" y="0"/>
                  </a:lnTo>
                  <a:lnTo>
                    <a:pt x="3975574" y="0"/>
                  </a:lnTo>
                  <a:lnTo>
                    <a:pt x="3973863" y="0"/>
                  </a:lnTo>
                  <a:lnTo>
                    <a:pt x="3972151" y="0"/>
                  </a:lnTo>
                  <a:lnTo>
                    <a:pt x="3970440" y="0"/>
                  </a:lnTo>
                  <a:lnTo>
                    <a:pt x="3968729" y="0"/>
                  </a:lnTo>
                  <a:lnTo>
                    <a:pt x="3967017" y="0"/>
                  </a:lnTo>
                  <a:lnTo>
                    <a:pt x="3965306" y="0"/>
                  </a:lnTo>
                  <a:lnTo>
                    <a:pt x="3963594" y="0"/>
                  </a:lnTo>
                  <a:lnTo>
                    <a:pt x="3961883" y="0"/>
                  </a:lnTo>
                  <a:lnTo>
                    <a:pt x="3960172" y="0"/>
                  </a:lnTo>
                  <a:lnTo>
                    <a:pt x="3958460" y="0"/>
                  </a:lnTo>
                  <a:lnTo>
                    <a:pt x="3956749" y="0"/>
                  </a:lnTo>
                  <a:lnTo>
                    <a:pt x="3955037" y="0"/>
                  </a:lnTo>
                  <a:lnTo>
                    <a:pt x="3953326" y="0"/>
                  </a:lnTo>
                  <a:lnTo>
                    <a:pt x="3951615" y="0"/>
                  </a:lnTo>
                  <a:lnTo>
                    <a:pt x="3949903" y="0"/>
                  </a:lnTo>
                  <a:lnTo>
                    <a:pt x="3948192" y="0"/>
                  </a:lnTo>
                  <a:lnTo>
                    <a:pt x="3946480" y="0"/>
                  </a:lnTo>
                  <a:lnTo>
                    <a:pt x="3944769" y="0"/>
                  </a:lnTo>
                  <a:lnTo>
                    <a:pt x="3943058" y="0"/>
                  </a:lnTo>
                  <a:lnTo>
                    <a:pt x="3941346" y="0"/>
                  </a:lnTo>
                  <a:lnTo>
                    <a:pt x="3939635" y="0"/>
                  </a:lnTo>
                  <a:lnTo>
                    <a:pt x="3937923" y="0"/>
                  </a:lnTo>
                  <a:lnTo>
                    <a:pt x="3936212" y="0"/>
                  </a:lnTo>
                  <a:lnTo>
                    <a:pt x="3934501" y="0"/>
                  </a:lnTo>
                  <a:lnTo>
                    <a:pt x="3932789" y="0"/>
                  </a:lnTo>
                  <a:lnTo>
                    <a:pt x="3931078" y="0"/>
                  </a:lnTo>
                  <a:lnTo>
                    <a:pt x="3929366" y="0"/>
                  </a:lnTo>
                  <a:lnTo>
                    <a:pt x="3927655" y="0"/>
                  </a:lnTo>
                  <a:lnTo>
                    <a:pt x="3925944" y="0"/>
                  </a:lnTo>
                  <a:lnTo>
                    <a:pt x="3924232" y="0"/>
                  </a:lnTo>
                  <a:lnTo>
                    <a:pt x="3922521" y="0"/>
                  </a:lnTo>
                  <a:lnTo>
                    <a:pt x="3920809" y="0"/>
                  </a:lnTo>
                  <a:lnTo>
                    <a:pt x="3919098" y="0"/>
                  </a:lnTo>
                  <a:lnTo>
                    <a:pt x="3917387" y="0"/>
                  </a:lnTo>
                  <a:lnTo>
                    <a:pt x="3915675" y="0"/>
                  </a:lnTo>
                  <a:lnTo>
                    <a:pt x="3913964" y="0"/>
                  </a:lnTo>
                  <a:lnTo>
                    <a:pt x="3912252" y="0"/>
                  </a:lnTo>
                  <a:lnTo>
                    <a:pt x="3910541" y="0"/>
                  </a:lnTo>
                  <a:lnTo>
                    <a:pt x="3908830" y="0"/>
                  </a:lnTo>
                  <a:lnTo>
                    <a:pt x="3907118" y="0"/>
                  </a:lnTo>
                  <a:lnTo>
                    <a:pt x="3905407" y="0"/>
                  </a:lnTo>
                  <a:lnTo>
                    <a:pt x="3903695" y="0"/>
                  </a:lnTo>
                  <a:lnTo>
                    <a:pt x="3901984" y="0"/>
                  </a:lnTo>
                  <a:lnTo>
                    <a:pt x="3900273" y="0"/>
                  </a:lnTo>
                  <a:lnTo>
                    <a:pt x="3898561" y="0"/>
                  </a:lnTo>
                  <a:lnTo>
                    <a:pt x="3896850" y="0"/>
                  </a:lnTo>
                  <a:lnTo>
                    <a:pt x="3895139" y="0"/>
                  </a:lnTo>
                  <a:lnTo>
                    <a:pt x="3893427" y="0"/>
                  </a:lnTo>
                  <a:lnTo>
                    <a:pt x="3891716" y="0"/>
                  </a:lnTo>
                  <a:lnTo>
                    <a:pt x="3890004" y="0"/>
                  </a:lnTo>
                  <a:lnTo>
                    <a:pt x="3888293" y="0"/>
                  </a:lnTo>
                  <a:lnTo>
                    <a:pt x="3886582" y="0"/>
                  </a:lnTo>
                  <a:lnTo>
                    <a:pt x="3884870" y="0"/>
                  </a:lnTo>
                  <a:lnTo>
                    <a:pt x="3883159" y="0"/>
                  </a:lnTo>
                  <a:lnTo>
                    <a:pt x="3881447" y="0"/>
                  </a:lnTo>
                  <a:lnTo>
                    <a:pt x="3879736" y="0"/>
                  </a:lnTo>
                  <a:lnTo>
                    <a:pt x="3878025" y="0"/>
                  </a:lnTo>
                  <a:lnTo>
                    <a:pt x="3876313" y="0"/>
                  </a:lnTo>
                  <a:lnTo>
                    <a:pt x="3874602" y="0"/>
                  </a:lnTo>
                  <a:lnTo>
                    <a:pt x="3872890" y="0"/>
                  </a:lnTo>
                  <a:lnTo>
                    <a:pt x="3871179" y="0"/>
                  </a:lnTo>
                  <a:lnTo>
                    <a:pt x="3869468" y="0"/>
                  </a:lnTo>
                  <a:lnTo>
                    <a:pt x="3867756" y="0"/>
                  </a:lnTo>
                  <a:lnTo>
                    <a:pt x="3866045" y="0"/>
                  </a:lnTo>
                  <a:lnTo>
                    <a:pt x="3864333" y="0"/>
                  </a:lnTo>
                  <a:lnTo>
                    <a:pt x="3862622" y="0"/>
                  </a:lnTo>
                  <a:lnTo>
                    <a:pt x="3860911" y="0"/>
                  </a:lnTo>
                  <a:lnTo>
                    <a:pt x="3859199" y="0"/>
                  </a:lnTo>
                  <a:lnTo>
                    <a:pt x="3857488" y="0"/>
                  </a:lnTo>
                  <a:lnTo>
                    <a:pt x="3855776" y="0"/>
                  </a:lnTo>
                  <a:lnTo>
                    <a:pt x="3854065" y="0"/>
                  </a:lnTo>
                  <a:lnTo>
                    <a:pt x="3852354" y="0"/>
                  </a:lnTo>
                  <a:lnTo>
                    <a:pt x="3850642" y="0"/>
                  </a:lnTo>
                  <a:lnTo>
                    <a:pt x="3848931" y="0"/>
                  </a:lnTo>
                  <a:lnTo>
                    <a:pt x="3847219" y="0"/>
                  </a:lnTo>
                  <a:lnTo>
                    <a:pt x="3845508" y="0"/>
                  </a:lnTo>
                  <a:lnTo>
                    <a:pt x="3843797" y="0"/>
                  </a:lnTo>
                  <a:lnTo>
                    <a:pt x="3842085" y="0"/>
                  </a:lnTo>
                  <a:lnTo>
                    <a:pt x="3840374" y="0"/>
                  </a:lnTo>
                  <a:lnTo>
                    <a:pt x="3838662" y="0"/>
                  </a:lnTo>
                  <a:lnTo>
                    <a:pt x="3836951" y="0"/>
                  </a:lnTo>
                  <a:lnTo>
                    <a:pt x="3835240" y="0"/>
                  </a:lnTo>
                  <a:lnTo>
                    <a:pt x="3833528" y="0"/>
                  </a:lnTo>
                  <a:lnTo>
                    <a:pt x="3831817" y="0"/>
                  </a:lnTo>
                  <a:lnTo>
                    <a:pt x="3830105" y="0"/>
                  </a:lnTo>
                  <a:lnTo>
                    <a:pt x="3828394" y="0"/>
                  </a:lnTo>
                  <a:lnTo>
                    <a:pt x="3826683" y="0"/>
                  </a:lnTo>
                  <a:lnTo>
                    <a:pt x="3824971" y="0"/>
                  </a:lnTo>
                  <a:lnTo>
                    <a:pt x="3823260" y="0"/>
                  </a:lnTo>
                  <a:lnTo>
                    <a:pt x="3821548" y="0"/>
                  </a:lnTo>
                  <a:lnTo>
                    <a:pt x="3819837" y="0"/>
                  </a:lnTo>
                  <a:lnTo>
                    <a:pt x="3818126" y="0"/>
                  </a:lnTo>
                  <a:lnTo>
                    <a:pt x="3816414" y="0"/>
                  </a:lnTo>
                  <a:lnTo>
                    <a:pt x="3814703" y="0"/>
                  </a:lnTo>
                  <a:lnTo>
                    <a:pt x="3812991" y="0"/>
                  </a:lnTo>
                  <a:lnTo>
                    <a:pt x="3811280" y="0"/>
                  </a:lnTo>
                  <a:lnTo>
                    <a:pt x="3809569" y="0"/>
                  </a:lnTo>
                  <a:lnTo>
                    <a:pt x="3807857" y="0"/>
                  </a:lnTo>
                  <a:lnTo>
                    <a:pt x="3806146" y="0"/>
                  </a:lnTo>
                  <a:lnTo>
                    <a:pt x="3804434" y="0"/>
                  </a:lnTo>
                  <a:lnTo>
                    <a:pt x="3802723" y="0"/>
                  </a:lnTo>
                  <a:lnTo>
                    <a:pt x="3801012" y="0"/>
                  </a:lnTo>
                  <a:lnTo>
                    <a:pt x="3799300" y="0"/>
                  </a:lnTo>
                  <a:lnTo>
                    <a:pt x="3797589" y="0"/>
                  </a:lnTo>
                  <a:lnTo>
                    <a:pt x="3795877" y="0"/>
                  </a:lnTo>
                  <a:lnTo>
                    <a:pt x="3794166" y="0"/>
                  </a:lnTo>
                  <a:lnTo>
                    <a:pt x="3792455" y="0"/>
                  </a:lnTo>
                  <a:lnTo>
                    <a:pt x="3790743" y="0"/>
                  </a:lnTo>
                  <a:lnTo>
                    <a:pt x="3789032" y="0"/>
                  </a:lnTo>
                  <a:lnTo>
                    <a:pt x="3787321" y="0"/>
                  </a:lnTo>
                  <a:lnTo>
                    <a:pt x="3785609" y="0"/>
                  </a:lnTo>
                  <a:lnTo>
                    <a:pt x="3783898" y="0"/>
                  </a:lnTo>
                  <a:lnTo>
                    <a:pt x="3782186" y="0"/>
                  </a:lnTo>
                  <a:lnTo>
                    <a:pt x="3780475" y="0"/>
                  </a:lnTo>
                  <a:lnTo>
                    <a:pt x="3778764" y="0"/>
                  </a:lnTo>
                  <a:lnTo>
                    <a:pt x="3777052" y="0"/>
                  </a:lnTo>
                  <a:lnTo>
                    <a:pt x="3775341" y="0"/>
                  </a:lnTo>
                  <a:lnTo>
                    <a:pt x="3773629" y="0"/>
                  </a:lnTo>
                  <a:lnTo>
                    <a:pt x="3771918" y="0"/>
                  </a:lnTo>
                  <a:lnTo>
                    <a:pt x="3770207" y="0"/>
                  </a:lnTo>
                  <a:lnTo>
                    <a:pt x="3768495" y="0"/>
                  </a:lnTo>
                  <a:lnTo>
                    <a:pt x="3766784" y="0"/>
                  </a:lnTo>
                  <a:lnTo>
                    <a:pt x="3765072" y="0"/>
                  </a:lnTo>
                  <a:lnTo>
                    <a:pt x="3763361" y="0"/>
                  </a:lnTo>
                  <a:lnTo>
                    <a:pt x="3761650" y="0"/>
                  </a:lnTo>
                  <a:lnTo>
                    <a:pt x="3759938" y="0"/>
                  </a:lnTo>
                  <a:lnTo>
                    <a:pt x="3758227" y="0"/>
                  </a:lnTo>
                  <a:lnTo>
                    <a:pt x="3756515" y="0"/>
                  </a:lnTo>
                  <a:lnTo>
                    <a:pt x="3754804" y="0"/>
                  </a:lnTo>
                  <a:lnTo>
                    <a:pt x="3753093" y="0"/>
                  </a:lnTo>
                  <a:lnTo>
                    <a:pt x="3751381" y="0"/>
                  </a:lnTo>
                  <a:lnTo>
                    <a:pt x="3749670" y="0"/>
                  </a:lnTo>
                  <a:lnTo>
                    <a:pt x="3747958" y="0"/>
                  </a:lnTo>
                  <a:lnTo>
                    <a:pt x="3746247" y="0"/>
                  </a:lnTo>
                  <a:lnTo>
                    <a:pt x="3744536" y="0"/>
                  </a:lnTo>
                  <a:lnTo>
                    <a:pt x="3742824" y="0"/>
                  </a:lnTo>
                  <a:lnTo>
                    <a:pt x="3741113" y="0"/>
                  </a:lnTo>
                  <a:lnTo>
                    <a:pt x="3739401" y="0"/>
                  </a:lnTo>
                  <a:lnTo>
                    <a:pt x="3737690" y="0"/>
                  </a:lnTo>
                  <a:lnTo>
                    <a:pt x="3735979" y="0"/>
                  </a:lnTo>
                  <a:lnTo>
                    <a:pt x="3734267" y="0"/>
                  </a:lnTo>
                  <a:lnTo>
                    <a:pt x="3732556" y="0"/>
                  </a:lnTo>
                  <a:lnTo>
                    <a:pt x="3730844" y="0"/>
                  </a:lnTo>
                  <a:lnTo>
                    <a:pt x="3729133" y="0"/>
                  </a:lnTo>
                  <a:lnTo>
                    <a:pt x="3727422" y="0"/>
                  </a:lnTo>
                  <a:lnTo>
                    <a:pt x="3725710" y="0"/>
                  </a:lnTo>
                  <a:lnTo>
                    <a:pt x="3723999" y="0"/>
                  </a:lnTo>
                  <a:lnTo>
                    <a:pt x="3722287" y="0"/>
                  </a:lnTo>
                  <a:lnTo>
                    <a:pt x="3720576" y="0"/>
                  </a:lnTo>
                  <a:lnTo>
                    <a:pt x="3718865" y="0"/>
                  </a:lnTo>
                  <a:lnTo>
                    <a:pt x="3717153" y="0"/>
                  </a:lnTo>
                  <a:lnTo>
                    <a:pt x="3715442" y="0"/>
                  </a:lnTo>
                  <a:lnTo>
                    <a:pt x="3713730" y="0"/>
                  </a:lnTo>
                  <a:lnTo>
                    <a:pt x="3712019" y="0"/>
                  </a:lnTo>
                  <a:lnTo>
                    <a:pt x="3710308" y="0"/>
                  </a:lnTo>
                  <a:lnTo>
                    <a:pt x="3708596" y="0"/>
                  </a:lnTo>
                  <a:lnTo>
                    <a:pt x="3706885" y="0"/>
                  </a:lnTo>
                  <a:lnTo>
                    <a:pt x="3705173" y="0"/>
                  </a:lnTo>
                  <a:lnTo>
                    <a:pt x="3703462" y="0"/>
                  </a:lnTo>
                  <a:lnTo>
                    <a:pt x="3701751" y="0"/>
                  </a:lnTo>
                  <a:lnTo>
                    <a:pt x="3700039" y="0"/>
                  </a:lnTo>
                  <a:lnTo>
                    <a:pt x="3698328" y="0"/>
                  </a:lnTo>
                  <a:lnTo>
                    <a:pt x="3696616" y="0"/>
                  </a:lnTo>
                  <a:lnTo>
                    <a:pt x="3694905" y="0"/>
                  </a:lnTo>
                  <a:lnTo>
                    <a:pt x="3693194" y="0"/>
                  </a:lnTo>
                  <a:lnTo>
                    <a:pt x="3691482" y="0"/>
                  </a:lnTo>
                  <a:lnTo>
                    <a:pt x="3689771" y="0"/>
                  </a:lnTo>
                  <a:lnTo>
                    <a:pt x="3688060" y="0"/>
                  </a:lnTo>
                  <a:lnTo>
                    <a:pt x="3686348" y="0"/>
                  </a:lnTo>
                  <a:lnTo>
                    <a:pt x="3684637" y="0"/>
                  </a:lnTo>
                  <a:lnTo>
                    <a:pt x="3682925" y="0"/>
                  </a:lnTo>
                  <a:lnTo>
                    <a:pt x="3681214" y="0"/>
                  </a:lnTo>
                  <a:lnTo>
                    <a:pt x="3679503" y="0"/>
                  </a:lnTo>
                  <a:lnTo>
                    <a:pt x="3677791" y="0"/>
                  </a:lnTo>
                  <a:lnTo>
                    <a:pt x="3676080" y="0"/>
                  </a:lnTo>
                  <a:lnTo>
                    <a:pt x="3674368" y="0"/>
                  </a:lnTo>
                  <a:lnTo>
                    <a:pt x="3672657" y="0"/>
                  </a:lnTo>
                  <a:lnTo>
                    <a:pt x="3670946" y="0"/>
                  </a:lnTo>
                  <a:lnTo>
                    <a:pt x="3669234" y="0"/>
                  </a:lnTo>
                  <a:lnTo>
                    <a:pt x="3667523" y="0"/>
                  </a:lnTo>
                  <a:lnTo>
                    <a:pt x="3665811" y="0"/>
                  </a:lnTo>
                  <a:lnTo>
                    <a:pt x="3664100" y="0"/>
                  </a:lnTo>
                  <a:lnTo>
                    <a:pt x="3662389" y="0"/>
                  </a:lnTo>
                  <a:lnTo>
                    <a:pt x="3660677" y="0"/>
                  </a:lnTo>
                  <a:lnTo>
                    <a:pt x="3658966" y="0"/>
                  </a:lnTo>
                  <a:lnTo>
                    <a:pt x="3657254" y="0"/>
                  </a:lnTo>
                  <a:lnTo>
                    <a:pt x="3655543" y="0"/>
                  </a:lnTo>
                  <a:lnTo>
                    <a:pt x="3653832" y="0"/>
                  </a:lnTo>
                  <a:lnTo>
                    <a:pt x="3652120" y="0"/>
                  </a:lnTo>
                  <a:lnTo>
                    <a:pt x="3650409" y="0"/>
                  </a:lnTo>
                  <a:lnTo>
                    <a:pt x="3648697" y="0"/>
                  </a:lnTo>
                  <a:lnTo>
                    <a:pt x="3646986" y="0"/>
                  </a:lnTo>
                  <a:lnTo>
                    <a:pt x="3645275" y="0"/>
                  </a:lnTo>
                  <a:lnTo>
                    <a:pt x="3643563" y="0"/>
                  </a:lnTo>
                  <a:lnTo>
                    <a:pt x="3641852" y="0"/>
                  </a:lnTo>
                  <a:lnTo>
                    <a:pt x="3640140" y="0"/>
                  </a:lnTo>
                  <a:lnTo>
                    <a:pt x="3638429" y="0"/>
                  </a:lnTo>
                  <a:lnTo>
                    <a:pt x="3636718" y="0"/>
                  </a:lnTo>
                  <a:lnTo>
                    <a:pt x="3635006" y="0"/>
                  </a:lnTo>
                  <a:lnTo>
                    <a:pt x="3633295" y="0"/>
                  </a:lnTo>
                  <a:lnTo>
                    <a:pt x="3631583" y="0"/>
                  </a:lnTo>
                  <a:lnTo>
                    <a:pt x="3629872" y="0"/>
                  </a:lnTo>
                  <a:lnTo>
                    <a:pt x="3628161" y="0"/>
                  </a:lnTo>
                  <a:lnTo>
                    <a:pt x="3626449" y="0"/>
                  </a:lnTo>
                  <a:lnTo>
                    <a:pt x="3624738" y="0"/>
                  </a:lnTo>
                  <a:lnTo>
                    <a:pt x="3623026" y="0"/>
                  </a:lnTo>
                  <a:lnTo>
                    <a:pt x="3621315" y="0"/>
                  </a:lnTo>
                  <a:lnTo>
                    <a:pt x="3619604" y="0"/>
                  </a:lnTo>
                  <a:lnTo>
                    <a:pt x="3617892" y="0"/>
                  </a:lnTo>
                  <a:lnTo>
                    <a:pt x="3616181" y="0"/>
                  </a:lnTo>
                  <a:lnTo>
                    <a:pt x="3614469" y="0"/>
                  </a:lnTo>
                  <a:lnTo>
                    <a:pt x="3612758" y="0"/>
                  </a:lnTo>
                  <a:lnTo>
                    <a:pt x="3611047" y="0"/>
                  </a:lnTo>
                  <a:lnTo>
                    <a:pt x="3609335" y="0"/>
                  </a:lnTo>
                  <a:lnTo>
                    <a:pt x="3607624" y="0"/>
                  </a:lnTo>
                  <a:lnTo>
                    <a:pt x="3605912" y="0"/>
                  </a:lnTo>
                  <a:lnTo>
                    <a:pt x="3604201" y="0"/>
                  </a:lnTo>
                  <a:lnTo>
                    <a:pt x="3602490" y="0"/>
                  </a:lnTo>
                  <a:lnTo>
                    <a:pt x="3600778" y="0"/>
                  </a:lnTo>
                  <a:lnTo>
                    <a:pt x="3599067" y="0"/>
                  </a:lnTo>
                  <a:lnTo>
                    <a:pt x="3597355" y="0"/>
                  </a:lnTo>
                  <a:lnTo>
                    <a:pt x="3595644" y="0"/>
                  </a:lnTo>
                  <a:lnTo>
                    <a:pt x="3593933" y="0"/>
                  </a:lnTo>
                  <a:lnTo>
                    <a:pt x="3592221" y="0"/>
                  </a:lnTo>
                  <a:lnTo>
                    <a:pt x="3590510" y="0"/>
                  </a:lnTo>
                  <a:lnTo>
                    <a:pt x="3588798" y="0"/>
                  </a:lnTo>
                  <a:lnTo>
                    <a:pt x="3587087" y="0"/>
                  </a:lnTo>
                  <a:lnTo>
                    <a:pt x="3585376" y="0"/>
                  </a:lnTo>
                  <a:lnTo>
                    <a:pt x="3583664" y="0"/>
                  </a:lnTo>
                  <a:lnTo>
                    <a:pt x="3581953" y="0"/>
                  </a:lnTo>
                  <a:lnTo>
                    <a:pt x="3580242" y="0"/>
                  </a:lnTo>
                  <a:lnTo>
                    <a:pt x="3578530" y="0"/>
                  </a:lnTo>
                  <a:lnTo>
                    <a:pt x="3576819" y="0"/>
                  </a:lnTo>
                  <a:lnTo>
                    <a:pt x="3575107" y="0"/>
                  </a:lnTo>
                  <a:lnTo>
                    <a:pt x="3573396" y="0"/>
                  </a:lnTo>
                  <a:lnTo>
                    <a:pt x="3571685" y="0"/>
                  </a:lnTo>
                  <a:lnTo>
                    <a:pt x="3569973" y="0"/>
                  </a:lnTo>
                  <a:lnTo>
                    <a:pt x="3568262" y="0"/>
                  </a:lnTo>
                  <a:lnTo>
                    <a:pt x="3566550" y="0"/>
                  </a:lnTo>
                  <a:lnTo>
                    <a:pt x="3564839" y="0"/>
                  </a:lnTo>
                  <a:lnTo>
                    <a:pt x="3563128" y="0"/>
                  </a:lnTo>
                  <a:lnTo>
                    <a:pt x="3561416" y="0"/>
                  </a:lnTo>
                  <a:lnTo>
                    <a:pt x="3559705" y="0"/>
                  </a:lnTo>
                  <a:lnTo>
                    <a:pt x="3557993" y="0"/>
                  </a:lnTo>
                  <a:lnTo>
                    <a:pt x="3556282" y="0"/>
                  </a:lnTo>
                  <a:lnTo>
                    <a:pt x="3554571" y="0"/>
                  </a:lnTo>
                  <a:lnTo>
                    <a:pt x="3552859" y="0"/>
                  </a:lnTo>
                  <a:lnTo>
                    <a:pt x="3551148" y="0"/>
                  </a:lnTo>
                  <a:lnTo>
                    <a:pt x="3549436" y="0"/>
                  </a:lnTo>
                  <a:lnTo>
                    <a:pt x="3547725" y="0"/>
                  </a:lnTo>
                  <a:lnTo>
                    <a:pt x="3546014" y="0"/>
                  </a:lnTo>
                  <a:lnTo>
                    <a:pt x="3544302" y="0"/>
                  </a:lnTo>
                  <a:lnTo>
                    <a:pt x="3542591" y="0"/>
                  </a:lnTo>
                  <a:lnTo>
                    <a:pt x="3540879" y="0"/>
                  </a:lnTo>
                  <a:lnTo>
                    <a:pt x="3539168" y="0"/>
                  </a:lnTo>
                  <a:lnTo>
                    <a:pt x="3537457" y="0"/>
                  </a:lnTo>
                  <a:lnTo>
                    <a:pt x="3535745" y="0"/>
                  </a:lnTo>
                  <a:lnTo>
                    <a:pt x="3534034" y="0"/>
                  </a:lnTo>
                  <a:lnTo>
                    <a:pt x="3532322" y="0"/>
                  </a:lnTo>
                  <a:lnTo>
                    <a:pt x="3530611" y="0"/>
                  </a:lnTo>
                  <a:lnTo>
                    <a:pt x="3528900" y="0"/>
                  </a:lnTo>
                  <a:lnTo>
                    <a:pt x="3527188" y="0"/>
                  </a:lnTo>
                  <a:lnTo>
                    <a:pt x="3525477" y="0"/>
                  </a:lnTo>
                  <a:lnTo>
                    <a:pt x="3523765" y="0"/>
                  </a:lnTo>
                  <a:lnTo>
                    <a:pt x="3522054" y="0"/>
                  </a:lnTo>
                  <a:lnTo>
                    <a:pt x="3520343" y="0"/>
                  </a:lnTo>
                  <a:lnTo>
                    <a:pt x="3518631" y="0"/>
                  </a:lnTo>
                  <a:lnTo>
                    <a:pt x="3516920" y="0"/>
                  </a:lnTo>
                  <a:lnTo>
                    <a:pt x="3515208" y="0"/>
                  </a:lnTo>
                  <a:lnTo>
                    <a:pt x="3513497" y="0"/>
                  </a:lnTo>
                  <a:lnTo>
                    <a:pt x="3511786" y="0"/>
                  </a:lnTo>
                  <a:lnTo>
                    <a:pt x="3510074" y="0"/>
                  </a:lnTo>
                  <a:lnTo>
                    <a:pt x="3508363" y="0"/>
                  </a:lnTo>
                  <a:lnTo>
                    <a:pt x="3506651" y="0"/>
                  </a:lnTo>
                  <a:lnTo>
                    <a:pt x="3504940" y="0"/>
                  </a:lnTo>
                  <a:lnTo>
                    <a:pt x="3503229" y="0"/>
                  </a:lnTo>
                  <a:lnTo>
                    <a:pt x="3501517" y="0"/>
                  </a:lnTo>
                  <a:lnTo>
                    <a:pt x="3499806" y="0"/>
                  </a:lnTo>
                  <a:lnTo>
                    <a:pt x="3498094" y="0"/>
                  </a:lnTo>
                  <a:lnTo>
                    <a:pt x="3496383" y="0"/>
                  </a:lnTo>
                  <a:lnTo>
                    <a:pt x="3494672" y="0"/>
                  </a:lnTo>
                  <a:lnTo>
                    <a:pt x="3492960" y="0"/>
                  </a:lnTo>
                  <a:lnTo>
                    <a:pt x="3491249" y="0"/>
                  </a:lnTo>
                  <a:lnTo>
                    <a:pt x="3489537" y="0"/>
                  </a:lnTo>
                  <a:lnTo>
                    <a:pt x="3487826" y="0"/>
                  </a:lnTo>
                  <a:lnTo>
                    <a:pt x="3486115" y="0"/>
                  </a:lnTo>
                  <a:lnTo>
                    <a:pt x="3484403" y="0"/>
                  </a:lnTo>
                  <a:lnTo>
                    <a:pt x="3482692" y="0"/>
                  </a:lnTo>
                  <a:lnTo>
                    <a:pt x="3480980" y="0"/>
                  </a:lnTo>
                  <a:lnTo>
                    <a:pt x="3479269" y="0"/>
                  </a:lnTo>
                  <a:lnTo>
                    <a:pt x="3477558" y="0"/>
                  </a:lnTo>
                  <a:lnTo>
                    <a:pt x="3475846" y="0"/>
                  </a:lnTo>
                  <a:lnTo>
                    <a:pt x="3474135" y="0"/>
                  </a:lnTo>
                  <a:lnTo>
                    <a:pt x="3472424" y="0"/>
                  </a:lnTo>
                  <a:lnTo>
                    <a:pt x="3470712" y="0"/>
                  </a:lnTo>
                  <a:lnTo>
                    <a:pt x="3469001" y="0"/>
                  </a:lnTo>
                  <a:lnTo>
                    <a:pt x="3467289" y="0"/>
                  </a:lnTo>
                  <a:lnTo>
                    <a:pt x="3465578" y="0"/>
                  </a:lnTo>
                  <a:lnTo>
                    <a:pt x="3463867" y="0"/>
                  </a:lnTo>
                  <a:lnTo>
                    <a:pt x="3462155" y="0"/>
                  </a:lnTo>
                  <a:lnTo>
                    <a:pt x="3460444" y="0"/>
                  </a:lnTo>
                  <a:lnTo>
                    <a:pt x="3458732" y="0"/>
                  </a:lnTo>
                  <a:lnTo>
                    <a:pt x="3457021" y="0"/>
                  </a:lnTo>
                  <a:lnTo>
                    <a:pt x="3455310" y="0"/>
                  </a:lnTo>
                  <a:lnTo>
                    <a:pt x="3453598" y="0"/>
                  </a:lnTo>
                  <a:lnTo>
                    <a:pt x="3451887" y="0"/>
                  </a:lnTo>
                  <a:lnTo>
                    <a:pt x="3450175" y="0"/>
                  </a:lnTo>
                  <a:lnTo>
                    <a:pt x="3448464" y="0"/>
                  </a:lnTo>
                  <a:lnTo>
                    <a:pt x="3446753" y="0"/>
                  </a:lnTo>
                  <a:lnTo>
                    <a:pt x="3445041" y="0"/>
                  </a:lnTo>
                  <a:lnTo>
                    <a:pt x="3443330" y="0"/>
                  </a:lnTo>
                  <a:lnTo>
                    <a:pt x="3441618" y="0"/>
                  </a:lnTo>
                  <a:lnTo>
                    <a:pt x="3439907" y="0"/>
                  </a:lnTo>
                  <a:lnTo>
                    <a:pt x="3438196" y="0"/>
                  </a:lnTo>
                  <a:lnTo>
                    <a:pt x="3436484" y="0"/>
                  </a:lnTo>
                  <a:lnTo>
                    <a:pt x="3434773" y="0"/>
                  </a:lnTo>
                  <a:lnTo>
                    <a:pt x="3433061" y="0"/>
                  </a:lnTo>
                  <a:lnTo>
                    <a:pt x="3431350" y="0"/>
                  </a:lnTo>
                  <a:lnTo>
                    <a:pt x="3429639" y="0"/>
                  </a:lnTo>
                  <a:lnTo>
                    <a:pt x="3427927" y="0"/>
                  </a:lnTo>
                  <a:lnTo>
                    <a:pt x="3426216" y="0"/>
                  </a:lnTo>
                  <a:lnTo>
                    <a:pt x="3424504" y="0"/>
                  </a:lnTo>
                  <a:lnTo>
                    <a:pt x="3422793" y="0"/>
                  </a:lnTo>
                  <a:lnTo>
                    <a:pt x="3421082" y="0"/>
                  </a:lnTo>
                  <a:lnTo>
                    <a:pt x="3419370" y="0"/>
                  </a:lnTo>
                  <a:lnTo>
                    <a:pt x="3417659" y="0"/>
                  </a:lnTo>
                  <a:lnTo>
                    <a:pt x="3415947" y="0"/>
                  </a:lnTo>
                  <a:lnTo>
                    <a:pt x="3414236" y="0"/>
                  </a:lnTo>
                  <a:lnTo>
                    <a:pt x="3412525" y="0"/>
                  </a:lnTo>
                  <a:lnTo>
                    <a:pt x="3410813" y="0"/>
                  </a:lnTo>
                  <a:lnTo>
                    <a:pt x="3409102" y="0"/>
                  </a:lnTo>
                  <a:lnTo>
                    <a:pt x="3407390" y="0"/>
                  </a:lnTo>
                  <a:lnTo>
                    <a:pt x="3405679" y="0"/>
                  </a:lnTo>
                  <a:lnTo>
                    <a:pt x="3403968" y="0"/>
                  </a:lnTo>
                  <a:lnTo>
                    <a:pt x="3402256" y="0"/>
                  </a:lnTo>
                  <a:lnTo>
                    <a:pt x="3400545" y="0"/>
                  </a:lnTo>
                  <a:lnTo>
                    <a:pt x="3398833" y="0"/>
                  </a:lnTo>
                  <a:lnTo>
                    <a:pt x="3397122" y="0"/>
                  </a:lnTo>
                  <a:lnTo>
                    <a:pt x="3395411" y="0"/>
                  </a:lnTo>
                  <a:lnTo>
                    <a:pt x="3393699" y="0"/>
                  </a:lnTo>
                  <a:lnTo>
                    <a:pt x="3391988" y="0"/>
                  </a:lnTo>
                  <a:lnTo>
                    <a:pt x="3390276" y="0"/>
                  </a:lnTo>
                  <a:lnTo>
                    <a:pt x="3388565" y="0"/>
                  </a:lnTo>
                  <a:lnTo>
                    <a:pt x="3386854" y="0"/>
                  </a:lnTo>
                  <a:lnTo>
                    <a:pt x="3385142" y="0"/>
                  </a:lnTo>
                  <a:lnTo>
                    <a:pt x="3383431" y="0"/>
                  </a:lnTo>
                  <a:lnTo>
                    <a:pt x="3381719" y="0"/>
                  </a:lnTo>
                  <a:lnTo>
                    <a:pt x="3380008" y="0"/>
                  </a:lnTo>
                  <a:lnTo>
                    <a:pt x="3378297" y="0"/>
                  </a:lnTo>
                  <a:lnTo>
                    <a:pt x="3376585" y="0"/>
                  </a:lnTo>
                  <a:lnTo>
                    <a:pt x="3374874" y="0"/>
                  </a:lnTo>
                  <a:lnTo>
                    <a:pt x="3373162" y="0"/>
                  </a:lnTo>
                  <a:lnTo>
                    <a:pt x="3371451" y="0"/>
                  </a:lnTo>
                  <a:lnTo>
                    <a:pt x="3369740" y="0"/>
                  </a:lnTo>
                  <a:lnTo>
                    <a:pt x="3368028" y="0"/>
                  </a:lnTo>
                  <a:lnTo>
                    <a:pt x="3366317" y="0"/>
                  </a:lnTo>
                  <a:lnTo>
                    <a:pt x="3364606" y="0"/>
                  </a:lnTo>
                  <a:lnTo>
                    <a:pt x="3362894" y="0"/>
                  </a:lnTo>
                  <a:lnTo>
                    <a:pt x="3361183" y="0"/>
                  </a:lnTo>
                  <a:lnTo>
                    <a:pt x="3359471" y="0"/>
                  </a:lnTo>
                  <a:lnTo>
                    <a:pt x="3357760" y="0"/>
                  </a:lnTo>
                  <a:lnTo>
                    <a:pt x="3356049" y="0"/>
                  </a:lnTo>
                  <a:lnTo>
                    <a:pt x="3354337" y="0"/>
                  </a:lnTo>
                  <a:lnTo>
                    <a:pt x="3352626" y="0"/>
                  </a:lnTo>
                  <a:lnTo>
                    <a:pt x="3350914" y="0"/>
                  </a:lnTo>
                  <a:lnTo>
                    <a:pt x="3349203" y="0"/>
                  </a:lnTo>
                  <a:lnTo>
                    <a:pt x="3347492" y="0"/>
                  </a:lnTo>
                  <a:lnTo>
                    <a:pt x="3345780" y="0"/>
                  </a:lnTo>
                  <a:lnTo>
                    <a:pt x="3344069" y="0"/>
                  </a:lnTo>
                  <a:lnTo>
                    <a:pt x="3342357" y="0"/>
                  </a:lnTo>
                  <a:lnTo>
                    <a:pt x="3340646" y="0"/>
                  </a:lnTo>
                  <a:lnTo>
                    <a:pt x="3338935" y="0"/>
                  </a:lnTo>
                  <a:lnTo>
                    <a:pt x="3337223" y="0"/>
                  </a:lnTo>
                  <a:lnTo>
                    <a:pt x="3335512" y="0"/>
                  </a:lnTo>
                  <a:lnTo>
                    <a:pt x="3333800" y="0"/>
                  </a:lnTo>
                  <a:lnTo>
                    <a:pt x="3332089" y="0"/>
                  </a:lnTo>
                  <a:lnTo>
                    <a:pt x="3330378" y="0"/>
                  </a:lnTo>
                  <a:lnTo>
                    <a:pt x="3328666" y="0"/>
                  </a:lnTo>
                  <a:lnTo>
                    <a:pt x="3326955" y="0"/>
                  </a:lnTo>
                  <a:lnTo>
                    <a:pt x="3325243" y="0"/>
                  </a:lnTo>
                  <a:lnTo>
                    <a:pt x="3323532" y="0"/>
                  </a:lnTo>
                  <a:lnTo>
                    <a:pt x="3321821" y="0"/>
                  </a:lnTo>
                  <a:lnTo>
                    <a:pt x="3320109" y="0"/>
                  </a:lnTo>
                  <a:lnTo>
                    <a:pt x="3318398" y="0"/>
                  </a:lnTo>
                  <a:lnTo>
                    <a:pt x="3316686" y="0"/>
                  </a:lnTo>
                  <a:lnTo>
                    <a:pt x="3314975" y="0"/>
                  </a:lnTo>
                  <a:lnTo>
                    <a:pt x="3313264" y="0"/>
                  </a:lnTo>
                  <a:lnTo>
                    <a:pt x="3311552" y="0"/>
                  </a:lnTo>
                  <a:lnTo>
                    <a:pt x="3309841" y="0"/>
                  </a:lnTo>
                  <a:lnTo>
                    <a:pt x="3308129" y="0"/>
                  </a:lnTo>
                  <a:lnTo>
                    <a:pt x="3306418" y="0"/>
                  </a:lnTo>
                  <a:lnTo>
                    <a:pt x="3304707" y="0"/>
                  </a:lnTo>
                  <a:lnTo>
                    <a:pt x="3302995" y="0"/>
                  </a:lnTo>
                  <a:lnTo>
                    <a:pt x="3301284" y="0"/>
                  </a:lnTo>
                  <a:lnTo>
                    <a:pt x="3299572" y="0"/>
                  </a:lnTo>
                  <a:lnTo>
                    <a:pt x="3297861" y="0"/>
                  </a:lnTo>
                  <a:lnTo>
                    <a:pt x="3296150" y="0"/>
                  </a:lnTo>
                  <a:lnTo>
                    <a:pt x="3294438" y="0"/>
                  </a:lnTo>
                  <a:lnTo>
                    <a:pt x="3292727" y="0"/>
                  </a:lnTo>
                  <a:lnTo>
                    <a:pt x="3291015" y="0"/>
                  </a:lnTo>
                  <a:lnTo>
                    <a:pt x="3289304" y="0"/>
                  </a:lnTo>
                  <a:lnTo>
                    <a:pt x="3287593" y="0"/>
                  </a:lnTo>
                  <a:lnTo>
                    <a:pt x="3285881" y="0"/>
                  </a:lnTo>
                  <a:lnTo>
                    <a:pt x="3284170" y="0"/>
                  </a:lnTo>
                  <a:lnTo>
                    <a:pt x="3282458" y="0"/>
                  </a:lnTo>
                  <a:lnTo>
                    <a:pt x="3280747" y="0"/>
                  </a:lnTo>
                  <a:lnTo>
                    <a:pt x="3279036" y="0"/>
                  </a:lnTo>
                  <a:lnTo>
                    <a:pt x="3277324" y="0"/>
                  </a:lnTo>
                  <a:lnTo>
                    <a:pt x="3275613" y="0"/>
                  </a:lnTo>
                  <a:lnTo>
                    <a:pt x="3273901" y="0"/>
                  </a:lnTo>
                  <a:lnTo>
                    <a:pt x="3272190" y="0"/>
                  </a:lnTo>
                  <a:lnTo>
                    <a:pt x="3270479" y="0"/>
                  </a:lnTo>
                  <a:lnTo>
                    <a:pt x="3268767" y="0"/>
                  </a:lnTo>
                  <a:lnTo>
                    <a:pt x="3267056" y="0"/>
                  </a:lnTo>
                  <a:lnTo>
                    <a:pt x="3265345" y="0"/>
                  </a:lnTo>
                  <a:lnTo>
                    <a:pt x="3263633" y="0"/>
                  </a:lnTo>
                  <a:lnTo>
                    <a:pt x="3261922" y="0"/>
                  </a:lnTo>
                  <a:lnTo>
                    <a:pt x="3260210" y="0"/>
                  </a:lnTo>
                  <a:lnTo>
                    <a:pt x="3258499" y="0"/>
                  </a:lnTo>
                  <a:lnTo>
                    <a:pt x="3256788" y="0"/>
                  </a:lnTo>
                  <a:lnTo>
                    <a:pt x="3255076" y="0"/>
                  </a:lnTo>
                  <a:lnTo>
                    <a:pt x="3253365" y="0"/>
                  </a:lnTo>
                  <a:lnTo>
                    <a:pt x="3251653" y="0"/>
                  </a:lnTo>
                  <a:lnTo>
                    <a:pt x="3249942" y="0"/>
                  </a:lnTo>
                  <a:lnTo>
                    <a:pt x="3248231" y="0"/>
                  </a:lnTo>
                  <a:lnTo>
                    <a:pt x="3246519" y="0"/>
                  </a:lnTo>
                  <a:lnTo>
                    <a:pt x="3244808" y="0"/>
                  </a:lnTo>
                  <a:lnTo>
                    <a:pt x="3243096" y="0"/>
                  </a:lnTo>
                  <a:lnTo>
                    <a:pt x="3241385" y="0"/>
                  </a:lnTo>
                  <a:lnTo>
                    <a:pt x="3239674" y="0"/>
                  </a:lnTo>
                  <a:lnTo>
                    <a:pt x="3237962" y="0"/>
                  </a:lnTo>
                  <a:lnTo>
                    <a:pt x="3236251" y="0"/>
                  </a:lnTo>
                  <a:lnTo>
                    <a:pt x="3234539" y="0"/>
                  </a:lnTo>
                  <a:lnTo>
                    <a:pt x="3232828" y="0"/>
                  </a:lnTo>
                  <a:lnTo>
                    <a:pt x="3231117" y="0"/>
                  </a:lnTo>
                  <a:lnTo>
                    <a:pt x="3229405" y="0"/>
                  </a:lnTo>
                  <a:lnTo>
                    <a:pt x="3227694" y="0"/>
                  </a:lnTo>
                  <a:lnTo>
                    <a:pt x="3225982" y="0"/>
                  </a:lnTo>
                  <a:lnTo>
                    <a:pt x="3224271" y="0"/>
                  </a:lnTo>
                  <a:lnTo>
                    <a:pt x="3222560" y="0"/>
                  </a:lnTo>
                  <a:lnTo>
                    <a:pt x="3220848" y="0"/>
                  </a:lnTo>
                  <a:lnTo>
                    <a:pt x="3219137" y="0"/>
                  </a:lnTo>
                  <a:lnTo>
                    <a:pt x="3217425" y="0"/>
                  </a:lnTo>
                  <a:lnTo>
                    <a:pt x="3215714" y="0"/>
                  </a:lnTo>
                  <a:lnTo>
                    <a:pt x="3214003" y="0"/>
                  </a:lnTo>
                  <a:lnTo>
                    <a:pt x="3212291" y="0"/>
                  </a:lnTo>
                  <a:lnTo>
                    <a:pt x="3210580" y="0"/>
                  </a:lnTo>
                  <a:lnTo>
                    <a:pt x="3208868" y="0"/>
                  </a:lnTo>
                  <a:lnTo>
                    <a:pt x="3207157" y="0"/>
                  </a:lnTo>
                  <a:lnTo>
                    <a:pt x="3205446" y="0"/>
                  </a:lnTo>
                  <a:lnTo>
                    <a:pt x="3203734" y="0"/>
                  </a:lnTo>
                  <a:lnTo>
                    <a:pt x="3202023" y="0"/>
                  </a:lnTo>
                  <a:lnTo>
                    <a:pt x="3200311" y="0"/>
                  </a:lnTo>
                  <a:lnTo>
                    <a:pt x="3198600" y="0"/>
                  </a:lnTo>
                  <a:lnTo>
                    <a:pt x="3196889" y="0"/>
                  </a:lnTo>
                  <a:lnTo>
                    <a:pt x="3195177" y="0"/>
                  </a:lnTo>
                  <a:lnTo>
                    <a:pt x="3193466" y="0"/>
                  </a:lnTo>
                  <a:lnTo>
                    <a:pt x="3191754" y="0"/>
                  </a:lnTo>
                  <a:lnTo>
                    <a:pt x="3190043" y="0"/>
                  </a:lnTo>
                  <a:lnTo>
                    <a:pt x="3188332" y="0"/>
                  </a:lnTo>
                  <a:lnTo>
                    <a:pt x="3186620" y="0"/>
                  </a:lnTo>
                  <a:lnTo>
                    <a:pt x="3184909" y="0"/>
                  </a:lnTo>
                  <a:lnTo>
                    <a:pt x="3183197" y="0"/>
                  </a:lnTo>
                  <a:lnTo>
                    <a:pt x="3181486" y="0"/>
                  </a:lnTo>
                  <a:lnTo>
                    <a:pt x="3179775" y="0"/>
                  </a:lnTo>
                  <a:lnTo>
                    <a:pt x="3178063" y="0"/>
                  </a:lnTo>
                  <a:lnTo>
                    <a:pt x="3176352" y="0"/>
                  </a:lnTo>
                  <a:lnTo>
                    <a:pt x="3174640" y="0"/>
                  </a:lnTo>
                  <a:lnTo>
                    <a:pt x="3172929" y="0"/>
                  </a:lnTo>
                  <a:lnTo>
                    <a:pt x="3171218" y="0"/>
                  </a:lnTo>
                  <a:lnTo>
                    <a:pt x="3169506" y="0"/>
                  </a:lnTo>
                  <a:lnTo>
                    <a:pt x="3167795" y="0"/>
                  </a:lnTo>
                  <a:lnTo>
                    <a:pt x="3166083" y="0"/>
                  </a:lnTo>
                  <a:lnTo>
                    <a:pt x="3164372" y="0"/>
                  </a:lnTo>
                  <a:lnTo>
                    <a:pt x="3162661" y="0"/>
                  </a:lnTo>
                  <a:lnTo>
                    <a:pt x="3160949" y="0"/>
                  </a:lnTo>
                  <a:lnTo>
                    <a:pt x="3159238" y="0"/>
                  </a:lnTo>
                  <a:lnTo>
                    <a:pt x="3157527" y="0"/>
                  </a:lnTo>
                  <a:lnTo>
                    <a:pt x="3155815" y="0"/>
                  </a:lnTo>
                  <a:lnTo>
                    <a:pt x="3154104" y="0"/>
                  </a:lnTo>
                  <a:lnTo>
                    <a:pt x="3152392" y="0"/>
                  </a:lnTo>
                  <a:lnTo>
                    <a:pt x="3150681" y="0"/>
                  </a:lnTo>
                  <a:lnTo>
                    <a:pt x="3148970" y="0"/>
                  </a:lnTo>
                  <a:lnTo>
                    <a:pt x="3147258" y="0"/>
                  </a:lnTo>
                  <a:lnTo>
                    <a:pt x="3145547" y="0"/>
                  </a:lnTo>
                  <a:lnTo>
                    <a:pt x="3143835" y="0"/>
                  </a:lnTo>
                  <a:lnTo>
                    <a:pt x="3142124" y="0"/>
                  </a:lnTo>
                  <a:lnTo>
                    <a:pt x="3140413" y="0"/>
                  </a:lnTo>
                  <a:lnTo>
                    <a:pt x="3138701" y="0"/>
                  </a:lnTo>
                  <a:lnTo>
                    <a:pt x="3136990" y="0"/>
                  </a:lnTo>
                  <a:lnTo>
                    <a:pt x="3135278" y="0"/>
                  </a:lnTo>
                  <a:lnTo>
                    <a:pt x="3133567" y="0"/>
                  </a:lnTo>
                  <a:lnTo>
                    <a:pt x="3131856" y="0"/>
                  </a:lnTo>
                  <a:lnTo>
                    <a:pt x="3130144" y="0"/>
                  </a:lnTo>
                  <a:lnTo>
                    <a:pt x="3128433" y="0"/>
                  </a:lnTo>
                  <a:lnTo>
                    <a:pt x="3126721" y="0"/>
                  </a:lnTo>
                  <a:lnTo>
                    <a:pt x="3125010" y="0"/>
                  </a:lnTo>
                  <a:lnTo>
                    <a:pt x="3123299" y="0"/>
                  </a:lnTo>
                  <a:lnTo>
                    <a:pt x="3121587" y="0"/>
                  </a:lnTo>
                  <a:lnTo>
                    <a:pt x="3119876" y="0"/>
                  </a:lnTo>
                  <a:lnTo>
                    <a:pt x="3118164" y="0"/>
                  </a:lnTo>
                  <a:lnTo>
                    <a:pt x="3116453" y="0"/>
                  </a:lnTo>
                  <a:lnTo>
                    <a:pt x="3114742" y="0"/>
                  </a:lnTo>
                  <a:lnTo>
                    <a:pt x="3113030" y="0"/>
                  </a:lnTo>
                  <a:lnTo>
                    <a:pt x="3111319" y="0"/>
                  </a:lnTo>
                  <a:lnTo>
                    <a:pt x="3109607" y="0"/>
                  </a:lnTo>
                  <a:lnTo>
                    <a:pt x="3107896" y="0"/>
                  </a:lnTo>
                  <a:lnTo>
                    <a:pt x="3106185" y="0"/>
                  </a:lnTo>
                  <a:lnTo>
                    <a:pt x="3104473" y="0"/>
                  </a:lnTo>
                  <a:lnTo>
                    <a:pt x="3102762" y="0"/>
                  </a:lnTo>
                  <a:lnTo>
                    <a:pt x="3101050" y="0"/>
                  </a:lnTo>
                  <a:lnTo>
                    <a:pt x="3099339" y="0"/>
                  </a:lnTo>
                  <a:lnTo>
                    <a:pt x="3097628" y="0"/>
                  </a:lnTo>
                  <a:lnTo>
                    <a:pt x="3095916" y="0"/>
                  </a:lnTo>
                  <a:lnTo>
                    <a:pt x="3094205" y="0"/>
                  </a:lnTo>
                  <a:lnTo>
                    <a:pt x="3092493" y="0"/>
                  </a:lnTo>
                  <a:lnTo>
                    <a:pt x="3090782" y="0"/>
                  </a:lnTo>
                  <a:lnTo>
                    <a:pt x="3089071" y="0"/>
                  </a:lnTo>
                  <a:lnTo>
                    <a:pt x="3087359" y="0"/>
                  </a:lnTo>
                  <a:lnTo>
                    <a:pt x="3085648" y="0"/>
                  </a:lnTo>
                  <a:lnTo>
                    <a:pt x="3083936" y="0"/>
                  </a:lnTo>
                  <a:lnTo>
                    <a:pt x="3082225" y="0"/>
                  </a:lnTo>
                  <a:lnTo>
                    <a:pt x="3080514" y="0"/>
                  </a:lnTo>
                  <a:lnTo>
                    <a:pt x="3078802" y="0"/>
                  </a:lnTo>
                  <a:lnTo>
                    <a:pt x="3077091" y="0"/>
                  </a:lnTo>
                  <a:lnTo>
                    <a:pt x="3075379" y="0"/>
                  </a:lnTo>
                  <a:lnTo>
                    <a:pt x="3073668" y="0"/>
                  </a:lnTo>
                  <a:lnTo>
                    <a:pt x="3071957" y="0"/>
                  </a:lnTo>
                  <a:lnTo>
                    <a:pt x="3070245" y="0"/>
                  </a:lnTo>
                  <a:lnTo>
                    <a:pt x="3068534" y="0"/>
                  </a:lnTo>
                  <a:lnTo>
                    <a:pt x="3066822" y="0"/>
                  </a:lnTo>
                  <a:lnTo>
                    <a:pt x="3065111" y="0"/>
                  </a:lnTo>
                  <a:lnTo>
                    <a:pt x="3063400" y="0"/>
                  </a:lnTo>
                  <a:lnTo>
                    <a:pt x="3061688" y="0"/>
                  </a:lnTo>
                  <a:lnTo>
                    <a:pt x="3059977" y="0"/>
                  </a:lnTo>
                  <a:lnTo>
                    <a:pt x="3058265" y="0"/>
                  </a:lnTo>
                  <a:lnTo>
                    <a:pt x="3056554" y="0"/>
                  </a:lnTo>
                  <a:lnTo>
                    <a:pt x="3054843" y="0"/>
                  </a:lnTo>
                  <a:lnTo>
                    <a:pt x="3053131" y="0"/>
                  </a:lnTo>
                  <a:lnTo>
                    <a:pt x="3051420" y="0"/>
                  </a:lnTo>
                  <a:lnTo>
                    <a:pt x="3049709" y="0"/>
                  </a:lnTo>
                  <a:lnTo>
                    <a:pt x="3047997" y="0"/>
                  </a:lnTo>
                  <a:lnTo>
                    <a:pt x="3046286" y="0"/>
                  </a:lnTo>
                  <a:lnTo>
                    <a:pt x="3044574" y="0"/>
                  </a:lnTo>
                  <a:lnTo>
                    <a:pt x="3042863" y="0"/>
                  </a:lnTo>
                  <a:lnTo>
                    <a:pt x="3041152" y="0"/>
                  </a:lnTo>
                  <a:lnTo>
                    <a:pt x="3039440" y="0"/>
                  </a:lnTo>
                  <a:lnTo>
                    <a:pt x="3037729" y="0"/>
                  </a:lnTo>
                  <a:lnTo>
                    <a:pt x="3036017" y="0"/>
                  </a:lnTo>
                  <a:lnTo>
                    <a:pt x="3034306" y="0"/>
                  </a:lnTo>
                  <a:lnTo>
                    <a:pt x="3032595" y="0"/>
                  </a:lnTo>
                  <a:lnTo>
                    <a:pt x="3030883" y="0"/>
                  </a:lnTo>
                  <a:lnTo>
                    <a:pt x="3029172" y="0"/>
                  </a:lnTo>
                  <a:lnTo>
                    <a:pt x="3027460" y="0"/>
                  </a:lnTo>
                  <a:lnTo>
                    <a:pt x="3025749" y="0"/>
                  </a:lnTo>
                  <a:lnTo>
                    <a:pt x="3024038" y="0"/>
                  </a:lnTo>
                  <a:lnTo>
                    <a:pt x="3022326" y="0"/>
                  </a:lnTo>
                  <a:lnTo>
                    <a:pt x="3020615" y="0"/>
                  </a:lnTo>
                  <a:lnTo>
                    <a:pt x="3018903" y="0"/>
                  </a:lnTo>
                  <a:lnTo>
                    <a:pt x="3017192" y="0"/>
                  </a:lnTo>
                  <a:lnTo>
                    <a:pt x="3015481" y="0"/>
                  </a:lnTo>
                  <a:lnTo>
                    <a:pt x="3013769" y="0"/>
                  </a:lnTo>
                  <a:lnTo>
                    <a:pt x="3012058" y="0"/>
                  </a:lnTo>
                  <a:lnTo>
                    <a:pt x="3010346" y="0"/>
                  </a:lnTo>
                  <a:lnTo>
                    <a:pt x="3008635" y="0"/>
                  </a:lnTo>
                  <a:lnTo>
                    <a:pt x="3006924" y="0"/>
                  </a:lnTo>
                  <a:lnTo>
                    <a:pt x="3005212" y="0"/>
                  </a:lnTo>
                  <a:lnTo>
                    <a:pt x="3003501" y="0"/>
                  </a:lnTo>
                  <a:lnTo>
                    <a:pt x="3001789" y="0"/>
                  </a:lnTo>
                  <a:lnTo>
                    <a:pt x="3000078" y="0"/>
                  </a:lnTo>
                  <a:lnTo>
                    <a:pt x="2998367" y="0"/>
                  </a:lnTo>
                  <a:lnTo>
                    <a:pt x="2996655" y="0"/>
                  </a:lnTo>
                  <a:lnTo>
                    <a:pt x="2994944" y="0"/>
                  </a:lnTo>
                  <a:lnTo>
                    <a:pt x="2993232" y="0"/>
                  </a:lnTo>
                  <a:lnTo>
                    <a:pt x="2991521" y="0"/>
                  </a:lnTo>
                  <a:lnTo>
                    <a:pt x="2989810" y="0"/>
                  </a:lnTo>
                  <a:lnTo>
                    <a:pt x="2988098" y="0"/>
                  </a:lnTo>
                  <a:lnTo>
                    <a:pt x="2986387" y="0"/>
                  </a:lnTo>
                  <a:lnTo>
                    <a:pt x="2984675" y="0"/>
                  </a:lnTo>
                  <a:lnTo>
                    <a:pt x="2982964" y="0"/>
                  </a:lnTo>
                  <a:lnTo>
                    <a:pt x="2981253" y="0"/>
                  </a:lnTo>
                  <a:lnTo>
                    <a:pt x="2979541" y="0"/>
                  </a:lnTo>
                  <a:lnTo>
                    <a:pt x="2977830" y="0"/>
                  </a:lnTo>
                  <a:lnTo>
                    <a:pt x="2976118" y="0"/>
                  </a:lnTo>
                  <a:lnTo>
                    <a:pt x="2974407" y="0"/>
                  </a:lnTo>
                  <a:lnTo>
                    <a:pt x="2972696" y="0"/>
                  </a:lnTo>
                  <a:lnTo>
                    <a:pt x="2970984" y="0"/>
                  </a:lnTo>
                  <a:lnTo>
                    <a:pt x="2969273" y="0"/>
                  </a:lnTo>
                  <a:lnTo>
                    <a:pt x="2967561" y="0"/>
                  </a:lnTo>
                  <a:lnTo>
                    <a:pt x="2965850" y="0"/>
                  </a:lnTo>
                  <a:lnTo>
                    <a:pt x="2964139" y="0"/>
                  </a:lnTo>
                  <a:lnTo>
                    <a:pt x="2962427" y="0"/>
                  </a:lnTo>
                  <a:lnTo>
                    <a:pt x="2960716" y="0"/>
                  </a:lnTo>
                  <a:lnTo>
                    <a:pt x="2959004" y="0"/>
                  </a:lnTo>
                  <a:lnTo>
                    <a:pt x="2957293" y="0"/>
                  </a:lnTo>
                  <a:lnTo>
                    <a:pt x="2955582" y="0"/>
                  </a:lnTo>
                  <a:lnTo>
                    <a:pt x="2953870" y="0"/>
                  </a:lnTo>
                  <a:lnTo>
                    <a:pt x="2952159" y="0"/>
                  </a:lnTo>
                  <a:lnTo>
                    <a:pt x="2950448" y="0"/>
                  </a:lnTo>
                  <a:lnTo>
                    <a:pt x="2948736" y="0"/>
                  </a:lnTo>
                  <a:lnTo>
                    <a:pt x="2947025" y="0"/>
                  </a:lnTo>
                  <a:lnTo>
                    <a:pt x="2945313" y="0"/>
                  </a:lnTo>
                  <a:lnTo>
                    <a:pt x="2943602" y="0"/>
                  </a:lnTo>
                  <a:lnTo>
                    <a:pt x="2941891" y="0"/>
                  </a:lnTo>
                  <a:lnTo>
                    <a:pt x="2940179" y="0"/>
                  </a:lnTo>
                  <a:lnTo>
                    <a:pt x="2938468" y="0"/>
                  </a:lnTo>
                  <a:lnTo>
                    <a:pt x="2936756" y="0"/>
                  </a:lnTo>
                  <a:lnTo>
                    <a:pt x="2935045" y="0"/>
                  </a:lnTo>
                  <a:lnTo>
                    <a:pt x="2933334" y="0"/>
                  </a:lnTo>
                  <a:lnTo>
                    <a:pt x="2931622" y="0"/>
                  </a:lnTo>
                  <a:lnTo>
                    <a:pt x="2929911" y="0"/>
                  </a:lnTo>
                  <a:lnTo>
                    <a:pt x="2928199" y="0"/>
                  </a:lnTo>
                  <a:lnTo>
                    <a:pt x="2926488" y="0"/>
                  </a:lnTo>
                  <a:lnTo>
                    <a:pt x="2924777" y="0"/>
                  </a:lnTo>
                  <a:lnTo>
                    <a:pt x="2923065" y="0"/>
                  </a:lnTo>
                  <a:lnTo>
                    <a:pt x="2921354" y="0"/>
                  </a:lnTo>
                  <a:lnTo>
                    <a:pt x="2919642" y="0"/>
                  </a:lnTo>
                  <a:lnTo>
                    <a:pt x="2917931" y="0"/>
                  </a:lnTo>
                  <a:lnTo>
                    <a:pt x="2916220" y="0"/>
                  </a:lnTo>
                  <a:lnTo>
                    <a:pt x="2914508" y="0"/>
                  </a:lnTo>
                  <a:lnTo>
                    <a:pt x="2912797" y="0"/>
                  </a:lnTo>
                  <a:lnTo>
                    <a:pt x="2911085" y="0"/>
                  </a:lnTo>
                  <a:lnTo>
                    <a:pt x="2909374" y="0"/>
                  </a:lnTo>
                  <a:lnTo>
                    <a:pt x="2907663" y="0"/>
                  </a:lnTo>
                  <a:lnTo>
                    <a:pt x="2905951" y="0"/>
                  </a:lnTo>
                  <a:lnTo>
                    <a:pt x="2904240" y="0"/>
                  </a:lnTo>
                  <a:lnTo>
                    <a:pt x="2902528" y="0"/>
                  </a:lnTo>
                  <a:lnTo>
                    <a:pt x="2900817" y="0"/>
                  </a:lnTo>
                  <a:lnTo>
                    <a:pt x="2899106" y="0"/>
                  </a:lnTo>
                  <a:lnTo>
                    <a:pt x="2897394" y="0"/>
                  </a:lnTo>
                  <a:lnTo>
                    <a:pt x="2895683" y="0"/>
                  </a:lnTo>
                  <a:lnTo>
                    <a:pt x="2893971" y="0"/>
                  </a:lnTo>
                  <a:lnTo>
                    <a:pt x="2892260" y="0"/>
                  </a:lnTo>
                  <a:lnTo>
                    <a:pt x="2890549" y="0"/>
                  </a:lnTo>
                  <a:lnTo>
                    <a:pt x="2888837" y="0"/>
                  </a:lnTo>
                  <a:lnTo>
                    <a:pt x="2887126" y="0"/>
                  </a:lnTo>
                  <a:lnTo>
                    <a:pt x="2885414" y="0"/>
                  </a:lnTo>
                  <a:lnTo>
                    <a:pt x="2883703" y="0"/>
                  </a:lnTo>
                  <a:lnTo>
                    <a:pt x="2881992" y="0"/>
                  </a:lnTo>
                  <a:lnTo>
                    <a:pt x="2880280" y="0"/>
                  </a:lnTo>
                  <a:lnTo>
                    <a:pt x="2878569" y="0"/>
                  </a:lnTo>
                  <a:lnTo>
                    <a:pt x="2876857" y="0"/>
                  </a:lnTo>
                  <a:lnTo>
                    <a:pt x="2875146" y="0"/>
                  </a:lnTo>
                  <a:lnTo>
                    <a:pt x="2873435" y="0"/>
                  </a:lnTo>
                  <a:lnTo>
                    <a:pt x="2871723" y="0"/>
                  </a:lnTo>
                  <a:lnTo>
                    <a:pt x="2870012" y="0"/>
                  </a:lnTo>
                  <a:lnTo>
                    <a:pt x="2868300" y="0"/>
                  </a:lnTo>
                  <a:lnTo>
                    <a:pt x="2866589" y="0"/>
                  </a:lnTo>
                  <a:lnTo>
                    <a:pt x="2864878" y="0"/>
                  </a:lnTo>
                  <a:lnTo>
                    <a:pt x="2863166" y="0"/>
                  </a:lnTo>
                  <a:lnTo>
                    <a:pt x="2861455" y="0"/>
                  </a:lnTo>
                  <a:lnTo>
                    <a:pt x="2859743" y="0"/>
                  </a:lnTo>
                  <a:lnTo>
                    <a:pt x="2858032" y="0"/>
                  </a:lnTo>
                  <a:lnTo>
                    <a:pt x="2856321" y="0"/>
                  </a:lnTo>
                  <a:lnTo>
                    <a:pt x="2854609" y="0"/>
                  </a:lnTo>
                  <a:lnTo>
                    <a:pt x="2852898" y="0"/>
                  </a:lnTo>
                  <a:lnTo>
                    <a:pt x="2851186" y="0"/>
                  </a:lnTo>
                  <a:lnTo>
                    <a:pt x="2849475" y="0"/>
                  </a:lnTo>
                  <a:lnTo>
                    <a:pt x="2847764" y="0"/>
                  </a:lnTo>
                  <a:lnTo>
                    <a:pt x="2846052" y="0"/>
                  </a:lnTo>
                  <a:lnTo>
                    <a:pt x="2844341" y="0"/>
                  </a:lnTo>
                  <a:lnTo>
                    <a:pt x="2842630" y="0"/>
                  </a:lnTo>
                  <a:lnTo>
                    <a:pt x="2840918" y="0"/>
                  </a:lnTo>
                  <a:lnTo>
                    <a:pt x="2839207" y="0"/>
                  </a:lnTo>
                  <a:lnTo>
                    <a:pt x="2837495" y="0"/>
                  </a:lnTo>
                  <a:lnTo>
                    <a:pt x="2835784" y="0"/>
                  </a:lnTo>
                  <a:lnTo>
                    <a:pt x="2834073" y="0"/>
                  </a:lnTo>
                  <a:lnTo>
                    <a:pt x="2832361" y="0"/>
                  </a:lnTo>
                  <a:lnTo>
                    <a:pt x="2830650" y="0"/>
                  </a:lnTo>
                  <a:lnTo>
                    <a:pt x="2828938" y="0"/>
                  </a:lnTo>
                  <a:lnTo>
                    <a:pt x="2827227" y="0"/>
                  </a:lnTo>
                  <a:lnTo>
                    <a:pt x="2825516" y="0"/>
                  </a:lnTo>
                  <a:lnTo>
                    <a:pt x="2823804" y="0"/>
                  </a:lnTo>
                  <a:lnTo>
                    <a:pt x="2822093" y="0"/>
                  </a:lnTo>
                  <a:lnTo>
                    <a:pt x="2820381" y="0"/>
                  </a:lnTo>
                  <a:lnTo>
                    <a:pt x="2818670" y="0"/>
                  </a:lnTo>
                  <a:lnTo>
                    <a:pt x="2816959" y="0"/>
                  </a:lnTo>
                  <a:lnTo>
                    <a:pt x="2815247" y="0"/>
                  </a:lnTo>
                  <a:lnTo>
                    <a:pt x="2813536" y="0"/>
                  </a:lnTo>
                  <a:lnTo>
                    <a:pt x="2811824" y="0"/>
                  </a:lnTo>
                  <a:lnTo>
                    <a:pt x="2810113" y="0"/>
                  </a:lnTo>
                  <a:lnTo>
                    <a:pt x="2808402" y="0"/>
                  </a:lnTo>
                  <a:lnTo>
                    <a:pt x="2806690" y="0"/>
                  </a:lnTo>
                  <a:lnTo>
                    <a:pt x="2804979" y="0"/>
                  </a:lnTo>
                  <a:lnTo>
                    <a:pt x="2803267" y="0"/>
                  </a:lnTo>
                  <a:lnTo>
                    <a:pt x="2801556" y="0"/>
                  </a:lnTo>
                  <a:lnTo>
                    <a:pt x="2799845" y="0"/>
                  </a:lnTo>
                  <a:lnTo>
                    <a:pt x="2798133" y="0"/>
                  </a:lnTo>
                  <a:lnTo>
                    <a:pt x="2796422" y="0"/>
                  </a:lnTo>
                  <a:lnTo>
                    <a:pt x="2794710" y="0"/>
                  </a:lnTo>
                  <a:lnTo>
                    <a:pt x="2792999" y="0"/>
                  </a:lnTo>
                  <a:lnTo>
                    <a:pt x="2791288" y="0"/>
                  </a:lnTo>
                  <a:lnTo>
                    <a:pt x="2789576" y="0"/>
                  </a:lnTo>
                  <a:lnTo>
                    <a:pt x="2787865" y="0"/>
                  </a:lnTo>
                  <a:lnTo>
                    <a:pt x="2786153" y="0"/>
                  </a:lnTo>
                  <a:lnTo>
                    <a:pt x="2784442" y="0"/>
                  </a:lnTo>
                  <a:lnTo>
                    <a:pt x="2782731" y="0"/>
                  </a:lnTo>
                  <a:lnTo>
                    <a:pt x="2781019" y="0"/>
                  </a:lnTo>
                  <a:lnTo>
                    <a:pt x="2779308" y="0"/>
                  </a:lnTo>
                  <a:lnTo>
                    <a:pt x="2777596" y="0"/>
                  </a:lnTo>
                  <a:lnTo>
                    <a:pt x="2775885" y="0"/>
                  </a:lnTo>
                  <a:lnTo>
                    <a:pt x="2774174" y="0"/>
                  </a:lnTo>
                  <a:lnTo>
                    <a:pt x="2772462" y="0"/>
                  </a:lnTo>
                  <a:lnTo>
                    <a:pt x="2770751" y="0"/>
                  </a:lnTo>
                  <a:lnTo>
                    <a:pt x="2769039" y="0"/>
                  </a:lnTo>
                  <a:lnTo>
                    <a:pt x="2767328" y="0"/>
                  </a:lnTo>
                  <a:lnTo>
                    <a:pt x="2765617" y="0"/>
                  </a:lnTo>
                  <a:lnTo>
                    <a:pt x="2763905" y="0"/>
                  </a:lnTo>
                  <a:lnTo>
                    <a:pt x="2762194" y="0"/>
                  </a:lnTo>
                  <a:lnTo>
                    <a:pt x="2760482" y="0"/>
                  </a:lnTo>
                  <a:lnTo>
                    <a:pt x="2758771" y="0"/>
                  </a:lnTo>
                  <a:lnTo>
                    <a:pt x="2757060" y="0"/>
                  </a:lnTo>
                  <a:lnTo>
                    <a:pt x="2755348" y="0"/>
                  </a:lnTo>
                  <a:lnTo>
                    <a:pt x="2753637" y="0"/>
                  </a:lnTo>
                  <a:lnTo>
                    <a:pt x="2751925" y="0"/>
                  </a:lnTo>
                  <a:lnTo>
                    <a:pt x="2750214" y="0"/>
                  </a:lnTo>
                  <a:lnTo>
                    <a:pt x="2748503" y="0"/>
                  </a:lnTo>
                  <a:lnTo>
                    <a:pt x="2746791" y="0"/>
                  </a:lnTo>
                  <a:lnTo>
                    <a:pt x="2745080" y="0"/>
                  </a:lnTo>
                  <a:lnTo>
                    <a:pt x="2743368" y="0"/>
                  </a:lnTo>
                  <a:lnTo>
                    <a:pt x="2741657" y="0"/>
                  </a:lnTo>
                  <a:lnTo>
                    <a:pt x="2739946" y="0"/>
                  </a:lnTo>
                  <a:lnTo>
                    <a:pt x="2738234" y="0"/>
                  </a:lnTo>
                  <a:lnTo>
                    <a:pt x="2736523" y="0"/>
                  </a:lnTo>
                  <a:lnTo>
                    <a:pt x="2734812" y="0"/>
                  </a:lnTo>
                  <a:lnTo>
                    <a:pt x="2733100" y="0"/>
                  </a:lnTo>
                  <a:lnTo>
                    <a:pt x="2731389" y="0"/>
                  </a:lnTo>
                  <a:lnTo>
                    <a:pt x="2729677" y="0"/>
                  </a:lnTo>
                  <a:lnTo>
                    <a:pt x="2727966" y="0"/>
                  </a:lnTo>
                  <a:lnTo>
                    <a:pt x="2726255" y="0"/>
                  </a:lnTo>
                  <a:lnTo>
                    <a:pt x="2724543" y="0"/>
                  </a:lnTo>
                  <a:lnTo>
                    <a:pt x="2722832" y="0"/>
                  </a:lnTo>
                  <a:lnTo>
                    <a:pt x="2721120" y="0"/>
                  </a:lnTo>
                  <a:lnTo>
                    <a:pt x="2719409" y="0"/>
                  </a:lnTo>
                  <a:lnTo>
                    <a:pt x="2717698" y="0"/>
                  </a:lnTo>
                  <a:lnTo>
                    <a:pt x="2715986" y="0"/>
                  </a:lnTo>
                  <a:lnTo>
                    <a:pt x="2714275" y="0"/>
                  </a:lnTo>
                  <a:lnTo>
                    <a:pt x="2712563" y="0"/>
                  </a:lnTo>
                  <a:lnTo>
                    <a:pt x="2710852" y="0"/>
                  </a:lnTo>
                  <a:lnTo>
                    <a:pt x="2709141" y="0"/>
                  </a:lnTo>
                  <a:lnTo>
                    <a:pt x="2707429" y="0"/>
                  </a:lnTo>
                  <a:lnTo>
                    <a:pt x="2705718" y="0"/>
                  </a:lnTo>
                  <a:lnTo>
                    <a:pt x="2704006" y="0"/>
                  </a:lnTo>
                  <a:lnTo>
                    <a:pt x="2702295" y="0"/>
                  </a:lnTo>
                  <a:lnTo>
                    <a:pt x="2700584" y="0"/>
                  </a:lnTo>
                  <a:lnTo>
                    <a:pt x="2698872" y="0"/>
                  </a:lnTo>
                  <a:lnTo>
                    <a:pt x="2697161" y="0"/>
                  </a:lnTo>
                  <a:lnTo>
                    <a:pt x="2695449" y="0"/>
                  </a:lnTo>
                  <a:lnTo>
                    <a:pt x="2693738" y="0"/>
                  </a:lnTo>
                  <a:lnTo>
                    <a:pt x="2692027" y="0"/>
                  </a:lnTo>
                  <a:lnTo>
                    <a:pt x="2690315" y="0"/>
                  </a:lnTo>
                  <a:lnTo>
                    <a:pt x="2688604" y="0"/>
                  </a:lnTo>
                  <a:lnTo>
                    <a:pt x="2686892" y="0"/>
                  </a:lnTo>
                  <a:lnTo>
                    <a:pt x="2685181" y="0"/>
                  </a:lnTo>
                  <a:lnTo>
                    <a:pt x="2683470" y="0"/>
                  </a:lnTo>
                  <a:lnTo>
                    <a:pt x="2681758" y="0"/>
                  </a:lnTo>
                  <a:lnTo>
                    <a:pt x="2680047" y="0"/>
                  </a:lnTo>
                  <a:lnTo>
                    <a:pt x="2678335" y="0"/>
                  </a:lnTo>
                  <a:lnTo>
                    <a:pt x="2676624" y="0"/>
                  </a:lnTo>
                  <a:lnTo>
                    <a:pt x="2674913" y="0"/>
                  </a:lnTo>
                  <a:lnTo>
                    <a:pt x="2673201" y="0"/>
                  </a:lnTo>
                  <a:lnTo>
                    <a:pt x="2671490" y="0"/>
                  </a:lnTo>
                  <a:lnTo>
                    <a:pt x="2669778" y="0"/>
                  </a:lnTo>
                  <a:lnTo>
                    <a:pt x="2668067" y="0"/>
                  </a:lnTo>
                  <a:lnTo>
                    <a:pt x="2666356" y="0"/>
                  </a:lnTo>
                  <a:lnTo>
                    <a:pt x="2664644" y="0"/>
                  </a:lnTo>
                  <a:lnTo>
                    <a:pt x="2662933" y="0"/>
                  </a:lnTo>
                  <a:lnTo>
                    <a:pt x="2661221" y="0"/>
                  </a:lnTo>
                  <a:lnTo>
                    <a:pt x="2659510" y="0"/>
                  </a:lnTo>
                  <a:lnTo>
                    <a:pt x="2657799" y="0"/>
                  </a:lnTo>
                  <a:lnTo>
                    <a:pt x="2656087" y="0"/>
                  </a:lnTo>
                  <a:lnTo>
                    <a:pt x="2654376" y="0"/>
                  </a:lnTo>
                  <a:lnTo>
                    <a:pt x="2652664" y="0"/>
                  </a:lnTo>
                  <a:lnTo>
                    <a:pt x="2650953" y="0"/>
                  </a:lnTo>
                  <a:lnTo>
                    <a:pt x="2649242" y="0"/>
                  </a:lnTo>
                  <a:lnTo>
                    <a:pt x="2647530" y="0"/>
                  </a:lnTo>
                  <a:lnTo>
                    <a:pt x="2645819" y="0"/>
                  </a:lnTo>
                  <a:lnTo>
                    <a:pt x="2644107" y="0"/>
                  </a:lnTo>
                  <a:lnTo>
                    <a:pt x="2642396" y="0"/>
                  </a:lnTo>
                  <a:lnTo>
                    <a:pt x="2640685" y="0"/>
                  </a:lnTo>
                  <a:lnTo>
                    <a:pt x="2638973" y="0"/>
                  </a:lnTo>
                  <a:lnTo>
                    <a:pt x="2637262" y="0"/>
                  </a:lnTo>
                  <a:lnTo>
                    <a:pt x="2635550" y="0"/>
                  </a:lnTo>
                  <a:lnTo>
                    <a:pt x="2633839" y="0"/>
                  </a:lnTo>
                  <a:lnTo>
                    <a:pt x="2632128" y="0"/>
                  </a:lnTo>
                  <a:lnTo>
                    <a:pt x="2630416" y="0"/>
                  </a:lnTo>
                  <a:lnTo>
                    <a:pt x="2628705" y="0"/>
                  </a:lnTo>
                  <a:lnTo>
                    <a:pt x="2626994" y="0"/>
                  </a:lnTo>
                  <a:lnTo>
                    <a:pt x="2625282" y="0"/>
                  </a:lnTo>
                  <a:lnTo>
                    <a:pt x="2623571" y="0"/>
                  </a:lnTo>
                  <a:lnTo>
                    <a:pt x="2621859" y="0"/>
                  </a:lnTo>
                  <a:lnTo>
                    <a:pt x="2620148" y="0"/>
                  </a:lnTo>
                  <a:lnTo>
                    <a:pt x="2618437" y="0"/>
                  </a:lnTo>
                  <a:lnTo>
                    <a:pt x="2616725" y="0"/>
                  </a:lnTo>
                  <a:lnTo>
                    <a:pt x="2615014" y="0"/>
                  </a:lnTo>
                  <a:lnTo>
                    <a:pt x="2613302" y="0"/>
                  </a:lnTo>
                  <a:lnTo>
                    <a:pt x="2611591" y="0"/>
                  </a:lnTo>
                  <a:lnTo>
                    <a:pt x="2609880" y="0"/>
                  </a:lnTo>
                  <a:lnTo>
                    <a:pt x="2608168" y="0"/>
                  </a:lnTo>
                  <a:lnTo>
                    <a:pt x="2606457" y="0"/>
                  </a:lnTo>
                  <a:lnTo>
                    <a:pt x="2604745" y="0"/>
                  </a:lnTo>
                  <a:lnTo>
                    <a:pt x="2603034" y="0"/>
                  </a:lnTo>
                  <a:lnTo>
                    <a:pt x="2601323" y="0"/>
                  </a:lnTo>
                  <a:lnTo>
                    <a:pt x="2599611" y="0"/>
                  </a:lnTo>
                  <a:lnTo>
                    <a:pt x="2597900" y="0"/>
                  </a:lnTo>
                  <a:lnTo>
                    <a:pt x="2596188" y="0"/>
                  </a:lnTo>
                  <a:lnTo>
                    <a:pt x="2594477" y="0"/>
                  </a:lnTo>
                  <a:lnTo>
                    <a:pt x="2592766" y="0"/>
                  </a:lnTo>
                  <a:lnTo>
                    <a:pt x="2591054" y="0"/>
                  </a:lnTo>
                  <a:lnTo>
                    <a:pt x="2589343" y="0"/>
                  </a:lnTo>
                  <a:lnTo>
                    <a:pt x="2587631" y="0"/>
                  </a:lnTo>
                  <a:lnTo>
                    <a:pt x="2585920" y="0"/>
                  </a:lnTo>
                  <a:lnTo>
                    <a:pt x="2584209" y="0"/>
                  </a:lnTo>
                  <a:lnTo>
                    <a:pt x="2582497" y="0"/>
                  </a:lnTo>
                  <a:lnTo>
                    <a:pt x="2580786" y="0"/>
                  </a:lnTo>
                  <a:lnTo>
                    <a:pt x="2579074" y="0"/>
                  </a:lnTo>
                  <a:lnTo>
                    <a:pt x="2577363" y="0"/>
                  </a:lnTo>
                  <a:lnTo>
                    <a:pt x="2575652" y="0"/>
                  </a:lnTo>
                  <a:lnTo>
                    <a:pt x="2573940" y="0"/>
                  </a:lnTo>
                  <a:lnTo>
                    <a:pt x="2572229" y="0"/>
                  </a:lnTo>
                  <a:lnTo>
                    <a:pt x="2570517" y="0"/>
                  </a:lnTo>
                  <a:lnTo>
                    <a:pt x="2568806" y="0"/>
                  </a:lnTo>
                  <a:lnTo>
                    <a:pt x="2567095" y="0"/>
                  </a:lnTo>
                  <a:lnTo>
                    <a:pt x="2565383" y="0"/>
                  </a:lnTo>
                  <a:lnTo>
                    <a:pt x="2563672" y="0"/>
                  </a:lnTo>
                  <a:lnTo>
                    <a:pt x="2561960" y="0"/>
                  </a:lnTo>
                  <a:lnTo>
                    <a:pt x="2560249" y="0"/>
                  </a:lnTo>
                  <a:lnTo>
                    <a:pt x="2558538" y="0"/>
                  </a:lnTo>
                  <a:lnTo>
                    <a:pt x="2556826" y="0"/>
                  </a:lnTo>
                  <a:lnTo>
                    <a:pt x="2555115" y="0"/>
                  </a:lnTo>
                  <a:lnTo>
                    <a:pt x="2553403" y="0"/>
                  </a:lnTo>
                  <a:lnTo>
                    <a:pt x="2551692" y="0"/>
                  </a:lnTo>
                  <a:lnTo>
                    <a:pt x="2549981" y="0"/>
                  </a:lnTo>
                  <a:lnTo>
                    <a:pt x="2548269" y="0"/>
                  </a:lnTo>
                  <a:lnTo>
                    <a:pt x="2546558" y="0"/>
                  </a:lnTo>
                  <a:lnTo>
                    <a:pt x="2544846" y="0"/>
                  </a:lnTo>
                  <a:lnTo>
                    <a:pt x="2543135" y="0"/>
                  </a:lnTo>
                  <a:lnTo>
                    <a:pt x="2541424" y="0"/>
                  </a:lnTo>
                  <a:lnTo>
                    <a:pt x="2539712" y="0"/>
                  </a:lnTo>
                  <a:lnTo>
                    <a:pt x="2538001" y="0"/>
                  </a:lnTo>
                  <a:lnTo>
                    <a:pt x="2536289" y="0"/>
                  </a:lnTo>
                  <a:lnTo>
                    <a:pt x="2534578" y="0"/>
                  </a:lnTo>
                  <a:lnTo>
                    <a:pt x="2532867" y="0"/>
                  </a:lnTo>
                  <a:lnTo>
                    <a:pt x="2531155" y="0"/>
                  </a:lnTo>
                  <a:lnTo>
                    <a:pt x="2529444" y="0"/>
                  </a:lnTo>
                  <a:lnTo>
                    <a:pt x="2527733" y="0"/>
                  </a:lnTo>
                  <a:lnTo>
                    <a:pt x="2526021" y="0"/>
                  </a:lnTo>
                  <a:lnTo>
                    <a:pt x="2524310" y="0"/>
                  </a:lnTo>
                  <a:lnTo>
                    <a:pt x="2522598" y="0"/>
                  </a:lnTo>
                  <a:lnTo>
                    <a:pt x="2520887" y="0"/>
                  </a:lnTo>
                  <a:lnTo>
                    <a:pt x="2519176" y="0"/>
                  </a:lnTo>
                  <a:lnTo>
                    <a:pt x="2517464" y="0"/>
                  </a:lnTo>
                  <a:lnTo>
                    <a:pt x="2515753" y="0"/>
                  </a:lnTo>
                  <a:lnTo>
                    <a:pt x="2514041" y="0"/>
                  </a:lnTo>
                  <a:lnTo>
                    <a:pt x="2512330" y="0"/>
                  </a:lnTo>
                  <a:lnTo>
                    <a:pt x="2510619" y="0"/>
                  </a:lnTo>
                  <a:lnTo>
                    <a:pt x="2508907" y="0"/>
                  </a:lnTo>
                  <a:lnTo>
                    <a:pt x="2507196" y="0"/>
                  </a:lnTo>
                  <a:lnTo>
                    <a:pt x="2505484" y="0"/>
                  </a:lnTo>
                  <a:lnTo>
                    <a:pt x="2503773" y="0"/>
                  </a:lnTo>
                  <a:lnTo>
                    <a:pt x="2502062" y="0"/>
                  </a:lnTo>
                  <a:lnTo>
                    <a:pt x="2500350" y="0"/>
                  </a:lnTo>
                  <a:lnTo>
                    <a:pt x="2498639" y="0"/>
                  </a:lnTo>
                  <a:lnTo>
                    <a:pt x="2496927" y="0"/>
                  </a:lnTo>
                  <a:lnTo>
                    <a:pt x="2495216" y="0"/>
                  </a:lnTo>
                  <a:lnTo>
                    <a:pt x="2493505" y="0"/>
                  </a:lnTo>
                  <a:lnTo>
                    <a:pt x="2491793" y="0"/>
                  </a:lnTo>
                  <a:lnTo>
                    <a:pt x="2490082" y="0"/>
                  </a:lnTo>
                  <a:lnTo>
                    <a:pt x="2488370" y="0"/>
                  </a:lnTo>
                  <a:lnTo>
                    <a:pt x="2486659" y="0"/>
                  </a:lnTo>
                  <a:lnTo>
                    <a:pt x="2484948" y="0"/>
                  </a:lnTo>
                  <a:lnTo>
                    <a:pt x="2483236" y="0"/>
                  </a:lnTo>
                  <a:lnTo>
                    <a:pt x="2481525" y="0"/>
                  </a:lnTo>
                  <a:lnTo>
                    <a:pt x="2479813" y="0"/>
                  </a:lnTo>
                  <a:lnTo>
                    <a:pt x="2478102" y="0"/>
                  </a:lnTo>
                  <a:lnTo>
                    <a:pt x="2476391" y="0"/>
                  </a:lnTo>
                  <a:lnTo>
                    <a:pt x="2474679" y="0"/>
                  </a:lnTo>
                  <a:lnTo>
                    <a:pt x="2472968" y="0"/>
                  </a:lnTo>
                  <a:lnTo>
                    <a:pt x="2471256" y="0"/>
                  </a:lnTo>
                  <a:lnTo>
                    <a:pt x="2469545" y="0"/>
                  </a:lnTo>
                  <a:lnTo>
                    <a:pt x="2467834" y="0"/>
                  </a:lnTo>
                  <a:lnTo>
                    <a:pt x="2466122" y="0"/>
                  </a:lnTo>
                  <a:lnTo>
                    <a:pt x="2464411" y="0"/>
                  </a:lnTo>
                  <a:lnTo>
                    <a:pt x="2462699" y="0"/>
                  </a:lnTo>
                  <a:lnTo>
                    <a:pt x="2460988" y="0"/>
                  </a:lnTo>
                  <a:lnTo>
                    <a:pt x="2459277" y="0"/>
                  </a:lnTo>
                  <a:lnTo>
                    <a:pt x="2457565" y="0"/>
                  </a:lnTo>
                  <a:lnTo>
                    <a:pt x="2455854" y="0"/>
                  </a:lnTo>
                  <a:lnTo>
                    <a:pt x="2454142" y="0"/>
                  </a:lnTo>
                  <a:lnTo>
                    <a:pt x="2452431" y="0"/>
                  </a:lnTo>
                  <a:lnTo>
                    <a:pt x="2450720" y="0"/>
                  </a:lnTo>
                  <a:lnTo>
                    <a:pt x="2449008" y="0"/>
                  </a:lnTo>
                  <a:lnTo>
                    <a:pt x="2447297" y="0"/>
                  </a:lnTo>
                  <a:lnTo>
                    <a:pt x="2445585" y="0"/>
                  </a:lnTo>
                  <a:lnTo>
                    <a:pt x="2443874" y="0"/>
                  </a:lnTo>
                  <a:lnTo>
                    <a:pt x="2442163" y="0"/>
                  </a:lnTo>
                  <a:lnTo>
                    <a:pt x="2440451" y="0"/>
                  </a:lnTo>
                  <a:lnTo>
                    <a:pt x="2438740" y="0"/>
                  </a:lnTo>
                  <a:lnTo>
                    <a:pt x="2437028" y="0"/>
                  </a:lnTo>
                  <a:lnTo>
                    <a:pt x="2435317" y="0"/>
                  </a:lnTo>
                  <a:lnTo>
                    <a:pt x="2433606" y="0"/>
                  </a:lnTo>
                  <a:lnTo>
                    <a:pt x="2431894" y="0"/>
                  </a:lnTo>
                  <a:lnTo>
                    <a:pt x="2430183" y="0"/>
                  </a:lnTo>
                  <a:lnTo>
                    <a:pt x="2428471" y="0"/>
                  </a:lnTo>
                  <a:lnTo>
                    <a:pt x="2426760" y="0"/>
                  </a:lnTo>
                  <a:lnTo>
                    <a:pt x="2425049" y="0"/>
                  </a:lnTo>
                  <a:lnTo>
                    <a:pt x="2423337" y="0"/>
                  </a:lnTo>
                  <a:lnTo>
                    <a:pt x="2421626" y="0"/>
                  </a:lnTo>
                  <a:lnTo>
                    <a:pt x="2419915" y="0"/>
                  </a:lnTo>
                  <a:lnTo>
                    <a:pt x="2418203" y="0"/>
                  </a:lnTo>
                  <a:lnTo>
                    <a:pt x="2416492" y="0"/>
                  </a:lnTo>
                  <a:lnTo>
                    <a:pt x="2414780" y="0"/>
                  </a:lnTo>
                  <a:lnTo>
                    <a:pt x="2413069" y="0"/>
                  </a:lnTo>
                  <a:lnTo>
                    <a:pt x="2411358" y="0"/>
                  </a:lnTo>
                  <a:lnTo>
                    <a:pt x="2409646" y="0"/>
                  </a:lnTo>
                  <a:lnTo>
                    <a:pt x="2407935" y="0"/>
                  </a:lnTo>
                  <a:lnTo>
                    <a:pt x="2406223" y="0"/>
                  </a:lnTo>
                  <a:lnTo>
                    <a:pt x="2404512" y="0"/>
                  </a:lnTo>
                  <a:lnTo>
                    <a:pt x="2402801" y="0"/>
                  </a:lnTo>
                  <a:lnTo>
                    <a:pt x="2401089" y="0"/>
                  </a:lnTo>
                  <a:lnTo>
                    <a:pt x="2399378" y="0"/>
                  </a:lnTo>
                  <a:lnTo>
                    <a:pt x="2397666" y="0"/>
                  </a:lnTo>
                  <a:lnTo>
                    <a:pt x="2395955" y="0"/>
                  </a:lnTo>
                  <a:lnTo>
                    <a:pt x="2394244" y="0"/>
                  </a:lnTo>
                  <a:lnTo>
                    <a:pt x="2392532" y="0"/>
                  </a:lnTo>
                  <a:lnTo>
                    <a:pt x="2390821" y="0"/>
                  </a:lnTo>
                  <a:lnTo>
                    <a:pt x="2389109" y="0"/>
                  </a:lnTo>
                  <a:lnTo>
                    <a:pt x="2387398" y="0"/>
                  </a:lnTo>
                  <a:lnTo>
                    <a:pt x="2385687" y="0"/>
                  </a:lnTo>
                  <a:lnTo>
                    <a:pt x="2383975" y="0"/>
                  </a:lnTo>
                  <a:lnTo>
                    <a:pt x="2382264" y="0"/>
                  </a:lnTo>
                  <a:lnTo>
                    <a:pt x="2380552" y="0"/>
                  </a:lnTo>
                  <a:lnTo>
                    <a:pt x="2378841" y="0"/>
                  </a:lnTo>
                  <a:lnTo>
                    <a:pt x="2377130" y="0"/>
                  </a:lnTo>
                  <a:lnTo>
                    <a:pt x="2375418" y="0"/>
                  </a:lnTo>
                  <a:lnTo>
                    <a:pt x="2373707" y="0"/>
                  </a:lnTo>
                  <a:lnTo>
                    <a:pt x="2371995" y="0"/>
                  </a:lnTo>
                  <a:lnTo>
                    <a:pt x="2370284" y="0"/>
                  </a:lnTo>
                  <a:lnTo>
                    <a:pt x="2368573" y="0"/>
                  </a:lnTo>
                  <a:lnTo>
                    <a:pt x="2366861" y="0"/>
                  </a:lnTo>
                  <a:lnTo>
                    <a:pt x="2365150" y="0"/>
                  </a:lnTo>
                  <a:lnTo>
                    <a:pt x="2363438" y="0"/>
                  </a:lnTo>
                  <a:lnTo>
                    <a:pt x="2361727" y="0"/>
                  </a:lnTo>
                  <a:lnTo>
                    <a:pt x="2360016" y="0"/>
                  </a:lnTo>
                  <a:lnTo>
                    <a:pt x="2358304" y="0"/>
                  </a:lnTo>
                  <a:lnTo>
                    <a:pt x="2356593" y="0"/>
                  </a:lnTo>
                  <a:lnTo>
                    <a:pt x="2354881" y="0"/>
                  </a:lnTo>
                  <a:lnTo>
                    <a:pt x="2353170" y="0"/>
                  </a:lnTo>
                  <a:lnTo>
                    <a:pt x="2351459" y="0"/>
                  </a:lnTo>
                  <a:lnTo>
                    <a:pt x="2349747" y="0"/>
                  </a:lnTo>
                  <a:lnTo>
                    <a:pt x="2348036" y="0"/>
                  </a:lnTo>
                  <a:lnTo>
                    <a:pt x="2346324" y="0"/>
                  </a:lnTo>
                  <a:lnTo>
                    <a:pt x="2344613" y="0"/>
                  </a:lnTo>
                  <a:lnTo>
                    <a:pt x="2342902" y="0"/>
                  </a:lnTo>
                  <a:lnTo>
                    <a:pt x="2341190" y="0"/>
                  </a:lnTo>
                  <a:lnTo>
                    <a:pt x="2339479" y="0"/>
                  </a:lnTo>
                  <a:lnTo>
                    <a:pt x="2337767" y="0"/>
                  </a:lnTo>
                  <a:lnTo>
                    <a:pt x="2336056" y="0"/>
                  </a:lnTo>
                  <a:lnTo>
                    <a:pt x="2334345" y="0"/>
                  </a:lnTo>
                  <a:lnTo>
                    <a:pt x="2332633" y="0"/>
                  </a:lnTo>
                  <a:lnTo>
                    <a:pt x="2330922" y="0"/>
                  </a:lnTo>
                  <a:lnTo>
                    <a:pt x="2329210" y="0"/>
                  </a:lnTo>
                  <a:lnTo>
                    <a:pt x="2327499" y="0"/>
                  </a:lnTo>
                  <a:lnTo>
                    <a:pt x="2325788" y="0"/>
                  </a:lnTo>
                  <a:lnTo>
                    <a:pt x="2324076" y="0"/>
                  </a:lnTo>
                  <a:lnTo>
                    <a:pt x="2322365" y="0"/>
                  </a:lnTo>
                  <a:lnTo>
                    <a:pt x="2320653" y="0"/>
                  </a:lnTo>
                  <a:lnTo>
                    <a:pt x="2318942" y="0"/>
                  </a:lnTo>
                  <a:lnTo>
                    <a:pt x="2317231" y="0"/>
                  </a:lnTo>
                  <a:lnTo>
                    <a:pt x="2315519" y="0"/>
                  </a:lnTo>
                  <a:lnTo>
                    <a:pt x="2313808" y="0"/>
                  </a:lnTo>
                  <a:lnTo>
                    <a:pt x="2312097" y="0"/>
                  </a:lnTo>
                  <a:lnTo>
                    <a:pt x="2310385" y="0"/>
                  </a:lnTo>
                  <a:lnTo>
                    <a:pt x="2308674" y="0"/>
                  </a:lnTo>
                  <a:lnTo>
                    <a:pt x="2306962" y="0"/>
                  </a:lnTo>
                  <a:lnTo>
                    <a:pt x="2305251" y="0"/>
                  </a:lnTo>
                  <a:lnTo>
                    <a:pt x="2303540" y="0"/>
                  </a:lnTo>
                  <a:lnTo>
                    <a:pt x="2301828" y="0"/>
                  </a:lnTo>
                  <a:lnTo>
                    <a:pt x="2300117" y="0"/>
                  </a:lnTo>
                  <a:lnTo>
                    <a:pt x="2298405" y="0"/>
                  </a:lnTo>
                  <a:lnTo>
                    <a:pt x="2296694" y="0"/>
                  </a:lnTo>
                  <a:lnTo>
                    <a:pt x="2294983" y="0"/>
                  </a:lnTo>
                  <a:lnTo>
                    <a:pt x="2293271" y="0"/>
                  </a:lnTo>
                  <a:lnTo>
                    <a:pt x="2291560" y="0"/>
                  </a:lnTo>
                  <a:lnTo>
                    <a:pt x="2289848" y="0"/>
                  </a:lnTo>
                  <a:lnTo>
                    <a:pt x="2288137" y="0"/>
                  </a:lnTo>
                  <a:lnTo>
                    <a:pt x="2286426" y="0"/>
                  </a:lnTo>
                  <a:lnTo>
                    <a:pt x="2284714" y="0"/>
                  </a:lnTo>
                  <a:lnTo>
                    <a:pt x="2283003" y="0"/>
                  </a:lnTo>
                  <a:lnTo>
                    <a:pt x="2281291" y="0"/>
                  </a:lnTo>
                  <a:lnTo>
                    <a:pt x="2279580" y="0"/>
                  </a:lnTo>
                  <a:lnTo>
                    <a:pt x="2277869" y="0"/>
                  </a:lnTo>
                  <a:lnTo>
                    <a:pt x="2276157" y="0"/>
                  </a:lnTo>
                  <a:lnTo>
                    <a:pt x="2274446" y="0"/>
                  </a:lnTo>
                  <a:lnTo>
                    <a:pt x="2272734" y="0"/>
                  </a:lnTo>
                  <a:lnTo>
                    <a:pt x="2271023" y="0"/>
                  </a:lnTo>
                  <a:lnTo>
                    <a:pt x="2269312" y="0"/>
                  </a:lnTo>
                  <a:lnTo>
                    <a:pt x="2267600" y="0"/>
                  </a:lnTo>
                  <a:lnTo>
                    <a:pt x="2265889" y="0"/>
                  </a:lnTo>
                  <a:lnTo>
                    <a:pt x="2264177" y="0"/>
                  </a:lnTo>
                  <a:lnTo>
                    <a:pt x="2262466" y="0"/>
                  </a:lnTo>
                  <a:lnTo>
                    <a:pt x="2260755" y="0"/>
                  </a:lnTo>
                  <a:lnTo>
                    <a:pt x="2259043" y="0"/>
                  </a:lnTo>
                  <a:lnTo>
                    <a:pt x="2257332" y="0"/>
                  </a:lnTo>
                  <a:lnTo>
                    <a:pt x="2255620" y="0"/>
                  </a:lnTo>
                  <a:lnTo>
                    <a:pt x="2253909" y="0"/>
                  </a:lnTo>
                  <a:lnTo>
                    <a:pt x="2252198" y="0"/>
                  </a:lnTo>
                  <a:lnTo>
                    <a:pt x="2250486" y="0"/>
                  </a:lnTo>
                  <a:lnTo>
                    <a:pt x="2248775" y="0"/>
                  </a:lnTo>
                  <a:lnTo>
                    <a:pt x="2247063" y="0"/>
                  </a:lnTo>
                  <a:lnTo>
                    <a:pt x="2245352" y="0"/>
                  </a:lnTo>
                  <a:lnTo>
                    <a:pt x="2243641" y="0"/>
                  </a:lnTo>
                  <a:lnTo>
                    <a:pt x="2241929" y="0"/>
                  </a:lnTo>
                  <a:lnTo>
                    <a:pt x="2240218" y="0"/>
                  </a:lnTo>
                  <a:lnTo>
                    <a:pt x="2238506" y="0"/>
                  </a:lnTo>
                  <a:lnTo>
                    <a:pt x="2236795" y="0"/>
                  </a:lnTo>
                  <a:lnTo>
                    <a:pt x="2235084" y="0"/>
                  </a:lnTo>
                  <a:lnTo>
                    <a:pt x="2233372" y="0"/>
                  </a:lnTo>
                  <a:lnTo>
                    <a:pt x="2231661" y="0"/>
                  </a:lnTo>
                  <a:lnTo>
                    <a:pt x="2229949" y="0"/>
                  </a:lnTo>
                  <a:lnTo>
                    <a:pt x="2228238" y="0"/>
                  </a:lnTo>
                  <a:lnTo>
                    <a:pt x="2226527" y="0"/>
                  </a:lnTo>
                  <a:lnTo>
                    <a:pt x="2224815" y="0"/>
                  </a:lnTo>
                  <a:lnTo>
                    <a:pt x="2223104" y="0"/>
                  </a:lnTo>
                  <a:lnTo>
                    <a:pt x="2221392" y="0"/>
                  </a:lnTo>
                  <a:lnTo>
                    <a:pt x="2219681" y="0"/>
                  </a:lnTo>
                  <a:lnTo>
                    <a:pt x="2217970" y="0"/>
                  </a:lnTo>
                  <a:lnTo>
                    <a:pt x="2216258" y="0"/>
                  </a:lnTo>
                  <a:lnTo>
                    <a:pt x="2214547" y="0"/>
                  </a:lnTo>
                  <a:lnTo>
                    <a:pt x="2212836" y="0"/>
                  </a:lnTo>
                  <a:lnTo>
                    <a:pt x="2211124" y="0"/>
                  </a:lnTo>
                  <a:lnTo>
                    <a:pt x="2209413" y="0"/>
                  </a:lnTo>
                  <a:lnTo>
                    <a:pt x="2207701" y="0"/>
                  </a:lnTo>
                  <a:lnTo>
                    <a:pt x="2205990" y="0"/>
                  </a:lnTo>
                  <a:lnTo>
                    <a:pt x="2204279" y="0"/>
                  </a:lnTo>
                  <a:lnTo>
                    <a:pt x="2202567" y="0"/>
                  </a:lnTo>
                  <a:lnTo>
                    <a:pt x="2200856" y="0"/>
                  </a:lnTo>
                  <a:lnTo>
                    <a:pt x="2199144" y="0"/>
                  </a:lnTo>
                  <a:lnTo>
                    <a:pt x="2197433" y="0"/>
                  </a:lnTo>
                  <a:lnTo>
                    <a:pt x="2195722" y="0"/>
                  </a:lnTo>
                  <a:lnTo>
                    <a:pt x="2194010" y="0"/>
                  </a:lnTo>
                  <a:lnTo>
                    <a:pt x="2192299" y="0"/>
                  </a:lnTo>
                  <a:lnTo>
                    <a:pt x="2190587" y="0"/>
                  </a:lnTo>
                  <a:lnTo>
                    <a:pt x="2188876" y="0"/>
                  </a:lnTo>
                  <a:lnTo>
                    <a:pt x="2187165" y="0"/>
                  </a:lnTo>
                  <a:lnTo>
                    <a:pt x="2185453" y="0"/>
                  </a:lnTo>
                  <a:lnTo>
                    <a:pt x="2183742" y="0"/>
                  </a:lnTo>
                  <a:lnTo>
                    <a:pt x="2182030" y="0"/>
                  </a:lnTo>
                  <a:lnTo>
                    <a:pt x="2180319" y="0"/>
                  </a:lnTo>
                  <a:lnTo>
                    <a:pt x="2178608" y="0"/>
                  </a:lnTo>
                  <a:lnTo>
                    <a:pt x="2176896" y="0"/>
                  </a:lnTo>
                  <a:lnTo>
                    <a:pt x="2175185" y="0"/>
                  </a:lnTo>
                  <a:lnTo>
                    <a:pt x="2173473" y="0"/>
                  </a:lnTo>
                  <a:lnTo>
                    <a:pt x="2171762" y="0"/>
                  </a:lnTo>
                  <a:lnTo>
                    <a:pt x="2170051" y="0"/>
                  </a:lnTo>
                  <a:lnTo>
                    <a:pt x="2168339" y="0"/>
                  </a:lnTo>
                  <a:lnTo>
                    <a:pt x="2166628" y="0"/>
                  </a:lnTo>
                  <a:lnTo>
                    <a:pt x="2164916" y="0"/>
                  </a:lnTo>
                  <a:lnTo>
                    <a:pt x="2163205" y="0"/>
                  </a:lnTo>
                  <a:lnTo>
                    <a:pt x="2161494" y="0"/>
                  </a:lnTo>
                  <a:lnTo>
                    <a:pt x="2159782" y="0"/>
                  </a:lnTo>
                  <a:lnTo>
                    <a:pt x="2158071" y="0"/>
                  </a:lnTo>
                  <a:lnTo>
                    <a:pt x="2156359" y="0"/>
                  </a:lnTo>
                  <a:lnTo>
                    <a:pt x="2154648" y="0"/>
                  </a:lnTo>
                  <a:lnTo>
                    <a:pt x="2152937" y="0"/>
                  </a:lnTo>
                  <a:lnTo>
                    <a:pt x="2151225" y="0"/>
                  </a:lnTo>
                  <a:lnTo>
                    <a:pt x="2149514" y="0"/>
                  </a:lnTo>
                  <a:lnTo>
                    <a:pt x="2147802" y="0"/>
                  </a:lnTo>
                  <a:lnTo>
                    <a:pt x="2146091" y="0"/>
                  </a:lnTo>
                  <a:lnTo>
                    <a:pt x="2144380" y="0"/>
                  </a:lnTo>
                  <a:lnTo>
                    <a:pt x="2142668" y="0"/>
                  </a:lnTo>
                  <a:lnTo>
                    <a:pt x="2140957" y="0"/>
                  </a:lnTo>
                  <a:lnTo>
                    <a:pt x="2139245" y="0"/>
                  </a:lnTo>
                  <a:lnTo>
                    <a:pt x="2137534" y="0"/>
                  </a:lnTo>
                  <a:lnTo>
                    <a:pt x="2135823" y="0"/>
                  </a:lnTo>
                  <a:lnTo>
                    <a:pt x="2134111" y="0"/>
                  </a:lnTo>
                  <a:lnTo>
                    <a:pt x="2132400" y="0"/>
                  </a:lnTo>
                  <a:lnTo>
                    <a:pt x="2130688" y="0"/>
                  </a:lnTo>
                  <a:lnTo>
                    <a:pt x="2128977" y="0"/>
                  </a:lnTo>
                  <a:lnTo>
                    <a:pt x="2127266" y="0"/>
                  </a:lnTo>
                  <a:lnTo>
                    <a:pt x="2125554" y="0"/>
                  </a:lnTo>
                  <a:lnTo>
                    <a:pt x="2123843" y="0"/>
                  </a:lnTo>
                  <a:lnTo>
                    <a:pt x="2122131" y="0"/>
                  </a:lnTo>
                  <a:lnTo>
                    <a:pt x="2120420" y="0"/>
                  </a:lnTo>
                  <a:lnTo>
                    <a:pt x="2118709" y="0"/>
                  </a:lnTo>
                  <a:lnTo>
                    <a:pt x="2116997" y="0"/>
                  </a:lnTo>
                  <a:lnTo>
                    <a:pt x="2115286" y="0"/>
                  </a:lnTo>
                  <a:lnTo>
                    <a:pt x="2113574" y="0"/>
                  </a:lnTo>
                  <a:lnTo>
                    <a:pt x="2111863" y="0"/>
                  </a:lnTo>
                  <a:lnTo>
                    <a:pt x="2110152" y="0"/>
                  </a:lnTo>
                  <a:lnTo>
                    <a:pt x="2108440" y="0"/>
                  </a:lnTo>
                  <a:lnTo>
                    <a:pt x="2106729" y="0"/>
                  </a:lnTo>
                  <a:lnTo>
                    <a:pt x="2105018" y="0"/>
                  </a:lnTo>
                  <a:lnTo>
                    <a:pt x="2103306" y="0"/>
                  </a:lnTo>
                  <a:lnTo>
                    <a:pt x="2101595" y="0"/>
                  </a:lnTo>
                  <a:lnTo>
                    <a:pt x="2099883" y="0"/>
                  </a:lnTo>
                  <a:lnTo>
                    <a:pt x="2098172" y="0"/>
                  </a:lnTo>
                  <a:lnTo>
                    <a:pt x="2096461" y="0"/>
                  </a:lnTo>
                  <a:lnTo>
                    <a:pt x="2094749" y="0"/>
                  </a:lnTo>
                  <a:lnTo>
                    <a:pt x="2093038" y="0"/>
                  </a:lnTo>
                  <a:lnTo>
                    <a:pt x="2091326" y="0"/>
                  </a:lnTo>
                  <a:lnTo>
                    <a:pt x="2089615" y="0"/>
                  </a:lnTo>
                  <a:lnTo>
                    <a:pt x="2087904" y="0"/>
                  </a:lnTo>
                  <a:lnTo>
                    <a:pt x="2086192" y="0"/>
                  </a:lnTo>
                  <a:lnTo>
                    <a:pt x="2084481" y="0"/>
                  </a:lnTo>
                  <a:lnTo>
                    <a:pt x="2082769" y="0"/>
                  </a:lnTo>
                  <a:lnTo>
                    <a:pt x="2081058" y="0"/>
                  </a:lnTo>
                  <a:lnTo>
                    <a:pt x="2079347" y="0"/>
                  </a:lnTo>
                  <a:lnTo>
                    <a:pt x="2077635" y="0"/>
                  </a:lnTo>
                  <a:lnTo>
                    <a:pt x="2075924" y="0"/>
                  </a:lnTo>
                  <a:lnTo>
                    <a:pt x="2074212" y="0"/>
                  </a:lnTo>
                  <a:lnTo>
                    <a:pt x="2072501" y="0"/>
                  </a:lnTo>
                  <a:lnTo>
                    <a:pt x="2070790" y="0"/>
                  </a:lnTo>
                  <a:lnTo>
                    <a:pt x="2069078" y="0"/>
                  </a:lnTo>
                  <a:lnTo>
                    <a:pt x="2067367" y="0"/>
                  </a:lnTo>
                  <a:lnTo>
                    <a:pt x="2065655" y="0"/>
                  </a:lnTo>
                  <a:lnTo>
                    <a:pt x="2063944" y="0"/>
                  </a:lnTo>
                  <a:lnTo>
                    <a:pt x="2062233" y="0"/>
                  </a:lnTo>
                  <a:lnTo>
                    <a:pt x="2060521" y="0"/>
                  </a:lnTo>
                  <a:lnTo>
                    <a:pt x="2058810" y="0"/>
                  </a:lnTo>
                  <a:lnTo>
                    <a:pt x="2057098" y="0"/>
                  </a:lnTo>
                  <a:lnTo>
                    <a:pt x="2055387" y="0"/>
                  </a:lnTo>
                  <a:lnTo>
                    <a:pt x="2053676" y="0"/>
                  </a:lnTo>
                  <a:lnTo>
                    <a:pt x="2051964" y="0"/>
                  </a:lnTo>
                  <a:lnTo>
                    <a:pt x="2050253" y="0"/>
                  </a:lnTo>
                  <a:lnTo>
                    <a:pt x="2048541" y="0"/>
                  </a:lnTo>
                  <a:lnTo>
                    <a:pt x="2046830" y="0"/>
                  </a:lnTo>
                  <a:lnTo>
                    <a:pt x="2045119" y="0"/>
                  </a:lnTo>
                  <a:lnTo>
                    <a:pt x="2043407" y="0"/>
                  </a:lnTo>
                  <a:lnTo>
                    <a:pt x="2041696" y="0"/>
                  </a:lnTo>
                  <a:lnTo>
                    <a:pt x="2039984" y="0"/>
                  </a:lnTo>
                  <a:lnTo>
                    <a:pt x="2038273" y="0"/>
                  </a:lnTo>
                  <a:lnTo>
                    <a:pt x="2036562" y="0"/>
                  </a:lnTo>
                  <a:lnTo>
                    <a:pt x="2034850" y="0"/>
                  </a:lnTo>
                  <a:lnTo>
                    <a:pt x="2033139" y="0"/>
                  </a:lnTo>
                  <a:lnTo>
                    <a:pt x="2031427" y="0"/>
                  </a:lnTo>
                  <a:lnTo>
                    <a:pt x="2029716" y="0"/>
                  </a:lnTo>
                  <a:lnTo>
                    <a:pt x="2028005" y="0"/>
                  </a:lnTo>
                  <a:lnTo>
                    <a:pt x="2026293" y="0"/>
                  </a:lnTo>
                  <a:lnTo>
                    <a:pt x="2024582" y="0"/>
                  </a:lnTo>
                  <a:lnTo>
                    <a:pt x="2022870" y="0"/>
                  </a:lnTo>
                  <a:lnTo>
                    <a:pt x="2021159" y="0"/>
                  </a:lnTo>
                  <a:lnTo>
                    <a:pt x="2019448" y="0"/>
                  </a:lnTo>
                  <a:lnTo>
                    <a:pt x="2017736" y="0"/>
                  </a:lnTo>
                  <a:lnTo>
                    <a:pt x="2016025" y="0"/>
                  </a:lnTo>
                  <a:lnTo>
                    <a:pt x="2014313" y="0"/>
                  </a:lnTo>
                  <a:lnTo>
                    <a:pt x="2012602" y="0"/>
                  </a:lnTo>
                  <a:lnTo>
                    <a:pt x="2010891" y="0"/>
                  </a:lnTo>
                  <a:lnTo>
                    <a:pt x="2009179" y="0"/>
                  </a:lnTo>
                  <a:lnTo>
                    <a:pt x="2007468" y="0"/>
                  </a:lnTo>
                  <a:lnTo>
                    <a:pt x="2005756" y="0"/>
                  </a:lnTo>
                  <a:lnTo>
                    <a:pt x="2004045" y="0"/>
                  </a:lnTo>
                  <a:lnTo>
                    <a:pt x="2002334" y="0"/>
                  </a:lnTo>
                  <a:lnTo>
                    <a:pt x="2000622" y="0"/>
                  </a:lnTo>
                  <a:lnTo>
                    <a:pt x="1998911" y="0"/>
                  </a:lnTo>
                  <a:lnTo>
                    <a:pt x="1997200" y="0"/>
                  </a:lnTo>
                  <a:lnTo>
                    <a:pt x="1995488" y="0"/>
                  </a:lnTo>
                  <a:lnTo>
                    <a:pt x="1993777" y="0"/>
                  </a:lnTo>
                  <a:lnTo>
                    <a:pt x="1992065" y="0"/>
                  </a:lnTo>
                  <a:lnTo>
                    <a:pt x="1990354" y="0"/>
                  </a:lnTo>
                  <a:lnTo>
                    <a:pt x="1988643" y="0"/>
                  </a:lnTo>
                  <a:lnTo>
                    <a:pt x="1986931" y="0"/>
                  </a:lnTo>
                  <a:lnTo>
                    <a:pt x="1985220" y="0"/>
                  </a:lnTo>
                  <a:lnTo>
                    <a:pt x="1983508" y="0"/>
                  </a:lnTo>
                  <a:lnTo>
                    <a:pt x="1981797" y="0"/>
                  </a:lnTo>
                  <a:lnTo>
                    <a:pt x="1980086" y="0"/>
                  </a:lnTo>
                  <a:lnTo>
                    <a:pt x="1978374" y="0"/>
                  </a:lnTo>
                  <a:lnTo>
                    <a:pt x="1976663" y="0"/>
                  </a:lnTo>
                  <a:lnTo>
                    <a:pt x="1974951" y="0"/>
                  </a:lnTo>
                  <a:lnTo>
                    <a:pt x="1973240" y="0"/>
                  </a:lnTo>
                  <a:lnTo>
                    <a:pt x="1971529" y="0"/>
                  </a:lnTo>
                  <a:lnTo>
                    <a:pt x="1969817" y="0"/>
                  </a:lnTo>
                  <a:lnTo>
                    <a:pt x="1968106" y="0"/>
                  </a:lnTo>
                  <a:lnTo>
                    <a:pt x="1966394" y="0"/>
                  </a:lnTo>
                  <a:lnTo>
                    <a:pt x="1964683" y="0"/>
                  </a:lnTo>
                  <a:lnTo>
                    <a:pt x="1962972" y="0"/>
                  </a:lnTo>
                  <a:lnTo>
                    <a:pt x="1961260" y="0"/>
                  </a:lnTo>
                  <a:lnTo>
                    <a:pt x="1959549" y="0"/>
                  </a:lnTo>
                  <a:lnTo>
                    <a:pt x="1957837" y="0"/>
                  </a:lnTo>
                  <a:lnTo>
                    <a:pt x="1956126" y="0"/>
                  </a:lnTo>
                  <a:lnTo>
                    <a:pt x="1954415" y="0"/>
                  </a:lnTo>
                  <a:lnTo>
                    <a:pt x="1952703" y="0"/>
                  </a:lnTo>
                  <a:lnTo>
                    <a:pt x="1950992" y="0"/>
                  </a:lnTo>
                  <a:lnTo>
                    <a:pt x="1949280" y="0"/>
                  </a:lnTo>
                  <a:lnTo>
                    <a:pt x="1947569" y="0"/>
                  </a:lnTo>
                  <a:lnTo>
                    <a:pt x="1945858" y="0"/>
                  </a:lnTo>
                  <a:lnTo>
                    <a:pt x="1944146" y="0"/>
                  </a:lnTo>
                  <a:lnTo>
                    <a:pt x="1942435" y="0"/>
                  </a:lnTo>
                  <a:lnTo>
                    <a:pt x="1940723" y="0"/>
                  </a:lnTo>
                  <a:lnTo>
                    <a:pt x="1939012" y="0"/>
                  </a:lnTo>
                  <a:lnTo>
                    <a:pt x="1937301" y="0"/>
                  </a:lnTo>
                  <a:lnTo>
                    <a:pt x="1935589" y="0"/>
                  </a:lnTo>
                  <a:lnTo>
                    <a:pt x="1933878" y="0"/>
                  </a:lnTo>
                  <a:lnTo>
                    <a:pt x="1932166" y="0"/>
                  </a:lnTo>
                  <a:lnTo>
                    <a:pt x="1930455" y="0"/>
                  </a:lnTo>
                  <a:lnTo>
                    <a:pt x="1928744" y="0"/>
                  </a:lnTo>
                  <a:lnTo>
                    <a:pt x="1927032" y="0"/>
                  </a:lnTo>
                  <a:lnTo>
                    <a:pt x="1925321" y="0"/>
                  </a:lnTo>
                  <a:lnTo>
                    <a:pt x="1923609" y="0"/>
                  </a:lnTo>
                  <a:lnTo>
                    <a:pt x="1921898" y="0"/>
                  </a:lnTo>
                  <a:lnTo>
                    <a:pt x="1920187" y="0"/>
                  </a:lnTo>
                  <a:lnTo>
                    <a:pt x="1918475" y="0"/>
                  </a:lnTo>
                  <a:lnTo>
                    <a:pt x="1916764" y="0"/>
                  </a:lnTo>
                  <a:lnTo>
                    <a:pt x="1915052" y="0"/>
                  </a:lnTo>
                  <a:lnTo>
                    <a:pt x="1913341" y="0"/>
                  </a:lnTo>
                  <a:lnTo>
                    <a:pt x="1911630" y="0"/>
                  </a:lnTo>
                  <a:lnTo>
                    <a:pt x="1909918" y="0"/>
                  </a:lnTo>
                  <a:lnTo>
                    <a:pt x="1908207" y="0"/>
                  </a:lnTo>
                  <a:lnTo>
                    <a:pt x="1906495" y="0"/>
                  </a:lnTo>
                  <a:lnTo>
                    <a:pt x="1904784" y="0"/>
                  </a:lnTo>
                  <a:lnTo>
                    <a:pt x="1903073" y="0"/>
                  </a:lnTo>
                  <a:lnTo>
                    <a:pt x="1901361" y="0"/>
                  </a:lnTo>
                  <a:lnTo>
                    <a:pt x="1899650" y="0"/>
                  </a:lnTo>
                  <a:lnTo>
                    <a:pt x="1897938" y="0"/>
                  </a:lnTo>
                  <a:lnTo>
                    <a:pt x="1896227" y="0"/>
                  </a:lnTo>
                  <a:lnTo>
                    <a:pt x="1894516" y="0"/>
                  </a:lnTo>
                  <a:lnTo>
                    <a:pt x="1892804" y="0"/>
                  </a:lnTo>
                  <a:lnTo>
                    <a:pt x="1891093" y="0"/>
                  </a:lnTo>
                  <a:lnTo>
                    <a:pt x="1889382" y="0"/>
                  </a:lnTo>
                  <a:lnTo>
                    <a:pt x="1887670" y="0"/>
                  </a:lnTo>
                  <a:lnTo>
                    <a:pt x="1885959" y="0"/>
                  </a:lnTo>
                  <a:lnTo>
                    <a:pt x="1884247" y="0"/>
                  </a:lnTo>
                  <a:lnTo>
                    <a:pt x="1882536" y="0"/>
                  </a:lnTo>
                  <a:lnTo>
                    <a:pt x="1880825" y="0"/>
                  </a:lnTo>
                  <a:lnTo>
                    <a:pt x="1879113" y="0"/>
                  </a:lnTo>
                  <a:lnTo>
                    <a:pt x="1877402" y="0"/>
                  </a:lnTo>
                  <a:lnTo>
                    <a:pt x="1875690" y="0"/>
                  </a:lnTo>
                  <a:lnTo>
                    <a:pt x="1873979" y="0"/>
                  </a:lnTo>
                  <a:lnTo>
                    <a:pt x="1872268" y="0"/>
                  </a:lnTo>
                  <a:lnTo>
                    <a:pt x="1870556" y="0"/>
                  </a:lnTo>
                  <a:lnTo>
                    <a:pt x="1868845" y="0"/>
                  </a:lnTo>
                  <a:lnTo>
                    <a:pt x="1867133" y="0"/>
                  </a:lnTo>
                  <a:lnTo>
                    <a:pt x="1865422" y="0"/>
                  </a:lnTo>
                  <a:lnTo>
                    <a:pt x="1863711" y="0"/>
                  </a:lnTo>
                  <a:lnTo>
                    <a:pt x="1861999" y="0"/>
                  </a:lnTo>
                  <a:lnTo>
                    <a:pt x="1860288" y="0"/>
                  </a:lnTo>
                  <a:lnTo>
                    <a:pt x="1858576" y="0"/>
                  </a:lnTo>
                  <a:lnTo>
                    <a:pt x="1856865" y="0"/>
                  </a:lnTo>
                  <a:lnTo>
                    <a:pt x="1855154" y="0"/>
                  </a:lnTo>
                  <a:lnTo>
                    <a:pt x="1853442" y="0"/>
                  </a:lnTo>
                  <a:lnTo>
                    <a:pt x="1851731" y="0"/>
                  </a:lnTo>
                  <a:lnTo>
                    <a:pt x="1850019" y="0"/>
                  </a:lnTo>
                  <a:lnTo>
                    <a:pt x="1848308" y="0"/>
                  </a:lnTo>
                  <a:lnTo>
                    <a:pt x="1846597" y="0"/>
                  </a:lnTo>
                  <a:lnTo>
                    <a:pt x="1844885" y="0"/>
                  </a:lnTo>
                  <a:lnTo>
                    <a:pt x="1843174" y="0"/>
                  </a:lnTo>
                  <a:lnTo>
                    <a:pt x="1841462" y="0"/>
                  </a:lnTo>
                  <a:lnTo>
                    <a:pt x="1839751" y="0"/>
                  </a:lnTo>
                  <a:lnTo>
                    <a:pt x="1838040" y="0"/>
                  </a:lnTo>
                  <a:lnTo>
                    <a:pt x="1836328" y="0"/>
                  </a:lnTo>
                  <a:lnTo>
                    <a:pt x="1834617" y="0"/>
                  </a:lnTo>
                  <a:lnTo>
                    <a:pt x="1832905" y="0"/>
                  </a:lnTo>
                  <a:lnTo>
                    <a:pt x="1831194" y="0"/>
                  </a:lnTo>
                  <a:lnTo>
                    <a:pt x="1829483" y="0"/>
                  </a:lnTo>
                  <a:lnTo>
                    <a:pt x="1827771" y="0"/>
                  </a:lnTo>
                  <a:lnTo>
                    <a:pt x="1826060" y="0"/>
                  </a:lnTo>
                  <a:lnTo>
                    <a:pt x="1824348" y="0"/>
                  </a:lnTo>
                  <a:lnTo>
                    <a:pt x="1822637" y="0"/>
                  </a:lnTo>
                  <a:lnTo>
                    <a:pt x="1820926" y="0"/>
                  </a:lnTo>
                  <a:lnTo>
                    <a:pt x="1819214" y="0"/>
                  </a:lnTo>
                  <a:lnTo>
                    <a:pt x="1817503" y="0"/>
                  </a:lnTo>
                  <a:lnTo>
                    <a:pt x="1815791" y="0"/>
                  </a:lnTo>
                  <a:lnTo>
                    <a:pt x="1814080" y="0"/>
                  </a:lnTo>
                  <a:lnTo>
                    <a:pt x="1812369" y="0"/>
                  </a:lnTo>
                  <a:lnTo>
                    <a:pt x="1810657" y="0"/>
                  </a:lnTo>
                  <a:lnTo>
                    <a:pt x="1808946" y="0"/>
                  </a:lnTo>
                  <a:lnTo>
                    <a:pt x="1807234" y="0"/>
                  </a:lnTo>
                  <a:lnTo>
                    <a:pt x="1805523" y="0"/>
                  </a:lnTo>
                  <a:lnTo>
                    <a:pt x="1803812" y="0"/>
                  </a:lnTo>
                  <a:lnTo>
                    <a:pt x="1802100" y="0"/>
                  </a:lnTo>
                  <a:lnTo>
                    <a:pt x="1800389" y="0"/>
                  </a:lnTo>
                  <a:lnTo>
                    <a:pt x="1798677" y="0"/>
                  </a:lnTo>
                  <a:lnTo>
                    <a:pt x="1796966" y="0"/>
                  </a:lnTo>
                  <a:lnTo>
                    <a:pt x="1795255" y="0"/>
                  </a:lnTo>
                  <a:lnTo>
                    <a:pt x="1793543" y="0"/>
                  </a:lnTo>
                  <a:lnTo>
                    <a:pt x="1791832" y="0"/>
                  </a:lnTo>
                  <a:lnTo>
                    <a:pt x="1790121" y="0"/>
                  </a:lnTo>
                  <a:lnTo>
                    <a:pt x="1788409" y="0"/>
                  </a:lnTo>
                  <a:lnTo>
                    <a:pt x="1786698" y="0"/>
                  </a:lnTo>
                  <a:lnTo>
                    <a:pt x="1784986" y="0"/>
                  </a:lnTo>
                  <a:lnTo>
                    <a:pt x="1783275" y="0"/>
                  </a:lnTo>
                  <a:lnTo>
                    <a:pt x="1781564" y="0"/>
                  </a:lnTo>
                  <a:lnTo>
                    <a:pt x="1779852" y="0"/>
                  </a:lnTo>
                  <a:lnTo>
                    <a:pt x="1778141" y="0"/>
                  </a:lnTo>
                  <a:lnTo>
                    <a:pt x="1776429" y="0"/>
                  </a:lnTo>
                  <a:lnTo>
                    <a:pt x="1774718" y="0"/>
                  </a:lnTo>
                  <a:lnTo>
                    <a:pt x="1773007" y="0"/>
                  </a:lnTo>
                  <a:lnTo>
                    <a:pt x="1771295" y="0"/>
                  </a:lnTo>
                  <a:lnTo>
                    <a:pt x="1769584" y="0"/>
                  </a:lnTo>
                  <a:lnTo>
                    <a:pt x="1767872" y="0"/>
                  </a:lnTo>
                  <a:lnTo>
                    <a:pt x="1766161" y="0"/>
                  </a:lnTo>
                  <a:lnTo>
                    <a:pt x="1764450" y="0"/>
                  </a:lnTo>
                  <a:lnTo>
                    <a:pt x="1762738" y="0"/>
                  </a:lnTo>
                  <a:lnTo>
                    <a:pt x="1761027" y="0"/>
                  </a:lnTo>
                  <a:lnTo>
                    <a:pt x="1759315" y="0"/>
                  </a:lnTo>
                  <a:lnTo>
                    <a:pt x="1757604" y="0"/>
                  </a:lnTo>
                  <a:lnTo>
                    <a:pt x="1755893" y="0"/>
                  </a:lnTo>
                  <a:lnTo>
                    <a:pt x="1754181" y="0"/>
                  </a:lnTo>
                  <a:lnTo>
                    <a:pt x="1752470" y="0"/>
                  </a:lnTo>
                  <a:lnTo>
                    <a:pt x="1750758" y="0"/>
                  </a:lnTo>
                  <a:lnTo>
                    <a:pt x="1749047" y="0"/>
                  </a:lnTo>
                  <a:lnTo>
                    <a:pt x="1747336" y="0"/>
                  </a:lnTo>
                  <a:lnTo>
                    <a:pt x="1745624" y="0"/>
                  </a:lnTo>
                  <a:lnTo>
                    <a:pt x="1743913" y="0"/>
                  </a:lnTo>
                  <a:lnTo>
                    <a:pt x="1742201" y="0"/>
                  </a:lnTo>
                  <a:lnTo>
                    <a:pt x="1740490" y="0"/>
                  </a:lnTo>
                  <a:lnTo>
                    <a:pt x="1738779" y="0"/>
                  </a:lnTo>
                  <a:lnTo>
                    <a:pt x="1737067" y="0"/>
                  </a:lnTo>
                  <a:lnTo>
                    <a:pt x="1735356" y="0"/>
                  </a:lnTo>
                  <a:lnTo>
                    <a:pt x="1733644" y="0"/>
                  </a:lnTo>
                  <a:lnTo>
                    <a:pt x="1731933" y="0"/>
                  </a:lnTo>
                  <a:lnTo>
                    <a:pt x="1730222" y="0"/>
                  </a:lnTo>
                  <a:lnTo>
                    <a:pt x="1728510" y="0"/>
                  </a:lnTo>
                  <a:lnTo>
                    <a:pt x="1726799" y="0"/>
                  </a:lnTo>
                  <a:lnTo>
                    <a:pt x="1725087" y="0"/>
                  </a:lnTo>
                  <a:lnTo>
                    <a:pt x="1723376" y="0"/>
                  </a:lnTo>
                  <a:lnTo>
                    <a:pt x="1721665" y="0"/>
                  </a:lnTo>
                  <a:lnTo>
                    <a:pt x="1719953" y="0"/>
                  </a:lnTo>
                  <a:lnTo>
                    <a:pt x="1718242" y="0"/>
                  </a:lnTo>
                  <a:lnTo>
                    <a:pt x="1716530" y="0"/>
                  </a:lnTo>
                  <a:lnTo>
                    <a:pt x="1714819" y="0"/>
                  </a:lnTo>
                  <a:lnTo>
                    <a:pt x="1713108" y="0"/>
                  </a:lnTo>
                  <a:lnTo>
                    <a:pt x="1711396" y="0"/>
                  </a:lnTo>
                  <a:lnTo>
                    <a:pt x="1709685" y="0"/>
                  </a:lnTo>
                  <a:lnTo>
                    <a:pt x="1707973" y="0"/>
                  </a:lnTo>
                  <a:lnTo>
                    <a:pt x="1706262" y="0"/>
                  </a:lnTo>
                  <a:lnTo>
                    <a:pt x="1704551" y="0"/>
                  </a:lnTo>
                  <a:lnTo>
                    <a:pt x="1702839" y="0"/>
                  </a:lnTo>
                  <a:lnTo>
                    <a:pt x="1701128" y="0"/>
                  </a:lnTo>
                  <a:lnTo>
                    <a:pt x="1699416" y="0"/>
                  </a:lnTo>
                  <a:lnTo>
                    <a:pt x="1697705" y="0"/>
                  </a:lnTo>
                  <a:lnTo>
                    <a:pt x="1695994" y="0"/>
                  </a:lnTo>
                  <a:lnTo>
                    <a:pt x="1694282" y="0"/>
                  </a:lnTo>
                  <a:lnTo>
                    <a:pt x="1692571" y="0"/>
                  </a:lnTo>
                  <a:lnTo>
                    <a:pt x="1690859" y="0"/>
                  </a:lnTo>
                  <a:lnTo>
                    <a:pt x="1689148" y="0"/>
                  </a:lnTo>
                  <a:lnTo>
                    <a:pt x="1687437" y="0"/>
                  </a:lnTo>
                  <a:lnTo>
                    <a:pt x="1685725" y="0"/>
                  </a:lnTo>
                  <a:lnTo>
                    <a:pt x="1684014" y="0"/>
                  </a:lnTo>
                  <a:lnTo>
                    <a:pt x="1682303" y="0"/>
                  </a:lnTo>
                  <a:lnTo>
                    <a:pt x="1680591" y="0"/>
                  </a:lnTo>
                  <a:lnTo>
                    <a:pt x="1678880" y="0"/>
                  </a:lnTo>
                  <a:lnTo>
                    <a:pt x="1677168" y="0"/>
                  </a:lnTo>
                  <a:lnTo>
                    <a:pt x="1675457" y="0"/>
                  </a:lnTo>
                  <a:lnTo>
                    <a:pt x="1673746" y="0"/>
                  </a:lnTo>
                  <a:lnTo>
                    <a:pt x="1672034" y="0"/>
                  </a:lnTo>
                  <a:lnTo>
                    <a:pt x="1670323" y="0"/>
                  </a:lnTo>
                  <a:lnTo>
                    <a:pt x="1668611" y="0"/>
                  </a:lnTo>
                  <a:lnTo>
                    <a:pt x="1666900" y="0"/>
                  </a:lnTo>
                  <a:lnTo>
                    <a:pt x="1665189" y="0"/>
                  </a:lnTo>
                  <a:lnTo>
                    <a:pt x="1663477" y="0"/>
                  </a:lnTo>
                  <a:lnTo>
                    <a:pt x="1661766" y="0"/>
                  </a:lnTo>
                  <a:lnTo>
                    <a:pt x="1660054" y="0"/>
                  </a:lnTo>
                  <a:lnTo>
                    <a:pt x="1658343" y="0"/>
                  </a:lnTo>
                  <a:lnTo>
                    <a:pt x="1656632" y="0"/>
                  </a:lnTo>
                  <a:lnTo>
                    <a:pt x="1654920" y="0"/>
                  </a:lnTo>
                  <a:lnTo>
                    <a:pt x="1653209" y="0"/>
                  </a:lnTo>
                  <a:lnTo>
                    <a:pt x="1651497" y="0"/>
                  </a:lnTo>
                  <a:lnTo>
                    <a:pt x="1649786" y="0"/>
                  </a:lnTo>
                  <a:lnTo>
                    <a:pt x="1648075" y="0"/>
                  </a:lnTo>
                  <a:lnTo>
                    <a:pt x="1646363" y="0"/>
                  </a:lnTo>
                  <a:lnTo>
                    <a:pt x="1644652" y="0"/>
                  </a:lnTo>
                  <a:lnTo>
                    <a:pt x="1642940" y="0"/>
                  </a:lnTo>
                  <a:lnTo>
                    <a:pt x="1641229" y="0"/>
                  </a:lnTo>
                  <a:lnTo>
                    <a:pt x="1639518" y="0"/>
                  </a:lnTo>
                  <a:lnTo>
                    <a:pt x="1637806" y="0"/>
                  </a:lnTo>
                  <a:lnTo>
                    <a:pt x="1636095" y="0"/>
                  </a:lnTo>
                  <a:lnTo>
                    <a:pt x="1634383" y="0"/>
                  </a:lnTo>
                  <a:lnTo>
                    <a:pt x="1632672" y="0"/>
                  </a:lnTo>
                  <a:lnTo>
                    <a:pt x="1630961" y="0"/>
                  </a:lnTo>
                  <a:lnTo>
                    <a:pt x="1629249" y="0"/>
                  </a:lnTo>
                  <a:lnTo>
                    <a:pt x="1627538" y="0"/>
                  </a:lnTo>
                  <a:lnTo>
                    <a:pt x="1625826" y="0"/>
                  </a:lnTo>
                  <a:lnTo>
                    <a:pt x="1624115" y="0"/>
                  </a:lnTo>
                  <a:lnTo>
                    <a:pt x="1622404" y="0"/>
                  </a:lnTo>
                  <a:lnTo>
                    <a:pt x="1620692" y="0"/>
                  </a:lnTo>
                  <a:lnTo>
                    <a:pt x="1618981" y="0"/>
                  </a:lnTo>
                  <a:lnTo>
                    <a:pt x="1617269" y="0"/>
                  </a:lnTo>
                  <a:lnTo>
                    <a:pt x="1615558" y="0"/>
                  </a:lnTo>
                  <a:lnTo>
                    <a:pt x="1613847" y="0"/>
                  </a:lnTo>
                  <a:lnTo>
                    <a:pt x="1612135" y="0"/>
                  </a:lnTo>
                  <a:lnTo>
                    <a:pt x="1610424" y="0"/>
                  </a:lnTo>
                  <a:lnTo>
                    <a:pt x="1608712" y="0"/>
                  </a:lnTo>
                  <a:lnTo>
                    <a:pt x="1607001" y="0"/>
                  </a:lnTo>
                  <a:lnTo>
                    <a:pt x="1605290" y="0"/>
                  </a:lnTo>
                  <a:lnTo>
                    <a:pt x="1603578" y="0"/>
                  </a:lnTo>
                  <a:lnTo>
                    <a:pt x="1601867" y="0"/>
                  </a:lnTo>
                  <a:lnTo>
                    <a:pt x="1600155" y="0"/>
                  </a:lnTo>
                  <a:lnTo>
                    <a:pt x="1598444" y="0"/>
                  </a:lnTo>
                  <a:lnTo>
                    <a:pt x="1596733" y="0"/>
                  </a:lnTo>
                  <a:lnTo>
                    <a:pt x="1595021" y="0"/>
                  </a:lnTo>
                  <a:lnTo>
                    <a:pt x="1593310" y="0"/>
                  </a:lnTo>
                  <a:lnTo>
                    <a:pt x="1591598" y="0"/>
                  </a:lnTo>
                  <a:lnTo>
                    <a:pt x="1589887" y="0"/>
                  </a:lnTo>
                  <a:lnTo>
                    <a:pt x="1588176" y="0"/>
                  </a:lnTo>
                  <a:lnTo>
                    <a:pt x="1586464" y="0"/>
                  </a:lnTo>
                  <a:lnTo>
                    <a:pt x="1584753" y="0"/>
                  </a:lnTo>
                  <a:lnTo>
                    <a:pt x="1583041" y="0"/>
                  </a:lnTo>
                  <a:lnTo>
                    <a:pt x="1581330" y="0"/>
                  </a:lnTo>
                  <a:lnTo>
                    <a:pt x="1579619" y="0"/>
                  </a:lnTo>
                  <a:lnTo>
                    <a:pt x="1577907" y="0"/>
                  </a:lnTo>
                  <a:lnTo>
                    <a:pt x="1576196" y="0"/>
                  </a:lnTo>
                  <a:lnTo>
                    <a:pt x="1574485" y="0"/>
                  </a:lnTo>
                  <a:lnTo>
                    <a:pt x="1572773" y="0"/>
                  </a:lnTo>
                  <a:lnTo>
                    <a:pt x="1571062" y="0"/>
                  </a:lnTo>
                  <a:lnTo>
                    <a:pt x="1569350" y="0"/>
                  </a:lnTo>
                  <a:lnTo>
                    <a:pt x="1567639" y="0"/>
                  </a:lnTo>
                  <a:lnTo>
                    <a:pt x="1565928" y="0"/>
                  </a:lnTo>
                  <a:lnTo>
                    <a:pt x="1564216" y="0"/>
                  </a:lnTo>
                  <a:lnTo>
                    <a:pt x="1562505" y="0"/>
                  </a:lnTo>
                  <a:lnTo>
                    <a:pt x="1560793" y="0"/>
                  </a:lnTo>
                  <a:lnTo>
                    <a:pt x="1559082" y="0"/>
                  </a:lnTo>
                  <a:lnTo>
                    <a:pt x="1557371" y="0"/>
                  </a:lnTo>
                  <a:lnTo>
                    <a:pt x="1555659" y="0"/>
                  </a:lnTo>
                  <a:lnTo>
                    <a:pt x="1553948" y="0"/>
                  </a:lnTo>
                  <a:lnTo>
                    <a:pt x="1552236" y="0"/>
                  </a:lnTo>
                  <a:lnTo>
                    <a:pt x="1550525" y="0"/>
                  </a:lnTo>
                  <a:lnTo>
                    <a:pt x="1548814" y="0"/>
                  </a:lnTo>
                  <a:lnTo>
                    <a:pt x="1547102" y="0"/>
                  </a:lnTo>
                  <a:lnTo>
                    <a:pt x="1545391" y="0"/>
                  </a:lnTo>
                  <a:lnTo>
                    <a:pt x="1543679" y="0"/>
                  </a:lnTo>
                  <a:lnTo>
                    <a:pt x="1541968" y="0"/>
                  </a:lnTo>
                  <a:lnTo>
                    <a:pt x="1540257" y="0"/>
                  </a:lnTo>
                  <a:lnTo>
                    <a:pt x="1538545" y="0"/>
                  </a:lnTo>
                  <a:lnTo>
                    <a:pt x="1536834" y="0"/>
                  </a:lnTo>
                  <a:lnTo>
                    <a:pt x="1535122" y="0"/>
                  </a:lnTo>
                  <a:lnTo>
                    <a:pt x="1533411" y="0"/>
                  </a:lnTo>
                  <a:lnTo>
                    <a:pt x="1531700" y="0"/>
                  </a:lnTo>
                  <a:lnTo>
                    <a:pt x="1529988" y="0"/>
                  </a:lnTo>
                  <a:lnTo>
                    <a:pt x="1528277" y="0"/>
                  </a:lnTo>
                  <a:lnTo>
                    <a:pt x="1526565" y="0"/>
                  </a:lnTo>
                  <a:lnTo>
                    <a:pt x="1524854" y="0"/>
                  </a:lnTo>
                  <a:lnTo>
                    <a:pt x="1523143" y="0"/>
                  </a:lnTo>
                  <a:lnTo>
                    <a:pt x="1521431" y="0"/>
                  </a:lnTo>
                  <a:lnTo>
                    <a:pt x="1519720" y="0"/>
                  </a:lnTo>
                  <a:lnTo>
                    <a:pt x="1518008" y="0"/>
                  </a:lnTo>
                  <a:lnTo>
                    <a:pt x="1516297" y="0"/>
                  </a:lnTo>
                  <a:lnTo>
                    <a:pt x="1514586" y="0"/>
                  </a:lnTo>
                  <a:lnTo>
                    <a:pt x="1512874" y="0"/>
                  </a:lnTo>
                  <a:lnTo>
                    <a:pt x="1511163" y="0"/>
                  </a:lnTo>
                  <a:lnTo>
                    <a:pt x="1509451" y="0"/>
                  </a:lnTo>
                  <a:lnTo>
                    <a:pt x="1507740" y="0"/>
                  </a:lnTo>
                  <a:lnTo>
                    <a:pt x="1506029" y="0"/>
                  </a:lnTo>
                  <a:lnTo>
                    <a:pt x="1504317" y="0"/>
                  </a:lnTo>
                  <a:lnTo>
                    <a:pt x="1502606" y="0"/>
                  </a:lnTo>
                  <a:lnTo>
                    <a:pt x="1500894" y="0"/>
                  </a:lnTo>
                  <a:lnTo>
                    <a:pt x="1499183" y="0"/>
                  </a:lnTo>
                  <a:lnTo>
                    <a:pt x="1497472" y="0"/>
                  </a:lnTo>
                  <a:lnTo>
                    <a:pt x="1495760" y="0"/>
                  </a:lnTo>
                  <a:lnTo>
                    <a:pt x="1494049" y="0"/>
                  </a:lnTo>
                  <a:lnTo>
                    <a:pt x="1492337" y="0"/>
                  </a:lnTo>
                  <a:lnTo>
                    <a:pt x="1490626" y="0"/>
                  </a:lnTo>
                  <a:lnTo>
                    <a:pt x="1488915" y="0"/>
                  </a:lnTo>
                  <a:lnTo>
                    <a:pt x="1487203" y="0"/>
                  </a:lnTo>
                  <a:lnTo>
                    <a:pt x="1485492" y="0"/>
                  </a:lnTo>
                  <a:lnTo>
                    <a:pt x="1483780" y="0"/>
                  </a:lnTo>
                  <a:lnTo>
                    <a:pt x="1482069" y="0"/>
                  </a:lnTo>
                  <a:lnTo>
                    <a:pt x="1480358" y="0"/>
                  </a:lnTo>
                  <a:lnTo>
                    <a:pt x="1478646" y="0"/>
                  </a:lnTo>
                  <a:lnTo>
                    <a:pt x="1476935" y="0"/>
                  </a:lnTo>
                  <a:lnTo>
                    <a:pt x="1475224" y="0"/>
                  </a:lnTo>
                  <a:lnTo>
                    <a:pt x="1473512" y="0"/>
                  </a:lnTo>
                  <a:lnTo>
                    <a:pt x="1471801" y="0"/>
                  </a:lnTo>
                  <a:lnTo>
                    <a:pt x="1470089" y="0"/>
                  </a:lnTo>
                  <a:lnTo>
                    <a:pt x="1468378" y="0"/>
                  </a:lnTo>
                  <a:lnTo>
                    <a:pt x="1466667" y="0"/>
                  </a:lnTo>
                  <a:lnTo>
                    <a:pt x="1464955" y="0"/>
                  </a:lnTo>
                  <a:lnTo>
                    <a:pt x="1463244" y="0"/>
                  </a:lnTo>
                  <a:lnTo>
                    <a:pt x="1461532" y="0"/>
                  </a:lnTo>
                  <a:lnTo>
                    <a:pt x="1459821" y="0"/>
                  </a:lnTo>
                  <a:lnTo>
                    <a:pt x="1458110" y="0"/>
                  </a:lnTo>
                  <a:lnTo>
                    <a:pt x="1456398" y="0"/>
                  </a:lnTo>
                  <a:lnTo>
                    <a:pt x="1454687" y="0"/>
                  </a:lnTo>
                  <a:lnTo>
                    <a:pt x="1452975" y="0"/>
                  </a:lnTo>
                  <a:lnTo>
                    <a:pt x="1451264" y="0"/>
                  </a:lnTo>
                  <a:lnTo>
                    <a:pt x="1449553" y="0"/>
                  </a:lnTo>
                  <a:lnTo>
                    <a:pt x="1447841" y="0"/>
                  </a:lnTo>
                  <a:lnTo>
                    <a:pt x="1446130" y="0"/>
                  </a:lnTo>
                  <a:lnTo>
                    <a:pt x="1444418" y="0"/>
                  </a:lnTo>
                  <a:lnTo>
                    <a:pt x="1442707" y="0"/>
                  </a:lnTo>
                  <a:lnTo>
                    <a:pt x="1440996" y="0"/>
                  </a:lnTo>
                  <a:lnTo>
                    <a:pt x="1439284" y="0"/>
                  </a:lnTo>
                  <a:lnTo>
                    <a:pt x="1437573" y="0"/>
                  </a:lnTo>
                  <a:lnTo>
                    <a:pt x="1435861" y="0"/>
                  </a:lnTo>
                  <a:lnTo>
                    <a:pt x="1434150" y="0"/>
                  </a:lnTo>
                  <a:lnTo>
                    <a:pt x="1432439" y="0"/>
                  </a:lnTo>
                  <a:lnTo>
                    <a:pt x="1430727" y="0"/>
                  </a:lnTo>
                  <a:lnTo>
                    <a:pt x="1429016" y="0"/>
                  </a:lnTo>
                  <a:lnTo>
                    <a:pt x="1427304" y="0"/>
                  </a:lnTo>
                  <a:lnTo>
                    <a:pt x="1425593" y="0"/>
                  </a:lnTo>
                  <a:lnTo>
                    <a:pt x="1423882" y="0"/>
                  </a:lnTo>
                  <a:lnTo>
                    <a:pt x="1422170" y="0"/>
                  </a:lnTo>
                  <a:lnTo>
                    <a:pt x="1420459" y="0"/>
                  </a:lnTo>
                  <a:lnTo>
                    <a:pt x="1418747" y="0"/>
                  </a:lnTo>
                  <a:lnTo>
                    <a:pt x="1417036" y="0"/>
                  </a:lnTo>
                  <a:lnTo>
                    <a:pt x="1415325" y="0"/>
                  </a:lnTo>
                  <a:lnTo>
                    <a:pt x="1413613" y="0"/>
                  </a:lnTo>
                  <a:lnTo>
                    <a:pt x="1411902" y="0"/>
                  </a:lnTo>
                  <a:lnTo>
                    <a:pt x="1410190" y="0"/>
                  </a:lnTo>
                  <a:lnTo>
                    <a:pt x="1408479" y="0"/>
                  </a:lnTo>
                  <a:lnTo>
                    <a:pt x="1406768" y="0"/>
                  </a:lnTo>
                  <a:lnTo>
                    <a:pt x="1405056" y="0"/>
                  </a:lnTo>
                  <a:lnTo>
                    <a:pt x="1403345" y="0"/>
                  </a:lnTo>
                  <a:lnTo>
                    <a:pt x="1401633" y="0"/>
                  </a:lnTo>
                  <a:lnTo>
                    <a:pt x="1399922" y="0"/>
                  </a:lnTo>
                  <a:lnTo>
                    <a:pt x="1398211" y="0"/>
                  </a:lnTo>
                  <a:lnTo>
                    <a:pt x="1396499" y="0"/>
                  </a:lnTo>
                  <a:lnTo>
                    <a:pt x="1394788" y="0"/>
                  </a:lnTo>
                  <a:lnTo>
                    <a:pt x="1393076" y="0"/>
                  </a:lnTo>
                  <a:lnTo>
                    <a:pt x="1391365" y="0"/>
                  </a:lnTo>
                  <a:lnTo>
                    <a:pt x="1389654" y="0"/>
                  </a:lnTo>
                  <a:lnTo>
                    <a:pt x="1387942" y="0"/>
                  </a:lnTo>
                  <a:lnTo>
                    <a:pt x="1386231" y="0"/>
                  </a:lnTo>
                  <a:lnTo>
                    <a:pt x="1384519" y="0"/>
                  </a:lnTo>
                  <a:lnTo>
                    <a:pt x="1382808" y="0"/>
                  </a:lnTo>
                  <a:lnTo>
                    <a:pt x="1381097" y="0"/>
                  </a:lnTo>
                  <a:lnTo>
                    <a:pt x="1379385" y="0"/>
                  </a:lnTo>
                  <a:lnTo>
                    <a:pt x="1377674" y="0"/>
                  </a:lnTo>
                  <a:lnTo>
                    <a:pt x="1375962" y="0"/>
                  </a:lnTo>
                  <a:lnTo>
                    <a:pt x="1374251" y="0"/>
                  </a:lnTo>
                  <a:lnTo>
                    <a:pt x="1372540" y="0"/>
                  </a:lnTo>
                  <a:lnTo>
                    <a:pt x="1370828" y="0"/>
                  </a:lnTo>
                  <a:lnTo>
                    <a:pt x="1369117" y="0"/>
                  </a:lnTo>
                  <a:lnTo>
                    <a:pt x="1367406" y="0"/>
                  </a:lnTo>
                  <a:lnTo>
                    <a:pt x="1365694" y="0"/>
                  </a:lnTo>
                  <a:lnTo>
                    <a:pt x="1363983" y="0"/>
                  </a:lnTo>
                  <a:lnTo>
                    <a:pt x="1362271" y="0"/>
                  </a:lnTo>
                  <a:lnTo>
                    <a:pt x="1360560" y="0"/>
                  </a:lnTo>
                  <a:lnTo>
                    <a:pt x="1358849" y="0"/>
                  </a:lnTo>
                  <a:lnTo>
                    <a:pt x="1357137" y="0"/>
                  </a:lnTo>
                  <a:lnTo>
                    <a:pt x="1355426" y="0"/>
                  </a:lnTo>
                  <a:lnTo>
                    <a:pt x="1353714" y="0"/>
                  </a:lnTo>
                  <a:lnTo>
                    <a:pt x="1352003" y="0"/>
                  </a:lnTo>
                  <a:lnTo>
                    <a:pt x="1350292" y="0"/>
                  </a:lnTo>
                  <a:lnTo>
                    <a:pt x="1348580" y="0"/>
                  </a:lnTo>
                  <a:lnTo>
                    <a:pt x="1346869" y="0"/>
                  </a:lnTo>
                  <a:lnTo>
                    <a:pt x="1345157" y="0"/>
                  </a:lnTo>
                  <a:lnTo>
                    <a:pt x="1343446" y="0"/>
                  </a:lnTo>
                  <a:lnTo>
                    <a:pt x="1341735" y="0"/>
                  </a:lnTo>
                  <a:lnTo>
                    <a:pt x="1340023" y="0"/>
                  </a:lnTo>
                  <a:lnTo>
                    <a:pt x="1338312" y="0"/>
                  </a:lnTo>
                  <a:lnTo>
                    <a:pt x="1336600" y="0"/>
                  </a:lnTo>
                  <a:lnTo>
                    <a:pt x="1334889" y="0"/>
                  </a:lnTo>
                  <a:lnTo>
                    <a:pt x="1333178" y="0"/>
                  </a:lnTo>
                  <a:lnTo>
                    <a:pt x="1331466" y="0"/>
                  </a:lnTo>
                  <a:lnTo>
                    <a:pt x="1329755" y="0"/>
                  </a:lnTo>
                  <a:lnTo>
                    <a:pt x="1328043" y="0"/>
                  </a:lnTo>
                  <a:lnTo>
                    <a:pt x="1326332" y="0"/>
                  </a:lnTo>
                  <a:lnTo>
                    <a:pt x="1324621" y="0"/>
                  </a:lnTo>
                  <a:lnTo>
                    <a:pt x="1322909" y="0"/>
                  </a:lnTo>
                  <a:lnTo>
                    <a:pt x="1321198" y="0"/>
                  </a:lnTo>
                  <a:lnTo>
                    <a:pt x="1319486" y="0"/>
                  </a:lnTo>
                  <a:lnTo>
                    <a:pt x="1317775" y="0"/>
                  </a:lnTo>
                  <a:lnTo>
                    <a:pt x="1316064" y="0"/>
                  </a:lnTo>
                  <a:lnTo>
                    <a:pt x="1314352" y="0"/>
                  </a:lnTo>
                  <a:lnTo>
                    <a:pt x="1312641" y="0"/>
                  </a:lnTo>
                  <a:lnTo>
                    <a:pt x="1310929" y="0"/>
                  </a:lnTo>
                  <a:lnTo>
                    <a:pt x="1309218" y="0"/>
                  </a:lnTo>
                  <a:lnTo>
                    <a:pt x="1307507" y="0"/>
                  </a:lnTo>
                  <a:lnTo>
                    <a:pt x="1305795" y="0"/>
                  </a:lnTo>
                  <a:lnTo>
                    <a:pt x="1304084" y="0"/>
                  </a:lnTo>
                  <a:lnTo>
                    <a:pt x="1302372" y="0"/>
                  </a:lnTo>
                  <a:lnTo>
                    <a:pt x="1300661" y="0"/>
                  </a:lnTo>
                  <a:lnTo>
                    <a:pt x="1298950" y="0"/>
                  </a:lnTo>
                  <a:lnTo>
                    <a:pt x="1297238" y="0"/>
                  </a:lnTo>
                  <a:lnTo>
                    <a:pt x="1295527" y="0"/>
                  </a:lnTo>
                  <a:lnTo>
                    <a:pt x="1293815" y="0"/>
                  </a:lnTo>
                  <a:lnTo>
                    <a:pt x="1292104" y="0"/>
                  </a:lnTo>
                  <a:lnTo>
                    <a:pt x="1290393" y="0"/>
                  </a:lnTo>
                  <a:lnTo>
                    <a:pt x="1288681" y="0"/>
                  </a:lnTo>
                  <a:lnTo>
                    <a:pt x="1286970" y="0"/>
                  </a:lnTo>
                  <a:lnTo>
                    <a:pt x="1285258" y="0"/>
                  </a:lnTo>
                  <a:lnTo>
                    <a:pt x="1283547" y="0"/>
                  </a:lnTo>
                  <a:lnTo>
                    <a:pt x="1281836" y="0"/>
                  </a:lnTo>
                  <a:lnTo>
                    <a:pt x="1280124" y="0"/>
                  </a:lnTo>
                  <a:lnTo>
                    <a:pt x="1278413" y="0"/>
                  </a:lnTo>
                  <a:lnTo>
                    <a:pt x="1276701" y="0"/>
                  </a:lnTo>
                  <a:lnTo>
                    <a:pt x="1274990" y="0"/>
                  </a:lnTo>
                  <a:lnTo>
                    <a:pt x="1273279" y="0"/>
                  </a:lnTo>
                  <a:lnTo>
                    <a:pt x="1271567" y="0"/>
                  </a:lnTo>
                  <a:lnTo>
                    <a:pt x="1269856" y="0"/>
                  </a:lnTo>
                  <a:lnTo>
                    <a:pt x="1268144" y="0"/>
                  </a:lnTo>
                  <a:lnTo>
                    <a:pt x="1266433" y="0"/>
                  </a:lnTo>
                  <a:lnTo>
                    <a:pt x="1264722" y="0"/>
                  </a:lnTo>
                  <a:lnTo>
                    <a:pt x="1263010" y="0"/>
                  </a:lnTo>
                  <a:lnTo>
                    <a:pt x="1261299" y="0"/>
                  </a:lnTo>
                  <a:lnTo>
                    <a:pt x="1259588" y="0"/>
                  </a:lnTo>
                  <a:lnTo>
                    <a:pt x="1257876" y="0"/>
                  </a:lnTo>
                  <a:lnTo>
                    <a:pt x="1256165" y="0"/>
                  </a:lnTo>
                  <a:lnTo>
                    <a:pt x="1254453" y="0"/>
                  </a:lnTo>
                  <a:lnTo>
                    <a:pt x="1252742" y="0"/>
                  </a:lnTo>
                  <a:lnTo>
                    <a:pt x="1251031" y="0"/>
                  </a:lnTo>
                  <a:lnTo>
                    <a:pt x="1249319" y="0"/>
                  </a:lnTo>
                  <a:lnTo>
                    <a:pt x="1247608" y="0"/>
                  </a:lnTo>
                  <a:lnTo>
                    <a:pt x="1245896" y="0"/>
                  </a:lnTo>
                  <a:lnTo>
                    <a:pt x="1244185" y="0"/>
                  </a:lnTo>
                  <a:lnTo>
                    <a:pt x="1242474" y="0"/>
                  </a:lnTo>
                  <a:lnTo>
                    <a:pt x="1240762" y="0"/>
                  </a:lnTo>
                  <a:lnTo>
                    <a:pt x="1239051" y="0"/>
                  </a:lnTo>
                  <a:lnTo>
                    <a:pt x="1237339" y="0"/>
                  </a:lnTo>
                  <a:lnTo>
                    <a:pt x="1235628" y="0"/>
                  </a:lnTo>
                  <a:lnTo>
                    <a:pt x="1233917" y="0"/>
                  </a:lnTo>
                  <a:lnTo>
                    <a:pt x="1232205" y="0"/>
                  </a:lnTo>
                  <a:lnTo>
                    <a:pt x="1230494" y="0"/>
                  </a:lnTo>
                  <a:lnTo>
                    <a:pt x="1228782" y="0"/>
                  </a:lnTo>
                  <a:lnTo>
                    <a:pt x="1227071" y="0"/>
                  </a:lnTo>
                  <a:lnTo>
                    <a:pt x="1225360" y="0"/>
                  </a:lnTo>
                  <a:lnTo>
                    <a:pt x="1223648" y="0"/>
                  </a:lnTo>
                  <a:lnTo>
                    <a:pt x="1221937" y="0"/>
                  </a:lnTo>
                  <a:lnTo>
                    <a:pt x="1220225" y="0"/>
                  </a:lnTo>
                  <a:lnTo>
                    <a:pt x="1218514" y="0"/>
                  </a:lnTo>
                  <a:lnTo>
                    <a:pt x="1216803" y="0"/>
                  </a:lnTo>
                  <a:lnTo>
                    <a:pt x="1215091" y="0"/>
                  </a:lnTo>
                  <a:lnTo>
                    <a:pt x="1213380" y="0"/>
                  </a:lnTo>
                  <a:lnTo>
                    <a:pt x="1211668" y="0"/>
                  </a:lnTo>
                  <a:lnTo>
                    <a:pt x="1209957" y="0"/>
                  </a:lnTo>
                  <a:lnTo>
                    <a:pt x="1208246" y="0"/>
                  </a:lnTo>
                  <a:lnTo>
                    <a:pt x="1206534" y="0"/>
                  </a:lnTo>
                  <a:lnTo>
                    <a:pt x="1204823" y="0"/>
                  </a:lnTo>
                  <a:lnTo>
                    <a:pt x="1203111" y="0"/>
                  </a:lnTo>
                  <a:lnTo>
                    <a:pt x="1201400" y="0"/>
                  </a:lnTo>
                  <a:lnTo>
                    <a:pt x="1199689" y="0"/>
                  </a:lnTo>
                  <a:lnTo>
                    <a:pt x="1197977" y="0"/>
                  </a:lnTo>
                  <a:lnTo>
                    <a:pt x="1196266" y="0"/>
                  </a:lnTo>
                  <a:lnTo>
                    <a:pt x="1194554" y="0"/>
                  </a:lnTo>
                  <a:lnTo>
                    <a:pt x="1192843" y="0"/>
                  </a:lnTo>
                  <a:lnTo>
                    <a:pt x="1191132" y="0"/>
                  </a:lnTo>
                  <a:lnTo>
                    <a:pt x="1189420" y="0"/>
                  </a:lnTo>
                  <a:lnTo>
                    <a:pt x="1187709" y="0"/>
                  </a:lnTo>
                  <a:lnTo>
                    <a:pt x="1185997" y="0"/>
                  </a:lnTo>
                  <a:lnTo>
                    <a:pt x="1184286" y="0"/>
                  </a:lnTo>
                  <a:lnTo>
                    <a:pt x="1182575" y="0"/>
                  </a:lnTo>
                  <a:lnTo>
                    <a:pt x="1180863" y="0"/>
                  </a:lnTo>
                  <a:lnTo>
                    <a:pt x="1179152" y="0"/>
                  </a:lnTo>
                  <a:lnTo>
                    <a:pt x="1177440" y="0"/>
                  </a:lnTo>
                  <a:lnTo>
                    <a:pt x="1175729" y="0"/>
                  </a:lnTo>
                  <a:lnTo>
                    <a:pt x="1174018" y="0"/>
                  </a:lnTo>
                  <a:lnTo>
                    <a:pt x="1172306" y="0"/>
                  </a:lnTo>
                  <a:lnTo>
                    <a:pt x="1170595" y="0"/>
                  </a:lnTo>
                  <a:lnTo>
                    <a:pt x="1168883" y="0"/>
                  </a:lnTo>
                  <a:lnTo>
                    <a:pt x="1167172" y="0"/>
                  </a:lnTo>
                  <a:lnTo>
                    <a:pt x="1165461" y="0"/>
                  </a:lnTo>
                  <a:lnTo>
                    <a:pt x="1163749" y="0"/>
                  </a:lnTo>
                  <a:lnTo>
                    <a:pt x="1162038" y="0"/>
                  </a:lnTo>
                  <a:lnTo>
                    <a:pt x="1160326" y="0"/>
                  </a:lnTo>
                  <a:lnTo>
                    <a:pt x="1158615" y="0"/>
                  </a:lnTo>
                  <a:lnTo>
                    <a:pt x="1156904" y="0"/>
                  </a:lnTo>
                  <a:lnTo>
                    <a:pt x="1155192" y="0"/>
                  </a:lnTo>
                  <a:lnTo>
                    <a:pt x="1153481" y="0"/>
                  </a:lnTo>
                  <a:lnTo>
                    <a:pt x="1151770" y="0"/>
                  </a:lnTo>
                  <a:lnTo>
                    <a:pt x="1150058" y="0"/>
                  </a:lnTo>
                  <a:lnTo>
                    <a:pt x="1148347" y="0"/>
                  </a:lnTo>
                  <a:lnTo>
                    <a:pt x="1146635" y="0"/>
                  </a:lnTo>
                  <a:lnTo>
                    <a:pt x="1144924" y="0"/>
                  </a:lnTo>
                  <a:lnTo>
                    <a:pt x="1143213" y="0"/>
                  </a:lnTo>
                  <a:lnTo>
                    <a:pt x="1141501" y="0"/>
                  </a:lnTo>
                  <a:lnTo>
                    <a:pt x="1139790" y="0"/>
                  </a:lnTo>
                  <a:lnTo>
                    <a:pt x="1138078" y="0"/>
                  </a:lnTo>
                  <a:lnTo>
                    <a:pt x="1136367" y="0"/>
                  </a:lnTo>
                  <a:lnTo>
                    <a:pt x="1134656" y="0"/>
                  </a:lnTo>
                  <a:lnTo>
                    <a:pt x="1132944" y="0"/>
                  </a:lnTo>
                  <a:lnTo>
                    <a:pt x="1131233" y="0"/>
                  </a:lnTo>
                  <a:lnTo>
                    <a:pt x="1129521" y="0"/>
                  </a:lnTo>
                  <a:lnTo>
                    <a:pt x="1127810" y="0"/>
                  </a:lnTo>
                  <a:lnTo>
                    <a:pt x="1126099" y="0"/>
                  </a:lnTo>
                  <a:lnTo>
                    <a:pt x="1124387" y="0"/>
                  </a:lnTo>
                  <a:lnTo>
                    <a:pt x="1122676" y="0"/>
                  </a:lnTo>
                  <a:lnTo>
                    <a:pt x="1120964" y="0"/>
                  </a:lnTo>
                  <a:lnTo>
                    <a:pt x="1119253" y="0"/>
                  </a:lnTo>
                  <a:lnTo>
                    <a:pt x="1117542" y="0"/>
                  </a:lnTo>
                  <a:lnTo>
                    <a:pt x="1115830" y="0"/>
                  </a:lnTo>
                  <a:lnTo>
                    <a:pt x="1114119" y="0"/>
                  </a:lnTo>
                  <a:lnTo>
                    <a:pt x="1112407" y="0"/>
                  </a:lnTo>
                  <a:lnTo>
                    <a:pt x="1110696" y="0"/>
                  </a:lnTo>
                  <a:lnTo>
                    <a:pt x="1108985" y="0"/>
                  </a:lnTo>
                  <a:lnTo>
                    <a:pt x="1107273" y="0"/>
                  </a:lnTo>
                  <a:lnTo>
                    <a:pt x="1105562" y="0"/>
                  </a:lnTo>
                  <a:lnTo>
                    <a:pt x="1103850" y="0"/>
                  </a:lnTo>
                  <a:lnTo>
                    <a:pt x="1102139" y="0"/>
                  </a:lnTo>
                  <a:lnTo>
                    <a:pt x="1100428" y="0"/>
                  </a:lnTo>
                  <a:lnTo>
                    <a:pt x="1098716" y="0"/>
                  </a:lnTo>
                  <a:lnTo>
                    <a:pt x="1097005" y="0"/>
                  </a:lnTo>
                  <a:lnTo>
                    <a:pt x="1095293" y="0"/>
                  </a:lnTo>
                  <a:lnTo>
                    <a:pt x="1093582" y="0"/>
                  </a:lnTo>
                  <a:lnTo>
                    <a:pt x="1091871" y="0"/>
                  </a:lnTo>
                  <a:lnTo>
                    <a:pt x="1090159" y="0"/>
                  </a:lnTo>
                  <a:lnTo>
                    <a:pt x="1088448" y="0"/>
                  </a:lnTo>
                  <a:lnTo>
                    <a:pt x="1086736" y="0"/>
                  </a:lnTo>
                  <a:lnTo>
                    <a:pt x="1085025" y="0"/>
                  </a:lnTo>
                  <a:lnTo>
                    <a:pt x="1083314" y="0"/>
                  </a:lnTo>
                  <a:lnTo>
                    <a:pt x="1081602" y="0"/>
                  </a:lnTo>
                  <a:lnTo>
                    <a:pt x="1079891" y="0"/>
                  </a:lnTo>
                  <a:lnTo>
                    <a:pt x="1078179" y="0"/>
                  </a:lnTo>
                  <a:lnTo>
                    <a:pt x="1076468" y="0"/>
                  </a:lnTo>
                  <a:lnTo>
                    <a:pt x="1074757" y="0"/>
                  </a:lnTo>
                  <a:lnTo>
                    <a:pt x="1073045" y="0"/>
                  </a:lnTo>
                  <a:lnTo>
                    <a:pt x="1071334" y="0"/>
                  </a:lnTo>
                  <a:lnTo>
                    <a:pt x="1069622" y="0"/>
                  </a:lnTo>
                  <a:lnTo>
                    <a:pt x="1067911" y="0"/>
                  </a:lnTo>
                  <a:lnTo>
                    <a:pt x="1066200" y="0"/>
                  </a:lnTo>
                  <a:lnTo>
                    <a:pt x="1064488" y="0"/>
                  </a:lnTo>
                  <a:lnTo>
                    <a:pt x="1062777" y="0"/>
                  </a:lnTo>
                  <a:lnTo>
                    <a:pt x="1061065" y="0"/>
                  </a:lnTo>
                  <a:lnTo>
                    <a:pt x="1059354" y="0"/>
                  </a:lnTo>
                  <a:lnTo>
                    <a:pt x="1057643" y="0"/>
                  </a:lnTo>
                  <a:lnTo>
                    <a:pt x="1055931" y="0"/>
                  </a:lnTo>
                  <a:lnTo>
                    <a:pt x="1054220" y="0"/>
                  </a:lnTo>
                  <a:lnTo>
                    <a:pt x="1052509" y="0"/>
                  </a:lnTo>
                  <a:lnTo>
                    <a:pt x="1050797" y="0"/>
                  </a:lnTo>
                  <a:lnTo>
                    <a:pt x="1049086" y="0"/>
                  </a:lnTo>
                  <a:lnTo>
                    <a:pt x="1047374" y="0"/>
                  </a:lnTo>
                  <a:lnTo>
                    <a:pt x="1045663" y="0"/>
                  </a:lnTo>
                  <a:lnTo>
                    <a:pt x="1043952" y="0"/>
                  </a:lnTo>
                  <a:lnTo>
                    <a:pt x="1042240" y="0"/>
                  </a:lnTo>
                  <a:lnTo>
                    <a:pt x="1040529" y="0"/>
                  </a:lnTo>
                  <a:lnTo>
                    <a:pt x="1038817" y="0"/>
                  </a:lnTo>
                  <a:lnTo>
                    <a:pt x="1037106" y="0"/>
                  </a:lnTo>
                  <a:lnTo>
                    <a:pt x="1035395" y="0"/>
                  </a:lnTo>
                  <a:lnTo>
                    <a:pt x="1033683" y="0"/>
                  </a:lnTo>
                  <a:lnTo>
                    <a:pt x="1031972" y="0"/>
                  </a:lnTo>
                  <a:lnTo>
                    <a:pt x="1030260" y="0"/>
                  </a:lnTo>
                  <a:lnTo>
                    <a:pt x="1028549" y="0"/>
                  </a:lnTo>
                  <a:lnTo>
                    <a:pt x="1026838" y="0"/>
                  </a:lnTo>
                  <a:lnTo>
                    <a:pt x="1025126" y="0"/>
                  </a:lnTo>
                  <a:lnTo>
                    <a:pt x="1023415" y="0"/>
                  </a:lnTo>
                  <a:lnTo>
                    <a:pt x="1021703" y="0"/>
                  </a:lnTo>
                  <a:lnTo>
                    <a:pt x="1019992" y="0"/>
                  </a:lnTo>
                  <a:lnTo>
                    <a:pt x="1018281" y="0"/>
                  </a:lnTo>
                  <a:lnTo>
                    <a:pt x="1016569" y="0"/>
                  </a:lnTo>
                  <a:lnTo>
                    <a:pt x="1014858" y="0"/>
                  </a:lnTo>
                  <a:lnTo>
                    <a:pt x="1013146" y="0"/>
                  </a:lnTo>
                  <a:lnTo>
                    <a:pt x="1011435" y="0"/>
                  </a:lnTo>
                  <a:lnTo>
                    <a:pt x="1009724" y="0"/>
                  </a:lnTo>
                  <a:lnTo>
                    <a:pt x="1008012" y="0"/>
                  </a:lnTo>
                  <a:lnTo>
                    <a:pt x="1006301" y="0"/>
                  </a:lnTo>
                  <a:lnTo>
                    <a:pt x="1004589" y="0"/>
                  </a:lnTo>
                  <a:lnTo>
                    <a:pt x="1002878" y="0"/>
                  </a:lnTo>
                  <a:lnTo>
                    <a:pt x="1001167" y="0"/>
                  </a:lnTo>
                  <a:lnTo>
                    <a:pt x="999455" y="0"/>
                  </a:lnTo>
                  <a:lnTo>
                    <a:pt x="997744" y="0"/>
                  </a:lnTo>
                  <a:lnTo>
                    <a:pt x="996032" y="0"/>
                  </a:lnTo>
                  <a:lnTo>
                    <a:pt x="994321" y="0"/>
                  </a:lnTo>
                  <a:lnTo>
                    <a:pt x="992610" y="0"/>
                  </a:lnTo>
                  <a:lnTo>
                    <a:pt x="990898" y="0"/>
                  </a:lnTo>
                  <a:lnTo>
                    <a:pt x="989187" y="0"/>
                  </a:lnTo>
                  <a:lnTo>
                    <a:pt x="987475" y="0"/>
                  </a:lnTo>
                  <a:lnTo>
                    <a:pt x="985764" y="0"/>
                  </a:lnTo>
                  <a:lnTo>
                    <a:pt x="984053" y="0"/>
                  </a:lnTo>
                  <a:lnTo>
                    <a:pt x="982341" y="0"/>
                  </a:lnTo>
                  <a:lnTo>
                    <a:pt x="980630" y="0"/>
                  </a:lnTo>
                  <a:lnTo>
                    <a:pt x="978918" y="0"/>
                  </a:lnTo>
                  <a:lnTo>
                    <a:pt x="977207" y="0"/>
                  </a:lnTo>
                  <a:lnTo>
                    <a:pt x="975496" y="0"/>
                  </a:lnTo>
                  <a:lnTo>
                    <a:pt x="973784" y="0"/>
                  </a:lnTo>
                  <a:lnTo>
                    <a:pt x="972073" y="0"/>
                  </a:lnTo>
                  <a:lnTo>
                    <a:pt x="970361" y="0"/>
                  </a:lnTo>
                  <a:lnTo>
                    <a:pt x="968650" y="0"/>
                  </a:lnTo>
                  <a:lnTo>
                    <a:pt x="966939" y="0"/>
                  </a:lnTo>
                  <a:lnTo>
                    <a:pt x="965227" y="0"/>
                  </a:lnTo>
                  <a:lnTo>
                    <a:pt x="963516" y="0"/>
                  </a:lnTo>
                  <a:lnTo>
                    <a:pt x="961804" y="0"/>
                  </a:lnTo>
                  <a:lnTo>
                    <a:pt x="960093" y="0"/>
                  </a:lnTo>
                  <a:lnTo>
                    <a:pt x="958382" y="0"/>
                  </a:lnTo>
                  <a:lnTo>
                    <a:pt x="956670" y="0"/>
                  </a:lnTo>
                  <a:lnTo>
                    <a:pt x="954959" y="0"/>
                  </a:lnTo>
                  <a:lnTo>
                    <a:pt x="953247" y="0"/>
                  </a:lnTo>
                  <a:lnTo>
                    <a:pt x="951536" y="0"/>
                  </a:lnTo>
                  <a:lnTo>
                    <a:pt x="949825" y="0"/>
                  </a:lnTo>
                  <a:lnTo>
                    <a:pt x="948113" y="0"/>
                  </a:lnTo>
                  <a:lnTo>
                    <a:pt x="946402" y="0"/>
                  </a:lnTo>
                  <a:lnTo>
                    <a:pt x="944691" y="0"/>
                  </a:lnTo>
                  <a:lnTo>
                    <a:pt x="942979" y="0"/>
                  </a:lnTo>
                  <a:lnTo>
                    <a:pt x="941268" y="0"/>
                  </a:lnTo>
                  <a:lnTo>
                    <a:pt x="939556" y="0"/>
                  </a:lnTo>
                  <a:lnTo>
                    <a:pt x="937845" y="0"/>
                  </a:lnTo>
                  <a:lnTo>
                    <a:pt x="936134" y="0"/>
                  </a:lnTo>
                  <a:lnTo>
                    <a:pt x="934422" y="0"/>
                  </a:lnTo>
                  <a:lnTo>
                    <a:pt x="932711" y="0"/>
                  </a:lnTo>
                  <a:lnTo>
                    <a:pt x="930999" y="0"/>
                  </a:lnTo>
                  <a:lnTo>
                    <a:pt x="929288" y="0"/>
                  </a:lnTo>
                  <a:lnTo>
                    <a:pt x="927577" y="0"/>
                  </a:lnTo>
                  <a:lnTo>
                    <a:pt x="925865" y="0"/>
                  </a:lnTo>
                  <a:lnTo>
                    <a:pt x="924154" y="0"/>
                  </a:lnTo>
                  <a:lnTo>
                    <a:pt x="922442" y="0"/>
                  </a:lnTo>
                  <a:lnTo>
                    <a:pt x="920731" y="0"/>
                  </a:lnTo>
                  <a:lnTo>
                    <a:pt x="919020" y="0"/>
                  </a:lnTo>
                  <a:lnTo>
                    <a:pt x="917308" y="0"/>
                  </a:lnTo>
                  <a:lnTo>
                    <a:pt x="915597" y="0"/>
                  </a:lnTo>
                  <a:lnTo>
                    <a:pt x="913885" y="0"/>
                  </a:lnTo>
                  <a:lnTo>
                    <a:pt x="912174" y="0"/>
                  </a:lnTo>
                  <a:lnTo>
                    <a:pt x="910463" y="0"/>
                  </a:lnTo>
                  <a:lnTo>
                    <a:pt x="908751" y="0"/>
                  </a:lnTo>
                  <a:lnTo>
                    <a:pt x="907040" y="0"/>
                  </a:lnTo>
                  <a:lnTo>
                    <a:pt x="905328" y="0"/>
                  </a:lnTo>
                  <a:lnTo>
                    <a:pt x="903617" y="0"/>
                  </a:lnTo>
                  <a:lnTo>
                    <a:pt x="901906" y="0"/>
                  </a:lnTo>
                  <a:lnTo>
                    <a:pt x="900194" y="0"/>
                  </a:lnTo>
                  <a:lnTo>
                    <a:pt x="898483" y="0"/>
                  </a:lnTo>
                  <a:lnTo>
                    <a:pt x="896771" y="0"/>
                  </a:lnTo>
                  <a:lnTo>
                    <a:pt x="895060" y="0"/>
                  </a:lnTo>
                  <a:lnTo>
                    <a:pt x="893349" y="0"/>
                  </a:lnTo>
                  <a:lnTo>
                    <a:pt x="891637" y="0"/>
                  </a:lnTo>
                  <a:lnTo>
                    <a:pt x="889926" y="0"/>
                  </a:lnTo>
                  <a:lnTo>
                    <a:pt x="888214" y="0"/>
                  </a:lnTo>
                  <a:lnTo>
                    <a:pt x="886503" y="0"/>
                  </a:lnTo>
                  <a:lnTo>
                    <a:pt x="884792" y="0"/>
                  </a:lnTo>
                  <a:lnTo>
                    <a:pt x="883080" y="0"/>
                  </a:lnTo>
                  <a:lnTo>
                    <a:pt x="881369" y="0"/>
                  </a:lnTo>
                  <a:lnTo>
                    <a:pt x="879657" y="0"/>
                  </a:lnTo>
                  <a:lnTo>
                    <a:pt x="877946" y="0"/>
                  </a:lnTo>
                  <a:lnTo>
                    <a:pt x="876235" y="0"/>
                  </a:lnTo>
                  <a:lnTo>
                    <a:pt x="874523" y="0"/>
                  </a:lnTo>
                  <a:lnTo>
                    <a:pt x="872812" y="0"/>
                  </a:lnTo>
                  <a:lnTo>
                    <a:pt x="871100" y="0"/>
                  </a:lnTo>
                  <a:lnTo>
                    <a:pt x="869389" y="0"/>
                  </a:lnTo>
                  <a:lnTo>
                    <a:pt x="867678" y="0"/>
                  </a:lnTo>
                  <a:lnTo>
                    <a:pt x="865966" y="0"/>
                  </a:lnTo>
                  <a:lnTo>
                    <a:pt x="864255" y="0"/>
                  </a:lnTo>
                  <a:lnTo>
                    <a:pt x="862543" y="0"/>
                  </a:lnTo>
                  <a:lnTo>
                    <a:pt x="860832" y="0"/>
                  </a:lnTo>
                  <a:lnTo>
                    <a:pt x="859121" y="0"/>
                  </a:lnTo>
                  <a:lnTo>
                    <a:pt x="857409" y="0"/>
                  </a:lnTo>
                  <a:lnTo>
                    <a:pt x="855698" y="0"/>
                  </a:lnTo>
                  <a:lnTo>
                    <a:pt x="853986" y="0"/>
                  </a:lnTo>
                  <a:lnTo>
                    <a:pt x="852275" y="0"/>
                  </a:lnTo>
                  <a:lnTo>
                    <a:pt x="850564" y="0"/>
                  </a:lnTo>
                  <a:lnTo>
                    <a:pt x="848852" y="0"/>
                  </a:lnTo>
                  <a:lnTo>
                    <a:pt x="847141" y="0"/>
                  </a:lnTo>
                  <a:lnTo>
                    <a:pt x="845429" y="0"/>
                  </a:lnTo>
                  <a:lnTo>
                    <a:pt x="843718" y="0"/>
                  </a:lnTo>
                  <a:lnTo>
                    <a:pt x="842007" y="0"/>
                  </a:lnTo>
                  <a:lnTo>
                    <a:pt x="840295" y="0"/>
                  </a:lnTo>
                  <a:lnTo>
                    <a:pt x="838584" y="0"/>
                  </a:lnTo>
                  <a:lnTo>
                    <a:pt x="836873" y="0"/>
                  </a:lnTo>
                  <a:lnTo>
                    <a:pt x="835161" y="0"/>
                  </a:lnTo>
                  <a:lnTo>
                    <a:pt x="833450" y="0"/>
                  </a:lnTo>
                  <a:lnTo>
                    <a:pt x="831738" y="0"/>
                  </a:lnTo>
                  <a:lnTo>
                    <a:pt x="830027" y="0"/>
                  </a:lnTo>
                  <a:lnTo>
                    <a:pt x="828316" y="0"/>
                  </a:lnTo>
                  <a:lnTo>
                    <a:pt x="826604" y="0"/>
                  </a:lnTo>
                  <a:lnTo>
                    <a:pt x="824893" y="0"/>
                  </a:lnTo>
                  <a:lnTo>
                    <a:pt x="823181" y="0"/>
                  </a:lnTo>
                  <a:lnTo>
                    <a:pt x="821470" y="0"/>
                  </a:lnTo>
                  <a:lnTo>
                    <a:pt x="819759" y="0"/>
                  </a:lnTo>
                  <a:lnTo>
                    <a:pt x="818047" y="0"/>
                  </a:lnTo>
                  <a:lnTo>
                    <a:pt x="816336" y="0"/>
                  </a:lnTo>
                  <a:lnTo>
                    <a:pt x="814624" y="0"/>
                  </a:lnTo>
                  <a:lnTo>
                    <a:pt x="812913" y="0"/>
                  </a:lnTo>
                  <a:lnTo>
                    <a:pt x="811202" y="0"/>
                  </a:lnTo>
                  <a:lnTo>
                    <a:pt x="809490" y="0"/>
                  </a:lnTo>
                  <a:lnTo>
                    <a:pt x="807779" y="0"/>
                  </a:lnTo>
                  <a:lnTo>
                    <a:pt x="806067" y="0"/>
                  </a:lnTo>
                  <a:lnTo>
                    <a:pt x="804356" y="0"/>
                  </a:lnTo>
                  <a:lnTo>
                    <a:pt x="802645" y="0"/>
                  </a:lnTo>
                  <a:lnTo>
                    <a:pt x="800933" y="0"/>
                  </a:lnTo>
                  <a:lnTo>
                    <a:pt x="799222" y="0"/>
                  </a:lnTo>
                  <a:lnTo>
                    <a:pt x="797510" y="0"/>
                  </a:lnTo>
                  <a:lnTo>
                    <a:pt x="795799" y="0"/>
                  </a:lnTo>
                  <a:lnTo>
                    <a:pt x="794088" y="0"/>
                  </a:lnTo>
                  <a:lnTo>
                    <a:pt x="792376" y="0"/>
                  </a:lnTo>
                  <a:lnTo>
                    <a:pt x="790665" y="0"/>
                  </a:lnTo>
                  <a:lnTo>
                    <a:pt x="788953" y="0"/>
                  </a:lnTo>
                  <a:lnTo>
                    <a:pt x="787242" y="0"/>
                  </a:lnTo>
                  <a:lnTo>
                    <a:pt x="785531" y="0"/>
                  </a:lnTo>
                  <a:lnTo>
                    <a:pt x="783819" y="0"/>
                  </a:lnTo>
                  <a:lnTo>
                    <a:pt x="782108" y="0"/>
                  </a:lnTo>
                  <a:lnTo>
                    <a:pt x="780396" y="0"/>
                  </a:lnTo>
                  <a:lnTo>
                    <a:pt x="778685" y="0"/>
                  </a:lnTo>
                  <a:lnTo>
                    <a:pt x="776974" y="0"/>
                  </a:lnTo>
                  <a:lnTo>
                    <a:pt x="775262" y="0"/>
                  </a:lnTo>
                  <a:lnTo>
                    <a:pt x="773551" y="0"/>
                  </a:lnTo>
                  <a:lnTo>
                    <a:pt x="771839" y="0"/>
                  </a:lnTo>
                  <a:lnTo>
                    <a:pt x="770128" y="0"/>
                  </a:lnTo>
                  <a:lnTo>
                    <a:pt x="768417" y="0"/>
                  </a:lnTo>
                  <a:lnTo>
                    <a:pt x="766705" y="0"/>
                  </a:lnTo>
                  <a:lnTo>
                    <a:pt x="764994" y="0"/>
                  </a:lnTo>
                  <a:lnTo>
                    <a:pt x="763282" y="0"/>
                  </a:lnTo>
                  <a:lnTo>
                    <a:pt x="761571" y="0"/>
                  </a:lnTo>
                  <a:lnTo>
                    <a:pt x="759860" y="0"/>
                  </a:lnTo>
                  <a:lnTo>
                    <a:pt x="758148" y="0"/>
                  </a:lnTo>
                  <a:lnTo>
                    <a:pt x="756437" y="0"/>
                  </a:lnTo>
                  <a:lnTo>
                    <a:pt x="754725" y="0"/>
                  </a:lnTo>
                  <a:lnTo>
                    <a:pt x="753014" y="0"/>
                  </a:lnTo>
                  <a:lnTo>
                    <a:pt x="751303" y="0"/>
                  </a:lnTo>
                  <a:lnTo>
                    <a:pt x="749591" y="0"/>
                  </a:lnTo>
                  <a:lnTo>
                    <a:pt x="747880" y="0"/>
                  </a:lnTo>
                  <a:lnTo>
                    <a:pt x="746168" y="0"/>
                  </a:lnTo>
                  <a:lnTo>
                    <a:pt x="744457" y="0"/>
                  </a:lnTo>
                  <a:lnTo>
                    <a:pt x="742746" y="0"/>
                  </a:lnTo>
                  <a:lnTo>
                    <a:pt x="741034" y="0"/>
                  </a:lnTo>
                  <a:lnTo>
                    <a:pt x="739323" y="0"/>
                  </a:lnTo>
                  <a:lnTo>
                    <a:pt x="737612" y="0"/>
                  </a:lnTo>
                  <a:lnTo>
                    <a:pt x="735900" y="0"/>
                  </a:lnTo>
                  <a:lnTo>
                    <a:pt x="734189" y="0"/>
                  </a:lnTo>
                  <a:lnTo>
                    <a:pt x="732477" y="0"/>
                  </a:lnTo>
                  <a:lnTo>
                    <a:pt x="730766" y="0"/>
                  </a:lnTo>
                  <a:lnTo>
                    <a:pt x="729055" y="0"/>
                  </a:lnTo>
                  <a:lnTo>
                    <a:pt x="727343" y="0"/>
                  </a:lnTo>
                  <a:lnTo>
                    <a:pt x="725632" y="0"/>
                  </a:lnTo>
                  <a:lnTo>
                    <a:pt x="723920" y="0"/>
                  </a:lnTo>
                  <a:lnTo>
                    <a:pt x="722209" y="0"/>
                  </a:lnTo>
                  <a:lnTo>
                    <a:pt x="720498" y="0"/>
                  </a:lnTo>
                  <a:lnTo>
                    <a:pt x="718786" y="0"/>
                  </a:lnTo>
                  <a:lnTo>
                    <a:pt x="717075" y="0"/>
                  </a:lnTo>
                  <a:lnTo>
                    <a:pt x="715363" y="0"/>
                  </a:lnTo>
                  <a:lnTo>
                    <a:pt x="713652" y="0"/>
                  </a:lnTo>
                  <a:lnTo>
                    <a:pt x="711941" y="0"/>
                  </a:lnTo>
                  <a:lnTo>
                    <a:pt x="710229" y="0"/>
                  </a:lnTo>
                  <a:lnTo>
                    <a:pt x="708518" y="0"/>
                  </a:lnTo>
                  <a:lnTo>
                    <a:pt x="706806" y="0"/>
                  </a:lnTo>
                  <a:lnTo>
                    <a:pt x="705095" y="0"/>
                  </a:lnTo>
                  <a:lnTo>
                    <a:pt x="703384" y="0"/>
                  </a:lnTo>
                  <a:lnTo>
                    <a:pt x="701672" y="0"/>
                  </a:lnTo>
                  <a:lnTo>
                    <a:pt x="699961" y="0"/>
                  </a:lnTo>
                  <a:lnTo>
                    <a:pt x="698249" y="0"/>
                  </a:lnTo>
                  <a:lnTo>
                    <a:pt x="696538" y="0"/>
                  </a:lnTo>
                  <a:lnTo>
                    <a:pt x="694827" y="0"/>
                  </a:lnTo>
                  <a:lnTo>
                    <a:pt x="693115" y="0"/>
                  </a:lnTo>
                  <a:lnTo>
                    <a:pt x="691404" y="0"/>
                  </a:lnTo>
                  <a:lnTo>
                    <a:pt x="689692" y="0"/>
                  </a:lnTo>
                  <a:lnTo>
                    <a:pt x="687981" y="0"/>
                  </a:lnTo>
                  <a:lnTo>
                    <a:pt x="686270" y="0"/>
                  </a:lnTo>
                  <a:lnTo>
                    <a:pt x="684558" y="0"/>
                  </a:lnTo>
                  <a:lnTo>
                    <a:pt x="682847" y="0"/>
                  </a:lnTo>
                  <a:lnTo>
                    <a:pt x="681135" y="0"/>
                  </a:lnTo>
                  <a:lnTo>
                    <a:pt x="679424" y="0"/>
                  </a:lnTo>
                  <a:lnTo>
                    <a:pt x="677713" y="0"/>
                  </a:lnTo>
                  <a:lnTo>
                    <a:pt x="676001" y="0"/>
                  </a:lnTo>
                  <a:lnTo>
                    <a:pt x="674290" y="0"/>
                  </a:lnTo>
                  <a:lnTo>
                    <a:pt x="672578" y="0"/>
                  </a:lnTo>
                  <a:lnTo>
                    <a:pt x="670867" y="0"/>
                  </a:lnTo>
                  <a:lnTo>
                    <a:pt x="669156" y="0"/>
                  </a:lnTo>
                  <a:lnTo>
                    <a:pt x="667444" y="0"/>
                  </a:lnTo>
                  <a:lnTo>
                    <a:pt x="665733" y="0"/>
                  </a:lnTo>
                  <a:lnTo>
                    <a:pt x="664021" y="0"/>
                  </a:lnTo>
                  <a:lnTo>
                    <a:pt x="662310" y="0"/>
                  </a:lnTo>
                  <a:lnTo>
                    <a:pt x="660599" y="0"/>
                  </a:lnTo>
                  <a:lnTo>
                    <a:pt x="658887" y="0"/>
                  </a:lnTo>
                  <a:lnTo>
                    <a:pt x="657176" y="0"/>
                  </a:lnTo>
                  <a:lnTo>
                    <a:pt x="655464" y="0"/>
                  </a:lnTo>
                  <a:lnTo>
                    <a:pt x="653753" y="0"/>
                  </a:lnTo>
                  <a:lnTo>
                    <a:pt x="652042" y="0"/>
                  </a:lnTo>
                  <a:lnTo>
                    <a:pt x="650330" y="0"/>
                  </a:lnTo>
                  <a:lnTo>
                    <a:pt x="648619" y="0"/>
                  </a:lnTo>
                  <a:lnTo>
                    <a:pt x="646907" y="0"/>
                  </a:lnTo>
                  <a:lnTo>
                    <a:pt x="645196" y="0"/>
                  </a:lnTo>
                  <a:lnTo>
                    <a:pt x="643485" y="0"/>
                  </a:lnTo>
                  <a:lnTo>
                    <a:pt x="641773" y="0"/>
                  </a:lnTo>
                  <a:lnTo>
                    <a:pt x="640062" y="0"/>
                  </a:lnTo>
                  <a:lnTo>
                    <a:pt x="638350" y="0"/>
                  </a:lnTo>
                  <a:lnTo>
                    <a:pt x="636639" y="0"/>
                  </a:lnTo>
                  <a:lnTo>
                    <a:pt x="634928" y="0"/>
                  </a:lnTo>
                  <a:lnTo>
                    <a:pt x="633216" y="0"/>
                  </a:lnTo>
                  <a:lnTo>
                    <a:pt x="631505" y="0"/>
                  </a:lnTo>
                  <a:lnTo>
                    <a:pt x="629794" y="0"/>
                  </a:lnTo>
                  <a:lnTo>
                    <a:pt x="628082" y="0"/>
                  </a:lnTo>
                  <a:lnTo>
                    <a:pt x="626371" y="0"/>
                  </a:lnTo>
                  <a:lnTo>
                    <a:pt x="624659" y="0"/>
                  </a:lnTo>
                  <a:lnTo>
                    <a:pt x="622948" y="0"/>
                  </a:lnTo>
                  <a:lnTo>
                    <a:pt x="621237" y="0"/>
                  </a:lnTo>
                  <a:lnTo>
                    <a:pt x="619525" y="0"/>
                  </a:lnTo>
                  <a:lnTo>
                    <a:pt x="617814" y="0"/>
                  </a:lnTo>
                  <a:lnTo>
                    <a:pt x="616102" y="0"/>
                  </a:lnTo>
                  <a:lnTo>
                    <a:pt x="614391" y="0"/>
                  </a:lnTo>
                  <a:lnTo>
                    <a:pt x="612680" y="0"/>
                  </a:lnTo>
                  <a:lnTo>
                    <a:pt x="610968" y="0"/>
                  </a:lnTo>
                  <a:lnTo>
                    <a:pt x="609257" y="0"/>
                  </a:lnTo>
                  <a:lnTo>
                    <a:pt x="607545" y="0"/>
                  </a:lnTo>
                  <a:lnTo>
                    <a:pt x="605834" y="0"/>
                  </a:lnTo>
                  <a:lnTo>
                    <a:pt x="604123" y="0"/>
                  </a:lnTo>
                  <a:lnTo>
                    <a:pt x="602411" y="0"/>
                  </a:lnTo>
                  <a:lnTo>
                    <a:pt x="600700" y="0"/>
                  </a:lnTo>
                  <a:lnTo>
                    <a:pt x="598988" y="0"/>
                  </a:lnTo>
                  <a:lnTo>
                    <a:pt x="597277" y="0"/>
                  </a:lnTo>
                  <a:lnTo>
                    <a:pt x="595566" y="0"/>
                  </a:lnTo>
                  <a:lnTo>
                    <a:pt x="593854" y="0"/>
                  </a:lnTo>
                  <a:lnTo>
                    <a:pt x="592143" y="0"/>
                  </a:lnTo>
                  <a:lnTo>
                    <a:pt x="590431" y="0"/>
                  </a:lnTo>
                  <a:lnTo>
                    <a:pt x="588720" y="0"/>
                  </a:lnTo>
                  <a:lnTo>
                    <a:pt x="587009" y="0"/>
                  </a:lnTo>
                  <a:lnTo>
                    <a:pt x="585297" y="0"/>
                  </a:lnTo>
                  <a:lnTo>
                    <a:pt x="583586" y="0"/>
                  </a:lnTo>
                  <a:lnTo>
                    <a:pt x="581874" y="0"/>
                  </a:lnTo>
                  <a:lnTo>
                    <a:pt x="580163" y="0"/>
                  </a:lnTo>
                  <a:lnTo>
                    <a:pt x="578452" y="0"/>
                  </a:lnTo>
                  <a:lnTo>
                    <a:pt x="576740" y="0"/>
                  </a:lnTo>
                  <a:lnTo>
                    <a:pt x="575029" y="0"/>
                  </a:lnTo>
                  <a:lnTo>
                    <a:pt x="573317" y="0"/>
                  </a:lnTo>
                  <a:lnTo>
                    <a:pt x="571606" y="0"/>
                  </a:lnTo>
                  <a:lnTo>
                    <a:pt x="569895" y="0"/>
                  </a:lnTo>
                  <a:lnTo>
                    <a:pt x="568183" y="0"/>
                  </a:lnTo>
                  <a:lnTo>
                    <a:pt x="566472" y="0"/>
                  </a:lnTo>
                  <a:lnTo>
                    <a:pt x="564760" y="0"/>
                  </a:lnTo>
                  <a:lnTo>
                    <a:pt x="563049" y="0"/>
                  </a:lnTo>
                  <a:lnTo>
                    <a:pt x="561338" y="0"/>
                  </a:lnTo>
                  <a:lnTo>
                    <a:pt x="559626" y="0"/>
                  </a:lnTo>
                  <a:lnTo>
                    <a:pt x="557915" y="0"/>
                  </a:lnTo>
                  <a:lnTo>
                    <a:pt x="556203" y="0"/>
                  </a:lnTo>
                  <a:lnTo>
                    <a:pt x="554492" y="0"/>
                  </a:lnTo>
                  <a:lnTo>
                    <a:pt x="552781" y="0"/>
                  </a:lnTo>
                  <a:lnTo>
                    <a:pt x="551069" y="0"/>
                  </a:lnTo>
                  <a:lnTo>
                    <a:pt x="549358" y="0"/>
                  </a:lnTo>
                  <a:lnTo>
                    <a:pt x="547646" y="0"/>
                  </a:lnTo>
                  <a:lnTo>
                    <a:pt x="545935" y="0"/>
                  </a:lnTo>
                  <a:lnTo>
                    <a:pt x="544224" y="0"/>
                  </a:lnTo>
                  <a:lnTo>
                    <a:pt x="542512" y="0"/>
                  </a:lnTo>
                  <a:lnTo>
                    <a:pt x="540801" y="0"/>
                  </a:lnTo>
                  <a:lnTo>
                    <a:pt x="539089" y="0"/>
                  </a:lnTo>
                  <a:lnTo>
                    <a:pt x="537378" y="0"/>
                  </a:lnTo>
                  <a:lnTo>
                    <a:pt x="535667" y="0"/>
                  </a:lnTo>
                  <a:lnTo>
                    <a:pt x="533955" y="0"/>
                  </a:lnTo>
                  <a:lnTo>
                    <a:pt x="532244" y="0"/>
                  </a:lnTo>
                  <a:lnTo>
                    <a:pt x="530532" y="0"/>
                  </a:lnTo>
                  <a:lnTo>
                    <a:pt x="528821" y="0"/>
                  </a:lnTo>
                  <a:lnTo>
                    <a:pt x="527110" y="0"/>
                  </a:lnTo>
                  <a:lnTo>
                    <a:pt x="525398" y="0"/>
                  </a:lnTo>
                  <a:lnTo>
                    <a:pt x="523687" y="0"/>
                  </a:lnTo>
                  <a:lnTo>
                    <a:pt x="521976" y="0"/>
                  </a:lnTo>
                  <a:lnTo>
                    <a:pt x="520264" y="0"/>
                  </a:lnTo>
                  <a:lnTo>
                    <a:pt x="518553" y="0"/>
                  </a:lnTo>
                  <a:lnTo>
                    <a:pt x="516841" y="0"/>
                  </a:lnTo>
                  <a:lnTo>
                    <a:pt x="515130" y="0"/>
                  </a:lnTo>
                  <a:lnTo>
                    <a:pt x="513419" y="0"/>
                  </a:lnTo>
                  <a:lnTo>
                    <a:pt x="511707" y="0"/>
                  </a:lnTo>
                  <a:lnTo>
                    <a:pt x="509996" y="0"/>
                  </a:lnTo>
                  <a:lnTo>
                    <a:pt x="508284" y="0"/>
                  </a:lnTo>
                  <a:lnTo>
                    <a:pt x="506573" y="0"/>
                  </a:lnTo>
                  <a:lnTo>
                    <a:pt x="504862" y="0"/>
                  </a:lnTo>
                  <a:lnTo>
                    <a:pt x="503150" y="0"/>
                  </a:lnTo>
                  <a:lnTo>
                    <a:pt x="501439" y="0"/>
                  </a:lnTo>
                  <a:lnTo>
                    <a:pt x="499727" y="0"/>
                  </a:lnTo>
                  <a:lnTo>
                    <a:pt x="498016" y="0"/>
                  </a:lnTo>
                  <a:lnTo>
                    <a:pt x="496305" y="0"/>
                  </a:lnTo>
                  <a:lnTo>
                    <a:pt x="494593" y="0"/>
                  </a:lnTo>
                  <a:lnTo>
                    <a:pt x="492882" y="0"/>
                  </a:lnTo>
                  <a:lnTo>
                    <a:pt x="491170" y="0"/>
                  </a:lnTo>
                  <a:lnTo>
                    <a:pt x="489459" y="0"/>
                  </a:lnTo>
                  <a:lnTo>
                    <a:pt x="487748" y="0"/>
                  </a:lnTo>
                  <a:lnTo>
                    <a:pt x="486036" y="0"/>
                  </a:lnTo>
                  <a:lnTo>
                    <a:pt x="484325" y="0"/>
                  </a:lnTo>
                  <a:lnTo>
                    <a:pt x="482613" y="0"/>
                  </a:lnTo>
                  <a:lnTo>
                    <a:pt x="480902" y="0"/>
                  </a:lnTo>
                  <a:lnTo>
                    <a:pt x="479191" y="0"/>
                  </a:lnTo>
                  <a:lnTo>
                    <a:pt x="477479" y="0"/>
                  </a:lnTo>
                  <a:lnTo>
                    <a:pt x="475768" y="0"/>
                  </a:lnTo>
                  <a:lnTo>
                    <a:pt x="474056" y="0"/>
                  </a:lnTo>
                  <a:lnTo>
                    <a:pt x="472345" y="0"/>
                  </a:lnTo>
                  <a:lnTo>
                    <a:pt x="470634" y="0"/>
                  </a:lnTo>
                  <a:lnTo>
                    <a:pt x="468922" y="0"/>
                  </a:lnTo>
                  <a:lnTo>
                    <a:pt x="467211" y="0"/>
                  </a:lnTo>
                  <a:lnTo>
                    <a:pt x="465499" y="0"/>
                  </a:lnTo>
                  <a:lnTo>
                    <a:pt x="463788" y="0"/>
                  </a:lnTo>
                  <a:lnTo>
                    <a:pt x="462077" y="0"/>
                  </a:lnTo>
                  <a:lnTo>
                    <a:pt x="460365" y="0"/>
                  </a:lnTo>
                  <a:lnTo>
                    <a:pt x="458654" y="0"/>
                  </a:lnTo>
                  <a:lnTo>
                    <a:pt x="456942" y="0"/>
                  </a:lnTo>
                  <a:lnTo>
                    <a:pt x="455231" y="0"/>
                  </a:lnTo>
                  <a:lnTo>
                    <a:pt x="453520" y="0"/>
                  </a:lnTo>
                  <a:lnTo>
                    <a:pt x="451808" y="0"/>
                  </a:lnTo>
                  <a:lnTo>
                    <a:pt x="450097" y="0"/>
                  </a:lnTo>
                  <a:lnTo>
                    <a:pt x="448385" y="0"/>
                  </a:lnTo>
                  <a:lnTo>
                    <a:pt x="446674" y="0"/>
                  </a:lnTo>
                  <a:lnTo>
                    <a:pt x="444963" y="0"/>
                  </a:lnTo>
                  <a:lnTo>
                    <a:pt x="443251" y="0"/>
                  </a:lnTo>
                  <a:lnTo>
                    <a:pt x="441540" y="0"/>
                  </a:lnTo>
                  <a:lnTo>
                    <a:pt x="439828" y="0"/>
                  </a:lnTo>
                  <a:lnTo>
                    <a:pt x="438117" y="0"/>
                  </a:lnTo>
                  <a:lnTo>
                    <a:pt x="436406" y="0"/>
                  </a:lnTo>
                  <a:lnTo>
                    <a:pt x="434694" y="0"/>
                  </a:lnTo>
                  <a:lnTo>
                    <a:pt x="432983" y="0"/>
                  </a:lnTo>
                  <a:lnTo>
                    <a:pt x="431271" y="0"/>
                  </a:lnTo>
                  <a:lnTo>
                    <a:pt x="429560" y="0"/>
                  </a:lnTo>
                  <a:lnTo>
                    <a:pt x="427849" y="0"/>
                  </a:lnTo>
                  <a:lnTo>
                    <a:pt x="426137" y="0"/>
                  </a:lnTo>
                  <a:lnTo>
                    <a:pt x="424426" y="0"/>
                  </a:lnTo>
                  <a:lnTo>
                    <a:pt x="422714" y="0"/>
                  </a:lnTo>
                  <a:lnTo>
                    <a:pt x="421003" y="0"/>
                  </a:lnTo>
                  <a:lnTo>
                    <a:pt x="419292" y="0"/>
                  </a:lnTo>
                  <a:lnTo>
                    <a:pt x="417580" y="0"/>
                  </a:lnTo>
                  <a:lnTo>
                    <a:pt x="415869" y="0"/>
                  </a:lnTo>
                  <a:lnTo>
                    <a:pt x="414158" y="0"/>
                  </a:lnTo>
                  <a:lnTo>
                    <a:pt x="412446" y="0"/>
                  </a:lnTo>
                  <a:lnTo>
                    <a:pt x="410735" y="0"/>
                  </a:lnTo>
                  <a:lnTo>
                    <a:pt x="409023" y="0"/>
                  </a:lnTo>
                  <a:lnTo>
                    <a:pt x="407312" y="0"/>
                  </a:lnTo>
                  <a:lnTo>
                    <a:pt x="405601" y="0"/>
                  </a:lnTo>
                  <a:lnTo>
                    <a:pt x="403889" y="0"/>
                  </a:lnTo>
                  <a:lnTo>
                    <a:pt x="402178" y="0"/>
                  </a:lnTo>
                  <a:lnTo>
                    <a:pt x="400466" y="0"/>
                  </a:lnTo>
                  <a:lnTo>
                    <a:pt x="398755" y="0"/>
                  </a:lnTo>
                  <a:lnTo>
                    <a:pt x="397044" y="0"/>
                  </a:lnTo>
                  <a:lnTo>
                    <a:pt x="395332" y="0"/>
                  </a:lnTo>
                  <a:lnTo>
                    <a:pt x="393621" y="0"/>
                  </a:lnTo>
                  <a:lnTo>
                    <a:pt x="391909" y="0"/>
                  </a:lnTo>
                  <a:lnTo>
                    <a:pt x="390198" y="0"/>
                  </a:lnTo>
                  <a:lnTo>
                    <a:pt x="388487" y="0"/>
                  </a:lnTo>
                  <a:lnTo>
                    <a:pt x="386775" y="0"/>
                  </a:lnTo>
                  <a:lnTo>
                    <a:pt x="385064" y="0"/>
                  </a:lnTo>
                  <a:lnTo>
                    <a:pt x="383352" y="0"/>
                  </a:lnTo>
                  <a:lnTo>
                    <a:pt x="381641" y="0"/>
                  </a:lnTo>
                  <a:lnTo>
                    <a:pt x="379930" y="0"/>
                  </a:lnTo>
                  <a:lnTo>
                    <a:pt x="378218" y="0"/>
                  </a:lnTo>
                  <a:lnTo>
                    <a:pt x="376507" y="0"/>
                  </a:lnTo>
                  <a:lnTo>
                    <a:pt x="374795" y="0"/>
                  </a:lnTo>
                  <a:lnTo>
                    <a:pt x="373084" y="0"/>
                  </a:lnTo>
                  <a:lnTo>
                    <a:pt x="371373" y="0"/>
                  </a:lnTo>
                  <a:lnTo>
                    <a:pt x="369661" y="0"/>
                  </a:lnTo>
                  <a:lnTo>
                    <a:pt x="367950" y="0"/>
                  </a:lnTo>
                  <a:lnTo>
                    <a:pt x="366238" y="0"/>
                  </a:lnTo>
                  <a:lnTo>
                    <a:pt x="364527" y="0"/>
                  </a:lnTo>
                  <a:lnTo>
                    <a:pt x="362816" y="0"/>
                  </a:lnTo>
                  <a:lnTo>
                    <a:pt x="361104" y="0"/>
                  </a:lnTo>
                  <a:lnTo>
                    <a:pt x="359393" y="0"/>
                  </a:lnTo>
                  <a:lnTo>
                    <a:pt x="357681" y="0"/>
                  </a:lnTo>
                  <a:lnTo>
                    <a:pt x="355970" y="0"/>
                  </a:lnTo>
                  <a:lnTo>
                    <a:pt x="354259" y="0"/>
                  </a:lnTo>
                  <a:lnTo>
                    <a:pt x="352547" y="0"/>
                  </a:lnTo>
                  <a:lnTo>
                    <a:pt x="350836" y="0"/>
                  </a:lnTo>
                  <a:lnTo>
                    <a:pt x="349124" y="0"/>
                  </a:lnTo>
                  <a:lnTo>
                    <a:pt x="347413" y="0"/>
                  </a:lnTo>
                  <a:lnTo>
                    <a:pt x="345702" y="0"/>
                  </a:lnTo>
                  <a:lnTo>
                    <a:pt x="343990" y="0"/>
                  </a:lnTo>
                  <a:lnTo>
                    <a:pt x="342279" y="0"/>
                  </a:lnTo>
                  <a:lnTo>
                    <a:pt x="340567" y="0"/>
                  </a:lnTo>
                  <a:lnTo>
                    <a:pt x="338856" y="0"/>
                  </a:lnTo>
                  <a:lnTo>
                    <a:pt x="337145" y="0"/>
                  </a:lnTo>
                  <a:lnTo>
                    <a:pt x="335433" y="0"/>
                  </a:lnTo>
                  <a:lnTo>
                    <a:pt x="333722" y="0"/>
                  </a:lnTo>
                  <a:lnTo>
                    <a:pt x="332010" y="0"/>
                  </a:lnTo>
                  <a:lnTo>
                    <a:pt x="330299" y="0"/>
                  </a:lnTo>
                  <a:lnTo>
                    <a:pt x="328588" y="0"/>
                  </a:lnTo>
                  <a:lnTo>
                    <a:pt x="326876" y="0"/>
                  </a:lnTo>
                  <a:lnTo>
                    <a:pt x="325165" y="0"/>
                  </a:lnTo>
                  <a:lnTo>
                    <a:pt x="323453" y="0"/>
                  </a:lnTo>
                  <a:lnTo>
                    <a:pt x="321742" y="0"/>
                  </a:lnTo>
                  <a:lnTo>
                    <a:pt x="320031" y="0"/>
                  </a:lnTo>
                  <a:lnTo>
                    <a:pt x="318319" y="0"/>
                  </a:lnTo>
                  <a:lnTo>
                    <a:pt x="316608" y="0"/>
                  </a:lnTo>
                  <a:lnTo>
                    <a:pt x="314897" y="0"/>
                  </a:lnTo>
                  <a:lnTo>
                    <a:pt x="313185" y="0"/>
                  </a:lnTo>
                  <a:lnTo>
                    <a:pt x="311474" y="0"/>
                  </a:lnTo>
                  <a:lnTo>
                    <a:pt x="309762" y="0"/>
                  </a:lnTo>
                  <a:lnTo>
                    <a:pt x="308051" y="0"/>
                  </a:lnTo>
                  <a:lnTo>
                    <a:pt x="306340" y="0"/>
                  </a:lnTo>
                  <a:lnTo>
                    <a:pt x="304628" y="0"/>
                  </a:lnTo>
                  <a:lnTo>
                    <a:pt x="302917" y="0"/>
                  </a:lnTo>
                  <a:lnTo>
                    <a:pt x="301205" y="0"/>
                  </a:lnTo>
                  <a:lnTo>
                    <a:pt x="299494" y="0"/>
                  </a:lnTo>
                  <a:lnTo>
                    <a:pt x="297783" y="0"/>
                  </a:lnTo>
                  <a:lnTo>
                    <a:pt x="296071" y="0"/>
                  </a:lnTo>
                  <a:lnTo>
                    <a:pt x="294360" y="0"/>
                  </a:lnTo>
                  <a:lnTo>
                    <a:pt x="292648" y="0"/>
                  </a:lnTo>
                  <a:lnTo>
                    <a:pt x="290937" y="0"/>
                  </a:lnTo>
                  <a:lnTo>
                    <a:pt x="289226" y="0"/>
                  </a:lnTo>
                  <a:lnTo>
                    <a:pt x="287514" y="0"/>
                  </a:lnTo>
                  <a:lnTo>
                    <a:pt x="285803" y="0"/>
                  </a:lnTo>
                  <a:lnTo>
                    <a:pt x="284091" y="0"/>
                  </a:lnTo>
                  <a:lnTo>
                    <a:pt x="282380" y="0"/>
                  </a:lnTo>
                  <a:lnTo>
                    <a:pt x="280669" y="0"/>
                  </a:lnTo>
                  <a:lnTo>
                    <a:pt x="278957" y="0"/>
                  </a:lnTo>
                  <a:lnTo>
                    <a:pt x="277246" y="0"/>
                  </a:lnTo>
                  <a:lnTo>
                    <a:pt x="275534" y="0"/>
                  </a:lnTo>
                  <a:lnTo>
                    <a:pt x="273823" y="0"/>
                  </a:lnTo>
                  <a:lnTo>
                    <a:pt x="272112" y="0"/>
                  </a:lnTo>
                  <a:lnTo>
                    <a:pt x="270400" y="0"/>
                  </a:lnTo>
                  <a:lnTo>
                    <a:pt x="268689" y="0"/>
                  </a:lnTo>
                  <a:lnTo>
                    <a:pt x="266977" y="0"/>
                  </a:lnTo>
                  <a:lnTo>
                    <a:pt x="265266" y="0"/>
                  </a:lnTo>
                  <a:lnTo>
                    <a:pt x="263555" y="0"/>
                  </a:lnTo>
                  <a:lnTo>
                    <a:pt x="261843" y="0"/>
                  </a:lnTo>
                  <a:lnTo>
                    <a:pt x="260132" y="0"/>
                  </a:lnTo>
                  <a:lnTo>
                    <a:pt x="258420" y="0"/>
                  </a:lnTo>
                  <a:lnTo>
                    <a:pt x="256709" y="0"/>
                  </a:lnTo>
                  <a:lnTo>
                    <a:pt x="254998" y="0"/>
                  </a:lnTo>
                  <a:lnTo>
                    <a:pt x="253286" y="0"/>
                  </a:lnTo>
                  <a:lnTo>
                    <a:pt x="251575" y="0"/>
                  </a:lnTo>
                  <a:lnTo>
                    <a:pt x="249863" y="0"/>
                  </a:lnTo>
                  <a:lnTo>
                    <a:pt x="248152" y="0"/>
                  </a:lnTo>
                  <a:lnTo>
                    <a:pt x="246441" y="0"/>
                  </a:lnTo>
                  <a:lnTo>
                    <a:pt x="244729" y="0"/>
                  </a:lnTo>
                  <a:lnTo>
                    <a:pt x="243018" y="0"/>
                  </a:lnTo>
                  <a:lnTo>
                    <a:pt x="241306" y="0"/>
                  </a:lnTo>
                  <a:lnTo>
                    <a:pt x="239595" y="0"/>
                  </a:lnTo>
                  <a:lnTo>
                    <a:pt x="237884" y="0"/>
                  </a:lnTo>
                  <a:lnTo>
                    <a:pt x="236172" y="0"/>
                  </a:lnTo>
                  <a:lnTo>
                    <a:pt x="234461" y="0"/>
                  </a:lnTo>
                  <a:lnTo>
                    <a:pt x="232749" y="0"/>
                  </a:lnTo>
                  <a:lnTo>
                    <a:pt x="231038" y="0"/>
                  </a:lnTo>
                  <a:lnTo>
                    <a:pt x="229327" y="0"/>
                  </a:lnTo>
                  <a:lnTo>
                    <a:pt x="227615" y="0"/>
                  </a:lnTo>
                  <a:lnTo>
                    <a:pt x="225904" y="0"/>
                  </a:lnTo>
                  <a:lnTo>
                    <a:pt x="224192" y="0"/>
                  </a:lnTo>
                  <a:lnTo>
                    <a:pt x="222481" y="0"/>
                  </a:lnTo>
                  <a:lnTo>
                    <a:pt x="220770" y="0"/>
                  </a:lnTo>
                  <a:lnTo>
                    <a:pt x="219058" y="0"/>
                  </a:lnTo>
                  <a:lnTo>
                    <a:pt x="217347" y="0"/>
                  </a:lnTo>
                  <a:lnTo>
                    <a:pt x="215635" y="0"/>
                  </a:lnTo>
                  <a:lnTo>
                    <a:pt x="213924" y="0"/>
                  </a:lnTo>
                  <a:lnTo>
                    <a:pt x="212213" y="0"/>
                  </a:lnTo>
                  <a:lnTo>
                    <a:pt x="210501" y="0"/>
                  </a:lnTo>
                  <a:lnTo>
                    <a:pt x="208790" y="0"/>
                  </a:lnTo>
                  <a:lnTo>
                    <a:pt x="207079" y="0"/>
                  </a:lnTo>
                  <a:lnTo>
                    <a:pt x="205367" y="0"/>
                  </a:lnTo>
                  <a:lnTo>
                    <a:pt x="203656" y="0"/>
                  </a:lnTo>
                  <a:lnTo>
                    <a:pt x="201944" y="0"/>
                  </a:lnTo>
                  <a:lnTo>
                    <a:pt x="200233" y="0"/>
                  </a:lnTo>
                  <a:lnTo>
                    <a:pt x="198522" y="0"/>
                  </a:lnTo>
                  <a:lnTo>
                    <a:pt x="196810" y="0"/>
                  </a:lnTo>
                  <a:lnTo>
                    <a:pt x="195099" y="0"/>
                  </a:lnTo>
                  <a:lnTo>
                    <a:pt x="193387" y="0"/>
                  </a:lnTo>
                  <a:lnTo>
                    <a:pt x="191676" y="0"/>
                  </a:lnTo>
                  <a:lnTo>
                    <a:pt x="189965" y="0"/>
                  </a:lnTo>
                  <a:lnTo>
                    <a:pt x="188253" y="0"/>
                  </a:lnTo>
                  <a:lnTo>
                    <a:pt x="186542" y="0"/>
                  </a:lnTo>
                  <a:lnTo>
                    <a:pt x="184830" y="0"/>
                  </a:lnTo>
                  <a:lnTo>
                    <a:pt x="183119" y="0"/>
                  </a:lnTo>
                  <a:lnTo>
                    <a:pt x="181408" y="0"/>
                  </a:lnTo>
                  <a:lnTo>
                    <a:pt x="179696" y="0"/>
                  </a:lnTo>
                  <a:lnTo>
                    <a:pt x="177985" y="0"/>
                  </a:lnTo>
                  <a:lnTo>
                    <a:pt x="176273" y="0"/>
                  </a:lnTo>
                  <a:lnTo>
                    <a:pt x="174562" y="0"/>
                  </a:lnTo>
                  <a:lnTo>
                    <a:pt x="172851" y="0"/>
                  </a:lnTo>
                  <a:lnTo>
                    <a:pt x="171139" y="0"/>
                  </a:lnTo>
                  <a:lnTo>
                    <a:pt x="169428" y="0"/>
                  </a:lnTo>
                  <a:lnTo>
                    <a:pt x="167716" y="0"/>
                  </a:lnTo>
                  <a:lnTo>
                    <a:pt x="166005" y="0"/>
                  </a:lnTo>
                  <a:lnTo>
                    <a:pt x="164294" y="0"/>
                  </a:lnTo>
                  <a:lnTo>
                    <a:pt x="162582" y="0"/>
                  </a:lnTo>
                  <a:lnTo>
                    <a:pt x="160871" y="0"/>
                  </a:lnTo>
                  <a:lnTo>
                    <a:pt x="159159" y="0"/>
                  </a:lnTo>
                  <a:lnTo>
                    <a:pt x="157448" y="0"/>
                  </a:lnTo>
                  <a:lnTo>
                    <a:pt x="155737" y="0"/>
                  </a:lnTo>
                  <a:lnTo>
                    <a:pt x="154025" y="0"/>
                  </a:lnTo>
                  <a:lnTo>
                    <a:pt x="152314" y="0"/>
                  </a:lnTo>
                  <a:lnTo>
                    <a:pt x="150602" y="0"/>
                  </a:lnTo>
                  <a:lnTo>
                    <a:pt x="148891" y="0"/>
                  </a:lnTo>
                  <a:lnTo>
                    <a:pt x="147180" y="0"/>
                  </a:lnTo>
                  <a:lnTo>
                    <a:pt x="145468" y="0"/>
                  </a:lnTo>
                  <a:lnTo>
                    <a:pt x="143757" y="0"/>
                  </a:lnTo>
                  <a:lnTo>
                    <a:pt x="142045" y="0"/>
                  </a:lnTo>
                  <a:lnTo>
                    <a:pt x="140334" y="0"/>
                  </a:lnTo>
                  <a:lnTo>
                    <a:pt x="138623" y="0"/>
                  </a:lnTo>
                  <a:lnTo>
                    <a:pt x="136911" y="0"/>
                  </a:lnTo>
                  <a:lnTo>
                    <a:pt x="135200" y="0"/>
                  </a:lnTo>
                  <a:lnTo>
                    <a:pt x="133488" y="0"/>
                  </a:lnTo>
                  <a:lnTo>
                    <a:pt x="131777" y="0"/>
                  </a:lnTo>
                  <a:lnTo>
                    <a:pt x="130066" y="0"/>
                  </a:lnTo>
                  <a:lnTo>
                    <a:pt x="128354" y="0"/>
                  </a:lnTo>
                  <a:lnTo>
                    <a:pt x="126643" y="0"/>
                  </a:lnTo>
                  <a:lnTo>
                    <a:pt x="124931" y="0"/>
                  </a:lnTo>
                  <a:lnTo>
                    <a:pt x="123220" y="0"/>
                  </a:lnTo>
                  <a:lnTo>
                    <a:pt x="121509" y="0"/>
                  </a:lnTo>
                  <a:lnTo>
                    <a:pt x="119797" y="0"/>
                  </a:lnTo>
                  <a:lnTo>
                    <a:pt x="118086" y="0"/>
                  </a:lnTo>
                  <a:lnTo>
                    <a:pt x="116374" y="0"/>
                  </a:lnTo>
                  <a:lnTo>
                    <a:pt x="114663" y="0"/>
                  </a:lnTo>
                  <a:lnTo>
                    <a:pt x="112952" y="0"/>
                  </a:lnTo>
                  <a:lnTo>
                    <a:pt x="111240" y="0"/>
                  </a:lnTo>
                  <a:lnTo>
                    <a:pt x="109529" y="0"/>
                  </a:lnTo>
                  <a:lnTo>
                    <a:pt x="107817" y="0"/>
                  </a:lnTo>
                  <a:lnTo>
                    <a:pt x="106106" y="0"/>
                  </a:lnTo>
                  <a:lnTo>
                    <a:pt x="104395" y="0"/>
                  </a:lnTo>
                  <a:lnTo>
                    <a:pt x="102683" y="0"/>
                  </a:lnTo>
                  <a:lnTo>
                    <a:pt x="100972" y="0"/>
                  </a:lnTo>
                  <a:lnTo>
                    <a:pt x="99261" y="0"/>
                  </a:lnTo>
                  <a:lnTo>
                    <a:pt x="97549" y="0"/>
                  </a:lnTo>
                  <a:lnTo>
                    <a:pt x="95838" y="0"/>
                  </a:lnTo>
                  <a:lnTo>
                    <a:pt x="94126" y="0"/>
                  </a:lnTo>
                  <a:lnTo>
                    <a:pt x="92415" y="0"/>
                  </a:lnTo>
                  <a:lnTo>
                    <a:pt x="90704" y="0"/>
                  </a:lnTo>
                  <a:lnTo>
                    <a:pt x="88992" y="0"/>
                  </a:lnTo>
                  <a:lnTo>
                    <a:pt x="87281" y="0"/>
                  </a:lnTo>
                  <a:lnTo>
                    <a:pt x="85569" y="0"/>
                  </a:lnTo>
                  <a:lnTo>
                    <a:pt x="83858" y="0"/>
                  </a:lnTo>
                  <a:lnTo>
                    <a:pt x="82147" y="0"/>
                  </a:lnTo>
                  <a:lnTo>
                    <a:pt x="80435" y="0"/>
                  </a:lnTo>
                  <a:lnTo>
                    <a:pt x="78724" y="0"/>
                  </a:lnTo>
                  <a:lnTo>
                    <a:pt x="77012" y="0"/>
                  </a:lnTo>
                  <a:lnTo>
                    <a:pt x="75301" y="0"/>
                  </a:lnTo>
                  <a:lnTo>
                    <a:pt x="73590" y="0"/>
                  </a:lnTo>
                  <a:lnTo>
                    <a:pt x="71878" y="0"/>
                  </a:lnTo>
                  <a:lnTo>
                    <a:pt x="70167" y="0"/>
                  </a:lnTo>
                  <a:lnTo>
                    <a:pt x="68455" y="0"/>
                  </a:lnTo>
                  <a:lnTo>
                    <a:pt x="66744" y="0"/>
                  </a:lnTo>
                  <a:lnTo>
                    <a:pt x="65033" y="0"/>
                  </a:lnTo>
                  <a:lnTo>
                    <a:pt x="63321" y="0"/>
                  </a:lnTo>
                  <a:lnTo>
                    <a:pt x="61610" y="0"/>
                  </a:lnTo>
                  <a:lnTo>
                    <a:pt x="59898" y="0"/>
                  </a:lnTo>
                  <a:lnTo>
                    <a:pt x="58187" y="0"/>
                  </a:lnTo>
                  <a:lnTo>
                    <a:pt x="56476" y="0"/>
                  </a:lnTo>
                  <a:lnTo>
                    <a:pt x="54764" y="0"/>
                  </a:lnTo>
                  <a:lnTo>
                    <a:pt x="53053" y="0"/>
                  </a:lnTo>
                  <a:lnTo>
                    <a:pt x="51341" y="0"/>
                  </a:lnTo>
                  <a:lnTo>
                    <a:pt x="49630" y="0"/>
                  </a:lnTo>
                  <a:lnTo>
                    <a:pt x="47919" y="0"/>
                  </a:lnTo>
                  <a:lnTo>
                    <a:pt x="46207" y="0"/>
                  </a:lnTo>
                  <a:lnTo>
                    <a:pt x="44496" y="0"/>
                  </a:lnTo>
                  <a:lnTo>
                    <a:pt x="42784" y="0"/>
                  </a:lnTo>
                  <a:lnTo>
                    <a:pt x="41073" y="0"/>
                  </a:lnTo>
                  <a:lnTo>
                    <a:pt x="39362" y="0"/>
                  </a:lnTo>
                  <a:lnTo>
                    <a:pt x="37650" y="0"/>
                  </a:lnTo>
                  <a:lnTo>
                    <a:pt x="35939" y="0"/>
                  </a:lnTo>
                  <a:lnTo>
                    <a:pt x="34227" y="0"/>
                  </a:lnTo>
                  <a:lnTo>
                    <a:pt x="32516" y="0"/>
                  </a:lnTo>
                  <a:lnTo>
                    <a:pt x="30805" y="0"/>
                  </a:lnTo>
                  <a:lnTo>
                    <a:pt x="29093" y="0"/>
                  </a:lnTo>
                  <a:lnTo>
                    <a:pt x="27382" y="0"/>
                  </a:lnTo>
                  <a:lnTo>
                    <a:pt x="25670" y="0"/>
                  </a:lnTo>
                  <a:lnTo>
                    <a:pt x="23959" y="0"/>
                  </a:lnTo>
                  <a:lnTo>
                    <a:pt x="22248" y="0"/>
                  </a:lnTo>
                  <a:lnTo>
                    <a:pt x="20536" y="0"/>
                  </a:lnTo>
                  <a:lnTo>
                    <a:pt x="18825" y="0"/>
                  </a:lnTo>
                  <a:lnTo>
                    <a:pt x="17113" y="0"/>
                  </a:lnTo>
                  <a:lnTo>
                    <a:pt x="15402" y="0"/>
                  </a:lnTo>
                  <a:lnTo>
                    <a:pt x="13691" y="0"/>
                  </a:lnTo>
                  <a:lnTo>
                    <a:pt x="11979" y="0"/>
                  </a:lnTo>
                  <a:lnTo>
                    <a:pt x="10268" y="0"/>
                  </a:lnTo>
                  <a:lnTo>
                    <a:pt x="8556" y="0"/>
                  </a:lnTo>
                  <a:lnTo>
                    <a:pt x="6845" y="0"/>
                  </a:lnTo>
                  <a:lnTo>
                    <a:pt x="5134" y="0"/>
                  </a:lnTo>
                  <a:lnTo>
                    <a:pt x="3422" y="0"/>
                  </a:lnTo>
                  <a:lnTo>
                    <a:pt x="1711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444934" y="5266888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5" name="tx115"/>
            <p:cNvSpPr/>
            <p:nvPr/>
          </p:nvSpPr>
          <p:spPr>
            <a:xfrm rot="2700000">
              <a:off x="1100796" y="4793212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Gm28078</a:t>
              </a:r>
            </a:p>
          </p:txBody>
        </p:sp>
        <p:sp>
          <p:nvSpPr>
            <p:cNvPr id="116" name="tx116"/>
            <p:cNvSpPr/>
            <p:nvPr/>
          </p:nvSpPr>
          <p:spPr>
            <a:xfrm rot="2700000">
              <a:off x="1200828" y="4793212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Gm28076</a:t>
              </a:r>
            </a:p>
          </p:txBody>
        </p:sp>
        <p:sp>
          <p:nvSpPr>
            <p:cNvPr id="117" name="tx117"/>
            <p:cNvSpPr/>
            <p:nvPr/>
          </p:nvSpPr>
          <p:spPr>
            <a:xfrm rot="2700000">
              <a:off x="1202197" y="4793212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Gm28075</a:t>
              </a:r>
            </a:p>
          </p:txBody>
        </p:sp>
        <p:sp>
          <p:nvSpPr>
            <p:cNvPr id="118" name="tx118"/>
            <p:cNvSpPr/>
            <p:nvPr/>
          </p:nvSpPr>
          <p:spPr>
            <a:xfrm rot="2700000">
              <a:off x="2560395" y="4793212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Gm28077</a:t>
              </a:r>
            </a:p>
          </p:txBody>
        </p:sp>
        <p:sp>
          <p:nvSpPr>
            <p:cNvPr id="119" name="tx119"/>
            <p:cNvSpPr/>
            <p:nvPr/>
          </p:nvSpPr>
          <p:spPr>
            <a:xfrm rot="2700000">
              <a:off x="5442148" y="4790501"/>
              <a:ext cx="1470807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4930505M18Rik</a:t>
              </a:r>
            </a:p>
          </p:txBody>
        </p:sp>
        <p:sp>
          <p:nvSpPr>
            <p:cNvPr id="120" name="tx120"/>
            <p:cNvSpPr/>
            <p:nvPr/>
          </p:nvSpPr>
          <p:spPr>
            <a:xfrm rot="2700000">
              <a:off x="6755040" y="4760607"/>
              <a:ext cx="646918" cy="174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Zfp536</a:t>
              </a:r>
            </a:p>
          </p:txBody>
        </p:sp>
        <p:sp>
          <p:nvSpPr>
            <p:cNvPr id="121" name="pl121"/>
            <p:cNvSpPr/>
            <p:nvPr/>
          </p:nvSpPr>
          <p:spPr>
            <a:xfrm>
              <a:off x="444934" y="3262477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tx122"/>
            <p:cNvSpPr/>
            <p:nvPr/>
          </p:nvSpPr>
          <p:spPr>
            <a:xfrm>
              <a:off x="311199" y="6201062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311199" y="5399184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11199" y="4601835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11199" y="3798375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26" name="pl126"/>
            <p:cNvSpPr/>
            <p:nvPr/>
          </p:nvSpPr>
          <p:spPr>
            <a:xfrm>
              <a:off x="410140" y="62433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410140" y="54429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10140" y="464257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410140" y="384216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582469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721715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6860961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tx134"/>
            <p:cNvSpPr/>
            <p:nvPr/>
          </p:nvSpPr>
          <p:spPr>
            <a:xfrm>
              <a:off x="2298048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37250000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4437294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37500000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6576540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37750000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4680378" y="6607038"/>
              <a:ext cx="82674" cy="76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x</a:t>
              </a:r>
            </a:p>
          </p:txBody>
        </p:sp>
        <p:sp>
          <p:nvSpPr>
            <p:cNvPr id="138" name="tx138"/>
            <p:cNvSpPr/>
            <p:nvPr/>
          </p:nvSpPr>
          <p:spPr>
            <a:xfrm rot="-5400000">
              <a:off x="19378" y="4753364"/>
              <a:ext cx="320737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2026-03-09T10:22:01Z</dcterms:modified>
  <cp:category/>
</cp:coreProperties>
</file>